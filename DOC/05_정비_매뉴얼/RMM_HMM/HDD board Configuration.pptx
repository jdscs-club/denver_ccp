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29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2DA2-6020-432D-9A31-F89A5ADAB8F1}" type="datetimeFigureOut">
              <a:rPr lang="ko-KR" altLang="en-US" smtClean="0"/>
              <a:t>2017-04-13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D722-333E-4107-99A1-C02D764988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2202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2DA2-6020-432D-9A31-F89A5ADAB8F1}" type="datetimeFigureOut">
              <a:rPr lang="ko-KR" altLang="en-US" smtClean="0"/>
              <a:t>2017-04-13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D722-333E-4107-99A1-C02D764988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0187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2DA2-6020-432D-9A31-F89A5ADAB8F1}" type="datetimeFigureOut">
              <a:rPr lang="ko-KR" altLang="en-US" smtClean="0"/>
              <a:t>2017-04-13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D722-333E-4107-99A1-C02D764988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396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2DA2-6020-432D-9A31-F89A5ADAB8F1}" type="datetimeFigureOut">
              <a:rPr lang="ko-KR" altLang="en-US" smtClean="0"/>
              <a:t>2017-04-13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D722-333E-4107-99A1-C02D764988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1914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2DA2-6020-432D-9A31-F89A5ADAB8F1}" type="datetimeFigureOut">
              <a:rPr lang="ko-KR" altLang="en-US" smtClean="0"/>
              <a:t>2017-04-13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D722-333E-4107-99A1-C02D764988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671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2DA2-6020-432D-9A31-F89A5ADAB8F1}" type="datetimeFigureOut">
              <a:rPr lang="ko-KR" altLang="en-US" smtClean="0"/>
              <a:t>2017-04-13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D722-333E-4107-99A1-C02D764988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282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2DA2-6020-432D-9A31-F89A5ADAB8F1}" type="datetimeFigureOut">
              <a:rPr lang="ko-KR" altLang="en-US" smtClean="0"/>
              <a:t>2017-04-13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D722-333E-4107-99A1-C02D764988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5790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2DA2-6020-432D-9A31-F89A5ADAB8F1}" type="datetimeFigureOut">
              <a:rPr lang="ko-KR" altLang="en-US" smtClean="0"/>
              <a:t>2017-04-13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D722-333E-4107-99A1-C02D764988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5785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2DA2-6020-432D-9A31-F89A5ADAB8F1}" type="datetimeFigureOut">
              <a:rPr lang="ko-KR" altLang="en-US" smtClean="0"/>
              <a:t>2017-04-13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D722-333E-4107-99A1-C02D764988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0265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2DA2-6020-432D-9A31-F89A5ADAB8F1}" type="datetimeFigureOut">
              <a:rPr lang="ko-KR" altLang="en-US" smtClean="0"/>
              <a:t>2017-04-13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D722-333E-4107-99A1-C02D764988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8472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2DA2-6020-432D-9A31-F89A5ADAB8F1}" type="datetimeFigureOut">
              <a:rPr lang="ko-KR" altLang="en-US" smtClean="0"/>
              <a:t>2017-04-13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D722-333E-4107-99A1-C02D764988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2558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792DA2-6020-432D-9A31-F89A5ADAB8F1}" type="datetimeFigureOut">
              <a:rPr lang="ko-KR" altLang="en-US" smtClean="0"/>
              <a:t>2017-04-13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C9D722-333E-4107-99A1-C02D764988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8027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9333" y="146756"/>
            <a:ext cx="4312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HDD board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69333" y="1434531"/>
            <a:ext cx="615244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1. C:</a:t>
            </a:r>
            <a:r>
              <a:rPr lang="ko-KR" altLang="en-US" sz="1100" dirty="0" smtClean="0"/>
              <a:t>드라이브 쓰기방지 해제</a:t>
            </a:r>
            <a:r>
              <a:rPr lang="en-US" altLang="ko-KR" sz="1100" dirty="0" smtClean="0"/>
              <a:t>(</a:t>
            </a:r>
            <a:r>
              <a:rPr lang="en-US" altLang="ko-KR" sz="1100" dirty="0" err="1" smtClean="0"/>
              <a:t>Ewfmgr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명령어</a:t>
            </a:r>
            <a:r>
              <a:rPr lang="en-US" altLang="ko-KR" sz="1100" dirty="0" smtClean="0"/>
              <a:t>)</a:t>
            </a:r>
            <a:endParaRPr lang="en-US" altLang="ko-KR" sz="1100" dirty="0"/>
          </a:p>
          <a:p>
            <a:r>
              <a:rPr lang="en-US" altLang="ko-KR" sz="1100" dirty="0" smtClean="0"/>
              <a:t>2. Network IP</a:t>
            </a:r>
            <a:r>
              <a:rPr lang="ko-KR" altLang="en-US" sz="1100" dirty="0" smtClean="0"/>
              <a:t>설정</a:t>
            </a:r>
            <a:endParaRPr lang="en-US" altLang="ko-KR" sz="1100" dirty="0" smtClean="0"/>
          </a:p>
          <a:p>
            <a:r>
              <a:rPr lang="en-US" altLang="ko-KR" sz="1100" dirty="0" smtClean="0"/>
              <a:t>3. </a:t>
            </a:r>
            <a:r>
              <a:rPr lang="en-US" altLang="ko-KR" sz="1100" dirty="0" err="1" smtClean="0"/>
              <a:t>ComputerName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설정</a:t>
            </a:r>
            <a:endParaRPr lang="en-US" altLang="ko-KR" sz="1100" dirty="0" smtClean="0"/>
          </a:p>
          <a:p>
            <a:r>
              <a:rPr lang="en-US" altLang="ko-KR" sz="1100" dirty="0" smtClean="0"/>
              <a:t>4. Config.ini</a:t>
            </a:r>
            <a:r>
              <a:rPr lang="ko-KR" altLang="en-US" sz="1100" dirty="0" smtClean="0"/>
              <a:t>파일 수정</a:t>
            </a:r>
            <a:endParaRPr lang="en-US" altLang="ko-KR" sz="1100" dirty="0" smtClean="0"/>
          </a:p>
          <a:p>
            <a:r>
              <a:rPr lang="en-US" altLang="ko-KR" sz="1100" dirty="0" smtClean="0"/>
              <a:t>5. C:</a:t>
            </a:r>
            <a:r>
              <a:rPr lang="ko-KR" altLang="en-US" sz="1100" dirty="0" smtClean="0"/>
              <a:t>드라이브 쓰기바지 설정</a:t>
            </a:r>
            <a:r>
              <a:rPr lang="en-US" altLang="ko-KR" sz="1100" dirty="0" smtClean="0"/>
              <a:t>(</a:t>
            </a:r>
            <a:r>
              <a:rPr lang="en-US" altLang="ko-KR" sz="1100" dirty="0" err="1" smtClean="0"/>
              <a:t>ewfmgr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명령어</a:t>
            </a:r>
            <a:r>
              <a:rPr lang="en-US" altLang="ko-KR" sz="1100" dirty="0" smtClean="0"/>
              <a:t>)</a:t>
            </a:r>
            <a:endParaRPr lang="ko-KR" altLang="en-US" sz="1100" dirty="0"/>
          </a:p>
        </p:txBody>
      </p:sp>
      <p:sp>
        <p:nvSpPr>
          <p:cNvPr id="9" name="TextBox 8"/>
          <p:cNvSpPr txBox="1"/>
          <p:nvPr/>
        </p:nvSpPr>
        <p:spPr>
          <a:xfrm>
            <a:off x="169332" y="698810"/>
            <a:ext cx="615244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-  </a:t>
            </a:r>
            <a:r>
              <a:rPr lang="en-US" altLang="ko-KR" sz="1100" dirty="0" err="1" smtClean="0"/>
              <a:t>Pingtest</a:t>
            </a:r>
            <a:r>
              <a:rPr lang="ko-KR" altLang="en-US" sz="1100" dirty="0" smtClean="0"/>
              <a:t>시 </a:t>
            </a:r>
            <a:r>
              <a:rPr lang="en-US" altLang="ko-KR" sz="1100" dirty="0" smtClean="0"/>
              <a:t>abnormal</a:t>
            </a:r>
            <a:r>
              <a:rPr lang="ko-KR" altLang="en-US" sz="1100" dirty="0" err="1" smtClean="0"/>
              <a:t>일때</a:t>
            </a:r>
            <a:endParaRPr lang="en-US" altLang="ko-KR" sz="1100" dirty="0"/>
          </a:p>
          <a:p>
            <a:r>
              <a:rPr lang="en-US" altLang="ko-KR" sz="1100" dirty="0" smtClean="0"/>
              <a:t>- </a:t>
            </a:r>
            <a:r>
              <a:rPr lang="ko-KR" altLang="en-US" sz="1100" dirty="0" smtClean="0"/>
              <a:t>다른 차량에서 </a:t>
            </a:r>
            <a:r>
              <a:rPr lang="en-US" altLang="ko-KR" sz="1100" dirty="0" smtClean="0"/>
              <a:t>swap</a:t>
            </a:r>
            <a:r>
              <a:rPr lang="ko-KR" altLang="en-US" sz="1100" dirty="0" smtClean="0"/>
              <a:t>했을 때</a:t>
            </a:r>
            <a:endParaRPr lang="en-US" altLang="ko-KR" sz="1100" dirty="0" smtClean="0"/>
          </a:p>
          <a:p>
            <a:r>
              <a:rPr lang="en-US" altLang="ko-KR" sz="1100" dirty="0" smtClean="0"/>
              <a:t>- Spare</a:t>
            </a:r>
            <a:r>
              <a:rPr lang="ko-KR" altLang="en-US" sz="1100" dirty="0" smtClean="0"/>
              <a:t>를 차량에 설치했을 때</a:t>
            </a:r>
            <a:r>
              <a:rPr lang="en-US" altLang="ko-KR" sz="1100" dirty="0" smtClean="0"/>
              <a:t> </a:t>
            </a:r>
            <a:endParaRPr lang="ko-KR" altLang="en-US" sz="1100" dirty="0"/>
          </a:p>
        </p:txBody>
      </p:sp>
      <p:sp>
        <p:nvSpPr>
          <p:cNvPr id="10" name="TextBox 9"/>
          <p:cNvSpPr txBox="1"/>
          <p:nvPr/>
        </p:nvSpPr>
        <p:spPr>
          <a:xfrm>
            <a:off x="169332" y="3520736"/>
            <a:ext cx="615244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0. </a:t>
            </a:r>
            <a:r>
              <a:rPr lang="ko-KR" altLang="en-US" sz="1100" dirty="0" err="1" smtClean="0"/>
              <a:t>점검전</a:t>
            </a:r>
            <a:r>
              <a:rPr lang="ko-KR" altLang="en-US" sz="1100" dirty="0" smtClean="0"/>
              <a:t> 준비사항</a:t>
            </a:r>
            <a:endParaRPr lang="en-US" altLang="ko-KR" sz="1100" dirty="0" smtClean="0"/>
          </a:p>
          <a:p>
            <a:r>
              <a:rPr lang="en-US" altLang="ko-KR" sz="1100" dirty="0"/>
              <a:t> </a:t>
            </a:r>
            <a:r>
              <a:rPr lang="en-US" altLang="ko-KR" sz="1100" dirty="0" smtClean="0"/>
              <a:t>  - Connect USB-keyboard to the CNCS board</a:t>
            </a:r>
          </a:p>
          <a:p>
            <a:r>
              <a:rPr lang="en-US" altLang="ko-KR" sz="1100" dirty="0"/>
              <a:t> </a:t>
            </a:r>
            <a:r>
              <a:rPr lang="en-US" altLang="ko-KR" sz="1100" dirty="0" smtClean="0"/>
              <a:t>  - Close all application on running</a:t>
            </a:r>
          </a:p>
        </p:txBody>
      </p:sp>
      <p:grpSp>
        <p:nvGrpSpPr>
          <p:cNvPr id="18" name="그룹 17"/>
          <p:cNvGrpSpPr/>
          <p:nvPr/>
        </p:nvGrpSpPr>
        <p:grpSpPr>
          <a:xfrm>
            <a:off x="169332" y="4457849"/>
            <a:ext cx="3480648" cy="1785104"/>
            <a:chOff x="169332" y="4457849"/>
            <a:chExt cx="3480648" cy="1785104"/>
          </a:xfrm>
        </p:grpSpPr>
        <p:sp>
          <p:nvSpPr>
            <p:cNvPr id="11" name="TextBox 10"/>
            <p:cNvSpPr txBox="1"/>
            <p:nvPr/>
          </p:nvSpPr>
          <p:spPr>
            <a:xfrm>
              <a:off x="169332" y="4457849"/>
              <a:ext cx="3480648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AutoNum type="arabicPeriod"/>
              </a:pPr>
              <a:r>
                <a:rPr lang="en-US" altLang="ko-KR" sz="1100" dirty="0" smtClean="0"/>
                <a:t>C:</a:t>
              </a:r>
              <a:r>
                <a:rPr lang="ko-KR" altLang="en-US" sz="1100" dirty="0" smtClean="0"/>
                <a:t>드라이브 쓰기방지 해제</a:t>
              </a:r>
              <a:endParaRPr lang="en-US" altLang="ko-KR" sz="1100" dirty="0" smtClean="0"/>
            </a:p>
            <a:p>
              <a:r>
                <a:rPr lang="en-US" altLang="ko-KR" sz="1100" dirty="0"/>
                <a:t> </a:t>
              </a:r>
              <a:r>
                <a:rPr lang="en-US" altLang="ko-KR" sz="1100" dirty="0" smtClean="0"/>
                <a:t> - </a:t>
              </a:r>
              <a:r>
                <a:rPr lang="ko-KR" altLang="en-US" sz="1100" dirty="0" smtClean="0"/>
                <a:t>윈도우 탐색기 </a:t>
              </a:r>
              <a:r>
                <a:rPr lang="en-US" altLang="ko-KR" sz="1100" dirty="0" smtClean="0"/>
                <a:t>(</a:t>
              </a:r>
              <a:r>
                <a:rPr lang="ko-KR" altLang="en-US" sz="1100" dirty="0" smtClean="0"/>
                <a:t>단축키</a:t>
              </a:r>
              <a:r>
                <a:rPr lang="en-US" altLang="ko-KR" sz="1100" dirty="0" smtClean="0"/>
                <a:t>=        + R</a:t>
              </a:r>
              <a:r>
                <a:rPr lang="ko-KR" altLang="en-US" sz="1100" dirty="0" smtClean="0"/>
                <a:t>키</a:t>
              </a:r>
              <a:endParaRPr lang="en-US" altLang="ko-KR" sz="1100" dirty="0" smtClean="0"/>
            </a:p>
            <a:p>
              <a:r>
                <a:rPr lang="en-US" altLang="ko-KR" sz="1100" dirty="0"/>
                <a:t> </a:t>
              </a:r>
              <a:r>
                <a:rPr lang="en-US" altLang="ko-KR" sz="1100" dirty="0" smtClean="0"/>
                <a:t> - D:\Woojin</a:t>
              </a:r>
              <a:r>
                <a:rPr lang="ko-KR" altLang="en-US" sz="1100" dirty="0" smtClean="0"/>
                <a:t>폴더의 </a:t>
              </a:r>
              <a:r>
                <a:rPr lang="en-US" altLang="ko-KR" sz="1100" dirty="0" err="1" smtClean="0"/>
                <a:t>ewfmgr</a:t>
              </a:r>
              <a:r>
                <a:rPr lang="en-US" altLang="ko-KR" sz="1100" dirty="0" smtClean="0"/>
                <a:t> disable.cmd </a:t>
              </a:r>
              <a:r>
                <a:rPr lang="ko-KR" altLang="en-US" sz="1100" dirty="0" smtClean="0"/>
                <a:t>실행</a:t>
              </a:r>
              <a:endParaRPr lang="en-US" altLang="ko-KR" sz="1100" dirty="0" smtClean="0"/>
            </a:p>
            <a:p>
              <a:endParaRPr lang="en-US" altLang="ko-KR" sz="1100" dirty="0"/>
            </a:p>
            <a:p>
              <a:endParaRPr lang="en-US" altLang="ko-KR" sz="1100" dirty="0" smtClean="0"/>
            </a:p>
            <a:p>
              <a:endParaRPr lang="en-US" altLang="ko-KR" sz="1100" dirty="0"/>
            </a:p>
            <a:p>
              <a:endParaRPr lang="en-US" altLang="ko-KR" sz="1100" dirty="0" smtClean="0"/>
            </a:p>
            <a:p>
              <a:endParaRPr lang="en-US" altLang="ko-KR" sz="1100" dirty="0"/>
            </a:p>
            <a:p>
              <a:endParaRPr lang="en-US" altLang="ko-KR" sz="1100" dirty="0" smtClean="0"/>
            </a:p>
            <a:p>
              <a:endParaRPr lang="en-US" altLang="ko-KR" sz="1100" dirty="0"/>
            </a:p>
          </p:txBody>
        </p:sp>
        <p:pic>
          <p:nvPicPr>
            <p:cNvPr id="7" name="그림 6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73" t="10551" r="18522" b="34453"/>
            <a:stretch/>
          </p:blipFill>
          <p:spPr>
            <a:xfrm>
              <a:off x="409575" y="5058013"/>
              <a:ext cx="2057400" cy="112688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56921" y="4669763"/>
            <a:ext cx="162380" cy="164268"/>
          </a:xfrm>
          <a:prstGeom prst="rect">
            <a:avLst/>
          </a:prstGeom>
        </p:spPr>
      </p:pic>
      <p:grpSp>
        <p:nvGrpSpPr>
          <p:cNvPr id="19" name="그룹 18"/>
          <p:cNvGrpSpPr/>
          <p:nvPr/>
        </p:nvGrpSpPr>
        <p:grpSpPr>
          <a:xfrm>
            <a:off x="169332" y="6408882"/>
            <a:ext cx="6152445" cy="2462213"/>
            <a:chOff x="169332" y="6408882"/>
            <a:chExt cx="6152445" cy="2462213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575" y="6830417"/>
              <a:ext cx="2520954" cy="1890716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169332" y="6408882"/>
              <a:ext cx="6152445" cy="2462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 smtClean="0"/>
                <a:t>2. Network IP address </a:t>
              </a:r>
              <a:r>
                <a:rPr lang="ko-KR" altLang="en-US" sz="1100" dirty="0" smtClean="0"/>
                <a:t>수정</a:t>
              </a:r>
              <a:endParaRPr lang="en-US" altLang="ko-KR" sz="1100" dirty="0" smtClean="0"/>
            </a:p>
            <a:p>
              <a:r>
                <a:rPr lang="en-US" altLang="ko-KR" sz="1100" dirty="0"/>
                <a:t> </a:t>
              </a:r>
              <a:r>
                <a:rPr lang="en-US" altLang="ko-KR" sz="1100" dirty="0" smtClean="0"/>
                <a:t>  - </a:t>
              </a:r>
              <a:r>
                <a:rPr lang="ko-KR" altLang="en-US" sz="1100" dirty="0" smtClean="0"/>
                <a:t>윈도우 제어판의 </a:t>
              </a:r>
              <a:r>
                <a:rPr lang="en-US" altLang="ko-KR" sz="1100" dirty="0" smtClean="0"/>
                <a:t>Network connections</a:t>
              </a:r>
              <a:r>
                <a:rPr lang="ko-KR" altLang="en-US" sz="1100" dirty="0" smtClean="0"/>
                <a:t>실행</a:t>
              </a:r>
              <a:endParaRPr lang="en-US" altLang="ko-KR" sz="1100" dirty="0" smtClean="0"/>
            </a:p>
            <a:p>
              <a:r>
                <a:rPr lang="en-US" altLang="ko-KR" sz="1100" dirty="0"/>
                <a:t> </a:t>
              </a:r>
            </a:p>
            <a:p>
              <a:endParaRPr lang="en-US" altLang="ko-KR" sz="1100" dirty="0" smtClean="0"/>
            </a:p>
            <a:p>
              <a:endParaRPr lang="en-US" altLang="ko-KR" sz="1100" dirty="0"/>
            </a:p>
            <a:p>
              <a:endParaRPr lang="en-US" altLang="ko-KR" sz="1100" dirty="0" smtClean="0"/>
            </a:p>
            <a:p>
              <a:endParaRPr lang="en-US" altLang="ko-KR" sz="1100" dirty="0" smtClean="0"/>
            </a:p>
            <a:p>
              <a:endParaRPr lang="en-US" altLang="ko-KR" sz="1100" dirty="0"/>
            </a:p>
            <a:p>
              <a:endParaRPr lang="en-US" altLang="ko-KR" sz="1100" dirty="0" smtClean="0"/>
            </a:p>
            <a:p>
              <a:endParaRPr lang="en-US" altLang="ko-KR" sz="1100" dirty="0"/>
            </a:p>
            <a:p>
              <a:endParaRPr lang="en-US" altLang="ko-KR" sz="1100" dirty="0" smtClean="0"/>
            </a:p>
            <a:p>
              <a:endParaRPr lang="en-US" altLang="ko-KR" sz="1100" dirty="0"/>
            </a:p>
            <a:p>
              <a:endParaRPr lang="en-US" altLang="ko-KR" sz="1100" dirty="0" smtClean="0"/>
            </a:p>
            <a:p>
              <a:endParaRPr lang="en-US" altLang="ko-KR" sz="11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14074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889" y="170175"/>
            <a:ext cx="6152445" cy="754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sz="1100" dirty="0" smtClean="0"/>
              <a:t>Open “Properties” of Local Area Connection.</a:t>
            </a:r>
          </a:p>
          <a:p>
            <a:pPr marL="171450" indent="-171450">
              <a:buFontTx/>
              <a:buChar char="-"/>
            </a:pPr>
            <a:endParaRPr lang="en-US" altLang="ko-KR" sz="1100" dirty="0"/>
          </a:p>
          <a:p>
            <a:pPr marL="171450" indent="-171450">
              <a:buFontTx/>
              <a:buChar char="-"/>
            </a:pPr>
            <a:endParaRPr lang="en-US" altLang="ko-KR" sz="1100" dirty="0" smtClean="0"/>
          </a:p>
          <a:p>
            <a:pPr marL="171450" indent="-171450">
              <a:buFontTx/>
              <a:buChar char="-"/>
            </a:pPr>
            <a:endParaRPr lang="en-US" altLang="ko-KR" sz="1100" dirty="0"/>
          </a:p>
          <a:p>
            <a:pPr marL="171450" indent="-171450">
              <a:buFontTx/>
              <a:buChar char="-"/>
            </a:pPr>
            <a:endParaRPr lang="en-US" altLang="ko-KR" sz="1100" dirty="0" smtClean="0"/>
          </a:p>
          <a:p>
            <a:pPr marL="171450" indent="-171450">
              <a:buFontTx/>
              <a:buChar char="-"/>
            </a:pPr>
            <a:endParaRPr lang="en-US" altLang="ko-KR" sz="1100" dirty="0"/>
          </a:p>
          <a:p>
            <a:pPr marL="171450" indent="-171450">
              <a:buFontTx/>
              <a:buChar char="-"/>
            </a:pPr>
            <a:endParaRPr lang="en-US" altLang="ko-KR" sz="1100" dirty="0" smtClean="0"/>
          </a:p>
          <a:p>
            <a:pPr marL="171450" indent="-171450">
              <a:buFontTx/>
              <a:buChar char="-"/>
            </a:pPr>
            <a:endParaRPr lang="en-US" altLang="ko-KR" sz="1100" dirty="0"/>
          </a:p>
          <a:p>
            <a:pPr marL="171450" indent="-171450">
              <a:buFontTx/>
              <a:buChar char="-"/>
            </a:pPr>
            <a:endParaRPr lang="en-US" altLang="ko-KR" sz="1100" dirty="0" smtClean="0"/>
          </a:p>
          <a:p>
            <a:pPr marL="171450" indent="-171450">
              <a:buFontTx/>
              <a:buChar char="-"/>
            </a:pPr>
            <a:endParaRPr lang="en-US" altLang="ko-KR" sz="1100" dirty="0"/>
          </a:p>
          <a:p>
            <a:pPr marL="171450" indent="-171450">
              <a:buFontTx/>
              <a:buChar char="-"/>
            </a:pPr>
            <a:endParaRPr lang="en-US" altLang="ko-KR" sz="1100" dirty="0" smtClean="0"/>
          </a:p>
          <a:p>
            <a:pPr marL="171450" indent="-171450">
              <a:buFontTx/>
              <a:buChar char="-"/>
            </a:pPr>
            <a:endParaRPr lang="en-US" altLang="ko-KR" sz="1100" dirty="0"/>
          </a:p>
          <a:p>
            <a:pPr marL="171450" indent="-171450">
              <a:buFontTx/>
              <a:buChar char="-"/>
            </a:pPr>
            <a:endParaRPr lang="en-US" altLang="ko-KR" sz="1100" dirty="0" smtClean="0"/>
          </a:p>
          <a:p>
            <a:pPr marL="171450" indent="-171450">
              <a:buFontTx/>
              <a:buChar char="-"/>
            </a:pPr>
            <a:endParaRPr lang="en-US" altLang="ko-KR" sz="1100" dirty="0"/>
          </a:p>
          <a:p>
            <a:pPr marL="171450" indent="-171450">
              <a:buFontTx/>
              <a:buChar char="-"/>
            </a:pPr>
            <a:r>
              <a:rPr lang="en-US" altLang="ko-KR" sz="1100" dirty="0" smtClean="0"/>
              <a:t>Open “Properties” of Internet Protocol(TCP/IP) </a:t>
            </a:r>
          </a:p>
          <a:p>
            <a:pPr marL="171450" indent="-171450">
              <a:buFontTx/>
              <a:buChar char="-"/>
            </a:pPr>
            <a:endParaRPr lang="en-US" altLang="ko-KR" sz="1100" dirty="0"/>
          </a:p>
          <a:p>
            <a:pPr marL="171450" indent="-171450">
              <a:buFontTx/>
              <a:buChar char="-"/>
            </a:pPr>
            <a:endParaRPr lang="en-US" altLang="ko-KR" sz="1100" dirty="0" smtClean="0"/>
          </a:p>
          <a:p>
            <a:pPr marL="171450" indent="-171450">
              <a:buFontTx/>
              <a:buChar char="-"/>
            </a:pPr>
            <a:endParaRPr lang="en-US" altLang="ko-KR" sz="1100" dirty="0" smtClean="0"/>
          </a:p>
          <a:p>
            <a:pPr marL="171450" indent="-171450">
              <a:buFontTx/>
              <a:buChar char="-"/>
            </a:pPr>
            <a:endParaRPr lang="en-US" altLang="ko-KR" sz="1100" dirty="0"/>
          </a:p>
          <a:p>
            <a:pPr marL="171450" indent="-171450">
              <a:buFontTx/>
              <a:buChar char="-"/>
            </a:pPr>
            <a:endParaRPr lang="en-US" altLang="ko-KR" sz="1100" dirty="0" smtClean="0"/>
          </a:p>
          <a:p>
            <a:pPr marL="171450" indent="-171450">
              <a:buFontTx/>
              <a:buChar char="-"/>
            </a:pPr>
            <a:endParaRPr lang="en-US" altLang="ko-KR" sz="1100" dirty="0"/>
          </a:p>
          <a:p>
            <a:pPr marL="171450" indent="-171450">
              <a:buFontTx/>
              <a:buChar char="-"/>
            </a:pPr>
            <a:endParaRPr lang="en-US" altLang="ko-KR" sz="1100" dirty="0" smtClean="0"/>
          </a:p>
          <a:p>
            <a:pPr marL="171450" indent="-171450">
              <a:buFontTx/>
              <a:buChar char="-"/>
            </a:pPr>
            <a:endParaRPr lang="en-US" altLang="ko-KR" sz="1100" dirty="0"/>
          </a:p>
          <a:p>
            <a:pPr marL="171450" indent="-171450">
              <a:buFontTx/>
              <a:buChar char="-"/>
            </a:pPr>
            <a:endParaRPr lang="en-US" altLang="ko-KR" sz="1100" dirty="0" smtClean="0"/>
          </a:p>
          <a:p>
            <a:pPr marL="171450" indent="-171450">
              <a:buFontTx/>
              <a:buChar char="-"/>
            </a:pPr>
            <a:endParaRPr lang="en-US" altLang="ko-KR" sz="1100" dirty="0"/>
          </a:p>
          <a:p>
            <a:pPr marL="171450" indent="-171450">
              <a:buFontTx/>
              <a:buChar char="-"/>
            </a:pPr>
            <a:endParaRPr lang="en-US" altLang="ko-KR" sz="1100" dirty="0" smtClean="0"/>
          </a:p>
          <a:p>
            <a:endParaRPr lang="en-US" altLang="ko-KR" sz="1100" dirty="0" smtClean="0"/>
          </a:p>
          <a:p>
            <a:pPr marL="171450" indent="-171450">
              <a:buFontTx/>
              <a:buChar char="-"/>
            </a:pPr>
            <a:endParaRPr lang="en-US" altLang="ko-KR" sz="1100" dirty="0"/>
          </a:p>
          <a:p>
            <a:r>
              <a:rPr lang="en-US" altLang="ko-KR" sz="1100" dirty="0" smtClean="0"/>
              <a:t>-  CNCS IP</a:t>
            </a:r>
            <a:r>
              <a:rPr lang="ko-KR" altLang="en-US" sz="1100" dirty="0"/>
              <a:t> </a:t>
            </a:r>
            <a:r>
              <a:rPr lang="ko-KR" altLang="en-US" sz="1100" dirty="0" err="1" smtClean="0"/>
              <a:t>셋팅</a:t>
            </a:r>
            <a:r>
              <a:rPr lang="ko-KR" altLang="en-US" sz="1100" dirty="0" smtClean="0"/>
              <a:t> 정보가 차량번호에 맞게 설정되어 있는지 확인하고 만약 </a:t>
            </a:r>
            <a:r>
              <a:rPr lang="ko-KR" altLang="en-US" sz="1100" dirty="0" err="1" smtClean="0"/>
              <a:t>맞지않다면</a:t>
            </a:r>
            <a:r>
              <a:rPr lang="ko-KR" altLang="en-US" sz="1100" dirty="0" smtClean="0"/>
              <a:t> 수정해줘야 한다</a:t>
            </a:r>
            <a:r>
              <a:rPr lang="en-US" altLang="ko-KR" sz="1100" dirty="0" smtClean="0"/>
              <a:t>.</a:t>
            </a:r>
          </a:p>
          <a:p>
            <a:endParaRPr lang="en-US" altLang="ko-KR" sz="1100" dirty="0"/>
          </a:p>
          <a:p>
            <a:r>
              <a:rPr lang="ko-KR" altLang="en-US" sz="1100" dirty="0" smtClean="0"/>
              <a:t>→</a:t>
            </a:r>
            <a:r>
              <a:rPr lang="en-US" altLang="ko-KR" sz="1100" dirty="0" smtClean="0"/>
              <a:t>IP address : 10.</a:t>
            </a:r>
            <a:r>
              <a:rPr lang="en-US" altLang="ko-KR" sz="1100" dirty="0" smtClean="0">
                <a:solidFill>
                  <a:srgbClr val="FF0000"/>
                </a:solidFill>
              </a:rPr>
              <a:t>XX</a:t>
            </a:r>
            <a:r>
              <a:rPr lang="en-US" altLang="ko-KR" sz="1100" dirty="0" smtClean="0"/>
              <a:t>.</a:t>
            </a:r>
            <a:r>
              <a:rPr lang="en-US" altLang="ko-KR" sz="1100" dirty="0" smtClean="0">
                <a:solidFill>
                  <a:srgbClr val="FF0000"/>
                </a:solidFill>
              </a:rPr>
              <a:t>YY</a:t>
            </a:r>
            <a:r>
              <a:rPr lang="en-US" altLang="ko-KR" sz="1100" dirty="0" smtClean="0"/>
              <a:t>.200 (</a:t>
            </a:r>
            <a:r>
              <a:rPr lang="en-US" altLang="ko-KR" sz="1100" dirty="0" smtClean="0">
                <a:solidFill>
                  <a:srgbClr val="FF0000"/>
                </a:solidFill>
              </a:rPr>
              <a:t>XX </a:t>
            </a:r>
            <a:r>
              <a:rPr lang="en-US" altLang="ko-KR" sz="1100" dirty="0" smtClean="0"/>
              <a:t>: </a:t>
            </a:r>
            <a:r>
              <a:rPr lang="ko-KR" altLang="en-US" sz="1100" dirty="0" smtClean="0"/>
              <a:t>차량 번호</a:t>
            </a:r>
            <a:r>
              <a:rPr lang="en-US" altLang="ko-KR" sz="1100" dirty="0" smtClean="0"/>
              <a:t>)</a:t>
            </a:r>
          </a:p>
          <a:p>
            <a:r>
              <a:rPr lang="ko-KR" altLang="en-US" sz="1100" dirty="0" smtClean="0"/>
              <a:t>→</a:t>
            </a:r>
            <a:r>
              <a:rPr lang="en-US" altLang="ko-KR" sz="1100" dirty="0" smtClean="0"/>
              <a:t>Subnet mask : 255.255.255.0</a:t>
            </a:r>
          </a:p>
          <a:p>
            <a:r>
              <a:rPr lang="ko-KR" altLang="en-US" sz="1100" dirty="0" smtClean="0"/>
              <a:t>→</a:t>
            </a:r>
            <a:r>
              <a:rPr lang="en-US" altLang="ko-KR" sz="1100" dirty="0" smtClean="0"/>
              <a:t>Default gateway : 10.</a:t>
            </a:r>
            <a:r>
              <a:rPr lang="en-US" altLang="ko-KR" sz="1100" dirty="0" smtClean="0">
                <a:solidFill>
                  <a:srgbClr val="FF0000"/>
                </a:solidFill>
              </a:rPr>
              <a:t>XX</a:t>
            </a:r>
            <a:r>
              <a:rPr lang="en-US" altLang="ko-KR" sz="1100" dirty="0" smtClean="0"/>
              <a:t>.</a:t>
            </a:r>
            <a:r>
              <a:rPr lang="en-US" altLang="ko-KR" sz="1100" dirty="0" smtClean="0">
                <a:solidFill>
                  <a:srgbClr val="FF0000"/>
                </a:solidFill>
              </a:rPr>
              <a:t>YY</a:t>
            </a:r>
            <a:r>
              <a:rPr lang="en-US" altLang="ko-KR" sz="1100" dirty="0" smtClean="0"/>
              <a:t>.200 (</a:t>
            </a:r>
            <a:r>
              <a:rPr lang="en-US" altLang="ko-KR" sz="1100" dirty="0" smtClean="0">
                <a:solidFill>
                  <a:srgbClr val="FF0000"/>
                </a:solidFill>
              </a:rPr>
              <a:t>XX </a:t>
            </a:r>
            <a:r>
              <a:rPr lang="en-US" altLang="ko-KR" sz="1100" dirty="0" smtClean="0"/>
              <a:t>: </a:t>
            </a:r>
            <a:r>
              <a:rPr lang="ko-KR" altLang="en-US" sz="1100" dirty="0" smtClean="0"/>
              <a:t>차량 번호</a:t>
            </a:r>
            <a:r>
              <a:rPr lang="en-US" altLang="ko-KR" sz="1100" dirty="0" smtClean="0"/>
              <a:t>)</a:t>
            </a:r>
          </a:p>
          <a:p>
            <a:r>
              <a:rPr lang="ko-KR" altLang="en-US" sz="1100" dirty="0" smtClean="0"/>
              <a:t>→</a:t>
            </a:r>
            <a:r>
              <a:rPr lang="en-US" altLang="ko-KR" sz="1100" dirty="0" smtClean="0"/>
              <a:t>DNS server : 168.126.63.1</a:t>
            </a:r>
            <a:endParaRPr lang="en-US" altLang="ko-KR" sz="1100" dirty="0"/>
          </a:p>
          <a:p>
            <a:endParaRPr lang="en-US" altLang="ko-KR" sz="1100" dirty="0" smtClean="0"/>
          </a:p>
          <a:p>
            <a:endParaRPr lang="en-US" altLang="ko-KR" sz="1100" dirty="0"/>
          </a:p>
          <a:p>
            <a:endParaRPr lang="en-US" altLang="ko-KR" sz="1100" dirty="0" smtClean="0"/>
          </a:p>
          <a:p>
            <a:endParaRPr lang="en-US" altLang="ko-KR" sz="1100" dirty="0"/>
          </a:p>
          <a:p>
            <a:endParaRPr lang="en-US" altLang="ko-KR" sz="1100" dirty="0" smtClean="0"/>
          </a:p>
          <a:p>
            <a:endParaRPr lang="en-US" altLang="ko-KR" sz="1100" dirty="0"/>
          </a:p>
          <a:p>
            <a:endParaRPr lang="en-US" altLang="ko-KR" sz="1100" dirty="0" smtClean="0"/>
          </a:p>
          <a:p>
            <a:endParaRPr lang="en-US" altLang="ko-KR" sz="11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774" y="401568"/>
            <a:ext cx="2520954" cy="189071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774" y="2784711"/>
            <a:ext cx="2520954" cy="189071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9954" y="5261270"/>
            <a:ext cx="2679846" cy="2009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128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2832" y="262082"/>
            <a:ext cx="615244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3. </a:t>
            </a:r>
            <a:r>
              <a:rPr lang="en-US" altLang="ko-KR" sz="1100" dirty="0" err="1" smtClean="0"/>
              <a:t>ComputerName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설정</a:t>
            </a:r>
            <a:endParaRPr lang="en-US" altLang="ko-KR" sz="1100" dirty="0" smtClean="0"/>
          </a:p>
          <a:p>
            <a:r>
              <a:rPr lang="en-US" altLang="ko-KR" sz="1100" dirty="0" smtClean="0"/>
              <a:t>   - </a:t>
            </a:r>
            <a:r>
              <a:rPr lang="ko-KR" altLang="en-US" sz="1100" dirty="0" smtClean="0"/>
              <a:t>윈도우 탐색기를 열어 </a:t>
            </a:r>
            <a:r>
              <a:rPr lang="en-US" altLang="ko-KR" sz="1100" dirty="0" smtClean="0"/>
              <a:t>D:\Woojin\CNCS</a:t>
            </a:r>
            <a:r>
              <a:rPr lang="ko-KR" altLang="en-US" sz="1100" dirty="0" smtClean="0"/>
              <a:t>폴더의 </a:t>
            </a:r>
            <a:r>
              <a:rPr lang="en-US" altLang="ko-KR" sz="1100" dirty="0" smtClean="0"/>
              <a:t>ComputerName.exe</a:t>
            </a:r>
            <a:r>
              <a:rPr lang="ko-KR" altLang="en-US" sz="1100" dirty="0" smtClean="0"/>
              <a:t>를 실행</a:t>
            </a:r>
            <a:endParaRPr lang="en-US" altLang="ko-KR" sz="1100" dirty="0"/>
          </a:p>
          <a:p>
            <a:endParaRPr lang="en-US" altLang="ko-KR" sz="1100" dirty="0" smtClean="0"/>
          </a:p>
          <a:p>
            <a:endParaRPr lang="en-US" altLang="ko-KR" sz="1100" dirty="0"/>
          </a:p>
          <a:p>
            <a:endParaRPr lang="en-US" altLang="ko-KR" sz="1100" dirty="0" smtClean="0"/>
          </a:p>
          <a:p>
            <a:endParaRPr lang="en-US" altLang="ko-KR" sz="1100" dirty="0" smtClean="0"/>
          </a:p>
          <a:p>
            <a:endParaRPr lang="en-US" altLang="ko-KR" sz="1100" dirty="0"/>
          </a:p>
          <a:p>
            <a:endParaRPr lang="en-US" altLang="ko-KR" sz="1100" dirty="0" smtClean="0"/>
          </a:p>
          <a:p>
            <a:endParaRPr lang="en-US" altLang="ko-KR" sz="1100" dirty="0"/>
          </a:p>
          <a:p>
            <a:endParaRPr lang="en-US" altLang="ko-KR" sz="1100" dirty="0" smtClean="0"/>
          </a:p>
          <a:p>
            <a:endParaRPr lang="en-US" altLang="ko-KR" sz="1100" dirty="0"/>
          </a:p>
          <a:p>
            <a:endParaRPr lang="en-US" altLang="ko-KR" sz="1100" dirty="0" smtClean="0"/>
          </a:p>
          <a:p>
            <a:endParaRPr lang="en-US" altLang="ko-KR" sz="1100" dirty="0"/>
          </a:p>
          <a:p>
            <a:endParaRPr lang="en-US" altLang="ko-KR" sz="1100" dirty="0"/>
          </a:p>
          <a:p>
            <a:r>
              <a:rPr lang="en-US" altLang="ko-KR" sz="1100" dirty="0" smtClean="0"/>
              <a:t>-  Domain</a:t>
            </a:r>
            <a:r>
              <a:rPr lang="ko-KR" altLang="en-US" sz="1100" dirty="0" smtClean="0"/>
              <a:t>섹션에 차량번호를 입력한다</a:t>
            </a:r>
            <a:r>
              <a:rPr lang="en-US" altLang="ko-KR" sz="1100" dirty="0" smtClean="0"/>
              <a:t>.</a:t>
            </a:r>
          </a:p>
          <a:p>
            <a:endParaRPr lang="en-US" altLang="ko-KR" sz="1100" dirty="0"/>
          </a:p>
          <a:p>
            <a:endParaRPr lang="en-US" altLang="ko-KR" sz="1100" dirty="0" smtClean="0"/>
          </a:p>
          <a:p>
            <a:endParaRPr lang="en-US" altLang="ko-KR" sz="1100" dirty="0" smtClean="0"/>
          </a:p>
          <a:p>
            <a:endParaRPr lang="en-US" altLang="ko-KR" sz="1100" dirty="0"/>
          </a:p>
          <a:p>
            <a:endParaRPr lang="en-US" altLang="ko-KR" sz="1100" dirty="0" smtClean="0"/>
          </a:p>
          <a:p>
            <a:endParaRPr lang="en-US" altLang="ko-KR" sz="1100" dirty="0" smtClean="0"/>
          </a:p>
          <a:p>
            <a:endParaRPr lang="en-US" altLang="ko-KR" sz="1100" dirty="0"/>
          </a:p>
          <a:p>
            <a:endParaRPr lang="en-US" altLang="ko-KR" sz="1100" dirty="0" smtClean="0"/>
          </a:p>
          <a:p>
            <a:endParaRPr lang="en-US" altLang="ko-KR" sz="1100" dirty="0"/>
          </a:p>
          <a:p>
            <a:endParaRPr lang="en-US" altLang="ko-KR" sz="1100" dirty="0" smtClean="0"/>
          </a:p>
          <a:p>
            <a:endParaRPr lang="en-US" altLang="ko-KR" sz="1100" dirty="0" smtClean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7675" y="680180"/>
            <a:ext cx="2514600" cy="19177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403"/>
          <a:stretch/>
        </p:blipFill>
        <p:spPr>
          <a:xfrm>
            <a:off x="447675" y="2883807"/>
            <a:ext cx="2514600" cy="1688193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632695" y="3058327"/>
            <a:ext cx="1499410" cy="395152"/>
          </a:xfrm>
          <a:prstGeom prst="rect">
            <a:avLst/>
          </a:prstGeom>
          <a:solidFill>
            <a:srgbClr val="FFFF00">
              <a:alpha val="30000"/>
            </a:srgb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450504" y="3088037"/>
            <a:ext cx="254471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ko-KR" altLang="en-US" b="1" dirty="0" smtClean="0">
                <a:solidFill>
                  <a:srgbClr val="FF0000"/>
                </a:solidFill>
              </a:rPr>
              <a:t>②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17933" y="2921608"/>
            <a:ext cx="254471" cy="3351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ko-KR" altLang="en-US" b="1" dirty="0" smtClean="0">
                <a:solidFill>
                  <a:srgbClr val="FF0000"/>
                </a:solidFill>
              </a:rPr>
              <a:t>①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07804" y="3262275"/>
            <a:ext cx="254471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ko-KR" altLang="en-US" b="1" dirty="0" smtClean="0">
                <a:solidFill>
                  <a:srgbClr val="FF0000"/>
                </a:solidFill>
              </a:rPr>
              <a:t>③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32832" y="4755620"/>
            <a:ext cx="615244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4</a:t>
            </a:r>
            <a:r>
              <a:rPr lang="en-US" altLang="ko-KR" sz="1100" dirty="0" smtClean="0"/>
              <a:t>. </a:t>
            </a:r>
            <a:r>
              <a:rPr lang="en-US" altLang="ko-KR" sz="1100" dirty="0" err="1" smtClean="0"/>
              <a:t>ComputerName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설정</a:t>
            </a:r>
            <a:endParaRPr lang="en-US" altLang="ko-KR" sz="1100" dirty="0" smtClean="0"/>
          </a:p>
          <a:p>
            <a:r>
              <a:rPr lang="en-US" altLang="ko-KR" sz="1100" dirty="0" smtClean="0"/>
              <a:t>   - </a:t>
            </a:r>
            <a:r>
              <a:rPr lang="ko-KR" altLang="en-US" sz="1100" dirty="0" smtClean="0"/>
              <a:t>윈도우 탐색기를 열어 </a:t>
            </a:r>
            <a:r>
              <a:rPr lang="en-US" altLang="ko-KR" sz="1100" dirty="0" smtClean="0"/>
              <a:t>D:\Woojin\CNCS</a:t>
            </a:r>
            <a:r>
              <a:rPr lang="ko-KR" altLang="en-US" sz="1100" dirty="0" smtClean="0"/>
              <a:t>폴더의 </a:t>
            </a:r>
            <a:r>
              <a:rPr lang="en-US" altLang="ko-KR" sz="1100" dirty="0" smtClean="0"/>
              <a:t>config.ini</a:t>
            </a:r>
            <a:r>
              <a:rPr lang="ko-KR" altLang="en-US" sz="1100" dirty="0" smtClean="0"/>
              <a:t>파일을 연다</a:t>
            </a:r>
            <a:r>
              <a:rPr lang="en-US" altLang="ko-KR" sz="1100" dirty="0" smtClean="0"/>
              <a:t>.</a:t>
            </a:r>
            <a:endParaRPr lang="en-US" altLang="ko-KR" sz="1100" dirty="0"/>
          </a:p>
          <a:p>
            <a:endParaRPr lang="en-US" altLang="ko-KR" sz="1100" dirty="0" smtClean="0"/>
          </a:p>
          <a:p>
            <a:endParaRPr lang="en-US" altLang="ko-KR" sz="1100" dirty="0"/>
          </a:p>
          <a:p>
            <a:endParaRPr lang="en-US" altLang="ko-KR" sz="1100" dirty="0" smtClean="0"/>
          </a:p>
          <a:p>
            <a:endParaRPr lang="en-US" altLang="ko-KR" sz="1100" dirty="0" smtClean="0"/>
          </a:p>
          <a:p>
            <a:endParaRPr lang="en-US" altLang="ko-KR" sz="1100" dirty="0"/>
          </a:p>
          <a:p>
            <a:endParaRPr lang="en-US" altLang="ko-KR" sz="1100" dirty="0" smtClean="0"/>
          </a:p>
          <a:p>
            <a:endParaRPr lang="en-US" altLang="ko-KR" sz="1100" dirty="0"/>
          </a:p>
          <a:p>
            <a:endParaRPr lang="en-US" altLang="ko-KR" sz="1100" dirty="0" smtClean="0"/>
          </a:p>
          <a:p>
            <a:endParaRPr lang="en-US" altLang="ko-KR" sz="1100" dirty="0"/>
          </a:p>
          <a:p>
            <a:endParaRPr lang="en-US" altLang="ko-KR" sz="1100" dirty="0" smtClean="0"/>
          </a:p>
          <a:p>
            <a:endParaRPr lang="en-US" altLang="ko-KR" sz="1100" dirty="0"/>
          </a:p>
          <a:p>
            <a:endParaRPr lang="en-US" altLang="ko-KR" sz="1100" dirty="0"/>
          </a:p>
          <a:p>
            <a:r>
              <a:rPr lang="en-US" altLang="ko-KR" sz="1100" dirty="0" smtClean="0"/>
              <a:t>-  [Information] </a:t>
            </a:r>
            <a:r>
              <a:rPr lang="en-US" altLang="ko-KR" sz="1100" dirty="0" err="1" smtClean="0"/>
              <a:t>CarNumber</a:t>
            </a:r>
            <a:r>
              <a:rPr lang="en-US" altLang="ko-KR" sz="1100" dirty="0" smtClean="0"/>
              <a:t>=XXXX</a:t>
            </a:r>
            <a:r>
              <a:rPr lang="ko-KR" altLang="en-US" sz="1100" dirty="0" smtClean="0"/>
              <a:t>로 설정한다</a:t>
            </a:r>
            <a:r>
              <a:rPr lang="en-US" altLang="ko-KR" sz="1100" dirty="0" smtClean="0"/>
              <a:t>(XXXX: </a:t>
            </a:r>
            <a:r>
              <a:rPr lang="ko-KR" altLang="en-US" sz="1100" dirty="0" smtClean="0"/>
              <a:t>차량번호</a:t>
            </a:r>
            <a:r>
              <a:rPr lang="en-US" altLang="ko-KR" sz="1100" dirty="0" smtClean="0"/>
              <a:t>)</a:t>
            </a:r>
          </a:p>
          <a:p>
            <a:endParaRPr lang="en-US" altLang="ko-KR" sz="1100" dirty="0"/>
          </a:p>
          <a:p>
            <a:endParaRPr lang="en-US" altLang="ko-KR" sz="1100" dirty="0" smtClean="0"/>
          </a:p>
          <a:p>
            <a:endParaRPr lang="en-US" altLang="ko-KR" sz="1100" dirty="0" smtClean="0"/>
          </a:p>
          <a:p>
            <a:endParaRPr lang="en-US" altLang="ko-KR" sz="1100" dirty="0"/>
          </a:p>
          <a:p>
            <a:endParaRPr lang="en-US" altLang="ko-KR" sz="1100" dirty="0" smtClean="0"/>
          </a:p>
          <a:p>
            <a:endParaRPr lang="en-US" altLang="ko-KR" sz="1100" dirty="0" smtClean="0"/>
          </a:p>
          <a:p>
            <a:endParaRPr lang="en-US" altLang="ko-KR" sz="1100" dirty="0"/>
          </a:p>
          <a:p>
            <a:endParaRPr lang="en-US" altLang="ko-KR" sz="1100" dirty="0" smtClean="0"/>
          </a:p>
          <a:p>
            <a:endParaRPr lang="en-US" altLang="ko-KR" sz="1100" dirty="0"/>
          </a:p>
          <a:p>
            <a:endParaRPr lang="en-US" altLang="ko-KR" sz="1100" dirty="0" smtClean="0"/>
          </a:p>
          <a:p>
            <a:endParaRPr lang="en-US" altLang="ko-KR" sz="1100" dirty="0" smtClean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9587" y="5173718"/>
            <a:ext cx="2390775" cy="18288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62" t="12776" r="2387" b="6455"/>
          <a:stretch/>
        </p:blipFill>
        <p:spPr>
          <a:xfrm>
            <a:off x="447675" y="7415146"/>
            <a:ext cx="1495425" cy="1448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877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334432" y="482749"/>
            <a:ext cx="3480648" cy="2292935"/>
            <a:chOff x="169332" y="4457849"/>
            <a:chExt cx="3480648" cy="2292935"/>
          </a:xfrm>
        </p:grpSpPr>
        <p:sp>
          <p:nvSpPr>
            <p:cNvPr id="5" name="TextBox 4"/>
            <p:cNvSpPr txBox="1"/>
            <p:nvPr/>
          </p:nvSpPr>
          <p:spPr>
            <a:xfrm>
              <a:off x="169332" y="4457849"/>
              <a:ext cx="3480648" cy="22929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 smtClean="0"/>
                <a:t>5. C:</a:t>
              </a:r>
              <a:r>
                <a:rPr lang="ko-KR" altLang="en-US" sz="1100" dirty="0" smtClean="0"/>
                <a:t>드라이브 쓰기방지 해제</a:t>
              </a:r>
              <a:endParaRPr lang="en-US" altLang="ko-KR" sz="1100" dirty="0" smtClean="0"/>
            </a:p>
            <a:p>
              <a:r>
                <a:rPr lang="en-US" altLang="ko-KR" sz="1100" dirty="0"/>
                <a:t> </a:t>
              </a:r>
              <a:r>
                <a:rPr lang="en-US" altLang="ko-KR" sz="1100" dirty="0" smtClean="0"/>
                <a:t> - </a:t>
              </a:r>
              <a:r>
                <a:rPr lang="ko-KR" altLang="en-US" sz="1100" dirty="0" smtClean="0"/>
                <a:t>윈도우 탐색기 </a:t>
              </a:r>
              <a:r>
                <a:rPr lang="en-US" altLang="ko-KR" sz="1100" dirty="0" smtClean="0"/>
                <a:t>(</a:t>
              </a:r>
              <a:r>
                <a:rPr lang="ko-KR" altLang="en-US" sz="1100" dirty="0" smtClean="0"/>
                <a:t>단축키</a:t>
              </a:r>
              <a:r>
                <a:rPr lang="en-US" altLang="ko-KR" sz="1100" dirty="0" smtClean="0"/>
                <a:t>=        + R</a:t>
              </a:r>
              <a:r>
                <a:rPr lang="ko-KR" altLang="en-US" sz="1100" dirty="0" smtClean="0"/>
                <a:t>키</a:t>
              </a:r>
              <a:endParaRPr lang="en-US" altLang="ko-KR" sz="1100" dirty="0" smtClean="0"/>
            </a:p>
            <a:p>
              <a:r>
                <a:rPr lang="en-US" altLang="ko-KR" sz="1100" dirty="0"/>
                <a:t> </a:t>
              </a:r>
              <a:r>
                <a:rPr lang="en-US" altLang="ko-KR" sz="1100" dirty="0" smtClean="0"/>
                <a:t> - D:\Woojin</a:t>
              </a:r>
              <a:r>
                <a:rPr lang="ko-KR" altLang="en-US" sz="1100" dirty="0" smtClean="0"/>
                <a:t>폴더의 </a:t>
              </a:r>
              <a:r>
                <a:rPr lang="en-US" altLang="ko-KR" sz="1100" dirty="0" err="1" smtClean="0"/>
                <a:t>ewfmgr</a:t>
              </a:r>
              <a:r>
                <a:rPr lang="en-US" altLang="ko-KR" sz="1100" dirty="0" smtClean="0"/>
                <a:t> enable.cmd </a:t>
              </a:r>
              <a:r>
                <a:rPr lang="ko-KR" altLang="en-US" sz="1100" dirty="0" smtClean="0"/>
                <a:t>실행</a:t>
              </a:r>
              <a:endParaRPr lang="en-US" altLang="ko-KR" sz="1100" dirty="0" smtClean="0"/>
            </a:p>
            <a:p>
              <a:r>
                <a:rPr lang="en-US" altLang="ko-KR" sz="1100" dirty="0" smtClean="0"/>
                <a:t>  </a:t>
              </a:r>
            </a:p>
            <a:p>
              <a:endParaRPr lang="en-US" altLang="ko-KR" sz="1100" dirty="0"/>
            </a:p>
            <a:p>
              <a:endParaRPr lang="en-US" altLang="ko-KR" sz="1100" dirty="0" smtClean="0"/>
            </a:p>
            <a:p>
              <a:endParaRPr lang="en-US" altLang="ko-KR" sz="1100" dirty="0"/>
            </a:p>
            <a:p>
              <a:endParaRPr lang="en-US" altLang="ko-KR" sz="1100" dirty="0"/>
            </a:p>
            <a:p>
              <a:endParaRPr lang="en-US" altLang="ko-KR" sz="1100" dirty="0" smtClean="0"/>
            </a:p>
            <a:p>
              <a:endParaRPr lang="en-US" altLang="ko-KR" sz="1100" dirty="0"/>
            </a:p>
            <a:p>
              <a:endParaRPr lang="en-US" altLang="ko-KR" sz="1100" dirty="0" smtClean="0"/>
            </a:p>
            <a:p>
              <a:endParaRPr lang="en-US" altLang="ko-KR" sz="1100" dirty="0"/>
            </a:p>
            <a:p>
              <a:r>
                <a:rPr lang="en-US" altLang="ko-KR" sz="1100" dirty="0"/>
                <a:t>- </a:t>
              </a:r>
              <a:r>
                <a:rPr lang="ko-KR" altLang="en-US" sz="1100" dirty="0"/>
                <a:t>윈도우가 </a:t>
              </a:r>
              <a:r>
                <a:rPr lang="ko-KR" altLang="en-US" sz="1100" dirty="0" err="1"/>
                <a:t>재시작되고</a:t>
              </a:r>
              <a:r>
                <a:rPr lang="ko-KR" altLang="en-US" sz="1100" dirty="0"/>
                <a:t> </a:t>
              </a:r>
              <a:r>
                <a:rPr lang="en-US" altLang="ko-KR" sz="1100" dirty="0"/>
                <a:t>HDD</a:t>
              </a:r>
              <a:r>
                <a:rPr lang="ko-KR" altLang="en-US" sz="1100" dirty="0"/>
                <a:t>보드 </a:t>
              </a:r>
              <a:r>
                <a:rPr lang="ko-KR" altLang="en-US" sz="1100" dirty="0" err="1"/>
                <a:t>세팅이</a:t>
              </a:r>
              <a:r>
                <a:rPr lang="ko-KR" altLang="en-US" sz="1100" dirty="0"/>
                <a:t> 완료된다</a:t>
              </a:r>
              <a:r>
                <a:rPr lang="en-US" altLang="ko-KR" sz="1100" dirty="0" smtClean="0"/>
                <a:t>.</a:t>
              </a:r>
              <a:endParaRPr lang="en-US" altLang="ko-KR" sz="1100" dirty="0"/>
            </a:p>
          </p:txBody>
        </p:sp>
        <p:pic>
          <p:nvPicPr>
            <p:cNvPr id="6" name="그림 5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73" t="10551" r="18522" b="34453"/>
            <a:stretch/>
          </p:blipFill>
          <p:spPr>
            <a:xfrm>
              <a:off x="376237" y="5285343"/>
              <a:ext cx="2057400" cy="112688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41416" y="700697"/>
            <a:ext cx="162380" cy="16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45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151</TotalTime>
  <Words>265</Words>
  <Application>Microsoft Office PowerPoint</Application>
  <PresentationFormat>화면 슬라이드 쇼(4:3)</PresentationFormat>
  <Paragraphs>136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10</cp:revision>
  <dcterms:created xsi:type="dcterms:W3CDTF">2017-04-12T06:39:32Z</dcterms:created>
  <dcterms:modified xsi:type="dcterms:W3CDTF">2017-04-13T02:27:28Z</dcterms:modified>
</cp:coreProperties>
</file>