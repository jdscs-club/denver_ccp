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22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2DA2-6020-432D-9A31-F89A5ADAB8F1}" type="datetimeFigureOut">
              <a:rPr lang="ko-KR" altLang="en-US" smtClean="0"/>
              <a:t>2017-04-13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D722-333E-4107-99A1-C02D764988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2202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2DA2-6020-432D-9A31-F89A5ADAB8F1}" type="datetimeFigureOut">
              <a:rPr lang="ko-KR" altLang="en-US" smtClean="0"/>
              <a:t>2017-04-13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D722-333E-4107-99A1-C02D764988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0187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2DA2-6020-432D-9A31-F89A5ADAB8F1}" type="datetimeFigureOut">
              <a:rPr lang="ko-KR" altLang="en-US" smtClean="0"/>
              <a:t>2017-04-13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D722-333E-4107-99A1-C02D764988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396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2DA2-6020-432D-9A31-F89A5ADAB8F1}" type="datetimeFigureOut">
              <a:rPr lang="ko-KR" altLang="en-US" smtClean="0"/>
              <a:t>2017-04-13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D722-333E-4107-99A1-C02D764988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1914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2DA2-6020-432D-9A31-F89A5ADAB8F1}" type="datetimeFigureOut">
              <a:rPr lang="ko-KR" altLang="en-US" smtClean="0"/>
              <a:t>2017-04-13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D722-333E-4107-99A1-C02D764988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71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2DA2-6020-432D-9A31-F89A5ADAB8F1}" type="datetimeFigureOut">
              <a:rPr lang="ko-KR" altLang="en-US" smtClean="0"/>
              <a:t>2017-04-13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D722-333E-4107-99A1-C02D764988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282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2DA2-6020-432D-9A31-F89A5ADAB8F1}" type="datetimeFigureOut">
              <a:rPr lang="ko-KR" altLang="en-US" smtClean="0"/>
              <a:t>2017-04-13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D722-333E-4107-99A1-C02D764988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790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2DA2-6020-432D-9A31-F89A5ADAB8F1}" type="datetimeFigureOut">
              <a:rPr lang="ko-KR" altLang="en-US" smtClean="0"/>
              <a:t>2017-04-13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D722-333E-4107-99A1-C02D764988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578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2DA2-6020-432D-9A31-F89A5ADAB8F1}" type="datetimeFigureOut">
              <a:rPr lang="ko-KR" altLang="en-US" smtClean="0"/>
              <a:t>2017-04-13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D722-333E-4107-99A1-C02D764988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0265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2DA2-6020-432D-9A31-F89A5ADAB8F1}" type="datetimeFigureOut">
              <a:rPr lang="ko-KR" altLang="en-US" smtClean="0"/>
              <a:t>2017-04-13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D722-333E-4107-99A1-C02D764988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8472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92DA2-6020-432D-9A31-F89A5ADAB8F1}" type="datetimeFigureOut">
              <a:rPr lang="ko-KR" altLang="en-US" smtClean="0"/>
              <a:t>2017-04-13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9D722-333E-4107-99A1-C02D764988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558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92DA2-6020-432D-9A31-F89A5ADAB8F1}" type="datetimeFigureOut">
              <a:rPr lang="ko-KR" altLang="en-US" smtClean="0"/>
              <a:t>2017-04-13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C9D722-333E-4107-99A1-C02D764988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027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10.xx.yy.199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9333" y="146756"/>
            <a:ext cx="4312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VoIP</a:t>
            </a:r>
            <a:r>
              <a:rPr lang="en-US" altLang="ko-KR" dirty="0" smtClean="0"/>
              <a:t> </a:t>
            </a:r>
            <a:r>
              <a:rPr lang="en-US" altLang="ko-KR" dirty="0" smtClean="0"/>
              <a:t>board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69332" y="1398375"/>
            <a:ext cx="615244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0. </a:t>
            </a:r>
            <a:r>
              <a:rPr lang="ko-KR" altLang="en-US" sz="1100" dirty="0" smtClean="0"/>
              <a:t>점검 전 준비사항</a:t>
            </a:r>
            <a:endParaRPr lang="en-US" altLang="ko-KR" sz="1100" dirty="0" smtClean="0"/>
          </a:p>
          <a:p>
            <a:r>
              <a:rPr lang="en-US" altLang="ko-KR" sz="1100" dirty="0" smtClean="0"/>
              <a:t>1. VoIP IP </a:t>
            </a:r>
            <a:r>
              <a:rPr lang="ko-KR" altLang="en-US" sz="1100" dirty="0" err="1" smtClean="0"/>
              <a:t>설정값</a:t>
            </a:r>
            <a:r>
              <a:rPr lang="ko-KR" altLang="en-US" sz="1100" dirty="0" smtClean="0"/>
              <a:t> 확인</a:t>
            </a:r>
            <a:endParaRPr lang="en-US" altLang="ko-KR" sz="1100" dirty="0" smtClean="0"/>
          </a:p>
          <a:p>
            <a:r>
              <a:rPr lang="en-US" altLang="ko-KR" sz="1100" dirty="0" smtClean="0"/>
              <a:t>2. VoIP IP </a:t>
            </a:r>
            <a:r>
              <a:rPr lang="ko-KR" altLang="en-US" sz="1100" dirty="0" smtClean="0"/>
              <a:t>설정 방법</a:t>
            </a:r>
            <a:endParaRPr lang="en-US" altLang="ko-KR" sz="1100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169332" y="698810"/>
            <a:ext cx="615244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- </a:t>
            </a:r>
            <a:r>
              <a:rPr lang="en-US" altLang="ko-KR" sz="1100" dirty="0" smtClean="0"/>
              <a:t>VoIP</a:t>
            </a:r>
            <a:r>
              <a:rPr lang="ko-KR" altLang="en-US" sz="1100" dirty="0"/>
              <a:t> </a:t>
            </a:r>
            <a:r>
              <a:rPr lang="en-US" altLang="ko-KR" sz="1100" dirty="0" err="1" smtClean="0"/>
              <a:t>Pingtest</a:t>
            </a:r>
            <a:r>
              <a:rPr lang="ko-KR" altLang="en-US" sz="1100" dirty="0" smtClean="0"/>
              <a:t>시 </a:t>
            </a:r>
            <a:r>
              <a:rPr lang="en-US" altLang="ko-KR" sz="1100" dirty="0" smtClean="0"/>
              <a:t>abnormal</a:t>
            </a:r>
            <a:r>
              <a:rPr lang="ko-KR" altLang="en-US" sz="1100" dirty="0" err="1" smtClean="0"/>
              <a:t>일때</a:t>
            </a:r>
            <a:endParaRPr lang="en-US" altLang="ko-KR" sz="1100" dirty="0"/>
          </a:p>
          <a:p>
            <a:r>
              <a:rPr lang="en-US" altLang="ko-KR" sz="1100" dirty="0" smtClean="0"/>
              <a:t>- </a:t>
            </a:r>
            <a:r>
              <a:rPr lang="ko-KR" altLang="en-US" sz="1100" dirty="0" smtClean="0"/>
              <a:t>다른 차량에서 </a:t>
            </a:r>
            <a:r>
              <a:rPr lang="en-US" altLang="ko-KR" sz="1100" dirty="0" smtClean="0"/>
              <a:t>swap</a:t>
            </a:r>
            <a:r>
              <a:rPr lang="ko-KR" altLang="en-US" sz="1100" dirty="0" smtClean="0"/>
              <a:t>했을 때</a:t>
            </a:r>
            <a:endParaRPr lang="en-US" altLang="ko-KR" sz="1100" dirty="0" smtClean="0"/>
          </a:p>
          <a:p>
            <a:r>
              <a:rPr lang="en-US" altLang="ko-KR" sz="1100" dirty="0" smtClean="0"/>
              <a:t>- Spare</a:t>
            </a:r>
            <a:r>
              <a:rPr lang="ko-KR" altLang="en-US" sz="1100" dirty="0" smtClean="0"/>
              <a:t>를 차량에 설치했을 때</a:t>
            </a:r>
            <a:r>
              <a:rPr lang="en-US" altLang="ko-KR" sz="1100" dirty="0" smtClean="0"/>
              <a:t> </a:t>
            </a:r>
            <a:endParaRPr lang="ko-KR" altLang="en-US" sz="1100" dirty="0"/>
          </a:p>
        </p:txBody>
      </p:sp>
      <p:sp>
        <p:nvSpPr>
          <p:cNvPr id="10" name="TextBox 9"/>
          <p:cNvSpPr txBox="1"/>
          <p:nvPr/>
        </p:nvSpPr>
        <p:spPr>
          <a:xfrm>
            <a:off x="169332" y="2097940"/>
            <a:ext cx="615244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0. </a:t>
            </a:r>
            <a:r>
              <a:rPr lang="ko-KR" altLang="en-US" sz="1100" dirty="0" err="1" smtClean="0"/>
              <a:t>점검전</a:t>
            </a:r>
            <a:r>
              <a:rPr lang="ko-KR" altLang="en-US" sz="1100" dirty="0" smtClean="0"/>
              <a:t> 준비사항</a:t>
            </a:r>
            <a:endParaRPr lang="en-US" altLang="ko-KR" sz="1100" dirty="0" smtClean="0"/>
          </a:p>
          <a:p>
            <a:r>
              <a:rPr lang="en-US" altLang="ko-KR" sz="1100" dirty="0"/>
              <a:t> </a:t>
            </a:r>
            <a:r>
              <a:rPr lang="en-US" altLang="ko-KR" sz="1100" dirty="0" smtClean="0"/>
              <a:t>  - Connect USB-keyboard to the CNCS </a:t>
            </a:r>
            <a:r>
              <a:rPr lang="en-US" altLang="ko-KR" sz="1100" dirty="0" smtClean="0"/>
              <a:t>board</a:t>
            </a:r>
          </a:p>
          <a:p>
            <a:r>
              <a:rPr lang="en-US" altLang="ko-KR" sz="1100" dirty="0"/>
              <a:t> </a:t>
            </a:r>
            <a:r>
              <a:rPr lang="en-US" altLang="ko-KR" sz="1100" dirty="0" smtClean="0"/>
              <a:t>  - Connect USB memory to the CNCS board</a:t>
            </a:r>
          </a:p>
          <a:p>
            <a:r>
              <a:rPr lang="en-US" altLang="ko-KR" sz="1100" dirty="0"/>
              <a:t> </a:t>
            </a:r>
            <a:r>
              <a:rPr lang="en-US" altLang="ko-KR" sz="1100" dirty="0" smtClean="0"/>
              <a:t>    (</a:t>
            </a:r>
            <a:r>
              <a:rPr lang="en-US" altLang="ko-KR" sz="1100" dirty="0"/>
              <a:t>Previously </a:t>
            </a:r>
            <a:r>
              <a:rPr lang="en-US" altLang="ko-KR" sz="1100" dirty="0" smtClean="0"/>
              <a:t>t</a:t>
            </a:r>
            <a:r>
              <a:rPr lang="en-US" altLang="ko-KR" sz="1100" dirty="0" smtClean="0"/>
              <a:t>he </a:t>
            </a:r>
            <a:r>
              <a:rPr lang="en-US" altLang="ko-KR" sz="1100" dirty="0" err="1" smtClean="0"/>
              <a:t>DPViewer</a:t>
            </a:r>
            <a:r>
              <a:rPr lang="en-US" altLang="ko-KR" sz="1100" dirty="0" smtClean="0"/>
              <a:t> software must be copied to USB memory.)</a:t>
            </a:r>
            <a:endParaRPr lang="en-US" altLang="ko-KR" sz="1100" dirty="0" smtClean="0"/>
          </a:p>
          <a:p>
            <a:r>
              <a:rPr lang="en-US" altLang="ko-KR" sz="1100" dirty="0"/>
              <a:t> </a:t>
            </a:r>
            <a:r>
              <a:rPr lang="en-US" altLang="ko-KR" sz="1100" dirty="0" smtClean="0"/>
              <a:t>  - Close all application on running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169332" y="3071543"/>
            <a:ext cx="3480648" cy="1107996"/>
            <a:chOff x="169332" y="4153114"/>
            <a:chExt cx="3480648" cy="1107996"/>
          </a:xfrm>
        </p:grpSpPr>
        <p:sp>
          <p:nvSpPr>
            <p:cNvPr id="11" name="TextBox 10"/>
            <p:cNvSpPr txBox="1"/>
            <p:nvPr/>
          </p:nvSpPr>
          <p:spPr>
            <a:xfrm>
              <a:off x="169332" y="4153114"/>
              <a:ext cx="3480648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eriod"/>
              </a:pPr>
              <a:r>
                <a:rPr lang="en-US" altLang="ko-KR" sz="1100" dirty="0" smtClean="0"/>
                <a:t>VoIP</a:t>
              </a:r>
              <a:r>
                <a:rPr lang="ko-KR" altLang="en-US" sz="1100" dirty="0"/>
                <a:t> </a:t>
              </a:r>
              <a:r>
                <a:rPr lang="en-US" altLang="ko-KR" sz="1100" dirty="0" smtClean="0"/>
                <a:t>IP address </a:t>
              </a:r>
              <a:r>
                <a:rPr lang="ko-KR" altLang="en-US" sz="1100" dirty="0" err="1" smtClean="0"/>
                <a:t>설정값</a:t>
              </a:r>
              <a:r>
                <a:rPr lang="ko-KR" altLang="en-US" sz="1100" dirty="0" smtClean="0"/>
                <a:t> 확인방법</a:t>
              </a:r>
              <a:endParaRPr lang="en-US" altLang="ko-KR" sz="1100" dirty="0" smtClean="0"/>
            </a:p>
            <a:p>
              <a:r>
                <a:rPr lang="en-US" altLang="ko-KR" sz="1100" dirty="0" smtClean="0"/>
                <a:t>  </a:t>
              </a:r>
              <a:r>
                <a:rPr lang="en-US" altLang="ko-KR" sz="1100" dirty="0" smtClean="0"/>
                <a:t>- </a:t>
              </a:r>
              <a:r>
                <a:rPr lang="ko-KR" altLang="en-US" sz="1100" dirty="0" smtClean="0"/>
                <a:t>윈도우 탐색기 </a:t>
              </a:r>
              <a:r>
                <a:rPr lang="en-US" altLang="ko-KR" sz="1100" dirty="0" smtClean="0"/>
                <a:t>(</a:t>
              </a:r>
              <a:r>
                <a:rPr lang="ko-KR" altLang="en-US" sz="1100" dirty="0" smtClean="0"/>
                <a:t>단축키</a:t>
              </a:r>
              <a:r>
                <a:rPr lang="en-US" altLang="ko-KR" sz="1100" dirty="0" smtClean="0"/>
                <a:t>=        + </a:t>
              </a:r>
              <a:r>
                <a:rPr lang="en-US" altLang="ko-KR" sz="1100" dirty="0" smtClean="0"/>
                <a:t>E</a:t>
              </a:r>
              <a:r>
                <a:rPr lang="ko-KR" altLang="en-US" sz="1100" dirty="0" smtClean="0"/>
                <a:t>키</a:t>
              </a:r>
              <a:r>
                <a:rPr lang="en-US" altLang="ko-KR" sz="1100" dirty="0" smtClean="0"/>
                <a:t>)</a:t>
              </a:r>
              <a:endParaRPr lang="en-US" altLang="ko-KR" sz="1100" dirty="0" smtClean="0"/>
            </a:p>
            <a:p>
              <a:r>
                <a:rPr lang="en-US" altLang="ko-KR" sz="1100" dirty="0"/>
                <a:t> </a:t>
              </a:r>
              <a:r>
                <a:rPr lang="en-US" altLang="ko-KR" sz="1100" dirty="0" smtClean="0"/>
                <a:t> - </a:t>
              </a:r>
              <a:r>
                <a:rPr lang="en-US" altLang="ko-KR" sz="1100" dirty="0" smtClean="0"/>
                <a:t>USB</a:t>
              </a:r>
              <a:r>
                <a:rPr lang="ko-KR" altLang="en-US" sz="1100" dirty="0" smtClean="0"/>
                <a:t>메모리 폴더의 </a:t>
              </a:r>
              <a:r>
                <a:rPr lang="en-US" altLang="ko-KR" sz="1100" dirty="0" smtClean="0"/>
                <a:t>DPViewer.exe </a:t>
              </a:r>
              <a:r>
                <a:rPr lang="ko-KR" altLang="en-US" sz="1100" dirty="0" smtClean="0"/>
                <a:t>실행</a:t>
              </a:r>
              <a:endParaRPr lang="en-US" altLang="ko-KR" sz="1100" dirty="0" smtClean="0"/>
            </a:p>
            <a:p>
              <a:r>
                <a:rPr lang="en-US" altLang="ko-KR" sz="1100" dirty="0"/>
                <a:t>  </a:t>
              </a:r>
              <a:r>
                <a:rPr lang="en-US" altLang="ko-KR" sz="1100" dirty="0" smtClean="0"/>
                <a:t>- </a:t>
              </a:r>
              <a:r>
                <a:rPr lang="ko-KR" altLang="en-US" sz="1100" dirty="0" smtClean="0"/>
                <a:t>①항목을 </a:t>
              </a:r>
              <a:r>
                <a:rPr lang="en-US" altLang="ko-KR" sz="1100" dirty="0" smtClean="0"/>
                <a:t>COM1</a:t>
              </a:r>
              <a:r>
                <a:rPr lang="ko-KR" altLang="en-US" sz="1100" dirty="0" smtClean="0"/>
                <a:t>으로 </a:t>
              </a:r>
              <a:r>
                <a:rPr lang="ko-KR" altLang="en-US" sz="1100" dirty="0" err="1" smtClean="0"/>
                <a:t>세팅</a:t>
              </a:r>
              <a:r>
                <a:rPr lang="ko-KR" altLang="en-US" sz="1100" dirty="0" smtClean="0"/>
                <a:t> 후 ②항목 </a:t>
              </a:r>
              <a:r>
                <a:rPr lang="en-US" altLang="ko-KR" sz="1100" dirty="0" smtClean="0"/>
                <a:t>OPEN</a:t>
              </a:r>
              <a:r>
                <a:rPr lang="ko-KR" altLang="en-US" sz="1100" dirty="0" smtClean="0"/>
                <a:t>버튼 클릭</a:t>
              </a:r>
              <a:endParaRPr lang="en-US" altLang="ko-KR" sz="1100" dirty="0" smtClean="0"/>
            </a:p>
            <a:p>
              <a:r>
                <a:rPr lang="en-US" altLang="ko-KR" sz="1100" dirty="0"/>
                <a:t> </a:t>
              </a:r>
              <a:r>
                <a:rPr lang="en-US" altLang="ko-KR" sz="1100" dirty="0"/>
                <a:t> </a:t>
              </a:r>
              <a:r>
                <a:rPr lang="en-US" altLang="ko-KR" sz="1100" dirty="0" smtClean="0"/>
                <a:t>- </a:t>
              </a:r>
              <a:r>
                <a:rPr lang="ko-KR" altLang="en-US" sz="1100" dirty="0" smtClean="0"/>
                <a:t>③항목 클릭</a:t>
              </a:r>
              <a:endParaRPr lang="en-US" altLang="ko-KR" sz="1100" dirty="0" smtClean="0"/>
            </a:p>
            <a:p>
              <a:r>
                <a:rPr lang="en-US" altLang="ko-KR" sz="1100" dirty="0"/>
                <a:t> </a:t>
              </a:r>
              <a:r>
                <a:rPr lang="en-US" altLang="ko-KR" sz="1100" dirty="0"/>
                <a:t> </a:t>
              </a:r>
              <a:r>
                <a:rPr lang="en-US" altLang="ko-KR" sz="1100" dirty="0" smtClean="0"/>
                <a:t>- MA, MB CAR</a:t>
              </a:r>
              <a:r>
                <a:rPr lang="ko-KR" altLang="en-US" sz="1100" dirty="0" smtClean="0"/>
                <a:t>의 </a:t>
              </a:r>
              <a:r>
                <a:rPr lang="en-US" altLang="ko-KR" sz="1100" dirty="0" smtClean="0"/>
                <a:t>VoIP IP </a:t>
              </a:r>
              <a:r>
                <a:rPr lang="ko-KR" altLang="en-US" sz="1100" dirty="0" err="1" smtClean="0"/>
                <a:t>세팅값</a:t>
              </a:r>
              <a:r>
                <a:rPr lang="ko-KR" altLang="en-US" sz="1100" dirty="0" smtClean="0"/>
                <a:t> 정보를 볼 수 있음</a:t>
              </a:r>
              <a:endParaRPr lang="en-US" altLang="ko-KR" sz="1100" dirty="0" smtClean="0"/>
            </a:p>
          </p:txBody>
        </p:sp>
        <p:pic>
          <p:nvPicPr>
            <p:cNvPr id="17" name="그림 16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866334" y="4385646"/>
              <a:ext cx="162380" cy="164268"/>
            </a:xfrm>
            <a:prstGeom prst="rect">
              <a:avLst/>
            </a:prstGeom>
          </p:spPr>
        </p:pic>
      </p:grpSp>
      <p:grpSp>
        <p:nvGrpSpPr>
          <p:cNvPr id="31" name="그룹 30"/>
          <p:cNvGrpSpPr/>
          <p:nvPr/>
        </p:nvGrpSpPr>
        <p:grpSpPr>
          <a:xfrm>
            <a:off x="274107" y="4405485"/>
            <a:ext cx="5372453" cy="3776219"/>
            <a:chOff x="330551" y="3671707"/>
            <a:chExt cx="5372453" cy="3776219"/>
          </a:xfrm>
        </p:grpSpPr>
        <p:grpSp>
          <p:nvGrpSpPr>
            <p:cNvPr id="6" name="그룹 5"/>
            <p:cNvGrpSpPr/>
            <p:nvPr/>
          </p:nvGrpSpPr>
          <p:grpSpPr>
            <a:xfrm>
              <a:off x="330551" y="3671707"/>
              <a:ext cx="3801182" cy="1859849"/>
              <a:chOff x="360995" y="3917332"/>
              <a:chExt cx="4325304" cy="2465861"/>
            </a:xfrm>
          </p:grpSpPr>
          <p:pic>
            <p:nvPicPr>
              <p:cNvPr id="3" name="그림 2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409574" y="3917332"/>
                <a:ext cx="4276725" cy="246586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20" name="직사각형 19"/>
              <p:cNvSpPr/>
              <p:nvPr/>
            </p:nvSpPr>
            <p:spPr>
              <a:xfrm>
                <a:off x="564666" y="4205788"/>
                <a:ext cx="892659" cy="166187"/>
              </a:xfrm>
              <a:prstGeom prst="rect">
                <a:avLst/>
              </a:prstGeom>
              <a:solidFill>
                <a:srgbClr val="FFFF00">
                  <a:alpha val="30000"/>
                </a:srgbClr>
              </a:solidFill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955808" y="3992109"/>
                <a:ext cx="254471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ko-KR" altLang="en-US" sz="1400" b="1" dirty="0" smtClean="0">
                    <a:solidFill>
                      <a:srgbClr val="FF0000"/>
                    </a:solidFill>
                  </a:rPr>
                  <a:t>①</a:t>
                </a:r>
                <a:endParaRPr lang="ko-KR" altLang="en-US" sz="1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1734448" y="4243707"/>
                <a:ext cx="254471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ko-KR" altLang="en-US" sz="1400" b="1" dirty="0" smtClean="0">
                    <a:solidFill>
                      <a:srgbClr val="FF0000"/>
                    </a:solidFill>
                  </a:rPr>
                  <a:t>②</a:t>
                </a:r>
                <a:endParaRPr lang="ko-KR" altLang="en-US" sz="1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360995" y="6001968"/>
                <a:ext cx="254471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/>
                <a:r>
                  <a:rPr lang="ko-KR" altLang="en-US" sz="1400" b="1" dirty="0" smtClean="0">
                    <a:solidFill>
                      <a:srgbClr val="FF0000"/>
                    </a:solidFill>
                  </a:rPr>
                  <a:t>③</a:t>
                </a:r>
                <a:endParaRPr lang="ko-KR" altLang="en-US" sz="14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5" name="직사각형 24"/>
              <p:cNvSpPr/>
              <p:nvPr/>
            </p:nvSpPr>
            <p:spPr>
              <a:xfrm>
                <a:off x="566506" y="5966754"/>
                <a:ext cx="505500" cy="292166"/>
              </a:xfrm>
              <a:prstGeom prst="rect">
                <a:avLst/>
              </a:prstGeom>
              <a:solidFill>
                <a:srgbClr val="FFFF00">
                  <a:alpha val="30000"/>
                </a:srgbClr>
              </a:solidFill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직사각형 25"/>
              <p:cNvSpPr/>
              <p:nvPr/>
            </p:nvSpPr>
            <p:spPr>
              <a:xfrm>
                <a:off x="1089393" y="5969929"/>
                <a:ext cx="556050" cy="292166"/>
              </a:xfrm>
              <a:prstGeom prst="rect">
                <a:avLst/>
              </a:prstGeom>
              <a:solidFill>
                <a:srgbClr val="FFFF00">
                  <a:alpha val="30000"/>
                </a:srgbClr>
              </a:solidFill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27" name="그림 26"/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779" t="1682" r="2902" b="4431"/>
            <a:stretch/>
          </p:blipFill>
          <p:spPr>
            <a:xfrm>
              <a:off x="351615" y="5838200"/>
              <a:ext cx="2457450" cy="1609726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pic>
          <p:nvPicPr>
            <p:cNvPr id="28" name="그림 27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245554" y="5847726"/>
              <a:ext cx="2457450" cy="16002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13" name="직선 화살표 연결선 12"/>
            <p:cNvCxnSpPr>
              <a:stCxn id="25" idx="2"/>
              <a:endCxn id="27" idx="0"/>
            </p:cNvCxnSpPr>
            <p:nvPr/>
          </p:nvCxnSpPr>
          <p:spPr>
            <a:xfrm>
              <a:off x="733282" y="5437824"/>
              <a:ext cx="847058" cy="40037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/>
            <p:cNvCxnSpPr>
              <a:stCxn id="26" idx="3"/>
              <a:endCxn id="28" idx="0"/>
            </p:cNvCxnSpPr>
            <p:nvPr/>
          </p:nvCxnSpPr>
          <p:spPr>
            <a:xfrm>
              <a:off x="1459355" y="5330038"/>
              <a:ext cx="3014924" cy="51768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모서리가 둥근 직사각형 28"/>
            <p:cNvSpPr/>
            <p:nvPr/>
          </p:nvSpPr>
          <p:spPr>
            <a:xfrm>
              <a:off x="400458" y="6037197"/>
              <a:ext cx="1450726" cy="3365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/>
                <a:t>13: </a:t>
              </a:r>
              <a:r>
                <a:rPr lang="en-US" altLang="ko-KR" sz="1100" dirty="0" smtClean="0"/>
                <a:t>VoIP information</a:t>
              </a:r>
            </a:p>
            <a:p>
              <a:pPr algn="ctr"/>
              <a:r>
                <a:rPr lang="en-US" altLang="ko-KR" sz="1100" dirty="0" smtClean="0"/>
                <a:t>(MA-car)</a:t>
              </a:r>
              <a:endParaRPr lang="ko-KR" altLang="en-US" sz="1100" dirty="0"/>
            </a:p>
          </p:txBody>
        </p:sp>
        <p:sp>
          <p:nvSpPr>
            <p:cNvPr id="30" name="타원 29"/>
            <p:cNvSpPr/>
            <p:nvPr/>
          </p:nvSpPr>
          <p:spPr>
            <a:xfrm>
              <a:off x="652611" y="5815821"/>
              <a:ext cx="225215" cy="210395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모서리가 둥근 직사각형 32"/>
            <p:cNvSpPr/>
            <p:nvPr/>
          </p:nvSpPr>
          <p:spPr>
            <a:xfrm>
              <a:off x="3297735" y="6045069"/>
              <a:ext cx="1450726" cy="33655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 smtClean="0"/>
                <a:t>14: VoIP information</a:t>
              </a:r>
            </a:p>
            <a:p>
              <a:pPr algn="ctr"/>
              <a:r>
                <a:rPr lang="en-US" altLang="ko-KR" sz="1100" dirty="0" smtClean="0"/>
                <a:t>(MB-car)</a:t>
              </a:r>
              <a:endParaRPr lang="ko-KR" altLang="en-US" sz="1100" dirty="0"/>
            </a:p>
          </p:txBody>
        </p:sp>
        <p:sp>
          <p:nvSpPr>
            <p:cNvPr id="34" name="타원 33"/>
            <p:cNvSpPr/>
            <p:nvPr/>
          </p:nvSpPr>
          <p:spPr>
            <a:xfrm>
              <a:off x="3549888" y="5823693"/>
              <a:ext cx="225215" cy="210395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433580" y="6609361"/>
              <a:ext cx="2303270" cy="220363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3322644" y="6609361"/>
              <a:ext cx="2303270" cy="220363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074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8042" y="633143"/>
            <a:ext cx="63895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2. </a:t>
            </a:r>
            <a:r>
              <a:rPr lang="en-US" altLang="ko-KR" sz="1100" dirty="0"/>
              <a:t>VoIP IP </a:t>
            </a:r>
            <a:r>
              <a:rPr lang="ko-KR" altLang="en-US" sz="1100" dirty="0"/>
              <a:t>설정 방법</a:t>
            </a:r>
            <a:endParaRPr lang="en-US" altLang="ko-KR" sz="1100" dirty="0" smtClean="0"/>
          </a:p>
          <a:p>
            <a:r>
              <a:rPr lang="en-US" altLang="ko-KR" sz="1100" dirty="0" smtClean="0"/>
              <a:t>     </a:t>
            </a:r>
            <a:r>
              <a:rPr lang="en-US" altLang="ko-KR" sz="1100" dirty="0"/>
              <a:t>- </a:t>
            </a:r>
            <a:r>
              <a:rPr lang="en-US" altLang="ko-KR" sz="1100" dirty="0" err="1"/>
              <a:t>Voip</a:t>
            </a:r>
            <a:r>
              <a:rPr lang="ko-KR" altLang="en-US" sz="1100" dirty="0"/>
              <a:t> </a:t>
            </a:r>
            <a:r>
              <a:rPr lang="en-US" altLang="ko-KR" sz="1100" dirty="0"/>
              <a:t>can only be accessed using</a:t>
            </a:r>
            <a:r>
              <a:rPr lang="ko-KR" altLang="en-US" sz="1100" dirty="0"/>
              <a:t> </a:t>
            </a:r>
            <a:r>
              <a:rPr lang="en-US" altLang="ko-KR" sz="1100" dirty="0"/>
              <a:t>Internet Explorer </a:t>
            </a:r>
            <a:r>
              <a:rPr lang="en-US" altLang="ko-KR" sz="1100" dirty="0" smtClean="0"/>
              <a:t>browser.</a:t>
            </a:r>
          </a:p>
          <a:p>
            <a:r>
              <a:rPr lang="en-US" altLang="ko-KR" sz="1100" dirty="0"/>
              <a:t> </a:t>
            </a:r>
            <a:r>
              <a:rPr lang="en-US" altLang="ko-KR" sz="1100" dirty="0" smtClean="0"/>
              <a:t>    - In </a:t>
            </a:r>
            <a:r>
              <a:rPr lang="en-US" altLang="ko-KR" sz="1100" dirty="0"/>
              <a:t>the Explorer address bar enter</a:t>
            </a:r>
            <a:r>
              <a:rPr lang="ko-KR" altLang="en-US" sz="1100" dirty="0"/>
              <a:t> </a:t>
            </a:r>
            <a:r>
              <a:rPr lang="en-US" altLang="ko-KR" sz="1100" dirty="0">
                <a:hlinkClick r:id="rId2"/>
              </a:rPr>
              <a:t>http://</a:t>
            </a:r>
            <a:r>
              <a:rPr lang="en-US" altLang="ko-KR" sz="1100" dirty="0" smtClean="0">
                <a:hlinkClick r:id="rId2"/>
              </a:rPr>
              <a:t>10.xx.yy.199</a:t>
            </a:r>
            <a:endParaRPr lang="en-US" altLang="ko-KR" sz="1100" dirty="0" smtClean="0"/>
          </a:p>
          <a:p>
            <a:r>
              <a:rPr lang="en-US" altLang="ko-KR" sz="1100" dirty="0"/>
              <a:t> </a:t>
            </a:r>
            <a:r>
              <a:rPr lang="en-US" altLang="ko-KR" sz="1100" dirty="0" smtClean="0"/>
              <a:t>    -</a:t>
            </a:r>
            <a:r>
              <a:rPr lang="en-US" altLang="ko-KR" sz="1100" dirty="0"/>
              <a:t>If what is shown looks the same as above then the VOIP </a:t>
            </a:r>
            <a:r>
              <a:rPr lang="en-US" altLang="ko-KR" sz="1100" dirty="0" err="1"/>
              <a:t>setttings</a:t>
            </a:r>
            <a:r>
              <a:rPr lang="en-US" altLang="ko-KR" sz="1100" dirty="0"/>
              <a:t> are good </a:t>
            </a:r>
            <a:endParaRPr lang="ko-KR" altLang="en-US" sz="110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74095" y="1013348"/>
            <a:ext cx="162380" cy="164268"/>
          </a:xfrm>
          <a:prstGeom prst="rect">
            <a:avLst/>
          </a:prstGeom>
        </p:spPr>
      </p:pic>
      <p:grpSp>
        <p:nvGrpSpPr>
          <p:cNvPr id="22" name="그룹 21"/>
          <p:cNvGrpSpPr/>
          <p:nvPr/>
        </p:nvGrpSpPr>
        <p:grpSpPr>
          <a:xfrm>
            <a:off x="400224" y="1415843"/>
            <a:ext cx="5905148" cy="4139704"/>
            <a:chOff x="682472" y="2546321"/>
            <a:chExt cx="5905148" cy="4139704"/>
          </a:xfrm>
        </p:grpSpPr>
        <p:pic>
          <p:nvPicPr>
            <p:cNvPr id="13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2472" y="2546321"/>
              <a:ext cx="4032448" cy="40770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5" name="직사각형 14"/>
            <p:cNvSpPr/>
            <p:nvPr/>
          </p:nvSpPr>
          <p:spPr>
            <a:xfrm>
              <a:off x="2401464" y="5379319"/>
              <a:ext cx="1873189" cy="62143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4650627" y="3283049"/>
              <a:ext cx="1936993" cy="3382676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/>
                <a:t>If you want change IP Address configuration</a:t>
              </a:r>
            </a:p>
            <a:p>
              <a:pPr algn="ctr"/>
              <a:endParaRPr lang="en-US" altLang="ko-KR" sz="1400" dirty="0"/>
            </a:p>
            <a:p>
              <a:pPr algn="ctr"/>
              <a:r>
                <a:rPr lang="en-US" altLang="ko-KR" sz="1400" dirty="0" smtClean="0"/>
                <a:t>Change the IP address as Car number and Click “Apply”</a:t>
              </a:r>
            </a:p>
            <a:p>
              <a:pPr algn="ctr"/>
              <a:endParaRPr lang="en-US" altLang="ko-KR" dirty="0"/>
            </a:p>
          </p:txBody>
        </p:sp>
        <p:sp>
          <p:nvSpPr>
            <p:cNvPr id="17" name="오른쪽 화살표 16"/>
            <p:cNvSpPr/>
            <p:nvPr/>
          </p:nvSpPr>
          <p:spPr>
            <a:xfrm>
              <a:off x="3827100" y="3426232"/>
              <a:ext cx="915047" cy="727969"/>
            </a:xfrm>
            <a:prstGeom prst="rightArrow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/>
            <p:cNvSpPr/>
            <p:nvPr/>
          </p:nvSpPr>
          <p:spPr>
            <a:xfrm>
              <a:off x="1868804" y="3443987"/>
              <a:ext cx="1882065" cy="727969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830116" y="6373618"/>
              <a:ext cx="941033" cy="24977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오른쪽 화살표 19"/>
            <p:cNvSpPr/>
            <p:nvPr/>
          </p:nvSpPr>
          <p:spPr>
            <a:xfrm>
              <a:off x="1807094" y="6288887"/>
              <a:ext cx="2922675" cy="397138"/>
            </a:xfrm>
            <a:prstGeom prst="rightArrow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오른쪽 화살표 20"/>
            <p:cNvSpPr/>
            <p:nvPr/>
          </p:nvSpPr>
          <p:spPr>
            <a:xfrm>
              <a:off x="4317171" y="5403172"/>
              <a:ext cx="398241" cy="516383"/>
            </a:xfrm>
            <a:prstGeom prst="rightArrow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80965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195</TotalTime>
  <Words>215</Words>
  <Application>Microsoft Office PowerPoint</Application>
  <PresentationFormat>화면 슬라이드 쇼(4:3)</PresentationFormat>
  <Paragraphs>32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18</cp:revision>
  <dcterms:created xsi:type="dcterms:W3CDTF">2017-04-12T06:39:32Z</dcterms:created>
  <dcterms:modified xsi:type="dcterms:W3CDTF">2017-04-13T02:26:34Z</dcterms:modified>
</cp:coreProperties>
</file>