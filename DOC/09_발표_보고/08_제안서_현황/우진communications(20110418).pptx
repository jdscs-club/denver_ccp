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62" r:id="rId2"/>
    <p:sldId id="265" r:id="rId3"/>
    <p:sldId id="266" r:id="rId4"/>
    <p:sldId id="267" r:id="rId5"/>
  </p:sldIdLst>
  <p:sldSz cx="9144000" cy="6858000" type="screen4x3"/>
  <p:notesSz cx="9144000" cy="6858000"/>
  <p:defaultTextStyle>
    <a:defPPr>
      <a:defRPr lang="ko-KR"/>
    </a:defPPr>
    <a:lvl1pPr marL="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0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35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  <a:srgbClr val="0000FF"/>
    <a:srgbClr val="3399FF"/>
    <a:srgbClr val="A50021"/>
    <a:srgbClr val="FF3300"/>
    <a:srgbClr val="008000"/>
    <a:srgbClr val="FF6600"/>
    <a:srgbClr val="993366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8" autoAdjust="0"/>
    <p:restoredTop sz="94606" autoAdjust="0"/>
  </p:normalViewPr>
  <p:slideViewPr>
    <p:cSldViewPr>
      <p:cViewPr>
        <p:scale>
          <a:sx n="100" d="100"/>
          <a:sy n="100" d="100"/>
        </p:scale>
        <p:origin x="-5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1BDDF-14CC-49F4-B688-73EFBAB57565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383B5-CCD1-4DDD-93B1-7BB9D567C9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9790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4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9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58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7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87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0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1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45" indent="0">
              <a:buNone/>
              <a:defRPr sz="2000" b="1"/>
            </a:lvl2pPr>
            <a:lvl3pPr marL="914290" indent="0">
              <a:buNone/>
              <a:defRPr sz="1800" b="1"/>
            </a:lvl3pPr>
            <a:lvl4pPr marL="1371435" indent="0">
              <a:buNone/>
              <a:defRPr sz="1600" b="1"/>
            </a:lvl4pPr>
            <a:lvl5pPr marL="1828581" indent="0">
              <a:buNone/>
              <a:defRPr sz="1600" b="1"/>
            </a:lvl5pPr>
            <a:lvl6pPr marL="2285726" indent="0">
              <a:buNone/>
              <a:defRPr sz="1600" b="1"/>
            </a:lvl6pPr>
            <a:lvl7pPr marL="2742871" indent="0">
              <a:buNone/>
              <a:defRPr sz="1600" b="1"/>
            </a:lvl7pPr>
            <a:lvl8pPr marL="3200016" indent="0">
              <a:buNone/>
              <a:defRPr sz="1600" b="1"/>
            </a:lvl8pPr>
            <a:lvl9pPr marL="3657161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45" indent="0">
              <a:buNone/>
              <a:defRPr sz="2800"/>
            </a:lvl2pPr>
            <a:lvl3pPr marL="914290" indent="0">
              <a:buNone/>
              <a:defRPr sz="2400"/>
            </a:lvl3pPr>
            <a:lvl4pPr marL="1371435" indent="0">
              <a:buNone/>
              <a:defRPr sz="2000"/>
            </a:lvl4pPr>
            <a:lvl5pPr marL="1828581" indent="0">
              <a:buNone/>
              <a:defRPr sz="2000"/>
            </a:lvl5pPr>
            <a:lvl6pPr marL="2285726" indent="0">
              <a:buNone/>
              <a:defRPr sz="2000"/>
            </a:lvl6pPr>
            <a:lvl7pPr marL="2742871" indent="0">
              <a:buNone/>
              <a:defRPr sz="2000"/>
            </a:lvl7pPr>
            <a:lvl8pPr marL="3200016" indent="0">
              <a:buNone/>
              <a:defRPr sz="2000"/>
            </a:lvl8pPr>
            <a:lvl9pPr marL="3657161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45" indent="0">
              <a:buNone/>
              <a:defRPr sz="1200"/>
            </a:lvl2pPr>
            <a:lvl3pPr marL="914290" indent="0">
              <a:buNone/>
              <a:defRPr sz="1000"/>
            </a:lvl3pPr>
            <a:lvl4pPr marL="1371435" indent="0">
              <a:buNone/>
              <a:defRPr sz="900"/>
            </a:lvl4pPr>
            <a:lvl5pPr marL="1828581" indent="0">
              <a:buNone/>
              <a:defRPr sz="900"/>
            </a:lvl5pPr>
            <a:lvl6pPr marL="2285726" indent="0">
              <a:buNone/>
              <a:defRPr sz="900"/>
            </a:lvl6pPr>
            <a:lvl7pPr marL="2742871" indent="0">
              <a:buNone/>
              <a:defRPr sz="900"/>
            </a:lvl7pPr>
            <a:lvl8pPr marL="3200016" indent="0">
              <a:buNone/>
              <a:defRPr sz="900"/>
            </a:lvl8pPr>
            <a:lvl9pPr marL="3657161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9" tIns="45715" rIns="91429" bIns="4571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9" tIns="45715" rIns="91429" bIns="4571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A7D5D-D33C-41F4-8F31-E20F40419BB1}" type="datetimeFigureOut">
              <a:rPr lang="ko-KR" altLang="en-US" smtClean="0"/>
              <a:pPr/>
              <a:t>2011-05-02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29" tIns="45715" rIns="91429" bIns="45715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B42B9-9F7D-4684-A442-B376EAC241C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29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9" indent="-342859" algn="l" defTabSz="91429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defTabSz="91429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defTabSz="91429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defTabSz="91429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6" name="Line 46"/>
          <p:cNvSpPr>
            <a:spLocks noChangeShapeType="1"/>
          </p:cNvSpPr>
          <p:nvPr/>
        </p:nvSpPr>
        <p:spPr bwMode="auto">
          <a:xfrm>
            <a:off x="1153886" y="2797629"/>
            <a:ext cx="1309309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57" name="Line 46"/>
          <p:cNvSpPr>
            <a:spLocks noChangeShapeType="1"/>
          </p:cNvSpPr>
          <p:nvPr/>
        </p:nvSpPr>
        <p:spPr bwMode="auto">
          <a:xfrm>
            <a:off x="1169438" y="2906486"/>
            <a:ext cx="1309309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39" name="그룹 438"/>
          <p:cNvGrpSpPr/>
          <p:nvPr/>
        </p:nvGrpSpPr>
        <p:grpSpPr>
          <a:xfrm>
            <a:off x="7708602" y="3374318"/>
            <a:ext cx="374247" cy="82240"/>
            <a:chOff x="7706444" y="3562784"/>
            <a:chExt cx="374247" cy="82240"/>
          </a:xfrm>
        </p:grpSpPr>
        <p:sp>
          <p:nvSpPr>
            <p:cNvPr id="440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1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7714952" y="3490776"/>
            <a:ext cx="374247" cy="82240"/>
            <a:chOff x="7706444" y="3562784"/>
            <a:chExt cx="374247" cy="82240"/>
          </a:xfrm>
        </p:grpSpPr>
        <p:sp>
          <p:nvSpPr>
            <p:cNvPr id="443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4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4" name="Line 429"/>
          <p:cNvSpPr>
            <a:spLocks noChangeShapeType="1"/>
          </p:cNvSpPr>
          <p:nvPr/>
        </p:nvSpPr>
        <p:spPr bwMode="auto">
          <a:xfrm flipV="1">
            <a:off x="2225838" y="4823003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35" name="Line 430"/>
          <p:cNvSpPr>
            <a:spLocks noChangeShapeType="1"/>
          </p:cNvSpPr>
          <p:nvPr/>
        </p:nvSpPr>
        <p:spPr bwMode="auto">
          <a:xfrm flipH="1" flipV="1">
            <a:off x="2232188" y="3746501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36" name="Line 431"/>
          <p:cNvSpPr>
            <a:spLocks noChangeShapeType="1"/>
          </p:cNvSpPr>
          <p:nvPr/>
        </p:nvSpPr>
        <p:spPr bwMode="auto">
          <a:xfrm flipH="1" flipV="1">
            <a:off x="2232188" y="3746500"/>
            <a:ext cx="33321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37" name="Rectangle 494"/>
          <p:cNvSpPr>
            <a:spLocks noChangeArrowheads="1"/>
          </p:cNvSpPr>
          <p:nvPr/>
        </p:nvSpPr>
        <p:spPr bwMode="auto">
          <a:xfrm rot="16200000">
            <a:off x="1737377" y="4287695"/>
            <a:ext cx="109629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411" name="Line 176"/>
          <p:cNvSpPr>
            <a:spLocks noChangeShapeType="1"/>
          </p:cNvSpPr>
          <p:nvPr/>
        </p:nvSpPr>
        <p:spPr bwMode="auto">
          <a:xfrm>
            <a:off x="2964709" y="3376042"/>
            <a:ext cx="740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98" name="Line 176"/>
          <p:cNvSpPr>
            <a:spLocks noChangeShapeType="1"/>
          </p:cNvSpPr>
          <p:nvPr/>
        </p:nvSpPr>
        <p:spPr bwMode="auto">
          <a:xfrm flipH="1">
            <a:off x="3229249" y="4132202"/>
            <a:ext cx="863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61" name="Line 377"/>
          <p:cNvSpPr>
            <a:spLocks noChangeShapeType="1"/>
          </p:cNvSpPr>
          <p:nvPr/>
        </p:nvSpPr>
        <p:spPr bwMode="auto">
          <a:xfrm flipH="1">
            <a:off x="5645523" y="4132202"/>
            <a:ext cx="1945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02" name="그룹 401"/>
          <p:cNvGrpSpPr/>
          <p:nvPr/>
        </p:nvGrpSpPr>
        <p:grpSpPr>
          <a:xfrm>
            <a:off x="4553246" y="2420888"/>
            <a:ext cx="378795" cy="246888"/>
            <a:chOff x="3219450" y="2420888"/>
            <a:chExt cx="378795" cy="246888"/>
          </a:xfrm>
        </p:grpSpPr>
        <p:sp>
          <p:nvSpPr>
            <p:cNvPr id="403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04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05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397" name="Freeform 548"/>
          <p:cNvSpPr>
            <a:spLocks/>
          </p:cNvSpPr>
          <p:nvPr/>
        </p:nvSpPr>
        <p:spPr bwMode="auto">
          <a:xfrm flipH="1">
            <a:off x="7688042" y="6187249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5" name="Freeform 548"/>
          <p:cNvSpPr>
            <a:spLocks/>
          </p:cNvSpPr>
          <p:nvPr/>
        </p:nvSpPr>
        <p:spPr bwMode="auto">
          <a:xfrm flipH="1">
            <a:off x="7702248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47" name="Line 560"/>
          <p:cNvSpPr>
            <a:spLocks noChangeShapeType="1"/>
          </p:cNvSpPr>
          <p:nvPr/>
        </p:nvSpPr>
        <p:spPr bwMode="auto">
          <a:xfrm flipH="1">
            <a:off x="7880621" y="3320541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48" name="Rectangle 33"/>
          <p:cNvSpPr>
            <a:spLocks noChangeArrowheads="1"/>
          </p:cNvSpPr>
          <p:nvPr/>
        </p:nvSpPr>
        <p:spPr bwMode="auto">
          <a:xfrm>
            <a:off x="413580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57351" name="Freeform 542"/>
          <p:cNvSpPr>
            <a:spLocks/>
          </p:cNvSpPr>
          <p:nvPr/>
        </p:nvSpPr>
        <p:spPr bwMode="auto">
          <a:xfrm flipH="1">
            <a:off x="7707802" y="515720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2" name="Freeform 543"/>
          <p:cNvSpPr>
            <a:spLocks/>
          </p:cNvSpPr>
          <p:nvPr/>
        </p:nvSpPr>
        <p:spPr bwMode="auto">
          <a:xfrm flipH="1">
            <a:off x="7707802" y="526566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3" name="Freeform 544"/>
          <p:cNvSpPr>
            <a:spLocks/>
          </p:cNvSpPr>
          <p:nvPr/>
        </p:nvSpPr>
        <p:spPr bwMode="auto">
          <a:xfrm flipH="1">
            <a:off x="7707802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4" name="Freeform 545"/>
          <p:cNvSpPr>
            <a:spLocks/>
          </p:cNvSpPr>
          <p:nvPr/>
        </p:nvSpPr>
        <p:spPr bwMode="auto">
          <a:xfrm flipH="1">
            <a:off x="7707802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6" name="Freeform 548"/>
          <p:cNvSpPr>
            <a:spLocks/>
          </p:cNvSpPr>
          <p:nvPr/>
        </p:nvSpPr>
        <p:spPr bwMode="auto">
          <a:xfrm flipH="1">
            <a:off x="7703038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8" name="Freeform 550"/>
          <p:cNvSpPr>
            <a:spLocks/>
          </p:cNvSpPr>
          <p:nvPr/>
        </p:nvSpPr>
        <p:spPr bwMode="auto">
          <a:xfrm flipH="1">
            <a:off x="7711376" y="59724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59" name="Freeform 551"/>
          <p:cNvSpPr>
            <a:spLocks/>
          </p:cNvSpPr>
          <p:nvPr/>
        </p:nvSpPr>
        <p:spPr bwMode="auto">
          <a:xfrm flipH="1">
            <a:off x="7707802" y="5517762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0" name="Freeform 552"/>
          <p:cNvSpPr>
            <a:spLocks/>
          </p:cNvSpPr>
          <p:nvPr/>
        </p:nvSpPr>
        <p:spPr bwMode="auto">
          <a:xfrm flipH="1">
            <a:off x="7705026" y="30495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1" name="Freeform 553"/>
          <p:cNvSpPr>
            <a:spLocks/>
          </p:cNvSpPr>
          <p:nvPr/>
        </p:nvSpPr>
        <p:spPr bwMode="auto">
          <a:xfrm flipH="1">
            <a:off x="7701452" y="3160388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2" name="Freeform 554"/>
          <p:cNvSpPr>
            <a:spLocks/>
          </p:cNvSpPr>
          <p:nvPr/>
        </p:nvSpPr>
        <p:spPr bwMode="auto">
          <a:xfrm flipH="1">
            <a:off x="7707802" y="402255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3" name="Freeform 555"/>
          <p:cNvSpPr>
            <a:spLocks/>
          </p:cNvSpPr>
          <p:nvPr/>
        </p:nvSpPr>
        <p:spPr bwMode="auto">
          <a:xfrm flipH="1">
            <a:off x="7707802" y="413101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64" name="Oval 556"/>
          <p:cNvSpPr>
            <a:spLocks noChangeArrowheads="1"/>
          </p:cNvSpPr>
          <p:nvPr/>
        </p:nvSpPr>
        <p:spPr bwMode="auto">
          <a:xfrm flipH="1">
            <a:off x="8024838" y="299911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5" name="Oval 557"/>
          <p:cNvSpPr>
            <a:spLocks noChangeArrowheads="1"/>
          </p:cNvSpPr>
          <p:nvPr/>
        </p:nvSpPr>
        <p:spPr bwMode="auto">
          <a:xfrm flipH="1">
            <a:off x="8024838" y="310757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6" name="Oval 558"/>
          <p:cNvSpPr>
            <a:spLocks noChangeArrowheads="1"/>
          </p:cNvSpPr>
          <p:nvPr/>
        </p:nvSpPr>
        <p:spPr bwMode="auto">
          <a:xfrm flipH="1">
            <a:off x="8024838" y="3991562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7" name="Oval 559"/>
          <p:cNvSpPr>
            <a:spLocks noChangeArrowheads="1"/>
          </p:cNvSpPr>
          <p:nvPr/>
        </p:nvSpPr>
        <p:spPr bwMode="auto">
          <a:xfrm flipH="1">
            <a:off x="8024838" y="410002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8" name="Oval 561"/>
          <p:cNvSpPr>
            <a:spLocks noChangeArrowheads="1"/>
          </p:cNvSpPr>
          <p:nvPr/>
        </p:nvSpPr>
        <p:spPr bwMode="auto">
          <a:xfrm flipH="1">
            <a:off x="8024838" y="512621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69" name="Oval 562"/>
          <p:cNvSpPr>
            <a:spLocks noChangeArrowheads="1"/>
          </p:cNvSpPr>
          <p:nvPr/>
        </p:nvSpPr>
        <p:spPr bwMode="auto">
          <a:xfrm flipH="1">
            <a:off x="8024838" y="523467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0" name="Oval 563"/>
          <p:cNvSpPr>
            <a:spLocks noChangeArrowheads="1"/>
          </p:cNvSpPr>
          <p:nvPr/>
        </p:nvSpPr>
        <p:spPr bwMode="auto">
          <a:xfrm flipH="1">
            <a:off x="8024838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1" name="Oval 564"/>
          <p:cNvSpPr>
            <a:spLocks noChangeArrowheads="1"/>
          </p:cNvSpPr>
          <p:nvPr/>
        </p:nvSpPr>
        <p:spPr bwMode="auto">
          <a:xfrm flipH="1">
            <a:off x="8024838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3" name="Oval 567"/>
          <p:cNvSpPr>
            <a:spLocks noChangeArrowheads="1"/>
          </p:cNvSpPr>
          <p:nvPr/>
        </p:nvSpPr>
        <p:spPr bwMode="auto">
          <a:xfrm flipH="1">
            <a:off x="8020075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5" name="Oval 569"/>
          <p:cNvSpPr>
            <a:spLocks noChangeArrowheads="1"/>
          </p:cNvSpPr>
          <p:nvPr/>
        </p:nvSpPr>
        <p:spPr bwMode="auto">
          <a:xfrm flipH="1">
            <a:off x="8028413" y="594145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6" name="Oval 570"/>
          <p:cNvSpPr>
            <a:spLocks noChangeArrowheads="1"/>
          </p:cNvSpPr>
          <p:nvPr/>
        </p:nvSpPr>
        <p:spPr bwMode="auto">
          <a:xfrm flipH="1">
            <a:off x="8024838" y="548677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7" name="Rectangle 2"/>
          <p:cNvSpPr>
            <a:spLocks noChangeArrowheads="1"/>
          </p:cNvSpPr>
          <p:nvPr/>
        </p:nvSpPr>
        <p:spPr bwMode="auto">
          <a:xfrm flipH="1">
            <a:off x="30154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7379" name="Line 6"/>
          <p:cNvSpPr>
            <a:spLocks noChangeShapeType="1"/>
          </p:cNvSpPr>
          <p:nvPr/>
        </p:nvSpPr>
        <p:spPr bwMode="auto">
          <a:xfrm flipH="1" flipV="1">
            <a:off x="1491025" y="4021358"/>
            <a:ext cx="6216776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80" name="Line 7"/>
          <p:cNvSpPr>
            <a:spLocks noChangeShapeType="1"/>
          </p:cNvSpPr>
          <p:nvPr/>
        </p:nvSpPr>
        <p:spPr bwMode="auto">
          <a:xfrm flipH="1" flipV="1">
            <a:off x="1491025" y="4129818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81" name="Rectangle 10"/>
          <p:cNvSpPr>
            <a:spLocks noChangeArrowheads="1"/>
          </p:cNvSpPr>
          <p:nvPr/>
        </p:nvSpPr>
        <p:spPr bwMode="auto">
          <a:xfrm>
            <a:off x="4170342" y="4049963"/>
            <a:ext cx="49224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382" name="Rectangle 11"/>
          <p:cNvSpPr>
            <a:spLocks noChangeArrowheads="1"/>
          </p:cNvSpPr>
          <p:nvPr/>
        </p:nvSpPr>
        <p:spPr bwMode="auto">
          <a:xfrm>
            <a:off x="4089296" y="3942695"/>
            <a:ext cx="81166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391" name="Rectangle 27"/>
          <p:cNvSpPr>
            <a:spLocks noChangeArrowheads="1"/>
          </p:cNvSpPr>
          <p:nvPr/>
        </p:nvSpPr>
        <p:spPr bwMode="auto">
          <a:xfrm>
            <a:off x="4842554" y="2938329"/>
            <a:ext cx="493433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393" name="Rectangle 32"/>
          <p:cNvSpPr>
            <a:spLocks noChangeArrowheads="1"/>
          </p:cNvSpPr>
          <p:nvPr/>
        </p:nvSpPr>
        <p:spPr bwMode="auto">
          <a:xfrm rot="16200000" flipH="1">
            <a:off x="-69128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7394" name="Rectangle 34"/>
          <p:cNvSpPr>
            <a:spLocks noChangeArrowheads="1"/>
          </p:cNvSpPr>
          <p:nvPr/>
        </p:nvSpPr>
        <p:spPr bwMode="auto">
          <a:xfrm>
            <a:off x="1662656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395" name="Line 35"/>
          <p:cNvSpPr>
            <a:spLocks noChangeShapeType="1"/>
          </p:cNvSpPr>
          <p:nvPr/>
        </p:nvSpPr>
        <p:spPr bwMode="auto">
          <a:xfrm flipV="1">
            <a:off x="1491026" y="1570880"/>
            <a:ext cx="9725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00" name="Rectangle 40"/>
          <p:cNvSpPr>
            <a:spLocks noChangeArrowheads="1"/>
          </p:cNvSpPr>
          <p:nvPr/>
        </p:nvSpPr>
        <p:spPr bwMode="auto">
          <a:xfrm>
            <a:off x="1514863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1" name="Line 41"/>
          <p:cNvSpPr>
            <a:spLocks noChangeShapeType="1"/>
          </p:cNvSpPr>
          <p:nvPr/>
        </p:nvSpPr>
        <p:spPr bwMode="auto">
          <a:xfrm>
            <a:off x="1486259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09" name="Line 49"/>
          <p:cNvSpPr>
            <a:spLocks noChangeShapeType="1"/>
          </p:cNvSpPr>
          <p:nvPr/>
        </p:nvSpPr>
        <p:spPr bwMode="auto">
          <a:xfrm flipH="1" flipV="1">
            <a:off x="1491025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0" name="Line 50"/>
          <p:cNvSpPr>
            <a:spLocks noChangeShapeType="1"/>
          </p:cNvSpPr>
          <p:nvPr/>
        </p:nvSpPr>
        <p:spPr bwMode="auto">
          <a:xfrm>
            <a:off x="1491026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3" name="Line 53"/>
          <p:cNvSpPr>
            <a:spLocks noChangeShapeType="1"/>
          </p:cNvSpPr>
          <p:nvPr/>
        </p:nvSpPr>
        <p:spPr bwMode="auto">
          <a:xfrm flipH="1" flipV="1">
            <a:off x="1653119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4" name="Line 54"/>
          <p:cNvSpPr>
            <a:spLocks noChangeShapeType="1"/>
          </p:cNvSpPr>
          <p:nvPr/>
        </p:nvSpPr>
        <p:spPr bwMode="auto">
          <a:xfrm flipH="1" flipV="1">
            <a:off x="1760387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7" name="Rectangle 59"/>
          <p:cNvSpPr>
            <a:spLocks noChangeArrowheads="1"/>
          </p:cNvSpPr>
          <p:nvPr/>
        </p:nvSpPr>
        <p:spPr bwMode="auto">
          <a:xfrm flipH="1">
            <a:off x="1112012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7418" name="Line 60"/>
          <p:cNvSpPr>
            <a:spLocks noChangeShapeType="1"/>
          </p:cNvSpPr>
          <p:nvPr/>
        </p:nvSpPr>
        <p:spPr bwMode="auto">
          <a:xfrm flipH="1">
            <a:off x="1491025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19" name="Oval 61"/>
          <p:cNvSpPr>
            <a:spLocks noChangeArrowheads="1"/>
          </p:cNvSpPr>
          <p:nvPr/>
        </p:nvSpPr>
        <p:spPr bwMode="auto">
          <a:xfrm>
            <a:off x="1598295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422" name="Rectangle 64"/>
          <p:cNvSpPr>
            <a:spLocks noChangeArrowheads="1"/>
          </p:cNvSpPr>
          <p:nvPr/>
        </p:nvSpPr>
        <p:spPr bwMode="auto">
          <a:xfrm>
            <a:off x="154465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7423" name="Line 65"/>
          <p:cNvSpPr>
            <a:spLocks noChangeShapeType="1"/>
          </p:cNvSpPr>
          <p:nvPr/>
        </p:nvSpPr>
        <p:spPr bwMode="auto">
          <a:xfrm>
            <a:off x="1491027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24" name="Rectangle 66"/>
          <p:cNvSpPr>
            <a:spLocks noChangeArrowheads="1"/>
          </p:cNvSpPr>
          <p:nvPr/>
        </p:nvSpPr>
        <p:spPr bwMode="auto">
          <a:xfrm>
            <a:off x="154465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7425" name="Line 67"/>
          <p:cNvSpPr>
            <a:spLocks noChangeShapeType="1"/>
          </p:cNvSpPr>
          <p:nvPr/>
        </p:nvSpPr>
        <p:spPr bwMode="auto">
          <a:xfrm>
            <a:off x="1491027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26" name="Rectangle 68"/>
          <p:cNvSpPr>
            <a:spLocks noChangeArrowheads="1"/>
          </p:cNvSpPr>
          <p:nvPr/>
        </p:nvSpPr>
        <p:spPr bwMode="auto">
          <a:xfrm>
            <a:off x="1500561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7" name="Line 69"/>
          <p:cNvSpPr>
            <a:spLocks noChangeShapeType="1"/>
          </p:cNvSpPr>
          <p:nvPr/>
        </p:nvSpPr>
        <p:spPr bwMode="auto">
          <a:xfrm>
            <a:off x="1491027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28" name="Rectangle 70"/>
          <p:cNvSpPr>
            <a:spLocks noChangeArrowheads="1"/>
          </p:cNvSpPr>
          <p:nvPr/>
        </p:nvSpPr>
        <p:spPr bwMode="auto">
          <a:xfrm>
            <a:off x="1662654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57429" name="Line 71"/>
          <p:cNvSpPr>
            <a:spLocks noChangeShapeType="1"/>
          </p:cNvSpPr>
          <p:nvPr/>
        </p:nvSpPr>
        <p:spPr bwMode="auto">
          <a:xfrm flipV="1">
            <a:off x="1491026" y="1084599"/>
            <a:ext cx="972563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0" name="Rectangle 72"/>
          <p:cNvSpPr>
            <a:spLocks noChangeArrowheads="1"/>
          </p:cNvSpPr>
          <p:nvPr/>
        </p:nvSpPr>
        <p:spPr bwMode="auto">
          <a:xfrm>
            <a:off x="1662656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431" name="Line 73"/>
          <p:cNvSpPr>
            <a:spLocks noChangeShapeType="1"/>
          </p:cNvSpPr>
          <p:nvPr/>
        </p:nvSpPr>
        <p:spPr bwMode="auto">
          <a:xfrm flipV="1">
            <a:off x="1491026" y="1678148"/>
            <a:ext cx="972563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2" name="Rectangle 74"/>
          <p:cNvSpPr>
            <a:spLocks noChangeArrowheads="1"/>
          </p:cNvSpPr>
          <p:nvPr/>
        </p:nvSpPr>
        <p:spPr bwMode="auto">
          <a:xfrm>
            <a:off x="1500165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33" name="Rectangle 81"/>
          <p:cNvSpPr>
            <a:spLocks noChangeArrowheads="1"/>
          </p:cNvSpPr>
          <p:nvPr/>
        </p:nvSpPr>
        <p:spPr bwMode="auto">
          <a:xfrm>
            <a:off x="508927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34" name="Line 82"/>
          <p:cNvSpPr>
            <a:spLocks noChangeShapeType="1"/>
          </p:cNvSpPr>
          <p:nvPr/>
        </p:nvSpPr>
        <p:spPr bwMode="auto">
          <a:xfrm flipV="1">
            <a:off x="46363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5" name="Rectangle 83"/>
          <p:cNvSpPr>
            <a:spLocks noChangeArrowheads="1"/>
          </p:cNvSpPr>
          <p:nvPr/>
        </p:nvSpPr>
        <p:spPr bwMode="auto">
          <a:xfrm>
            <a:off x="2625683" y="5071394"/>
            <a:ext cx="523229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436" name="Line 84"/>
          <p:cNvSpPr>
            <a:spLocks noChangeShapeType="1"/>
          </p:cNvSpPr>
          <p:nvPr/>
        </p:nvSpPr>
        <p:spPr bwMode="auto">
          <a:xfrm>
            <a:off x="1491025" y="5158398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7" name="Line 85"/>
          <p:cNvSpPr>
            <a:spLocks noChangeShapeType="1"/>
          </p:cNvSpPr>
          <p:nvPr/>
        </p:nvSpPr>
        <p:spPr bwMode="auto">
          <a:xfrm>
            <a:off x="1491025" y="5266859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38" name="Rectangle 86"/>
          <p:cNvSpPr>
            <a:spLocks noChangeArrowheads="1"/>
          </p:cNvSpPr>
          <p:nvPr/>
        </p:nvSpPr>
        <p:spPr bwMode="auto">
          <a:xfrm>
            <a:off x="2628067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439" name="Rectangle 87"/>
          <p:cNvSpPr>
            <a:spLocks noChangeArrowheads="1"/>
          </p:cNvSpPr>
          <p:nvPr/>
        </p:nvSpPr>
        <p:spPr bwMode="auto">
          <a:xfrm>
            <a:off x="2543226" y="5886630"/>
            <a:ext cx="523229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7440" name="Line 88"/>
          <p:cNvSpPr>
            <a:spLocks noChangeShapeType="1"/>
          </p:cNvSpPr>
          <p:nvPr/>
        </p:nvSpPr>
        <p:spPr bwMode="auto">
          <a:xfrm flipV="1">
            <a:off x="1491025" y="5517762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41" name="Line 89"/>
          <p:cNvSpPr>
            <a:spLocks noChangeShapeType="1"/>
          </p:cNvSpPr>
          <p:nvPr/>
        </p:nvSpPr>
        <p:spPr bwMode="auto">
          <a:xfrm flipV="1">
            <a:off x="1491025" y="5970060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42" name="Rectangle 90"/>
          <p:cNvSpPr>
            <a:spLocks noChangeArrowheads="1"/>
          </p:cNvSpPr>
          <p:nvPr/>
        </p:nvSpPr>
        <p:spPr bwMode="auto">
          <a:xfrm>
            <a:off x="2528847" y="5425989"/>
            <a:ext cx="522038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7443" name="Rectangle 91"/>
          <p:cNvSpPr>
            <a:spLocks noChangeArrowheads="1"/>
          </p:cNvSpPr>
          <p:nvPr/>
        </p:nvSpPr>
        <p:spPr bwMode="auto">
          <a:xfrm flipH="1">
            <a:off x="3166791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444" name="Rectangle 93"/>
          <p:cNvSpPr>
            <a:spLocks noChangeArrowheads="1"/>
          </p:cNvSpPr>
          <p:nvPr/>
        </p:nvSpPr>
        <p:spPr bwMode="auto">
          <a:xfrm>
            <a:off x="1609021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445" name="Rectangle 94"/>
          <p:cNvSpPr>
            <a:spLocks noChangeArrowheads="1"/>
          </p:cNvSpPr>
          <p:nvPr/>
        </p:nvSpPr>
        <p:spPr bwMode="auto">
          <a:xfrm>
            <a:off x="1659079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454" name="Rectangle 106"/>
          <p:cNvSpPr>
            <a:spLocks noChangeArrowheads="1"/>
          </p:cNvSpPr>
          <p:nvPr/>
        </p:nvSpPr>
        <p:spPr bwMode="auto">
          <a:xfrm>
            <a:off x="149936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7455" name="Line 107"/>
          <p:cNvSpPr>
            <a:spLocks noChangeShapeType="1"/>
          </p:cNvSpPr>
          <p:nvPr/>
        </p:nvSpPr>
        <p:spPr bwMode="auto">
          <a:xfrm flipH="1" flipV="1">
            <a:off x="1491027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56" name="Rectangle 108"/>
          <p:cNvSpPr>
            <a:spLocks noChangeArrowheads="1"/>
          </p:cNvSpPr>
          <p:nvPr/>
        </p:nvSpPr>
        <p:spPr bwMode="auto">
          <a:xfrm>
            <a:off x="149936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7457" name="Line 109"/>
          <p:cNvSpPr>
            <a:spLocks noChangeShapeType="1"/>
          </p:cNvSpPr>
          <p:nvPr/>
        </p:nvSpPr>
        <p:spPr bwMode="auto">
          <a:xfrm flipH="1" flipV="1">
            <a:off x="149102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58" name="Rectangle 112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57461" name="Rectangle 115"/>
          <p:cNvSpPr>
            <a:spLocks noChangeArrowheads="1"/>
          </p:cNvSpPr>
          <p:nvPr/>
        </p:nvSpPr>
        <p:spPr bwMode="auto">
          <a:xfrm>
            <a:off x="538725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57462" name="Line 116"/>
          <p:cNvSpPr>
            <a:spLocks noChangeShapeType="1"/>
          </p:cNvSpPr>
          <p:nvPr/>
        </p:nvSpPr>
        <p:spPr bwMode="auto">
          <a:xfrm>
            <a:off x="570906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64" name="Line 118"/>
          <p:cNvSpPr>
            <a:spLocks noChangeShapeType="1"/>
          </p:cNvSpPr>
          <p:nvPr/>
        </p:nvSpPr>
        <p:spPr bwMode="auto">
          <a:xfrm flipV="1">
            <a:off x="570904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73" name="Line 128"/>
          <p:cNvSpPr>
            <a:spLocks noChangeShapeType="1"/>
          </p:cNvSpPr>
          <p:nvPr/>
        </p:nvSpPr>
        <p:spPr bwMode="auto">
          <a:xfrm flipV="1">
            <a:off x="2082801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74" name="Line 129"/>
          <p:cNvSpPr>
            <a:spLocks noChangeShapeType="1"/>
          </p:cNvSpPr>
          <p:nvPr/>
        </p:nvSpPr>
        <p:spPr bwMode="auto">
          <a:xfrm flipH="1" flipV="1">
            <a:off x="2193034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86" name="Rectangle 157"/>
          <p:cNvSpPr>
            <a:spLocks noChangeArrowheads="1"/>
          </p:cNvSpPr>
          <p:nvPr/>
        </p:nvSpPr>
        <p:spPr bwMode="auto">
          <a:xfrm>
            <a:off x="2732952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87" name="Line 158"/>
          <p:cNvSpPr>
            <a:spLocks noChangeShapeType="1"/>
          </p:cNvSpPr>
          <p:nvPr/>
        </p:nvSpPr>
        <p:spPr bwMode="auto">
          <a:xfrm flipH="1" flipV="1">
            <a:off x="2732951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497" name="Line 175"/>
          <p:cNvSpPr>
            <a:spLocks noChangeShapeType="1"/>
          </p:cNvSpPr>
          <p:nvPr/>
        </p:nvSpPr>
        <p:spPr bwMode="auto">
          <a:xfrm>
            <a:off x="3347864" y="4023741"/>
            <a:ext cx="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04" name="Rectangle 182"/>
          <p:cNvSpPr>
            <a:spLocks noChangeArrowheads="1"/>
          </p:cNvSpPr>
          <p:nvPr/>
        </p:nvSpPr>
        <p:spPr bwMode="auto">
          <a:xfrm flipH="1">
            <a:off x="1112012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7505" name="Rectangle 183"/>
          <p:cNvSpPr>
            <a:spLocks noChangeArrowheads="1"/>
          </p:cNvSpPr>
          <p:nvPr/>
        </p:nvSpPr>
        <p:spPr bwMode="auto">
          <a:xfrm flipH="1">
            <a:off x="1112012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57507" name="Rectangle 185"/>
          <p:cNvSpPr>
            <a:spLocks noChangeArrowheads="1"/>
          </p:cNvSpPr>
          <p:nvPr/>
        </p:nvSpPr>
        <p:spPr bwMode="auto">
          <a:xfrm flipH="1">
            <a:off x="1112012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57508" name="Rectangle 186"/>
          <p:cNvSpPr>
            <a:spLocks noChangeArrowheads="1"/>
          </p:cNvSpPr>
          <p:nvPr/>
        </p:nvSpPr>
        <p:spPr bwMode="auto">
          <a:xfrm flipH="1">
            <a:off x="1112012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57509" name="Rectangle 187"/>
          <p:cNvSpPr>
            <a:spLocks noChangeArrowheads="1"/>
          </p:cNvSpPr>
          <p:nvPr/>
        </p:nvSpPr>
        <p:spPr bwMode="auto">
          <a:xfrm flipH="1">
            <a:off x="1112012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7510" name="Rectangle 188"/>
          <p:cNvSpPr>
            <a:spLocks noChangeArrowheads="1"/>
          </p:cNvSpPr>
          <p:nvPr/>
        </p:nvSpPr>
        <p:spPr bwMode="auto">
          <a:xfrm flipH="1">
            <a:off x="1112012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57512" name="Line 190"/>
          <p:cNvSpPr>
            <a:spLocks noChangeShapeType="1"/>
          </p:cNvSpPr>
          <p:nvPr/>
        </p:nvSpPr>
        <p:spPr bwMode="auto">
          <a:xfrm flipH="1" flipV="1">
            <a:off x="896284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3" name="Line 191"/>
          <p:cNvSpPr>
            <a:spLocks noChangeShapeType="1"/>
          </p:cNvSpPr>
          <p:nvPr/>
        </p:nvSpPr>
        <p:spPr bwMode="auto">
          <a:xfrm flipV="1">
            <a:off x="896285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4" name="Line 192"/>
          <p:cNvSpPr>
            <a:spLocks noChangeShapeType="1"/>
          </p:cNvSpPr>
          <p:nvPr/>
        </p:nvSpPr>
        <p:spPr bwMode="auto">
          <a:xfrm>
            <a:off x="89628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5" name="Rectangle 193"/>
          <p:cNvSpPr>
            <a:spLocks noChangeArrowheads="1"/>
          </p:cNvSpPr>
          <p:nvPr/>
        </p:nvSpPr>
        <p:spPr bwMode="auto">
          <a:xfrm flipH="1">
            <a:off x="1112012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57517" name="Line 195"/>
          <p:cNvSpPr>
            <a:spLocks noChangeShapeType="1"/>
          </p:cNvSpPr>
          <p:nvPr/>
        </p:nvSpPr>
        <p:spPr bwMode="auto">
          <a:xfrm flipH="1" flipV="1">
            <a:off x="99163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19" name="Line 197"/>
          <p:cNvSpPr>
            <a:spLocks noChangeShapeType="1"/>
          </p:cNvSpPr>
          <p:nvPr/>
        </p:nvSpPr>
        <p:spPr bwMode="auto">
          <a:xfrm flipH="1" flipV="1">
            <a:off x="100355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0" name="Line 198"/>
          <p:cNvSpPr>
            <a:spLocks noChangeShapeType="1"/>
          </p:cNvSpPr>
          <p:nvPr/>
        </p:nvSpPr>
        <p:spPr bwMode="auto">
          <a:xfrm flipH="1" flipV="1">
            <a:off x="100355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1" name="Line 199"/>
          <p:cNvSpPr>
            <a:spLocks noChangeShapeType="1"/>
          </p:cNvSpPr>
          <p:nvPr/>
        </p:nvSpPr>
        <p:spPr bwMode="auto">
          <a:xfrm flipH="1">
            <a:off x="1003552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2" name="Line 200"/>
          <p:cNvSpPr>
            <a:spLocks noChangeShapeType="1"/>
          </p:cNvSpPr>
          <p:nvPr/>
        </p:nvSpPr>
        <p:spPr bwMode="auto">
          <a:xfrm flipH="1">
            <a:off x="991633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3" name="Line 201"/>
          <p:cNvSpPr>
            <a:spLocks noChangeShapeType="1"/>
          </p:cNvSpPr>
          <p:nvPr/>
        </p:nvSpPr>
        <p:spPr bwMode="auto">
          <a:xfrm flipH="1" flipV="1">
            <a:off x="1003552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4" name="Line 202"/>
          <p:cNvSpPr>
            <a:spLocks noChangeShapeType="1"/>
          </p:cNvSpPr>
          <p:nvPr/>
        </p:nvSpPr>
        <p:spPr bwMode="auto">
          <a:xfrm flipV="1">
            <a:off x="991633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25" name="Rectangle 203"/>
          <p:cNvSpPr>
            <a:spLocks noChangeArrowheads="1"/>
          </p:cNvSpPr>
          <p:nvPr/>
        </p:nvSpPr>
        <p:spPr bwMode="auto">
          <a:xfrm rot="-5400000">
            <a:off x="690092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7526" name="Rectangle 204"/>
          <p:cNvSpPr>
            <a:spLocks noChangeArrowheads="1"/>
          </p:cNvSpPr>
          <p:nvPr/>
        </p:nvSpPr>
        <p:spPr bwMode="auto">
          <a:xfrm rot="-5400000">
            <a:off x="1044672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7527" name="Rectangle 205"/>
          <p:cNvSpPr>
            <a:spLocks noChangeArrowheads="1"/>
          </p:cNvSpPr>
          <p:nvPr/>
        </p:nvSpPr>
        <p:spPr bwMode="auto">
          <a:xfrm rot="-5400000">
            <a:off x="998189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7529" name="Line 207"/>
          <p:cNvSpPr>
            <a:spLocks noChangeShapeType="1"/>
          </p:cNvSpPr>
          <p:nvPr/>
        </p:nvSpPr>
        <p:spPr bwMode="auto">
          <a:xfrm flipH="1">
            <a:off x="100355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30" name="Line 208"/>
          <p:cNvSpPr>
            <a:spLocks noChangeShapeType="1"/>
          </p:cNvSpPr>
          <p:nvPr/>
        </p:nvSpPr>
        <p:spPr bwMode="auto">
          <a:xfrm flipV="1">
            <a:off x="1002506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32" name="Rectangle 210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57538" name="Rectangle 259"/>
          <p:cNvSpPr>
            <a:spLocks noChangeArrowheads="1"/>
          </p:cNvSpPr>
          <p:nvPr/>
        </p:nvSpPr>
        <p:spPr bwMode="auto">
          <a:xfrm flipH="1">
            <a:off x="5043979" y="5064242"/>
            <a:ext cx="523230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539" name="Rectangle 260"/>
          <p:cNvSpPr>
            <a:spLocks noChangeArrowheads="1"/>
          </p:cNvSpPr>
          <p:nvPr/>
        </p:nvSpPr>
        <p:spPr bwMode="auto">
          <a:xfrm flipH="1">
            <a:off x="5042788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540" name="Rectangle 264"/>
          <p:cNvSpPr>
            <a:spLocks noChangeArrowheads="1"/>
          </p:cNvSpPr>
          <p:nvPr/>
        </p:nvSpPr>
        <p:spPr bwMode="auto">
          <a:xfrm flipH="1">
            <a:off x="7012944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541" name="Line 8"/>
          <p:cNvSpPr>
            <a:spLocks noChangeShapeType="1"/>
          </p:cNvSpPr>
          <p:nvPr/>
        </p:nvSpPr>
        <p:spPr bwMode="auto">
          <a:xfrm flipH="1" flipV="1">
            <a:off x="1491025" y="3045597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2" name="Line 26"/>
          <p:cNvSpPr>
            <a:spLocks noChangeShapeType="1"/>
          </p:cNvSpPr>
          <p:nvPr/>
        </p:nvSpPr>
        <p:spPr bwMode="auto">
          <a:xfrm flipH="1">
            <a:off x="4600234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3" name="Rectangle 101"/>
          <p:cNvSpPr>
            <a:spLocks noChangeArrowheads="1"/>
          </p:cNvSpPr>
          <p:nvPr/>
        </p:nvSpPr>
        <p:spPr bwMode="auto">
          <a:xfrm>
            <a:off x="1699603" y="2972895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544" name="Line 174"/>
          <p:cNvSpPr>
            <a:spLocks noChangeShapeType="1"/>
          </p:cNvSpPr>
          <p:nvPr/>
        </p:nvSpPr>
        <p:spPr bwMode="auto">
          <a:xfrm flipH="1">
            <a:off x="3197858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6" name="Rectangle 265"/>
          <p:cNvSpPr>
            <a:spLocks noChangeArrowheads="1"/>
          </p:cNvSpPr>
          <p:nvPr/>
        </p:nvSpPr>
        <p:spPr bwMode="auto">
          <a:xfrm flipH="1">
            <a:off x="6899715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547" name="Line 9"/>
          <p:cNvSpPr>
            <a:spLocks noChangeShapeType="1"/>
          </p:cNvSpPr>
          <p:nvPr/>
        </p:nvSpPr>
        <p:spPr bwMode="auto">
          <a:xfrm flipH="1" flipV="1">
            <a:off x="1491025" y="3152865"/>
            <a:ext cx="6216776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48" name="Rectangle 28"/>
          <p:cNvSpPr>
            <a:spLocks noChangeArrowheads="1"/>
          </p:cNvSpPr>
          <p:nvPr/>
        </p:nvSpPr>
        <p:spPr bwMode="auto">
          <a:xfrm>
            <a:off x="4734094" y="3040830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0" name="Rectangle 102"/>
          <p:cNvSpPr>
            <a:spLocks noChangeArrowheads="1"/>
          </p:cNvSpPr>
          <p:nvPr/>
        </p:nvSpPr>
        <p:spPr bwMode="auto">
          <a:xfrm>
            <a:off x="1500560" y="305513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1" name="Line 173"/>
          <p:cNvSpPr>
            <a:spLocks noChangeShapeType="1"/>
          </p:cNvSpPr>
          <p:nvPr/>
        </p:nvSpPr>
        <p:spPr bwMode="auto">
          <a:xfrm>
            <a:off x="3077890" y="288985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52" name="Line 211"/>
          <p:cNvSpPr>
            <a:spLocks noChangeShapeType="1"/>
          </p:cNvSpPr>
          <p:nvPr/>
        </p:nvSpPr>
        <p:spPr bwMode="auto">
          <a:xfrm>
            <a:off x="4473916" y="288350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59" name="Rectangle 375"/>
          <p:cNvSpPr>
            <a:spLocks noChangeArrowheads="1"/>
          </p:cNvSpPr>
          <p:nvPr/>
        </p:nvSpPr>
        <p:spPr bwMode="auto">
          <a:xfrm flipH="1">
            <a:off x="5598199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560" name="Line 376"/>
          <p:cNvSpPr>
            <a:spLocks noChangeShapeType="1"/>
          </p:cNvSpPr>
          <p:nvPr/>
        </p:nvSpPr>
        <p:spPr bwMode="auto">
          <a:xfrm>
            <a:off x="5736581" y="4023741"/>
            <a:ext cx="1191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64" name="Rectangle 380"/>
          <p:cNvSpPr>
            <a:spLocks noChangeArrowheads="1"/>
          </p:cNvSpPr>
          <p:nvPr/>
        </p:nvSpPr>
        <p:spPr bwMode="auto">
          <a:xfrm flipH="1">
            <a:off x="4131011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7565" name="Rectangle 381"/>
          <p:cNvSpPr>
            <a:spLocks noChangeArrowheads="1"/>
          </p:cNvSpPr>
          <p:nvPr/>
        </p:nvSpPr>
        <p:spPr bwMode="auto">
          <a:xfrm flipH="1">
            <a:off x="2787778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9" name="Group 382"/>
          <p:cNvGrpSpPr>
            <a:grpSpLocks/>
          </p:cNvGrpSpPr>
          <p:nvPr/>
        </p:nvGrpSpPr>
        <p:grpSpPr bwMode="auto">
          <a:xfrm rot="10800000" flipV="1">
            <a:off x="3221615" y="5579740"/>
            <a:ext cx="324188" cy="160902"/>
            <a:chOff x="1477" y="3739"/>
            <a:chExt cx="227" cy="91"/>
          </a:xfrm>
        </p:grpSpPr>
        <p:sp>
          <p:nvSpPr>
            <p:cNvPr id="57732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33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8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57567" name="Rectangle 385"/>
          <p:cNvSpPr>
            <a:spLocks noChangeArrowheads="1"/>
          </p:cNvSpPr>
          <p:nvPr/>
        </p:nvSpPr>
        <p:spPr bwMode="auto">
          <a:xfrm rot="10800000" flipH="1" flipV="1">
            <a:off x="2951062" y="5579740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68" name="Line 386"/>
          <p:cNvSpPr>
            <a:spLocks noChangeShapeType="1"/>
          </p:cNvSpPr>
          <p:nvPr/>
        </p:nvSpPr>
        <p:spPr bwMode="auto">
          <a:xfrm flipV="1">
            <a:off x="3383709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69" name="Line 387"/>
          <p:cNvSpPr>
            <a:spLocks noChangeShapeType="1"/>
          </p:cNvSpPr>
          <p:nvPr/>
        </p:nvSpPr>
        <p:spPr bwMode="auto">
          <a:xfrm>
            <a:off x="3059523" y="5849101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0" name="Line 388"/>
          <p:cNvSpPr>
            <a:spLocks noChangeShapeType="1"/>
          </p:cNvSpPr>
          <p:nvPr/>
        </p:nvSpPr>
        <p:spPr bwMode="auto">
          <a:xfrm>
            <a:off x="3059522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1" name="Line 389"/>
          <p:cNvSpPr>
            <a:spLocks noChangeShapeType="1"/>
          </p:cNvSpPr>
          <p:nvPr/>
        </p:nvSpPr>
        <p:spPr bwMode="auto">
          <a:xfrm flipH="1">
            <a:off x="2734142" y="5517763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2" name="Line 390"/>
          <p:cNvSpPr>
            <a:spLocks noChangeShapeType="1"/>
          </p:cNvSpPr>
          <p:nvPr/>
        </p:nvSpPr>
        <p:spPr bwMode="auto">
          <a:xfrm flipV="1">
            <a:off x="2734142" y="5687007"/>
            <a:ext cx="21453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3" name="Line 391"/>
          <p:cNvSpPr>
            <a:spLocks noChangeShapeType="1"/>
          </p:cNvSpPr>
          <p:nvPr/>
        </p:nvSpPr>
        <p:spPr bwMode="auto">
          <a:xfrm flipH="1" flipV="1">
            <a:off x="3599437" y="5806774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4" name="Line 392"/>
          <p:cNvSpPr>
            <a:spLocks noChangeShapeType="1"/>
          </p:cNvSpPr>
          <p:nvPr/>
        </p:nvSpPr>
        <p:spPr bwMode="auto">
          <a:xfrm flipV="1">
            <a:off x="3599437" y="5806774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0" name="Group 393"/>
          <p:cNvGrpSpPr>
            <a:grpSpLocks/>
          </p:cNvGrpSpPr>
          <p:nvPr/>
        </p:nvGrpSpPr>
        <p:grpSpPr bwMode="auto">
          <a:xfrm>
            <a:off x="3815166" y="5591046"/>
            <a:ext cx="594741" cy="270553"/>
            <a:chOff x="2747" y="4827"/>
            <a:chExt cx="499" cy="227"/>
          </a:xfrm>
        </p:grpSpPr>
        <p:grpSp>
          <p:nvGrpSpPr>
            <p:cNvPr id="11" name="Group 394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30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1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57726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27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8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9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401"/>
          <p:cNvGrpSpPr>
            <a:grpSpLocks/>
          </p:cNvGrpSpPr>
          <p:nvPr/>
        </p:nvGrpSpPr>
        <p:grpSpPr bwMode="auto">
          <a:xfrm rot="10800000" flipV="1">
            <a:off x="5438487" y="5586891"/>
            <a:ext cx="324188" cy="160902"/>
            <a:chOff x="1477" y="3739"/>
            <a:chExt cx="227" cy="91"/>
          </a:xfrm>
        </p:grpSpPr>
        <p:sp>
          <p:nvSpPr>
            <p:cNvPr id="57723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24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577" name="Rectangle 404"/>
          <p:cNvSpPr>
            <a:spLocks noChangeArrowheads="1"/>
          </p:cNvSpPr>
          <p:nvPr/>
        </p:nvSpPr>
        <p:spPr bwMode="auto">
          <a:xfrm rot="10800000" flipH="1" flipV="1">
            <a:off x="5167933" y="5586891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78" name="Line 405"/>
          <p:cNvSpPr>
            <a:spLocks noChangeShapeType="1"/>
          </p:cNvSpPr>
          <p:nvPr/>
        </p:nvSpPr>
        <p:spPr bwMode="auto">
          <a:xfrm flipV="1">
            <a:off x="5600581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79" name="Line 406"/>
          <p:cNvSpPr>
            <a:spLocks noChangeShapeType="1"/>
          </p:cNvSpPr>
          <p:nvPr/>
        </p:nvSpPr>
        <p:spPr bwMode="auto">
          <a:xfrm>
            <a:off x="5276395" y="5856252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0" name="Line 407"/>
          <p:cNvSpPr>
            <a:spLocks noChangeShapeType="1"/>
          </p:cNvSpPr>
          <p:nvPr/>
        </p:nvSpPr>
        <p:spPr bwMode="auto">
          <a:xfrm>
            <a:off x="5276393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1" name="Line 408"/>
          <p:cNvSpPr>
            <a:spLocks noChangeShapeType="1"/>
          </p:cNvSpPr>
          <p:nvPr/>
        </p:nvSpPr>
        <p:spPr bwMode="auto">
          <a:xfrm flipH="1">
            <a:off x="4951014" y="5524914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2" name="Line 409"/>
          <p:cNvSpPr>
            <a:spLocks noChangeShapeType="1"/>
          </p:cNvSpPr>
          <p:nvPr/>
        </p:nvSpPr>
        <p:spPr bwMode="auto">
          <a:xfrm flipV="1">
            <a:off x="4951015" y="5694158"/>
            <a:ext cx="215728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3" name="Line 410"/>
          <p:cNvSpPr>
            <a:spLocks noChangeShapeType="1"/>
          </p:cNvSpPr>
          <p:nvPr/>
        </p:nvSpPr>
        <p:spPr bwMode="auto">
          <a:xfrm flipH="1" flipV="1">
            <a:off x="5816309" y="581392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4" name="Line 411"/>
          <p:cNvSpPr>
            <a:spLocks noChangeShapeType="1"/>
          </p:cNvSpPr>
          <p:nvPr/>
        </p:nvSpPr>
        <p:spPr bwMode="auto">
          <a:xfrm flipV="1">
            <a:off x="5816309" y="5813925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3" name="Group 412"/>
          <p:cNvGrpSpPr>
            <a:grpSpLocks/>
          </p:cNvGrpSpPr>
          <p:nvPr/>
        </p:nvGrpSpPr>
        <p:grpSpPr bwMode="auto">
          <a:xfrm>
            <a:off x="6032038" y="5598199"/>
            <a:ext cx="594741" cy="270553"/>
            <a:chOff x="2747" y="4827"/>
            <a:chExt cx="499" cy="227"/>
          </a:xfrm>
        </p:grpSpPr>
        <p:grpSp>
          <p:nvGrpSpPr>
            <p:cNvPr id="14" name="Group 413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21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2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7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8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9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0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420"/>
          <p:cNvGrpSpPr>
            <a:grpSpLocks/>
          </p:cNvGrpSpPr>
          <p:nvPr/>
        </p:nvGrpSpPr>
        <p:grpSpPr bwMode="auto">
          <a:xfrm>
            <a:off x="3165598" y="4672117"/>
            <a:ext cx="594742" cy="270554"/>
            <a:chOff x="2475" y="3875"/>
            <a:chExt cx="499" cy="227"/>
          </a:xfrm>
        </p:grpSpPr>
        <p:grpSp>
          <p:nvGrpSpPr>
            <p:cNvPr id="16" name="Group 42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14" name="AutoShape 42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15" name="Rectangle 42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0" name="Rectangle 42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1" name="Line 42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2" name="Line 42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3" name="Line 42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87" name="Line 428"/>
          <p:cNvSpPr>
            <a:spLocks noChangeShapeType="1"/>
          </p:cNvSpPr>
          <p:nvPr/>
        </p:nvSpPr>
        <p:spPr bwMode="auto">
          <a:xfrm flipV="1">
            <a:off x="3923928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8" name="Line 429"/>
          <p:cNvSpPr>
            <a:spLocks noChangeShapeType="1"/>
          </p:cNvSpPr>
          <p:nvPr/>
        </p:nvSpPr>
        <p:spPr bwMode="auto">
          <a:xfrm flipV="1">
            <a:off x="300350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89" name="Line 430"/>
          <p:cNvSpPr>
            <a:spLocks noChangeShapeType="1"/>
          </p:cNvSpPr>
          <p:nvPr/>
        </p:nvSpPr>
        <p:spPr bwMode="auto">
          <a:xfrm flipH="1" flipV="1">
            <a:off x="3003504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590" name="Line 431"/>
          <p:cNvSpPr>
            <a:spLocks noChangeShapeType="1"/>
          </p:cNvSpPr>
          <p:nvPr/>
        </p:nvSpPr>
        <p:spPr bwMode="auto">
          <a:xfrm flipH="1" flipV="1">
            <a:off x="3003504" y="4510023"/>
            <a:ext cx="16328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7" name="Group 432"/>
          <p:cNvGrpSpPr>
            <a:grpSpLocks/>
          </p:cNvGrpSpPr>
          <p:nvPr/>
        </p:nvGrpSpPr>
        <p:grpSpPr bwMode="auto">
          <a:xfrm>
            <a:off x="5598198" y="4672117"/>
            <a:ext cx="594741" cy="270554"/>
            <a:chOff x="2475" y="3875"/>
            <a:chExt cx="499" cy="227"/>
          </a:xfrm>
        </p:grpSpPr>
        <p:grpSp>
          <p:nvGrpSpPr>
            <p:cNvPr id="18" name="Group 433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7" name="AutoShape 43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8" name="Rectangle 43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03" name="Rectangle 436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04" name="Line 437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5" name="Line 438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6" name="Line 439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2" name="Line 440"/>
          <p:cNvSpPr>
            <a:spLocks noChangeShapeType="1"/>
          </p:cNvSpPr>
          <p:nvPr/>
        </p:nvSpPr>
        <p:spPr bwMode="auto">
          <a:xfrm flipH="1" flipV="1">
            <a:off x="4899318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9" name="Group 441"/>
          <p:cNvGrpSpPr>
            <a:grpSpLocks/>
          </p:cNvGrpSpPr>
          <p:nvPr/>
        </p:nvGrpSpPr>
        <p:grpSpPr bwMode="auto">
          <a:xfrm>
            <a:off x="2355130" y="4672117"/>
            <a:ext cx="594742" cy="270554"/>
            <a:chOff x="2475" y="3875"/>
            <a:chExt cx="499" cy="227"/>
          </a:xfrm>
        </p:grpSpPr>
        <p:grpSp>
          <p:nvGrpSpPr>
            <p:cNvPr id="20" name="Group 442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0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1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96" name="Rectangle 445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7" name="Line 446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8" name="Line 447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9" name="Line 448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4" name="Line 449"/>
          <p:cNvSpPr>
            <a:spLocks noChangeShapeType="1"/>
          </p:cNvSpPr>
          <p:nvPr/>
        </p:nvSpPr>
        <p:spPr bwMode="auto">
          <a:xfrm flipV="1">
            <a:off x="2463588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1" name="Group 450"/>
          <p:cNvGrpSpPr>
            <a:grpSpLocks/>
          </p:cNvGrpSpPr>
          <p:nvPr/>
        </p:nvGrpSpPr>
        <p:grpSpPr bwMode="auto">
          <a:xfrm>
            <a:off x="6247765" y="4672117"/>
            <a:ext cx="594742" cy="270554"/>
            <a:chOff x="2475" y="3875"/>
            <a:chExt cx="499" cy="227"/>
          </a:xfrm>
        </p:grpSpPr>
        <p:grpSp>
          <p:nvGrpSpPr>
            <p:cNvPr id="22" name="Group 45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93" name="AutoShape 45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94" name="Rectangle 45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9" name="Rectangle 45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0" name="Line 45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1" name="Line 45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2" name="Line 45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6" name="Line 458"/>
          <p:cNvSpPr>
            <a:spLocks noChangeShapeType="1"/>
          </p:cNvSpPr>
          <p:nvPr/>
        </p:nvSpPr>
        <p:spPr bwMode="auto">
          <a:xfrm flipV="1">
            <a:off x="6356225" y="4942672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3" name="Group 459"/>
          <p:cNvGrpSpPr>
            <a:grpSpLocks/>
          </p:cNvGrpSpPr>
          <p:nvPr/>
        </p:nvGrpSpPr>
        <p:grpSpPr bwMode="auto">
          <a:xfrm>
            <a:off x="4787729" y="4672117"/>
            <a:ext cx="594741" cy="270554"/>
            <a:chOff x="2475" y="3875"/>
            <a:chExt cx="499" cy="227"/>
          </a:xfrm>
        </p:grpSpPr>
        <p:grpSp>
          <p:nvGrpSpPr>
            <p:cNvPr id="24" name="Group 460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86" name="AutoShape 46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7" name="Rectangle 46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2" name="Rectangle 46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83" name="Line 46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4" name="Line 46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5" name="Line 46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8" name="Line 467"/>
          <p:cNvSpPr>
            <a:spLocks noChangeShapeType="1"/>
          </p:cNvSpPr>
          <p:nvPr/>
        </p:nvSpPr>
        <p:spPr bwMode="auto">
          <a:xfrm flipV="1">
            <a:off x="5722566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5" name="Group 468"/>
          <p:cNvGrpSpPr>
            <a:grpSpLocks/>
          </p:cNvGrpSpPr>
          <p:nvPr/>
        </p:nvGrpSpPr>
        <p:grpSpPr bwMode="auto">
          <a:xfrm>
            <a:off x="3813973" y="4672117"/>
            <a:ext cx="594742" cy="270554"/>
            <a:chOff x="2475" y="3875"/>
            <a:chExt cx="499" cy="227"/>
          </a:xfrm>
        </p:grpSpPr>
        <p:grpSp>
          <p:nvGrpSpPr>
            <p:cNvPr id="26" name="Group 469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9" name="AutoShape 47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0" name="Rectangle 47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75" name="Rectangle 47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76" name="Line 47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7" name="Line 47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8" name="Line 47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0" name="Line 476"/>
          <p:cNvSpPr>
            <a:spLocks noChangeShapeType="1"/>
          </p:cNvSpPr>
          <p:nvPr/>
        </p:nvSpPr>
        <p:spPr bwMode="auto">
          <a:xfrm flipV="1">
            <a:off x="3275856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7" name="Group 477"/>
          <p:cNvGrpSpPr>
            <a:grpSpLocks/>
          </p:cNvGrpSpPr>
          <p:nvPr/>
        </p:nvGrpSpPr>
        <p:grpSpPr bwMode="auto">
          <a:xfrm>
            <a:off x="4629210" y="4293104"/>
            <a:ext cx="594742" cy="270554"/>
            <a:chOff x="2475" y="3875"/>
            <a:chExt cx="499" cy="227"/>
          </a:xfrm>
        </p:grpSpPr>
        <p:grpSp>
          <p:nvGrpSpPr>
            <p:cNvPr id="28" name="Group 478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2" name="AutoShape 47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73" name="Rectangle 48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8" name="Rectangle 48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9" name="Line 48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0" name="Line 48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1" name="Line 48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2" name="Line 485"/>
          <p:cNvSpPr>
            <a:spLocks noChangeShapeType="1"/>
          </p:cNvSpPr>
          <p:nvPr/>
        </p:nvSpPr>
        <p:spPr bwMode="auto">
          <a:xfrm flipV="1">
            <a:off x="4478972" y="4563659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9" name="Group 486"/>
          <p:cNvGrpSpPr>
            <a:grpSpLocks/>
          </p:cNvGrpSpPr>
          <p:nvPr/>
        </p:nvGrpSpPr>
        <p:grpSpPr bwMode="auto">
          <a:xfrm flipH="1">
            <a:off x="3980835" y="4293104"/>
            <a:ext cx="594742" cy="270554"/>
            <a:chOff x="2475" y="3875"/>
            <a:chExt cx="499" cy="227"/>
          </a:xfrm>
        </p:grpSpPr>
        <p:grpSp>
          <p:nvGrpSpPr>
            <p:cNvPr id="30" name="Group 487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65" name="AutoShape 48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66" name="Rectangle 48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1" name="Rectangle 49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2" name="Line 49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3" name="Line 49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4" name="Line 49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4" name="Rectangle 494"/>
          <p:cNvSpPr>
            <a:spLocks noChangeArrowheads="1"/>
          </p:cNvSpPr>
          <p:nvPr/>
        </p:nvSpPr>
        <p:spPr bwMode="auto">
          <a:xfrm rot="-5400000">
            <a:off x="2784201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7605" name="Line 495"/>
          <p:cNvSpPr>
            <a:spLocks noChangeShapeType="1"/>
          </p:cNvSpPr>
          <p:nvPr/>
        </p:nvSpPr>
        <p:spPr bwMode="auto">
          <a:xfrm flipV="1">
            <a:off x="543610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06" name="Line 496"/>
          <p:cNvSpPr>
            <a:spLocks noChangeShapeType="1"/>
          </p:cNvSpPr>
          <p:nvPr/>
        </p:nvSpPr>
        <p:spPr bwMode="auto">
          <a:xfrm flipH="1" flipV="1">
            <a:off x="5436104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07" name="Line 497"/>
          <p:cNvSpPr>
            <a:spLocks noChangeShapeType="1"/>
          </p:cNvSpPr>
          <p:nvPr/>
        </p:nvSpPr>
        <p:spPr bwMode="auto">
          <a:xfrm flipH="1" flipV="1">
            <a:off x="5436105" y="4510023"/>
            <a:ext cx="16328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08" name="Rectangle 498"/>
          <p:cNvSpPr>
            <a:spLocks noChangeArrowheads="1"/>
          </p:cNvSpPr>
          <p:nvPr/>
        </p:nvSpPr>
        <p:spPr bwMode="auto">
          <a:xfrm rot="-5400000">
            <a:off x="5217992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57609" name="Rectangle 499"/>
          <p:cNvSpPr>
            <a:spLocks noChangeArrowheads="1"/>
          </p:cNvSpPr>
          <p:nvPr/>
        </p:nvSpPr>
        <p:spPr bwMode="auto">
          <a:xfrm>
            <a:off x="6240614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0" name="Line 500"/>
          <p:cNvSpPr>
            <a:spLocks noChangeShapeType="1"/>
          </p:cNvSpPr>
          <p:nvPr/>
        </p:nvSpPr>
        <p:spPr bwMode="auto">
          <a:xfrm flipH="1" flipV="1">
            <a:off x="6139306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11" name="Line 501"/>
          <p:cNvSpPr>
            <a:spLocks noChangeShapeType="1"/>
          </p:cNvSpPr>
          <p:nvPr/>
        </p:nvSpPr>
        <p:spPr bwMode="auto">
          <a:xfrm flipV="1">
            <a:off x="4714826" y="4563658"/>
            <a:ext cx="1191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01" name="그룹 400"/>
          <p:cNvGrpSpPr/>
          <p:nvPr/>
        </p:nvGrpSpPr>
        <p:grpSpPr>
          <a:xfrm>
            <a:off x="3219451" y="2420888"/>
            <a:ext cx="378795" cy="246888"/>
            <a:chOff x="3219450" y="2420888"/>
            <a:chExt cx="378795" cy="246888"/>
          </a:xfrm>
        </p:grpSpPr>
        <p:sp>
          <p:nvSpPr>
            <p:cNvPr id="57616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7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57618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57619" name="Rectangle 527"/>
          <p:cNvSpPr>
            <a:spLocks noChangeArrowheads="1"/>
          </p:cNvSpPr>
          <p:nvPr/>
        </p:nvSpPr>
        <p:spPr bwMode="auto">
          <a:xfrm flipH="1">
            <a:off x="1112012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7620" name="Rectangle 571"/>
          <p:cNvSpPr>
            <a:spLocks noChangeArrowheads="1"/>
          </p:cNvSpPr>
          <p:nvPr/>
        </p:nvSpPr>
        <p:spPr bwMode="auto">
          <a:xfrm>
            <a:off x="3768286" y="2920712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7621" name="Line 572"/>
          <p:cNvSpPr>
            <a:spLocks noChangeShapeType="1"/>
          </p:cNvSpPr>
          <p:nvPr/>
        </p:nvSpPr>
        <p:spPr bwMode="auto">
          <a:xfrm rot="-5400000" flipH="1" flipV="1">
            <a:off x="3858668" y="2648809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22" name="Line 573"/>
          <p:cNvSpPr>
            <a:spLocks noChangeShapeType="1"/>
          </p:cNvSpPr>
          <p:nvPr/>
        </p:nvSpPr>
        <p:spPr bwMode="auto">
          <a:xfrm flipV="1">
            <a:off x="1485900" y="2595173"/>
            <a:ext cx="2438028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31" name="Group 574"/>
          <p:cNvGrpSpPr>
            <a:grpSpLocks/>
          </p:cNvGrpSpPr>
          <p:nvPr/>
        </p:nvGrpSpPr>
        <p:grpSpPr bwMode="auto">
          <a:xfrm rot="5400000">
            <a:off x="3837275" y="2753837"/>
            <a:ext cx="162094" cy="81047"/>
            <a:chOff x="3609" y="1970"/>
            <a:chExt cx="197" cy="91"/>
          </a:xfrm>
        </p:grpSpPr>
        <p:sp>
          <p:nvSpPr>
            <p:cNvPr id="5765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624" name="Rectangle 75"/>
          <p:cNvSpPr>
            <a:spLocks noChangeArrowheads="1"/>
          </p:cNvSpPr>
          <p:nvPr/>
        </p:nvSpPr>
        <p:spPr bwMode="auto">
          <a:xfrm flipH="1">
            <a:off x="2572050" y="3644728"/>
            <a:ext cx="531572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625" name="Rectangle 76"/>
          <p:cNvSpPr>
            <a:spLocks noChangeArrowheads="1"/>
          </p:cNvSpPr>
          <p:nvPr/>
        </p:nvSpPr>
        <p:spPr bwMode="auto">
          <a:xfrm>
            <a:off x="1639501" y="3315086"/>
            <a:ext cx="69247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57626" name="Line 77"/>
          <p:cNvSpPr>
            <a:spLocks noChangeShapeType="1"/>
          </p:cNvSpPr>
          <p:nvPr/>
        </p:nvSpPr>
        <p:spPr bwMode="auto">
          <a:xfrm flipH="1" flipV="1">
            <a:off x="1491024" y="3382768"/>
            <a:ext cx="6217876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0" name="Line 594"/>
          <p:cNvSpPr>
            <a:spLocks noChangeShapeType="1"/>
          </p:cNvSpPr>
          <p:nvPr/>
        </p:nvSpPr>
        <p:spPr bwMode="auto">
          <a:xfrm flipH="1" flipV="1">
            <a:off x="2123728" y="3645024"/>
            <a:ext cx="43264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1" name="Line 595"/>
          <p:cNvSpPr>
            <a:spLocks noChangeShapeType="1"/>
          </p:cNvSpPr>
          <p:nvPr/>
        </p:nvSpPr>
        <p:spPr bwMode="auto">
          <a:xfrm flipV="1">
            <a:off x="3104814" y="3808014"/>
            <a:ext cx="432647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3" name="Rectangle 597"/>
          <p:cNvSpPr>
            <a:spLocks noChangeArrowheads="1"/>
          </p:cNvSpPr>
          <p:nvPr/>
        </p:nvSpPr>
        <p:spPr bwMode="auto">
          <a:xfrm>
            <a:off x="2125208" y="3548679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44" name="Rectangle 598"/>
          <p:cNvSpPr>
            <a:spLocks noChangeArrowheads="1"/>
          </p:cNvSpPr>
          <p:nvPr/>
        </p:nvSpPr>
        <p:spPr bwMode="auto">
          <a:xfrm>
            <a:off x="3166791" y="3698363"/>
            <a:ext cx="4326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7645" name="Rectangle 599"/>
          <p:cNvSpPr>
            <a:spLocks noChangeArrowheads="1"/>
          </p:cNvSpPr>
          <p:nvPr/>
        </p:nvSpPr>
        <p:spPr bwMode="auto">
          <a:xfrm>
            <a:off x="2949870" y="3808014"/>
            <a:ext cx="78663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415" name="Group 600"/>
          <p:cNvGrpSpPr>
            <a:grpSpLocks/>
          </p:cNvGrpSpPr>
          <p:nvPr/>
        </p:nvGrpSpPr>
        <p:grpSpPr bwMode="auto">
          <a:xfrm>
            <a:off x="3779912" y="3717032"/>
            <a:ext cx="163286" cy="247908"/>
            <a:chOff x="2793" y="3799"/>
            <a:chExt cx="137" cy="208"/>
          </a:xfrm>
        </p:grpSpPr>
        <p:sp>
          <p:nvSpPr>
            <p:cNvPr id="57654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55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6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7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647" name="Line 605"/>
          <p:cNvSpPr>
            <a:spLocks noChangeShapeType="1"/>
          </p:cNvSpPr>
          <p:nvPr/>
        </p:nvSpPr>
        <p:spPr bwMode="auto">
          <a:xfrm flipV="1">
            <a:off x="3111963" y="3914774"/>
            <a:ext cx="664699" cy="507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50" name="Line 613"/>
          <p:cNvSpPr>
            <a:spLocks noChangeShapeType="1"/>
          </p:cNvSpPr>
          <p:nvPr/>
        </p:nvSpPr>
        <p:spPr bwMode="auto">
          <a:xfrm>
            <a:off x="2842602" y="3861647"/>
            <a:ext cx="0" cy="16209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7" name="TextBox 406"/>
          <p:cNvSpPr txBox="1"/>
          <p:nvPr/>
        </p:nvSpPr>
        <p:spPr>
          <a:xfrm>
            <a:off x="6372200" y="332656"/>
            <a:ext cx="16561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 smtClean="0"/>
              <a:t>A</a:t>
            </a:r>
            <a:endParaRPr lang="ko-KR" altLang="en-US" sz="1000" dirty="0"/>
          </a:p>
        </p:txBody>
      </p:sp>
      <p:sp>
        <p:nvSpPr>
          <p:cNvPr id="413" name="TextBox 412"/>
          <p:cNvSpPr txBox="1"/>
          <p:nvPr/>
        </p:nvSpPr>
        <p:spPr>
          <a:xfrm>
            <a:off x="4115569" y="5639023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3245123" y="5600397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5459338" y="560718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6" name="TextBox 415"/>
          <p:cNvSpPr txBox="1"/>
          <p:nvPr/>
        </p:nvSpPr>
        <p:spPr>
          <a:xfrm>
            <a:off x="6325592" y="5646390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5906244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3476005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4130427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0" name="TextBox 419"/>
          <p:cNvSpPr txBox="1"/>
          <p:nvPr/>
        </p:nvSpPr>
        <p:spPr>
          <a:xfrm>
            <a:off x="4024511" y="434287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4944740" y="4340721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2" name="TextBox 421"/>
          <p:cNvSpPr txBox="1"/>
          <p:nvPr/>
        </p:nvSpPr>
        <p:spPr>
          <a:xfrm>
            <a:off x="5101456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3" name="TextBox 422"/>
          <p:cNvSpPr txBox="1"/>
          <p:nvPr/>
        </p:nvSpPr>
        <p:spPr>
          <a:xfrm>
            <a:off x="2670914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6563841" y="472196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64" name="Rectangle 209"/>
          <p:cNvSpPr>
            <a:spLocks noChangeArrowheads="1"/>
          </p:cNvSpPr>
          <p:nvPr/>
        </p:nvSpPr>
        <p:spPr bwMode="auto">
          <a:xfrm flipH="1">
            <a:off x="1115616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65" name="Line 192"/>
          <p:cNvSpPr>
            <a:spLocks noChangeShapeType="1"/>
          </p:cNvSpPr>
          <p:nvPr/>
        </p:nvSpPr>
        <p:spPr bwMode="auto">
          <a:xfrm>
            <a:off x="890331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6" name="Line 190"/>
          <p:cNvSpPr>
            <a:spLocks noChangeShapeType="1"/>
          </p:cNvSpPr>
          <p:nvPr/>
        </p:nvSpPr>
        <p:spPr bwMode="auto">
          <a:xfrm flipH="1" flipV="1">
            <a:off x="895663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8" name="Rectangle 571"/>
          <p:cNvSpPr>
            <a:spLocks noChangeArrowheads="1"/>
          </p:cNvSpPr>
          <p:nvPr/>
        </p:nvSpPr>
        <p:spPr bwMode="auto">
          <a:xfrm>
            <a:off x="6732240" y="2883208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69" name="Group 574"/>
          <p:cNvGrpSpPr>
            <a:grpSpLocks/>
          </p:cNvGrpSpPr>
          <p:nvPr/>
        </p:nvGrpSpPr>
        <p:grpSpPr bwMode="auto">
          <a:xfrm rot="5400000">
            <a:off x="6801229" y="2716334"/>
            <a:ext cx="162094" cy="81047"/>
            <a:chOff x="3609" y="1970"/>
            <a:chExt cx="197" cy="91"/>
          </a:xfrm>
        </p:grpSpPr>
        <p:sp>
          <p:nvSpPr>
            <p:cNvPr id="370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71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72" name="Line 572"/>
          <p:cNvSpPr>
            <a:spLocks noChangeShapeType="1"/>
          </p:cNvSpPr>
          <p:nvPr/>
        </p:nvSpPr>
        <p:spPr bwMode="auto">
          <a:xfrm rot="-5400000" flipH="1" flipV="1">
            <a:off x="6834557" y="2620957"/>
            <a:ext cx="91269" cy="67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3" name="Line 573"/>
          <p:cNvSpPr>
            <a:spLocks noChangeShapeType="1"/>
          </p:cNvSpPr>
          <p:nvPr/>
        </p:nvSpPr>
        <p:spPr bwMode="auto">
          <a:xfrm flipV="1">
            <a:off x="3917950" y="2591230"/>
            <a:ext cx="2959100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75" name="꺾인 연결선 374"/>
          <p:cNvCxnSpPr/>
          <p:nvPr/>
        </p:nvCxnSpPr>
        <p:spPr>
          <a:xfrm>
            <a:off x="542926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Rectangle 93"/>
          <p:cNvSpPr>
            <a:spLocks noChangeArrowheads="1"/>
          </p:cNvSpPr>
          <p:nvPr/>
        </p:nvSpPr>
        <p:spPr bwMode="auto">
          <a:xfrm>
            <a:off x="58753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49" name="그룹 348"/>
          <p:cNvGrpSpPr/>
          <p:nvPr/>
        </p:nvGrpSpPr>
        <p:grpSpPr>
          <a:xfrm>
            <a:off x="7706444" y="3232026"/>
            <a:ext cx="374247" cy="82240"/>
            <a:chOff x="7706444" y="3562784"/>
            <a:chExt cx="374247" cy="82240"/>
          </a:xfrm>
        </p:grpSpPr>
        <p:sp>
          <p:nvSpPr>
            <p:cNvPr id="346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47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8" name="Line 9"/>
          <p:cNvSpPr>
            <a:spLocks noChangeShapeType="1"/>
          </p:cNvSpPr>
          <p:nvPr/>
        </p:nvSpPr>
        <p:spPr bwMode="auto">
          <a:xfrm flipH="1" flipV="1">
            <a:off x="1490896" y="3265805"/>
            <a:ext cx="6216776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7" name="Line 173"/>
          <p:cNvSpPr>
            <a:spLocks noChangeShapeType="1"/>
          </p:cNvSpPr>
          <p:nvPr/>
        </p:nvSpPr>
        <p:spPr bwMode="auto">
          <a:xfrm flipH="1">
            <a:off x="2964180" y="2895600"/>
            <a:ext cx="1270" cy="38125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4" name="Line 128"/>
          <p:cNvSpPr>
            <a:spLocks noChangeShapeType="1"/>
          </p:cNvSpPr>
          <p:nvPr/>
        </p:nvSpPr>
        <p:spPr bwMode="auto">
          <a:xfrm flipV="1">
            <a:off x="1949450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 flipH="1">
            <a:off x="1496286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7" name="Line 74"/>
          <p:cNvSpPr>
            <a:spLocks noChangeShapeType="1"/>
          </p:cNvSpPr>
          <p:nvPr/>
        </p:nvSpPr>
        <p:spPr bwMode="auto">
          <a:xfrm>
            <a:off x="312421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8" name="Line 75"/>
          <p:cNvSpPr>
            <a:spLocks noChangeShapeType="1"/>
          </p:cNvSpPr>
          <p:nvPr/>
        </p:nvSpPr>
        <p:spPr bwMode="auto">
          <a:xfrm flipH="1">
            <a:off x="1763688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9" name="Line 117"/>
          <p:cNvSpPr>
            <a:spLocks noChangeShapeType="1"/>
          </p:cNvSpPr>
          <p:nvPr/>
        </p:nvSpPr>
        <p:spPr bwMode="auto">
          <a:xfrm flipV="1">
            <a:off x="323528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0" name="Line 118"/>
          <p:cNvSpPr>
            <a:spLocks noChangeShapeType="1"/>
          </p:cNvSpPr>
          <p:nvPr/>
        </p:nvSpPr>
        <p:spPr bwMode="auto">
          <a:xfrm>
            <a:off x="323528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1" name="Line 134"/>
          <p:cNvSpPr>
            <a:spLocks noChangeShapeType="1"/>
          </p:cNvSpPr>
          <p:nvPr/>
        </p:nvSpPr>
        <p:spPr bwMode="auto">
          <a:xfrm flipV="1">
            <a:off x="323529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2" name="Line 135"/>
          <p:cNvSpPr>
            <a:spLocks noChangeShapeType="1"/>
          </p:cNvSpPr>
          <p:nvPr/>
        </p:nvSpPr>
        <p:spPr bwMode="auto">
          <a:xfrm>
            <a:off x="323530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4" name="Rectangle 207"/>
          <p:cNvSpPr>
            <a:spLocks noChangeArrowheads="1"/>
          </p:cNvSpPr>
          <p:nvPr/>
        </p:nvSpPr>
        <p:spPr bwMode="auto">
          <a:xfrm flipH="1">
            <a:off x="682873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5" name="Rectangle 208"/>
          <p:cNvSpPr>
            <a:spLocks noChangeArrowheads="1"/>
          </p:cNvSpPr>
          <p:nvPr/>
        </p:nvSpPr>
        <p:spPr bwMode="auto">
          <a:xfrm flipH="1">
            <a:off x="6839462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6843038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87" name="Rectangle 210"/>
          <p:cNvSpPr>
            <a:spLocks noChangeArrowheads="1"/>
          </p:cNvSpPr>
          <p:nvPr/>
        </p:nvSpPr>
        <p:spPr bwMode="auto">
          <a:xfrm flipH="1">
            <a:off x="6841846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88" name="Rectangle 211"/>
          <p:cNvSpPr>
            <a:spLocks noChangeArrowheads="1"/>
          </p:cNvSpPr>
          <p:nvPr/>
        </p:nvSpPr>
        <p:spPr bwMode="auto">
          <a:xfrm flipH="1">
            <a:off x="6841846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89" name="Rectangle 228"/>
          <p:cNvSpPr>
            <a:spLocks noChangeArrowheads="1"/>
          </p:cNvSpPr>
          <p:nvPr/>
        </p:nvSpPr>
        <p:spPr bwMode="auto">
          <a:xfrm>
            <a:off x="341405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90" name="Rectangle 229"/>
          <p:cNvSpPr>
            <a:spLocks noChangeArrowheads="1"/>
          </p:cNvSpPr>
          <p:nvPr/>
        </p:nvSpPr>
        <p:spPr bwMode="auto">
          <a:xfrm>
            <a:off x="44126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91" name="Rectangle 230"/>
          <p:cNvSpPr>
            <a:spLocks noChangeArrowheads="1"/>
          </p:cNvSpPr>
          <p:nvPr/>
        </p:nvSpPr>
        <p:spPr bwMode="auto">
          <a:xfrm>
            <a:off x="407352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92" name="Rectangle 231"/>
          <p:cNvSpPr>
            <a:spLocks noChangeArrowheads="1"/>
          </p:cNvSpPr>
          <p:nvPr/>
        </p:nvSpPr>
        <p:spPr bwMode="auto">
          <a:xfrm>
            <a:off x="35928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93" name="Rectangle 232"/>
          <p:cNvSpPr>
            <a:spLocks noChangeArrowheads="1"/>
          </p:cNvSpPr>
          <p:nvPr/>
        </p:nvSpPr>
        <p:spPr bwMode="auto">
          <a:xfrm>
            <a:off x="35928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96" name="Oval 567"/>
          <p:cNvSpPr>
            <a:spLocks noChangeArrowheads="1"/>
          </p:cNvSpPr>
          <p:nvPr/>
        </p:nvSpPr>
        <p:spPr bwMode="auto">
          <a:xfrm flipH="1">
            <a:off x="8019285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98" name="Oval 567"/>
          <p:cNvSpPr>
            <a:spLocks noChangeArrowheads="1"/>
          </p:cNvSpPr>
          <p:nvPr/>
        </p:nvSpPr>
        <p:spPr bwMode="auto">
          <a:xfrm flipH="1">
            <a:off x="8005078" y="615626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99" name="Line 109"/>
          <p:cNvSpPr>
            <a:spLocks noChangeShapeType="1"/>
          </p:cNvSpPr>
          <p:nvPr/>
        </p:nvSpPr>
        <p:spPr bwMode="auto">
          <a:xfrm flipH="1">
            <a:off x="1501056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0" name="Line 128"/>
          <p:cNvSpPr>
            <a:spLocks noChangeShapeType="1"/>
          </p:cNvSpPr>
          <p:nvPr/>
        </p:nvSpPr>
        <p:spPr bwMode="auto">
          <a:xfrm flipV="1">
            <a:off x="1848396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12" name="Line 77"/>
          <p:cNvSpPr>
            <a:spLocks noChangeShapeType="1"/>
          </p:cNvSpPr>
          <p:nvPr/>
        </p:nvSpPr>
        <p:spPr bwMode="auto">
          <a:xfrm flipH="1" flipV="1">
            <a:off x="1497076" y="3497068"/>
            <a:ext cx="6217876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25" name="Rectangle 102"/>
          <p:cNvSpPr>
            <a:spLocks noChangeArrowheads="1"/>
          </p:cNvSpPr>
          <p:nvPr/>
        </p:nvSpPr>
        <p:spPr bwMode="auto">
          <a:xfrm>
            <a:off x="1525960" y="3159057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426" name="Rectangle 102"/>
          <p:cNvSpPr>
            <a:spLocks noChangeArrowheads="1"/>
          </p:cNvSpPr>
          <p:nvPr/>
        </p:nvSpPr>
        <p:spPr bwMode="auto">
          <a:xfrm>
            <a:off x="1532310" y="340144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</a:t>
            </a:r>
            <a:r>
              <a:rPr lang="en-US" altLang="ko-KR" sz="600" dirty="0">
                <a:latin typeface="Arial" charset="0"/>
              </a:rPr>
              <a:t>Audio &amp; Signal</a:t>
            </a:r>
            <a:endParaRPr lang="ko-KR" altLang="ko-KR" dirty="0"/>
          </a:p>
        </p:txBody>
      </p:sp>
      <p:sp>
        <p:nvSpPr>
          <p:cNvPr id="427" name="Line 608"/>
          <p:cNvSpPr>
            <a:spLocks noChangeShapeType="1"/>
          </p:cNvSpPr>
          <p:nvPr/>
        </p:nvSpPr>
        <p:spPr bwMode="auto">
          <a:xfrm>
            <a:off x="2628900" y="3492500"/>
            <a:ext cx="5388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8" name="Line 211"/>
          <p:cNvSpPr>
            <a:spLocks noChangeShapeType="1"/>
          </p:cNvSpPr>
          <p:nvPr/>
        </p:nvSpPr>
        <p:spPr bwMode="auto">
          <a:xfrm>
            <a:off x="4358640" y="2880612"/>
            <a:ext cx="7620" cy="3962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0" name="Line 608"/>
          <p:cNvSpPr>
            <a:spLocks noChangeShapeType="1"/>
          </p:cNvSpPr>
          <p:nvPr/>
        </p:nvSpPr>
        <p:spPr bwMode="auto">
          <a:xfrm>
            <a:off x="2741930" y="3268980"/>
            <a:ext cx="2312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8" name="Line 608"/>
          <p:cNvSpPr>
            <a:spLocks noChangeShapeType="1"/>
          </p:cNvSpPr>
          <p:nvPr/>
        </p:nvSpPr>
        <p:spPr bwMode="auto">
          <a:xfrm flipH="1">
            <a:off x="2848952" y="3154680"/>
            <a:ext cx="7278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2" name="Line 608"/>
          <p:cNvSpPr>
            <a:spLocks noChangeShapeType="1"/>
          </p:cNvSpPr>
          <p:nvPr/>
        </p:nvSpPr>
        <p:spPr bwMode="auto">
          <a:xfrm>
            <a:off x="5845810" y="3276600"/>
            <a:ext cx="1116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649" name="Line 610"/>
          <p:cNvSpPr>
            <a:spLocks noChangeShapeType="1"/>
          </p:cNvSpPr>
          <p:nvPr/>
        </p:nvSpPr>
        <p:spPr bwMode="auto">
          <a:xfrm>
            <a:off x="5965552" y="3154681"/>
            <a:ext cx="389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1" name="Line 608"/>
          <p:cNvSpPr>
            <a:spLocks noChangeShapeType="1"/>
          </p:cNvSpPr>
          <p:nvPr/>
        </p:nvSpPr>
        <p:spPr bwMode="auto">
          <a:xfrm>
            <a:off x="3460750" y="3262630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7349" name="Line 609"/>
          <p:cNvSpPr>
            <a:spLocks noChangeShapeType="1"/>
          </p:cNvSpPr>
          <p:nvPr/>
        </p:nvSpPr>
        <p:spPr bwMode="auto">
          <a:xfrm>
            <a:off x="3561731" y="3154681"/>
            <a:ext cx="1041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28" name="Line 608"/>
          <p:cNvSpPr>
            <a:spLocks noChangeShapeType="1"/>
          </p:cNvSpPr>
          <p:nvPr/>
        </p:nvSpPr>
        <p:spPr bwMode="auto">
          <a:xfrm flipH="1">
            <a:off x="3683000" y="3498850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29" name="Line 608"/>
          <p:cNvSpPr>
            <a:spLocks noChangeShapeType="1"/>
          </p:cNvSpPr>
          <p:nvPr/>
        </p:nvSpPr>
        <p:spPr bwMode="auto">
          <a:xfrm flipH="1">
            <a:off x="6084168" y="3501008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50" name="그룹 449"/>
          <p:cNvGrpSpPr/>
          <p:nvPr/>
        </p:nvGrpSpPr>
        <p:grpSpPr>
          <a:xfrm>
            <a:off x="6807676" y="2966472"/>
            <a:ext cx="832684" cy="541776"/>
            <a:chOff x="6893238" y="1628800"/>
            <a:chExt cx="832684" cy="541776"/>
          </a:xfrm>
        </p:grpSpPr>
        <p:sp>
          <p:nvSpPr>
            <p:cNvPr id="445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446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447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448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49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</a:t>
              </a:r>
              <a:r>
                <a:rPr lang="en-US" altLang="ko-KR" sz="600" dirty="0">
                  <a:latin typeface="Arial" charset="0"/>
                </a:rPr>
                <a:t>Audio &amp; Signal</a:t>
              </a:r>
              <a:endParaRPr lang="ko-KR" altLang="ko-KR" dirty="0"/>
            </a:p>
          </p:txBody>
        </p:sp>
      </p:grpSp>
      <p:sp>
        <p:nvSpPr>
          <p:cNvPr id="451" name="Rectangle 106"/>
          <p:cNvSpPr>
            <a:spLocks noChangeArrowheads="1"/>
          </p:cNvSpPr>
          <p:nvPr/>
        </p:nvSpPr>
        <p:spPr bwMode="auto">
          <a:xfrm>
            <a:off x="1607436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52" name="Rectangle 106"/>
          <p:cNvSpPr>
            <a:spLocks noChangeArrowheads="1"/>
          </p:cNvSpPr>
          <p:nvPr/>
        </p:nvSpPr>
        <p:spPr bwMode="auto">
          <a:xfrm>
            <a:off x="161366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53" name="Rectangle 106"/>
          <p:cNvSpPr>
            <a:spLocks noChangeArrowheads="1"/>
          </p:cNvSpPr>
          <p:nvPr/>
        </p:nvSpPr>
        <p:spPr bwMode="auto">
          <a:xfrm>
            <a:off x="154004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54" name="Line 195"/>
          <p:cNvSpPr>
            <a:spLocks noChangeShapeType="1"/>
          </p:cNvSpPr>
          <p:nvPr/>
        </p:nvSpPr>
        <p:spPr bwMode="auto">
          <a:xfrm flipH="1" flipV="1">
            <a:off x="9988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56" name="Line 202"/>
          <p:cNvSpPr>
            <a:spLocks noChangeShapeType="1"/>
          </p:cNvSpPr>
          <p:nvPr/>
        </p:nvSpPr>
        <p:spPr bwMode="auto">
          <a:xfrm flipH="1" flipV="1">
            <a:off x="987929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58" name="Rectangle 74"/>
          <p:cNvSpPr>
            <a:spLocks noChangeArrowheads="1"/>
          </p:cNvSpPr>
          <p:nvPr/>
        </p:nvSpPr>
        <p:spPr bwMode="auto">
          <a:xfrm>
            <a:off x="1515718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7" name="Rectangle 209"/>
          <p:cNvSpPr>
            <a:spLocks noChangeArrowheads="1"/>
          </p:cNvSpPr>
          <p:nvPr/>
        </p:nvSpPr>
        <p:spPr bwMode="auto">
          <a:xfrm flipH="1">
            <a:off x="1115616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sp>
        <p:nvSpPr>
          <p:cNvPr id="394" name="Rectangle 75"/>
          <p:cNvSpPr>
            <a:spLocks noChangeArrowheads="1"/>
          </p:cNvSpPr>
          <p:nvPr/>
        </p:nvSpPr>
        <p:spPr bwMode="auto">
          <a:xfrm flipH="1">
            <a:off x="4139952" y="3645024"/>
            <a:ext cx="432048" cy="144016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DPH</a:t>
            </a:r>
            <a:r>
              <a:rPr lang="en-US" altLang="ko-KR" sz="600" dirty="0" smtClean="0"/>
              <a:t> </a:t>
            </a:r>
            <a:endParaRPr lang="en-US" altLang="ko-KR" sz="600" dirty="0">
              <a:latin typeface="Arial" charset="0"/>
            </a:endParaRPr>
          </a:p>
        </p:txBody>
      </p:sp>
      <p:grpSp>
        <p:nvGrpSpPr>
          <p:cNvPr id="431" name="Group 600"/>
          <p:cNvGrpSpPr>
            <a:grpSpLocks/>
          </p:cNvGrpSpPr>
          <p:nvPr/>
        </p:nvGrpSpPr>
        <p:grpSpPr bwMode="auto">
          <a:xfrm>
            <a:off x="4860032" y="3573016"/>
            <a:ext cx="163286" cy="247908"/>
            <a:chOff x="2793" y="3799"/>
            <a:chExt cx="137" cy="208"/>
          </a:xfrm>
        </p:grpSpPr>
        <p:sp>
          <p:nvSpPr>
            <p:cNvPr id="432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3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438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455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59" name="Line 605"/>
          <p:cNvSpPr>
            <a:spLocks noChangeShapeType="1"/>
          </p:cNvSpPr>
          <p:nvPr/>
        </p:nvSpPr>
        <p:spPr bwMode="auto">
          <a:xfrm flipV="1">
            <a:off x="3105150" y="3681413"/>
            <a:ext cx="1028700" cy="7937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60" name="Line 605"/>
          <p:cNvSpPr>
            <a:spLocks noChangeShapeType="1"/>
          </p:cNvSpPr>
          <p:nvPr/>
        </p:nvSpPr>
        <p:spPr bwMode="auto">
          <a:xfrm flipV="1">
            <a:off x="4572000" y="3717032"/>
            <a:ext cx="291636" cy="368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61" name="Rectangle 596"/>
          <p:cNvSpPr>
            <a:spLocks noChangeArrowheads="1"/>
          </p:cNvSpPr>
          <p:nvPr/>
        </p:nvSpPr>
        <p:spPr bwMode="auto">
          <a:xfrm flipH="1">
            <a:off x="5076056" y="3717032"/>
            <a:ext cx="280089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grpSp>
        <p:nvGrpSpPr>
          <p:cNvPr id="467" name="그룹 466"/>
          <p:cNvGrpSpPr/>
          <p:nvPr/>
        </p:nvGrpSpPr>
        <p:grpSpPr>
          <a:xfrm>
            <a:off x="3977258" y="116632"/>
            <a:ext cx="1007927" cy="972555"/>
            <a:chOff x="3977258" y="116632"/>
            <a:chExt cx="1007927" cy="972555"/>
          </a:xfrm>
        </p:grpSpPr>
        <p:sp>
          <p:nvSpPr>
            <p:cNvPr id="406" name="Rectangle 5"/>
            <p:cNvSpPr>
              <a:spLocks noChangeArrowheads="1"/>
            </p:cNvSpPr>
            <p:nvPr/>
          </p:nvSpPr>
          <p:spPr bwMode="auto">
            <a:xfrm>
              <a:off x="3995936" y="116632"/>
              <a:ext cx="989249" cy="2157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err="1" smtClean="0">
                  <a:latin typeface="Arial" charset="0"/>
                </a:rPr>
                <a:t>Wimx</a:t>
              </a:r>
              <a:endParaRPr lang="ko-KR" altLang="ko-KR" dirty="0"/>
            </a:p>
          </p:txBody>
        </p:sp>
        <p:grpSp>
          <p:nvGrpSpPr>
            <p:cNvPr id="408" name="Group 12"/>
            <p:cNvGrpSpPr>
              <a:grpSpLocks/>
            </p:cNvGrpSpPr>
            <p:nvPr/>
          </p:nvGrpSpPr>
          <p:grpSpPr bwMode="auto">
            <a:xfrm>
              <a:off x="3977258" y="311277"/>
              <a:ext cx="948726" cy="324188"/>
              <a:chOff x="5877" y="427"/>
              <a:chExt cx="953" cy="318"/>
            </a:xfrm>
          </p:grpSpPr>
          <p:sp>
            <p:nvSpPr>
              <p:cNvPr id="409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0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0" name="Line 15"/>
            <p:cNvSpPr>
              <a:spLocks noChangeShapeType="1"/>
            </p:cNvSpPr>
            <p:nvPr/>
          </p:nvSpPr>
          <p:spPr bwMode="auto">
            <a:xfrm>
              <a:off x="4482808" y="561570"/>
              <a:ext cx="5371" cy="42141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62" name="Oval 17"/>
            <p:cNvSpPr>
              <a:spLocks noChangeArrowheads="1"/>
            </p:cNvSpPr>
            <p:nvPr/>
          </p:nvSpPr>
          <p:spPr bwMode="auto">
            <a:xfrm>
              <a:off x="4427984" y="980728"/>
              <a:ext cx="108459" cy="10845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463" name="Group 22"/>
            <p:cNvGrpSpPr>
              <a:grpSpLocks/>
            </p:cNvGrpSpPr>
            <p:nvPr/>
          </p:nvGrpSpPr>
          <p:grpSpPr bwMode="auto">
            <a:xfrm>
              <a:off x="4455395" y="457877"/>
              <a:ext cx="53634" cy="103692"/>
              <a:chOff x="3016" y="2523"/>
              <a:chExt cx="91" cy="46"/>
            </a:xfrm>
          </p:grpSpPr>
          <p:sp>
            <p:nvSpPr>
              <p:cNvPr id="464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65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466" name="직사각형 465"/>
            <p:cNvSpPr/>
            <p:nvPr/>
          </p:nvSpPr>
          <p:spPr>
            <a:xfrm>
              <a:off x="4211960" y="738416"/>
              <a:ext cx="553204" cy="1440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CMU</a:t>
              </a:r>
              <a:endParaRPr lang="ko-KR" altLang="en-US" sz="10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Line 46"/>
          <p:cNvSpPr>
            <a:spLocks noChangeShapeType="1"/>
          </p:cNvSpPr>
          <p:nvPr/>
        </p:nvSpPr>
        <p:spPr bwMode="auto">
          <a:xfrm flipH="1" flipV="1">
            <a:off x="5927153" y="2849744"/>
            <a:ext cx="1262861" cy="23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7" name="Line 46"/>
          <p:cNvSpPr>
            <a:spLocks noChangeShapeType="1"/>
          </p:cNvSpPr>
          <p:nvPr/>
        </p:nvSpPr>
        <p:spPr bwMode="auto">
          <a:xfrm flipH="1" flipV="1">
            <a:off x="5939992" y="2948234"/>
            <a:ext cx="1262861" cy="23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none"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 flipH="1">
            <a:off x="307894" y="3374318"/>
            <a:ext cx="374247" cy="82240"/>
            <a:chOff x="7706444" y="3562784"/>
            <a:chExt cx="374247" cy="82240"/>
          </a:xfrm>
        </p:grpSpPr>
        <p:sp>
          <p:nvSpPr>
            <p:cNvPr id="5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6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7" name="그룹 6"/>
          <p:cNvGrpSpPr/>
          <p:nvPr/>
        </p:nvGrpSpPr>
        <p:grpSpPr>
          <a:xfrm flipH="1">
            <a:off x="301544" y="3490776"/>
            <a:ext cx="374247" cy="82240"/>
            <a:chOff x="7706444" y="3562784"/>
            <a:chExt cx="374247" cy="82240"/>
          </a:xfrm>
        </p:grpSpPr>
        <p:sp>
          <p:nvSpPr>
            <p:cNvPr id="8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9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10" name="Line 429"/>
          <p:cNvSpPr>
            <a:spLocks noChangeShapeType="1"/>
          </p:cNvSpPr>
          <p:nvPr/>
        </p:nvSpPr>
        <p:spPr bwMode="auto">
          <a:xfrm flipH="1" flipV="1">
            <a:off x="6002810" y="4823003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" name="Line 430"/>
          <p:cNvSpPr>
            <a:spLocks noChangeShapeType="1"/>
          </p:cNvSpPr>
          <p:nvPr/>
        </p:nvSpPr>
        <p:spPr bwMode="auto">
          <a:xfrm flipV="1">
            <a:off x="6158554" y="3746501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" name="Line 431"/>
          <p:cNvSpPr>
            <a:spLocks noChangeShapeType="1"/>
          </p:cNvSpPr>
          <p:nvPr/>
        </p:nvSpPr>
        <p:spPr bwMode="auto">
          <a:xfrm flipV="1">
            <a:off x="5825343" y="3746500"/>
            <a:ext cx="33321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" name="Rectangle 494"/>
          <p:cNvSpPr>
            <a:spLocks noChangeArrowheads="1"/>
          </p:cNvSpPr>
          <p:nvPr/>
        </p:nvSpPr>
        <p:spPr bwMode="auto">
          <a:xfrm rot="5400000" flipH="1">
            <a:off x="5557075" y="4287695"/>
            <a:ext cx="109629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14" name="Line 176"/>
          <p:cNvSpPr>
            <a:spLocks noChangeShapeType="1"/>
          </p:cNvSpPr>
          <p:nvPr/>
        </p:nvSpPr>
        <p:spPr bwMode="auto">
          <a:xfrm flipH="1">
            <a:off x="5425293" y="3376042"/>
            <a:ext cx="740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" name="Line 176"/>
          <p:cNvSpPr>
            <a:spLocks noChangeShapeType="1"/>
          </p:cNvSpPr>
          <p:nvPr/>
        </p:nvSpPr>
        <p:spPr bwMode="auto">
          <a:xfrm>
            <a:off x="5152857" y="4132202"/>
            <a:ext cx="863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" name="Line 377"/>
          <p:cNvSpPr>
            <a:spLocks noChangeShapeType="1"/>
          </p:cNvSpPr>
          <p:nvPr/>
        </p:nvSpPr>
        <p:spPr bwMode="auto">
          <a:xfrm>
            <a:off x="2743276" y="4132202"/>
            <a:ext cx="1945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1" name="그룹 20"/>
          <p:cNvGrpSpPr/>
          <p:nvPr/>
        </p:nvGrpSpPr>
        <p:grpSpPr>
          <a:xfrm flipH="1">
            <a:off x="3458703" y="2420888"/>
            <a:ext cx="378795" cy="246888"/>
            <a:chOff x="3219450" y="2420888"/>
            <a:chExt cx="378795" cy="246888"/>
          </a:xfrm>
        </p:grpSpPr>
        <p:sp>
          <p:nvSpPr>
            <p:cNvPr id="22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23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24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25" name="Freeform 548"/>
          <p:cNvSpPr>
            <a:spLocks/>
          </p:cNvSpPr>
          <p:nvPr/>
        </p:nvSpPr>
        <p:spPr bwMode="auto">
          <a:xfrm>
            <a:off x="359443" y="6187249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" name="Freeform 548"/>
          <p:cNvSpPr>
            <a:spLocks/>
          </p:cNvSpPr>
          <p:nvPr/>
        </p:nvSpPr>
        <p:spPr bwMode="auto">
          <a:xfrm>
            <a:off x="345237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" name="Line 560"/>
          <p:cNvSpPr>
            <a:spLocks noChangeShapeType="1"/>
          </p:cNvSpPr>
          <p:nvPr/>
        </p:nvSpPr>
        <p:spPr bwMode="auto">
          <a:xfrm>
            <a:off x="510121" y="3320541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" name="Rectangle 33"/>
          <p:cNvSpPr>
            <a:spLocks noChangeArrowheads="1"/>
          </p:cNvSpPr>
          <p:nvPr/>
        </p:nvSpPr>
        <p:spPr bwMode="auto">
          <a:xfrm flipH="1">
            <a:off x="6987915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30" name="Freeform 542"/>
          <p:cNvSpPr>
            <a:spLocks/>
          </p:cNvSpPr>
          <p:nvPr/>
        </p:nvSpPr>
        <p:spPr bwMode="auto">
          <a:xfrm>
            <a:off x="339683" y="515720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" name="Freeform 543"/>
          <p:cNvSpPr>
            <a:spLocks/>
          </p:cNvSpPr>
          <p:nvPr/>
        </p:nvSpPr>
        <p:spPr bwMode="auto">
          <a:xfrm>
            <a:off x="339683" y="5265667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" name="Freeform 544"/>
          <p:cNvSpPr>
            <a:spLocks/>
          </p:cNvSpPr>
          <p:nvPr/>
        </p:nvSpPr>
        <p:spPr bwMode="auto">
          <a:xfrm>
            <a:off x="339683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" name="Freeform 545"/>
          <p:cNvSpPr>
            <a:spLocks/>
          </p:cNvSpPr>
          <p:nvPr/>
        </p:nvSpPr>
        <p:spPr bwMode="auto">
          <a:xfrm>
            <a:off x="339683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" name="Freeform 548"/>
          <p:cNvSpPr>
            <a:spLocks/>
          </p:cNvSpPr>
          <p:nvPr/>
        </p:nvSpPr>
        <p:spPr bwMode="auto">
          <a:xfrm>
            <a:off x="344447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" name="Freeform 550"/>
          <p:cNvSpPr>
            <a:spLocks/>
          </p:cNvSpPr>
          <p:nvPr/>
        </p:nvSpPr>
        <p:spPr bwMode="auto">
          <a:xfrm>
            <a:off x="334916" y="59724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" name="Freeform 551"/>
          <p:cNvSpPr>
            <a:spLocks/>
          </p:cNvSpPr>
          <p:nvPr/>
        </p:nvSpPr>
        <p:spPr bwMode="auto">
          <a:xfrm>
            <a:off x="339683" y="5517762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" name="Freeform 552"/>
          <p:cNvSpPr>
            <a:spLocks/>
          </p:cNvSpPr>
          <p:nvPr/>
        </p:nvSpPr>
        <p:spPr bwMode="auto">
          <a:xfrm>
            <a:off x="341266" y="3049544"/>
            <a:ext cx="344450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" name="Freeform 553"/>
          <p:cNvSpPr>
            <a:spLocks/>
          </p:cNvSpPr>
          <p:nvPr/>
        </p:nvSpPr>
        <p:spPr bwMode="auto">
          <a:xfrm>
            <a:off x="346033" y="3160388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" name="Freeform 554"/>
          <p:cNvSpPr>
            <a:spLocks/>
          </p:cNvSpPr>
          <p:nvPr/>
        </p:nvSpPr>
        <p:spPr bwMode="auto">
          <a:xfrm>
            <a:off x="339683" y="402255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" name="Freeform 555"/>
          <p:cNvSpPr>
            <a:spLocks/>
          </p:cNvSpPr>
          <p:nvPr/>
        </p:nvSpPr>
        <p:spPr bwMode="auto">
          <a:xfrm>
            <a:off x="339683" y="4131010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1" name="Oval 556"/>
          <p:cNvSpPr>
            <a:spLocks noChangeArrowheads="1"/>
          </p:cNvSpPr>
          <p:nvPr/>
        </p:nvSpPr>
        <p:spPr bwMode="auto">
          <a:xfrm>
            <a:off x="308694" y="299911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2" name="Oval 557"/>
          <p:cNvSpPr>
            <a:spLocks noChangeArrowheads="1"/>
          </p:cNvSpPr>
          <p:nvPr/>
        </p:nvSpPr>
        <p:spPr bwMode="auto">
          <a:xfrm>
            <a:off x="308694" y="3107574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3" name="Oval 558"/>
          <p:cNvSpPr>
            <a:spLocks noChangeArrowheads="1"/>
          </p:cNvSpPr>
          <p:nvPr/>
        </p:nvSpPr>
        <p:spPr bwMode="auto">
          <a:xfrm>
            <a:off x="308694" y="3991562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4" name="Oval 559"/>
          <p:cNvSpPr>
            <a:spLocks noChangeArrowheads="1"/>
          </p:cNvSpPr>
          <p:nvPr/>
        </p:nvSpPr>
        <p:spPr bwMode="auto">
          <a:xfrm>
            <a:off x="308694" y="410002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5" name="Oval 561"/>
          <p:cNvSpPr>
            <a:spLocks noChangeArrowheads="1"/>
          </p:cNvSpPr>
          <p:nvPr/>
        </p:nvSpPr>
        <p:spPr bwMode="auto">
          <a:xfrm>
            <a:off x="308694" y="512621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6" name="Oval 562"/>
          <p:cNvSpPr>
            <a:spLocks noChangeArrowheads="1"/>
          </p:cNvSpPr>
          <p:nvPr/>
        </p:nvSpPr>
        <p:spPr bwMode="auto">
          <a:xfrm>
            <a:off x="308694" y="523467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7" name="Oval 563"/>
          <p:cNvSpPr>
            <a:spLocks noChangeArrowheads="1"/>
          </p:cNvSpPr>
          <p:nvPr/>
        </p:nvSpPr>
        <p:spPr bwMode="auto">
          <a:xfrm>
            <a:off x="308694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8" name="Oval 564"/>
          <p:cNvSpPr>
            <a:spLocks noChangeArrowheads="1"/>
          </p:cNvSpPr>
          <p:nvPr/>
        </p:nvSpPr>
        <p:spPr bwMode="auto">
          <a:xfrm>
            <a:off x="308694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49" name="Oval 567"/>
          <p:cNvSpPr>
            <a:spLocks noChangeArrowheads="1"/>
          </p:cNvSpPr>
          <p:nvPr/>
        </p:nvSpPr>
        <p:spPr bwMode="auto">
          <a:xfrm>
            <a:off x="313457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0" name="Oval 569"/>
          <p:cNvSpPr>
            <a:spLocks noChangeArrowheads="1"/>
          </p:cNvSpPr>
          <p:nvPr/>
        </p:nvSpPr>
        <p:spPr bwMode="auto">
          <a:xfrm>
            <a:off x="305119" y="594145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1" name="Oval 570"/>
          <p:cNvSpPr>
            <a:spLocks noChangeArrowheads="1"/>
          </p:cNvSpPr>
          <p:nvPr/>
        </p:nvSpPr>
        <p:spPr bwMode="auto">
          <a:xfrm>
            <a:off x="308694" y="5486773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684608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4" name="Line 6"/>
          <p:cNvSpPr>
            <a:spLocks noChangeShapeType="1"/>
          </p:cNvSpPr>
          <p:nvPr/>
        </p:nvSpPr>
        <p:spPr bwMode="auto">
          <a:xfrm flipV="1">
            <a:off x="682941" y="4021358"/>
            <a:ext cx="6216776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5" name="Line 7"/>
          <p:cNvSpPr>
            <a:spLocks noChangeShapeType="1"/>
          </p:cNvSpPr>
          <p:nvPr/>
        </p:nvSpPr>
        <p:spPr bwMode="auto">
          <a:xfrm flipV="1">
            <a:off x="682941" y="4129818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 flipH="1">
            <a:off x="3728161" y="4049963"/>
            <a:ext cx="49224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 flipH="1">
            <a:off x="3489787" y="3942695"/>
            <a:ext cx="81166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66" name="Rectangle 27"/>
          <p:cNvSpPr>
            <a:spLocks noChangeArrowheads="1"/>
          </p:cNvSpPr>
          <p:nvPr/>
        </p:nvSpPr>
        <p:spPr bwMode="auto">
          <a:xfrm flipH="1">
            <a:off x="3054756" y="2938329"/>
            <a:ext cx="493433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68" name="Rectangle 32"/>
          <p:cNvSpPr>
            <a:spLocks noChangeArrowheads="1"/>
          </p:cNvSpPr>
          <p:nvPr/>
        </p:nvSpPr>
        <p:spPr bwMode="auto">
          <a:xfrm rot="5400000">
            <a:off x="7556436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69" name="Rectangle 34"/>
          <p:cNvSpPr>
            <a:spLocks noChangeArrowheads="1"/>
          </p:cNvSpPr>
          <p:nvPr/>
        </p:nvSpPr>
        <p:spPr bwMode="auto">
          <a:xfrm flipH="1">
            <a:off x="6207243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70" name="Line 35"/>
          <p:cNvSpPr>
            <a:spLocks noChangeShapeType="1"/>
          </p:cNvSpPr>
          <p:nvPr/>
        </p:nvSpPr>
        <p:spPr bwMode="auto">
          <a:xfrm flipH="1" flipV="1">
            <a:off x="5927154" y="1570880"/>
            <a:ext cx="972563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4" name="Rectangle 40"/>
          <p:cNvSpPr>
            <a:spLocks noChangeArrowheads="1"/>
          </p:cNvSpPr>
          <p:nvPr/>
        </p:nvSpPr>
        <p:spPr bwMode="auto">
          <a:xfrm flipH="1">
            <a:off x="6353842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75" name="Line 41"/>
          <p:cNvSpPr>
            <a:spLocks noChangeShapeType="1"/>
          </p:cNvSpPr>
          <p:nvPr/>
        </p:nvSpPr>
        <p:spPr bwMode="auto">
          <a:xfrm flipH="1">
            <a:off x="6381256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3" name="Line 49"/>
          <p:cNvSpPr>
            <a:spLocks noChangeShapeType="1"/>
          </p:cNvSpPr>
          <p:nvPr/>
        </p:nvSpPr>
        <p:spPr bwMode="auto">
          <a:xfrm flipV="1">
            <a:off x="6737623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4" name="Line 50"/>
          <p:cNvSpPr>
            <a:spLocks noChangeShapeType="1"/>
          </p:cNvSpPr>
          <p:nvPr/>
        </p:nvSpPr>
        <p:spPr bwMode="auto">
          <a:xfrm flipH="1">
            <a:off x="6630355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5" name="Line 53"/>
          <p:cNvSpPr>
            <a:spLocks noChangeShapeType="1"/>
          </p:cNvSpPr>
          <p:nvPr/>
        </p:nvSpPr>
        <p:spPr bwMode="auto">
          <a:xfrm flipV="1">
            <a:off x="6737623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6" name="Line 54"/>
          <p:cNvSpPr>
            <a:spLocks noChangeShapeType="1"/>
          </p:cNvSpPr>
          <p:nvPr/>
        </p:nvSpPr>
        <p:spPr bwMode="auto">
          <a:xfrm flipV="1">
            <a:off x="6630355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1" name="Rectangle 59"/>
          <p:cNvSpPr>
            <a:spLocks noChangeArrowheads="1"/>
          </p:cNvSpPr>
          <p:nvPr/>
        </p:nvSpPr>
        <p:spPr bwMode="auto">
          <a:xfrm>
            <a:off x="6899716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92" name="Line 60"/>
          <p:cNvSpPr>
            <a:spLocks noChangeShapeType="1"/>
          </p:cNvSpPr>
          <p:nvPr/>
        </p:nvSpPr>
        <p:spPr bwMode="auto">
          <a:xfrm>
            <a:off x="6737623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3" name="Oval 61"/>
          <p:cNvSpPr>
            <a:spLocks noChangeArrowheads="1"/>
          </p:cNvSpPr>
          <p:nvPr/>
        </p:nvSpPr>
        <p:spPr bwMode="auto">
          <a:xfrm flipH="1">
            <a:off x="6683990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96" name="Rectangle 64"/>
          <p:cNvSpPr>
            <a:spLocks noChangeArrowheads="1"/>
          </p:cNvSpPr>
          <p:nvPr/>
        </p:nvSpPr>
        <p:spPr bwMode="auto">
          <a:xfrm flipH="1">
            <a:off x="6352651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97" name="Line 65"/>
          <p:cNvSpPr>
            <a:spLocks noChangeShapeType="1"/>
          </p:cNvSpPr>
          <p:nvPr/>
        </p:nvSpPr>
        <p:spPr bwMode="auto">
          <a:xfrm flipH="1">
            <a:off x="6359802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8" name="Rectangle 66"/>
          <p:cNvSpPr>
            <a:spLocks noChangeArrowheads="1"/>
          </p:cNvSpPr>
          <p:nvPr/>
        </p:nvSpPr>
        <p:spPr bwMode="auto">
          <a:xfrm flipH="1">
            <a:off x="6352651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99" name="Line 67"/>
          <p:cNvSpPr>
            <a:spLocks noChangeShapeType="1"/>
          </p:cNvSpPr>
          <p:nvPr/>
        </p:nvSpPr>
        <p:spPr bwMode="auto">
          <a:xfrm flipH="1">
            <a:off x="6359802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0" name="Rectangle 68"/>
          <p:cNvSpPr>
            <a:spLocks noChangeArrowheads="1"/>
          </p:cNvSpPr>
          <p:nvPr/>
        </p:nvSpPr>
        <p:spPr bwMode="auto">
          <a:xfrm flipH="1">
            <a:off x="6396749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101" name="Line 69"/>
          <p:cNvSpPr>
            <a:spLocks noChangeShapeType="1"/>
          </p:cNvSpPr>
          <p:nvPr/>
        </p:nvSpPr>
        <p:spPr bwMode="auto">
          <a:xfrm flipH="1">
            <a:off x="6359802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2" name="Rectangle 70"/>
          <p:cNvSpPr>
            <a:spLocks noChangeArrowheads="1"/>
          </p:cNvSpPr>
          <p:nvPr/>
        </p:nvSpPr>
        <p:spPr bwMode="auto">
          <a:xfrm flipH="1">
            <a:off x="6089248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103" name="Line 71"/>
          <p:cNvSpPr>
            <a:spLocks noChangeShapeType="1"/>
          </p:cNvSpPr>
          <p:nvPr/>
        </p:nvSpPr>
        <p:spPr bwMode="auto">
          <a:xfrm flipH="1" flipV="1">
            <a:off x="5927154" y="1084599"/>
            <a:ext cx="972563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4" name="Rectangle 72"/>
          <p:cNvSpPr>
            <a:spLocks noChangeArrowheads="1"/>
          </p:cNvSpPr>
          <p:nvPr/>
        </p:nvSpPr>
        <p:spPr bwMode="auto">
          <a:xfrm flipH="1">
            <a:off x="6207243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105" name="Line 73"/>
          <p:cNvSpPr>
            <a:spLocks noChangeShapeType="1"/>
          </p:cNvSpPr>
          <p:nvPr/>
        </p:nvSpPr>
        <p:spPr bwMode="auto">
          <a:xfrm flipH="1" flipV="1">
            <a:off x="5927154" y="1678148"/>
            <a:ext cx="972563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6" name="Rectangle 74"/>
          <p:cNvSpPr>
            <a:spLocks noChangeArrowheads="1"/>
          </p:cNvSpPr>
          <p:nvPr/>
        </p:nvSpPr>
        <p:spPr bwMode="auto">
          <a:xfrm flipH="1">
            <a:off x="6368145" y="2760355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107" name="Rectangle 81"/>
          <p:cNvSpPr>
            <a:spLocks noChangeArrowheads="1"/>
          </p:cNvSpPr>
          <p:nvPr/>
        </p:nvSpPr>
        <p:spPr bwMode="auto">
          <a:xfrm flipH="1">
            <a:off x="7387191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108" name="Line 82"/>
          <p:cNvSpPr>
            <a:spLocks noChangeShapeType="1"/>
          </p:cNvSpPr>
          <p:nvPr/>
        </p:nvSpPr>
        <p:spPr bwMode="auto">
          <a:xfrm flipH="1" flipV="1">
            <a:off x="7278731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9" name="Rectangle 83"/>
          <p:cNvSpPr>
            <a:spLocks noChangeArrowheads="1"/>
          </p:cNvSpPr>
          <p:nvPr/>
        </p:nvSpPr>
        <p:spPr bwMode="auto">
          <a:xfrm flipH="1">
            <a:off x="5241832" y="5071394"/>
            <a:ext cx="523229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110" name="Line 84"/>
          <p:cNvSpPr>
            <a:spLocks noChangeShapeType="1"/>
          </p:cNvSpPr>
          <p:nvPr/>
        </p:nvSpPr>
        <p:spPr bwMode="auto">
          <a:xfrm flipH="1">
            <a:off x="682941" y="5158398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1" name="Line 85"/>
          <p:cNvSpPr>
            <a:spLocks noChangeShapeType="1"/>
          </p:cNvSpPr>
          <p:nvPr/>
        </p:nvSpPr>
        <p:spPr bwMode="auto">
          <a:xfrm flipH="1">
            <a:off x="682941" y="5266859"/>
            <a:ext cx="6216776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2" name="Rectangle 86"/>
          <p:cNvSpPr>
            <a:spLocks noChangeArrowheads="1"/>
          </p:cNvSpPr>
          <p:nvPr/>
        </p:nvSpPr>
        <p:spPr bwMode="auto">
          <a:xfrm flipH="1">
            <a:off x="5240638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113" name="Rectangle 87"/>
          <p:cNvSpPr>
            <a:spLocks noChangeArrowheads="1"/>
          </p:cNvSpPr>
          <p:nvPr/>
        </p:nvSpPr>
        <p:spPr bwMode="auto">
          <a:xfrm flipH="1">
            <a:off x="5324289" y="5886630"/>
            <a:ext cx="523229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114" name="Line 88"/>
          <p:cNvSpPr>
            <a:spLocks noChangeShapeType="1"/>
          </p:cNvSpPr>
          <p:nvPr/>
        </p:nvSpPr>
        <p:spPr bwMode="auto">
          <a:xfrm flipH="1" flipV="1">
            <a:off x="682941" y="5517762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5" name="Line 89"/>
          <p:cNvSpPr>
            <a:spLocks noChangeShapeType="1"/>
          </p:cNvSpPr>
          <p:nvPr/>
        </p:nvSpPr>
        <p:spPr bwMode="auto">
          <a:xfrm flipH="1" flipV="1">
            <a:off x="682941" y="5970060"/>
            <a:ext cx="621677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6" name="Rectangle 90"/>
          <p:cNvSpPr>
            <a:spLocks noChangeArrowheads="1"/>
          </p:cNvSpPr>
          <p:nvPr/>
        </p:nvSpPr>
        <p:spPr bwMode="auto">
          <a:xfrm flipH="1">
            <a:off x="5339858" y="5425989"/>
            <a:ext cx="522038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117" name="Rectangle 91"/>
          <p:cNvSpPr>
            <a:spLocks noChangeArrowheads="1"/>
          </p:cNvSpPr>
          <p:nvPr/>
        </p:nvSpPr>
        <p:spPr bwMode="auto">
          <a:xfrm>
            <a:off x="4684038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118" name="Rectangle 93"/>
          <p:cNvSpPr>
            <a:spLocks noChangeArrowheads="1"/>
          </p:cNvSpPr>
          <p:nvPr/>
        </p:nvSpPr>
        <p:spPr bwMode="auto">
          <a:xfrm flipH="1">
            <a:off x="6089248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119" name="Rectangle 94"/>
          <p:cNvSpPr>
            <a:spLocks noChangeArrowheads="1"/>
          </p:cNvSpPr>
          <p:nvPr/>
        </p:nvSpPr>
        <p:spPr bwMode="auto">
          <a:xfrm flipH="1">
            <a:off x="5927153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121" name="Line 107"/>
          <p:cNvSpPr>
            <a:spLocks noChangeShapeType="1"/>
          </p:cNvSpPr>
          <p:nvPr/>
        </p:nvSpPr>
        <p:spPr bwMode="auto">
          <a:xfrm flipV="1">
            <a:off x="6197708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3" name="Line 109"/>
          <p:cNvSpPr>
            <a:spLocks noChangeShapeType="1"/>
          </p:cNvSpPr>
          <p:nvPr/>
        </p:nvSpPr>
        <p:spPr bwMode="auto">
          <a:xfrm flipV="1">
            <a:off x="630616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4" name="Rectangle 112"/>
          <p:cNvSpPr>
            <a:spLocks noChangeArrowheads="1"/>
          </p:cNvSpPr>
          <p:nvPr/>
        </p:nvSpPr>
        <p:spPr bwMode="auto">
          <a:xfrm rot="5400000">
            <a:off x="5593431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25" name="Rectangle 115"/>
          <p:cNvSpPr>
            <a:spLocks noChangeArrowheads="1"/>
          </p:cNvSpPr>
          <p:nvPr/>
        </p:nvSpPr>
        <p:spPr bwMode="auto">
          <a:xfrm flipH="1">
            <a:off x="7357394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26" name="Line 116"/>
          <p:cNvSpPr>
            <a:spLocks noChangeShapeType="1"/>
          </p:cNvSpPr>
          <p:nvPr/>
        </p:nvSpPr>
        <p:spPr bwMode="auto">
          <a:xfrm flipH="1">
            <a:off x="7278731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7" name="Line 118"/>
          <p:cNvSpPr>
            <a:spLocks noChangeShapeType="1"/>
          </p:cNvSpPr>
          <p:nvPr/>
        </p:nvSpPr>
        <p:spPr bwMode="auto">
          <a:xfrm flipH="1" flipV="1">
            <a:off x="7819838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8" name="Line 128"/>
          <p:cNvSpPr>
            <a:spLocks noChangeShapeType="1"/>
          </p:cNvSpPr>
          <p:nvPr/>
        </p:nvSpPr>
        <p:spPr bwMode="auto">
          <a:xfrm flipH="1" flipV="1">
            <a:off x="6306168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9" name="Line 129"/>
          <p:cNvSpPr>
            <a:spLocks noChangeShapeType="1"/>
          </p:cNvSpPr>
          <p:nvPr/>
        </p:nvSpPr>
        <p:spPr bwMode="auto">
          <a:xfrm flipV="1">
            <a:off x="6193642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0" name="Rectangle 157"/>
          <p:cNvSpPr>
            <a:spLocks noChangeArrowheads="1"/>
          </p:cNvSpPr>
          <p:nvPr/>
        </p:nvSpPr>
        <p:spPr bwMode="auto">
          <a:xfrm flipH="1">
            <a:off x="5327644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131" name="Line 158"/>
          <p:cNvSpPr>
            <a:spLocks noChangeShapeType="1"/>
          </p:cNvSpPr>
          <p:nvPr/>
        </p:nvSpPr>
        <p:spPr bwMode="auto">
          <a:xfrm flipV="1">
            <a:off x="5225146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2" name="Line 175"/>
          <p:cNvSpPr>
            <a:spLocks noChangeShapeType="1"/>
          </p:cNvSpPr>
          <p:nvPr/>
        </p:nvSpPr>
        <p:spPr bwMode="auto">
          <a:xfrm flipH="1">
            <a:off x="5042878" y="4023741"/>
            <a:ext cx="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6" name="Rectangle 182"/>
          <p:cNvSpPr>
            <a:spLocks noChangeArrowheads="1"/>
          </p:cNvSpPr>
          <p:nvPr/>
        </p:nvSpPr>
        <p:spPr bwMode="auto">
          <a:xfrm>
            <a:off x="6899716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137" name="Rectangle 183"/>
          <p:cNvSpPr>
            <a:spLocks noChangeArrowheads="1"/>
          </p:cNvSpPr>
          <p:nvPr/>
        </p:nvSpPr>
        <p:spPr bwMode="auto">
          <a:xfrm>
            <a:off x="6899716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138" name="Rectangle 185"/>
          <p:cNvSpPr>
            <a:spLocks noChangeArrowheads="1"/>
          </p:cNvSpPr>
          <p:nvPr/>
        </p:nvSpPr>
        <p:spPr bwMode="auto">
          <a:xfrm>
            <a:off x="6899716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139" name="Rectangle 186"/>
          <p:cNvSpPr>
            <a:spLocks noChangeArrowheads="1"/>
          </p:cNvSpPr>
          <p:nvPr/>
        </p:nvSpPr>
        <p:spPr bwMode="auto">
          <a:xfrm>
            <a:off x="6899716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140" name="Rectangle 187"/>
          <p:cNvSpPr>
            <a:spLocks noChangeArrowheads="1"/>
          </p:cNvSpPr>
          <p:nvPr/>
        </p:nvSpPr>
        <p:spPr bwMode="auto">
          <a:xfrm>
            <a:off x="6899716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141" name="Rectangle 188"/>
          <p:cNvSpPr>
            <a:spLocks noChangeArrowheads="1"/>
          </p:cNvSpPr>
          <p:nvPr/>
        </p:nvSpPr>
        <p:spPr bwMode="auto">
          <a:xfrm>
            <a:off x="6899716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142" name="Line 190"/>
          <p:cNvSpPr>
            <a:spLocks noChangeShapeType="1"/>
          </p:cNvSpPr>
          <p:nvPr/>
        </p:nvSpPr>
        <p:spPr bwMode="auto">
          <a:xfrm flipV="1">
            <a:off x="7494458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3" name="Line 191"/>
          <p:cNvSpPr>
            <a:spLocks noChangeShapeType="1"/>
          </p:cNvSpPr>
          <p:nvPr/>
        </p:nvSpPr>
        <p:spPr bwMode="auto">
          <a:xfrm flipH="1" flipV="1">
            <a:off x="7276346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4" name="Line 192"/>
          <p:cNvSpPr>
            <a:spLocks noChangeShapeType="1"/>
          </p:cNvSpPr>
          <p:nvPr/>
        </p:nvSpPr>
        <p:spPr bwMode="auto">
          <a:xfrm flipH="1">
            <a:off x="7275156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5" name="Rectangle 193"/>
          <p:cNvSpPr>
            <a:spLocks noChangeArrowheads="1"/>
          </p:cNvSpPr>
          <p:nvPr/>
        </p:nvSpPr>
        <p:spPr bwMode="auto">
          <a:xfrm>
            <a:off x="6899716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146" name="Line 195"/>
          <p:cNvSpPr>
            <a:spLocks noChangeShapeType="1"/>
          </p:cNvSpPr>
          <p:nvPr/>
        </p:nvSpPr>
        <p:spPr bwMode="auto">
          <a:xfrm flipV="1">
            <a:off x="7276346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7" name="Line 197"/>
          <p:cNvSpPr>
            <a:spLocks noChangeShapeType="1"/>
          </p:cNvSpPr>
          <p:nvPr/>
        </p:nvSpPr>
        <p:spPr bwMode="auto">
          <a:xfrm flipV="1">
            <a:off x="7275156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8" name="Line 198"/>
          <p:cNvSpPr>
            <a:spLocks noChangeShapeType="1"/>
          </p:cNvSpPr>
          <p:nvPr/>
        </p:nvSpPr>
        <p:spPr bwMode="auto">
          <a:xfrm flipV="1">
            <a:off x="7275156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9" name="Line 199"/>
          <p:cNvSpPr>
            <a:spLocks noChangeShapeType="1"/>
          </p:cNvSpPr>
          <p:nvPr/>
        </p:nvSpPr>
        <p:spPr bwMode="auto">
          <a:xfrm>
            <a:off x="7276346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0" name="Line 200"/>
          <p:cNvSpPr>
            <a:spLocks noChangeShapeType="1"/>
          </p:cNvSpPr>
          <p:nvPr/>
        </p:nvSpPr>
        <p:spPr bwMode="auto">
          <a:xfrm>
            <a:off x="7275155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1" name="Line 201"/>
          <p:cNvSpPr>
            <a:spLocks noChangeShapeType="1"/>
          </p:cNvSpPr>
          <p:nvPr/>
        </p:nvSpPr>
        <p:spPr bwMode="auto">
          <a:xfrm flipV="1">
            <a:off x="7387190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2" name="Line 202"/>
          <p:cNvSpPr>
            <a:spLocks noChangeShapeType="1"/>
          </p:cNvSpPr>
          <p:nvPr/>
        </p:nvSpPr>
        <p:spPr bwMode="auto">
          <a:xfrm flipH="1" flipV="1">
            <a:off x="7399109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3" name="Rectangle 203"/>
          <p:cNvSpPr>
            <a:spLocks noChangeArrowheads="1"/>
          </p:cNvSpPr>
          <p:nvPr/>
        </p:nvSpPr>
        <p:spPr bwMode="auto">
          <a:xfrm rot="5400000" flipH="1">
            <a:off x="7376463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154" name="Rectangle 204"/>
          <p:cNvSpPr>
            <a:spLocks noChangeArrowheads="1"/>
          </p:cNvSpPr>
          <p:nvPr/>
        </p:nvSpPr>
        <p:spPr bwMode="auto">
          <a:xfrm rot="5400000" flipH="1">
            <a:off x="7130343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155" name="Rectangle 205"/>
          <p:cNvSpPr>
            <a:spLocks noChangeArrowheads="1"/>
          </p:cNvSpPr>
          <p:nvPr/>
        </p:nvSpPr>
        <p:spPr bwMode="auto">
          <a:xfrm rot="5400000" flipH="1">
            <a:off x="7080286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156" name="Line 207"/>
          <p:cNvSpPr>
            <a:spLocks noChangeShapeType="1"/>
          </p:cNvSpPr>
          <p:nvPr/>
        </p:nvSpPr>
        <p:spPr bwMode="auto">
          <a:xfrm>
            <a:off x="7275156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7" name="Line 208"/>
          <p:cNvSpPr>
            <a:spLocks noChangeShapeType="1"/>
          </p:cNvSpPr>
          <p:nvPr/>
        </p:nvSpPr>
        <p:spPr bwMode="auto">
          <a:xfrm flipH="1" flipV="1">
            <a:off x="7387193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58" name="Rectangle 210"/>
          <p:cNvSpPr>
            <a:spLocks noChangeArrowheads="1"/>
          </p:cNvSpPr>
          <p:nvPr/>
        </p:nvSpPr>
        <p:spPr bwMode="auto">
          <a:xfrm rot="5400000">
            <a:off x="5593431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159" name="Rectangle 259"/>
          <p:cNvSpPr>
            <a:spLocks noChangeArrowheads="1"/>
          </p:cNvSpPr>
          <p:nvPr/>
        </p:nvSpPr>
        <p:spPr bwMode="auto">
          <a:xfrm>
            <a:off x="2823533" y="5064242"/>
            <a:ext cx="523230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160" name="Rectangle 260"/>
          <p:cNvSpPr>
            <a:spLocks noChangeArrowheads="1"/>
          </p:cNvSpPr>
          <p:nvPr/>
        </p:nvSpPr>
        <p:spPr bwMode="auto">
          <a:xfrm>
            <a:off x="2825917" y="5179853"/>
            <a:ext cx="522038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161" name="Rectangle 264"/>
          <p:cNvSpPr>
            <a:spLocks noChangeArrowheads="1"/>
          </p:cNvSpPr>
          <p:nvPr/>
        </p:nvSpPr>
        <p:spPr bwMode="auto">
          <a:xfrm>
            <a:off x="868205" y="4035661"/>
            <a:ext cx="692475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162" name="Line 8"/>
          <p:cNvSpPr>
            <a:spLocks noChangeShapeType="1"/>
          </p:cNvSpPr>
          <p:nvPr/>
        </p:nvSpPr>
        <p:spPr bwMode="auto">
          <a:xfrm flipV="1">
            <a:off x="682941" y="3045597"/>
            <a:ext cx="621677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3" name="Line 26"/>
          <p:cNvSpPr>
            <a:spLocks noChangeShapeType="1"/>
          </p:cNvSpPr>
          <p:nvPr/>
        </p:nvSpPr>
        <p:spPr bwMode="auto">
          <a:xfrm>
            <a:off x="3790508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4" name="Rectangle 101"/>
          <p:cNvSpPr>
            <a:spLocks noChangeArrowheads="1"/>
          </p:cNvSpPr>
          <p:nvPr/>
        </p:nvSpPr>
        <p:spPr bwMode="auto">
          <a:xfrm flipH="1">
            <a:off x="6197708" y="2972895"/>
            <a:ext cx="493433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165" name="Line 174"/>
          <p:cNvSpPr>
            <a:spLocks noChangeShapeType="1"/>
          </p:cNvSpPr>
          <p:nvPr/>
        </p:nvSpPr>
        <p:spPr bwMode="auto">
          <a:xfrm>
            <a:off x="5192884" y="2776235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7" name="Rectangle 265"/>
          <p:cNvSpPr>
            <a:spLocks noChangeArrowheads="1"/>
          </p:cNvSpPr>
          <p:nvPr/>
        </p:nvSpPr>
        <p:spPr bwMode="auto">
          <a:xfrm>
            <a:off x="983697" y="3917667"/>
            <a:ext cx="804510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168" name="Line 9"/>
          <p:cNvSpPr>
            <a:spLocks noChangeShapeType="1"/>
          </p:cNvSpPr>
          <p:nvPr/>
        </p:nvSpPr>
        <p:spPr bwMode="auto">
          <a:xfrm flipV="1">
            <a:off x="682941" y="3152865"/>
            <a:ext cx="6216776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69" name="Rectangle 28"/>
          <p:cNvSpPr>
            <a:spLocks noChangeArrowheads="1"/>
          </p:cNvSpPr>
          <p:nvPr/>
        </p:nvSpPr>
        <p:spPr bwMode="auto">
          <a:xfrm flipH="1">
            <a:off x="2855714" y="3040830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171" name="Rectangle 102"/>
          <p:cNvSpPr>
            <a:spLocks noChangeArrowheads="1"/>
          </p:cNvSpPr>
          <p:nvPr/>
        </p:nvSpPr>
        <p:spPr bwMode="auto">
          <a:xfrm flipH="1">
            <a:off x="6089248" y="305513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172" name="Line 173"/>
          <p:cNvSpPr>
            <a:spLocks noChangeShapeType="1"/>
          </p:cNvSpPr>
          <p:nvPr/>
        </p:nvSpPr>
        <p:spPr bwMode="auto">
          <a:xfrm flipH="1">
            <a:off x="5312852" y="288985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73" name="Line 211"/>
          <p:cNvSpPr>
            <a:spLocks noChangeShapeType="1"/>
          </p:cNvSpPr>
          <p:nvPr/>
        </p:nvSpPr>
        <p:spPr bwMode="auto">
          <a:xfrm flipH="1">
            <a:off x="3916826" y="2883504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75" name="Rectangle 375"/>
          <p:cNvSpPr>
            <a:spLocks noChangeArrowheads="1"/>
          </p:cNvSpPr>
          <p:nvPr/>
        </p:nvSpPr>
        <p:spPr bwMode="auto">
          <a:xfrm>
            <a:off x="2252630" y="4295487"/>
            <a:ext cx="539915" cy="270554"/>
          </a:xfrm>
          <a:prstGeom prst="rect">
            <a:avLst/>
          </a:prstGeom>
          <a:solidFill>
            <a:srgbClr val="CCFF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Conductor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176" name="Line 376"/>
          <p:cNvSpPr>
            <a:spLocks noChangeShapeType="1"/>
          </p:cNvSpPr>
          <p:nvPr/>
        </p:nvSpPr>
        <p:spPr bwMode="auto">
          <a:xfrm flipH="1">
            <a:off x="2652972" y="4023741"/>
            <a:ext cx="1191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77" name="Rectangle 380"/>
          <p:cNvSpPr>
            <a:spLocks noChangeArrowheads="1"/>
          </p:cNvSpPr>
          <p:nvPr/>
        </p:nvSpPr>
        <p:spPr bwMode="auto">
          <a:xfrm>
            <a:off x="3394438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178" name="Rectangle 381"/>
          <p:cNvSpPr>
            <a:spLocks noChangeArrowheads="1"/>
          </p:cNvSpPr>
          <p:nvPr/>
        </p:nvSpPr>
        <p:spPr bwMode="auto">
          <a:xfrm>
            <a:off x="4737671" y="2667777"/>
            <a:ext cx="865295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179" name="Group 382"/>
          <p:cNvGrpSpPr>
            <a:grpSpLocks/>
          </p:cNvGrpSpPr>
          <p:nvPr/>
        </p:nvGrpSpPr>
        <p:grpSpPr bwMode="auto">
          <a:xfrm rot="10800000" flipH="1" flipV="1">
            <a:off x="4844940" y="5579740"/>
            <a:ext cx="324188" cy="160902"/>
            <a:chOff x="1477" y="3739"/>
            <a:chExt cx="227" cy="91"/>
          </a:xfrm>
        </p:grpSpPr>
        <p:sp>
          <p:nvSpPr>
            <p:cNvPr id="180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1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8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182" name="Rectangle 385"/>
          <p:cNvSpPr>
            <a:spLocks noChangeArrowheads="1"/>
          </p:cNvSpPr>
          <p:nvPr/>
        </p:nvSpPr>
        <p:spPr bwMode="auto">
          <a:xfrm rot="10800000" flipV="1">
            <a:off x="5222760" y="5579740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183" name="Line 386"/>
          <p:cNvSpPr>
            <a:spLocks noChangeShapeType="1"/>
          </p:cNvSpPr>
          <p:nvPr/>
        </p:nvSpPr>
        <p:spPr bwMode="auto">
          <a:xfrm flipH="1" flipV="1">
            <a:off x="5007033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4" name="Line 387"/>
          <p:cNvSpPr>
            <a:spLocks noChangeShapeType="1"/>
          </p:cNvSpPr>
          <p:nvPr/>
        </p:nvSpPr>
        <p:spPr bwMode="auto">
          <a:xfrm flipH="1">
            <a:off x="5008226" y="5849101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5" name="Line 388"/>
          <p:cNvSpPr>
            <a:spLocks noChangeShapeType="1"/>
          </p:cNvSpPr>
          <p:nvPr/>
        </p:nvSpPr>
        <p:spPr bwMode="auto">
          <a:xfrm flipH="1">
            <a:off x="5331220" y="5740642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6" name="Line 389"/>
          <p:cNvSpPr>
            <a:spLocks noChangeShapeType="1"/>
          </p:cNvSpPr>
          <p:nvPr/>
        </p:nvSpPr>
        <p:spPr bwMode="auto">
          <a:xfrm>
            <a:off x="5656600" y="5517763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7" name="Line 390"/>
          <p:cNvSpPr>
            <a:spLocks noChangeShapeType="1"/>
          </p:cNvSpPr>
          <p:nvPr/>
        </p:nvSpPr>
        <p:spPr bwMode="auto">
          <a:xfrm flipH="1" flipV="1">
            <a:off x="5442064" y="5687007"/>
            <a:ext cx="21453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8" name="Line 391"/>
          <p:cNvSpPr>
            <a:spLocks noChangeShapeType="1"/>
          </p:cNvSpPr>
          <p:nvPr/>
        </p:nvSpPr>
        <p:spPr bwMode="auto">
          <a:xfrm flipV="1">
            <a:off x="4791305" y="5806774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89" name="Line 392"/>
          <p:cNvSpPr>
            <a:spLocks noChangeShapeType="1"/>
          </p:cNvSpPr>
          <p:nvPr/>
        </p:nvSpPr>
        <p:spPr bwMode="auto">
          <a:xfrm flipH="1" flipV="1">
            <a:off x="4574385" y="5806774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190" name="Group 393"/>
          <p:cNvGrpSpPr>
            <a:grpSpLocks/>
          </p:cNvGrpSpPr>
          <p:nvPr/>
        </p:nvGrpSpPr>
        <p:grpSpPr bwMode="auto">
          <a:xfrm flipH="1">
            <a:off x="3980837" y="5591046"/>
            <a:ext cx="594741" cy="270553"/>
            <a:chOff x="2747" y="4827"/>
            <a:chExt cx="499" cy="227"/>
          </a:xfrm>
        </p:grpSpPr>
        <p:grpSp>
          <p:nvGrpSpPr>
            <p:cNvPr id="191" name="Group 394"/>
            <p:cNvGrpSpPr>
              <a:grpSpLocks/>
            </p:cNvGrpSpPr>
            <p:nvPr/>
          </p:nvGrpSpPr>
          <p:grpSpPr bwMode="auto">
            <a:xfrm rot="10800000">
              <a:off x="2974" y="4960"/>
              <a:ext cx="272" cy="135"/>
              <a:chOff x="1477" y="3739"/>
              <a:chExt cx="227" cy="91"/>
            </a:xfrm>
          </p:grpSpPr>
          <p:sp>
            <p:nvSpPr>
              <p:cNvPr id="196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97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192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193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4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5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98" name="Group 401"/>
          <p:cNvGrpSpPr>
            <a:grpSpLocks/>
          </p:cNvGrpSpPr>
          <p:nvPr/>
        </p:nvGrpSpPr>
        <p:grpSpPr bwMode="auto">
          <a:xfrm rot="10800000" flipH="1" flipV="1">
            <a:off x="2628067" y="5586891"/>
            <a:ext cx="324188" cy="160902"/>
            <a:chOff x="1477" y="3739"/>
            <a:chExt cx="227" cy="91"/>
          </a:xfrm>
        </p:grpSpPr>
        <p:sp>
          <p:nvSpPr>
            <p:cNvPr id="199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0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01" name="Rectangle 404"/>
          <p:cNvSpPr>
            <a:spLocks noChangeArrowheads="1"/>
          </p:cNvSpPr>
          <p:nvPr/>
        </p:nvSpPr>
        <p:spPr bwMode="auto">
          <a:xfrm rot="10800000" flipV="1">
            <a:off x="3005889" y="5586891"/>
            <a:ext cx="216920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202" name="Line 405"/>
          <p:cNvSpPr>
            <a:spLocks noChangeShapeType="1"/>
          </p:cNvSpPr>
          <p:nvPr/>
        </p:nvSpPr>
        <p:spPr bwMode="auto">
          <a:xfrm flipH="1" flipV="1">
            <a:off x="2790161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3" name="Line 406"/>
          <p:cNvSpPr>
            <a:spLocks noChangeShapeType="1"/>
          </p:cNvSpPr>
          <p:nvPr/>
        </p:nvSpPr>
        <p:spPr bwMode="auto">
          <a:xfrm flipH="1">
            <a:off x="2791354" y="5856252"/>
            <a:ext cx="322995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4" name="Line 407"/>
          <p:cNvSpPr>
            <a:spLocks noChangeShapeType="1"/>
          </p:cNvSpPr>
          <p:nvPr/>
        </p:nvSpPr>
        <p:spPr bwMode="auto">
          <a:xfrm flipH="1">
            <a:off x="3114349" y="574779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5" name="Line 408"/>
          <p:cNvSpPr>
            <a:spLocks noChangeShapeType="1"/>
          </p:cNvSpPr>
          <p:nvPr/>
        </p:nvSpPr>
        <p:spPr bwMode="auto">
          <a:xfrm>
            <a:off x="3439728" y="5524914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6" name="Line 409"/>
          <p:cNvSpPr>
            <a:spLocks noChangeShapeType="1"/>
          </p:cNvSpPr>
          <p:nvPr/>
        </p:nvSpPr>
        <p:spPr bwMode="auto">
          <a:xfrm flipH="1" flipV="1">
            <a:off x="3224000" y="5694158"/>
            <a:ext cx="215728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7" name="Line 410"/>
          <p:cNvSpPr>
            <a:spLocks noChangeShapeType="1"/>
          </p:cNvSpPr>
          <p:nvPr/>
        </p:nvSpPr>
        <p:spPr bwMode="auto">
          <a:xfrm flipV="1">
            <a:off x="2574433" y="581392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08" name="Line 411"/>
          <p:cNvSpPr>
            <a:spLocks noChangeShapeType="1"/>
          </p:cNvSpPr>
          <p:nvPr/>
        </p:nvSpPr>
        <p:spPr bwMode="auto">
          <a:xfrm flipH="1" flipV="1">
            <a:off x="2357513" y="5813925"/>
            <a:ext cx="21692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09" name="Group 412"/>
          <p:cNvGrpSpPr>
            <a:grpSpLocks/>
          </p:cNvGrpSpPr>
          <p:nvPr/>
        </p:nvGrpSpPr>
        <p:grpSpPr bwMode="auto">
          <a:xfrm flipH="1">
            <a:off x="1763965" y="5598199"/>
            <a:ext cx="594741" cy="270553"/>
            <a:chOff x="2747" y="4827"/>
            <a:chExt cx="499" cy="227"/>
          </a:xfrm>
        </p:grpSpPr>
        <p:grpSp>
          <p:nvGrpSpPr>
            <p:cNvPr id="210" name="Group 413"/>
            <p:cNvGrpSpPr>
              <a:grpSpLocks/>
            </p:cNvGrpSpPr>
            <p:nvPr/>
          </p:nvGrpSpPr>
          <p:grpSpPr bwMode="auto">
            <a:xfrm rot="10800000">
              <a:off x="2974" y="4960"/>
              <a:ext cx="272" cy="135"/>
              <a:chOff x="1477" y="3739"/>
              <a:chExt cx="227" cy="91"/>
            </a:xfrm>
          </p:grpSpPr>
          <p:sp>
            <p:nvSpPr>
              <p:cNvPr id="215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16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11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12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3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4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217" name="Group 420"/>
          <p:cNvGrpSpPr>
            <a:grpSpLocks/>
          </p:cNvGrpSpPr>
          <p:nvPr/>
        </p:nvGrpSpPr>
        <p:grpSpPr bwMode="auto">
          <a:xfrm flipH="1">
            <a:off x="4630403" y="4672117"/>
            <a:ext cx="594742" cy="270554"/>
            <a:chOff x="2475" y="3875"/>
            <a:chExt cx="499" cy="227"/>
          </a:xfrm>
        </p:grpSpPr>
        <p:grpSp>
          <p:nvGrpSpPr>
            <p:cNvPr id="218" name="Group 421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23" name="AutoShape 42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24" name="Rectangle 42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19" name="Rectangle 42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20" name="Line 42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1" name="Line 42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2" name="Line 42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5" name="Line 428"/>
          <p:cNvSpPr>
            <a:spLocks noChangeShapeType="1"/>
          </p:cNvSpPr>
          <p:nvPr/>
        </p:nvSpPr>
        <p:spPr bwMode="auto">
          <a:xfrm flipH="1" flipV="1">
            <a:off x="4466814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26" name="Line 429"/>
          <p:cNvSpPr>
            <a:spLocks noChangeShapeType="1"/>
          </p:cNvSpPr>
          <p:nvPr/>
        </p:nvSpPr>
        <p:spPr bwMode="auto">
          <a:xfrm flipH="1" flipV="1">
            <a:off x="522514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27" name="Line 430"/>
          <p:cNvSpPr>
            <a:spLocks noChangeShapeType="1"/>
          </p:cNvSpPr>
          <p:nvPr/>
        </p:nvSpPr>
        <p:spPr bwMode="auto">
          <a:xfrm flipV="1">
            <a:off x="5387238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28" name="Line 431"/>
          <p:cNvSpPr>
            <a:spLocks noChangeShapeType="1"/>
          </p:cNvSpPr>
          <p:nvPr/>
        </p:nvSpPr>
        <p:spPr bwMode="auto">
          <a:xfrm flipV="1">
            <a:off x="5223952" y="4510023"/>
            <a:ext cx="163286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29" name="Group 432"/>
          <p:cNvGrpSpPr>
            <a:grpSpLocks/>
          </p:cNvGrpSpPr>
          <p:nvPr/>
        </p:nvGrpSpPr>
        <p:grpSpPr bwMode="auto">
          <a:xfrm flipH="1">
            <a:off x="2197805" y="4672117"/>
            <a:ext cx="594741" cy="270554"/>
            <a:chOff x="2475" y="3875"/>
            <a:chExt cx="499" cy="227"/>
          </a:xfrm>
        </p:grpSpPr>
        <p:grpSp>
          <p:nvGrpSpPr>
            <p:cNvPr id="230" name="Group 433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35" name="AutoShape 43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36" name="Rectangle 43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31" name="Rectangle 436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32" name="Line 437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3" name="Line 438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4" name="Line 439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37" name="Line 440"/>
          <p:cNvSpPr>
            <a:spLocks noChangeShapeType="1"/>
          </p:cNvSpPr>
          <p:nvPr/>
        </p:nvSpPr>
        <p:spPr bwMode="auto">
          <a:xfrm flipV="1">
            <a:off x="3490233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38" name="Group 441"/>
          <p:cNvGrpSpPr>
            <a:grpSpLocks/>
          </p:cNvGrpSpPr>
          <p:nvPr/>
        </p:nvGrpSpPr>
        <p:grpSpPr bwMode="auto">
          <a:xfrm flipH="1">
            <a:off x="5440871" y="4672117"/>
            <a:ext cx="594742" cy="270554"/>
            <a:chOff x="2475" y="3875"/>
            <a:chExt cx="499" cy="227"/>
          </a:xfrm>
        </p:grpSpPr>
        <p:grpSp>
          <p:nvGrpSpPr>
            <p:cNvPr id="239" name="Group 442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44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5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40" name="Rectangle 445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41" name="Line 446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2" name="Line 447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43" name="Line 448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46" name="Line 449"/>
          <p:cNvSpPr>
            <a:spLocks noChangeShapeType="1"/>
          </p:cNvSpPr>
          <p:nvPr/>
        </p:nvSpPr>
        <p:spPr bwMode="auto">
          <a:xfrm flipH="1" flipV="1">
            <a:off x="5927154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47" name="Group 450"/>
          <p:cNvGrpSpPr>
            <a:grpSpLocks/>
          </p:cNvGrpSpPr>
          <p:nvPr/>
        </p:nvGrpSpPr>
        <p:grpSpPr bwMode="auto">
          <a:xfrm flipH="1">
            <a:off x="1548235" y="4672117"/>
            <a:ext cx="594742" cy="270554"/>
            <a:chOff x="2475" y="3875"/>
            <a:chExt cx="499" cy="227"/>
          </a:xfrm>
        </p:grpSpPr>
        <p:grpSp>
          <p:nvGrpSpPr>
            <p:cNvPr id="248" name="Group 451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53" name="AutoShape 45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54" name="Rectangle 45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49" name="Rectangle 45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50" name="Line 45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1" name="Line 45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2" name="Line 45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55" name="Line 458"/>
          <p:cNvSpPr>
            <a:spLocks noChangeShapeType="1"/>
          </p:cNvSpPr>
          <p:nvPr/>
        </p:nvSpPr>
        <p:spPr bwMode="auto">
          <a:xfrm flipH="1" flipV="1">
            <a:off x="2034517" y="4942672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56" name="Group 459"/>
          <p:cNvGrpSpPr>
            <a:grpSpLocks/>
          </p:cNvGrpSpPr>
          <p:nvPr/>
        </p:nvGrpSpPr>
        <p:grpSpPr bwMode="auto">
          <a:xfrm flipH="1">
            <a:off x="3008274" y="4672117"/>
            <a:ext cx="594741" cy="270554"/>
            <a:chOff x="2475" y="3875"/>
            <a:chExt cx="499" cy="227"/>
          </a:xfrm>
        </p:grpSpPr>
        <p:grpSp>
          <p:nvGrpSpPr>
            <p:cNvPr id="257" name="Group 460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62" name="AutoShape 46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63" name="Rectangle 46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58" name="Rectangle 46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59" name="Line 46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0" name="Line 46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1" name="Line 46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64" name="Line 467"/>
          <p:cNvSpPr>
            <a:spLocks noChangeShapeType="1"/>
          </p:cNvSpPr>
          <p:nvPr/>
        </p:nvSpPr>
        <p:spPr bwMode="auto">
          <a:xfrm flipH="1" flipV="1">
            <a:off x="2668176" y="4942672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65" name="Group 468"/>
          <p:cNvGrpSpPr>
            <a:grpSpLocks/>
          </p:cNvGrpSpPr>
          <p:nvPr/>
        </p:nvGrpSpPr>
        <p:grpSpPr bwMode="auto">
          <a:xfrm flipH="1">
            <a:off x="3982028" y="4672117"/>
            <a:ext cx="594742" cy="270554"/>
            <a:chOff x="2475" y="3875"/>
            <a:chExt cx="499" cy="227"/>
          </a:xfrm>
        </p:grpSpPr>
        <p:grpSp>
          <p:nvGrpSpPr>
            <p:cNvPr id="266" name="Group 469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71" name="AutoShape 47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72" name="Rectangle 47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67" name="Rectangle 47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68" name="Line 47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9" name="Line 47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0" name="Line 47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73" name="Line 476"/>
          <p:cNvSpPr>
            <a:spLocks noChangeShapeType="1"/>
          </p:cNvSpPr>
          <p:nvPr/>
        </p:nvSpPr>
        <p:spPr bwMode="auto">
          <a:xfrm flipH="1" flipV="1">
            <a:off x="5113694" y="4942672"/>
            <a:ext cx="11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74" name="Group 477"/>
          <p:cNvGrpSpPr>
            <a:grpSpLocks/>
          </p:cNvGrpSpPr>
          <p:nvPr/>
        </p:nvGrpSpPr>
        <p:grpSpPr bwMode="auto">
          <a:xfrm flipH="1">
            <a:off x="3166790" y="4293104"/>
            <a:ext cx="594742" cy="270554"/>
            <a:chOff x="2475" y="3875"/>
            <a:chExt cx="499" cy="227"/>
          </a:xfrm>
        </p:grpSpPr>
        <p:grpSp>
          <p:nvGrpSpPr>
            <p:cNvPr id="275" name="Group 478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80" name="AutoShape 47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81" name="Rectangle 48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76" name="Rectangle 48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77" name="Line 48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8" name="Line 48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9" name="Line 48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82" name="Line 485"/>
          <p:cNvSpPr>
            <a:spLocks noChangeShapeType="1"/>
          </p:cNvSpPr>
          <p:nvPr/>
        </p:nvSpPr>
        <p:spPr bwMode="auto">
          <a:xfrm flipH="1" flipV="1">
            <a:off x="3911770" y="4563659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83" name="Group 486"/>
          <p:cNvGrpSpPr>
            <a:grpSpLocks/>
          </p:cNvGrpSpPr>
          <p:nvPr/>
        </p:nvGrpSpPr>
        <p:grpSpPr bwMode="auto">
          <a:xfrm>
            <a:off x="3815166" y="4293104"/>
            <a:ext cx="594742" cy="270554"/>
            <a:chOff x="2475" y="3875"/>
            <a:chExt cx="499" cy="227"/>
          </a:xfrm>
        </p:grpSpPr>
        <p:grpSp>
          <p:nvGrpSpPr>
            <p:cNvPr id="284" name="Group 487"/>
            <p:cNvGrpSpPr>
              <a:grpSpLocks/>
            </p:cNvGrpSpPr>
            <p:nvPr/>
          </p:nvGrpSpPr>
          <p:grpSpPr bwMode="auto">
            <a:xfrm rot="10800000">
              <a:off x="2702" y="4008"/>
              <a:ext cx="272" cy="135"/>
              <a:chOff x="1477" y="3739"/>
              <a:chExt cx="227" cy="91"/>
            </a:xfrm>
          </p:grpSpPr>
          <p:sp>
            <p:nvSpPr>
              <p:cNvPr id="289" name="AutoShape 48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90" name="Rectangle 48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85" name="Rectangle 49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286" name="Line 49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7" name="Line 49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8" name="Line 49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91" name="Rectangle 494"/>
          <p:cNvSpPr>
            <a:spLocks noChangeArrowheads="1"/>
          </p:cNvSpPr>
          <p:nvPr/>
        </p:nvSpPr>
        <p:spPr bwMode="auto">
          <a:xfrm rot="5400000" flipH="1">
            <a:off x="5276396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292" name="Line 495"/>
          <p:cNvSpPr>
            <a:spLocks noChangeShapeType="1"/>
          </p:cNvSpPr>
          <p:nvPr/>
        </p:nvSpPr>
        <p:spPr bwMode="auto">
          <a:xfrm flipH="1" flipV="1">
            <a:off x="2792544" y="4834211"/>
            <a:ext cx="162094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3" name="Line 496"/>
          <p:cNvSpPr>
            <a:spLocks noChangeShapeType="1"/>
          </p:cNvSpPr>
          <p:nvPr/>
        </p:nvSpPr>
        <p:spPr bwMode="auto">
          <a:xfrm flipV="1">
            <a:off x="2954638" y="4510023"/>
            <a:ext cx="0" cy="32418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4" name="Line 497"/>
          <p:cNvSpPr>
            <a:spLocks noChangeShapeType="1"/>
          </p:cNvSpPr>
          <p:nvPr/>
        </p:nvSpPr>
        <p:spPr bwMode="auto">
          <a:xfrm flipV="1">
            <a:off x="2791354" y="4510023"/>
            <a:ext cx="16328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5" name="Rectangle 498"/>
          <p:cNvSpPr>
            <a:spLocks noChangeArrowheads="1"/>
          </p:cNvSpPr>
          <p:nvPr/>
        </p:nvSpPr>
        <p:spPr bwMode="auto">
          <a:xfrm rot="5400000" flipH="1">
            <a:off x="2842604" y="4620868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296" name="Rectangle 499"/>
          <p:cNvSpPr>
            <a:spLocks noChangeArrowheads="1"/>
          </p:cNvSpPr>
          <p:nvPr/>
        </p:nvSpPr>
        <p:spPr bwMode="auto">
          <a:xfrm flipH="1">
            <a:off x="1819982" y="4293104"/>
            <a:ext cx="330147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7" name="Line 500"/>
          <p:cNvSpPr>
            <a:spLocks noChangeShapeType="1"/>
          </p:cNvSpPr>
          <p:nvPr/>
        </p:nvSpPr>
        <p:spPr bwMode="auto">
          <a:xfrm flipV="1">
            <a:off x="1818791" y="4401563"/>
            <a:ext cx="432647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8" name="Line 501"/>
          <p:cNvSpPr>
            <a:spLocks noChangeShapeType="1"/>
          </p:cNvSpPr>
          <p:nvPr/>
        </p:nvSpPr>
        <p:spPr bwMode="auto">
          <a:xfrm flipH="1" flipV="1">
            <a:off x="3674727" y="4563658"/>
            <a:ext cx="1191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299" name="그룹 298"/>
          <p:cNvGrpSpPr/>
          <p:nvPr/>
        </p:nvGrpSpPr>
        <p:grpSpPr>
          <a:xfrm flipH="1">
            <a:off x="4792498" y="2420888"/>
            <a:ext cx="378795" cy="246888"/>
            <a:chOff x="3219450" y="2420888"/>
            <a:chExt cx="378795" cy="246888"/>
          </a:xfrm>
        </p:grpSpPr>
        <p:sp>
          <p:nvSpPr>
            <p:cNvPr id="300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01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02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303" name="Rectangle 527"/>
          <p:cNvSpPr>
            <a:spLocks noChangeArrowheads="1"/>
          </p:cNvSpPr>
          <p:nvPr/>
        </p:nvSpPr>
        <p:spPr bwMode="auto">
          <a:xfrm>
            <a:off x="6899716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04" name="Rectangle 571"/>
          <p:cNvSpPr>
            <a:spLocks noChangeArrowheads="1"/>
          </p:cNvSpPr>
          <p:nvPr/>
        </p:nvSpPr>
        <p:spPr bwMode="auto">
          <a:xfrm flipH="1">
            <a:off x="4313046" y="2920712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305" name="Line 572"/>
          <p:cNvSpPr>
            <a:spLocks noChangeShapeType="1"/>
          </p:cNvSpPr>
          <p:nvPr/>
        </p:nvSpPr>
        <p:spPr bwMode="auto">
          <a:xfrm rot="5400000" flipV="1">
            <a:off x="4424807" y="2648809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6" name="Line 573"/>
          <p:cNvSpPr>
            <a:spLocks noChangeShapeType="1"/>
          </p:cNvSpPr>
          <p:nvPr/>
        </p:nvSpPr>
        <p:spPr bwMode="auto">
          <a:xfrm flipH="1" flipV="1">
            <a:off x="4466815" y="2595173"/>
            <a:ext cx="2438028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307" name="Group 574"/>
          <p:cNvGrpSpPr>
            <a:grpSpLocks/>
          </p:cNvGrpSpPr>
          <p:nvPr/>
        </p:nvGrpSpPr>
        <p:grpSpPr bwMode="auto">
          <a:xfrm rot="16200000" flipH="1">
            <a:off x="4391373" y="2753837"/>
            <a:ext cx="162094" cy="81047"/>
            <a:chOff x="3609" y="1970"/>
            <a:chExt cx="197" cy="91"/>
          </a:xfrm>
        </p:grpSpPr>
        <p:sp>
          <p:nvSpPr>
            <p:cNvPr id="30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0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10" name="Rectangle 75"/>
          <p:cNvSpPr>
            <a:spLocks noChangeArrowheads="1"/>
          </p:cNvSpPr>
          <p:nvPr/>
        </p:nvSpPr>
        <p:spPr bwMode="auto">
          <a:xfrm>
            <a:off x="5287121" y="3644728"/>
            <a:ext cx="531572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311" name="Rectangle 76"/>
          <p:cNvSpPr>
            <a:spLocks noChangeArrowheads="1"/>
          </p:cNvSpPr>
          <p:nvPr/>
        </p:nvSpPr>
        <p:spPr bwMode="auto">
          <a:xfrm flipH="1">
            <a:off x="6058768" y="3315086"/>
            <a:ext cx="69247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312" name="Line 77"/>
          <p:cNvSpPr>
            <a:spLocks noChangeShapeType="1"/>
          </p:cNvSpPr>
          <p:nvPr/>
        </p:nvSpPr>
        <p:spPr bwMode="auto">
          <a:xfrm flipV="1">
            <a:off x="681842" y="3382768"/>
            <a:ext cx="6217876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3" name="Line 594"/>
          <p:cNvSpPr>
            <a:spLocks noChangeShapeType="1"/>
          </p:cNvSpPr>
          <p:nvPr/>
        </p:nvSpPr>
        <p:spPr bwMode="auto">
          <a:xfrm flipV="1">
            <a:off x="5837566" y="3673460"/>
            <a:ext cx="43264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4" name="Line 595"/>
          <p:cNvSpPr>
            <a:spLocks noChangeShapeType="1"/>
          </p:cNvSpPr>
          <p:nvPr/>
        </p:nvSpPr>
        <p:spPr bwMode="auto">
          <a:xfrm flipH="1" flipV="1">
            <a:off x="4853282" y="3808014"/>
            <a:ext cx="432647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6" name="Rectangle 597"/>
          <p:cNvSpPr>
            <a:spLocks noChangeArrowheads="1"/>
          </p:cNvSpPr>
          <p:nvPr/>
        </p:nvSpPr>
        <p:spPr bwMode="auto">
          <a:xfrm flipH="1">
            <a:off x="5960143" y="3561379"/>
            <a:ext cx="3301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317" name="Rectangle 598"/>
          <p:cNvSpPr>
            <a:spLocks noChangeArrowheads="1"/>
          </p:cNvSpPr>
          <p:nvPr/>
        </p:nvSpPr>
        <p:spPr bwMode="auto">
          <a:xfrm flipH="1">
            <a:off x="4791306" y="3698363"/>
            <a:ext cx="432647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318" name="Rectangle 599"/>
          <p:cNvSpPr>
            <a:spLocks noChangeArrowheads="1"/>
          </p:cNvSpPr>
          <p:nvPr/>
        </p:nvSpPr>
        <p:spPr bwMode="auto">
          <a:xfrm flipH="1">
            <a:off x="4654240" y="3808014"/>
            <a:ext cx="78663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319" name="Group 600"/>
          <p:cNvGrpSpPr>
            <a:grpSpLocks/>
          </p:cNvGrpSpPr>
          <p:nvPr/>
        </p:nvGrpSpPr>
        <p:grpSpPr bwMode="auto">
          <a:xfrm flipH="1">
            <a:off x="4438417" y="3695950"/>
            <a:ext cx="163286" cy="247908"/>
            <a:chOff x="2793" y="3799"/>
            <a:chExt cx="137" cy="208"/>
          </a:xfrm>
        </p:grpSpPr>
        <p:sp>
          <p:nvSpPr>
            <p:cNvPr id="320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1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22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23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324" name="Line 605"/>
          <p:cNvSpPr>
            <a:spLocks noChangeShapeType="1"/>
          </p:cNvSpPr>
          <p:nvPr/>
        </p:nvSpPr>
        <p:spPr bwMode="auto">
          <a:xfrm flipH="1" flipV="1">
            <a:off x="4610100" y="3905249"/>
            <a:ext cx="668678" cy="10031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5" name="Line 613"/>
          <p:cNvSpPr>
            <a:spLocks noChangeShapeType="1"/>
          </p:cNvSpPr>
          <p:nvPr/>
        </p:nvSpPr>
        <p:spPr bwMode="auto">
          <a:xfrm flipH="1">
            <a:off x="5548140" y="3861647"/>
            <a:ext cx="0" cy="16209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6" name="TextBox 325"/>
          <p:cNvSpPr txBox="1"/>
          <p:nvPr/>
        </p:nvSpPr>
        <p:spPr>
          <a:xfrm flipH="1">
            <a:off x="362358" y="332656"/>
            <a:ext cx="165618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 smtClean="0"/>
              <a:t>B</a:t>
            </a:r>
            <a:endParaRPr lang="ko-KR" altLang="en-US" sz="1000" dirty="0"/>
          </a:p>
        </p:txBody>
      </p:sp>
      <p:sp>
        <p:nvSpPr>
          <p:cNvPr id="327" name="TextBox 326"/>
          <p:cNvSpPr txBox="1"/>
          <p:nvPr/>
        </p:nvSpPr>
        <p:spPr>
          <a:xfrm flipH="1">
            <a:off x="3915133" y="5639023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28" name="TextBox 327"/>
          <p:cNvSpPr txBox="1"/>
          <p:nvPr/>
        </p:nvSpPr>
        <p:spPr>
          <a:xfrm flipH="1">
            <a:off x="4785579" y="5600397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29" name="TextBox 328"/>
          <p:cNvSpPr txBox="1"/>
          <p:nvPr/>
        </p:nvSpPr>
        <p:spPr>
          <a:xfrm flipH="1">
            <a:off x="2571364" y="560718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0" name="TextBox 329"/>
          <p:cNvSpPr txBox="1"/>
          <p:nvPr/>
        </p:nvSpPr>
        <p:spPr>
          <a:xfrm flipH="1">
            <a:off x="1705110" y="5646390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1" name="TextBox 330"/>
          <p:cNvSpPr txBox="1"/>
          <p:nvPr/>
        </p:nvSpPr>
        <p:spPr>
          <a:xfrm flipH="1">
            <a:off x="2124458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2" name="TextBox 331"/>
          <p:cNvSpPr txBox="1"/>
          <p:nvPr/>
        </p:nvSpPr>
        <p:spPr>
          <a:xfrm flipH="1">
            <a:off x="4554697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3" name="TextBox 332"/>
          <p:cNvSpPr txBox="1"/>
          <p:nvPr/>
        </p:nvSpPr>
        <p:spPr>
          <a:xfrm flipH="1">
            <a:off x="3900275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4" name="TextBox 333"/>
          <p:cNvSpPr txBox="1"/>
          <p:nvPr/>
        </p:nvSpPr>
        <p:spPr>
          <a:xfrm flipH="1">
            <a:off x="4006191" y="434287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5" name="TextBox 334"/>
          <p:cNvSpPr txBox="1"/>
          <p:nvPr/>
        </p:nvSpPr>
        <p:spPr>
          <a:xfrm flipH="1">
            <a:off x="3085962" y="4340721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6" name="TextBox 335"/>
          <p:cNvSpPr txBox="1"/>
          <p:nvPr/>
        </p:nvSpPr>
        <p:spPr>
          <a:xfrm flipH="1">
            <a:off x="2929246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7" name="TextBox 336"/>
          <p:cNvSpPr txBox="1"/>
          <p:nvPr/>
        </p:nvSpPr>
        <p:spPr>
          <a:xfrm flipH="1">
            <a:off x="5359788" y="4725144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8" name="TextBox 337"/>
          <p:cNvSpPr txBox="1"/>
          <p:nvPr/>
        </p:nvSpPr>
        <p:spPr>
          <a:xfrm flipH="1">
            <a:off x="1466861" y="4721969"/>
            <a:ext cx="360040" cy="215444"/>
          </a:xfrm>
          <a:prstGeom prst="rect">
            <a:avLst/>
          </a:prstGeom>
          <a:noFill/>
        </p:spPr>
        <p:txBody>
          <a:bodyPr wrap="square" lIns="91429" tIns="45715" rIns="91429" bIns="45715" rtlCol="0">
            <a:spAutoFit/>
          </a:bodyPr>
          <a:lstStyle/>
          <a:p>
            <a:r>
              <a:rPr lang="en-US" altLang="ko-KR" sz="800" dirty="0" smtClean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8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39" name="Rectangle 209"/>
          <p:cNvSpPr>
            <a:spLocks noChangeArrowheads="1"/>
          </p:cNvSpPr>
          <p:nvPr/>
        </p:nvSpPr>
        <p:spPr bwMode="auto">
          <a:xfrm>
            <a:off x="7059102" y="3038100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40" name="Line 192"/>
          <p:cNvSpPr>
            <a:spLocks noChangeShapeType="1"/>
          </p:cNvSpPr>
          <p:nvPr/>
        </p:nvSpPr>
        <p:spPr bwMode="auto">
          <a:xfrm flipH="1">
            <a:off x="7281109" y="306098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1" name="Line 190"/>
          <p:cNvSpPr>
            <a:spLocks noChangeShapeType="1"/>
          </p:cNvSpPr>
          <p:nvPr/>
        </p:nvSpPr>
        <p:spPr bwMode="auto">
          <a:xfrm flipV="1">
            <a:off x="7493000" y="1745082"/>
            <a:ext cx="2079" cy="1311989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Rectangle 209"/>
          <p:cNvSpPr>
            <a:spLocks noChangeArrowheads="1"/>
          </p:cNvSpPr>
          <p:nvPr/>
        </p:nvSpPr>
        <p:spPr bwMode="auto">
          <a:xfrm>
            <a:off x="7059102" y="2750068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sp>
        <p:nvSpPr>
          <p:cNvPr id="343" name="Rectangle 571"/>
          <p:cNvSpPr>
            <a:spLocks noChangeArrowheads="1"/>
          </p:cNvSpPr>
          <p:nvPr/>
        </p:nvSpPr>
        <p:spPr bwMode="auto">
          <a:xfrm flipH="1">
            <a:off x="1349092" y="2883208"/>
            <a:ext cx="309410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44" name="Group 574"/>
          <p:cNvGrpSpPr>
            <a:grpSpLocks/>
          </p:cNvGrpSpPr>
          <p:nvPr/>
        </p:nvGrpSpPr>
        <p:grpSpPr bwMode="auto">
          <a:xfrm rot="16200000" flipH="1">
            <a:off x="1427419" y="2716334"/>
            <a:ext cx="162094" cy="81047"/>
            <a:chOff x="3609" y="1970"/>
            <a:chExt cx="197" cy="91"/>
          </a:xfrm>
        </p:grpSpPr>
        <p:sp>
          <p:nvSpPr>
            <p:cNvPr id="345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46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7" name="Line 572"/>
          <p:cNvSpPr>
            <a:spLocks noChangeShapeType="1"/>
          </p:cNvSpPr>
          <p:nvPr/>
        </p:nvSpPr>
        <p:spPr bwMode="auto">
          <a:xfrm rot="5400000" flipV="1">
            <a:off x="1464918" y="2620957"/>
            <a:ext cx="91269" cy="67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8" name="Line 573"/>
          <p:cNvSpPr>
            <a:spLocks noChangeShapeType="1"/>
          </p:cNvSpPr>
          <p:nvPr/>
        </p:nvSpPr>
        <p:spPr bwMode="auto">
          <a:xfrm flipH="1" flipV="1">
            <a:off x="1513692" y="2591230"/>
            <a:ext cx="2959100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49" name="꺾인 연결선 348"/>
          <p:cNvCxnSpPr/>
          <p:nvPr/>
        </p:nvCxnSpPr>
        <p:spPr>
          <a:xfrm flipH="1">
            <a:off x="7275127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ectangle 93"/>
          <p:cNvSpPr>
            <a:spLocks noChangeArrowheads="1"/>
          </p:cNvSpPr>
          <p:nvPr/>
        </p:nvSpPr>
        <p:spPr bwMode="auto">
          <a:xfrm flipH="1">
            <a:off x="7316323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51" name="그룹 350"/>
          <p:cNvGrpSpPr/>
          <p:nvPr/>
        </p:nvGrpSpPr>
        <p:grpSpPr>
          <a:xfrm flipH="1">
            <a:off x="310052" y="3232026"/>
            <a:ext cx="374247" cy="82240"/>
            <a:chOff x="7706444" y="3562784"/>
            <a:chExt cx="374247" cy="82240"/>
          </a:xfrm>
        </p:grpSpPr>
        <p:sp>
          <p:nvSpPr>
            <p:cNvPr id="352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53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54" name="Line 9"/>
          <p:cNvSpPr>
            <a:spLocks noChangeShapeType="1"/>
          </p:cNvSpPr>
          <p:nvPr/>
        </p:nvSpPr>
        <p:spPr bwMode="auto">
          <a:xfrm flipV="1">
            <a:off x="683070" y="3265805"/>
            <a:ext cx="6216776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5" name="Line 173"/>
          <p:cNvSpPr>
            <a:spLocks noChangeShapeType="1"/>
          </p:cNvSpPr>
          <p:nvPr/>
        </p:nvSpPr>
        <p:spPr bwMode="auto">
          <a:xfrm>
            <a:off x="5425292" y="2895600"/>
            <a:ext cx="1270" cy="38125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6" name="Line 128"/>
          <p:cNvSpPr>
            <a:spLocks noChangeShapeType="1"/>
          </p:cNvSpPr>
          <p:nvPr/>
        </p:nvSpPr>
        <p:spPr bwMode="auto">
          <a:xfrm flipH="1" flipV="1">
            <a:off x="6434942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7" name="Line 109"/>
          <p:cNvSpPr>
            <a:spLocks noChangeShapeType="1"/>
          </p:cNvSpPr>
          <p:nvPr/>
        </p:nvSpPr>
        <p:spPr bwMode="auto">
          <a:xfrm>
            <a:off x="6434942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8" name="Line 74"/>
          <p:cNvSpPr>
            <a:spLocks noChangeShapeType="1"/>
          </p:cNvSpPr>
          <p:nvPr/>
        </p:nvSpPr>
        <p:spPr bwMode="auto">
          <a:xfrm flipH="1">
            <a:off x="6740439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9" name="Line 75"/>
          <p:cNvSpPr>
            <a:spLocks noChangeShapeType="1"/>
          </p:cNvSpPr>
          <p:nvPr/>
        </p:nvSpPr>
        <p:spPr bwMode="auto">
          <a:xfrm>
            <a:off x="679640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0" name="Line 117"/>
          <p:cNvSpPr>
            <a:spLocks noChangeShapeType="1"/>
          </p:cNvSpPr>
          <p:nvPr/>
        </p:nvSpPr>
        <p:spPr bwMode="auto">
          <a:xfrm flipH="1" flipV="1">
            <a:off x="680254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1" name="Line 118"/>
          <p:cNvSpPr>
            <a:spLocks noChangeShapeType="1"/>
          </p:cNvSpPr>
          <p:nvPr/>
        </p:nvSpPr>
        <p:spPr bwMode="auto">
          <a:xfrm flipH="1">
            <a:off x="680254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2" name="Line 134"/>
          <p:cNvSpPr>
            <a:spLocks noChangeShapeType="1"/>
          </p:cNvSpPr>
          <p:nvPr/>
        </p:nvSpPr>
        <p:spPr bwMode="auto">
          <a:xfrm flipH="1" flipV="1">
            <a:off x="685017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3" name="Line 135"/>
          <p:cNvSpPr>
            <a:spLocks noChangeShapeType="1"/>
          </p:cNvSpPr>
          <p:nvPr/>
        </p:nvSpPr>
        <p:spPr bwMode="auto">
          <a:xfrm flipH="1">
            <a:off x="675491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4" name="Rectangle 207"/>
          <p:cNvSpPr>
            <a:spLocks noChangeArrowheads="1"/>
          </p:cNvSpPr>
          <p:nvPr/>
        </p:nvSpPr>
        <p:spPr bwMode="auto">
          <a:xfrm>
            <a:off x="1038779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5" name="Rectangle 208"/>
          <p:cNvSpPr>
            <a:spLocks noChangeArrowheads="1"/>
          </p:cNvSpPr>
          <p:nvPr/>
        </p:nvSpPr>
        <p:spPr bwMode="auto">
          <a:xfrm>
            <a:off x="1059041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66" name="Rectangle 209"/>
          <p:cNvSpPr>
            <a:spLocks noChangeArrowheads="1"/>
          </p:cNvSpPr>
          <p:nvPr/>
        </p:nvSpPr>
        <p:spPr bwMode="auto">
          <a:xfrm>
            <a:off x="1055465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7" name="Rectangle 210"/>
          <p:cNvSpPr>
            <a:spLocks noChangeArrowheads="1"/>
          </p:cNvSpPr>
          <p:nvPr/>
        </p:nvSpPr>
        <p:spPr bwMode="auto">
          <a:xfrm>
            <a:off x="1056657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68" name="Rectangle 211"/>
          <p:cNvSpPr>
            <a:spLocks noChangeArrowheads="1"/>
          </p:cNvSpPr>
          <p:nvPr/>
        </p:nvSpPr>
        <p:spPr bwMode="auto">
          <a:xfrm>
            <a:off x="1056657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69" name="Rectangle 228"/>
          <p:cNvSpPr>
            <a:spLocks noChangeArrowheads="1"/>
          </p:cNvSpPr>
          <p:nvPr/>
        </p:nvSpPr>
        <p:spPr bwMode="auto">
          <a:xfrm flipH="1">
            <a:off x="7526107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70" name="Rectangle 229"/>
          <p:cNvSpPr>
            <a:spLocks noChangeArrowheads="1"/>
          </p:cNvSpPr>
          <p:nvPr/>
        </p:nvSpPr>
        <p:spPr bwMode="auto">
          <a:xfrm flipH="1">
            <a:off x="7457243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71" name="Rectangle 230"/>
          <p:cNvSpPr>
            <a:spLocks noChangeArrowheads="1"/>
          </p:cNvSpPr>
          <p:nvPr/>
        </p:nvSpPr>
        <p:spPr bwMode="auto">
          <a:xfrm flipH="1">
            <a:off x="7491151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72" name="Rectangle 231"/>
          <p:cNvSpPr>
            <a:spLocks noChangeArrowheads="1"/>
          </p:cNvSpPr>
          <p:nvPr/>
        </p:nvSpPr>
        <p:spPr bwMode="auto">
          <a:xfrm flipH="1">
            <a:off x="7539218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73" name="Rectangle 232"/>
          <p:cNvSpPr>
            <a:spLocks noChangeArrowheads="1"/>
          </p:cNvSpPr>
          <p:nvPr/>
        </p:nvSpPr>
        <p:spPr bwMode="auto">
          <a:xfrm flipH="1">
            <a:off x="7539218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74" name="Oval 567"/>
          <p:cNvSpPr>
            <a:spLocks noChangeArrowheads="1"/>
          </p:cNvSpPr>
          <p:nvPr/>
        </p:nvSpPr>
        <p:spPr bwMode="auto">
          <a:xfrm>
            <a:off x="314247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75" name="Oval 567"/>
          <p:cNvSpPr>
            <a:spLocks noChangeArrowheads="1"/>
          </p:cNvSpPr>
          <p:nvPr/>
        </p:nvSpPr>
        <p:spPr bwMode="auto">
          <a:xfrm>
            <a:off x="328454" y="6156261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>
            <a:off x="6536542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7" name="Line 128"/>
          <p:cNvSpPr>
            <a:spLocks noChangeShapeType="1"/>
          </p:cNvSpPr>
          <p:nvPr/>
        </p:nvSpPr>
        <p:spPr bwMode="auto">
          <a:xfrm flipH="1" flipV="1">
            <a:off x="6536542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8" name="Line 77"/>
          <p:cNvSpPr>
            <a:spLocks noChangeShapeType="1"/>
          </p:cNvSpPr>
          <p:nvPr/>
        </p:nvSpPr>
        <p:spPr bwMode="auto">
          <a:xfrm flipV="1">
            <a:off x="675790" y="3497068"/>
            <a:ext cx="6217876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79" name="Rectangle 102"/>
          <p:cNvSpPr>
            <a:spLocks noChangeArrowheads="1"/>
          </p:cNvSpPr>
          <p:nvPr/>
        </p:nvSpPr>
        <p:spPr bwMode="auto">
          <a:xfrm flipH="1">
            <a:off x="6063848" y="3159057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380" name="Rectangle 102"/>
          <p:cNvSpPr>
            <a:spLocks noChangeArrowheads="1"/>
          </p:cNvSpPr>
          <p:nvPr/>
        </p:nvSpPr>
        <p:spPr bwMode="auto">
          <a:xfrm flipH="1">
            <a:off x="6057498" y="3401442"/>
            <a:ext cx="800934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</a:t>
            </a:r>
            <a:r>
              <a:rPr lang="en-US" altLang="ko-KR" sz="600" dirty="0">
                <a:latin typeface="Arial" charset="0"/>
              </a:rPr>
              <a:t>Audio &amp; Signal</a:t>
            </a:r>
            <a:endParaRPr lang="ko-KR" altLang="ko-KR" dirty="0"/>
          </a:p>
        </p:txBody>
      </p:sp>
      <p:sp>
        <p:nvSpPr>
          <p:cNvPr id="381" name="Line 608"/>
          <p:cNvSpPr>
            <a:spLocks noChangeShapeType="1"/>
          </p:cNvSpPr>
          <p:nvPr/>
        </p:nvSpPr>
        <p:spPr bwMode="auto">
          <a:xfrm flipH="1">
            <a:off x="5756455" y="3492500"/>
            <a:ext cx="5388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2" name="Line 211"/>
          <p:cNvSpPr>
            <a:spLocks noChangeShapeType="1"/>
          </p:cNvSpPr>
          <p:nvPr/>
        </p:nvSpPr>
        <p:spPr bwMode="auto">
          <a:xfrm flipH="1">
            <a:off x="4024482" y="2880612"/>
            <a:ext cx="7620" cy="3962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4" name="Line 608"/>
          <p:cNvSpPr>
            <a:spLocks noChangeShapeType="1"/>
          </p:cNvSpPr>
          <p:nvPr/>
        </p:nvSpPr>
        <p:spPr bwMode="auto">
          <a:xfrm flipH="1">
            <a:off x="5646500" y="3268980"/>
            <a:ext cx="2312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5" name="Line 608"/>
          <p:cNvSpPr>
            <a:spLocks noChangeShapeType="1"/>
          </p:cNvSpPr>
          <p:nvPr/>
        </p:nvSpPr>
        <p:spPr bwMode="auto">
          <a:xfrm>
            <a:off x="5534512" y="3154680"/>
            <a:ext cx="7278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6" name="Line 608"/>
          <p:cNvSpPr>
            <a:spLocks noChangeShapeType="1"/>
          </p:cNvSpPr>
          <p:nvPr/>
        </p:nvSpPr>
        <p:spPr bwMode="auto">
          <a:xfrm flipH="1">
            <a:off x="2543816" y="3276600"/>
            <a:ext cx="1116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7" name="Line 610"/>
          <p:cNvSpPr>
            <a:spLocks noChangeShapeType="1"/>
          </p:cNvSpPr>
          <p:nvPr/>
        </p:nvSpPr>
        <p:spPr bwMode="auto">
          <a:xfrm flipH="1">
            <a:off x="2421294" y="3154681"/>
            <a:ext cx="389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8" name="Line 608"/>
          <p:cNvSpPr>
            <a:spLocks noChangeShapeType="1"/>
          </p:cNvSpPr>
          <p:nvPr/>
        </p:nvSpPr>
        <p:spPr bwMode="auto">
          <a:xfrm flipH="1">
            <a:off x="4929992" y="3262630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9" name="Line 609"/>
          <p:cNvSpPr>
            <a:spLocks noChangeShapeType="1"/>
          </p:cNvSpPr>
          <p:nvPr/>
        </p:nvSpPr>
        <p:spPr bwMode="auto">
          <a:xfrm flipH="1">
            <a:off x="4818596" y="3154681"/>
            <a:ext cx="10417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0" name="Line 608"/>
          <p:cNvSpPr>
            <a:spLocks noChangeShapeType="1"/>
          </p:cNvSpPr>
          <p:nvPr/>
        </p:nvSpPr>
        <p:spPr bwMode="auto">
          <a:xfrm>
            <a:off x="4707742" y="3498850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91" name="Line 608"/>
          <p:cNvSpPr>
            <a:spLocks noChangeShapeType="1"/>
          </p:cNvSpPr>
          <p:nvPr/>
        </p:nvSpPr>
        <p:spPr bwMode="auto">
          <a:xfrm>
            <a:off x="2306574" y="3501008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393" name="그룹 392"/>
          <p:cNvGrpSpPr/>
          <p:nvPr/>
        </p:nvGrpSpPr>
        <p:grpSpPr>
          <a:xfrm>
            <a:off x="675184" y="2966472"/>
            <a:ext cx="832684" cy="541776"/>
            <a:chOff x="6893238" y="1628800"/>
            <a:chExt cx="832684" cy="541776"/>
          </a:xfrm>
        </p:grpSpPr>
        <p:sp>
          <p:nvSpPr>
            <p:cNvPr id="394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395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396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397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398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</a:t>
              </a:r>
              <a:r>
                <a:rPr lang="en-US" altLang="ko-KR" sz="600" dirty="0">
                  <a:latin typeface="Arial" charset="0"/>
                </a:rPr>
                <a:t>Audio &amp; Signal</a:t>
              </a:r>
              <a:endParaRPr lang="ko-KR" altLang="ko-KR" dirty="0"/>
            </a:p>
          </p:txBody>
        </p:sp>
      </p:grpSp>
      <p:sp>
        <p:nvSpPr>
          <p:cNvPr id="399" name="Rectangle 106"/>
          <p:cNvSpPr>
            <a:spLocks noChangeArrowheads="1"/>
          </p:cNvSpPr>
          <p:nvPr/>
        </p:nvSpPr>
        <p:spPr bwMode="auto">
          <a:xfrm>
            <a:off x="6326481" y="4182989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400" name="Rectangle 108"/>
          <p:cNvSpPr>
            <a:spLocks noChangeArrowheads="1"/>
          </p:cNvSpPr>
          <p:nvPr/>
        </p:nvSpPr>
        <p:spPr bwMode="auto">
          <a:xfrm>
            <a:off x="6300193" y="429309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401" name="Rectangle 106"/>
          <p:cNvSpPr>
            <a:spLocks noChangeArrowheads="1"/>
          </p:cNvSpPr>
          <p:nvPr/>
        </p:nvSpPr>
        <p:spPr bwMode="auto">
          <a:xfrm>
            <a:off x="6411688" y="4392764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02" name="Rectangle 106"/>
          <p:cNvSpPr>
            <a:spLocks noChangeArrowheads="1"/>
          </p:cNvSpPr>
          <p:nvPr/>
        </p:nvSpPr>
        <p:spPr bwMode="auto">
          <a:xfrm>
            <a:off x="6463641" y="4513920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03" name="Rectangle 106"/>
          <p:cNvSpPr>
            <a:spLocks noChangeArrowheads="1"/>
          </p:cNvSpPr>
          <p:nvPr/>
        </p:nvSpPr>
        <p:spPr bwMode="auto">
          <a:xfrm>
            <a:off x="6481119" y="4650289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05" name="Line 202"/>
          <p:cNvSpPr>
            <a:spLocks noChangeShapeType="1"/>
          </p:cNvSpPr>
          <p:nvPr/>
        </p:nvSpPr>
        <p:spPr bwMode="auto">
          <a:xfrm flipH="1" flipV="1">
            <a:off x="7400886" y="2268386"/>
            <a:ext cx="6843" cy="51835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6" name="Line 195"/>
          <p:cNvSpPr>
            <a:spLocks noChangeShapeType="1"/>
          </p:cNvSpPr>
          <p:nvPr/>
        </p:nvSpPr>
        <p:spPr bwMode="auto">
          <a:xfrm flipV="1">
            <a:off x="7283503" y="2792068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08" name="Rectangle 74"/>
          <p:cNvSpPr>
            <a:spLocks noChangeArrowheads="1"/>
          </p:cNvSpPr>
          <p:nvPr/>
        </p:nvSpPr>
        <p:spPr bwMode="auto">
          <a:xfrm flipH="1">
            <a:off x="6380983" y="2858845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92" name="Rectangle 75"/>
          <p:cNvSpPr>
            <a:spLocks noChangeArrowheads="1"/>
          </p:cNvSpPr>
          <p:nvPr/>
        </p:nvSpPr>
        <p:spPr bwMode="auto">
          <a:xfrm>
            <a:off x="3831531" y="3648075"/>
            <a:ext cx="432048" cy="144016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DPH</a:t>
            </a:r>
            <a:r>
              <a:rPr lang="en-US" altLang="ko-KR" sz="600" dirty="0" smtClean="0"/>
              <a:t> </a:t>
            </a:r>
            <a:endParaRPr lang="en-US" altLang="ko-KR" sz="600" dirty="0">
              <a:latin typeface="Arial" charset="0"/>
            </a:endParaRPr>
          </a:p>
        </p:txBody>
      </p:sp>
      <p:grpSp>
        <p:nvGrpSpPr>
          <p:cNvPr id="404" name="Group 600"/>
          <p:cNvGrpSpPr>
            <a:grpSpLocks/>
          </p:cNvGrpSpPr>
          <p:nvPr/>
        </p:nvGrpSpPr>
        <p:grpSpPr bwMode="auto">
          <a:xfrm flipH="1">
            <a:off x="3395663" y="3552825"/>
            <a:ext cx="163286" cy="247908"/>
            <a:chOff x="2793" y="3799"/>
            <a:chExt cx="137" cy="208"/>
          </a:xfrm>
        </p:grpSpPr>
        <p:sp>
          <p:nvSpPr>
            <p:cNvPr id="409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0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411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412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413" name="Line 605"/>
          <p:cNvSpPr>
            <a:spLocks noChangeShapeType="1"/>
          </p:cNvSpPr>
          <p:nvPr/>
        </p:nvSpPr>
        <p:spPr bwMode="auto">
          <a:xfrm flipH="1" flipV="1">
            <a:off x="3532064" y="3676650"/>
            <a:ext cx="291636" cy="368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14" name="Rectangle 596"/>
          <p:cNvSpPr>
            <a:spLocks noChangeArrowheads="1"/>
          </p:cNvSpPr>
          <p:nvPr/>
        </p:nvSpPr>
        <p:spPr bwMode="auto">
          <a:xfrm>
            <a:off x="2987824" y="3717032"/>
            <a:ext cx="280089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415" name="Line 605"/>
          <p:cNvSpPr>
            <a:spLocks noChangeShapeType="1"/>
          </p:cNvSpPr>
          <p:nvPr/>
        </p:nvSpPr>
        <p:spPr bwMode="auto">
          <a:xfrm flipH="1" flipV="1">
            <a:off x="4256733" y="3671888"/>
            <a:ext cx="1028700" cy="7937"/>
          </a:xfrm>
          <a:prstGeom prst="line">
            <a:avLst/>
          </a:prstGeom>
          <a:noFill/>
          <a:ln w="25400">
            <a:solidFill>
              <a:srgbClr val="99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grpSp>
        <p:nvGrpSpPr>
          <p:cNvPr id="383" name="그룹 382"/>
          <p:cNvGrpSpPr/>
          <p:nvPr/>
        </p:nvGrpSpPr>
        <p:grpSpPr>
          <a:xfrm>
            <a:off x="3563888" y="260648"/>
            <a:ext cx="1007927" cy="972555"/>
            <a:chOff x="3977258" y="116632"/>
            <a:chExt cx="1007927" cy="972555"/>
          </a:xfrm>
        </p:grpSpPr>
        <p:sp>
          <p:nvSpPr>
            <p:cNvPr id="416" name="Rectangle 5"/>
            <p:cNvSpPr>
              <a:spLocks noChangeArrowheads="1"/>
            </p:cNvSpPr>
            <p:nvPr/>
          </p:nvSpPr>
          <p:spPr bwMode="auto">
            <a:xfrm>
              <a:off x="3995936" y="116632"/>
              <a:ext cx="989249" cy="2157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16" tIns="45707" rIns="91416" bIns="45707" anchor="ctr"/>
            <a:lstStyle/>
            <a:p>
              <a:pPr algn="ctr"/>
              <a:r>
                <a:rPr lang="en-US" altLang="ko-KR" sz="600" dirty="0" err="1" smtClean="0">
                  <a:latin typeface="Arial" charset="0"/>
                </a:rPr>
                <a:t>Wimx</a:t>
              </a:r>
              <a:endParaRPr lang="ko-KR" altLang="ko-KR" dirty="0"/>
            </a:p>
          </p:txBody>
        </p:sp>
        <p:grpSp>
          <p:nvGrpSpPr>
            <p:cNvPr id="417" name="Group 12"/>
            <p:cNvGrpSpPr>
              <a:grpSpLocks/>
            </p:cNvGrpSpPr>
            <p:nvPr/>
          </p:nvGrpSpPr>
          <p:grpSpPr bwMode="auto">
            <a:xfrm>
              <a:off x="3977258" y="311277"/>
              <a:ext cx="948726" cy="324188"/>
              <a:chOff x="5877" y="427"/>
              <a:chExt cx="953" cy="318"/>
            </a:xfrm>
          </p:grpSpPr>
          <p:sp>
            <p:nvSpPr>
              <p:cNvPr id="424" name="Freeform 13"/>
              <p:cNvSpPr>
                <a:spLocks/>
              </p:cNvSpPr>
              <p:nvPr/>
            </p:nvSpPr>
            <p:spPr bwMode="auto">
              <a:xfrm>
                <a:off x="5968" y="427"/>
                <a:ext cx="816" cy="272"/>
              </a:xfrm>
              <a:custGeom>
                <a:avLst/>
                <a:gdLst>
                  <a:gd name="T0" fmla="*/ 0 w 771"/>
                  <a:gd name="T1" fmla="*/ 326 h 227"/>
                  <a:gd name="T2" fmla="*/ 203 w 771"/>
                  <a:gd name="T3" fmla="*/ 131 h 227"/>
                  <a:gd name="T4" fmla="*/ 305 w 771"/>
                  <a:gd name="T5" fmla="*/ 65 h 227"/>
                  <a:gd name="T6" fmla="*/ 457 w 771"/>
                  <a:gd name="T7" fmla="*/ 0 h 227"/>
                  <a:gd name="T8" fmla="*/ 559 w 771"/>
                  <a:gd name="T9" fmla="*/ 0 h 227"/>
                  <a:gd name="T10" fmla="*/ 659 w 771"/>
                  <a:gd name="T11" fmla="*/ 131 h 227"/>
                  <a:gd name="T12" fmla="*/ 711 w 771"/>
                  <a:gd name="T13" fmla="*/ 195 h 227"/>
                  <a:gd name="T14" fmla="*/ 812 w 771"/>
                  <a:gd name="T15" fmla="*/ 260 h 227"/>
                  <a:gd name="T16" fmla="*/ 864 w 771"/>
                  <a:gd name="T17" fmla="*/ 326 h 227"/>
                  <a:gd name="T18" fmla="*/ 0 w 771"/>
                  <a:gd name="T19" fmla="*/ 326 h 22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71"/>
                  <a:gd name="T31" fmla="*/ 0 h 227"/>
                  <a:gd name="T32" fmla="*/ 771 w 771"/>
                  <a:gd name="T33" fmla="*/ 227 h 22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71" h="227">
                    <a:moveTo>
                      <a:pt x="0" y="227"/>
                    </a:moveTo>
                    <a:lnTo>
                      <a:pt x="181" y="91"/>
                    </a:lnTo>
                    <a:lnTo>
                      <a:pt x="272" y="45"/>
                    </a:lnTo>
                    <a:lnTo>
                      <a:pt x="408" y="0"/>
                    </a:lnTo>
                    <a:lnTo>
                      <a:pt x="499" y="0"/>
                    </a:lnTo>
                    <a:lnTo>
                      <a:pt x="589" y="91"/>
                    </a:lnTo>
                    <a:lnTo>
                      <a:pt x="635" y="136"/>
                    </a:lnTo>
                    <a:lnTo>
                      <a:pt x="725" y="181"/>
                    </a:lnTo>
                    <a:lnTo>
                      <a:pt x="771" y="227"/>
                    </a:lnTo>
                    <a:lnTo>
                      <a:pt x="0" y="22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DDDDDD"/>
                  </a:gs>
                </a:gsLst>
                <a:lin ang="5400000" scaled="1"/>
              </a:gra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5" name="Rectangle 14"/>
              <p:cNvSpPr>
                <a:spLocks noChangeArrowheads="1"/>
              </p:cNvSpPr>
              <p:nvPr/>
            </p:nvSpPr>
            <p:spPr bwMode="auto">
              <a:xfrm rot="10800000">
                <a:off x="5877" y="695"/>
                <a:ext cx="953" cy="50"/>
              </a:xfrm>
              <a:prstGeom prst="rect">
                <a:avLst/>
              </a:prstGeom>
              <a:gradFill rotWithShape="1">
                <a:gsLst>
                  <a:gs pos="0">
                    <a:srgbClr val="808080"/>
                  </a:gs>
                  <a:gs pos="50000">
                    <a:srgbClr val="DDDDDD"/>
                  </a:gs>
                  <a:gs pos="100000">
                    <a:srgbClr val="808080"/>
                  </a:gs>
                </a:gsLst>
                <a:lin ang="0" scaled="1"/>
              </a:gra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18" name="Line 15"/>
            <p:cNvSpPr>
              <a:spLocks noChangeShapeType="1"/>
            </p:cNvSpPr>
            <p:nvPr/>
          </p:nvSpPr>
          <p:spPr bwMode="auto">
            <a:xfrm>
              <a:off x="4482808" y="561570"/>
              <a:ext cx="5371" cy="42141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</p:spPr>
          <p:txBody>
            <a:bodyPr lIns="68636" tIns="34318" rIns="68636" bIns="34318"/>
            <a:lstStyle/>
            <a:p>
              <a:endParaRPr lang="ko-KR" altLang="en-US"/>
            </a:p>
          </p:txBody>
        </p:sp>
        <p:sp>
          <p:nvSpPr>
            <p:cNvPr id="419" name="Oval 17"/>
            <p:cNvSpPr>
              <a:spLocks noChangeArrowheads="1"/>
            </p:cNvSpPr>
            <p:nvPr/>
          </p:nvSpPr>
          <p:spPr bwMode="auto">
            <a:xfrm>
              <a:off x="4427984" y="980728"/>
              <a:ext cx="108459" cy="108459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636" tIns="34318" rIns="68636" bIns="3431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grpSp>
          <p:nvGrpSpPr>
            <p:cNvPr id="420" name="Group 22"/>
            <p:cNvGrpSpPr>
              <a:grpSpLocks/>
            </p:cNvGrpSpPr>
            <p:nvPr/>
          </p:nvGrpSpPr>
          <p:grpSpPr bwMode="auto">
            <a:xfrm>
              <a:off x="4455428" y="457877"/>
              <a:ext cx="53635" cy="103692"/>
              <a:chOff x="3016" y="2523"/>
              <a:chExt cx="91" cy="46"/>
            </a:xfrm>
          </p:grpSpPr>
          <p:sp>
            <p:nvSpPr>
              <p:cNvPr id="422" name="Line 23"/>
              <p:cNvSpPr>
                <a:spLocks noChangeShapeType="1"/>
              </p:cNvSpPr>
              <p:nvPr/>
            </p:nvSpPr>
            <p:spPr bwMode="auto">
              <a:xfrm>
                <a:off x="3016" y="2523"/>
                <a:ext cx="46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3" name="Line 24"/>
              <p:cNvSpPr>
                <a:spLocks noChangeShapeType="1"/>
              </p:cNvSpPr>
              <p:nvPr/>
            </p:nvSpPr>
            <p:spPr bwMode="auto">
              <a:xfrm flipH="1">
                <a:off x="3062" y="2523"/>
                <a:ext cx="45" cy="46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421" name="직사각형 420"/>
            <p:cNvSpPr/>
            <p:nvPr/>
          </p:nvSpPr>
          <p:spPr>
            <a:xfrm>
              <a:off x="4211960" y="738416"/>
              <a:ext cx="553204" cy="1440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CMU</a:t>
              </a:r>
              <a:endParaRPr lang="ko-KR" altLang="en-US" sz="10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2" name="그룹 641"/>
          <p:cNvGrpSpPr/>
          <p:nvPr/>
        </p:nvGrpSpPr>
        <p:grpSpPr>
          <a:xfrm>
            <a:off x="7692079" y="2780811"/>
            <a:ext cx="374246" cy="85814"/>
            <a:chOff x="10763258" y="8618765"/>
            <a:chExt cx="523945" cy="120140"/>
          </a:xfrm>
        </p:grpSpPr>
        <p:sp>
          <p:nvSpPr>
            <p:cNvPr id="64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39" name="그룹 638"/>
          <p:cNvGrpSpPr/>
          <p:nvPr/>
        </p:nvGrpSpPr>
        <p:grpSpPr>
          <a:xfrm>
            <a:off x="7695286" y="2893304"/>
            <a:ext cx="374246" cy="85814"/>
            <a:chOff x="10763258" y="8618765"/>
            <a:chExt cx="523945" cy="120140"/>
          </a:xfrm>
        </p:grpSpPr>
        <p:sp>
          <p:nvSpPr>
            <p:cNvPr id="640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1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648" name="그룹 647"/>
          <p:cNvGrpSpPr/>
          <p:nvPr/>
        </p:nvGrpSpPr>
        <p:grpSpPr>
          <a:xfrm>
            <a:off x="7695883" y="1542986"/>
            <a:ext cx="374246" cy="85814"/>
            <a:chOff x="10763258" y="8618765"/>
            <a:chExt cx="523945" cy="120140"/>
          </a:xfrm>
        </p:grpSpPr>
        <p:sp>
          <p:nvSpPr>
            <p:cNvPr id="64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5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" name="Line 46"/>
          <p:cNvSpPr>
            <a:spLocks noChangeShapeType="1"/>
          </p:cNvSpPr>
          <p:nvPr/>
        </p:nvSpPr>
        <p:spPr bwMode="auto">
          <a:xfrm flipV="1">
            <a:off x="1588812" y="2796267"/>
            <a:ext cx="6099224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5" name="Line 46"/>
          <p:cNvSpPr>
            <a:spLocks noChangeShapeType="1"/>
          </p:cNvSpPr>
          <p:nvPr/>
        </p:nvSpPr>
        <p:spPr bwMode="auto">
          <a:xfrm>
            <a:off x="1578429" y="2902857"/>
            <a:ext cx="6113009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" name="Freeform 548"/>
          <p:cNvSpPr>
            <a:spLocks/>
          </p:cNvSpPr>
          <p:nvPr/>
        </p:nvSpPr>
        <p:spPr bwMode="auto">
          <a:xfrm flipH="1">
            <a:off x="7702248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" name="Line 560"/>
          <p:cNvSpPr>
            <a:spLocks noChangeShapeType="1"/>
          </p:cNvSpPr>
          <p:nvPr/>
        </p:nvSpPr>
        <p:spPr bwMode="auto">
          <a:xfrm>
            <a:off x="7878536" y="244929"/>
            <a:ext cx="2085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" name="Rectangle 33"/>
          <p:cNvSpPr>
            <a:spLocks noChangeArrowheads="1"/>
          </p:cNvSpPr>
          <p:nvPr/>
        </p:nvSpPr>
        <p:spPr bwMode="auto">
          <a:xfrm>
            <a:off x="413580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34" name="Freeform 544"/>
          <p:cNvSpPr>
            <a:spLocks/>
          </p:cNvSpPr>
          <p:nvPr/>
        </p:nvSpPr>
        <p:spPr bwMode="auto">
          <a:xfrm flipH="1">
            <a:off x="7707802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" name="Freeform 545"/>
          <p:cNvSpPr>
            <a:spLocks/>
          </p:cNvSpPr>
          <p:nvPr/>
        </p:nvSpPr>
        <p:spPr bwMode="auto">
          <a:xfrm flipH="1">
            <a:off x="7707802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" name="Freeform 548"/>
          <p:cNvSpPr>
            <a:spLocks/>
          </p:cNvSpPr>
          <p:nvPr/>
        </p:nvSpPr>
        <p:spPr bwMode="auto">
          <a:xfrm flipH="1">
            <a:off x="7703038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49" name="Oval 563"/>
          <p:cNvSpPr>
            <a:spLocks noChangeArrowheads="1"/>
          </p:cNvSpPr>
          <p:nvPr/>
        </p:nvSpPr>
        <p:spPr bwMode="auto">
          <a:xfrm flipH="1">
            <a:off x="8024838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0" name="Oval 564"/>
          <p:cNvSpPr>
            <a:spLocks noChangeArrowheads="1"/>
          </p:cNvSpPr>
          <p:nvPr/>
        </p:nvSpPr>
        <p:spPr bwMode="auto">
          <a:xfrm flipH="1">
            <a:off x="8024838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1" name="Oval 567"/>
          <p:cNvSpPr>
            <a:spLocks noChangeArrowheads="1"/>
          </p:cNvSpPr>
          <p:nvPr/>
        </p:nvSpPr>
        <p:spPr bwMode="auto">
          <a:xfrm flipH="1">
            <a:off x="8020075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54" name="Rectangle 2"/>
          <p:cNvSpPr>
            <a:spLocks noChangeArrowheads="1"/>
          </p:cNvSpPr>
          <p:nvPr/>
        </p:nvSpPr>
        <p:spPr bwMode="auto">
          <a:xfrm flipH="1">
            <a:off x="301543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70" name="Rectangle 32"/>
          <p:cNvSpPr>
            <a:spLocks noChangeArrowheads="1"/>
          </p:cNvSpPr>
          <p:nvPr/>
        </p:nvSpPr>
        <p:spPr bwMode="auto">
          <a:xfrm rot="16200000" flipH="1">
            <a:off x="-69128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71" name="Rectangle 34"/>
          <p:cNvSpPr>
            <a:spLocks noChangeArrowheads="1"/>
          </p:cNvSpPr>
          <p:nvPr/>
        </p:nvSpPr>
        <p:spPr bwMode="auto">
          <a:xfrm>
            <a:off x="1662656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72" name="Line 35"/>
          <p:cNvSpPr>
            <a:spLocks noChangeShapeType="1"/>
          </p:cNvSpPr>
          <p:nvPr/>
        </p:nvSpPr>
        <p:spPr bwMode="auto">
          <a:xfrm flipV="1">
            <a:off x="1491026" y="1558018"/>
            <a:ext cx="6217421" cy="128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3" name="Rectangle 40"/>
          <p:cNvSpPr>
            <a:spLocks noChangeArrowheads="1"/>
          </p:cNvSpPr>
          <p:nvPr/>
        </p:nvSpPr>
        <p:spPr bwMode="auto">
          <a:xfrm>
            <a:off x="1514863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74" name="Line 41"/>
          <p:cNvSpPr>
            <a:spLocks noChangeShapeType="1"/>
          </p:cNvSpPr>
          <p:nvPr/>
        </p:nvSpPr>
        <p:spPr bwMode="auto">
          <a:xfrm>
            <a:off x="1486259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5" name="Line 49"/>
          <p:cNvSpPr>
            <a:spLocks noChangeShapeType="1"/>
          </p:cNvSpPr>
          <p:nvPr/>
        </p:nvSpPr>
        <p:spPr bwMode="auto">
          <a:xfrm flipH="1" flipV="1">
            <a:off x="1491025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6" name="Line 50"/>
          <p:cNvSpPr>
            <a:spLocks noChangeShapeType="1"/>
          </p:cNvSpPr>
          <p:nvPr/>
        </p:nvSpPr>
        <p:spPr bwMode="auto">
          <a:xfrm>
            <a:off x="1491026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7" name="Line 53"/>
          <p:cNvSpPr>
            <a:spLocks noChangeShapeType="1"/>
          </p:cNvSpPr>
          <p:nvPr/>
        </p:nvSpPr>
        <p:spPr bwMode="auto">
          <a:xfrm flipH="1" flipV="1">
            <a:off x="1653119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8" name="Line 54"/>
          <p:cNvSpPr>
            <a:spLocks noChangeShapeType="1"/>
          </p:cNvSpPr>
          <p:nvPr/>
        </p:nvSpPr>
        <p:spPr bwMode="auto">
          <a:xfrm flipH="1" flipV="1">
            <a:off x="1760387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79" name="Rectangle 59"/>
          <p:cNvSpPr>
            <a:spLocks noChangeArrowheads="1"/>
          </p:cNvSpPr>
          <p:nvPr/>
        </p:nvSpPr>
        <p:spPr bwMode="auto">
          <a:xfrm flipH="1">
            <a:off x="1112012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80" name="Line 60"/>
          <p:cNvSpPr>
            <a:spLocks noChangeShapeType="1"/>
          </p:cNvSpPr>
          <p:nvPr/>
        </p:nvSpPr>
        <p:spPr bwMode="auto">
          <a:xfrm flipH="1">
            <a:off x="1491025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1" name="Oval 61"/>
          <p:cNvSpPr>
            <a:spLocks noChangeArrowheads="1"/>
          </p:cNvSpPr>
          <p:nvPr/>
        </p:nvSpPr>
        <p:spPr bwMode="auto">
          <a:xfrm>
            <a:off x="1598295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82" name="Rectangle 64"/>
          <p:cNvSpPr>
            <a:spLocks noChangeArrowheads="1"/>
          </p:cNvSpPr>
          <p:nvPr/>
        </p:nvSpPr>
        <p:spPr bwMode="auto">
          <a:xfrm>
            <a:off x="154465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83" name="Line 65"/>
          <p:cNvSpPr>
            <a:spLocks noChangeShapeType="1"/>
          </p:cNvSpPr>
          <p:nvPr/>
        </p:nvSpPr>
        <p:spPr bwMode="auto">
          <a:xfrm>
            <a:off x="1491027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4" name="Rectangle 66"/>
          <p:cNvSpPr>
            <a:spLocks noChangeArrowheads="1"/>
          </p:cNvSpPr>
          <p:nvPr/>
        </p:nvSpPr>
        <p:spPr bwMode="auto">
          <a:xfrm>
            <a:off x="154465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85" name="Line 67"/>
          <p:cNvSpPr>
            <a:spLocks noChangeShapeType="1"/>
          </p:cNvSpPr>
          <p:nvPr/>
        </p:nvSpPr>
        <p:spPr bwMode="auto">
          <a:xfrm>
            <a:off x="1491027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6" name="Rectangle 68"/>
          <p:cNvSpPr>
            <a:spLocks noChangeArrowheads="1"/>
          </p:cNvSpPr>
          <p:nvPr/>
        </p:nvSpPr>
        <p:spPr bwMode="auto">
          <a:xfrm>
            <a:off x="1500561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87" name="Line 69"/>
          <p:cNvSpPr>
            <a:spLocks noChangeShapeType="1"/>
          </p:cNvSpPr>
          <p:nvPr/>
        </p:nvSpPr>
        <p:spPr bwMode="auto">
          <a:xfrm>
            <a:off x="1491027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88" name="Rectangle 70"/>
          <p:cNvSpPr>
            <a:spLocks noChangeArrowheads="1"/>
          </p:cNvSpPr>
          <p:nvPr/>
        </p:nvSpPr>
        <p:spPr bwMode="auto">
          <a:xfrm>
            <a:off x="1662654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89" name="Line 71"/>
          <p:cNvSpPr>
            <a:spLocks noChangeShapeType="1"/>
          </p:cNvSpPr>
          <p:nvPr/>
        </p:nvSpPr>
        <p:spPr bwMode="auto">
          <a:xfrm flipV="1">
            <a:off x="1491026" y="1079501"/>
            <a:ext cx="667974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0" name="Rectangle 72"/>
          <p:cNvSpPr>
            <a:spLocks noChangeArrowheads="1"/>
          </p:cNvSpPr>
          <p:nvPr/>
        </p:nvSpPr>
        <p:spPr bwMode="auto">
          <a:xfrm>
            <a:off x="1662656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91" name="Line 73"/>
          <p:cNvSpPr>
            <a:spLocks noChangeShapeType="1"/>
          </p:cNvSpPr>
          <p:nvPr/>
        </p:nvSpPr>
        <p:spPr bwMode="auto">
          <a:xfrm>
            <a:off x="1491026" y="1679340"/>
            <a:ext cx="966036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none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92" name="Rectangle 74"/>
          <p:cNvSpPr>
            <a:spLocks noChangeArrowheads="1"/>
          </p:cNvSpPr>
          <p:nvPr/>
        </p:nvSpPr>
        <p:spPr bwMode="auto">
          <a:xfrm>
            <a:off x="1500165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93" name="Rectangle 81"/>
          <p:cNvSpPr>
            <a:spLocks noChangeArrowheads="1"/>
          </p:cNvSpPr>
          <p:nvPr/>
        </p:nvSpPr>
        <p:spPr bwMode="auto">
          <a:xfrm>
            <a:off x="508927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94" name="Line 82"/>
          <p:cNvSpPr>
            <a:spLocks noChangeShapeType="1"/>
          </p:cNvSpPr>
          <p:nvPr/>
        </p:nvSpPr>
        <p:spPr bwMode="auto">
          <a:xfrm flipV="1">
            <a:off x="46363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6" name="Rectangle 106"/>
          <p:cNvSpPr>
            <a:spLocks noChangeArrowheads="1"/>
          </p:cNvSpPr>
          <p:nvPr/>
        </p:nvSpPr>
        <p:spPr bwMode="auto">
          <a:xfrm>
            <a:off x="149936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107" name="Line 107"/>
          <p:cNvSpPr>
            <a:spLocks noChangeShapeType="1"/>
          </p:cNvSpPr>
          <p:nvPr/>
        </p:nvSpPr>
        <p:spPr bwMode="auto">
          <a:xfrm flipH="1" flipV="1">
            <a:off x="1491027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08" name="Rectangle 108"/>
          <p:cNvSpPr>
            <a:spLocks noChangeArrowheads="1"/>
          </p:cNvSpPr>
          <p:nvPr/>
        </p:nvSpPr>
        <p:spPr bwMode="auto">
          <a:xfrm>
            <a:off x="149936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109" name="Line 109"/>
          <p:cNvSpPr>
            <a:spLocks noChangeShapeType="1"/>
          </p:cNvSpPr>
          <p:nvPr/>
        </p:nvSpPr>
        <p:spPr bwMode="auto">
          <a:xfrm flipH="1" flipV="1">
            <a:off x="1491026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0" name="Rectangle 112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11" name="Rectangle 115"/>
          <p:cNvSpPr>
            <a:spLocks noChangeArrowheads="1"/>
          </p:cNvSpPr>
          <p:nvPr/>
        </p:nvSpPr>
        <p:spPr bwMode="auto">
          <a:xfrm>
            <a:off x="538725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>
            <a:off x="570906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3" name="Line 118"/>
          <p:cNvSpPr>
            <a:spLocks noChangeShapeType="1"/>
          </p:cNvSpPr>
          <p:nvPr/>
        </p:nvSpPr>
        <p:spPr bwMode="auto">
          <a:xfrm flipV="1">
            <a:off x="570904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4" name="Line 128"/>
          <p:cNvSpPr>
            <a:spLocks noChangeShapeType="1"/>
          </p:cNvSpPr>
          <p:nvPr/>
        </p:nvSpPr>
        <p:spPr bwMode="auto">
          <a:xfrm flipV="1">
            <a:off x="2082801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15" name="Line 129"/>
          <p:cNvSpPr>
            <a:spLocks noChangeShapeType="1"/>
          </p:cNvSpPr>
          <p:nvPr/>
        </p:nvSpPr>
        <p:spPr bwMode="auto">
          <a:xfrm flipH="1" flipV="1">
            <a:off x="2193034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1" name="Rectangle 182"/>
          <p:cNvSpPr>
            <a:spLocks noChangeArrowheads="1"/>
          </p:cNvSpPr>
          <p:nvPr/>
        </p:nvSpPr>
        <p:spPr bwMode="auto">
          <a:xfrm flipH="1">
            <a:off x="1112012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122" name="Rectangle 183"/>
          <p:cNvSpPr>
            <a:spLocks noChangeArrowheads="1"/>
          </p:cNvSpPr>
          <p:nvPr/>
        </p:nvSpPr>
        <p:spPr bwMode="auto">
          <a:xfrm flipH="1">
            <a:off x="1112012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123" name="Rectangle 185"/>
          <p:cNvSpPr>
            <a:spLocks noChangeArrowheads="1"/>
          </p:cNvSpPr>
          <p:nvPr/>
        </p:nvSpPr>
        <p:spPr bwMode="auto">
          <a:xfrm flipH="1">
            <a:off x="1112012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124" name="Rectangle 186"/>
          <p:cNvSpPr>
            <a:spLocks noChangeArrowheads="1"/>
          </p:cNvSpPr>
          <p:nvPr/>
        </p:nvSpPr>
        <p:spPr bwMode="auto">
          <a:xfrm flipH="1">
            <a:off x="1112012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125" name="Rectangle 187"/>
          <p:cNvSpPr>
            <a:spLocks noChangeArrowheads="1"/>
          </p:cNvSpPr>
          <p:nvPr/>
        </p:nvSpPr>
        <p:spPr bwMode="auto">
          <a:xfrm flipH="1">
            <a:off x="1112012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126" name="Rectangle 188"/>
          <p:cNvSpPr>
            <a:spLocks noChangeArrowheads="1"/>
          </p:cNvSpPr>
          <p:nvPr/>
        </p:nvSpPr>
        <p:spPr bwMode="auto">
          <a:xfrm flipH="1">
            <a:off x="1112012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127" name="Line 190"/>
          <p:cNvSpPr>
            <a:spLocks noChangeShapeType="1"/>
          </p:cNvSpPr>
          <p:nvPr/>
        </p:nvSpPr>
        <p:spPr bwMode="auto">
          <a:xfrm flipH="1" flipV="1">
            <a:off x="896284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8" name="Line 191"/>
          <p:cNvSpPr>
            <a:spLocks noChangeShapeType="1"/>
          </p:cNvSpPr>
          <p:nvPr/>
        </p:nvSpPr>
        <p:spPr bwMode="auto">
          <a:xfrm flipV="1">
            <a:off x="896285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29" name="Line 192"/>
          <p:cNvSpPr>
            <a:spLocks noChangeShapeType="1"/>
          </p:cNvSpPr>
          <p:nvPr/>
        </p:nvSpPr>
        <p:spPr bwMode="auto">
          <a:xfrm>
            <a:off x="89628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0" name="Rectangle 193"/>
          <p:cNvSpPr>
            <a:spLocks noChangeArrowheads="1"/>
          </p:cNvSpPr>
          <p:nvPr/>
        </p:nvSpPr>
        <p:spPr bwMode="auto">
          <a:xfrm flipH="1">
            <a:off x="1112012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131" name="Line 195"/>
          <p:cNvSpPr>
            <a:spLocks noChangeShapeType="1"/>
          </p:cNvSpPr>
          <p:nvPr/>
        </p:nvSpPr>
        <p:spPr bwMode="auto">
          <a:xfrm flipH="1" flipV="1">
            <a:off x="99163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2" name="Line 197"/>
          <p:cNvSpPr>
            <a:spLocks noChangeShapeType="1"/>
          </p:cNvSpPr>
          <p:nvPr/>
        </p:nvSpPr>
        <p:spPr bwMode="auto">
          <a:xfrm flipH="1" flipV="1">
            <a:off x="100355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3" name="Line 198"/>
          <p:cNvSpPr>
            <a:spLocks noChangeShapeType="1"/>
          </p:cNvSpPr>
          <p:nvPr/>
        </p:nvSpPr>
        <p:spPr bwMode="auto">
          <a:xfrm flipH="1" flipV="1">
            <a:off x="100355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4" name="Line 199"/>
          <p:cNvSpPr>
            <a:spLocks noChangeShapeType="1"/>
          </p:cNvSpPr>
          <p:nvPr/>
        </p:nvSpPr>
        <p:spPr bwMode="auto">
          <a:xfrm flipH="1">
            <a:off x="1003552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5" name="Line 200"/>
          <p:cNvSpPr>
            <a:spLocks noChangeShapeType="1"/>
          </p:cNvSpPr>
          <p:nvPr/>
        </p:nvSpPr>
        <p:spPr bwMode="auto">
          <a:xfrm flipH="1">
            <a:off x="991633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6" name="Line 201"/>
          <p:cNvSpPr>
            <a:spLocks noChangeShapeType="1"/>
          </p:cNvSpPr>
          <p:nvPr/>
        </p:nvSpPr>
        <p:spPr bwMode="auto">
          <a:xfrm flipH="1" flipV="1">
            <a:off x="1003552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7" name="Line 202"/>
          <p:cNvSpPr>
            <a:spLocks noChangeShapeType="1"/>
          </p:cNvSpPr>
          <p:nvPr/>
        </p:nvSpPr>
        <p:spPr bwMode="auto">
          <a:xfrm flipV="1">
            <a:off x="991633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38" name="Rectangle 203"/>
          <p:cNvSpPr>
            <a:spLocks noChangeArrowheads="1"/>
          </p:cNvSpPr>
          <p:nvPr/>
        </p:nvSpPr>
        <p:spPr bwMode="auto">
          <a:xfrm rot="-5400000">
            <a:off x="690092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139" name="Rectangle 204"/>
          <p:cNvSpPr>
            <a:spLocks noChangeArrowheads="1"/>
          </p:cNvSpPr>
          <p:nvPr/>
        </p:nvSpPr>
        <p:spPr bwMode="auto">
          <a:xfrm rot="-5400000">
            <a:off x="1044672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140" name="Rectangle 205"/>
          <p:cNvSpPr>
            <a:spLocks noChangeArrowheads="1"/>
          </p:cNvSpPr>
          <p:nvPr/>
        </p:nvSpPr>
        <p:spPr bwMode="auto">
          <a:xfrm rot="-5400000">
            <a:off x="998189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141" name="Line 207"/>
          <p:cNvSpPr>
            <a:spLocks noChangeShapeType="1"/>
          </p:cNvSpPr>
          <p:nvPr/>
        </p:nvSpPr>
        <p:spPr bwMode="auto">
          <a:xfrm flipH="1">
            <a:off x="100355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2" name="Line 208"/>
          <p:cNvSpPr>
            <a:spLocks noChangeShapeType="1"/>
          </p:cNvSpPr>
          <p:nvPr/>
        </p:nvSpPr>
        <p:spPr bwMode="auto">
          <a:xfrm flipV="1">
            <a:off x="1002506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143" name="Rectangle 210"/>
          <p:cNvSpPr>
            <a:spLocks noChangeArrowheads="1"/>
          </p:cNvSpPr>
          <p:nvPr/>
        </p:nvSpPr>
        <p:spPr bwMode="auto">
          <a:xfrm rot="16200000" flipH="1">
            <a:off x="-1168029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286" name="Rectangle 527"/>
          <p:cNvSpPr>
            <a:spLocks noChangeArrowheads="1"/>
          </p:cNvSpPr>
          <p:nvPr/>
        </p:nvSpPr>
        <p:spPr bwMode="auto">
          <a:xfrm flipH="1">
            <a:off x="1112012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22" name="Rectangle 209"/>
          <p:cNvSpPr>
            <a:spLocks noChangeArrowheads="1"/>
          </p:cNvSpPr>
          <p:nvPr/>
        </p:nvSpPr>
        <p:spPr bwMode="auto">
          <a:xfrm flipH="1">
            <a:off x="1115616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23" name="Line 192"/>
          <p:cNvSpPr>
            <a:spLocks noChangeShapeType="1"/>
          </p:cNvSpPr>
          <p:nvPr/>
        </p:nvSpPr>
        <p:spPr bwMode="auto">
          <a:xfrm>
            <a:off x="890331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4" name="Line 190"/>
          <p:cNvSpPr>
            <a:spLocks noChangeShapeType="1"/>
          </p:cNvSpPr>
          <p:nvPr/>
        </p:nvSpPr>
        <p:spPr bwMode="auto">
          <a:xfrm flipH="1" flipV="1">
            <a:off x="895663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31" name="꺾인 연결선 330"/>
          <p:cNvCxnSpPr/>
          <p:nvPr/>
        </p:nvCxnSpPr>
        <p:spPr>
          <a:xfrm>
            <a:off x="542926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Rectangle 93"/>
          <p:cNvSpPr>
            <a:spLocks noChangeArrowheads="1"/>
          </p:cNvSpPr>
          <p:nvPr/>
        </p:nvSpPr>
        <p:spPr bwMode="auto">
          <a:xfrm>
            <a:off x="58753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38" name="Line 128"/>
          <p:cNvSpPr>
            <a:spLocks noChangeShapeType="1"/>
          </p:cNvSpPr>
          <p:nvPr/>
        </p:nvSpPr>
        <p:spPr bwMode="auto">
          <a:xfrm flipV="1">
            <a:off x="1949450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9" name="Line 109"/>
          <p:cNvSpPr>
            <a:spLocks noChangeShapeType="1"/>
          </p:cNvSpPr>
          <p:nvPr/>
        </p:nvSpPr>
        <p:spPr bwMode="auto">
          <a:xfrm flipH="1">
            <a:off x="1496286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0" name="Line 74"/>
          <p:cNvSpPr>
            <a:spLocks noChangeShapeType="1"/>
          </p:cNvSpPr>
          <p:nvPr/>
        </p:nvSpPr>
        <p:spPr bwMode="auto">
          <a:xfrm>
            <a:off x="312421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1" name="Line 75"/>
          <p:cNvSpPr>
            <a:spLocks noChangeShapeType="1"/>
          </p:cNvSpPr>
          <p:nvPr/>
        </p:nvSpPr>
        <p:spPr bwMode="auto">
          <a:xfrm flipH="1">
            <a:off x="1763688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Line 117"/>
          <p:cNvSpPr>
            <a:spLocks noChangeShapeType="1"/>
          </p:cNvSpPr>
          <p:nvPr/>
        </p:nvSpPr>
        <p:spPr bwMode="auto">
          <a:xfrm flipV="1">
            <a:off x="323528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3" name="Line 118"/>
          <p:cNvSpPr>
            <a:spLocks noChangeShapeType="1"/>
          </p:cNvSpPr>
          <p:nvPr/>
        </p:nvSpPr>
        <p:spPr bwMode="auto">
          <a:xfrm>
            <a:off x="323528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4" name="Line 134"/>
          <p:cNvSpPr>
            <a:spLocks noChangeShapeType="1"/>
          </p:cNvSpPr>
          <p:nvPr/>
        </p:nvSpPr>
        <p:spPr bwMode="auto">
          <a:xfrm flipV="1">
            <a:off x="323529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5" name="Line 135"/>
          <p:cNvSpPr>
            <a:spLocks noChangeShapeType="1"/>
          </p:cNvSpPr>
          <p:nvPr/>
        </p:nvSpPr>
        <p:spPr bwMode="auto">
          <a:xfrm>
            <a:off x="323530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6" name="Rectangle 207"/>
          <p:cNvSpPr>
            <a:spLocks noChangeArrowheads="1"/>
          </p:cNvSpPr>
          <p:nvPr/>
        </p:nvSpPr>
        <p:spPr bwMode="auto">
          <a:xfrm flipH="1">
            <a:off x="682873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47" name="Rectangle 208"/>
          <p:cNvSpPr>
            <a:spLocks noChangeArrowheads="1"/>
          </p:cNvSpPr>
          <p:nvPr/>
        </p:nvSpPr>
        <p:spPr bwMode="auto">
          <a:xfrm flipH="1">
            <a:off x="6839462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48" name="Rectangle 209"/>
          <p:cNvSpPr>
            <a:spLocks noChangeArrowheads="1"/>
          </p:cNvSpPr>
          <p:nvPr/>
        </p:nvSpPr>
        <p:spPr bwMode="auto">
          <a:xfrm flipH="1">
            <a:off x="6843038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49" name="Rectangle 210"/>
          <p:cNvSpPr>
            <a:spLocks noChangeArrowheads="1"/>
          </p:cNvSpPr>
          <p:nvPr/>
        </p:nvSpPr>
        <p:spPr bwMode="auto">
          <a:xfrm flipH="1">
            <a:off x="6841846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0" name="Rectangle 211"/>
          <p:cNvSpPr>
            <a:spLocks noChangeArrowheads="1"/>
          </p:cNvSpPr>
          <p:nvPr/>
        </p:nvSpPr>
        <p:spPr bwMode="auto">
          <a:xfrm flipH="1">
            <a:off x="6841846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1" name="Rectangle 228"/>
          <p:cNvSpPr>
            <a:spLocks noChangeArrowheads="1"/>
          </p:cNvSpPr>
          <p:nvPr/>
        </p:nvSpPr>
        <p:spPr bwMode="auto">
          <a:xfrm>
            <a:off x="341405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2" name="Rectangle 229"/>
          <p:cNvSpPr>
            <a:spLocks noChangeArrowheads="1"/>
          </p:cNvSpPr>
          <p:nvPr/>
        </p:nvSpPr>
        <p:spPr bwMode="auto">
          <a:xfrm>
            <a:off x="44126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3" name="Rectangle 230"/>
          <p:cNvSpPr>
            <a:spLocks noChangeArrowheads="1"/>
          </p:cNvSpPr>
          <p:nvPr/>
        </p:nvSpPr>
        <p:spPr bwMode="auto">
          <a:xfrm>
            <a:off x="407352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4" name="Rectangle 231"/>
          <p:cNvSpPr>
            <a:spLocks noChangeArrowheads="1"/>
          </p:cNvSpPr>
          <p:nvPr/>
        </p:nvSpPr>
        <p:spPr bwMode="auto">
          <a:xfrm>
            <a:off x="35928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5" name="Rectangle 232"/>
          <p:cNvSpPr>
            <a:spLocks noChangeArrowheads="1"/>
          </p:cNvSpPr>
          <p:nvPr/>
        </p:nvSpPr>
        <p:spPr bwMode="auto">
          <a:xfrm>
            <a:off x="35928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6" name="Oval 567"/>
          <p:cNvSpPr>
            <a:spLocks noChangeArrowheads="1"/>
          </p:cNvSpPr>
          <p:nvPr/>
        </p:nvSpPr>
        <p:spPr bwMode="auto">
          <a:xfrm flipH="1">
            <a:off x="8019285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grpSp>
        <p:nvGrpSpPr>
          <p:cNvPr id="638" name="그룹 637"/>
          <p:cNvGrpSpPr/>
          <p:nvPr/>
        </p:nvGrpSpPr>
        <p:grpSpPr>
          <a:xfrm>
            <a:off x="7688042" y="6156261"/>
            <a:ext cx="374246" cy="85814"/>
            <a:chOff x="10763258" y="8618765"/>
            <a:chExt cx="523945" cy="120140"/>
          </a:xfrm>
        </p:grpSpPr>
        <p:sp>
          <p:nvSpPr>
            <p:cNvPr id="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35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58" name="Line 109"/>
          <p:cNvSpPr>
            <a:spLocks noChangeShapeType="1"/>
          </p:cNvSpPr>
          <p:nvPr/>
        </p:nvSpPr>
        <p:spPr bwMode="auto">
          <a:xfrm flipH="1">
            <a:off x="1501056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59" name="Line 128"/>
          <p:cNvSpPr>
            <a:spLocks noChangeShapeType="1"/>
          </p:cNvSpPr>
          <p:nvPr/>
        </p:nvSpPr>
        <p:spPr bwMode="auto">
          <a:xfrm flipV="1">
            <a:off x="1848396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0" name="Rectangle 106"/>
          <p:cNvSpPr>
            <a:spLocks noChangeArrowheads="1"/>
          </p:cNvSpPr>
          <p:nvPr/>
        </p:nvSpPr>
        <p:spPr bwMode="auto">
          <a:xfrm>
            <a:off x="1607436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81" name="Rectangle 106"/>
          <p:cNvSpPr>
            <a:spLocks noChangeArrowheads="1"/>
          </p:cNvSpPr>
          <p:nvPr/>
        </p:nvSpPr>
        <p:spPr bwMode="auto">
          <a:xfrm>
            <a:off x="161366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82" name="Rectangle 106"/>
          <p:cNvSpPr>
            <a:spLocks noChangeArrowheads="1"/>
          </p:cNvSpPr>
          <p:nvPr/>
        </p:nvSpPr>
        <p:spPr bwMode="auto">
          <a:xfrm>
            <a:off x="154004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3" name="Line 195"/>
          <p:cNvSpPr>
            <a:spLocks noChangeShapeType="1"/>
          </p:cNvSpPr>
          <p:nvPr/>
        </p:nvSpPr>
        <p:spPr bwMode="auto">
          <a:xfrm flipH="1" flipV="1">
            <a:off x="9988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4" name="Line 202"/>
          <p:cNvSpPr>
            <a:spLocks noChangeShapeType="1"/>
          </p:cNvSpPr>
          <p:nvPr/>
        </p:nvSpPr>
        <p:spPr bwMode="auto">
          <a:xfrm flipH="1" flipV="1">
            <a:off x="987929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85" name="Rectangle 74"/>
          <p:cNvSpPr>
            <a:spLocks noChangeArrowheads="1"/>
          </p:cNvSpPr>
          <p:nvPr/>
        </p:nvSpPr>
        <p:spPr bwMode="auto">
          <a:xfrm>
            <a:off x="1515718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1115616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grpSp>
        <p:nvGrpSpPr>
          <p:cNvPr id="387" name="Group 454"/>
          <p:cNvGrpSpPr>
            <a:grpSpLocks/>
          </p:cNvGrpSpPr>
          <p:nvPr/>
        </p:nvGrpSpPr>
        <p:grpSpPr bwMode="auto">
          <a:xfrm>
            <a:off x="2164554" y="218939"/>
            <a:ext cx="1505327" cy="505351"/>
            <a:chOff x="2375" y="729"/>
            <a:chExt cx="1263" cy="424"/>
          </a:xfrm>
        </p:grpSpPr>
        <p:sp>
          <p:nvSpPr>
            <p:cNvPr id="388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800" dirty="0">
                  <a:latin typeface="Arial" charset="0"/>
                </a:rPr>
                <a:t>Control </a:t>
              </a:r>
              <a:r>
                <a:rPr lang="en-US" altLang="ko-KR" sz="800" dirty="0" smtClean="0">
                  <a:latin typeface="Arial" charset="0"/>
                </a:rPr>
                <a:t>Head</a:t>
              </a:r>
              <a:endParaRPr lang="ko-KR" altLang="ko-KR" dirty="0"/>
            </a:p>
          </p:txBody>
        </p:sp>
        <p:sp>
          <p:nvSpPr>
            <p:cNvPr id="389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390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1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392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3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394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463" name="그룹 462"/>
          <p:cNvGrpSpPr/>
          <p:nvPr/>
        </p:nvGrpSpPr>
        <p:grpSpPr>
          <a:xfrm>
            <a:off x="3440446" y="1834537"/>
            <a:ext cx="972563" cy="625361"/>
            <a:chOff x="5666768" y="1056184"/>
            <a:chExt cx="1361588" cy="875506"/>
          </a:xfrm>
        </p:grpSpPr>
        <p:sp>
          <p:nvSpPr>
            <p:cNvPr id="43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38" name="그림 43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3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sp>
        <p:nvSpPr>
          <p:cNvPr id="396" name="Rectangle 396"/>
          <p:cNvSpPr>
            <a:spLocks noChangeArrowheads="1"/>
          </p:cNvSpPr>
          <p:nvPr/>
        </p:nvSpPr>
        <p:spPr bwMode="auto">
          <a:xfrm flipV="1">
            <a:off x="2514628" y="960154"/>
            <a:ext cx="771429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397" name="Rectangle 402" descr="좁은 눈금"/>
          <p:cNvSpPr>
            <a:spLocks noChangeArrowheads="1"/>
          </p:cNvSpPr>
          <p:nvPr/>
        </p:nvSpPr>
        <p:spPr bwMode="auto">
          <a:xfrm flipV="1">
            <a:off x="2543596" y="1014980"/>
            <a:ext cx="714753" cy="278897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399" name="Rectangle 370"/>
          <p:cNvSpPr>
            <a:spLocks noChangeArrowheads="1"/>
          </p:cNvSpPr>
          <p:nvPr/>
        </p:nvSpPr>
        <p:spPr bwMode="auto">
          <a:xfrm flipV="1">
            <a:off x="6526503" y="3789040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00" name="Rectangle 383" descr="좁은 눈금"/>
          <p:cNvSpPr>
            <a:spLocks noChangeArrowheads="1"/>
          </p:cNvSpPr>
          <p:nvPr/>
        </p:nvSpPr>
        <p:spPr bwMode="auto">
          <a:xfrm flipV="1">
            <a:off x="6577874" y="3817645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02" name="Rectangle 384"/>
          <p:cNvSpPr>
            <a:spLocks noChangeArrowheads="1"/>
          </p:cNvSpPr>
          <p:nvPr/>
        </p:nvSpPr>
        <p:spPr bwMode="auto">
          <a:xfrm flipV="1">
            <a:off x="5395063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03" name="Rectangle 391" descr="좁은 눈금"/>
          <p:cNvSpPr>
            <a:spLocks noChangeArrowheads="1"/>
          </p:cNvSpPr>
          <p:nvPr/>
        </p:nvSpPr>
        <p:spPr bwMode="auto">
          <a:xfrm flipV="1">
            <a:off x="5433686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49" name="Rectangle 370"/>
          <p:cNvSpPr>
            <a:spLocks noChangeArrowheads="1"/>
          </p:cNvSpPr>
          <p:nvPr/>
        </p:nvSpPr>
        <p:spPr bwMode="auto">
          <a:xfrm flipV="1">
            <a:off x="3800486" y="1165892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0" name="Rectangle 383" descr="좁은 눈금"/>
          <p:cNvSpPr>
            <a:spLocks noChangeArrowheads="1"/>
          </p:cNvSpPr>
          <p:nvPr/>
        </p:nvSpPr>
        <p:spPr bwMode="auto">
          <a:xfrm flipV="1">
            <a:off x="3851857" y="1194497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2" name="Rectangle 384"/>
          <p:cNvSpPr>
            <a:spLocks noChangeArrowheads="1"/>
          </p:cNvSpPr>
          <p:nvPr/>
        </p:nvSpPr>
        <p:spPr bwMode="auto">
          <a:xfrm flipV="1">
            <a:off x="6732240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3" name="Rectangle 391" descr="좁은 눈금"/>
          <p:cNvSpPr>
            <a:spLocks noChangeArrowheads="1"/>
          </p:cNvSpPr>
          <p:nvPr/>
        </p:nvSpPr>
        <p:spPr bwMode="auto">
          <a:xfrm flipV="1">
            <a:off x="6770863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5" name="Rectangle 384"/>
          <p:cNvSpPr>
            <a:spLocks noChangeArrowheads="1"/>
          </p:cNvSpPr>
          <p:nvPr/>
        </p:nvSpPr>
        <p:spPr bwMode="auto">
          <a:xfrm flipV="1">
            <a:off x="3646183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6" name="Rectangle 391" descr="좁은 눈금"/>
          <p:cNvSpPr>
            <a:spLocks noChangeArrowheads="1"/>
          </p:cNvSpPr>
          <p:nvPr/>
        </p:nvSpPr>
        <p:spPr bwMode="auto">
          <a:xfrm flipV="1">
            <a:off x="3684806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58" name="Rectangle 384"/>
          <p:cNvSpPr>
            <a:spLocks noChangeArrowheads="1"/>
          </p:cNvSpPr>
          <p:nvPr/>
        </p:nvSpPr>
        <p:spPr bwMode="auto">
          <a:xfrm flipV="1">
            <a:off x="5240646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459" name="Rectangle 391" descr="좁은 눈금"/>
          <p:cNvSpPr>
            <a:spLocks noChangeArrowheads="1"/>
          </p:cNvSpPr>
          <p:nvPr/>
        </p:nvSpPr>
        <p:spPr bwMode="auto">
          <a:xfrm flipV="1">
            <a:off x="5279269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464" name="그룹 463"/>
          <p:cNvGrpSpPr/>
          <p:nvPr/>
        </p:nvGrpSpPr>
        <p:grpSpPr>
          <a:xfrm>
            <a:off x="4839137" y="1838288"/>
            <a:ext cx="972563" cy="625361"/>
            <a:chOff x="5666768" y="1056184"/>
            <a:chExt cx="1361588" cy="875506"/>
          </a:xfrm>
        </p:grpSpPr>
        <p:sp>
          <p:nvSpPr>
            <p:cNvPr id="465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66" name="그림 465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67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68" name="그룹 467"/>
          <p:cNvGrpSpPr/>
          <p:nvPr/>
        </p:nvGrpSpPr>
        <p:grpSpPr>
          <a:xfrm>
            <a:off x="6227863" y="1838288"/>
            <a:ext cx="972563" cy="625361"/>
            <a:chOff x="5666768" y="1056184"/>
            <a:chExt cx="1361588" cy="875506"/>
          </a:xfrm>
        </p:grpSpPr>
        <p:sp>
          <p:nvSpPr>
            <p:cNvPr id="469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0" name="그림 469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1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72" name="그룹 471"/>
          <p:cNvGrpSpPr/>
          <p:nvPr/>
        </p:nvGrpSpPr>
        <p:grpSpPr>
          <a:xfrm>
            <a:off x="2926103" y="3068960"/>
            <a:ext cx="972563" cy="625361"/>
            <a:chOff x="5666768" y="1056184"/>
            <a:chExt cx="1361588" cy="875506"/>
          </a:xfrm>
        </p:grpSpPr>
        <p:sp>
          <p:nvSpPr>
            <p:cNvPr id="47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4" name="그림 47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76" name="그룹 475"/>
          <p:cNvGrpSpPr/>
          <p:nvPr/>
        </p:nvGrpSpPr>
        <p:grpSpPr>
          <a:xfrm>
            <a:off x="4324794" y="3072711"/>
            <a:ext cx="972563" cy="625361"/>
            <a:chOff x="5666768" y="1056184"/>
            <a:chExt cx="1361588" cy="875506"/>
          </a:xfrm>
        </p:grpSpPr>
        <p:sp>
          <p:nvSpPr>
            <p:cNvPr id="47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78" name="그림 47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7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480" name="그룹 479"/>
          <p:cNvGrpSpPr/>
          <p:nvPr/>
        </p:nvGrpSpPr>
        <p:grpSpPr>
          <a:xfrm>
            <a:off x="5713520" y="3072711"/>
            <a:ext cx="972563" cy="625361"/>
            <a:chOff x="5666768" y="1056184"/>
            <a:chExt cx="1361588" cy="875506"/>
          </a:xfrm>
        </p:grpSpPr>
        <p:sp>
          <p:nvSpPr>
            <p:cNvPr id="481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2" name="그림 481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3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cxnSp>
        <p:nvCxnSpPr>
          <p:cNvPr id="485" name="직선 연결선 484"/>
          <p:cNvCxnSpPr>
            <a:stCxn id="91" idx="1"/>
          </p:cNvCxnSpPr>
          <p:nvPr/>
        </p:nvCxnSpPr>
        <p:spPr>
          <a:xfrm rot="16200000" flipH="1">
            <a:off x="1971140" y="2165431"/>
            <a:ext cx="977976" cy="613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 flipV="1">
            <a:off x="2463195" y="2653393"/>
            <a:ext cx="564395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Line 420"/>
          <p:cNvSpPr>
            <a:spLocks noChangeShapeType="1"/>
          </p:cNvSpPr>
          <p:nvPr/>
        </p:nvSpPr>
        <p:spPr bwMode="auto">
          <a:xfrm flipH="1">
            <a:off x="3028971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2" name="Line 421"/>
          <p:cNvSpPr>
            <a:spLocks noChangeShapeType="1"/>
          </p:cNvSpPr>
          <p:nvPr/>
        </p:nvSpPr>
        <p:spPr bwMode="auto">
          <a:xfrm flipH="1">
            <a:off x="3028971" y="2656796"/>
            <a:ext cx="202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3" name="Line 422"/>
          <p:cNvSpPr>
            <a:spLocks noChangeShapeType="1"/>
          </p:cNvSpPr>
          <p:nvPr/>
        </p:nvSpPr>
        <p:spPr bwMode="auto">
          <a:xfrm flipH="1">
            <a:off x="3137432" y="2656796"/>
            <a:ext cx="24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5" name="Line 420"/>
          <p:cNvSpPr>
            <a:spLocks noChangeShapeType="1"/>
          </p:cNvSpPr>
          <p:nvPr/>
        </p:nvSpPr>
        <p:spPr bwMode="auto">
          <a:xfrm rot="10800000" flipH="1">
            <a:off x="3543314" y="2372695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6" name="Line 421"/>
          <p:cNvSpPr>
            <a:spLocks noChangeShapeType="1"/>
          </p:cNvSpPr>
          <p:nvPr/>
        </p:nvSpPr>
        <p:spPr bwMode="auto">
          <a:xfrm rot="10800000" flipH="1">
            <a:off x="3646714" y="2372694"/>
            <a:ext cx="5060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7" name="Line 422"/>
          <p:cNvSpPr>
            <a:spLocks noChangeShapeType="1"/>
          </p:cNvSpPr>
          <p:nvPr/>
        </p:nvSpPr>
        <p:spPr bwMode="auto">
          <a:xfrm rot="10800000">
            <a:off x="3543314" y="2372694"/>
            <a:ext cx="4749" cy="29770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99" name="Line 420"/>
          <p:cNvSpPr>
            <a:spLocks noChangeShapeType="1"/>
          </p:cNvSpPr>
          <p:nvPr/>
        </p:nvSpPr>
        <p:spPr bwMode="auto">
          <a:xfrm flipH="1">
            <a:off x="4417697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0" name="Line 421"/>
          <p:cNvSpPr>
            <a:spLocks noChangeShapeType="1"/>
          </p:cNvSpPr>
          <p:nvPr/>
        </p:nvSpPr>
        <p:spPr bwMode="auto">
          <a:xfrm flipH="1">
            <a:off x="4417697" y="2656796"/>
            <a:ext cx="1142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1" name="Line 422"/>
          <p:cNvSpPr>
            <a:spLocks noChangeShapeType="1"/>
          </p:cNvSpPr>
          <p:nvPr/>
        </p:nvSpPr>
        <p:spPr bwMode="auto">
          <a:xfrm flipH="1">
            <a:off x="4526157" y="2653393"/>
            <a:ext cx="15227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3" name="Line 420"/>
          <p:cNvSpPr>
            <a:spLocks noChangeShapeType="1"/>
          </p:cNvSpPr>
          <p:nvPr/>
        </p:nvSpPr>
        <p:spPr bwMode="auto">
          <a:xfrm rot="10800000" flipH="1">
            <a:off x="4949191" y="2372179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4" name="Line 421"/>
          <p:cNvSpPr>
            <a:spLocks noChangeShapeType="1"/>
          </p:cNvSpPr>
          <p:nvPr/>
        </p:nvSpPr>
        <p:spPr bwMode="auto">
          <a:xfrm rot="10800000" flipH="1">
            <a:off x="5055054" y="2372178"/>
            <a:ext cx="2597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5" name="Line 422"/>
          <p:cNvSpPr>
            <a:spLocks noChangeShapeType="1"/>
          </p:cNvSpPr>
          <p:nvPr/>
        </p:nvSpPr>
        <p:spPr bwMode="auto">
          <a:xfrm rot="10800000" flipH="1">
            <a:off x="4946197" y="2372178"/>
            <a:ext cx="299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7" name="Line 420"/>
          <p:cNvSpPr>
            <a:spLocks noChangeShapeType="1"/>
          </p:cNvSpPr>
          <p:nvPr/>
        </p:nvSpPr>
        <p:spPr bwMode="auto">
          <a:xfrm flipH="1">
            <a:off x="5811199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8" name="Line 421"/>
          <p:cNvSpPr>
            <a:spLocks noChangeShapeType="1"/>
          </p:cNvSpPr>
          <p:nvPr/>
        </p:nvSpPr>
        <p:spPr bwMode="auto">
          <a:xfrm>
            <a:off x="5806849" y="2656796"/>
            <a:ext cx="435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09" name="Line 422"/>
          <p:cNvSpPr>
            <a:spLocks noChangeShapeType="1"/>
          </p:cNvSpPr>
          <p:nvPr/>
        </p:nvSpPr>
        <p:spPr bwMode="auto">
          <a:xfrm flipH="1">
            <a:off x="5919658" y="2653393"/>
            <a:ext cx="2851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1" name="Line 420"/>
          <p:cNvSpPr>
            <a:spLocks noChangeShapeType="1"/>
          </p:cNvSpPr>
          <p:nvPr/>
        </p:nvSpPr>
        <p:spPr bwMode="auto">
          <a:xfrm rot="10800000" flipH="1">
            <a:off x="6332338" y="2370882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2" name="Line 421"/>
          <p:cNvSpPr>
            <a:spLocks noChangeShapeType="1"/>
          </p:cNvSpPr>
          <p:nvPr/>
        </p:nvSpPr>
        <p:spPr bwMode="auto">
          <a:xfrm rot="10800000" flipH="1">
            <a:off x="6436179" y="2370882"/>
            <a:ext cx="4619" cy="28931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513" name="Line 422"/>
          <p:cNvSpPr>
            <a:spLocks noChangeShapeType="1"/>
          </p:cNvSpPr>
          <p:nvPr/>
        </p:nvSpPr>
        <p:spPr bwMode="auto">
          <a:xfrm rot="10800000">
            <a:off x="6332338" y="2370882"/>
            <a:ext cx="1787" cy="2927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cxnSp>
        <p:nvCxnSpPr>
          <p:cNvPr id="535" name="직선 연결선 534"/>
          <p:cNvCxnSpPr/>
          <p:nvPr/>
        </p:nvCxnSpPr>
        <p:spPr>
          <a:xfrm>
            <a:off x="3131840" y="2661580"/>
            <a:ext cx="412821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8" name="직선 연결선 537"/>
          <p:cNvCxnSpPr/>
          <p:nvPr/>
        </p:nvCxnSpPr>
        <p:spPr>
          <a:xfrm flipV="1">
            <a:off x="3639645" y="2657928"/>
            <a:ext cx="803087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직선 연결선 540"/>
          <p:cNvCxnSpPr/>
          <p:nvPr/>
        </p:nvCxnSpPr>
        <p:spPr>
          <a:xfrm>
            <a:off x="4544786" y="2653393"/>
            <a:ext cx="408214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직선 연결선 548"/>
          <p:cNvCxnSpPr/>
          <p:nvPr/>
        </p:nvCxnSpPr>
        <p:spPr>
          <a:xfrm>
            <a:off x="5044849" y="2648365"/>
            <a:ext cx="7620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직선 연결선 555"/>
          <p:cNvCxnSpPr/>
          <p:nvPr/>
        </p:nvCxnSpPr>
        <p:spPr>
          <a:xfrm>
            <a:off x="6428968" y="2660520"/>
            <a:ext cx="1251131" cy="1945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7" name="직선 연결선 556"/>
          <p:cNvCxnSpPr/>
          <p:nvPr/>
        </p:nvCxnSpPr>
        <p:spPr>
          <a:xfrm>
            <a:off x="5909291" y="2657486"/>
            <a:ext cx="422566" cy="49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2" name="직선 연결선 561"/>
          <p:cNvCxnSpPr/>
          <p:nvPr/>
        </p:nvCxnSpPr>
        <p:spPr>
          <a:xfrm rot="5400000" flipH="1" flipV="1">
            <a:off x="1949224" y="2067152"/>
            <a:ext cx="1431018" cy="453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직선 연결선 565"/>
          <p:cNvCxnSpPr/>
          <p:nvPr/>
        </p:nvCxnSpPr>
        <p:spPr>
          <a:xfrm rot="5400000" flipH="1" flipV="1">
            <a:off x="6680585" y="2074213"/>
            <a:ext cx="1448806" cy="820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직선 연결선 566"/>
          <p:cNvCxnSpPr/>
          <p:nvPr/>
        </p:nvCxnSpPr>
        <p:spPr>
          <a:xfrm rot="16200000" flipV="1">
            <a:off x="5440475" y="2077473"/>
            <a:ext cx="1449551" cy="242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직선 연결선 567"/>
          <p:cNvCxnSpPr/>
          <p:nvPr/>
        </p:nvCxnSpPr>
        <p:spPr>
          <a:xfrm rot="5400000" flipH="1" flipV="1">
            <a:off x="4053281" y="2073833"/>
            <a:ext cx="1449551" cy="970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직선 연결선 570"/>
          <p:cNvCxnSpPr/>
          <p:nvPr/>
        </p:nvCxnSpPr>
        <p:spPr>
          <a:xfrm rot="5400000">
            <a:off x="3595627" y="3527041"/>
            <a:ext cx="1228718" cy="395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직선 연결선 571"/>
          <p:cNvCxnSpPr/>
          <p:nvPr/>
        </p:nvCxnSpPr>
        <p:spPr>
          <a:xfrm rot="5400000">
            <a:off x="4984972" y="3527661"/>
            <a:ext cx="1228718" cy="2710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3" name="직선 연결선 572"/>
          <p:cNvCxnSpPr/>
          <p:nvPr/>
        </p:nvCxnSpPr>
        <p:spPr>
          <a:xfrm rot="5400000">
            <a:off x="6500255" y="3351867"/>
            <a:ext cx="874932" cy="5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6" name="그룹 595"/>
          <p:cNvGrpSpPr/>
          <p:nvPr/>
        </p:nvGrpSpPr>
        <p:grpSpPr>
          <a:xfrm>
            <a:off x="3131840" y="718043"/>
            <a:ext cx="526805" cy="270619"/>
            <a:chOff x="4384576" y="1005260"/>
            <a:chExt cx="737527" cy="378866"/>
          </a:xfrm>
        </p:grpSpPr>
        <p:sp>
          <p:nvSpPr>
            <p:cNvPr id="593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594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595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597" name="그룹 596"/>
          <p:cNvGrpSpPr/>
          <p:nvPr/>
        </p:nvGrpSpPr>
        <p:grpSpPr>
          <a:xfrm>
            <a:off x="5754989" y="836953"/>
            <a:ext cx="526805" cy="270619"/>
            <a:chOff x="4384576" y="1005260"/>
            <a:chExt cx="737527" cy="378866"/>
          </a:xfrm>
        </p:grpSpPr>
        <p:sp>
          <p:nvSpPr>
            <p:cNvPr id="59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59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1" name="그룹 600"/>
          <p:cNvGrpSpPr/>
          <p:nvPr/>
        </p:nvGrpSpPr>
        <p:grpSpPr>
          <a:xfrm>
            <a:off x="7028384" y="843838"/>
            <a:ext cx="526805" cy="270619"/>
            <a:chOff x="4384576" y="1005260"/>
            <a:chExt cx="737527" cy="378866"/>
          </a:xfrm>
        </p:grpSpPr>
        <p:sp>
          <p:nvSpPr>
            <p:cNvPr id="60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0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05" name="그룹 604"/>
          <p:cNvGrpSpPr/>
          <p:nvPr/>
        </p:nvGrpSpPr>
        <p:grpSpPr>
          <a:xfrm>
            <a:off x="4006223" y="1563758"/>
            <a:ext cx="526805" cy="270619"/>
            <a:chOff x="4384576" y="1005260"/>
            <a:chExt cx="737527" cy="378866"/>
          </a:xfrm>
        </p:grpSpPr>
        <p:sp>
          <p:nvSpPr>
            <p:cNvPr id="60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0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0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17" name="그룹 616"/>
          <p:cNvGrpSpPr/>
          <p:nvPr/>
        </p:nvGrpSpPr>
        <p:grpSpPr>
          <a:xfrm>
            <a:off x="4623435" y="878020"/>
            <a:ext cx="526805" cy="270619"/>
            <a:chOff x="4384576" y="1005260"/>
            <a:chExt cx="737527" cy="378866"/>
          </a:xfrm>
        </p:grpSpPr>
        <p:sp>
          <p:nvSpPr>
            <p:cNvPr id="61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1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25" name="그룹 624"/>
          <p:cNvGrpSpPr/>
          <p:nvPr/>
        </p:nvGrpSpPr>
        <p:grpSpPr>
          <a:xfrm>
            <a:off x="7277283" y="3501168"/>
            <a:ext cx="526805" cy="270619"/>
            <a:chOff x="4384576" y="1005260"/>
            <a:chExt cx="737527" cy="378866"/>
          </a:xfrm>
        </p:grpSpPr>
        <p:sp>
          <p:nvSpPr>
            <p:cNvPr id="62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62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2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629" name="직선 연결선 628"/>
          <p:cNvCxnSpPr/>
          <p:nvPr/>
        </p:nvCxnSpPr>
        <p:spPr>
          <a:xfrm rot="5400000" flipH="1" flipV="1">
            <a:off x="1333942" y="1772835"/>
            <a:ext cx="2056199" cy="34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5" name="그룹 644"/>
          <p:cNvGrpSpPr/>
          <p:nvPr/>
        </p:nvGrpSpPr>
        <p:grpSpPr>
          <a:xfrm>
            <a:off x="7695286" y="2657486"/>
            <a:ext cx="374246" cy="85814"/>
            <a:chOff x="10763258" y="8618765"/>
            <a:chExt cx="523945" cy="120140"/>
          </a:xfrm>
        </p:grpSpPr>
        <p:sp>
          <p:nvSpPr>
            <p:cNvPr id="646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647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652" name="직선 연결선 651"/>
          <p:cNvCxnSpPr/>
          <p:nvPr/>
        </p:nvCxnSpPr>
        <p:spPr>
          <a:xfrm rot="16200000" flipH="1">
            <a:off x="3522310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직선 연결선 658"/>
          <p:cNvCxnSpPr/>
          <p:nvPr/>
        </p:nvCxnSpPr>
        <p:spPr>
          <a:xfrm rot="16200000" flipH="1">
            <a:off x="4960397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0" name="직선 연결선 659"/>
          <p:cNvCxnSpPr/>
          <p:nvPr/>
        </p:nvCxnSpPr>
        <p:spPr>
          <a:xfrm rot="16200000" flipH="1">
            <a:off x="6351195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1" name="직선 연결선 660"/>
          <p:cNvCxnSpPr/>
          <p:nvPr/>
        </p:nvCxnSpPr>
        <p:spPr>
          <a:xfrm rot="5400000" flipH="1" flipV="1">
            <a:off x="3822698" y="2633988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3" name="직선 연결선 662"/>
          <p:cNvCxnSpPr/>
          <p:nvPr/>
        </p:nvCxnSpPr>
        <p:spPr>
          <a:xfrm rot="5400000" flipH="1" flipV="1">
            <a:off x="5221133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4" name="직선 연결선 663"/>
          <p:cNvCxnSpPr/>
          <p:nvPr/>
        </p:nvCxnSpPr>
        <p:spPr>
          <a:xfrm rot="5400000" flipH="1" flipV="1">
            <a:off x="6605872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5" name="그룹 664"/>
          <p:cNvGrpSpPr/>
          <p:nvPr/>
        </p:nvGrpSpPr>
        <p:grpSpPr>
          <a:xfrm>
            <a:off x="5433921" y="1563918"/>
            <a:ext cx="526805" cy="270619"/>
            <a:chOff x="4384576" y="1005260"/>
            <a:chExt cx="737527" cy="378866"/>
          </a:xfrm>
        </p:grpSpPr>
        <p:sp>
          <p:nvSpPr>
            <p:cNvPr id="6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69" name="그룹 668"/>
          <p:cNvGrpSpPr/>
          <p:nvPr/>
        </p:nvGrpSpPr>
        <p:grpSpPr>
          <a:xfrm>
            <a:off x="6783675" y="1563918"/>
            <a:ext cx="526805" cy="270619"/>
            <a:chOff x="4384576" y="1005260"/>
            <a:chExt cx="737527" cy="378866"/>
          </a:xfrm>
        </p:grpSpPr>
        <p:sp>
          <p:nvSpPr>
            <p:cNvPr id="670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671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672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683" name="그룹 682"/>
          <p:cNvGrpSpPr/>
          <p:nvPr/>
        </p:nvGrpSpPr>
        <p:grpSpPr>
          <a:xfrm>
            <a:off x="2905693" y="3686172"/>
            <a:ext cx="526805" cy="272794"/>
            <a:chOff x="4067969" y="5160640"/>
            <a:chExt cx="737527" cy="381912"/>
          </a:xfrm>
        </p:grpSpPr>
        <p:grpSp>
          <p:nvGrpSpPr>
            <p:cNvPr id="677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7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2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84" name="그룹 683"/>
          <p:cNvGrpSpPr/>
          <p:nvPr/>
        </p:nvGrpSpPr>
        <p:grpSpPr>
          <a:xfrm>
            <a:off x="4314829" y="3686172"/>
            <a:ext cx="526805" cy="272794"/>
            <a:chOff x="4067969" y="5160640"/>
            <a:chExt cx="737527" cy="381912"/>
          </a:xfrm>
        </p:grpSpPr>
        <p:grpSp>
          <p:nvGrpSpPr>
            <p:cNvPr id="68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8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8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8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89" name="그룹 688"/>
          <p:cNvGrpSpPr/>
          <p:nvPr/>
        </p:nvGrpSpPr>
        <p:grpSpPr>
          <a:xfrm>
            <a:off x="5703555" y="3686172"/>
            <a:ext cx="526805" cy="272794"/>
            <a:chOff x="4067969" y="5160640"/>
            <a:chExt cx="737527" cy="381912"/>
          </a:xfrm>
        </p:grpSpPr>
        <p:grpSp>
          <p:nvGrpSpPr>
            <p:cNvPr id="69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94" name="그룹 693"/>
          <p:cNvGrpSpPr/>
          <p:nvPr/>
        </p:nvGrpSpPr>
        <p:grpSpPr>
          <a:xfrm>
            <a:off x="3440446" y="4390629"/>
            <a:ext cx="526805" cy="272794"/>
            <a:chOff x="4067969" y="5160640"/>
            <a:chExt cx="737527" cy="381912"/>
          </a:xfrm>
        </p:grpSpPr>
        <p:grpSp>
          <p:nvGrpSpPr>
            <p:cNvPr id="695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69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9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696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699" name="그룹 698"/>
          <p:cNvGrpSpPr/>
          <p:nvPr/>
        </p:nvGrpSpPr>
        <p:grpSpPr>
          <a:xfrm>
            <a:off x="4971013" y="4390629"/>
            <a:ext cx="526805" cy="272794"/>
            <a:chOff x="4067969" y="5160640"/>
            <a:chExt cx="737527" cy="381912"/>
          </a:xfrm>
        </p:grpSpPr>
        <p:grpSp>
          <p:nvGrpSpPr>
            <p:cNvPr id="70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70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70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70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sp>
        <p:nvSpPr>
          <p:cNvPr id="266" name="TextBox 265"/>
          <p:cNvSpPr txBox="1"/>
          <p:nvPr/>
        </p:nvSpPr>
        <p:spPr>
          <a:xfrm>
            <a:off x="5086566" y="42040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A</a:t>
            </a:r>
            <a:endParaRPr lang="ko-KR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17287" y="2780882"/>
            <a:ext cx="374245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14080" y="2893375"/>
            <a:ext cx="374245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13483" y="1543057"/>
            <a:ext cx="374245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695555" y="2796267"/>
            <a:ext cx="6099224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692153" y="2902857"/>
            <a:ext cx="6113009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38085" y="640803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02970" y="244929"/>
            <a:ext cx="2085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6980762" y="22646"/>
            <a:ext cx="989249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</a:t>
            </a:r>
            <a:r>
              <a:rPr lang="en-US" altLang="ko-KR" sz="600" b="1" dirty="0" smtClean="0">
                <a:latin typeface="Arial" charset="0"/>
              </a:rPr>
              <a:t>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32531" y="6539416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32531" y="6647875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37295" y="6289913"/>
            <a:ext cx="343258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01543" y="6508427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01543" y="6616886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06306" y="6258925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6838932" y="184740"/>
            <a:ext cx="1243116" cy="4844460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7549284" y="2808038"/>
            <a:ext cx="903435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200090" y="1462422"/>
            <a:ext cx="520845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7" name="Line 35"/>
          <p:cNvSpPr>
            <a:spLocks noChangeShapeType="1"/>
          </p:cNvSpPr>
          <p:nvPr/>
        </p:nvSpPr>
        <p:spPr bwMode="auto">
          <a:xfrm flipH="1" flipV="1">
            <a:off x="675144" y="1558018"/>
            <a:ext cx="6217421" cy="1286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oval" w="med" len="med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346690" y="252676"/>
            <a:ext cx="522038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374103" y="400467"/>
            <a:ext cx="523229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6730472" y="4834211"/>
            <a:ext cx="16209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6623203" y="4725751"/>
            <a:ext cx="26936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6730472" y="4834212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6623204" y="4726943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6892565" y="2219257"/>
            <a:ext cx="379014" cy="2777049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6730472" y="1322892"/>
            <a:ext cx="162094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6676837" y="1264493"/>
            <a:ext cx="108459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345499" y="2412338"/>
            <a:ext cx="493433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352649" y="2489810"/>
            <a:ext cx="53991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345499" y="2293152"/>
            <a:ext cx="493433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352649" y="2382542"/>
            <a:ext cx="539915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389597" y="2179926"/>
            <a:ext cx="493433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352649" y="2274081"/>
            <a:ext cx="539915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082097" y="977332"/>
            <a:ext cx="638840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</a:t>
            </a:r>
            <a:r>
              <a:rPr lang="en-US" altLang="ko-KR" sz="600" dirty="0" smtClean="0">
                <a:latin typeface="Arial" charset="0"/>
              </a:rPr>
              <a:t>MDS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224591" y="1079501"/>
            <a:ext cx="667974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200090" y="1570880"/>
            <a:ext cx="520845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6" name="Line 73"/>
          <p:cNvSpPr>
            <a:spLocks noChangeShapeType="1"/>
          </p:cNvSpPr>
          <p:nvPr/>
        </p:nvSpPr>
        <p:spPr bwMode="auto">
          <a:xfrm flipH="1">
            <a:off x="5926529" y="1679340"/>
            <a:ext cx="966036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361388" y="2708920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380040" y="5371744"/>
            <a:ext cx="49462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271578" y="5483778"/>
            <a:ext cx="648375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390789" y="41858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190555" y="4262115"/>
            <a:ext cx="702009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390789" y="4287146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299015" y="4370575"/>
            <a:ext cx="59355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5586280" y="2716265"/>
            <a:ext cx="3965340" cy="594742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350241" y="383783"/>
            <a:ext cx="494625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DC </a:t>
            </a:r>
            <a:r>
              <a:rPr lang="en-US" altLang="ko-KR" sz="600" dirty="0" smtClean="0">
                <a:latin typeface="Arial" charset="0"/>
              </a:rPr>
              <a:t>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271578" y="489858"/>
            <a:ext cx="541107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7812687" y="489859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299015" y="4377724"/>
            <a:ext cx="1775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186491" y="4272840"/>
            <a:ext cx="406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6892565" y="274130"/>
            <a:ext cx="379014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6892565" y="1030965"/>
            <a:ext cx="379014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6892565" y="1462421"/>
            <a:ext cx="379014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6892565" y="2057162"/>
            <a:ext cx="379014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</a:t>
            </a:r>
            <a:r>
              <a:rPr lang="en-US" altLang="ko-KR" sz="600" dirty="0" smtClean="0">
                <a:latin typeface="Arial" charset="0"/>
              </a:rPr>
              <a:t>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6892565" y="543491"/>
            <a:ext cx="379014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6892565" y="1732975"/>
            <a:ext cx="379014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7487307" y="1355154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269194" y="1265763"/>
            <a:ext cx="218112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268004" y="1732974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6892565" y="1193058"/>
            <a:ext cx="379014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269194" y="2238326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268003" y="1895068"/>
            <a:ext cx="112035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268003" y="1517248"/>
            <a:ext cx="112035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269195" y="1589950"/>
            <a:ext cx="110844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268004" y="1949894"/>
            <a:ext cx="12395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380039" y="1625706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7391958" y="2003529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369311" y="1437391"/>
            <a:ext cx="324188" cy="12395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123191" y="2013660"/>
            <a:ext cx="215728" cy="8343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073133" y="1690664"/>
            <a:ext cx="312269" cy="8700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268003" y="1084599"/>
            <a:ext cx="112035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380040" y="1138231"/>
            <a:ext cx="1045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5586280" y="2716265"/>
            <a:ext cx="3965340" cy="59474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1416" tIns="45707" rIns="91416" bIns="45707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6892565" y="5085184"/>
            <a:ext cx="379014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051951" y="2986665"/>
            <a:ext cx="216024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273957" y="3009550"/>
            <a:ext cx="219303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7485520" y="1745082"/>
            <a:ext cx="24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267974" y="5029200"/>
            <a:ext cx="572691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309170" y="5190102"/>
            <a:ext cx="486891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427791" y="4470400"/>
            <a:ext cx="6350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427791" y="4470400"/>
            <a:ext cx="459514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6733287" y="6179820"/>
            <a:ext cx="133788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672489" y="6185787"/>
            <a:ext cx="5947414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673103" y="6524625"/>
            <a:ext cx="7386960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673103" y="6633928"/>
            <a:ext cx="738696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677865" y="6286500"/>
            <a:ext cx="7382197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668339" y="6402706"/>
            <a:ext cx="7391722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031626" y="6092822"/>
            <a:ext cx="523229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051888" y="6213202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048312" y="6321661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049504" y="643846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049504" y="6552883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7518956" y="6088055"/>
            <a:ext cx="523230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7450090" y="620843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7483998" y="6316894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 </a:t>
            </a:r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7532065" y="6433697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7532065" y="6548116"/>
            <a:ext cx="49224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07096" y="6377048"/>
            <a:ext cx="57210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68636" tIns="34318" rIns="68636" bIns="34318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21324" y="6156332"/>
            <a:ext cx="374245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6529391" y="4584700"/>
            <a:ext cx="353144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6529391" y="4578350"/>
            <a:ext cx="5804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282722" y="4395612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276489" y="4516768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350114" y="4653137"/>
            <a:ext cx="493433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 smtClean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262014" y="2732874"/>
            <a:ext cx="12276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7387548" y="2249609"/>
            <a:ext cx="8114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68636" tIns="34318" rIns="68636" bIns="34318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345835" y="2817777"/>
            <a:ext cx="522038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1416" tIns="45707" rIns="91416" bIns="4570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051951" y="2698633"/>
            <a:ext cx="216024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75" tIns="60887" rIns="121775" bIns="60887" anchor="ctr"/>
          <a:lstStyle/>
          <a:p>
            <a:pPr algn="ctr"/>
            <a:r>
              <a:rPr lang="en-US" altLang="ko-KR" sz="600" dirty="0" smtClean="0"/>
              <a:t>485</a:t>
            </a:r>
          </a:p>
          <a:p>
            <a:pPr algn="ctr"/>
            <a:r>
              <a:rPr lang="en-US" altLang="ko-KR" sz="600" dirty="0" smtClean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4713707" y="218939"/>
            <a:ext cx="1505328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800" dirty="0">
                  <a:latin typeface="Arial" charset="0"/>
                </a:rPr>
                <a:t>Control </a:t>
              </a:r>
              <a:r>
                <a:rPr lang="en-US" altLang="ko-KR" sz="800" dirty="0" smtClean="0">
                  <a:latin typeface="Arial" charset="0"/>
                </a:rPr>
                <a:t>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3970582" y="1834537"/>
            <a:ext cx="972563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097534" y="960154"/>
            <a:ext cx="771429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125242" y="1014980"/>
            <a:ext cx="714753" cy="278897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699945" y="3789040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739125" y="3817645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1959957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1996902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425962" y="1165892"/>
            <a:ext cx="1157143" cy="164478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465142" y="1194497"/>
            <a:ext cx="1066592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8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8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22780" y="1114457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659725" y="1154980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3708837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3745782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114374" y="4149080"/>
            <a:ext cx="1028571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151319" y="4189603"/>
            <a:ext cx="953003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0505" tIns="85252" rIns="170505" bIns="85252" anchor="ctr"/>
          <a:lstStyle/>
          <a:p>
            <a:pPr algn="ctr"/>
            <a:r>
              <a:rPr lang="en-US" altLang="ko-KR" sz="1000" b="1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571891" y="1838288"/>
            <a:ext cx="972563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0" name="그룹 467"/>
          <p:cNvGrpSpPr/>
          <p:nvPr/>
        </p:nvGrpSpPr>
        <p:grpSpPr>
          <a:xfrm flipH="1">
            <a:off x="1183165" y="1838288"/>
            <a:ext cx="972563" cy="625361"/>
            <a:chOff x="5666768" y="1056184"/>
            <a:chExt cx="1361588" cy="875506"/>
          </a:xfrm>
        </p:grpSpPr>
        <p:sp>
          <p:nvSpPr>
            <p:cNvPr id="49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4" name="그림 49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484925" y="3068960"/>
            <a:ext cx="972563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086234" y="3072711"/>
            <a:ext cx="972563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697508" y="3072711"/>
            <a:ext cx="972563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/>
                <a:t>LCD Display</a:t>
              </a:r>
              <a:endParaRPr lang="ko-KR" altLang="ko-KR" sz="800" dirty="0"/>
            </a:p>
          </p:txBody>
        </p:sp>
      </p:grpSp>
      <p:cxnSp>
        <p:nvCxnSpPr>
          <p:cNvPr id="384" name="직선 연결선 383"/>
          <p:cNvCxnSpPr>
            <a:stCxn id="296" idx="1"/>
          </p:cNvCxnSpPr>
          <p:nvPr/>
        </p:nvCxnSpPr>
        <p:spPr>
          <a:xfrm rot="5400000">
            <a:off x="5434475" y="2165431"/>
            <a:ext cx="977976" cy="6133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H="1" flipV="1">
            <a:off x="5356001" y="2653393"/>
            <a:ext cx="564395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246160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7" name="Line 421"/>
          <p:cNvSpPr>
            <a:spLocks noChangeShapeType="1"/>
          </p:cNvSpPr>
          <p:nvPr/>
        </p:nvSpPr>
        <p:spPr bwMode="auto">
          <a:xfrm>
            <a:off x="5352600" y="2656796"/>
            <a:ext cx="202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8" name="Line 422"/>
          <p:cNvSpPr>
            <a:spLocks noChangeShapeType="1"/>
          </p:cNvSpPr>
          <p:nvPr/>
        </p:nvSpPr>
        <p:spPr bwMode="auto">
          <a:xfrm>
            <a:off x="5243742" y="2656796"/>
            <a:ext cx="24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4731817" y="2372695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0" name="Line 421"/>
          <p:cNvSpPr>
            <a:spLocks noChangeShapeType="1"/>
          </p:cNvSpPr>
          <p:nvPr/>
        </p:nvSpPr>
        <p:spPr bwMode="auto">
          <a:xfrm rot="10800000">
            <a:off x="4731817" y="2372694"/>
            <a:ext cx="5060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1" name="Line 422"/>
          <p:cNvSpPr>
            <a:spLocks noChangeShapeType="1"/>
          </p:cNvSpPr>
          <p:nvPr/>
        </p:nvSpPr>
        <p:spPr bwMode="auto">
          <a:xfrm rot="10800000" flipH="1">
            <a:off x="4835528" y="2372694"/>
            <a:ext cx="4749" cy="29770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3857434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3" name="Line 421"/>
          <p:cNvSpPr>
            <a:spLocks noChangeShapeType="1"/>
          </p:cNvSpPr>
          <p:nvPr/>
        </p:nvSpPr>
        <p:spPr bwMode="auto">
          <a:xfrm>
            <a:off x="3954466" y="2656796"/>
            <a:ext cx="1142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4" name="Line 422"/>
          <p:cNvSpPr>
            <a:spLocks noChangeShapeType="1"/>
          </p:cNvSpPr>
          <p:nvPr/>
        </p:nvSpPr>
        <p:spPr bwMode="auto">
          <a:xfrm>
            <a:off x="3842207" y="2653393"/>
            <a:ext cx="15227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325940" y="2372179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6" name="Line 421"/>
          <p:cNvSpPr>
            <a:spLocks noChangeShapeType="1"/>
          </p:cNvSpPr>
          <p:nvPr/>
        </p:nvSpPr>
        <p:spPr bwMode="auto">
          <a:xfrm rot="10800000">
            <a:off x="3325940" y="2372178"/>
            <a:ext cx="2597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7" name="Line 422"/>
          <p:cNvSpPr>
            <a:spLocks noChangeShapeType="1"/>
          </p:cNvSpPr>
          <p:nvPr/>
        </p:nvSpPr>
        <p:spPr bwMode="auto">
          <a:xfrm rot="10800000">
            <a:off x="3434400" y="2372178"/>
            <a:ext cx="299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463932" y="3151484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399" name="Line 421"/>
          <p:cNvSpPr>
            <a:spLocks noChangeShapeType="1"/>
          </p:cNvSpPr>
          <p:nvPr/>
        </p:nvSpPr>
        <p:spPr bwMode="auto">
          <a:xfrm flipH="1">
            <a:off x="2572392" y="2656796"/>
            <a:ext cx="435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0" name="Line 422"/>
          <p:cNvSpPr>
            <a:spLocks noChangeShapeType="1"/>
          </p:cNvSpPr>
          <p:nvPr/>
        </p:nvSpPr>
        <p:spPr bwMode="auto">
          <a:xfrm>
            <a:off x="2461082" y="2653393"/>
            <a:ext cx="2851" cy="498998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1" name="Line 420"/>
          <p:cNvSpPr>
            <a:spLocks noChangeShapeType="1"/>
          </p:cNvSpPr>
          <p:nvPr/>
        </p:nvSpPr>
        <p:spPr bwMode="auto">
          <a:xfrm rot="10800000">
            <a:off x="1942793" y="2370882"/>
            <a:ext cx="108460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2" name="Line 421"/>
          <p:cNvSpPr>
            <a:spLocks noChangeShapeType="1"/>
          </p:cNvSpPr>
          <p:nvPr/>
        </p:nvSpPr>
        <p:spPr bwMode="auto">
          <a:xfrm rot="10800000">
            <a:off x="1942793" y="2370882"/>
            <a:ext cx="4619" cy="28931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sp>
        <p:nvSpPr>
          <p:cNvPr id="403" name="Line 422"/>
          <p:cNvSpPr>
            <a:spLocks noChangeShapeType="1"/>
          </p:cNvSpPr>
          <p:nvPr/>
        </p:nvSpPr>
        <p:spPr bwMode="auto">
          <a:xfrm rot="10800000" flipH="1">
            <a:off x="2049466" y="2370882"/>
            <a:ext cx="1787" cy="2927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5306" tIns="32653" rIns="65306" bIns="32653"/>
          <a:lstStyle/>
          <a:p>
            <a:endParaRPr lang="ko-KR" altLang="en-US"/>
          </a:p>
        </p:txBody>
      </p:sp>
      <p:cxnSp>
        <p:nvCxnSpPr>
          <p:cNvPr id="404" name="직선 연결선 403"/>
          <p:cNvCxnSpPr/>
          <p:nvPr/>
        </p:nvCxnSpPr>
        <p:spPr>
          <a:xfrm flipH="1">
            <a:off x="4838930" y="2661580"/>
            <a:ext cx="412821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H="1" flipV="1">
            <a:off x="3940859" y="2657928"/>
            <a:ext cx="803087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 flipH="1">
            <a:off x="3430591" y="2653393"/>
            <a:ext cx="408214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H="1">
            <a:off x="2576742" y="2648365"/>
            <a:ext cx="7620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H="1">
            <a:off x="703492" y="2660520"/>
            <a:ext cx="1251131" cy="1945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직선 연결선 408"/>
          <p:cNvCxnSpPr/>
          <p:nvPr/>
        </p:nvCxnSpPr>
        <p:spPr>
          <a:xfrm flipH="1">
            <a:off x="2051734" y="2657486"/>
            <a:ext cx="422566" cy="497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rot="16200000" flipV="1">
            <a:off x="5003349" y="2067152"/>
            <a:ext cx="1431018" cy="453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254200" y="2074213"/>
            <a:ext cx="1448806" cy="820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493565" y="2077473"/>
            <a:ext cx="1449551" cy="242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2880759" y="2073833"/>
            <a:ext cx="1449551" cy="970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559246" y="3527041"/>
            <a:ext cx="1228718" cy="395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169901" y="3527661"/>
            <a:ext cx="1228718" cy="2710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008404" y="3351867"/>
            <a:ext cx="874932" cy="5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4724946" y="718036"/>
            <a:ext cx="526805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101797" y="836946"/>
            <a:ext cx="526805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28402" y="843831"/>
            <a:ext cx="526805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3850563" y="1563751"/>
            <a:ext cx="526805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233351" y="878013"/>
            <a:ext cx="526805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579503" y="3501161"/>
            <a:ext cx="526805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 smtClean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4993450" y="1772835"/>
            <a:ext cx="2056199" cy="34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14080" y="2657557"/>
            <a:ext cx="374245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4714330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276243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1885445" y="2987098"/>
            <a:ext cx="146951" cy="207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209275" y="2633988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2810840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직선 연결선 429"/>
          <p:cNvCxnSpPr/>
          <p:nvPr/>
        </p:nvCxnSpPr>
        <p:spPr>
          <a:xfrm rot="16200000" flipV="1">
            <a:off x="1426101" y="2632369"/>
            <a:ext cx="351618" cy="3986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422865" y="1563911"/>
            <a:ext cx="526805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2" name="그룹 668"/>
          <p:cNvGrpSpPr/>
          <p:nvPr/>
        </p:nvGrpSpPr>
        <p:grpSpPr>
          <a:xfrm flipH="1">
            <a:off x="1073111" y="1563911"/>
            <a:ext cx="526805" cy="270617"/>
            <a:chOff x="4384576" y="1005260"/>
            <a:chExt cx="737527" cy="378866"/>
          </a:xfrm>
        </p:grpSpPr>
        <p:sp>
          <p:nvSpPr>
            <p:cNvPr id="45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  <p:sp>
          <p:nvSpPr>
            <p:cNvPr id="45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4951093" y="3686172"/>
            <a:ext cx="526805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541957" y="3686172"/>
            <a:ext cx="526805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153231" y="3686172"/>
            <a:ext cx="526805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416340" y="4390629"/>
            <a:ext cx="526805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2885773" y="4390629"/>
            <a:ext cx="526805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800" dirty="0">
                  <a:latin typeface="Arial" charset="0"/>
                </a:rPr>
                <a:t>AC </a:t>
              </a:r>
              <a:r>
                <a:rPr lang="en-US" altLang="ko-KR" sz="800" dirty="0" smtClean="0">
                  <a:latin typeface="Arial" charset="0"/>
                </a:rPr>
                <a:t>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755576" y="118373"/>
            <a:ext cx="252028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 smtClean="0"/>
              <a:t>B</a:t>
            </a:r>
            <a:endParaRPr lang="ko-KR" alt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808</Words>
  <Application>Microsoft Office PowerPoint</Application>
  <PresentationFormat>화면 슬라이드 쇼(4:3)</PresentationFormat>
  <Paragraphs>400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Your Company Name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Your User Name</dc:creator>
  <cp:lastModifiedBy>jds</cp:lastModifiedBy>
  <cp:revision>148</cp:revision>
  <dcterms:created xsi:type="dcterms:W3CDTF">2011-01-03T04:31:47Z</dcterms:created>
  <dcterms:modified xsi:type="dcterms:W3CDTF">2011-05-02T04:55:41Z</dcterms:modified>
</cp:coreProperties>
</file>