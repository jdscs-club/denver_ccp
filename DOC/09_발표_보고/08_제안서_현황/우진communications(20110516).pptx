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62" r:id="rId2"/>
    <p:sldId id="266" r:id="rId3"/>
    <p:sldId id="267" r:id="rId4"/>
    <p:sldId id="268" r:id="rId5"/>
  </p:sldIdLst>
  <p:sldSz cx="9144000" cy="6858000" type="screen4x3"/>
  <p:notesSz cx="9144000" cy="6858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00FF"/>
    <a:srgbClr val="FF3300"/>
    <a:srgbClr val="99CC00"/>
    <a:srgbClr val="3399FF"/>
    <a:srgbClr val="008000"/>
    <a:srgbClr val="FF6600"/>
    <a:srgbClr val="993366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6" autoAdjust="0"/>
  </p:normalViewPr>
  <p:slideViewPr>
    <p:cSldViewPr>
      <p:cViewPr varScale="1">
        <p:scale>
          <a:sx n="87" d="100"/>
          <a:sy n="87" d="100"/>
        </p:scale>
        <p:origin x="-82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BDDF-14CC-49F4-B688-73EFBAB57565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83B5-CCD1-4DDD-93B1-7BB9D567C9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79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9" indent="-342859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01543" y="22646"/>
            <a:ext cx="7787656" cy="6812710"/>
            <a:chOff x="301543" y="22646"/>
            <a:chExt cx="7787656" cy="6812710"/>
          </a:xfrm>
        </p:grpSpPr>
        <p:cxnSp>
          <p:nvCxnSpPr>
            <p:cNvPr id="6" name="직선 연결선 5"/>
            <p:cNvCxnSpPr>
              <a:stCxn id="493" idx="3"/>
            </p:cNvCxnSpPr>
            <p:nvPr/>
          </p:nvCxnSpPr>
          <p:spPr>
            <a:xfrm flipH="1">
              <a:off x="1496286" y="5790006"/>
              <a:ext cx="1096315" cy="891"/>
            </a:xfrm>
            <a:prstGeom prst="line">
              <a:avLst/>
            </a:prstGeom>
            <a:ln w="28575">
              <a:solidFill>
                <a:srgbClr val="A50021"/>
              </a:solidFill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153886" y="2797629"/>
              <a:ext cx="1309309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169438" y="2906486"/>
              <a:ext cx="1309309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7708602" y="3374318"/>
              <a:ext cx="374247" cy="82240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7714952" y="3490776"/>
              <a:ext cx="374247" cy="82240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225838" y="4823003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232188" y="3746501"/>
              <a:ext cx="0" cy="107650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232188" y="3746500"/>
              <a:ext cx="33321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1737377" y="4287695"/>
              <a:ext cx="109629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2964709" y="3376042"/>
              <a:ext cx="740" cy="26885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3229249" y="4132202"/>
              <a:ext cx="8637" cy="28104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5645523" y="4132202"/>
              <a:ext cx="1945" cy="27469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02" name="그룹 401"/>
            <p:cNvGrpSpPr/>
            <p:nvPr/>
          </p:nvGrpSpPr>
          <p:grpSpPr>
            <a:xfrm>
              <a:off x="4553246" y="2420888"/>
              <a:ext cx="378795" cy="246888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7688042" y="6187249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7702248" y="640803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7880621" y="3320541"/>
              <a:ext cx="0" cy="3514815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413580" y="22646"/>
              <a:ext cx="989249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</a:t>
              </a:r>
              <a:r>
                <a:rPr lang="en-US" altLang="ko-KR" sz="600" b="1" dirty="0" smtClean="0">
                  <a:latin typeface="Arial" charset="0"/>
                </a:rPr>
                <a:t>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7707802" y="515720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7707802" y="526566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7707802" y="653941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7707802" y="6647875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7703038" y="6289913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7711376" y="59724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7707802" y="5517762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7705026" y="30495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7701452" y="316038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7707802" y="402255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7707802" y="413101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8024838" y="299911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8024838" y="310757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8024838" y="3991562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8024838" y="410002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8024838" y="512621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8024838" y="523467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8024838" y="6508427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8024838" y="6616886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8020075" y="625892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8028413" y="594145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8024838" y="5486773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301543" y="184740"/>
              <a:ext cx="1243116" cy="484446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491025" y="4021358"/>
              <a:ext cx="62167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491025" y="4129818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4170342" y="4049963"/>
              <a:ext cx="492241" cy="7270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4089296" y="3942695"/>
              <a:ext cx="811661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4842554" y="2938329"/>
              <a:ext cx="493433" cy="6555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69128" y="2808038"/>
              <a:ext cx="90343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1662656" y="1462422"/>
              <a:ext cx="520845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491026" y="1570880"/>
              <a:ext cx="9725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1514863" y="252676"/>
              <a:ext cx="522038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486259" y="400467"/>
              <a:ext cx="52322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491025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491026" y="4725751"/>
              <a:ext cx="2693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1653119" y="4834212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1760387" y="4726943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112012" y="2219257"/>
              <a:ext cx="379014" cy="277704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491025" y="1322892"/>
              <a:ext cx="162094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1598295" y="1264493"/>
              <a:ext cx="108459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1544659" y="2412338"/>
              <a:ext cx="493433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491027" y="2489810"/>
              <a:ext cx="53991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1544659" y="2293152"/>
              <a:ext cx="493433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491027" y="2382542"/>
              <a:ext cx="53991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500561" y="2179926"/>
              <a:ext cx="493433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491027" y="2274081"/>
              <a:ext cx="53991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1662654" y="977332"/>
              <a:ext cx="638840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</a:t>
              </a:r>
              <a:r>
                <a:rPr lang="en-US" altLang="ko-KR" sz="600" dirty="0" smtClean="0">
                  <a:latin typeface="Arial" charset="0"/>
                </a:rPr>
                <a:t>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491026" y="1084599"/>
              <a:ext cx="972563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1662656" y="1570880"/>
              <a:ext cx="520845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491026" y="1678148"/>
              <a:ext cx="972563" cy="1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500165" y="2708920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508927" y="5371744"/>
              <a:ext cx="49462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463638" y="5483778"/>
              <a:ext cx="64837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2625683" y="5071394"/>
              <a:ext cx="523229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491025" y="5158398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491025" y="5266859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2628067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3760739" y="5886630"/>
              <a:ext cx="523229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491025" y="5517762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491025" y="5970060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3779912" y="5425989"/>
              <a:ext cx="522038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3166791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1609021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1659079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499369" y="41858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491027" y="4262115"/>
              <a:ext cx="702009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499369" y="4287146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491026" y="4370575"/>
              <a:ext cx="59355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538725" y="383783"/>
              <a:ext cx="494625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570906" y="489858"/>
              <a:ext cx="541107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570904" y="489859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082801" y="4377724"/>
              <a:ext cx="1775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193034" y="4272840"/>
              <a:ext cx="406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2732952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2732951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3347864" y="4023741"/>
              <a:ext cx="0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112012" y="274130"/>
              <a:ext cx="379014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112012" y="1030965"/>
              <a:ext cx="379014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112012" y="1462421"/>
              <a:ext cx="379014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112012" y="2057162"/>
              <a:ext cx="379014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112012" y="543491"/>
              <a:ext cx="379014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112012" y="1732975"/>
              <a:ext cx="379014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896284" y="1355154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896285" y="1265763"/>
              <a:ext cx="218112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896284" y="1732974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112012" y="1193058"/>
              <a:ext cx="379014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991634" y="2238326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003553" y="1895068"/>
              <a:ext cx="112035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003553" y="1517248"/>
              <a:ext cx="112035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003552" y="1589950"/>
              <a:ext cx="110844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991633" y="1949894"/>
              <a:ext cx="12395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003552" y="1625706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991633" y="2003529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690092" y="1437391"/>
              <a:ext cx="324188" cy="1239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044672" y="2013660"/>
              <a:ext cx="215728" cy="834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998189" y="1690664"/>
              <a:ext cx="312269" cy="870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003553" y="1084599"/>
              <a:ext cx="112035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002506" y="1138231"/>
              <a:ext cx="1045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1416" tIns="45707" rIns="91416" bIns="4570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5043979" y="5064242"/>
              <a:ext cx="523230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5042788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7012944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491025" y="3045597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4600234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1699603" y="2972895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3197858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6899715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491025" y="3152865"/>
              <a:ext cx="6216776" cy="119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4734094" y="3040830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500560" y="305513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3077890" y="288985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4473916" y="288350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5598199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5736581" y="4023741"/>
              <a:ext cx="1191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4131011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2787778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3779912" y="5517763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3779912" y="5687007"/>
              <a:ext cx="21453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4645207" y="5806774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4645207" y="5806774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4860936" y="5591046"/>
              <a:ext cx="594741" cy="270553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6484257" y="5586891"/>
              <a:ext cx="324188" cy="160902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6213703" y="5586891"/>
              <a:ext cx="216920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6646351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6322165" y="5856252"/>
              <a:ext cx="322995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6322163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5996784" y="5524914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5996785" y="5694158"/>
              <a:ext cx="21572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6862079" y="5813925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6862079" y="5813925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7077808" y="5598199"/>
              <a:ext cx="594741" cy="270553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3165598" y="4672117"/>
              <a:ext cx="594742" cy="270554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3923928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8" name="Line 429"/>
            <p:cNvSpPr>
              <a:spLocks noChangeShapeType="1"/>
            </p:cNvSpPr>
            <p:nvPr/>
          </p:nvSpPr>
          <p:spPr bwMode="auto">
            <a:xfrm flipV="1">
              <a:off x="300350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9" name="Line 430"/>
            <p:cNvSpPr>
              <a:spLocks noChangeShapeType="1"/>
            </p:cNvSpPr>
            <p:nvPr/>
          </p:nvSpPr>
          <p:spPr bwMode="auto">
            <a:xfrm flipH="1" flipV="1">
              <a:off x="3003504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90" name="Line 431"/>
            <p:cNvSpPr>
              <a:spLocks noChangeShapeType="1"/>
            </p:cNvSpPr>
            <p:nvPr/>
          </p:nvSpPr>
          <p:spPr bwMode="auto">
            <a:xfrm flipH="1" flipV="1">
              <a:off x="3003504" y="4510023"/>
              <a:ext cx="16328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5598198" y="4672117"/>
              <a:ext cx="594741" cy="270554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4899318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2355130" y="4672117"/>
              <a:ext cx="594742" cy="270554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2463588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6247765" y="4672117"/>
              <a:ext cx="594742" cy="270554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6356225" y="4942672"/>
              <a:ext cx="0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4787729" y="4672117"/>
              <a:ext cx="594741" cy="270554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5722566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3813973" y="4672117"/>
              <a:ext cx="594742" cy="270554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3275856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4629210" y="4293104"/>
              <a:ext cx="594742" cy="270554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4478972" y="4563659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3980835" y="4293104"/>
              <a:ext cx="594742" cy="270554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4" name="Rectangle 494"/>
            <p:cNvSpPr>
              <a:spLocks noChangeArrowheads="1"/>
            </p:cNvSpPr>
            <p:nvPr/>
          </p:nvSpPr>
          <p:spPr bwMode="auto">
            <a:xfrm rot="-5400000">
              <a:off x="2784201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57605" name="Line 495"/>
            <p:cNvSpPr>
              <a:spLocks noChangeShapeType="1"/>
            </p:cNvSpPr>
            <p:nvPr/>
          </p:nvSpPr>
          <p:spPr bwMode="auto">
            <a:xfrm flipV="1">
              <a:off x="543610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6" name="Line 496"/>
            <p:cNvSpPr>
              <a:spLocks noChangeShapeType="1"/>
            </p:cNvSpPr>
            <p:nvPr/>
          </p:nvSpPr>
          <p:spPr bwMode="auto">
            <a:xfrm flipH="1" flipV="1">
              <a:off x="5436104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7" name="Line 497"/>
            <p:cNvSpPr>
              <a:spLocks noChangeShapeType="1"/>
            </p:cNvSpPr>
            <p:nvPr/>
          </p:nvSpPr>
          <p:spPr bwMode="auto">
            <a:xfrm flipH="1" flipV="1">
              <a:off x="5436105" y="4510023"/>
              <a:ext cx="16328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8" name="Rectangle 498"/>
            <p:cNvSpPr>
              <a:spLocks noChangeArrowheads="1"/>
            </p:cNvSpPr>
            <p:nvPr/>
          </p:nvSpPr>
          <p:spPr bwMode="auto">
            <a:xfrm rot="-5400000">
              <a:off x="5217992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6240614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6139306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4714826" y="4563658"/>
              <a:ext cx="1191" cy="59474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3219451" y="2420888"/>
              <a:ext cx="378795" cy="246888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112012" y="5085184"/>
              <a:ext cx="379014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3768286" y="2920712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3858668" y="2648809"/>
              <a:ext cx="10726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485900" y="2595173"/>
              <a:ext cx="2438028" cy="240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3837275" y="2753837"/>
              <a:ext cx="162094" cy="81047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2572050" y="3644728"/>
              <a:ext cx="531572" cy="235990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1639501" y="3315086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491024" y="3382768"/>
              <a:ext cx="6217876" cy="17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flipH="1" flipV="1">
              <a:off x="2123728" y="3645024"/>
              <a:ext cx="4326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3104814" y="3808014"/>
              <a:ext cx="43264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125208" y="3548679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3166791" y="3698363"/>
              <a:ext cx="4326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2949870" y="3808014"/>
              <a:ext cx="786632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3779912" y="3717032"/>
              <a:ext cx="163286" cy="247908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3111963" y="3914774"/>
              <a:ext cx="664699" cy="50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2842602" y="3861647"/>
              <a:ext cx="0" cy="16209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372200" y="332656"/>
              <a:ext cx="165618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5161339" y="5639023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3996832" y="5579740"/>
              <a:ext cx="654101" cy="269361"/>
              <a:chOff x="2951062" y="5579740"/>
              <a:chExt cx="654101" cy="269361"/>
            </a:xfrm>
          </p:grpSpPr>
          <p:grpSp>
            <p:nvGrpSpPr>
              <p:cNvPr id="9" name="Group 382"/>
              <p:cNvGrpSpPr>
                <a:grpSpLocks/>
              </p:cNvGrpSpPr>
              <p:nvPr/>
            </p:nvGrpSpPr>
            <p:grpSpPr bwMode="auto">
              <a:xfrm rot="10800000" flipV="1">
                <a:off x="3221615" y="5579740"/>
                <a:ext cx="324188" cy="160902"/>
                <a:chOff x="1477" y="3739"/>
                <a:chExt cx="227" cy="91"/>
              </a:xfrm>
            </p:grpSpPr>
            <p:sp>
              <p:nvSpPr>
                <p:cNvPr id="57732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3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8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57567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2951062" y="5579740"/>
                <a:ext cx="216920" cy="160902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7" rIns="91416" bIns="4570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568" name="Line 386"/>
              <p:cNvSpPr>
                <a:spLocks noChangeShapeType="1"/>
              </p:cNvSpPr>
              <p:nvPr/>
            </p:nvSpPr>
            <p:spPr bwMode="auto">
              <a:xfrm flipV="1">
                <a:off x="3383709" y="5740642"/>
                <a:ext cx="0" cy="108459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68636" tIns="34318" rIns="68636" bIns="34318"/>
              <a:lstStyle/>
              <a:p>
                <a:endParaRPr lang="ko-KR" altLang="en-US"/>
              </a:p>
            </p:txBody>
          </p:sp>
          <p:sp>
            <p:nvSpPr>
              <p:cNvPr id="57569" name="Line 387"/>
              <p:cNvSpPr>
                <a:spLocks noChangeShapeType="1"/>
              </p:cNvSpPr>
              <p:nvPr/>
            </p:nvSpPr>
            <p:spPr bwMode="auto">
              <a:xfrm>
                <a:off x="3059523" y="5849101"/>
                <a:ext cx="322995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68636" tIns="34318" rIns="68636" bIns="34318"/>
              <a:lstStyle/>
              <a:p>
                <a:endParaRPr lang="ko-KR" altLang="en-US"/>
              </a:p>
            </p:txBody>
          </p:sp>
          <p:sp>
            <p:nvSpPr>
              <p:cNvPr id="57570" name="Line 388"/>
              <p:cNvSpPr>
                <a:spLocks noChangeShapeType="1"/>
              </p:cNvSpPr>
              <p:nvPr/>
            </p:nvSpPr>
            <p:spPr bwMode="auto">
              <a:xfrm>
                <a:off x="3059522" y="5740642"/>
                <a:ext cx="0" cy="108459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68636" tIns="34318" rIns="68636" bIns="34318"/>
              <a:lstStyle/>
              <a:p>
                <a:endParaRPr lang="ko-KR" altLang="en-US"/>
              </a:p>
            </p:txBody>
          </p:sp>
          <p:sp>
            <p:nvSpPr>
              <p:cNvPr id="414" name="TextBox 413"/>
              <p:cNvSpPr txBox="1"/>
              <p:nvPr/>
            </p:nvSpPr>
            <p:spPr>
              <a:xfrm>
                <a:off x="3245123" y="5600397"/>
                <a:ext cx="360040" cy="215444"/>
              </a:xfrm>
              <a:prstGeom prst="rect">
                <a:avLst/>
              </a:prstGeom>
              <a:noFill/>
            </p:spPr>
            <p:txBody>
              <a:bodyPr wrap="square" lIns="91429" tIns="45715" rIns="91429" bIns="45715" rtlCol="0">
                <a:spAutoFit/>
              </a:bodyPr>
              <a:lstStyle/>
              <a:p>
                <a:r>
                  <a:rPr lang="en-US" altLang="ko-KR" sz="800" dirty="0" smtClean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8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  <p:sp>
          <p:nvSpPr>
            <p:cNvPr id="415" name="TextBox 414"/>
            <p:cNvSpPr txBox="1"/>
            <p:nvPr/>
          </p:nvSpPr>
          <p:spPr>
            <a:xfrm>
              <a:off x="6505108" y="560718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7371362" y="5646390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5906244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3476005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4130427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4024511" y="434287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4944740" y="4340721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5101456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2670914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563841" y="472196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115616" y="2986665"/>
              <a:ext cx="216024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890331" y="3009550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895663" y="1745082"/>
              <a:ext cx="2408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6732240" y="2883208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6801229" y="2716334"/>
              <a:ext cx="162094" cy="81047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6834557" y="2620957"/>
              <a:ext cx="91269" cy="6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3917950" y="2591230"/>
              <a:ext cx="2959100" cy="95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542926" y="5029200"/>
              <a:ext cx="572691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587530" y="5190102"/>
              <a:ext cx="486891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7706444" y="3232026"/>
              <a:ext cx="374247" cy="82240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490896" y="3265805"/>
              <a:ext cx="6216776" cy="119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2964180" y="2895600"/>
              <a:ext cx="1270" cy="38125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1949450" y="4470400"/>
              <a:ext cx="6350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496286" y="4470400"/>
              <a:ext cx="459514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312421" y="6179820"/>
              <a:ext cx="133788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1763688" y="6185787"/>
              <a:ext cx="594741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323528" y="6524625"/>
              <a:ext cx="7386960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323528" y="6633928"/>
              <a:ext cx="738696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323529" y="6286500"/>
              <a:ext cx="7382197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323530" y="6402706"/>
              <a:ext cx="7391722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6828736" y="6092822"/>
              <a:ext cx="523229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6839462" y="6213202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6843038" y="6321661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6841846" y="643846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6841846" y="6552883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341405" y="6088055"/>
              <a:ext cx="523230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441260" y="620843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407352" y="631689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359285" y="6433697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359285" y="6548116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8019285" y="637704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8005078" y="615626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501056" y="4584700"/>
              <a:ext cx="353144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1848396" y="4578350"/>
              <a:ext cx="5804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497076" y="3497068"/>
              <a:ext cx="6217876" cy="17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1525960" y="3159057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1532310" y="340144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2628900" y="3492500"/>
              <a:ext cx="5388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4358640" y="2880612"/>
              <a:ext cx="7620" cy="3962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2741930" y="3268980"/>
              <a:ext cx="2312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2848952" y="3154680"/>
              <a:ext cx="7278" cy="49004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5845810" y="3276600"/>
              <a:ext cx="1116" cy="10210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5965552" y="3154681"/>
              <a:ext cx="389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3460750" y="3262630"/>
              <a:ext cx="0" cy="102870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3561731" y="3154681"/>
              <a:ext cx="1041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3683000" y="3498850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6084168" y="3501008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6807676" y="2966472"/>
              <a:ext cx="832684" cy="54177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PA </a:t>
                </a:r>
                <a:r>
                  <a:rPr lang="en-US" altLang="ko-KR" sz="600" dirty="0">
                    <a:latin typeface="Arial" charset="0"/>
                  </a:rPr>
                  <a:t>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1607436" y="4395612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1613669" y="4516768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1540044" y="46531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998814" y="2732874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987929" y="2249609"/>
              <a:ext cx="8114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1515718" y="2817777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115616" y="2698633"/>
              <a:ext cx="216024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/>
                <a:t>485</a:t>
              </a:r>
            </a:p>
            <a:p>
              <a:pPr algn="ctr"/>
              <a:r>
                <a:rPr lang="en-US" altLang="ko-KR" sz="600" dirty="0" smtClean="0"/>
                <a:t>Card</a:t>
              </a:r>
              <a:endParaRPr lang="ko-KR" altLang="ko-KR" sz="600" dirty="0"/>
            </a:p>
          </p:txBody>
        </p:sp>
        <p:sp>
          <p:nvSpPr>
            <p:cNvPr id="394" name="Rectangle 75"/>
            <p:cNvSpPr>
              <a:spLocks noChangeArrowheads="1"/>
            </p:cNvSpPr>
            <p:nvPr/>
          </p:nvSpPr>
          <p:spPr bwMode="auto">
            <a:xfrm flipH="1">
              <a:off x="4139952" y="3645024"/>
              <a:ext cx="432048" cy="14401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DPH</a:t>
              </a:r>
              <a:r>
                <a:rPr lang="en-US" altLang="ko-KR" sz="600" dirty="0" smtClean="0"/>
                <a:t> </a:t>
              </a:r>
              <a:endParaRPr lang="en-US" altLang="ko-KR" sz="600" dirty="0">
                <a:latin typeface="Arial" charset="0"/>
              </a:endParaRPr>
            </a:p>
          </p:txBody>
        </p:sp>
        <p:grpSp>
          <p:nvGrpSpPr>
            <p:cNvPr id="431" name="Group 600"/>
            <p:cNvGrpSpPr>
              <a:grpSpLocks/>
            </p:cNvGrpSpPr>
            <p:nvPr/>
          </p:nvGrpSpPr>
          <p:grpSpPr bwMode="auto">
            <a:xfrm>
              <a:off x="4860032" y="3573016"/>
              <a:ext cx="163286" cy="247908"/>
              <a:chOff x="2793" y="3799"/>
              <a:chExt cx="137" cy="208"/>
            </a:xfrm>
          </p:grpSpPr>
          <p:sp>
            <p:nvSpPr>
              <p:cNvPr id="432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3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38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55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59" name="Line 605"/>
            <p:cNvSpPr>
              <a:spLocks noChangeShapeType="1"/>
            </p:cNvSpPr>
            <p:nvPr/>
          </p:nvSpPr>
          <p:spPr bwMode="auto">
            <a:xfrm flipV="1">
              <a:off x="3105150" y="3681413"/>
              <a:ext cx="1028700" cy="7937"/>
            </a:xfrm>
            <a:prstGeom prst="line">
              <a:avLst/>
            </a:prstGeom>
            <a:noFill/>
            <a:ln w="25400">
              <a:solidFill>
                <a:srgbClr val="99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60" name="Line 605"/>
            <p:cNvSpPr>
              <a:spLocks noChangeShapeType="1"/>
            </p:cNvSpPr>
            <p:nvPr/>
          </p:nvSpPr>
          <p:spPr bwMode="auto">
            <a:xfrm flipV="1">
              <a:off x="4572000" y="3717032"/>
              <a:ext cx="291636" cy="368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61" name="Rectangle 596"/>
            <p:cNvSpPr>
              <a:spLocks noChangeArrowheads="1"/>
            </p:cNvSpPr>
            <p:nvPr/>
          </p:nvSpPr>
          <p:spPr bwMode="auto">
            <a:xfrm flipH="1">
              <a:off x="5076056" y="3717032"/>
              <a:ext cx="280089" cy="5601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grpSp>
          <p:nvGrpSpPr>
            <p:cNvPr id="467" name="그룹 466"/>
            <p:cNvGrpSpPr/>
            <p:nvPr/>
          </p:nvGrpSpPr>
          <p:grpSpPr>
            <a:xfrm>
              <a:off x="3977258" y="116632"/>
              <a:ext cx="1007927" cy="972555"/>
              <a:chOff x="3977258" y="116632"/>
              <a:chExt cx="1007927" cy="972555"/>
            </a:xfrm>
          </p:grpSpPr>
          <p:sp>
            <p:nvSpPr>
              <p:cNvPr id="406" name="Rectangle 5"/>
              <p:cNvSpPr>
                <a:spLocks noChangeArrowheads="1"/>
              </p:cNvSpPr>
              <p:nvPr/>
            </p:nvSpPr>
            <p:spPr bwMode="auto">
              <a:xfrm>
                <a:off x="3995936" y="116632"/>
                <a:ext cx="989249" cy="2157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16" tIns="45707" rIns="91416" bIns="45707" anchor="ctr"/>
              <a:lstStyle/>
              <a:p>
                <a:pPr algn="ctr"/>
                <a:r>
                  <a:rPr lang="en-US" altLang="ko-KR" sz="600" dirty="0" err="1" smtClean="0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grpSp>
            <p:nvGrpSpPr>
              <p:cNvPr id="408" name="Group 12"/>
              <p:cNvGrpSpPr>
                <a:grpSpLocks/>
              </p:cNvGrpSpPr>
              <p:nvPr/>
            </p:nvGrpSpPr>
            <p:grpSpPr bwMode="auto">
              <a:xfrm>
                <a:off x="3977258" y="311277"/>
                <a:ext cx="948726" cy="324188"/>
                <a:chOff x="5877" y="427"/>
                <a:chExt cx="953" cy="318"/>
              </a:xfrm>
            </p:grpSpPr>
            <p:sp>
              <p:nvSpPr>
                <p:cNvPr id="409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0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30" name="Line 15"/>
              <p:cNvSpPr>
                <a:spLocks noChangeShapeType="1"/>
              </p:cNvSpPr>
              <p:nvPr/>
            </p:nvSpPr>
            <p:spPr bwMode="auto">
              <a:xfrm>
                <a:off x="4482808" y="561570"/>
                <a:ext cx="5371" cy="42141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68636" tIns="34318" rIns="68636" bIns="34318"/>
              <a:lstStyle/>
              <a:p>
                <a:endParaRPr lang="ko-KR" altLang="en-US"/>
              </a:p>
            </p:txBody>
          </p:sp>
          <p:sp>
            <p:nvSpPr>
              <p:cNvPr id="462" name="Oval 17"/>
              <p:cNvSpPr>
                <a:spLocks noChangeArrowheads="1"/>
              </p:cNvSpPr>
              <p:nvPr/>
            </p:nvSpPr>
            <p:spPr bwMode="auto">
              <a:xfrm>
                <a:off x="4427984" y="980728"/>
                <a:ext cx="108459" cy="108459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68636" tIns="34318" rIns="68636" bIns="3431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463" name="Group 22"/>
              <p:cNvGrpSpPr>
                <a:grpSpLocks/>
              </p:cNvGrpSpPr>
              <p:nvPr/>
            </p:nvGrpSpPr>
            <p:grpSpPr bwMode="auto">
              <a:xfrm>
                <a:off x="4455395" y="457877"/>
                <a:ext cx="53634" cy="103692"/>
                <a:chOff x="3016" y="2523"/>
                <a:chExt cx="91" cy="46"/>
              </a:xfrm>
            </p:grpSpPr>
            <p:sp>
              <p:nvSpPr>
                <p:cNvPr id="464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65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466" name="직사각형 465"/>
              <p:cNvSpPr/>
              <p:nvPr/>
            </p:nvSpPr>
            <p:spPr>
              <a:xfrm>
                <a:off x="4211960" y="738416"/>
                <a:ext cx="553204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CMU</a:t>
                </a:r>
                <a:endParaRPr lang="ko-KR" altLang="en-US" sz="1000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2" name="직사각형 1"/>
            <p:cNvSpPr/>
            <p:nvPr/>
          </p:nvSpPr>
          <p:spPr>
            <a:xfrm>
              <a:off x="3736502" y="84027"/>
              <a:ext cx="1539890" cy="1226431"/>
            </a:xfrm>
            <a:prstGeom prst="rect">
              <a:avLst/>
            </a:prstGeom>
            <a:noFill/>
            <a:ln>
              <a:solidFill>
                <a:srgbClr val="FF33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2592601" y="5600499"/>
              <a:ext cx="683255" cy="270554"/>
              <a:chOff x="2558859" y="1110742"/>
              <a:chExt cx="683255" cy="270554"/>
            </a:xfrm>
          </p:grpSpPr>
          <p:grpSp>
            <p:nvGrpSpPr>
              <p:cNvPr id="491" name="Group 441"/>
              <p:cNvGrpSpPr>
                <a:grpSpLocks/>
              </p:cNvGrpSpPr>
              <p:nvPr/>
            </p:nvGrpSpPr>
            <p:grpSpPr bwMode="auto">
              <a:xfrm>
                <a:off x="2558859" y="1110742"/>
                <a:ext cx="594742" cy="270554"/>
                <a:chOff x="2475" y="3875"/>
                <a:chExt cx="499" cy="227"/>
              </a:xfrm>
            </p:grpSpPr>
            <p:grpSp>
              <p:nvGrpSpPr>
                <p:cNvPr id="492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497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498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493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chemeClr val="accent2">
                    <a:alpha val="50195"/>
                  </a:scheme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494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5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6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499" name="TextBox 498"/>
              <p:cNvSpPr txBox="1"/>
              <p:nvPr/>
            </p:nvSpPr>
            <p:spPr>
              <a:xfrm>
                <a:off x="2821758" y="1176525"/>
                <a:ext cx="420356" cy="184656"/>
              </a:xfrm>
              <a:prstGeom prst="rect">
                <a:avLst/>
              </a:prstGeom>
              <a:noFill/>
            </p:spPr>
            <p:txBody>
              <a:bodyPr wrap="square" lIns="91429" tIns="45715" rIns="91429" bIns="45715" rtlCol="0">
                <a:spAutoFit/>
              </a:bodyPr>
              <a:lstStyle/>
              <a:p>
                <a:r>
                  <a:rPr lang="en-US" altLang="ko-KR" sz="600" dirty="0" smtClean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CAB SP</a:t>
                </a:r>
                <a:endParaRPr lang="ko-KR" altLang="en-US" sz="6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01543" y="22646"/>
            <a:ext cx="7780505" cy="6812710"/>
            <a:chOff x="301543" y="22646"/>
            <a:chExt cx="7780505" cy="6812710"/>
          </a:xfrm>
        </p:grpSpPr>
        <p:grpSp>
          <p:nvGrpSpPr>
            <p:cNvPr id="642" name="그룹 641"/>
            <p:cNvGrpSpPr/>
            <p:nvPr/>
          </p:nvGrpSpPr>
          <p:grpSpPr>
            <a:xfrm>
              <a:off x="7692079" y="2780811"/>
              <a:ext cx="374246" cy="85814"/>
              <a:chOff x="10763258" y="8618765"/>
              <a:chExt cx="523945" cy="120140"/>
            </a:xfrm>
          </p:grpSpPr>
          <p:sp>
            <p:nvSpPr>
              <p:cNvPr id="643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4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39" name="그룹 638"/>
            <p:cNvGrpSpPr/>
            <p:nvPr/>
          </p:nvGrpSpPr>
          <p:grpSpPr>
            <a:xfrm>
              <a:off x="7695286" y="2893304"/>
              <a:ext cx="374246" cy="85814"/>
              <a:chOff x="10763258" y="8618765"/>
              <a:chExt cx="523945" cy="120140"/>
            </a:xfrm>
          </p:grpSpPr>
          <p:sp>
            <p:nvSpPr>
              <p:cNvPr id="640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1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48" name="그룹 647"/>
            <p:cNvGrpSpPr/>
            <p:nvPr/>
          </p:nvGrpSpPr>
          <p:grpSpPr>
            <a:xfrm>
              <a:off x="7695883" y="1542986"/>
              <a:ext cx="374246" cy="85814"/>
              <a:chOff x="10763258" y="8618765"/>
              <a:chExt cx="523945" cy="120140"/>
            </a:xfrm>
          </p:grpSpPr>
          <p:sp>
            <p:nvSpPr>
              <p:cNvPr id="649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50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" name="Line 46"/>
            <p:cNvSpPr>
              <a:spLocks noChangeShapeType="1"/>
            </p:cNvSpPr>
            <p:nvPr/>
          </p:nvSpPr>
          <p:spPr bwMode="auto">
            <a:xfrm flipV="1">
              <a:off x="1588812" y="2796267"/>
              <a:ext cx="6099224" cy="155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" name="Line 46"/>
            <p:cNvSpPr>
              <a:spLocks noChangeShapeType="1"/>
            </p:cNvSpPr>
            <p:nvPr/>
          </p:nvSpPr>
          <p:spPr bwMode="auto">
            <a:xfrm>
              <a:off x="1578429" y="2902857"/>
              <a:ext cx="6113009" cy="226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8" name="Freeform 548"/>
            <p:cNvSpPr>
              <a:spLocks/>
            </p:cNvSpPr>
            <p:nvPr/>
          </p:nvSpPr>
          <p:spPr bwMode="auto">
            <a:xfrm flipH="1">
              <a:off x="7702248" y="640803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9" name="Line 560"/>
            <p:cNvSpPr>
              <a:spLocks noChangeShapeType="1"/>
            </p:cNvSpPr>
            <p:nvPr/>
          </p:nvSpPr>
          <p:spPr bwMode="auto">
            <a:xfrm>
              <a:off x="7878536" y="244929"/>
              <a:ext cx="2085" cy="6590427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413580" y="22646"/>
              <a:ext cx="989249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</a:t>
              </a:r>
              <a:r>
                <a:rPr lang="en-US" altLang="ko-KR" sz="600" b="1" dirty="0" smtClean="0">
                  <a:latin typeface="Arial" charset="0"/>
                </a:rPr>
                <a:t>Rack-A </a:t>
              </a:r>
              <a:endParaRPr lang="ko-KR" altLang="ko-KR" dirty="0"/>
            </a:p>
          </p:txBody>
        </p:sp>
        <p:sp>
          <p:nvSpPr>
            <p:cNvPr id="34" name="Freeform 544"/>
            <p:cNvSpPr>
              <a:spLocks/>
            </p:cNvSpPr>
            <p:nvPr/>
          </p:nvSpPr>
          <p:spPr bwMode="auto">
            <a:xfrm flipH="1">
              <a:off x="7707802" y="653941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" name="Freeform 545"/>
            <p:cNvSpPr>
              <a:spLocks/>
            </p:cNvSpPr>
            <p:nvPr/>
          </p:nvSpPr>
          <p:spPr bwMode="auto">
            <a:xfrm flipH="1">
              <a:off x="7707802" y="6647875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" name="Freeform 548"/>
            <p:cNvSpPr>
              <a:spLocks/>
            </p:cNvSpPr>
            <p:nvPr/>
          </p:nvSpPr>
          <p:spPr bwMode="auto">
            <a:xfrm flipH="1">
              <a:off x="7703038" y="6289913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9" name="Oval 563"/>
            <p:cNvSpPr>
              <a:spLocks noChangeArrowheads="1"/>
            </p:cNvSpPr>
            <p:nvPr/>
          </p:nvSpPr>
          <p:spPr bwMode="auto">
            <a:xfrm flipH="1">
              <a:off x="8024838" y="6508427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0" name="Oval 564"/>
            <p:cNvSpPr>
              <a:spLocks noChangeArrowheads="1"/>
            </p:cNvSpPr>
            <p:nvPr/>
          </p:nvSpPr>
          <p:spPr bwMode="auto">
            <a:xfrm flipH="1">
              <a:off x="8024838" y="6616886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1" name="Oval 567"/>
            <p:cNvSpPr>
              <a:spLocks noChangeArrowheads="1"/>
            </p:cNvSpPr>
            <p:nvPr/>
          </p:nvSpPr>
          <p:spPr bwMode="auto">
            <a:xfrm flipH="1">
              <a:off x="8020075" y="625892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 flipH="1">
              <a:off x="301543" y="184740"/>
              <a:ext cx="1243116" cy="484446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70" name="Rectangle 32"/>
            <p:cNvSpPr>
              <a:spLocks noChangeArrowheads="1"/>
            </p:cNvSpPr>
            <p:nvPr/>
          </p:nvSpPr>
          <p:spPr bwMode="auto">
            <a:xfrm rot="16200000" flipH="1">
              <a:off x="-69128" y="2808038"/>
              <a:ext cx="90343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71" name="Rectangle 34"/>
            <p:cNvSpPr>
              <a:spLocks noChangeArrowheads="1"/>
            </p:cNvSpPr>
            <p:nvPr/>
          </p:nvSpPr>
          <p:spPr bwMode="auto">
            <a:xfrm>
              <a:off x="1662656" y="1462422"/>
              <a:ext cx="520845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72" name="Line 35"/>
            <p:cNvSpPr>
              <a:spLocks noChangeShapeType="1"/>
            </p:cNvSpPr>
            <p:nvPr/>
          </p:nvSpPr>
          <p:spPr bwMode="auto">
            <a:xfrm flipV="1">
              <a:off x="1491026" y="1558018"/>
              <a:ext cx="6217421" cy="1286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3" name="Rectangle 40"/>
            <p:cNvSpPr>
              <a:spLocks noChangeArrowheads="1"/>
            </p:cNvSpPr>
            <p:nvPr/>
          </p:nvSpPr>
          <p:spPr bwMode="auto">
            <a:xfrm>
              <a:off x="1514863" y="252676"/>
              <a:ext cx="522038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1486259" y="400467"/>
              <a:ext cx="52322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5" name="Line 49"/>
            <p:cNvSpPr>
              <a:spLocks noChangeShapeType="1"/>
            </p:cNvSpPr>
            <p:nvPr/>
          </p:nvSpPr>
          <p:spPr bwMode="auto">
            <a:xfrm flipH="1" flipV="1">
              <a:off x="1491025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6" name="Line 50"/>
            <p:cNvSpPr>
              <a:spLocks noChangeShapeType="1"/>
            </p:cNvSpPr>
            <p:nvPr/>
          </p:nvSpPr>
          <p:spPr bwMode="auto">
            <a:xfrm>
              <a:off x="1491026" y="4725751"/>
              <a:ext cx="2693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7" name="Line 53"/>
            <p:cNvSpPr>
              <a:spLocks noChangeShapeType="1"/>
            </p:cNvSpPr>
            <p:nvPr/>
          </p:nvSpPr>
          <p:spPr bwMode="auto">
            <a:xfrm flipH="1" flipV="1">
              <a:off x="1653119" y="4834212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8" name="Line 54"/>
            <p:cNvSpPr>
              <a:spLocks noChangeShapeType="1"/>
            </p:cNvSpPr>
            <p:nvPr/>
          </p:nvSpPr>
          <p:spPr bwMode="auto">
            <a:xfrm flipH="1" flipV="1">
              <a:off x="1760387" y="4726943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9" name="Rectangle 59"/>
            <p:cNvSpPr>
              <a:spLocks noChangeArrowheads="1"/>
            </p:cNvSpPr>
            <p:nvPr/>
          </p:nvSpPr>
          <p:spPr bwMode="auto">
            <a:xfrm flipH="1">
              <a:off x="1112012" y="2219257"/>
              <a:ext cx="379014" cy="277704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80" name="Line 60"/>
            <p:cNvSpPr>
              <a:spLocks noChangeShapeType="1"/>
            </p:cNvSpPr>
            <p:nvPr/>
          </p:nvSpPr>
          <p:spPr bwMode="auto">
            <a:xfrm flipH="1">
              <a:off x="1491025" y="1322892"/>
              <a:ext cx="162094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1" name="Oval 61"/>
            <p:cNvSpPr>
              <a:spLocks noChangeArrowheads="1"/>
            </p:cNvSpPr>
            <p:nvPr/>
          </p:nvSpPr>
          <p:spPr bwMode="auto">
            <a:xfrm>
              <a:off x="1598295" y="1264493"/>
              <a:ext cx="108459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82" name="Rectangle 64"/>
            <p:cNvSpPr>
              <a:spLocks noChangeArrowheads="1"/>
            </p:cNvSpPr>
            <p:nvPr/>
          </p:nvSpPr>
          <p:spPr bwMode="auto">
            <a:xfrm>
              <a:off x="1544659" y="2412338"/>
              <a:ext cx="493433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1491027" y="2489810"/>
              <a:ext cx="53991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544659" y="2293152"/>
              <a:ext cx="493433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85" name="Line 67"/>
            <p:cNvSpPr>
              <a:spLocks noChangeShapeType="1"/>
            </p:cNvSpPr>
            <p:nvPr/>
          </p:nvSpPr>
          <p:spPr bwMode="auto">
            <a:xfrm>
              <a:off x="1491027" y="2382542"/>
              <a:ext cx="53991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6" name="Rectangle 68"/>
            <p:cNvSpPr>
              <a:spLocks noChangeArrowheads="1"/>
            </p:cNvSpPr>
            <p:nvPr/>
          </p:nvSpPr>
          <p:spPr bwMode="auto">
            <a:xfrm>
              <a:off x="1500561" y="2179926"/>
              <a:ext cx="493433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87" name="Line 69"/>
            <p:cNvSpPr>
              <a:spLocks noChangeShapeType="1"/>
            </p:cNvSpPr>
            <p:nvPr/>
          </p:nvSpPr>
          <p:spPr bwMode="auto">
            <a:xfrm>
              <a:off x="1491027" y="2274081"/>
              <a:ext cx="53991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8" name="Rectangle 70"/>
            <p:cNvSpPr>
              <a:spLocks noChangeArrowheads="1"/>
            </p:cNvSpPr>
            <p:nvPr/>
          </p:nvSpPr>
          <p:spPr bwMode="auto">
            <a:xfrm>
              <a:off x="1662654" y="977332"/>
              <a:ext cx="638840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</a:t>
              </a:r>
              <a:r>
                <a:rPr lang="en-US" altLang="ko-KR" sz="600" dirty="0" smtClean="0">
                  <a:latin typeface="Arial" charset="0"/>
                </a:rPr>
                <a:t>MDS</a:t>
              </a:r>
              <a:endParaRPr lang="ko-KR" altLang="ko-KR" dirty="0"/>
            </a:p>
          </p:txBody>
        </p:sp>
        <p:sp>
          <p:nvSpPr>
            <p:cNvPr id="89" name="Line 71"/>
            <p:cNvSpPr>
              <a:spLocks noChangeShapeType="1"/>
            </p:cNvSpPr>
            <p:nvPr/>
          </p:nvSpPr>
          <p:spPr bwMode="auto">
            <a:xfrm flipV="1">
              <a:off x="1491026" y="1079501"/>
              <a:ext cx="667974" cy="5099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90" name="Rectangle 72"/>
            <p:cNvSpPr>
              <a:spLocks noChangeArrowheads="1"/>
            </p:cNvSpPr>
            <p:nvPr/>
          </p:nvSpPr>
          <p:spPr bwMode="auto">
            <a:xfrm>
              <a:off x="1662656" y="1570880"/>
              <a:ext cx="520845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91" name="Line 73"/>
            <p:cNvSpPr>
              <a:spLocks noChangeShapeType="1"/>
            </p:cNvSpPr>
            <p:nvPr/>
          </p:nvSpPr>
          <p:spPr bwMode="auto">
            <a:xfrm>
              <a:off x="1491026" y="1679340"/>
              <a:ext cx="966036" cy="17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92" name="Rectangle 74"/>
            <p:cNvSpPr>
              <a:spLocks noChangeArrowheads="1"/>
            </p:cNvSpPr>
            <p:nvPr/>
          </p:nvSpPr>
          <p:spPr bwMode="auto">
            <a:xfrm>
              <a:off x="1500165" y="2708920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93" name="Rectangle 81"/>
            <p:cNvSpPr>
              <a:spLocks noChangeArrowheads="1"/>
            </p:cNvSpPr>
            <p:nvPr/>
          </p:nvSpPr>
          <p:spPr bwMode="auto">
            <a:xfrm>
              <a:off x="508927" y="5371744"/>
              <a:ext cx="49462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94" name="Line 82"/>
            <p:cNvSpPr>
              <a:spLocks noChangeShapeType="1"/>
            </p:cNvSpPr>
            <p:nvPr/>
          </p:nvSpPr>
          <p:spPr bwMode="auto">
            <a:xfrm flipV="1">
              <a:off x="463638" y="5483778"/>
              <a:ext cx="64837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6" name="Rectangle 106"/>
            <p:cNvSpPr>
              <a:spLocks noChangeArrowheads="1"/>
            </p:cNvSpPr>
            <p:nvPr/>
          </p:nvSpPr>
          <p:spPr bwMode="auto">
            <a:xfrm>
              <a:off x="1499369" y="41858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107" name="Line 107"/>
            <p:cNvSpPr>
              <a:spLocks noChangeShapeType="1"/>
            </p:cNvSpPr>
            <p:nvPr/>
          </p:nvSpPr>
          <p:spPr bwMode="auto">
            <a:xfrm flipH="1" flipV="1">
              <a:off x="1491027" y="4262115"/>
              <a:ext cx="702009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8" name="Rectangle 108"/>
            <p:cNvSpPr>
              <a:spLocks noChangeArrowheads="1"/>
            </p:cNvSpPr>
            <p:nvPr/>
          </p:nvSpPr>
          <p:spPr bwMode="auto">
            <a:xfrm>
              <a:off x="1499369" y="4287146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109" name="Line 109"/>
            <p:cNvSpPr>
              <a:spLocks noChangeShapeType="1"/>
            </p:cNvSpPr>
            <p:nvPr/>
          </p:nvSpPr>
          <p:spPr bwMode="auto">
            <a:xfrm flipH="1" flipV="1">
              <a:off x="1491026" y="4370575"/>
              <a:ext cx="59355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0" name="Rectangle 112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111" name="Rectangle 115"/>
            <p:cNvSpPr>
              <a:spLocks noChangeArrowheads="1"/>
            </p:cNvSpPr>
            <p:nvPr/>
          </p:nvSpPr>
          <p:spPr bwMode="auto">
            <a:xfrm>
              <a:off x="538725" y="383783"/>
              <a:ext cx="494625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112" name="Line 116"/>
            <p:cNvSpPr>
              <a:spLocks noChangeShapeType="1"/>
            </p:cNvSpPr>
            <p:nvPr/>
          </p:nvSpPr>
          <p:spPr bwMode="auto">
            <a:xfrm>
              <a:off x="570906" y="489858"/>
              <a:ext cx="541107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3" name="Line 118"/>
            <p:cNvSpPr>
              <a:spLocks noChangeShapeType="1"/>
            </p:cNvSpPr>
            <p:nvPr/>
          </p:nvSpPr>
          <p:spPr bwMode="auto">
            <a:xfrm flipV="1">
              <a:off x="570904" y="489859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4" name="Line 128"/>
            <p:cNvSpPr>
              <a:spLocks noChangeShapeType="1"/>
            </p:cNvSpPr>
            <p:nvPr/>
          </p:nvSpPr>
          <p:spPr bwMode="auto">
            <a:xfrm flipV="1">
              <a:off x="2082801" y="4377724"/>
              <a:ext cx="1775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5" name="Line 129"/>
            <p:cNvSpPr>
              <a:spLocks noChangeShapeType="1"/>
            </p:cNvSpPr>
            <p:nvPr/>
          </p:nvSpPr>
          <p:spPr bwMode="auto">
            <a:xfrm flipH="1" flipV="1">
              <a:off x="2193034" y="4272840"/>
              <a:ext cx="406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1" name="Rectangle 182"/>
            <p:cNvSpPr>
              <a:spLocks noChangeArrowheads="1"/>
            </p:cNvSpPr>
            <p:nvPr/>
          </p:nvSpPr>
          <p:spPr bwMode="auto">
            <a:xfrm flipH="1">
              <a:off x="1112012" y="274130"/>
              <a:ext cx="379014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122" name="Rectangle 183"/>
            <p:cNvSpPr>
              <a:spLocks noChangeArrowheads="1"/>
            </p:cNvSpPr>
            <p:nvPr/>
          </p:nvSpPr>
          <p:spPr bwMode="auto">
            <a:xfrm flipH="1">
              <a:off x="1112012" y="1030965"/>
              <a:ext cx="379014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123" name="Rectangle 185"/>
            <p:cNvSpPr>
              <a:spLocks noChangeArrowheads="1"/>
            </p:cNvSpPr>
            <p:nvPr/>
          </p:nvSpPr>
          <p:spPr bwMode="auto">
            <a:xfrm flipH="1">
              <a:off x="1112012" y="1462421"/>
              <a:ext cx="379014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124" name="Rectangle 186"/>
            <p:cNvSpPr>
              <a:spLocks noChangeArrowheads="1"/>
            </p:cNvSpPr>
            <p:nvPr/>
          </p:nvSpPr>
          <p:spPr bwMode="auto">
            <a:xfrm flipH="1">
              <a:off x="1112012" y="2057162"/>
              <a:ext cx="379014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HDD</a:t>
              </a:r>
              <a:endParaRPr lang="ko-KR" altLang="ko-KR" dirty="0"/>
            </a:p>
          </p:txBody>
        </p:sp>
        <p:sp>
          <p:nvSpPr>
            <p:cNvPr id="125" name="Rectangle 187"/>
            <p:cNvSpPr>
              <a:spLocks noChangeArrowheads="1"/>
            </p:cNvSpPr>
            <p:nvPr/>
          </p:nvSpPr>
          <p:spPr bwMode="auto">
            <a:xfrm flipH="1">
              <a:off x="1112012" y="543491"/>
              <a:ext cx="379014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126" name="Rectangle 188"/>
            <p:cNvSpPr>
              <a:spLocks noChangeArrowheads="1"/>
            </p:cNvSpPr>
            <p:nvPr/>
          </p:nvSpPr>
          <p:spPr bwMode="auto">
            <a:xfrm flipH="1">
              <a:off x="1112012" y="1732975"/>
              <a:ext cx="379014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127" name="Line 190"/>
            <p:cNvSpPr>
              <a:spLocks noChangeShapeType="1"/>
            </p:cNvSpPr>
            <p:nvPr/>
          </p:nvSpPr>
          <p:spPr bwMode="auto">
            <a:xfrm flipH="1" flipV="1">
              <a:off x="896284" y="1355154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8" name="Line 191"/>
            <p:cNvSpPr>
              <a:spLocks noChangeShapeType="1"/>
            </p:cNvSpPr>
            <p:nvPr/>
          </p:nvSpPr>
          <p:spPr bwMode="auto">
            <a:xfrm flipV="1">
              <a:off x="896285" y="1265763"/>
              <a:ext cx="218112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9" name="Line 192"/>
            <p:cNvSpPr>
              <a:spLocks noChangeShapeType="1"/>
            </p:cNvSpPr>
            <p:nvPr/>
          </p:nvSpPr>
          <p:spPr bwMode="auto">
            <a:xfrm>
              <a:off x="896284" y="1732974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0" name="Rectangle 193"/>
            <p:cNvSpPr>
              <a:spLocks noChangeArrowheads="1"/>
            </p:cNvSpPr>
            <p:nvPr/>
          </p:nvSpPr>
          <p:spPr bwMode="auto">
            <a:xfrm flipH="1">
              <a:off x="1112012" y="1193058"/>
              <a:ext cx="379014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131" name="Line 195"/>
            <p:cNvSpPr>
              <a:spLocks noChangeShapeType="1"/>
            </p:cNvSpPr>
            <p:nvPr/>
          </p:nvSpPr>
          <p:spPr bwMode="auto">
            <a:xfrm flipH="1" flipV="1">
              <a:off x="991634" y="2238326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2" name="Line 197"/>
            <p:cNvSpPr>
              <a:spLocks noChangeShapeType="1"/>
            </p:cNvSpPr>
            <p:nvPr/>
          </p:nvSpPr>
          <p:spPr bwMode="auto">
            <a:xfrm flipH="1" flipV="1">
              <a:off x="1003553" y="1895068"/>
              <a:ext cx="112035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3" name="Line 198"/>
            <p:cNvSpPr>
              <a:spLocks noChangeShapeType="1"/>
            </p:cNvSpPr>
            <p:nvPr/>
          </p:nvSpPr>
          <p:spPr bwMode="auto">
            <a:xfrm flipH="1" flipV="1">
              <a:off x="1003553" y="1517248"/>
              <a:ext cx="112035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4" name="Line 199"/>
            <p:cNvSpPr>
              <a:spLocks noChangeShapeType="1"/>
            </p:cNvSpPr>
            <p:nvPr/>
          </p:nvSpPr>
          <p:spPr bwMode="auto">
            <a:xfrm flipH="1">
              <a:off x="1003552" y="1589950"/>
              <a:ext cx="110844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5" name="Line 200"/>
            <p:cNvSpPr>
              <a:spLocks noChangeShapeType="1"/>
            </p:cNvSpPr>
            <p:nvPr/>
          </p:nvSpPr>
          <p:spPr bwMode="auto">
            <a:xfrm flipH="1">
              <a:off x="991633" y="1949894"/>
              <a:ext cx="12395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6" name="Line 201"/>
            <p:cNvSpPr>
              <a:spLocks noChangeShapeType="1"/>
            </p:cNvSpPr>
            <p:nvPr/>
          </p:nvSpPr>
          <p:spPr bwMode="auto">
            <a:xfrm flipH="1" flipV="1">
              <a:off x="1003552" y="1625706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7" name="Line 202"/>
            <p:cNvSpPr>
              <a:spLocks noChangeShapeType="1"/>
            </p:cNvSpPr>
            <p:nvPr/>
          </p:nvSpPr>
          <p:spPr bwMode="auto">
            <a:xfrm flipV="1">
              <a:off x="991633" y="2003529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8" name="Rectangle 203"/>
            <p:cNvSpPr>
              <a:spLocks noChangeArrowheads="1"/>
            </p:cNvSpPr>
            <p:nvPr/>
          </p:nvSpPr>
          <p:spPr bwMode="auto">
            <a:xfrm rot="-5400000">
              <a:off x="690092" y="1437391"/>
              <a:ext cx="324188" cy="1239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139" name="Rectangle 204"/>
            <p:cNvSpPr>
              <a:spLocks noChangeArrowheads="1"/>
            </p:cNvSpPr>
            <p:nvPr/>
          </p:nvSpPr>
          <p:spPr bwMode="auto">
            <a:xfrm rot="-5400000">
              <a:off x="1044672" y="2013660"/>
              <a:ext cx="215728" cy="834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40" name="Rectangle 205"/>
            <p:cNvSpPr>
              <a:spLocks noChangeArrowheads="1"/>
            </p:cNvSpPr>
            <p:nvPr/>
          </p:nvSpPr>
          <p:spPr bwMode="auto">
            <a:xfrm rot="-5400000">
              <a:off x="998189" y="1690664"/>
              <a:ext cx="312269" cy="870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41" name="Line 207"/>
            <p:cNvSpPr>
              <a:spLocks noChangeShapeType="1"/>
            </p:cNvSpPr>
            <p:nvPr/>
          </p:nvSpPr>
          <p:spPr bwMode="auto">
            <a:xfrm flipH="1">
              <a:off x="1003553" y="1084599"/>
              <a:ext cx="112035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2" name="Line 208"/>
            <p:cNvSpPr>
              <a:spLocks noChangeShapeType="1"/>
            </p:cNvSpPr>
            <p:nvPr/>
          </p:nvSpPr>
          <p:spPr bwMode="auto">
            <a:xfrm flipV="1">
              <a:off x="1002506" y="1138231"/>
              <a:ext cx="1045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3" name="Rectangle 210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1416" tIns="45707" rIns="91416" bIns="45707" anchor="ctr"/>
            <a:lstStyle/>
            <a:p>
              <a:pPr algn="ctr"/>
              <a:endParaRPr lang="ko-KR" altLang="ko-KR"/>
            </a:p>
          </p:txBody>
        </p:sp>
        <p:sp>
          <p:nvSpPr>
            <p:cNvPr id="286" name="Rectangle 527"/>
            <p:cNvSpPr>
              <a:spLocks noChangeArrowheads="1"/>
            </p:cNvSpPr>
            <p:nvPr/>
          </p:nvSpPr>
          <p:spPr bwMode="auto">
            <a:xfrm flipH="1">
              <a:off x="1112012" y="5085184"/>
              <a:ext cx="379014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322" name="Rectangle 209"/>
            <p:cNvSpPr>
              <a:spLocks noChangeArrowheads="1"/>
            </p:cNvSpPr>
            <p:nvPr/>
          </p:nvSpPr>
          <p:spPr bwMode="auto">
            <a:xfrm flipH="1">
              <a:off x="1115616" y="2986665"/>
              <a:ext cx="216024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23" name="Line 192"/>
            <p:cNvSpPr>
              <a:spLocks noChangeShapeType="1"/>
            </p:cNvSpPr>
            <p:nvPr/>
          </p:nvSpPr>
          <p:spPr bwMode="auto">
            <a:xfrm>
              <a:off x="890331" y="3009550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24" name="Line 190"/>
            <p:cNvSpPr>
              <a:spLocks noChangeShapeType="1"/>
            </p:cNvSpPr>
            <p:nvPr/>
          </p:nvSpPr>
          <p:spPr bwMode="auto">
            <a:xfrm flipH="1" flipV="1">
              <a:off x="895663" y="1745082"/>
              <a:ext cx="2408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cxnSp>
          <p:nvCxnSpPr>
            <p:cNvPr id="331" name="꺾인 연결선 330"/>
            <p:cNvCxnSpPr/>
            <p:nvPr/>
          </p:nvCxnSpPr>
          <p:spPr>
            <a:xfrm>
              <a:off x="542926" y="5029200"/>
              <a:ext cx="572691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Rectangle 93"/>
            <p:cNvSpPr>
              <a:spLocks noChangeArrowheads="1"/>
            </p:cNvSpPr>
            <p:nvPr/>
          </p:nvSpPr>
          <p:spPr bwMode="auto">
            <a:xfrm>
              <a:off x="587530" y="5190102"/>
              <a:ext cx="486891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sp>
          <p:nvSpPr>
            <p:cNvPr id="338" name="Line 128"/>
            <p:cNvSpPr>
              <a:spLocks noChangeShapeType="1"/>
            </p:cNvSpPr>
            <p:nvPr/>
          </p:nvSpPr>
          <p:spPr bwMode="auto">
            <a:xfrm flipV="1">
              <a:off x="1949450" y="4470400"/>
              <a:ext cx="6350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39" name="Line 109"/>
            <p:cNvSpPr>
              <a:spLocks noChangeShapeType="1"/>
            </p:cNvSpPr>
            <p:nvPr/>
          </p:nvSpPr>
          <p:spPr bwMode="auto">
            <a:xfrm flipH="1">
              <a:off x="1496286" y="4470400"/>
              <a:ext cx="459514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0" name="Line 74"/>
            <p:cNvSpPr>
              <a:spLocks noChangeShapeType="1"/>
            </p:cNvSpPr>
            <p:nvPr/>
          </p:nvSpPr>
          <p:spPr bwMode="auto">
            <a:xfrm>
              <a:off x="312421" y="6179820"/>
              <a:ext cx="133788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1" name="Line 75"/>
            <p:cNvSpPr>
              <a:spLocks noChangeShapeType="1"/>
            </p:cNvSpPr>
            <p:nvPr/>
          </p:nvSpPr>
          <p:spPr bwMode="auto">
            <a:xfrm flipH="1">
              <a:off x="1763688" y="6185787"/>
              <a:ext cx="594741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2" name="Line 117"/>
            <p:cNvSpPr>
              <a:spLocks noChangeShapeType="1"/>
            </p:cNvSpPr>
            <p:nvPr/>
          </p:nvSpPr>
          <p:spPr bwMode="auto">
            <a:xfrm flipV="1">
              <a:off x="323528" y="6524625"/>
              <a:ext cx="7386960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3" name="Line 118"/>
            <p:cNvSpPr>
              <a:spLocks noChangeShapeType="1"/>
            </p:cNvSpPr>
            <p:nvPr/>
          </p:nvSpPr>
          <p:spPr bwMode="auto">
            <a:xfrm>
              <a:off x="323528" y="6633928"/>
              <a:ext cx="738696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4" name="Line 134"/>
            <p:cNvSpPr>
              <a:spLocks noChangeShapeType="1"/>
            </p:cNvSpPr>
            <p:nvPr/>
          </p:nvSpPr>
          <p:spPr bwMode="auto">
            <a:xfrm flipV="1">
              <a:off x="323529" y="6286500"/>
              <a:ext cx="7382197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5" name="Line 135"/>
            <p:cNvSpPr>
              <a:spLocks noChangeShapeType="1"/>
            </p:cNvSpPr>
            <p:nvPr/>
          </p:nvSpPr>
          <p:spPr bwMode="auto">
            <a:xfrm>
              <a:off x="323530" y="6402706"/>
              <a:ext cx="7391722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6" name="Rectangle 207"/>
            <p:cNvSpPr>
              <a:spLocks noChangeArrowheads="1"/>
            </p:cNvSpPr>
            <p:nvPr/>
          </p:nvSpPr>
          <p:spPr bwMode="auto">
            <a:xfrm flipH="1">
              <a:off x="6828736" y="6092822"/>
              <a:ext cx="523229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47" name="Rectangle 208"/>
            <p:cNvSpPr>
              <a:spLocks noChangeArrowheads="1"/>
            </p:cNvSpPr>
            <p:nvPr/>
          </p:nvSpPr>
          <p:spPr bwMode="auto">
            <a:xfrm flipH="1">
              <a:off x="6839462" y="6213202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48" name="Rectangle 209"/>
            <p:cNvSpPr>
              <a:spLocks noChangeArrowheads="1"/>
            </p:cNvSpPr>
            <p:nvPr/>
          </p:nvSpPr>
          <p:spPr bwMode="auto">
            <a:xfrm flipH="1">
              <a:off x="6843038" y="6321661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49" name="Rectangle 210"/>
            <p:cNvSpPr>
              <a:spLocks noChangeArrowheads="1"/>
            </p:cNvSpPr>
            <p:nvPr/>
          </p:nvSpPr>
          <p:spPr bwMode="auto">
            <a:xfrm flipH="1">
              <a:off x="6841846" y="643846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0" name="Rectangle 211"/>
            <p:cNvSpPr>
              <a:spLocks noChangeArrowheads="1"/>
            </p:cNvSpPr>
            <p:nvPr/>
          </p:nvSpPr>
          <p:spPr bwMode="auto">
            <a:xfrm flipH="1">
              <a:off x="6841846" y="6552883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1" name="Rectangle 228"/>
            <p:cNvSpPr>
              <a:spLocks noChangeArrowheads="1"/>
            </p:cNvSpPr>
            <p:nvPr/>
          </p:nvSpPr>
          <p:spPr bwMode="auto">
            <a:xfrm>
              <a:off x="341405" y="6088055"/>
              <a:ext cx="523230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52" name="Rectangle 229"/>
            <p:cNvSpPr>
              <a:spLocks noChangeArrowheads="1"/>
            </p:cNvSpPr>
            <p:nvPr/>
          </p:nvSpPr>
          <p:spPr bwMode="auto">
            <a:xfrm>
              <a:off x="441260" y="620843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53" name="Rectangle 230"/>
            <p:cNvSpPr>
              <a:spLocks noChangeArrowheads="1"/>
            </p:cNvSpPr>
            <p:nvPr/>
          </p:nvSpPr>
          <p:spPr bwMode="auto">
            <a:xfrm>
              <a:off x="407352" y="631689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54" name="Rectangle 231"/>
            <p:cNvSpPr>
              <a:spLocks noChangeArrowheads="1"/>
            </p:cNvSpPr>
            <p:nvPr/>
          </p:nvSpPr>
          <p:spPr bwMode="auto">
            <a:xfrm>
              <a:off x="359285" y="6433697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5" name="Rectangle 232"/>
            <p:cNvSpPr>
              <a:spLocks noChangeArrowheads="1"/>
            </p:cNvSpPr>
            <p:nvPr/>
          </p:nvSpPr>
          <p:spPr bwMode="auto">
            <a:xfrm>
              <a:off x="359285" y="6548116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6" name="Oval 567"/>
            <p:cNvSpPr>
              <a:spLocks noChangeArrowheads="1"/>
            </p:cNvSpPr>
            <p:nvPr/>
          </p:nvSpPr>
          <p:spPr bwMode="auto">
            <a:xfrm flipH="1">
              <a:off x="8019285" y="637704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grpSp>
          <p:nvGrpSpPr>
            <p:cNvPr id="638" name="그룹 637"/>
            <p:cNvGrpSpPr/>
            <p:nvPr/>
          </p:nvGrpSpPr>
          <p:grpSpPr>
            <a:xfrm>
              <a:off x="7688042" y="6156261"/>
              <a:ext cx="374246" cy="85814"/>
              <a:chOff x="10763258" y="8618765"/>
              <a:chExt cx="523945" cy="120140"/>
            </a:xfrm>
          </p:grpSpPr>
          <p:sp>
            <p:nvSpPr>
              <p:cNvPr id="27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35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58" name="Line 109"/>
            <p:cNvSpPr>
              <a:spLocks noChangeShapeType="1"/>
            </p:cNvSpPr>
            <p:nvPr/>
          </p:nvSpPr>
          <p:spPr bwMode="auto">
            <a:xfrm flipH="1">
              <a:off x="1501056" y="4584700"/>
              <a:ext cx="353144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9" name="Line 128"/>
            <p:cNvSpPr>
              <a:spLocks noChangeShapeType="1"/>
            </p:cNvSpPr>
            <p:nvPr/>
          </p:nvSpPr>
          <p:spPr bwMode="auto">
            <a:xfrm flipV="1">
              <a:off x="1848396" y="4578350"/>
              <a:ext cx="5804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0" name="Rectangle 106"/>
            <p:cNvSpPr>
              <a:spLocks noChangeArrowheads="1"/>
            </p:cNvSpPr>
            <p:nvPr/>
          </p:nvSpPr>
          <p:spPr bwMode="auto">
            <a:xfrm>
              <a:off x="1607436" y="4395612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81" name="Rectangle 106"/>
            <p:cNvSpPr>
              <a:spLocks noChangeArrowheads="1"/>
            </p:cNvSpPr>
            <p:nvPr/>
          </p:nvSpPr>
          <p:spPr bwMode="auto">
            <a:xfrm>
              <a:off x="1613669" y="4516768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382" name="Rectangle 106"/>
            <p:cNvSpPr>
              <a:spLocks noChangeArrowheads="1"/>
            </p:cNvSpPr>
            <p:nvPr/>
          </p:nvSpPr>
          <p:spPr bwMode="auto">
            <a:xfrm>
              <a:off x="1540044" y="46531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3" name="Line 195"/>
            <p:cNvSpPr>
              <a:spLocks noChangeShapeType="1"/>
            </p:cNvSpPr>
            <p:nvPr/>
          </p:nvSpPr>
          <p:spPr bwMode="auto">
            <a:xfrm flipH="1" flipV="1">
              <a:off x="998814" y="2732874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4" name="Line 202"/>
            <p:cNvSpPr>
              <a:spLocks noChangeShapeType="1"/>
            </p:cNvSpPr>
            <p:nvPr/>
          </p:nvSpPr>
          <p:spPr bwMode="auto">
            <a:xfrm flipH="1" flipV="1">
              <a:off x="987929" y="2249609"/>
              <a:ext cx="8114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5" name="Rectangle 74"/>
            <p:cNvSpPr>
              <a:spLocks noChangeArrowheads="1"/>
            </p:cNvSpPr>
            <p:nvPr/>
          </p:nvSpPr>
          <p:spPr bwMode="auto">
            <a:xfrm>
              <a:off x="1515718" y="2817777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1115616" y="2698633"/>
              <a:ext cx="216024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/>
                <a:t>485</a:t>
              </a:r>
            </a:p>
            <a:p>
              <a:pPr algn="ctr"/>
              <a:r>
                <a:rPr lang="en-US" altLang="ko-KR" sz="600" dirty="0" smtClean="0"/>
                <a:t>Card</a:t>
              </a:r>
              <a:endParaRPr lang="ko-KR" altLang="ko-KR" sz="600" dirty="0"/>
            </a:p>
          </p:txBody>
        </p:sp>
        <p:grpSp>
          <p:nvGrpSpPr>
            <p:cNvPr id="387" name="Group 454"/>
            <p:cNvGrpSpPr>
              <a:grpSpLocks/>
            </p:cNvGrpSpPr>
            <p:nvPr/>
          </p:nvGrpSpPr>
          <p:grpSpPr bwMode="auto">
            <a:xfrm>
              <a:off x="2164554" y="218939"/>
              <a:ext cx="1505327" cy="505351"/>
              <a:chOff x="2375" y="729"/>
              <a:chExt cx="1263" cy="424"/>
            </a:xfrm>
          </p:grpSpPr>
          <p:sp>
            <p:nvSpPr>
              <p:cNvPr id="388" name="Rectangle 22"/>
              <p:cNvSpPr>
                <a:spLocks noChangeArrowheads="1"/>
              </p:cNvSpPr>
              <p:nvPr/>
            </p:nvSpPr>
            <p:spPr bwMode="auto">
              <a:xfrm flipH="1">
                <a:off x="2375" y="745"/>
                <a:ext cx="690" cy="408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Communication</a:t>
                </a:r>
              </a:p>
              <a:p>
                <a:pPr algn="ctr"/>
                <a:r>
                  <a:rPr lang="en-US" altLang="ko-KR" sz="800" dirty="0">
                    <a:latin typeface="Arial" charset="0"/>
                  </a:rPr>
                  <a:t>Control </a:t>
                </a:r>
                <a:r>
                  <a:rPr lang="en-US" altLang="ko-KR" sz="800" dirty="0" smtClean="0">
                    <a:latin typeface="Arial" charset="0"/>
                  </a:rPr>
                  <a:t>Panel</a:t>
                </a:r>
                <a:endParaRPr lang="ko-KR" altLang="ko-KR" dirty="0"/>
              </a:p>
            </p:txBody>
          </p:sp>
          <p:sp>
            <p:nvSpPr>
              <p:cNvPr id="389" name="Rectangle 23"/>
              <p:cNvSpPr>
                <a:spLocks noChangeArrowheads="1"/>
              </p:cNvSpPr>
              <p:nvPr/>
            </p:nvSpPr>
            <p:spPr bwMode="auto">
              <a:xfrm>
                <a:off x="3081" y="729"/>
                <a:ext cx="542" cy="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390" name="Line 24"/>
              <p:cNvSpPr>
                <a:spLocks noChangeShapeType="1"/>
              </p:cNvSpPr>
              <p:nvPr/>
            </p:nvSpPr>
            <p:spPr bwMode="auto">
              <a:xfrm flipV="1">
                <a:off x="3065" y="836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1" name="Rectangle 27"/>
              <p:cNvSpPr>
                <a:spLocks noChangeArrowheads="1"/>
              </p:cNvSpPr>
              <p:nvPr/>
            </p:nvSpPr>
            <p:spPr bwMode="auto">
              <a:xfrm>
                <a:off x="3095" y="871"/>
                <a:ext cx="543" cy="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ADDRESS</a:t>
                </a:r>
                <a:endParaRPr lang="ko-KR" altLang="ko-KR" dirty="0"/>
              </a:p>
            </p:txBody>
          </p:sp>
          <p:sp>
            <p:nvSpPr>
              <p:cNvPr id="392" name="Line 28"/>
              <p:cNvSpPr>
                <a:spLocks noChangeShapeType="1"/>
              </p:cNvSpPr>
              <p:nvPr/>
            </p:nvSpPr>
            <p:spPr bwMode="auto">
              <a:xfrm flipV="1">
                <a:off x="3065" y="972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3" name="Rectangle 47"/>
              <p:cNvSpPr>
                <a:spLocks noChangeArrowheads="1"/>
              </p:cNvSpPr>
              <p:nvPr/>
            </p:nvSpPr>
            <p:spPr bwMode="auto">
              <a:xfrm>
                <a:off x="3093" y="1028"/>
                <a:ext cx="544" cy="4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394" name="Line 48"/>
              <p:cNvSpPr>
                <a:spLocks noChangeShapeType="1"/>
              </p:cNvSpPr>
              <p:nvPr/>
            </p:nvSpPr>
            <p:spPr bwMode="auto">
              <a:xfrm flipV="1">
                <a:off x="3065" y="1108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96" name="Rectangle 396"/>
            <p:cNvSpPr>
              <a:spLocks noChangeArrowheads="1"/>
            </p:cNvSpPr>
            <p:nvPr/>
          </p:nvSpPr>
          <p:spPr bwMode="auto">
            <a:xfrm flipV="1">
              <a:off x="2514628" y="960154"/>
              <a:ext cx="771429" cy="381397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397" name="Rectangle 402" descr="좁은 눈금"/>
            <p:cNvSpPr>
              <a:spLocks noChangeArrowheads="1"/>
            </p:cNvSpPr>
            <p:nvPr/>
          </p:nvSpPr>
          <p:spPr bwMode="auto">
            <a:xfrm flipV="1">
              <a:off x="2543596" y="1014980"/>
              <a:ext cx="714753" cy="278897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FDI</a:t>
              </a:r>
              <a:endParaRPr lang="ko-KR" altLang="ko-KR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399" name="Rectangle 370"/>
            <p:cNvSpPr>
              <a:spLocks noChangeArrowheads="1"/>
            </p:cNvSpPr>
            <p:nvPr/>
          </p:nvSpPr>
          <p:spPr bwMode="auto">
            <a:xfrm flipV="1">
              <a:off x="6526503" y="3789040"/>
              <a:ext cx="1157143" cy="164478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00" name="Rectangle 383" descr="좁은 눈금"/>
            <p:cNvSpPr>
              <a:spLocks noChangeArrowheads="1"/>
            </p:cNvSpPr>
            <p:nvPr/>
          </p:nvSpPr>
          <p:spPr bwMode="auto">
            <a:xfrm flipV="1">
              <a:off x="6577874" y="3817645"/>
              <a:ext cx="1066592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8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02" name="Rectangle 384"/>
            <p:cNvSpPr>
              <a:spLocks noChangeArrowheads="1"/>
            </p:cNvSpPr>
            <p:nvPr/>
          </p:nvSpPr>
          <p:spPr bwMode="auto">
            <a:xfrm flipV="1">
              <a:off x="5395063" y="1114457"/>
              <a:ext cx="1028571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03" name="Rectangle 391" descr="좁은 눈금"/>
            <p:cNvSpPr>
              <a:spLocks noChangeArrowheads="1"/>
            </p:cNvSpPr>
            <p:nvPr/>
          </p:nvSpPr>
          <p:spPr bwMode="auto">
            <a:xfrm flipV="1">
              <a:off x="5433686" y="1154980"/>
              <a:ext cx="953003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10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49" name="Rectangle 370"/>
            <p:cNvSpPr>
              <a:spLocks noChangeArrowheads="1"/>
            </p:cNvSpPr>
            <p:nvPr/>
          </p:nvSpPr>
          <p:spPr bwMode="auto">
            <a:xfrm flipV="1">
              <a:off x="3800486" y="1165892"/>
              <a:ext cx="1157143" cy="164478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50" name="Rectangle 383" descr="좁은 눈금"/>
            <p:cNvSpPr>
              <a:spLocks noChangeArrowheads="1"/>
            </p:cNvSpPr>
            <p:nvPr/>
          </p:nvSpPr>
          <p:spPr bwMode="auto">
            <a:xfrm flipV="1">
              <a:off x="3851857" y="1194497"/>
              <a:ext cx="1066592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8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2" name="Rectangle 384"/>
            <p:cNvSpPr>
              <a:spLocks noChangeArrowheads="1"/>
            </p:cNvSpPr>
            <p:nvPr/>
          </p:nvSpPr>
          <p:spPr bwMode="auto">
            <a:xfrm flipV="1">
              <a:off x="6732240" y="1114457"/>
              <a:ext cx="1028571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53" name="Rectangle 391" descr="좁은 눈금"/>
            <p:cNvSpPr>
              <a:spLocks noChangeArrowheads="1"/>
            </p:cNvSpPr>
            <p:nvPr/>
          </p:nvSpPr>
          <p:spPr bwMode="auto">
            <a:xfrm flipV="1">
              <a:off x="6770863" y="1154980"/>
              <a:ext cx="953003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10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5" name="Rectangle 384"/>
            <p:cNvSpPr>
              <a:spLocks noChangeArrowheads="1"/>
            </p:cNvSpPr>
            <p:nvPr/>
          </p:nvSpPr>
          <p:spPr bwMode="auto">
            <a:xfrm flipV="1">
              <a:off x="3646183" y="4149080"/>
              <a:ext cx="1028571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56" name="Rectangle 391" descr="좁은 눈금"/>
            <p:cNvSpPr>
              <a:spLocks noChangeArrowheads="1"/>
            </p:cNvSpPr>
            <p:nvPr/>
          </p:nvSpPr>
          <p:spPr bwMode="auto">
            <a:xfrm flipV="1">
              <a:off x="3684806" y="4189603"/>
              <a:ext cx="953003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10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8" name="Rectangle 384"/>
            <p:cNvSpPr>
              <a:spLocks noChangeArrowheads="1"/>
            </p:cNvSpPr>
            <p:nvPr/>
          </p:nvSpPr>
          <p:spPr bwMode="auto">
            <a:xfrm flipV="1">
              <a:off x="5240646" y="4149080"/>
              <a:ext cx="1028571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sp>
          <p:nvSpPr>
            <p:cNvPr id="459" name="Rectangle 391" descr="좁은 눈금"/>
            <p:cNvSpPr>
              <a:spLocks noChangeArrowheads="1"/>
            </p:cNvSpPr>
            <p:nvPr/>
          </p:nvSpPr>
          <p:spPr bwMode="auto">
            <a:xfrm flipV="1">
              <a:off x="5279269" y="4189603"/>
              <a:ext cx="953003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0505" tIns="85252" rIns="170505" bIns="85252" anchor="ctr"/>
            <a:lstStyle/>
            <a:p>
              <a:pPr algn="ctr"/>
              <a:r>
                <a:rPr lang="en-US" altLang="ko-KR" sz="10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grpSp>
          <p:nvGrpSpPr>
            <p:cNvPr id="464" name="그룹 463"/>
            <p:cNvGrpSpPr/>
            <p:nvPr/>
          </p:nvGrpSpPr>
          <p:grpSpPr>
            <a:xfrm>
              <a:off x="4839137" y="1838288"/>
              <a:ext cx="972563" cy="625361"/>
              <a:chOff x="5666768" y="1056184"/>
              <a:chExt cx="1361588" cy="875506"/>
            </a:xfrm>
          </p:grpSpPr>
          <p:sp>
            <p:nvSpPr>
              <p:cNvPr id="465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66" name="그림 465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67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/>
                  <a:t>LCD Display</a:t>
                </a:r>
                <a:endParaRPr lang="ko-KR" altLang="ko-KR" sz="800" dirty="0"/>
              </a:p>
            </p:txBody>
          </p:sp>
        </p:grpSp>
        <p:grpSp>
          <p:nvGrpSpPr>
            <p:cNvPr id="468" name="그룹 467"/>
            <p:cNvGrpSpPr/>
            <p:nvPr/>
          </p:nvGrpSpPr>
          <p:grpSpPr>
            <a:xfrm>
              <a:off x="6227863" y="1838288"/>
              <a:ext cx="972563" cy="625361"/>
              <a:chOff x="5666768" y="1056184"/>
              <a:chExt cx="1361588" cy="875506"/>
            </a:xfrm>
          </p:grpSpPr>
          <p:sp>
            <p:nvSpPr>
              <p:cNvPr id="469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0" name="그림 469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1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/>
                  <a:t>LCD Display</a:t>
                </a:r>
                <a:endParaRPr lang="ko-KR" altLang="ko-KR" sz="800" dirty="0"/>
              </a:p>
            </p:txBody>
          </p:sp>
        </p:grpSp>
        <p:grpSp>
          <p:nvGrpSpPr>
            <p:cNvPr id="472" name="그룹 471"/>
            <p:cNvGrpSpPr/>
            <p:nvPr/>
          </p:nvGrpSpPr>
          <p:grpSpPr>
            <a:xfrm>
              <a:off x="2926103" y="3068960"/>
              <a:ext cx="972563" cy="625361"/>
              <a:chOff x="5666768" y="1056184"/>
              <a:chExt cx="1361588" cy="875506"/>
            </a:xfrm>
          </p:grpSpPr>
          <p:sp>
            <p:nvSpPr>
              <p:cNvPr id="473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4" name="그림 473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5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/>
                  <a:t>LCD Display</a:t>
                </a:r>
                <a:endParaRPr lang="ko-KR" altLang="ko-KR" sz="800" dirty="0"/>
              </a:p>
            </p:txBody>
          </p:sp>
        </p:grpSp>
        <p:grpSp>
          <p:nvGrpSpPr>
            <p:cNvPr id="476" name="그룹 475"/>
            <p:cNvGrpSpPr/>
            <p:nvPr/>
          </p:nvGrpSpPr>
          <p:grpSpPr>
            <a:xfrm>
              <a:off x="4324794" y="3072711"/>
              <a:ext cx="972563" cy="625361"/>
              <a:chOff x="5666768" y="1056184"/>
              <a:chExt cx="1361588" cy="875506"/>
            </a:xfrm>
          </p:grpSpPr>
          <p:sp>
            <p:nvSpPr>
              <p:cNvPr id="477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8" name="그림 477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9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/>
                  <a:t>LCD Display</a:t>
                </a:r>
                <a:endParaRPr lang="ko-KR" altLang="ko-KR" sz="800" dirty="0"/>
              </a:p>
            </p:txBody>
          </p:sp>
        </p:grpSp>
        <p:grpSp>
          <p:nvGrpSpPr>
            <p:cNvPr id="480" name="그룹 479"/>
            <p:cNvGrpSpPr/>
            <p:nvPr/>
          </p:nvGrpSpPr>
          <p:grpSpPr>
            <a:xfrm>
              <a:off x="5713520" y="3072711"/>
              <a:ext cx="972563" cy="625361"/>
              <a:chOff x="5666768" y="1056184"/>
              <a:chExt cx="1361588" cy="875506"/>
            </a:xfrm>
          </p:grpSpPr>
          <p:sp>
            <p:nvSpPr>
              <p:cNvPr id="481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82" name="그림 481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83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/>
                  <a:t>LCD Display</a:t>
                </a:r>
                <a:endParaRPr lang="ko-KR" altLang="ko-KR" sz="800" dirty="0"/>
              </a:p>
            </p:txBody>
          </p:sp>
        </p:grpSp>
        <p:cxnSp>
          <p:nvCxnSpPr>
            <p:cNvPr id="485" name="직선 연결선 484"/>
            <p:cNvCxnSpPr>
              <a:stCxn id="91" idx="1"/>
            </p:cNvCxnSpPr>
            <p:nvPr/>
          </p:nvCxnSpPr>
          <p:spPr>
            <a:xfrm rot="16200000" flipH="1">
              <a:off x="1971140" y="2165431"/>
              <a:ext cx="977976" cy="6133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연결선 486"/>
            <p:cNvCxnSpPr/>
            <p:nvPr/>
          </p:nvCxnSpPr>
          <p:spPr>
            <a:xfrm flipV="1">
              <a:off x="2463195" y="2653393"/>
              <a:ext cx="564395" cy="409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" name="Line 420"/>
            <p:cNvSpPr>
              <a:spLocks noChangeShapeType="1"/>
            </p:cNvSpPr>
            <p:nvPr/>
          </p:nvSpPr>
          <p:spPr bwMode="auto">
            <a:xfrm flipH="1">
              <a:off x="3028971" y="3151484"/>
              <a:ext cx="10846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492" name="Line 421"/>
            <p:cNvSpPr>
              <a:spLocks noChangeShapeType="1"/>
            </p:cNvSpPr>
            <p:nvPr/>
          </p:nvSpPr>
          <p:spPr bwMode="auto">
            <a:xfrm flipH="1">
              <a:off x="3028971" y="2656796"/>
              <a:ext cx="2020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493" name="Line 422"/>
            <p:cNvSpPr>
              <a:spLocks noChangeShapeType="1"/>
            </p:cNvSpPr>
            <p:nvPr/>
          </p:nvSpPr>
          <p:spPr bwMode="auto">
            <a:xfrm flipH="1">
              <a:off x="3137432" y="2656796"/>
              <a:ext cx="2417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499" name="Line 420"/>
            <p:cNvSpPr>
              <a:spLocks noChangeShapeType="1"/>
            </p:cNvSpPr>
            <p:nvPr/>
          </p:nvSpPr>
          <p:spPr bwMode="auto">
            <a:xfrm flipH="1">
              <a:off x="4417697" y="3151484"/>
              <a:ext cx="10846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0" name="Line 421"/>
            <p:cNvSpPr>
              <a:spLocks noChangeShapeType="1"/>
            </p:cNvSpPr>
            <p:nvPr/>
          </p:nvSpPr>
          <p:spPr bwMode="auto">
            <a:xfrm flipH="1">
              <a:off x="4417697" y="2656796"/>
              <a:ext cx="11428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1" name="Line 422"/>
            <p:cNvSpPr>
              <a:spLocks noChangeShapeType="1"/>
            </p:cNvSpPr>
            <p:nvPr/>
          </p:nvSpPr>
          <p:spPr bwMode="auto">
            <a:xfrm flipH="1">
              <a:off x="4526157" y="2653393"/>
              <a:ext cx="15227" cy="4989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3" name="Line 420"/>
            <p:cNvSpPr>
              <a:spLocks noChangeShapeType="1"/>
            </p:cNvSpPr>
            <p:nvPr/>
          </p:nvSpPr>
          <p:spPr bwMode="auto">
            <a:xfrm rot="10800000" flipH="1">
              <a:off x="4949191" y="2372179"/>
              <a:ext cx="10846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4" name="Line 421"/>
            <p:cNvSpPr>
              <a:spLocks noChangeShapeType="1"/>
            </p:cNvSpPr>
            <p:nvPr/>
          </p:nvSpPr>
          <p:spPr bwMode="auto">
            <a:xfrm rot="10800000" flipH="1">
              <a:off x="5055054" y="2372178"/>
              <a:ext cx="2597" cy="277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5" name="Line 422"/>
            <p:cNvSpPr>
              <a:spLocks noChangeShapeType="1"/>
            </p:cNvSpPr>
            <p:nvPr/>
          </p:nvSpPr>
          <p:spPr bwMode="auto">
            <a:xfrm rot="10800000" flipH="1">
              <a:off x="4946197" y="2372178"/>
              <a:ext cx="2994" cy="2846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7" name="Line 420"/>
            <p:cNvSpPr>
              <a:spLocks noChangeShapeType="1"/>
            </p:cNvSpPr>
            <p:nvPr/>
          </p:nvSpPr>
          <p:spPr bwMode="auto">
            <a:xfrm flipH="1">
              <a:off x="5811199" y="3151484"/>
              <a:ext cx="10846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8" name="Line 421"/>
            <p:cNvSpPr>
              <a:spLocks noChangeShapeType="1"/>
            </p:cNvSpPr>
            <p:nvPr/>
          </p:nvSpPr>
          <p:spPr bwMode="auto">
            <a:xfrm>
              <a:off x="5806849" y="2656796"/>
              <a:ext cx="4350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09" name="Line 422"/>
            <p:cNvSpPr>
              <a:spLocks noChangeShapeType="1"/>
            </p:cNvSpPr>
            <p:nvPr/>
          </p:nvSpPr>
          <p:spPr bwMode="auto">
            <a:xfrm flipH="1">
              <a:off x="5919658" y="2653393"/>
              <a:ext cx="2851" cy="4989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11" name="Line 420"/>
            <p:cNvSpPr>
              <a:spLocks noChangeShapeType="1"/>
            </p:cNvSpPr>
            <p:nvPr/>
          </p:nvSpPr>
          <p:spPr bwMode="auto">
            <a:xfrm rot="10800000" flipH="1">
              <a:off x="6332338" y="2370882"/>
              <a:ext cx="10846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12" name="Line 421"/>
            <p:cNvSpPr>
              <a:spLocks noChangeShapeType="1"/>
            </p:cNvSpPr>
            <p:nvPr/>
          </p:nvSpPr>
          <p:spPr bwMode="auto">
            <a:xfrm rot="10800000" flipH="1">
              <a:off x="6436179" y="2370882"/>
              <a:ext cx="4619" cy="28931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sp>
          <p:nvSpPr>
            <p:cNvPr id="513" name="Line 422"/>
            <p:cNvSpPr>
              <a:spLocks noChangeShapeType="1"/>
            </p:cNvSpPr>
            <p:nvPr/>
          </p:nvSpPr>
          <p:spPr bwMode="auto">
            <a:xfrm rot="10800000">
              <a:off x="6332338" y="2370882"/>
              <a:ext cx="1787" cy="2927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5306" tIns="32653" rIns="65306" bIns="32653"/>
            <a:lstStyle/>
            <a:p>
              <a:endParaRPr lang="ko-KR" altLang="en-US"/>
            </a:p>
          </p:txBody>
        </p:sp>
        <p:cxnSp>
          <p:nvCxnSpPr>
            <p:cNvPr id="535" name="직선 연결선 534"/>
            <p:cNvCxnSpPr/>
            <p:nvPr/>
          </p:nvCxnSpPr>
          <p:spPr>
            <a:xfrm>
              <a:off x="3131840" y="2661580"/>
              <a:ext cx="412821" cy="201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직선 연결선 537"/>
            <p:cNvCxnSpPr/>
            <p:nvPr/>
          </p:nvCxnSpPr>
          <p:spPr>
            <a:xfrm>
              <a:off x="3544661" y="2657486"/>
              <a:ext cx="898071" cy="443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/>
            <p:cNvCxnSpPr/>
            <p:nvPr/>
          </p:nvCxnSpPr>
          <p:spPr>
            <a:xfrm>
              <a:off x="4544786" y="2653393"/>
              <a:ext cx="408214" cy="3402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/>
            <p:cNvCxnSpPr/>
            <p:nvPr/>
          </p:nvCxnSpPr>
          <p:spPr>
            <a:xfrm>
              <a:off x="5044849" y="2648365"/>
              <a:ext cx="762000" cy="843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직선 연결선 555"/>
            <p:cNvCxnSpPr/>
            <p:nvPr/>
          </p:nvCxnSpPr>
          <p:spPr>
            <a:xfrm>
              <a:off x="6428968" y="2660520"/>
              <a:ext cx="1251131" cy="1945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직선 연결선 556"/>
            <p:cNvCxnSpPr/>
            <p:nvPr/>
          </p:nvCxnSpPr>
          <p:spPr>
            <a:xfrm>
              <a:off x="5909291" y="2657486"/>
              <a:ext cx="422566" cy="497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직선 연결선 561"/>
            <p:cNvCxnSpPr/>
            <p:nvPr/>
          </p:nvCxnSpPr>
          <p:spPr>
            <a:xfrm rot="5400000" flipH="1" flipV="1">
              <a:off x="1949224" y="2067152"/>
              <a:ext cx="1431018" cy="4536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직선 연결선 565"/>
            <p:cNvCxnSpPr/>
            <p:nvPr/>
          </p:nvCxnSpPr>
          <p:spPr>
            <a:xfrm rot="5400000" flipH="1" flipV="1">
              <a:off x="6680585" y="2074213"/>
              <a:ext cx="1448806" cy="820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/>
            <p:cNvCxnSpPr/>
            <p:nvPr/>
          </p:nvCxnSpPr>
          <p:spPr>
            <a:xfrm rot="16200000" flipV="1">
              <a:off x="5440475" y="2077473"/>
              <a:ext cx="1449551" cy="242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직선 연결선 567"/>
            <p:cNvCxnSpPr/>
            <p:nvPr/>
          </p:nvCxnSpPr>
          <p:spPr>
            <a:xfrm rot="5400000" flipH="1" flipV="1">
              <a:off x="4053281" y="2073833"/>
              <a:ext cx="1449551" cy="9709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연결선 570"/>
            <p:cNvCxnSpPr/>
            <p:nvPr/>
          </p:nvCxnSpPr>
          <p:spPr>
            <a:xfrm rot="5400000">
              <a:off x="3595627" y="3527041"/>
              <a:ext cx="1228718" cy="395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연결선 571"/>
            <p:cNvCxnSpPr/>
            <p:nvPr/>
          </p:nvCxnSpPr>
          <p:spPr>
            <a:xfrm rot="5400000">
              <a:off x="4984972" y="3527661"/>
              <a:ext cx="1228718" cy="2710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 572"/>
            <p:cNvCxnSpPr/>
            <p:nvPr/>
          </p:nvCxnSpPr>
          <p:spPr>
            <a:xfrm rot="5400000">
              <a:off x="6500255" y="3351867"/>
              <a:ext cx="874932" cy="5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6" name="그룹 595"/>
            <p:cNvGrpSpPr/>
            <p:nvPr/>
          </p:nvGrpSpPr>
          <p:grpSpPr>
            <a:xfrm>
              <a:off x="3131840" y="718043"/>
              <a:ext cx="526805" cy="270619"/>
              <a:chOff x="4384576" y="1005260"/>
              <a:chExt cx="737527" cy="378866"/>
            </a:xfrm>
          </p:grpSpPr>
          <p:sp>
            <p:nvSpPr>
              <p:cNvPr id="593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  <p:sp>
            <p:nvSpPr>
              <p:cNvPr id="59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59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597" name="그룹 596"/>
            <p:cNvGrpSpPr/>
            <p:nvPr/>
          </p:nvGrpSpPr>
          <p:grpSpPr>
            <a:xfrm>
              <a:off x="5754989" y="836953"/>
              <a:ext cx="526805" cy="270619"/>
              <a:chOff x="4384576" y="1005260"/>
              <a:chExt cx="737527" cy="378866"/>
            </a:xfrm>
          </p:grpSpPr>
          <p:sp>
            <p:nvSpPr>
              <p:cNvPr id="59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  <p:sp>
            <p:nvSpPr>
              <p:cNvPr id="59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01" name="그룹 600"/>
            <p:cNvGrpSpPr/>
            <p:nvPr/>
          </p:nvGrpSpPr>
          <p:grpSpPr>
            <a:xfrm>
              <a:off x="7028384" y="843838"/>
              <a:ext cx="526805" cy="270619"/>
              <a:chOff x="4384576" y="1005260"/>
              <a:chExt cx="737527" cy="378866"/>
            </a:xfrm>
          </p:grpSpPr>
          <p:sp>
            <p:nvSpPr>
              <p:cNvPr id="60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  <p:sp>
            <p:nvSpPr>
              <p:cNvPr id="603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4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17" name="그룹 616"/>
            <p:cNvGrpSpPr/>
            <p:nvPr/>
          </p:nvGrpSpPr>
          <p:grpSpPr>
            <a:xfrm>
              <a:off x="4623435" y="878020"/>
              <a:ext cx="526805" cy="270619"/>
              <a:chOff x="4384576" y="1005260"/>
              <a:chExt cx="737527" cy="378866"/>
            </a:xfrm>
          </p:grpSpPr>
          <p:sp>
            <p:nvSpPr>
              <p:cNvPr id="61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1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25" name="그룹 624"/>
            <p:cNvGrpSpPr/>
            <p:nvPr/>
          </p:nvGrpSpPr>
          <p:grpSpPr>
            <a:xfrm>
              <a:off x="7277283" y="3501168"/>
              <a:ext cx="526805" cy="270619"/>
              <a:chOff x="4384576" y="1005260"/>
              <a:chExt cx="737527" cy="378866"/>
            </a:xfrm>
          </p:grpSpPr>
          <p:sp>
            <p:nvSpPr>
              <p:cNvPr id="62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 smtClean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2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cxnSp>
          <p:nvCxnSpPr>
            <p:cNvPr id="629" name="직선 연결선 628"/>
            <p:cNvCxnSpPr/>
            <p:nvPr/>
          </p:nvCxnSpPr>
          <p:spPr>
            <a:xfrm rot="5400000" flipH="1" flipV="1">
              <a:off x="1333942" y="1772835"/>
              <a:ext cx="2056199" cy="3429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5" name="그룹 644"/>
            <p:cNvGrpSpPr/>
            <p:nvPr/>
          </p:nvGrpSpPr>
          <p:grpSpPr>
            <a:xfrm>
              <a:off x="7695286" y="2657486"/>
              <a:ext cx="374246" cy="85814"/>
              <a:chOff x="10763258" y="8618765"/>
              <a:chExt cx="523945" cy="120140"/>
            </a:xfrm>
          </p:grpSpPr>
          <p:sp>
            <p:nvSpPr>
              <p:cNvPr id="646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652" name="직선 연결선 651"/>
            <p:cNvCxnSpPr/>
            <p:nvPr/>
          </p:nvCxnSpPr>
          <p:spPr>
            <a:xfrm rot="16200000" flipH="1">
              <a:off x="3522310" y="2987098"/>
              <a:ext cx="146951" cy="207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직선 연결선 658"/>
            <p:cNvCxnSpPr/>
            <p:nvPr/>
          </p:nvCxnSpPr>
          <p:spPr>
            <a:xfrm rot="16200000" flipH="1">
              <a:off x="4960397" y="2987098"/>
              <a:ext cx="146951" cy="207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직선 연결선 659"/>
            <p:cNvCxnSpPr/>
            <p:nvPr/>
          </p:nvCxnSpPr>
          <p:spPr>
            <a:xfrm rot="16200000" flipH="1">
              <a:off x="6351195" y="2987098"/>
              <a:ext cx="146951" cy="207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직선 연결선 662"/>
            <p:cNvCxnSpPr/>
            <p:nvPr/>
          </p:nvCxnSpPr>
          <p:spPr>
            <a:xfrm rot="5400000" flipH="1" flipV="1">
              <a:off x="5221133" y="2632369"/>
              <a:ext cx="351618" cy="3986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직선 연결선 663"/>
            <p:cNvCxnSpPr/>
            <p:nvPr/>
          </p:nvCxnSpPr>
          <p:spPr>
            <a:xfrm rot="5400000" flipH="1" flipV="1">
              <a:off x="6605872" y="2632369"/>
              <a:ext cx="351618" cy="3986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5" name="그룹 664"/>
            <p:cNvGrpSpPr/>
            <p:nvPr/>
          </p:nvGrpSpPr>
          <p:grpSpPr>
            <a:xfrm>
              <a:off x="5433921" y="1563918"/>
              <a:ext cx="526805" cy="270619"/>
              <a:chOff x="4384576" y="1005260"/>
              <a:chExt cx="737527" cy="378866"/>
            </a:xfrm>
          </p:grpSpPr>
          <p:sp>
            <p:nvSpPr>
              <p:cNvPr id="66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  <p:sp>
            <p:nvSpPr>
              <p:cNvPr id="66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6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69" name="그룹 668"/>
            <p:cNvGrpSpPr/>
            <p:nvPr/>
          </p:nvGrpSpPr>
          <p:grpSpPr>
            <a:xfrm>
              <a:off x="6783675" y="1563918"/>
              <a:ext cx="526805" cy="270619"/>
              <a:chOff x="4384576" y="1005260"/>
              <a:chExt cx="737527" cy="378866"/>
            </a:xfrm>
          </p:grpSpPr>
          <p:sp>
            <p:nvSpPr>
              <p:cNvPr id="67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  <p:sp>
            <p:nvSpPr>
              <p:cNvPr id="671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72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83" name="그룹 682"/>
            <p:cNvGrpSpPr/>
            <p:nvPr/>
          </p:nvGrpSpPr>
          <p:grpSpPr>
            <a:xfrm>
              <a:off x="2905693" y="3686172"/>
              <a:ext cx="526805" cy="272794"/>
              <a:chOff x="4067969" y="5160640"/>
              <a:chExt cx="737527" cy="381912"/>
            </a:xfrm>
          </p:grpSpPr>
          <p:grpSp>
            <p:nvGrpSpPr>
              <p:cNvPr id="677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79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0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</p:grpSp>
        <p:grpSp>
          <p:nvGrpSpPr>
            <p:cNvPr id="684" name="그룹 683"/>
            <p:cNvGrpSpPr/>
            <p:nvPr/>
          </p:nvGrpSpPr>
          <p:grpSpPr>
            <a:xfrm>
              <a:off x="4314829" y="3686172"/>
              <a:ext cx="526805" cy="272794"/>
              <a:chOff x="4067969" y="5160640"/>
              <a:chExt cx="737527" cy="381912"/>
            </a:xfrm>
          </p:grpSpPr>
          <p:grpSp>
            <p:nvGrpSpPr>
              <p:cNvPr id="68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8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</p:grpSp>
        <p:grpSp>
          <p:nvGrpSpPr>
            <p:cNvPr id="689" name="그룹 688"/>
            <p:cNvGrpSpPr/>
            <p:nvPr/>
          </p:nvGrpSpPr>
          <p:grpSpPr>
            <a:xfrm>
              <a:off x="5703555" y="3686172"/>
              <a:ext cx="526805" cy="272794"/>
              <a:chOff x="4067969" y="5160640"/>
              <a:chExt cx="737527" cy="381912"/>
            </a:xfrm>
          </p:grpSpPr>
          <p:grpSp>
            <p:nvGrpSpPr>
              <p:cNvPr id="69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</p:grpSp>
        <p:grpSp>
          <p:nvGrpSpPr>
            <p:cNvPr id="694" name="그룹 693"/>
            <p:cNvGrpSpPr/>
            <p:nvPr/>
          </p:nvGrpSpPr>
          <p:grpSpPr>
            <a:xfrm>
              <a:off x="3440446" y="4390629"/>
              <a:ext cx="526805" cy="272794"/>
              <a:chOff x="4067969" y="5160640"/>
              <a:chExt cx="737527" cy="381912"/>
            </a:xfrm>
          </p:grpSpPr>
          <p:grpSp>
            <p:nvGrpSpPr>
              <p:cNvPr id="69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</p:grpSp>
        <p:grpSp>
          <p:nvGrpSpPr>
            <p:cNvPr id="699" name="그룹 698"/>
            <p:cNvGrpSpPr/>
            <p:nvPr/>
          </p:nvGrpSpPr>
          <p:grpSpPr>
            <a:xfrm>
              <a:off x="4971013" y="4390629"/>
              <a:ext cx="526805" cy="272794"/>
              <a:chOff x="4067969" y="5160640"/>
              <a:chExt cx="737527" cy="381912"/>
            </a:xfrm>
          </p:grpSpPr>
          <p:grpSp>
            <p:nvGrpSpPr>
              <p:cNvPr id="70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70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70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70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AC </a:t>
                </a:r>
                <a:r>
                  <a:rPr lang="en-US" altLang="ko-KR" sz="800" dirty="0" smtClean="0">
                    <a:latin typeface="Arial" charset="0"/>
                  </a:rPr>
                  <a:t>230V</a:t>
                </a:r>
                <a:endParaRPr lang="ko-KR" altLang="ko-KR" dirty="0"/>
              </a:p>
            </p:txBody>
          </p:sp>
        </p:grpSp>
        <p:sp>
          <p:nvSpPr>
            <p:cNvPr id="266" name="TextBox 265"/>
            <p:cNvSpPr txBox="1"/>
            <p:nvPr/>
          </p:nvSpPr>
          <p:spPr>
            <a:xfrm>
              <a:off x="5086566" y="42040"/>
              <a:ext cx="252028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Passenger Information System M</a:t>
              </a:r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SEPTA – DENVER </a:t>
            </a:r>
            <a:endParaRPr lang="ko-KR" altLang="en-US" sz="24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3610744" cy="82068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SEPTA </a:t>
            </a:r>
            <a:r>
              <a:rPr lang="ko-KR" altLang="en-US" dirty="0" smtClean="0"/>
              <a:t>지적 사항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72000" y="1546041"/>
            <a:ext cx="4184104" cy="730831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dirty="0" smtClean="0"/>
              <a:t>DENVER </a:t>
            </a:r>
            <a:r>
              <a:rPr lang="ko-KR" altLang="en-US" dirty="0" smtClean="0"/>
              <a:t>보완 사항</a:t>
            </a:r>
            <a:r>
              <a:rPr lang="en-US" altLang="ko-KR" dirty="0" smtClean="0"/>
              <a:t>.</a:t>
            </a:r>
          </a:p>
          <a:p>
            <a:pPr marL="0" indent="0">
              <a:buFont typeface="Arial" pitchFamily="34" charset="0"/>
              <a:buNone/>
            </a:pP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115616" y="2297088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부족</a:t>
            </a:r>
            <a:r>
              <a:rPr lang="en-US" altLang="ko-KR" sz="1800" dirty="0" smtClean="0"/>
              <a:t>(125W).</a:t>
            </a:r>
            <a:endParaRPr lang="ko-KR" altLang="en-US" sz="1800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115616" y="2707431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2. CRA </a:t>
            </a:r>
            <a:r>
              <a:rPr lang="en-US" altLang="ko-KR" sz="1600" dirty="0" smtClean="0"/>
              <a:t>BACK</a:t>
            </a:r>
            <a:r>
              <a:rPr lang="en-US" altLang="ko-KR" sz="1800" dirty="0" smtClean="0"/>
              <a:t> UP </a:t>
            </a:r>
            <a:r>
              <a:rPr lang="ko-KR" altLang="en-US" sz="1800" dirty="0" smtClean="0"/>
              <a:t>불가능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15616" y="2996952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115616" y="3429066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4. PA ANSM </a:t>
            </a:r>
            <a:r>
              <a:rPr lang="ko-KR" altLang="en-US" sz="1800" dirty="0" smtClean="0"/>
              <a:t>인식 기능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115616" y="3882753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5</a:t>
            </a:r>
            <a:r>
              <a:rPr lang="en-US" altLang="ko-KR" sz="1800" dirty="0" smtClean="0"/>
              <a:t>. PA Tone </a:t>
            </a:r>
            <a:r>
              <a:rPr lang="ko-KR" altLang="en-US" sz="1800" dirty="0" smtClean="0"/>
              <a:t>기능 인식 문재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15616" y="4293096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925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 smtClean="0"/>
              <a:t>6. INTERCOM </a:t>
            </a:r>
            <a:r>
              <a:rPr lang="ko-KR" altLang="en-US" sz="1600" dirty="0" smtClean="0"/>
              <a:t>인식 불가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115616" y="4736955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/>
              <a:t>7</a:t>
            </a:r>
            <a:r>
              <a:rPr lang="en-US" altLang="ko-KR" sz="1600" dirty="0" smtClean="0"/>
              <a:t>. CCP H/W, S/W.</a:t>
            </a:r>
            <a:endParaRPr lang="ko-KR" altLang="en-US" sz="16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4473302" y="2276871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증가</a:t>
            </a:r>
            <a:r>
              <a:rPr lang="en-US" altLang="ko-KR" sz="1800" dirty="0" smtClean="0"/>
              <a:t>(300W).</a:t>
            </a:r>
            <a:endParaRPr lang="ko-KR" altLang="en-US" sz="1800" dirty="0"/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4473302" y="2687214"/>
            <a:ext cx="3627090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2. CRA </a:t>
            </a:r>
            <a:r>
              <a:rPr lang="en-US" altLang="ko-KR" sz="1600" dirty="0" smtClean="0"/>
              <a:t>– CRA BACK UP </a:t>
            </a:r>
            <a:r>
              <a:rPr lang="ko-KR" altLang="en-US" sz="1600" dirty="0" smtClean="0"/>
              <a:t>가능 하도록 설계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473302" y="2976735"/>
            <a:ext cx="3987130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ko-KR" altLang="en-US" sz="1800" dirty="0" smtClean="0"/>
              <a:t> 제거 회로 추가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4473302" y="3408849"/>
            <a:ext cx="3843114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4. PA ANSM </a:t>
            </a:r>
            <a:r>
              <a:rPr lang="ko-KR" altLang="en-US" sz="1800" dirty="0" smtClean="0"/>
              <a:t>마이크 추</a:t>
            </a:r>
            <a:r>
              <a:rPr lang="ko-KR" altLang="en-US" sz="1800" dirty="0"/>
              <a:t>가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4473302" y="3862536"/>
            <a:ext cx="3195042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5</a:t>
            </a:r>
            <a:r>
              <a:rPr lang="en-US" altLang="ko-KR" sz="1800" dirty="0" smtClean="0"/>
              <a:t>. PA Dual Tone </a:t>
            </a:r>
            <a:r>
              <a:rPr lang="ko-KR" altLang="en-US" sz="1800" dirty="0" smtClean="0"/>
              <a:t>기능으로</a:t>
            </a:r>
            <a:r>
              <a:rPr lang="en-US" altLang="ko-KR" sz="1800" dirty="0"/>
              <a:t> </a:t>
            </a:r>
            <a:r>
              <a:rPr lang="ko-KR" altLang="en-US" sz="1800" dirty="0" smtClean="0"/>
              <a:t>변경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8" name="내용 개체 틀 2"/>
          <p:cNvSpPr txBox="1">
            <a:spLocks/>
          </p:cNvSpPr>
          <p:nvPr/>
        </p:nvSpPr>
        <p:spPr>
          <a:xfrm>
            <a:off x="4473302" y="4272879"/>
            <a:ext cx="305102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 smtClean="0"/>
              <a:t>6. INTERCOM </a:t>
            </a:r>
            <a:r>
              <a:rPr lang="ko-KR" altLang="en-US" sz="1600" dirty="0" smtClean="0"/>
              <a:t>인식 불가</a:t>
            </a:r>
            <a:r>
              <a:rPr lang="en-US" altLang="ko-KR" sz="1600" dirty="0" smtClean="0"/>
              <a:t>(PCB </a:t>
            </a:r>
            <a:r>
              <a:rPr lang="ko-KR" altLang="en-US" sz="1600" dirty="0" smtClean="0"/>
              <a:t>보완</a:t>
            </a:r>
            <a:r>
              <a:rPr lang="en-US" altLang="ko-KR" sz="1600" dirty="0" smtClean="0"/>
              <a:t>).</a:t>
            </a:r>
            <a:endParaRPr lang="ko-KR" altLang="en-US" sz="1600" dirty="0"/>
          </a:p>
        </p:txBody>
      </p:sp>
      <p:sp>
        <p:nvSpPr>
          <p:cNvPr id="19" name="내용 개체 틀 2"/>
          <p:cNvSpPr txBox="1">
            <a:spLocks/>
          </p:cNvSpPr>
          <p:nvPr/>
        </p:nvSpPr>
        <p:spPr>
          <a:xfrm>
            <a:off x="4473302" y="4716738"/>
            <a:ext cx="341106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/>
              <a:t>7</a:t>
            </a:r>
            <a:r>
              <a:rPr lang="en-US" altLang="ko-KR" sz="1600" dirty="0" smtClean="0"/>
              <a:t>. CCP H/W, S/W.(</a:t>
            </a:r>
            <a:r>
              <a:rPr lang="ko-KR" altLang="en-US" sz="1600" dirty="0" smtClean="0"/>
              <a:t>우진 재설계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3779912" y="5301208"/>
            <a:ext cx="4976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기능 변경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1) PA </a:t>
            </a:r>
            <a:r>
              <a:rPr lang="ko-KR" altLang="en-US" dirty="0" smtClean="0"/>
              <a:t>방송 녹음 기능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2) </a:t>
            </a:r>
            <a:r>
              <a:rPr lang="ko-KR" altLang="en-US" dirty="0" smtClean="0"/>
              <a:t>무전기 대신 </a:t>
            </a:r>
            <a:r>
              <a:rPr lang="en-US" altLang="ko-KR" dirty="0" smtClean="0"/>
              <a:t>VOIP</a:t>
            </a:r>
            <a:r>
              <a:rPr lang="ko-KR" altLang="en-US" dirty="0" smtClean="0"/>
              <a:t>로 변경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3) CPO </a:t>
            </a:r>
            <a:r>
              <a:rPr lang="ko-KR" altLang="en-US" dirty="0" smtClean="0"/>
              <a:t>장치 삭제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2610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79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551</Words>
  <Application>Microsoft Office PowerPoint</Application>
  <PresentationFormat>화면 슬라이드 쇼(4:3)</PresentationFormat>
  <Paragraphs>221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SEPTA – DENVER </vt:lpstr>
      <vt:lpstr>PowerPoint 프레젠테이션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jds</cp:lastModifiedBy>
  <cp:revision>156</cp:revision>
  <dcterms:created xsi:type="dcterms:W3CDTF">2011-01-03T04:31:47Z</dcterms:created>
  <dcterms:modified xsi:type="dcterms:W3CDTF">2011-05-19T09:09:44Z</dcterms:modified>
</cp:coreProperties>
</file>