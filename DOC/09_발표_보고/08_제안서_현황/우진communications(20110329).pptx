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62" r:id="rId2"/>
    <p:sldId id="265" r:id="rId3"/>
    <p:sldId id="266" r:id="rId4"/>
    <p:sldId id="267" r:id="rId5"/>
  </p:sldIdLst>
  <p:sldSz cx="9144000" cy="6858000" type="screen4x3"/>
  <p:notesSz cx="9144000" cy="6858000"/>
  <p:defaultTextStyle>
    <a:defPPr>
      <a:defRPr lang="ko-KR"/>
    </a:defPPr>
    <a:lvl1pPr marL="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99FF"/>
    <a:srgbClr val="A50021"/>
    <a:srgbClr val="FF3300"/>
    <a:srgbClr val="008000"/>
    <a:srgbClr val="FF6600"/>
    <a:srgbClr val="993366"/>
    <a:srgbClr val="808000"/>
    <a:srgbClr val="99CC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8" autoAdjust="0"/>
    <p:restoredTop sz="94606" autoAdjust="0"/>
  </p:normalViewPr>
  <p:slideViewPr>
    <p:cSldViewPr>
      <p:cViewPr>
        <p:scale>
          <a:sx n="150" d="100"/>
          <a:sy n="150" d="100"/>
        </p:scale>
        <p:origin x="89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1BDDF-14CC-49F4-B688-73EFBAB57565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383B5-CCD1-4DDD-93B1-7BB9D567C9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5" indent="0">
              <a:buNone/>
              <a:defRPr sz="2800"/>
            </a:lvl2pPr>
            <a:lvl3pPr marL="914290" indent="0">
              <a:buNone/>
              <a:defRPr sz="2400"/>
            </a:lvl3pPr>
            <a:lvl4pPr marL="1371435" indent="0">
              <a:buNone/>
              <a:defRPr sz="2000"/>
            </a:lvl4pPr>
            <a:lvl5pPr marL="1828581" indent="0">
              <a:buNone/>
              <a:defRPr sz="2000"/>
            </a:lvl5pPr>
            <a:lvl6pPr marL="2285726" indent="0">
              <a:buNone/>
              <a:defRPr sz="2000"/>
            </a:lvl6pPr>
            <a:lvl7pPr marL="2742871" indent="0">
              <a:buNone/>
              <a:defRPr sz="2000"/>
            </a:lvl7pPr>
            <a:lvl8pPr marL="3200016" indent="0">
              <a:buNone/>
              <a:defRPr sz="2000"/>
            </a:lvl8pPr>
            <a:lvl9pPr marL="365716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A7D5D-D33C-41F4-8F31-E20F40419BB1}" type="datetimeFigureOut">
              <a:rPr lang="ko-KR" altLang="en-US" smtClean="0"/>
              <a:pPr/>
              <a:t>2011-04-05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29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9" indent="-342859" algn="l" defTabSz="91429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1" indent="-285716" algn="l" defTabSz="91429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63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8" indent="-228573" algn="l" defTabSz="91429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53" indent="-228573" algn="l" defTabSz="91429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98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06" name="Line 46"/>
          <p:cNvSpPr>
            <a:spLocks noChangeShapeType="1"/>
          </p:cNvSpPr>
          <p:nvPr/>
        </p:nvSpPr>
        <p:spPr bwMode="auto">
          <a:xfrm>
            <a:off x="1153886" y="2797629"/>
            <a:ext cx="1309309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57" name="Line 46"/>
          <p:cNvSpPr>
            <a:spLocks noChangeShapeType="1"/>
          </p:cNvSpPr>
          <p:nvPr/>
        </p:nvSpPr>
        <p:spPr bwMode="auto">
          <a:xfrm>
            <a:off x="1169438" y="2906486"/>
            <a:ext cx="1309309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439" name="그룹 438"/>
          <p:cNvGrpSpPr/>
          <p:nvPr/>
        </p:nvGrpSpPr>
        <p:grpSpPr>
          <a:xfrm>
            <a:off x="7708602" y="3374318"/>
            <a:ext cx="374247" cy="82240"/>
            <a:chOff x="7706444" y="3562784"/>
            <a:chExt cx="374247" cy="82240"/>
          </a:xfrm>
        </p:grpSpPr>
        <p:sp>
          <p:nvSpPr>
            <p:cNvPr id="440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1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442" name="그룹 441"/>
          <p:cNvGrpSpPr/>
          <p:nvPr/>
        </p:nvGrpSpPr>
        <p:grpSpPr>
          <a:xfrm>
            <a:off x="7714952" y="3490776"/>
            <a:ext cx="374247" cy="82240"/>
            <a:chOff x="7706444" y="3562784"/>
            <a:chExt cx="374247" cy="82240"/>
          </a:xfrm>
        </p:grpSpPr>
        <p:sp>
          <p:nvSpPr>
            <p:cNvPr id="443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4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34" name="Line 429"/>
          <p:cNvSpPr>
            <a:spLocks noChangeShapeType="1"/>
          </p:cNvSpPr>
          <p:nvPr/>
        </p:nvSpPr>
        <p:spPr bwMode="auto">
          <a:xfrm flipV="1">
            <a:off x="2225838" y="4823003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sm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35" name="Line 430"/>
          <p:cNvSpPr>
            <a:spLocks noChangeShapeType="1"/>
          </p:cNvSpPr>
          <p:nvPr/>
        </p:nvSpPr>
        <p:spPr bwMode="auto">
          <a:xfrm flipH="1" flipV="1">
            <a:off x="2232188" y="3746501"/>
            <a:ext cx="0" cy="1076503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36" name="Line 431"/>
          <p:cNvSpPr>
            <a:spLocks noChangeShapeType="1"/>
          </p:cNvSpPr>
          <p:nvPr/>
        </p:nvSpPr>
        <p:spPr bwMode="auto">
          <a:xfrm flipH="1" flipV="1">
            <a:off x="2232188" y="3746500"/>
            <a:ext cx="333212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37" name="Rectangle 494"/>
          <p:cNvSpPr>
            <a:spLocks noChangeArrowheads="1"/>
          </p:cNvSpPr>
          <p:nvPr/>
        </p:nvSpPr>
        <p:spPr bwMode="auto">
          <a:xfrm rot="16200000">
            <a:off x="1737377" y="4287695"/>
            <a:ext cx="109629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411" name="Line 176"/>
          <p:cNvSpPr>
            <a:spLocks noChangeShapeType="1"/>
          </p:cNvSpPr>
          <p:nvPr/>
        </p:nvSpPr>
        <p:spPr bwMode="auto">
          <a:xfrm>
            <a:off x="2964709" y="3376042"/>
            <a:ext cx="740" cy="26885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98" name="Line 176"/>
          <p:cNvSpPr>
            <a:spLocks noChangeShapeType="1"/>
          </p:cNvSpPr>
          <p:nvPr/>
        </p:nvSpPr>
        <p:spPr bwMode="auto">
          <a:xfrm flipH="1">
            <a:off x="3229249" y="4132202"/>
            <a:ext cx="8637" cy="28104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61" name="Line 377"/>
          <p:cNvSpPr>
            <a:spLocks noChangeShapeType="1"/>
          </p:cNvSpPr>
          <p:nvPr/>
        </p:nvSpPr>
        <p:spPr bwMode="auto">
          <a:xfrm flipH="1">
            <a:off x="5645523" y="4132202"/>
            <a:ext cx="1945" cy="27469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406" name="그룹 405"/>
          <p:cNvGrpSpPr/>
          <p:nvPr/>
        </p:nvGrpSpPr>
        <p:grpSpPr>
          <a:xfrm>
            <a:off x="6002359" y="2420888"/>
            <a:ext cx="378795" cy="246888"/>
            <a:chOff x="3219450" y="2420888"/>
            <a:chExt cx="378795" cy="246888"/>
          </a:xfrm>
        </p:grpSpPr>
        <p:sp>
          <p:nvSpPr>
            <p:cNvPr id="408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09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10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grpSp>
        <p:nvGrpSpPr>
          <p:cNvPr id="402" name="그룹 401"/>
          <p:cNvGrpSpPr/>
          <p:nvPr/>
        </p:nvGrpSpPr>
        <p:grpSpPr>
          <a:xfrm>
            <a:off x="4553246" y="2420888"/>
            <a:ext cx="378795" cy="246888"/>
            <a:chOff x="3219450" y="2420888"/>
            <a:chExt cx="378795" cy="246888"/>
          </a:xfrm>
        </p:grpSpPr>
        <p:sp>
          <p:nvSpPr>
            <p:cNvPr id="403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04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05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397" name="Freeform 548"/>
          <p:cNvSpPr>
            <a:spLocks/>
          </p:cNvSpPr>
          <p:nvPr/>
        </p:nvSpPr>
        <p:spPr bwMode="auto">
          <a:xfrm flipH="1">
            <a:off x="7688042" y="6187249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95" name="Freeform 548"/>
          <p:cNvSpPr>
            <a:spLocks/>
          </p:cNvSpPr>
          <p:nvPr/>
        </p:nvSpPr>
        <p:spPr bwMode="auto">
          <a:xfrm flipH="1">
            <a:off x="7702248" y="640803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47" name="Line 560"/>
          <p:cNvSpPr>
            <a:spLocks noChangeShapeType="1"/>
          </p:cNvSpPr>
          <p:nvPr/>
        </p:nvSpPr>
        <p:spPr bwMode="auto">
          <a:xfrm flipH="1">
            <a:off x="7880621" y="3320541"/>
            <a:ext cx="0" cy="3514815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48" name="Rectangle 33"/>
          <p:cNvSpPr>
            <a:spLocks noChangeArrowheads="1"/>
          </p:cNvSpPr>
          <p:nvPr/>
        </p:nvSpPr>
        <p:spPr bwMode="auto">
          <a:xfrm>
            <a:off x="413580" y="22646"/>
            <a:ext cx="989249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</a:t>
            </a:r>
            <a:r>
              <a:rPr lang="en-US" altLang="ko-KR" sz="600" b="1" dirty="0" smtClean="0">
                <a:latin typeface="Arial" charset="0"/>
              </a:rPr>
              <a:t>Rack-A </a:t>
            </a:r>
            <a:endParaRPr lang="ko-KR" altLang="ko-KR" dirty="0"/>
          </a:p>
        </p:txBody>
      </p:sp>
      <p:sp>
        <p:nvSpPr>
          <p:cNvPr id="57350" name="Line 31"/>
          <p:cNvSpPr>
            <a:spLocks noChangeShapeType="1"/>
          </p:cNvSpPr>
          <p:nvPr/>
        </p:nvSpPr>
        <p:spPr bwMode="auto">
          <a:xfrm flipH="1">
            <a:off x="6302350" y="2788955"/>
            <a:ext cx="0" cy="25029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1" name="Freeform 542"/>
          <p:cNvSpPr>
            <a:spLocks/>
          </p:cNvSpPr>
          <p:nvPr/>
        </p:nvSpPr>
        <p:spPr bwMode="auto">
          <a:xfrm flipH="1">
            <a:off x="7707802" y="515720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2" name="Freeform 543"/>
          <p:cNvSpPr>
            <a:spLocks/>
          </p:cNvSpPr>
          <p:nvPr/>
        </p:nvSpPr>
        <p:spPr bwMode="auto">
          <a:xfrm flipH="1">
            <a:off x="7707802" y="526566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3" name="Freeform 544"/>
          <p:cNvSpPr>
            <a:spLocks/>
          </p:cNvSpPr>
          <p:nvPr/>
        </p:nvSpPr>
        <p:spPr bwMode="auto">
          <a:xfrm flipH="1">
            <a:off x="7707802" y="653941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4" name="Freeform 545"/>
          <p:cNvSpPr>
            <a:spLocks/>
          </p:cNvSpPr>
          <p:nvPr/>
        </p:nvSpPr>
        <p:spPr bwMode="auto">
          <a:xfrm flipH="1">
            <a:off x="7707802" y="664787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6" name="Freeform 548"/>
          <p:cNvSpPr>
            <a:spLocks/>
          </p:cNvSpPr>
          <p:nvPr/>
        </p:nvSpPr>
        <p:spPr bwMode="auto">
          <a:xfrm flipH="1">
            <a:off x="7703038" y="62899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8" name="Freeform 550"/>
          <p:cNvSpPr>
            <a:spLocks/>
          </p:cNvSpPr>
          <p:nvPr/>
        </p:nvSpPr>
        <p:spPr bwMode="auto">
          <a:xfrm flipH="1">
            <a:off x="7711376" y="5972444"/>
            <a:ext cx="344450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9" name="Freeform 551"/>
          <p:cNvSpPr>
            <a:spLocks/>
          </p:cNvSpPr>
          <p:nvPr/>
        </p:nvSpPr>
        <p:spPr bwMode="auto">
          <a:xfrm flipH="1">
            <a:off x="7707802" y="5517762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60" name="Freeform 552"/>
          <p:cNvSpPr>
            <a:spLocks/>
          </p:cNvSpPr>
          <p:nvPr/>
        </p:nvSpPr>
        <p:spPr bwMode="auto">
          <a:xfrm flipH="1">
            <a:off x="7705026" y="3049544"/>
            <a:ext cx="344450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61" name="Freeform 553"/>
          <p:cNvSpPr>
            <a:spLocks/>
          </p:cNvSpPr>
          <p:nvPr/>
        </p:nvSpPr>
        <p:spPr bwMode="auto">
          <a:xfrm flipH="1">
            <a:off x="7701452" y="3160388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62" name="Freeform 554"/>
          <p:cNvSpPr>
            <a:spLocks/>
          </p:cNvSpPr>
          <p:nvPr/>
        </p:nvSpPr>
        <p:spPr bwMode="auto">
          <a:xfrm flipH="1">
            <a:off x="7707802" y="402255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63" name="Freeform 555"/>
          <p:cNvSpPr>
            <a:spLocks/>
          </p:cNvSpPr>
          <p:nvPr/>
        </p:nvSpPr>
        <p:spPr bwMode="auto">
          <a:xfrm flipH="1">
            <a:off x="7707802" y="413101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64" name="Oval 556"/>
          <p:cNvSpPr>
            <a:spLocks noChangeArrowheads="1"/>
          </p:cNvSpPr>
          <p:nvPr/>
        </p:nvSpPr>
        <p:spPr bwMode="auto">
          <a:xfrm flipH="1">
            <a:off x="8024838" y="299911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65" name="Oval 557"/>
          <p:cNvSpPr>
            <a:spLocks noChangeArrowheads="1"/>
          </p:cNvSpPr>
          <p:nvPr/>
        </p:nvSpPr>
        <p:spPr bwMode="auto">
          <a:xfrm flipH="1">
            <a:off x="8024838" y="3107574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66" name="Oval 558"/>
          <p:cNvSpPr>
            <a:spLocks noChangeArrowheads="1"/>
          </p:cNvSpPr>
          <p:nvPr/>
        </p:nvSpPr>
        <p:spPr bwMode="auto">
          <a:xfrm flipH="1">
            <a:off x="8024838" y="3991562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67" name="Oval 559"/>
          <p:cNvSpPr>
            <a:spLocks noChangeArrowheads="1"/>
          </p:cNvSpPr>
          <p:nvPr/>
        </p:nvSpPr>
        <p:spPr bwMode="auto">
          <a:xfrm flipH="1">
            <a:off x="8024838" y="410002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68" name="Oval 561"/>
          <p:cNvSpPr>
            <a:spLocks noChangeArrowheads="1"/>
          </p:cNvSpPr>
          <p:nvPr/>
        </p:nvSpPr>
        <p:spPr bwMode="auto">
          <a:xfrm flipH="1">
            <a:off x="8024838" y="512621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69" name="Oval 562"/>
          <p:cNvSpPr>
            <a:spLocks noChangeArrowheads="1"/>
          </p:cNvSpPr>
          <p:nvPr/>
        </p:nvSpPr>
        <p:spPr bwMode="auto">
          <a:xfrm flipH="1">
            <a:off x="8024838" y="523467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0" name="Oval 563"/>
          <p:cNvSpPr>
            <a:spLocks noChangeArrowheads="1"/>
          </p:cNvSpPr>
          <p:nvPr/>
        </p:nvSpPr>
        <p:spPr bwMode="auto">
          <a:xfrm flipH="1">
            <a:off x="8024838" y="6508427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1" name="Oval 564"/>
          <p:cNvSpPr>
            <a:spLocks noChangeArrowheads="1"/>
          </p:cNvSpPr>
          <p:nvPr/>
        </p:nvSpPr>
        <p:spPr bwMode="auto">
          <a:xfrm flipH="1">
            <a:off x="8024838" y="661688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3" name="Oval 567"/>
          <p:cNvSpPr>
            <a:spLocks noChangeArrowheads="1"/>
          </p:cNvSpPr>
          <p:nvPr/>
        </p:nvSpPr>
        <p:spPr bwMode="auto">
          <a:xfrm flipH="1">
            <a:off x="8020075" y="625892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5" name="Oval 569"/>
          <p:cNvSpPr>
            <a:spLocks noChangeArrowheads="1"/>
          </p:cNvSpPr>
          <p:nvPr/>
        </p:nvSpPr>
        <p:spPr bwMode="auto">
          <a:xfrm flipH="1">
            <a:off x="8028413" y="594145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6" name="Oval 570"/>
          <p:cNvSpPr>
            <a:spLocks noChangeArrowheads="1"/>
          </p:cNvSpPr>
          <p:nvPr/>
        </p:nvSpPr>
        <p:spPr bwMode="auto">
          <a:xfrm flipH="1">
            <a:off x="8024838" y="5486773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7" name="Rectangle 2"/>
          <p:cNvSpPr>
            <a:spLocks noChangeArrowheads="1"/>
          </p:cNvSpPr>
          <p:nvPr/>
        </p:nvSpPr>
        <p:spPr bwMode="auto">
          <a:xfrm flipH="1">
            <a:off x="301543" y="184740"/>
            <a:ext cx="1243116" cy="4844460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8" name="Rectangle 5"/>
          <p:cNvSpPr>
            <a:spLocks noChangeArrowheads="1"/>
          </p:cNvSpPr>
          <p:nvPr/>
        </p:nvSpPr>
        <p:spPr bwMode="auto">
          <a:xfrm>
            <a:off x="3995937" y="260648"/>
            <a:ext cx="989249" cy="2157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err="1" smtClean="0">
                <a:latin typeface="Arial" charset="0"/>
              </a:rPr>
              <a:t>Wimx</a:t>
            </a:r>
            <a:endParaRPr lang="ko-KR" altLang="ko-KR" dirty="0"/>
          </a:p>
        </p:txBody>
      </p:sp>
      <p:sp>
        <p:nvSpPr>
          <p:cNvPr id="57379" name="Line 6"/>
          <p:cNvSpPr>
            <a:spLocks noChangeShapeType="1"/>
          </p:cNvSpPr>
          <p:nvPr/>
        </p:nvSpPr>
        <p:spPr bwMode="auto">
          <a:xfrm flipH="1" flipV="1">
            <a:off x="1491025" y="4021358"/>
            <a:ext cx="6216776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80" name="Line 7"/>
          <p:cNvSpPr>
            <a:spLocks noChangeShapeType="1"/>
          </p:cNvSpPr>
          <p:nvPr/>
        </p:nvSpPr>
        <p:spPr bwMode="auto">
          <a:xfrm flipH="1" flipV="1">
            <a:off x="1491025" y="4129818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81" name="Rectangle 10"/>
          <p:cNvSpPr>
            <a:spLocks noChangeArrowheads="1"/>
          </p:cNvSpPr>
          <p:nvPr/>
        </p:nvSpPr>
        <p:spPr bwMode="auto">
          <a:xfrm>
            <a:off x="4170342" y="4049963"/>
            <a:ext cx="492241" cy="727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382" name="Rectangle 11"/>
          <p:cNvSpPr>
            <a:spLocks noChangeArrowheads="1"/>
          </p:cNvSpPr>
          <p:nvPr/>
        </p:nvSpPr>
        <p:spPr bwMode="auto">
          <a:xfrm>
            <a:off x="4089296" y="3942695"/>
            <a:ext cx="811661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977259" y="455293"/>
            <a:ext cx="948726" cy="324188"/>
            <a:chOff x="5877" y="427"/>
            <a:chExt cx="953" cy="318"/>
          </a:xfrm>
        </p:grpSpPr>
        <p:sp>
          <p:nvSpPr>
            <p:cNvPr id="57747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26 h 227"/>
                <a:gd name="T2" fmla="*/ 203 w 771"/>
                <a:gd name="T3" fmla="*/ 131 h 227"/>
                <a:gd name="T4" fmla="*/ 305 w 771"/>
                <a:gd name="T5" fmla="*/ 65 h 227"/>
                <a:gd name="T6" fmla="*/ 457 w 771"/>
                <a:gd name="T7" fmla="*/ 0 h 227"/>
                <a:gd name="T8" fmla="*/ 559 w 771"/>
                <a:gd name="T9" fmla="*/ 0 h 227"/>
                <a:gd name="T10" fmla="*/ 659 w 771"/>
                <a:gd name="T11" fmla="*/ 131 h 227"/>
                <a:gd name="T12" fmla="*/ 711 w 771"/>
                <a:gd name="T13" fmla="*/ 195 h 227"/>
                <a:gd name="T14" fmla="*/ 812 w 771"/>
                <a:gd name="T15" fmla="*/ 260 h 227"/>
                <a:gd name="T16" fmla="*/ 864 w 771"/>
                <a:gd name="T17" fmla="*/ 326 h 227"/>
                <a:gd name="T18" fmla="*/ 0 w 771"/>
                <a:gd name="T19" fmla="*/ 326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48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384" name="Line 15"/>
          <p:cNvSpPr>
            <a:spLocks noChangeShapeType="1"/>
          </p:cNvSpPr>
          <p:nvPr/>
        </p:nvSpPr>
        <p:spPr bwMode="auto">
          <a:xfrm flipH="1">
            <a:off x="4481618" y="705586"/>
            <a:ext cx="1192" cy="301543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86" name="Oval 17"/>
          <p:cNvSpPr>
            <a:spLocks noChangeArrowheads="1"/>
          </p:cNvSpPr>
          <p:nvPr/>
        </p:nvSpPr>
        <p:spPr bwMode="auto">
          <a:xfrm>
            <a:off x="4427985" y="904628"/>
            <a:ext cx="108459" cy="10845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4455396" y="601893"/>
            <a:ext cx="53634" cy="103692"/>
            <a:chOff x="3016" y="2523"/>
            <a:chExt cx="91" cy="46"/>
          </a:xfrm>
        </p:grpSpPr>
        <p:sp>
          <p:nvSpPr>
            <p:cNvPr id="57743" name="Line 23"/>
            <p:cNvSpPr>
              <a:spLocks noChangeShapeType="1"/>
            </p:cNvSpPr>
            <p:nvPr/>
          </p:nvSpPr>
          <p:spPr bwMode="auto">
            <a:xfrm>
              <a:off x="3016" y="2523"/>
              <a:ext cx="46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44" name="Line 24"/>
            <p:cNvSpPr>
              <a:spLocks noChangeShapeType="1"/>
            </p:cNvSpPr>
            <p:nvPr/>
          </p:nvSpPr>
          <p:spPr bwMode="auto">
            <a:xfrm flipH="1">
              <a:off x="3062" y="2523"/>
              <a:ext cx="45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391" name="Rectangle 27"/>
          <p:cNvSpPr>
            <a:spLocks noChangeArrowheads="1"/>
          </p:cNvSpPr>
          <p:nvPr/>
        </p:nvSpPr>
        <p:spPr bwMode="auto">
          <a:xfrm>
            <a:off x="4842554" y="2938329"/>
            <a:ext cx="493433" cy="6555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7392" name="Rectangle 29"/>
          <p:cNvSpPr>
            <a:spLocks noChangeArrowheads="1"/>
          </p:cNvSpPr>
          <p:nvPr/>
        </p:nvSpPr>
        <p:spPr bwMode="auto">
          <a:xfrm flipH="1">
            <a:off x="5586181" y="2667777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57393" name="Rectangle 32"/>
          <p:cNvSpPr>
            <a:spLocks noChangeArrowheads="1"/>
          </p:cNvSpPr>
          <p:nvPr/>
        </p:nvSpPr>
        <p:spPr bwMode="auto">
          <a:xfrm rot="16200000" flipH="1">
            <a:off x="-69128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57394" name="Rectangle 34"/>
          <p:cNvSpPr>
            <a:spLocks noChangeArrowheads="1"/>
          </p:cNvSpPr>
          <p:nvPr/>
        </p:nvSpPr>
        <p:spPr bwMode="auto">
          <a:xfrm>
            <a:off x="1662656" y="1462422"/>
            <a:ext cx="520845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395" name="Line 35"/>
          <p:cNvSpPr>
            <a:spLocks noChangeShapeType="1"/>
          </p:cNvSpPr>
          <p:nvPr/>
        </p:nvSpPr>
        <p:spPr bwMode="auto">
          <a:xfrm flipV="1">
            <a:off x="1491026" y="1570880"/>
            <a:ext cx="97256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00" name="Rectangle 40"/>
          <p:cNvSpPr>
            <a:spLocks noChangeArrowheads="1"/>
          </p:cNvSpPr>
          <p:nvPr/>
        </p:nvSpPr>
        <p:spPr bwMode="auto">
          <a:xfrm>
            <a:off x="1514863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01" name="Line 41"/>
          <p:cNvSpPr>
            <a:spLocks noChangeShapeType="1"/>
          </p:cNvSpPr>
          <p:nvPr/>
        </p:nvSpPr>
        <p:spPr bwMode="auto">
          <a:xfrm>
            <a:off x="1486259" y="400467"/>
            <a:ext cx="5232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09" name="Line 49"/>
          <p:cNvSpPr>
            <a:spLocks noChangeShapeType="1"/>
          </p:cNvSpPr>
          <p:nvPr/>
        </p:nvSpPr>
        <p:spPr bwMode="auto">
          <a:xfrm flipH="1" flipV="1">
            <a:off x="1491025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10" name="Line 50"/>
          <p:cNvSpPr>
            <a:spLocks noChangeShapeType="1"/>
          </p:cNvSpPr>
          <p:nvPr/>
        </p:nvSpPr>
        <p:spPr bwMode="auto">
          <a:xfrm>
            <a:off x="1491026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13" name="Line 53"/>
          <p:cNvSpPr>
            <a:spLocks noChangeShapeType="1"/>
          </p:cNvSpPr>
          <p:nvPr/>
        </p:nvSpPr>
        <p:spPr bwMode="auto">
          <a:xfrm flipH="1" flipV="1">
            <a:off x="1653119" y="4834212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14" name="Line 54"/>
          <p:cNvSpPr>
            <a:spLocks noChangeShapeType="1"/>
          </p:cNvSpPr>
          <p:nvPr/>
        </p:nvSpPr>
        <p:spPr bwMode="auto">
          <a:xfrm flipH="1" flipV="1">
            <a:off x="1760387" y="4726943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17" name="Rectangle 59"/>
          <p:cNvSpPr>
            <a:spLocks noChangeArrowheads="1"/>
          </p:cNvSpPr>
          <p:nvPr/>
        </p:nvSpPr>
        <p:spPr bwMode="auto">
          <a:xfrm flipH="1">
            <a:off x="1112012" y="2219257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57418" name="Line 60"/>
          <p:cNvSpPr>
            <a:spLocks noChangeShapeType="1"/>
          </p:cNvSpPr>
          <p:nvPr/>
        </p:nvSpPr>
        <p:spPr bwMode="auto">
          <a:xfrm flipH="1">
            <a:off x="1491025" y="1322892"/>
            <a:ext cx="162094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19" name="Oval 61"/>
          <p:cNvSpPr>
            <a:spLocks noChangeArrowheads="1"/>
          </p:cNvSpPr>
          <p:nvPr/>
        </p:nvSpPr>
        <p:spPr bwMode="auto">
          <a:xfrm>
            <a:off x="1598295" y="1264493"/>
            <a:ext cx="108459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57422" name="Rectangle 64"/>
          <p:cNvSpPr>
            <a:spLocks noChangeArrowheads="1"/>
          </p:cNvSpPr>
          <p:nvPr/>
        </p:nvSpPr>
        <p:spPr bwMode="auto">
          <a:xfrm>
            <a:off x="1544659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57423" name="Line 65"/>
          <p:cNvSpPr>
            <a:spLocks noChangeShapeType="1"/>
          </p:cNvSpPr>
          <p:nvPr/>
        </p:nvSpPr>
        <p:spPr bwMode="auto">
          <a:xfrm>
            <a:off x="1491027" y="2489810"/>
            <a:ext cx="5399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24" name="Rectangle 66"/>
          <p:cNvSpPr>
            <a:spLocks noChangeArrowheads="1"/>
          </p:cNvSpPr>
          <p:nvPr/>
        </p:nvSpPr>
        <p:spPr bwMode="auto">
          <a:xfrm>
            <a:off x="1544659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57425" name="Line 67"/>
          <p:cNvSpPr>
            <a:spLocks noChangeShapeType="1"/>
          </p:cNvSpPr>
          <p:nvPr/>
        </p:nvSpPr>
        <p:spPr bwMode="auto">
          <a:xfrm>
            <a:off x="1491027" y="2382542"/>
            <a:ext cx="53991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26" name="Rectangle 68"/>
          <p:cNvSpPr>
            <a:spLocks noChangeArrowheads="1"/>
          </p:cNvSpPr>
          <p:nvPr/>
        </p:nvSpPr>
        <p:spPr bwMode="auto">
          <a:xfrm>
            <a:off x="1500561" y="2179926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57427" name="Line 69"/>
          <p:cNvSpPr>
            <a:spLocks noChangeShapeType="1"/>
          </p:cNvSpPr>
          <p:nvPr/>
        </p:nvSpPr>
        <p:spPr bwMode="auto">
          <a:xfrm>
            <a:off x="1491027" y="2274081"/>
            <a:ext cx="539915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28" name="Rectangle 70"/>
          <p:cNvSpPr>
            <a:spLocks noChangeArrowheads="1"/>
          </p:cNvSpPr>
          <p:nvPr/>
        </p:nvSpPr>
        <p:spPr bwMode="auto">
          <a:xfrm>
            <a:off x="1662654" y="977332"/>
            <a:ext cx="638840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</a:t>
            </a:r>
            <a:r>
              <a:rPr lang="en-US" altLang="ko-KR" sz="600" dirty="0" smtClean="0">
                <a:latin typeface="Arial" charset="0"/>
              </a:rPr>
              <a:t>MDS</a:t>
            </a:r>
            <a:endParaRPr lang="ko-KR" altLang="ko-KR" dirty="0"/>
          </a:p>
        </p:txBody>
      </p:sp>
      <p:sp>
        <p:nvSpPr>
          <p:cNvPr id="57429" name="Line 71"/>
          <p:cNvSpPr>
            <a:spLocks noChangeShapeType="1"/>
          </p:cNvSpPr>
          <p:nvPr/>
        </p:nvSpPr>
        <p:spPr bwMode="auto">
          <a:xfrm flipV="1">
            <a:off x="1491026" y="1084599"/>
            <a:ext cx="972563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30" name="Rectangle 72"/>
          <p:cNvSpPr>
            <a:spLocks noChangeArrowheads="1"/>
          </p:cNvSpPr>
          <p:nvPr/>
        </p:nvSpPr>
        <p:spPr bwMode="auto">
          <a:xfrm>
            <a:off x="1662656" y="1570880"/>
            <a:ext cx="520845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431" name="Line 73"/>
          <p:cNvSpPr>
            <a:spLocks noChangeShapeType="1"/>
          </p:cNvSpPr>
          <p:nvPr/>
        </p:nvSpPr>
        <p:spPr bwMode="auto">
          <a:xfrm flipV="1">
            <a:off x="1491026" y="1678148"/>
            <a:ext cx="972563" cy="119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32" name="Rectangle 74"/>
          <p:cNvSpPr>
            <a:spLocks noChangeArrowheads="1"/>
          </p:cNvSpPr>
          <p:nvPr/>
        </p:nvSpPr>
        <p:spPr bwMode="auto">
          <a:xfrm>
            <a:off x="1500165" y="2708920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57433" name="Rectangle 81"/>
          <p:cNvSpPr>
            <a:spLocks noChangeArrowheads="1"/>
          </p:cNvSpPr>
          <p:nvPr/>
        </p:nvSpPr>
        <p:spPr bwMode="auto">
          <a:xfrm>
            <a:off x="508927" y="5371744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34" name="Line 82"/>
          <p:cNvSpPr>
            <a:spLocks noChangeShapeType="1"/>
          </p:cNvSpPr>
          <p:nvPr/>
        </p:nvSpPr>
        <p:spPr bwMode="auto">
          <a:xfrm flipV="1">
            <a:off x="463638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35" name="Rectangle 83"/>
          <p:cNvSpPr>
            <a:spLocks noChangeArrowheads="1"/>
          </p:cNvSpPr>
          <p:nvPr/>
        </p:nvSpPr>
        <p:spPr bwMode="auto">
          <a:xfrm>
            <a:off x="2625683" y="5071394"/>
            <a:ext cx="523229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436" name="Line 84"/>
          <p:cNvSpPr>
            <a:spLocks noChangeShapeType="1"/>
          </p:cNvSpPr>
          <p:nvPr/>
        </p:nvSpPr>
        <p:spPr bwMode="auto">
          <a:xfrm>
            <a:off x="1491025" y="5158398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37" name="Line 85"/>
          <p:cNvSpPr>
            <a:spLocks noChangeShapeType="1"/>
          </p:cNvSpPr>
          <p:nvPr/>
        </p:nvSpPr>
        <p:spPr bwMode="auto">
          <a:xfrm>
            <a:off x="1491025" y="5266859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lg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38" name="Rectangle 86"/>
          <p:cNvSpPr>
            <a:spLocks noChangeArrowheads="1"/>
          </p:cNvSpPr>
          <p:nvPr/>
        </p:nvSpPr>
        <p:spPr bwMode="auto">
          <a:xfrm>
            <a:off x="2628067" y="5179853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439" name="Rectangle 87"/>
          <p:cNvSpPr>
            <a:spLocks noChangeArrowheads="1"/>
          </p:cNvSpPr>
          <p:nvPr/>
        </p:nvSpPr>
        <p:spPr bwMode="auto">
          <a:xfrm>
            <a:off x="2543226" y="5886630"/>
            <a:ext cx="523229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RIGHT Side Exterior Speaker PA</a:t>
            </a:r>
            <a:endParaRPr lang="ko-KR" altLang="ko-KR" dirty="0"/>
          </a:p>
        </p:txBody>
      </p:sp>
      <p:sp>
        <p:nvSpPr>
          <p:cNvPr id="57440" name="Line 88"/>
          <p:cNvSpPr>
            <a:spLocks noChangeShapeType="1"/>
          </p:cNvSpPr>
          <p:nvPr/>
        </p:nvSpPr>
        <p:spPr bwMode="auto">
          <a:xfrm flipV="1">
            <a:off x="1491025" y="5517762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41" name="Line 89"/>
          <p:cNvSpPr>
            <a:spLocks noChangeShapeType="1"/>
          </p:cNvSpPr>
          <p:nvPr/>
        </p:nvSpPr>
        <p:spPr bwMode="auto">
          <a:xfrm flipV="1">
            <a:off x="1491025" y="5970060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42" name="Rectangle 90"/>
          <p:cNvSpPr>
            <a:spLocks noChangeArrowheads="1"/>
          </p:cNvSpPr>
          <p:nvPr/>
        </p:nvSpPr>
        <p:spPr bwMode="auto">
          <a:xfrm>
            <a:off x="2528847" y="5425989"/>
            <a:ext cx="522038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LEFT Side Exterior Speaker PA</a:t>
            </a:r>
            <a:endParaRPr lang="ko-KR" altLang="ko-KR" dirty="0"/>
          </a:p>
        </p:txBody>
      </p:sp>
      <p:sp>
        <p:nvSpPr>
          <p:cNvPr id="57443" name="Rectangle 91"/>
          <p:cNvSpPr>
            <a:spLocks noChangeArrowheads="1"/>
          </p:cNvSpPr>
          <p:nvPr/>
        </p:nvSpPr>
        <p:spPr bwMode="auto">
          <a:xfrm flipH="1">
            <a:off x="3166791" y="4295487"/>
            <a:ext cx="539915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7444" name="Rectangle 93"/>
          <p:cNvSpPr>
            <a:spLocks noChangeArrowheads="1"/>
          </p:cNvSpPr>
          <p:nvPr/>
        </p:nvSpPr>
        <p:spPr bwMode="auto">
          <a:xfrm>
            <a:off x="1609021" y="4035661"/>
            <a:ext cx="692475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445" name="Rectangle 94"/>
          <p:cNvSpPr>
            <a:spLocks noChangeArrowheads="1"/>
          </p:cNvSpPr>
          <p:nvPr/>
        </p:nvSpPr>
        <p:spPr bwMode="auto">
          <a:xfrm>
            <a:off x="1659079" y="3917667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7454" name="Rectangle 106"/>
          <p:cNvSpPr>
            <a:spLocks noChangeArrowheads="1"/>
          </p:cNvSpPr>
          <p:nvPr/>
        </p:nvSpPr>
        <p:spPr bwMode="auto">
          <a:xfrm>
            <a:off x="1499369" y="41858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57455" name="Line 107"/>
          <p:cNvSpPr>
            <a:spLocks noChangeShapeType="1"/>
          </p:cNvSpPr>
          <p:nvPr/>
        </p:nvSpPr>
        <p:spPr bwMode="auto">
          <a:xfrm flipH="1" flipV="1">
            <a:off x="1491027" y="4262115"/>
            <a:ext cx="702009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56" name="Rectangle 108"/>
          <p:cNvSpPr>
            <a:spLocks noChangeArrowheads="1"/>
          </p:cNvSpPr>
          <p:nvPr/>
        </p:nvSpPr>
        <p:spPr bwMode="auto">
          <a:xfrm>
            <a:off x="1499369" y="4287146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57457" name="Line 109"/>
          <p:cNvSpPr>
            <a:spLocks noChangeShapeType="1"/>
          </p:cNvSpPr>
          <p:nvPr/>
        </p:nvSpPr>
        <p:spPr bwMode="auto">
          <a:xfrm flipH="1" flipV="1">
            <a:off x="1491026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58" name="Rectangle 112"/>
          <p:cNvSpPr>
            <a:spLocks noChangeArrowheads="1"/>
          </p:cNvSpPr>
          <p:nvPr/>
        </p:nvSpPr>
        <p:spPr bwMode="auto">
          <a:xfrm rot="16200000" flipH="1">
            <a:off x="-1168029" y="2716265"/>
            <a:ext cx="3965340" cy="59474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57461" name="Rectangle 115"/>
          <p:cNvSpPr>
            <a:spLocks noChangeArrowheads="1"/>
          </p:cNvSpPr>
          <p:nvPr/>
        </p:nvSpPr>
        <p:spPr bwMode="auto">
          <a:xfrm>
            <a:off x="538725" y="383783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57462" name="Line 116"/>
          <p:cNvSpPr>
            <a:spLocks noChangeShapeType="1"/>
          </p:cNvSpPr>
          <p:nvPr/>
        </p:nvSpPr>
        <p:spPr bwMode="auto">
          <a:xfrm>
            <a:off x="570906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64" name="Line 118"/>
          <p:cNvSpPr>
            <a:spLocks noChangeShapeType="1"/>
          </p:cNvSpPr>
          <p:nvPr/>
        </p:nvSpPr>
        <p:spPr bwMode="auto">
          <a:xfrm flipV="1">
            <a:off x="570904" y="489859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73" name="Line 128"/>
          <p:cNvSpPr>
            <a:spLocks noChangeShapeType="1"/>
          </p:cNvSpPr>
          <p:nvPr/>
        </p:nvSpPr>
        <p:spPr bwMode="auto">
          <a:xfrm flipV="1">
            <a:off x="2082801" y="4377724"/>
            <a:ext cx="1775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74" name="Line 129"/>
          <p:cNvSpPr>
            <a:spLocks noChangeShapeType="1"/>
          </p:cNvSpPr>
          <p:nvPr/>
        </p:nvSpPr>
        <p:spPr bwMode="auto">
          <a:xfrm flipH="1" flipV="1">
            <a:off x="2193034" y="4272840"/>
            <a:ext cx="406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86" name="Rectangle 157"/>
          <p:cNvSpPr>
            <a:spLocks noChangeArrowheads="1"/>
          </p:cNvSpPr>
          <p:nvPr/>
        </p:nvSpPr>
        <p:spPr bwMode="auto">
          <a:xfrm>
            <a:off x="2732952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87" name="Line 158"/>
          <p:cNvSpPr>
            <a:spLocks noChangeShapeType="1"/>
          </p:cNvSpPr>
          <p:nvPr/>
        </p:nvSpPr>
        <p:spPr bwMode="auto">
          <a:xfrm flipH="1" flipV="1">
            <a:off x="2732951" y="4401563"/>
            <a:ext cx="4326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97" name="Line 175"/>
          <p:cNvSpPr>
            <a:spLocks noChangeShapeType="1"/>
          </p:cNvSpPr>
          <p:nvPr/>
        </p:nvSpPr>
        <p:spPr bwMode="auto">
          <a:xfrm>
            <a:off x="3347864" y="4023741"/>
            <a:ext cx="0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04" name="Rectangle 182"/>
          <p:cNvSpPr>
            <a:spLocks noChangeArrowheads="1"/>
          </p:cNvSpPr>
          <p:nvPr/>
        </p:nvSpPr>
        <p:spPr bwMode="auto">
          <a:xfrm flipH="1">
            <a:off x="1112012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57505" name="Rectangle 183"/>
          <p:cNvSpPr>
            <a:spLocks noChangeArrowheads="1"/>
          </p:cNvSpPr>
          <p:nvPr/>
        </p:nvSpPr>
        <p:spPr bwMode="auto">
          <a:xfrm flipH="1">
            <a:off x="1112012" y="1030965"/>
            <a:ext cx="379014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57507" name="Rectangle 185"/>
          <p:cNvSpPr>
            <a:spLocks noChangeArrowheads="1"/>
          </p:cNvSpPr>
          <p:nvPr/>
        </p:nvSpPr>
        <p:spPr bwMode="auto">
          <a:xfrm flipH="1">
            <a:off x="1112012" y="1462421"/>
            <a:ext cx="379014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57508" name="Rectangle 186"/>
          <p:cNvSpPr>
            <a:spLocks noChangeArrowheads="1"/>
          </p:cNvSpPr>
          <p:nvPr/>
        </p:nvSpPr>
        <p:spPr bwMode="auto">
          <a:xfrm flipH="1">
            <a:off x="1112012" y="2057162"/>
            <a:ext cx="379014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HDD</a:t>
            </a:r>
            <a:endParaRPr lang="ko-KR" altLang="ko-KR" dirty="0"/>
          </a:p>
        </p:txBody>
      </p:sp>
      <p:sp>
        <p:nvSpPr>
          <p:cNvPr id="57509" name="Rectangle 187"/>
          <p:cNvSpPr>
            <a:spLocks noChangeArrowheads="1"/>
          </p:cNvSpPr>
          <p:nvPr/>
        </p:nvSpPr>
        <p:spPr bwMode="auto">
          <a:xfrm flipH="1">
            <a:off x="1112012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57510" name="Rectangle 188"/>
          <p:cNvSpPr>
            <a:spLocks noChangeArrowheads="1"/>
          </p:cNvSpPr>
          <p:nvPr/>
        </p:nvSpPr>
        <p:spPr bwMode="auto">
          <a:xfrm flipH="1">
            <a:off x="1112012" y="1732975"/>
            <a:ext cx="379014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57512" name="Line 190"/>
          <p:cNvSpPr>
            <a:spLocks noChangeShapeType="1"/>
          </p:cNvSpPr>
          <p:nvPr/>
        </p:nvSpPr>
        <p:spPr bwMode="auto">
          <a:xfrm flipH="1" flipV="1">
            <a:off x="896284" y="1355154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13" name="Line 191"/>
          <p:cNvSpPr>
            <a:spLocks noChangeShapeType="1"/>
          </p:cNvSpPr>
          <p:nvPr/>
        </p:nvSpPr>
        <p:spPr bwMode="auto">
          <a:xfrm flipV="1">
            <a:off x="896285" y="1265763"/>
            <a:ext cx="218112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14" name="Line 192"/>
          <p:cNvSpPr>
            <a:spLocks noChangeShapeType="1"/>
          </p:cNvSpPr>
          <p:nvPr/>
        </p:nvSpPr>
        <p:spPr bwMode="auto">
          <a:xfrm>
            <a:off x="896284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15" name="Rectangle 193"/>
          <p:cNvSpPr>
            <a:spLocks noChangeArrowheads="1"/>
          </p:cNvSpPr>
          <p:nvPr/>
        </p:nvSpPr>
        <p:spPr bwMode="auto">
          <a:xfrm flipH="1">
            <a:off x="1112012" y="1193058"/>
            <a:ext cx="379014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57517" name="Line 195"/>
          <p:cNvSpPr>
            <a:spLocks noChangeShapeType="1"/>
          </p:cNvSpPr>
          <p:nvPr/>
        </p:nvSpPr>
        <p:spPr bwMode="auto">
          <a:xfrm flipH="1" flipV="1">
            <a:off x="991634" y="2238326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19" name="Line 197"/>
          <p:cNvSpPr>
            <a:spLocks noChangeShapeType="1"/>
          </p:cNvSpPr>
          <p:nvPr/>
        </p:nvSpPr>
        <p:spPr bwMode="auto">
          <a:xfrm flipH="1" flipV="1">
            <a:off x="1003553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0" name="Line 198"/>
          <p:cNvSpPr>
            <a:spLocks noChangeShapeType="1"/>
          </p:cNvSpPr>
          <p:nvPr/>
        </p:nvSpPr>
        <p:spPr bwMode="auto">
          <a:xfrm flipH="1" flipV="1">
            <a:off x="1003553" y="1517248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1" name="Line 199"/>
          <p:cNvSpPr>
            <a:spLocks noChangeShapeType="1"/>
          </p:cNvSpPr>
          <p:nvPr/>
        </p:nvSpPr>
        <p:spPr bwMode="auto">
          <a:xfrm flipH="1">
            <a:off x="1003552" y="1589950"/>
            <a:ext cx="110844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2" name="Line 200"/>
          <p:cNvSpPr>
            <a:spLocks noChangeShapeType="1"/>
          </p:cNvSpPr>
          <p:nvPr/>
        </p:nvSpPr>
        <p:spPr bwMode="auto">
          <a:xfrm flipH="1">
            <a:off x="991633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3" name="Line 201"/>
          <p:cNvSpPr>
            <a:spLocks noChangeShapeType="1"/>
          </p:cNvSpPr>
          <p:nvPr/>
        </p:nvSpPr>
        <p:spPr bwMode="auto">
          <a:xfrm flipH="1" flipV="1">
            <a:off x="1003552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4" name="Line 202"/>
          <p:cNvSpPr>
            <a:spLocks noChangeShapeType="1"/>
          </p:cNvSpPr>
          <p:nvPr/>
        </p:nvSpPr>
        <p:spPr bwMode="auto">
          <a:xfrm flipV="1">
            <a:off x="991633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5" name="Rectangle 203"/>
          <p:cNvSpPr>
            <a:spLocks noChangeArrowheads="1"/>
          </p:cNvSpPr>
          <p:nvPr/>
        </p:nvSpPr>
        <p:spPr bwMode="auto">
          <a:xfrm rot="-5400000">
            <a:off x="690092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57526" name="Rectangle 204"/>
          <p:cNvSpPr>
            <a:spLocks noChangeArrowheads="1"/>
          </p:cNvSpPr>
          <p:nvPr/>
        </p:nvSpPr>
        <p:spPr bwMode="auto">
          <a:xfrm rot="-5400000">
            <a:off x="1044672" y="2013660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57527" name="Rectangle 205"/>
          <p:cNvSpPr>
            <a:spLocks noChangeArrowheads="1"/>
          </p:cNvSpPr>
          <p:nvPr/>
        </p:nvSpPr>
        <p:spPr bwMode="auto">
          <a:xfrm rot="-5400000">
            <a:off x="998189" y="1690664"/>
            <a:ext cx="312269" cy="870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57529" name="Line 207"/>
          <p:cNvSpPr>
            <a:spLocks noChangeShapeType="1"/>
          </p:cNvSpPr>
          <p:nvPr/>
        </p:nvSpPr>
        <p:spPr bwMode="auto">
          <a:xfrm flipH="1">
            <a:off x="1003553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30" name="Line 208"/>
          <p:cNvSpPr>
            <a:spLocks noChangeShapeType="1"/>
          </p:cNvSpPr>
          <p:nvPr/>
        </p:nvSpPr>
        <p:spPr bwMode="auto">
          <a:xfrm flipV="1">
            <a:off x="1002506" y="1138231"/>
            <a:ext cx="1045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32" name="Rectangle 210"/>
          <p:cNvSpPr>
            <a:spLocks noChangeArrowheads="1"/>
          </p:cNvSpPr>
          <p:nvPr/>
        </p:nvSpPr>
        <p:spPr bwMode="auto">
          <a:xfrm rot="16200000" flipH="1">
            <a:off x="-1168029" y="2716265"/>
            <a:ext cx="3965340" cy="59474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1416" tIns="45707" rIns="91416" bIns="45707" anchor="ctr"/>
          <a:lstStyle/>
          <a:p>
            <a:pPr algn="ctr"/>
            <a:endParaRPr lang="ko-KR" altLang="ko-KR"/>
          </a:p>
        </p:txBody>
      </p:sp>
      <p:sp>
        <p:nvSpPr>
          <p:cNvPr id="57538" name="Rectangle 259"/>
          <p:cNvSpPr>
            <a:spLocks noChangeArrowheads="1"/>
          </p:cNvSpPr>
          <p:nvPr/>
        </p:nvSpPr>
        <p:spPr bwMode="auto">
          <a:xfrm flipH="1">
            <a:off x="5043979" y="5064242"/>
            <a:ext cx="523230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539" name="Rectangle 260"/>
          <p:cNvSpPr>
            <a:spLocks noChangeArrowheads="1"/>
          </p:cNvSpPr>
          <p:nvPr/>
        </p:nvSpPr>
        <p:spPr bwMode="auto">
          <a:xfrm flipH="1">
            <a:off x="5042788" y="5179853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540" name="Rectangle 264"/>
          <p:cNvSpPr>
            <a:spLocks noChangeArrowheads="1"/>
          </p:cNvSpPr>
          <p:nvPr/>
        </p:nvSpPr>
        <p:spPr bwMode="auto">
          <a:xfrm flipH="1">
            <a:off x="7012944" y="4035661"/>
            <a:ext cx="692475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541" name="Line 8"/>
          <p:cNvSpPr>
            <a:spLocks noChangeShapeType="1"/>
          </p:cNvSpPr>
          <p:nvPr/>
        </p:nvSpPr>
        <p:spPr bwMode="auto">
          <a:xfrm flipH="1" flipV="1">
            <a:off x="1491025" y="3045597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42" name="Line 26"/>
          <p:cNvSpPr>
            <a:spLocks noChangeShapeType="1"/>
          </p:cNvSpPr>
          <p:nvPr/>
        </p:nvSpPr>
        <p:spPr bwMode="auto">
          <a:xfrm flipH="1">
            <a:off x="4600234" y="2776235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43" name="Rectangle 101"/>
          <p:cNvSpPr>
            <a:spLocks noChangeArrowheads="1"/>
          </p:cNvSpPr>
          <p:nvPr/>
        </p:nvSpPr>
        <p:spPr bwMode="auto">
          <a:xfrm>
            <a:off x="1699603" y="2972895"/>
            <a:ext cx="493433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7544" name="Line 174"/>
          <p:cNvSpPr>
            <a:spLocks noChangeShapeType="1"/>
          </p:cNvSpPr>
          <p:nvPr/>
        </p:nvSpPr>
        <p:spPr bwMode="auto">
          <a:xfrm flipH="1">
            <a:off x="3197858" y="2776235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46" name="Rectangle 265"/>
          <p:cNvSpPr>
            <a:spLocks noChangeArrowheads="1"/>
          </p:cNvSpPr>
          <p:nvPr/>
        </p:nvSpPr>
        <p:spPr bwMode="auto">
          <a:xfrm flipH="1">
            <a:off x="6899715" y="3917667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7547" name="Line 9"/>
          <p:cNvSpPr>
            <a:spLocks noChangeShapeType="1"/>
          </p:cNvSpPr>
          <p:nvPr/>
        </p:nvSpPr>
        <p:spPr bwMode="auto">
          <a:xfrm flipH="1" flipV="1">
            <a:off x="1491025" y="3152865"/>
            <a:ext cx="6216776" cy="1192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48" name="Rectangle 28"/>
          <p:cNvSpPr>
            <a:spLocks noChangeArrowheads="1"/>
          </p:cNvSpPr>
          <p:nvPr/>
        </p:nvSpPr>
        <p:spPr bwMode="auto">
          <a:xfrm>
            <a:off x="4734094" y="3040830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7549" name="Line 30"/>
          <p:cNvSpPr>
            <a:spLocks noChangeShapeType="1"/>
          </p:cNvSpPr>
          <p:nvPr/>
        </p:nvSpPr>
        <p:spPr bwMode="auto">
          <a:xfrm>
            <a:off x="6193512" y="2877154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50" name="Rectangle 102"/>
          <p:cNvSpPr>
            <a:spLocks noChangeArrowheads="1"/>
          </p:cNvSpPr>
          <p:nvPr/>
        </p:nvSpPr>
        <p:spPr bwMode="auto">
          <a:xfrm>
            <a:off x="1500560" y="3055132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7551" name="Line 173"/>
          <p:cNvSpPr>
            <a:spLocks noChangeShapeType="1"/>
          </p:cNvSpPr>
          <p:nvPr/>
        </p:nvSpPr>
        <p:spPr bwMode="auto">
          <a:xfrm>
            <a:off x="3077890" y="2889854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52" name="Line 211"/>
          <p:cNvSpPr>
            <a:spLocks noChangeShapeType="1"/>
          </p:cNvSpPr>
          <p:nvPr/>
        </p:nvSpPr>
        <p:spPr bwMode="auto">
          <a:xfrm>
            <a:off x="4473916" y="2883504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59" name="Rectangle 375"/>
          <p:cNvSpPr>
            <a:spLocks noChangeArrowheads="1"/>
          </p:cNvSpPr>
          <p:nvPr/>
        </p:nvSpPr>
        <p:spPr bwMode="auto">
          <a:xfrm flipH="1">
            <a:off x="5598199" y="4295487"/>
            <a:ext cx="539915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7560" name="Line 376"/>
          <p:cNvSpPr>
            <a:spLocks noChangeShapeType="1"/>
          </p:cNvSpPr>
          <p:nvPr/>
        </p:nvSpPr>
        <p:spPr bwMode="auto">
          <a:xfrm>
            <a:off x="5736581" y="4023741"/>
            <a:ext cx="1191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64" name="Rectangle 380"/>
          <p:cNvSpPr>
            <a:spLocks noChangeArrowheads="1"/>
          </p:cNvSpPr>
          <p:nvPr/>
        </p:nvSpPr>
        <p:spPr bwMode="auto">
          <a:xfrm flipH="1">
            <a:off x="4131011" y="2667777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57565" name="Rectangle 381"/>
          <p:cNvSpPr>
            <a:spLocks noChangeArrowheads="1"/>
          </p:cNvSpPr>
          <p:nvPr/>
        </p:nvSpPr>
        <p:spPr bwMode="auto">
          <a:xfrm flipH="1">
            <a:off x="2787778" y="2667777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grpSp>
        <p:nvGrpSpPr>
          <p:cNvPr id="9" name="Group 382"/>
          <p:cNvGrpSpPr>
            <a:grpSpLocks/>
          </p:cNvGrpSpPr>
          <p:nvPr/>
        </p:nvGrpSpPr>
        <p:grpSpPr bwMode="auto">
          <a:xfrm rot="10800000" flipV="1">
            <a:off x="3221615" y="5579740"/>
            <a:ext cx="324188" cy="160902"/>
            <a:chOff x="1477" y="3739"/>
            <a:chExt cx="227" cy="91"/>
          </a:xfrm>
        </p:grpSpPr>
        <p:sp>
          <p:nvSpPr>
            <p:cNvPr id="57732" name="AutoShape 383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33" name="Rectangle 384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 sz="800" dirty="0">
                <a:latin typeface="Gill Sans MT" pitchFamily="34" charset="0"/>
                <a:cs typeface="Latha" pitchFamily="2"/>
              </a:endParaRPr>
            </a:p>
          </p:txBody>
        </p:sp>
      </p:grpSp>
      <p:sp>
        <p:nvSpPr>
          <p:cNvPr id="57567" name="Rectangle 385"/>
          <p:cNvSpPr>
            <a:spLocks noChangeArrowheads="1"/>
          </p:cNvSpPr>
          <p:nvPr/>
        </p:nvSpPr>
        <p:spPr bwMode="auto">
          <a:xfrm rot="10800000" flipH="1" flipV="1">
            <a:off x="2951062" y="5579740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68" name="Line 386"/>
          <p:cNvSpPr>
            <a:spLocks noChangeShapeType="1"/>
          </p:cNvSpPr>
          <p:nvPr/>
        </p:nvSpPr>
        <p:spPr bwMode="auto">
          <a:xfrm flipV="1">
            <a:off x="3383709" y="5740642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69" name="Line 387"/>
          <p:cNvSpPr>
            <a:spLocks noChangeShapeType="1"/>
          </p:cNvSpPr>
          <p:nvPr/>
        </p:nvSpPr>
        <p:spPr bwMode="auto">
          <a:xfrm>
            <a:off x="3059523" y="5849101"/>
            <a:ext cx="322995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0" name="Line 388"/>
          <p:cNvSpPr>
            <a:spLocks noChangeShapeType="1"/>
          </p:cNvSpPr>
          <p:nvPr/>
        </p:nvSpPr>
        <p:spPr bwMode="auto">
          <a:xfrm>
            <a:off x="3059522" y="5740642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1" name="Line 389"/>
          <p:cNvSpPr>
            <a:spLocks noChangeShapeType="1"/>
          </p:cNvSpPr>
          <p:nvPr/>
        </p:nvSpPr>
        <p:spPr bwMode="auto">
          <a:xfrm flipH="1">
            <a:off x="2734142" y="5517763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2" name="Line 390"/>
          <p:cNvSpPr>
            <a:spLocks noChangeShapeType="1"/>
          </p:cNvSpPr>
          <p:nvPr/>
        </p:nvSpPr>
        <p:spPr bwMode="auto">
          <a:xfrm flipV="1">
            <a:off x="2734142" y="5687007"/>
            <a:ext cx="21453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3" name="Line 391"/>
          <p:cNvSpPr>
            <a:spLocks noChangeShapeType="1"/>
          </p:cNvSpPr>
          <p:nvPr/>
        </p:nvSpPr>
        <p:spPr bwMode="auto">
          <a:xfrm flipH="1" flipV="1">
            <a:off x="3599437" y="5806774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4" name="Line 392"/>
          <p:cNvSpPr>
            <a:spLocks noChangeShapeType="1"/>
          </p:cNvSpPr>
          <p:nvPr/>
        </p:nvSpPr>
        <p:spPr bwMode="auto">
          <a:xfrm flipV="1">
            <a:off x="3599437" y="5806774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10" name="Group 393"/>
          <p:cNvGrpSpPr>
            <a:grpSpLocks/>
          </p:cNvGrpSpPr>
          <p:nvPr/>
        </p:nvGrpSpPr>
        <p:grpSpPr bwMode="auto">
          <a:xfrm>
            <a:off x="3815166" y="5591046"/>
            <a:ext cx="594741" cy="270553"/>
            <a:chOff x="2747" y="4827"/>
            <a:chExt cx="499" cy="227"/>
          </a:xfrm>
        </p:grpSpPr>
        <p:grpSp>
          <p:nvGrpSpPr>
            <p:cNvPr id="11" name="Group 394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30" name="AutoShape 395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1" name="Rectangle 396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dirty="0"/>
              </a:p>
            </p:txBody>
          </p:sp>
        </p:grpSp>
        <p:sp>
          <p:nvSpPr>
            <p:cNvPr id="57726" name="Rectangle 397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27" name="Line 398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8" name="Line 399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9" name="Line 400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401"/>
          <p:cNvGrpSpPr>
            <a:grpSpLocks/>
          </p:cNvGrpSpPr>
          <p:nvPr/>
        </p:nvGrpSpPr>
        <p:grpSpPr bwMode="auto">
          <a:xfrm rot="10800000" flipV="1">
            <a:off x="5438487" y="5586891"/>
            <a:ext cx="324188" cy="160902"/>
            <a:chOff x="1477" y="3739"/>
            <a:chExt cx="227" cy="91"/>
          </a:xfrm>
        </p:grpSpPr>
        <p:sp>
          <p:nvSpPr>
            <p:cNvPr id="57723" name="AutoShape 402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24" name="Rectangle 403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577" name="Rectangle 404"/>
          <p:cNvSpPr>
            <a:spLocks noChangeArrowheads="1"/>
          </p:cNvSpPr>
          <p:nvPr/>
        </p:nvSpPr>
        <p:spPr bwMode="auto">
          <a:xfrm rot="10800000" flipH="1" flipV="1">
            <a:off x="5167933" y="5586891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78" name="Line 405"/>
          <p:cNvSpPr>
            <a:spLocks noChangeShapeType="1"/>
          </p:cNvSpPr>
          <p:nvPr/>
        </p:nvSpPr>
        <p:spPr bwMode="auto">
          <a:xfrm flipV="1">
            <a:off x="5600581" y="574779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9" name="Line 406"/>
          <p:cNvSpPr>
            <a:spLocks noChangeShapeType="1"/>
          </p:cNvSpPr>
          <p:nvPr/>
        </p:nvSpPr>
        <p:spPr bwMode="auto">
          <a:xfrm>
            <a:off x="5276395" y="5856252"/>
            <a:ext cx="322995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0" name="Line 407"/>
          <p:cNvSpPr>
            <a:spLocks noChangeShapeType="1"/>
          </p:cNvSpPr>
          <p:nvPr/>
        </p:nvSpPr>
        <p:spPr bwMode="auto">
          <a:xfrm>
            <a:off x="5276393" y="574779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1" name="Line 408"/>
          <p:cNvSpPr>
            <a:spLocks noChangeShapeType="1"/>
          </p:cNvSpPr>
          <p:nvPr/>
        </p:nvSpPr>
        <p:spPr bwMode="auto">
          <a:xfrm flipH="1">
            <a:off x="4951014" y="5524914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2" name="Line 409"/>
          <p:cNvSpPr>
            <a:spLocks noChangeShapeType="1"/>
          </p:cNvSpPr>
          <p:nvPr/>
        </p:nvSpPr>
        <p:spPr bwMode="auto">
          <a:xfrm flipV="1">
            <a:off x="4951015" y="5694158"/>
            <a:ext cx="215728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3" name="Line 410"/>
          <p:cNvSpPr>
            <a:spLocks noChangeShapeType="1"/>
          </p:cNvSpPr>
          <p:nvPr/>
        </p:nvSpPr>
        <p:spPr bwMode="auto">
          <a:xfrm flipH="1" flipV="1">
            <a:off x="5816309" y="5813925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4" name="Line 411"/>
          <p:cNvSpPr>
            <a:spLocks noChangeShapeType="1"/>
          </p:cNvSpPr>
          <p:nvPr/>
        </p:nvSpPr>
        <p:spPr bwMode="auto">
          <a:xfrm flipV="1">
            <a:off x="5816309" y="5813925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13" name="Group 412"/>
          <p:cNvGrpSpPr>
            <a:grpSpLocks/>
          </p:cNvGrpSpPr>
          <p:nvPr/>
        </p:nvGrpSpPr>
        <p:grpSpPr bwMode="auto">
          <a:xfrm>
            <a:off x="6032038" y="5598199"/>
            <a:ext cx="594741" cy="270553"/>
            <a:chOff x="2747" y="4827"/>
            <a:chExt cx="499" cy="227"/>
          </a:xfrm>
        </p:grpSpPr>
        <p:grpSp>
          <p:nvGrpSpPr>
            <p:cNvPr id="14" name="Group 413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21" name="AutoShape 41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2" name="Rectangle 41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7" name="Rectangle 416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8" name="Line 417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9" name="Line 418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0" name="Line 419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420"/>
          <p:cNvGrpSpPr>
            <a:grpSpLocks/>
          </p:cNvGrpSpPr>
          <p:nvPr/>
        </p:nvGrpSpPr>
        <p:grpSpPr bwMode="auto">
          <a:xfrm>
            <a:off x="3165598" y="4672117"/>
            <a:ext cx="594742" cy="270554"/>
            <a:chOff x="2475" y="3875"/>
            <a:chExt cx="499" cy="227"/>
          </a:xfrm>
        </p:grpSpPr>
        <p:grpSp>
          <p:nvGrpSpPr>
            <p:cNvPr id="16" name="Group 421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14" name="AutoShape 42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15" name="Rectangle 42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0" name="Rectangle 42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1" name="Line 42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2" name="Line 42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3" name="Line 42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87" name="Line 428"/>
          <p:cNvSpPr>
            <a:spLocks noChangeShapeType="1"/>
          </p:cNvSpPr>
          <p:nvPr/>
        </p:nvSpPr>
        <p:spPr bwMode="auto">
          <a:xfrm flipV="1">
            <a:off x="3923928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8" name="Line 429"/>
          <p:cNvSpPr>
            <a:spLocks noChangeShapeType="1"/>
          </p:cNvSpPr>
          <p:nvPr/>
        </p:nvSpPr>
        <p:spPr bwMode="auto">
          <a:xfrm flipV="1">
            <a:off x="3003504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9" name="Line 430"/>
          <p:cNvSpPr>
            <a:spLocks noChangeShapeType="1"/>
          </p:cNvSpPr>
          <p:nvPr/>
        </p:nvSpPr>
        <p:spPr bwMode="auto">
          <a:xfrm flipH="1" flipV="1">
            <a:off x="3003504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90" name="Line 431"/>
          <p:cNvSpPr>
            <a:spLocks noChangeShapeType="1"/>
          </p:cNvSpPr>
          <p:nvPr/>
        </p:nvSpPr>
        <p:spPr bwMode="auto">
          <a:xfrm flipH="1" flipV="1">
            <a:off x="3003504" y="4510023"/>
            <a:ext cx="16328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17" name="Group 432"/>
          <p:cNvGrpSpPr>
            <a:grpSpLocks/>
          </p:cNvGrpSpPr>
          <p:nvPr/>
        </p:nvGrpSpPr>
        <p:grpSpPr bwMode="auto">
          <a:xfrm>
            <a:off x="5598198" y="4672117"/>
            <a:ext cx="594741" cy="270554"/>
            <a:chOff x="2475" y="3875"/>
            <a:chExt cx="499" cy="227"/>
          </a:xfrm>
        </p:grpSpPr>
        <p:grpSp>
          <p:nvGrpSpPr>
            <p:cNvPr id="18" name="Group 433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07" name="AutoShape 43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08" name="Rectangle 43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03" name="Rectangle 436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04" name="Line 437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05" name="Line 438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06" name="Line 439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2" name="Line 440"/>
          <p:cNvSpPr>
            <a:spLocks noChangeShapeType="1"/>
          </p:cNvSpPr>
          <p:nvPr/>
        </p:nvSpPr>
        <p:spPr bwMode="auto">
          <a:xfrm flipH="1" flipV="1">
            <a:off x="4899318" y="4942672"/>
            <a:ext cx="11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19" name="Group 441"/>
          <p:cNvGrpSpPr>
            <a:grpSpLocks/>
          </p:cNvGrpSpPr>
          <p:nvPr/>
        </p:nvGrpSpPr>
        <p:grpSpPr bwMode="auto">
          <a:xfrm>
            <a:off x="2355130" y="4672117"/>
            <a:ext cx="594742" cy="270554"/>
            <a:chOff x="2475" y="3875"/>
            <a:chExt cx="499" cy="227"/>
          </a:xfrm>
        </p:grpSpPr>
        <p:grpSp>
          <p:nvGrpSpPr>
            <p:cNvPr id="20" name="Group 442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00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01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96" name="Rectangle 445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97" name="Line 446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8" name="Line 447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9" name="Line 448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4" name="Line 449"/>
          <p:cNvSpPr>
            <a:spLocks noChangeShapeType="1"/>
          </p:cNvSpPr>
          <p:nvPr/>
        </p:nvSpPr>
        <p:spPr bwMode="auto">
          <a:xfrm flipV="1">
            <a:off x="2463588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1" name="Group 450"/>
          <p:cNvGrpSpPr>
            <a:grpSpLocks/>
          </p:cNvGrpSpPr>
          <p:nvPr/>
        </p:nvGrpSpPr>
        <p:grpSpPr bwMode="auto">
          <a:xfrm>
            <a:off x="6247765" y="4672117"/>
            <a:ext cx="594742" cy="270554"/>
            <a:chOff x="2475" y="3875"/>
            <a:chExt cx="499" cy="227"/>
          </a:xfrm>
        </p:grpSpPr>
        <p:grpSp>
          <p:nvGrpSpPr>
            <p:cNvPr id="22" name="Group 451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93" name="AutoShape 45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94" name="Rectangle 45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89" name="Rectangle 45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90" name="Line 45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1" name="Line 45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2" name="Line 45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6" name="Line 458"/>
          <p:cNvSpPr>
            <a:spLocks noChangeShapeType="1"/>
          </p:cNvSpPr>
          <p:nvPr/>
        </p:nvSpPr>
        <p:spPr bwMode="auto">
          <a:xfrm flipV="1">
            <a:off x="6356225" y="4942672"/>
            <a:ext cx="0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3" name="Group 459"/>
          <p:cNvGrpSpPr>
            <a:grpSpLocks/>
          </p:cNvGrpSpPr>
          <p:nvPr/>
        </p:nvGrpSpPr>
        <p:grpSpPr bwMode="auto">
          <a:xfrm>
            <a:off x="4787729" y="4672117"/>
            <a:ext cx="594741" cy="270554"/>
            <a:chOff x="2475" y="3875"/>
            <a:chExt cx="499" cy="227"/>
          </a:xfrm>
        </p:grpSpPr>
        <p:grpSp>
          <p:nvGrpSpPr>
            <p:cNvPr id="24" name="Group 460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86" name="AutoShape 461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87" name="Rectangle 462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82" name="Rectangle 463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83" name="Line 464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84" name="Line 465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85" name="Line 466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8" name="Line 467"/>
          <p:cNvSpPr>
            <a:spLocks noChangeShapeType="1"/>
          </p:cNvSpPr>
          <p:nvPr/>
        </p:nvSpPr>
        <p:spPr bwMode="auto">
          <a:xfrm flipV="1">
            <a:off x="5722566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5" name="Group 468"/>
          <p:cNvGrpSpPr>
            <a:grpSpLocks/>
          </p:cNvGrpSpPr>
          <p:nvPr/>
        </p:nvGrpSpPr>
        <p:grpSpPr bwMode="auto">
          <a:xfrm>
            <a:off x="3813973" y="4672117"/>
            <a:ext cx="594742" cy="270554"/>
            <a:chOff x="2475" y="3875"/>
            <a:chExt cx="499" cy="227"/>
          </a:xfrm>
        </p:grpSpPr>
        <p:grpSp>
          <p:nvGrpSpPr>
            <p:cNvPr id="26" name="Group 469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79" name="AutoShape 470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80" name="Rectangle 471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75" name="Rectangle 472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76" name="Line 473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7" name="Line 474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8" name="Line 475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0" name="Line 476"/>
          <p:cNvSpPr>
            <a:spLocks noChangeShapeType="1"/>
          </p:cNvSpPr>
          <p:nvPr/>
        </p:nvSpPr>
        <p:spPr bwMode="auto">
          <a:xfrm flipV="1">
            <a:off x="3275856" y="4942672"/>
            <a:ext cx="11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7" name="Group 477"/>
          <p:cNvGrpSpPr>
            <a:grpSpLocks/>
          </p:cNvGrpSpPr>
          <p:nvPr/>
        </p:nvGrpSpPr>
        <p:grpSpPr bwMode="auto">
          <a:xfrm>
            <a:off x="4629210" y="4293104"/>
            <a:ext cx="594742" cy="270554"/>
            <a:chOff x="2475" y="3875"/>
            <a:chExt cx="499" cy="227"/>
          </a:xfrm>
        </p:grpSpPr>
        <p:grpSp>
          <p:nvGrpSpPr>
            <p:cNvPr id="28" name="Group 478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72" name="AutoShape 479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73" name="Rectangle 480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68" name="Rectangle 481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69" name="Line 482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0" name="Line 483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1" name="Line 484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2" name="Line 485"/>
          <p:cNvSpPr>
            <a:spLocks noChangeShapeType="1"/>
          </p:cNvSpPr>
          <p:nvPr/>
        </p:nvSpPr>
        <p:spPr bwMode="auto">
          <a:xfrm flipV="1">
            <a:off x="4478972" y="4563659"/>
            <a:ext cx="0" cy="70320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9" name="Group 486"/>
          <p:cNvGrpSpPr>
            <a:grpSpLocks/>
          </p:cNvGrpSpPr>
          <p:nvPr/>
        </p:nvGrpSpPr>
        <p:grpSpPr bwMode="auto">
          <a:xfrm flipH="1">
            <a:off x="3980835" y="4293104"/>
            <a:ext cx="594742" cy="270554"/>
            <a:chOff x="2475" y="3875"/>
            <a:chExt cx="499" cy="227"/>
          </a:xfrm>
        </p:grpSpPr>
        <p:grpSp>
          <p:nvGrpSpPr>
            <p:cNvPr id="30" name="Group 487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65" name="AutoShape 488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66" name="Rectangle 489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61" name="Rectangle 490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62" name="Line 491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63" name="Line 492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64" name="Line 493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4" name="Rectangle 494"/>
          <p:cNvSpPr>
            <a:spLocks noChangeArrowheads="1"/>
          </p:cNvSpPr>
          <p:nvPr/>
        </p:nvSpPr>
        <p:spPr bwMode="auto">
          <a:xfrm rot="-5400000">
            <a:off x="2784201" y="4620868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57605" name="Line 495"/>
          <p:cNvSpPr>
            <a:spLocks noChangeShapeType="1"/>
          </p:cNvSpPr>
          <p:nvPr/>
        </p:nvSpPr>
        <p:spPr bwMode="auto">
          <a:xfrm flipV="1">
            <a:off x="5436104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06" name="Line 496"/>
          <p:cNvSpPr>
            <a:spLocks noChangeShapeType="1"/>
          </p:cNvSpPr>
          <p:nvPr/>
        </p:nvSpPr>
        <p:spPr bwMode="auto">
          <a:xfrm flipH="1" flipV="1">
            <a:off x="5436104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07" name="Line 497"/>
          <p:cNvSpPr>
            <a:spLocks noChangeShapeType="1"/>
          </p:cNvSpPr>
          <p:nvPr/>
        </p:nvSpPr>
        <p:spPr bwMode="auto">
          <a:xfrm flipH="1" flipV="1">
            <a:off x="5436105" y="4510023"/>
            <a:ext cx="16328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08" name="Rectangle 498"/>
          <p:cNvSpPr>
            <a:spLocks noChangeArrowheads="1"/>
          </p:cNvSpPr>
          <p:nvPr/>
        </p:nvSpPr>
        <p:spPr bwMode="auto">
          <a:xfrm rot="-5400000">
            <a:off x="5217992" y="4620868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57609" name="Rectangle 499"/>
          <p:cNvSpPr>
            <a:spLocks noChangeArrowheads="1"/>
          </p:cNvSpPr>
          <p:nvPr/>
        </p:nvSpPr>
        <p:spPr bwMode="auto">
          <a:xfrm>
            <a:off x="6240614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10" name="Line 500"/>
          <p:cNvSpPr>
            <a:spLocks noChangeShapeType="1"/>
          </p:cNvSpPr>
          <p:nvPr/>
        </p:nvSpPr>
        <p:spPr bwMode="auto">
          <a:xfrm flipH="1" flipV="1">
            <a:off x="6139306" y="4401563"/>
            <a:ext cx="4326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11" name="Line 501"/>
          <p:cNvSpPr>
            <a:spLocks noChangeShapeType="1"/>
          </p:cNvSpPr>
          <p:nvPr/>
        </p:nvSpPr>
        <p:spPr bwMode="auto">
          <a:xfrm flipV="1">
            <a:off x="4714826" y="4563658"/>
            <a:ext cx="1191" cy="59474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401" name="그룹 400"/>
          <p:cNvGrpSpPr/>
          <p:nvPr/>
        </p:nvGrpSpPr>
        <p:grpSpPr>
          <a:xfrm>
            <a:off x="3219451" y="2420888"/>
            <a:ext cx="378795" cy="246888"/>
            <a:chOff x="3219450" y="2420888"/>
            <a:chExt cx="378795" cy="246888"/>
          </a:xfrm>
        </p:grpSpPr>
        <p:sp>
          <p:nvSpPr>
            <p:cNvPr id="57616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7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57618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57619" name="Rectangle 527"/>
          <p:cNvSpPr>
            <a:spLocks noChangeArrowheads="1"/>
          </p:cNvSpPr>
          <p:nvPr/>
        </p:nvSpPr>
        <p:spPr bwMode="auto">
          <a:xfrm flipH="1">
            <a:off x="1112012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57620" name="Rectangle 571"/>
          <p:cNvSpPr>
            <a:spLocks noChangeArrowheads="1"/>
          </p:cNvSpPr>
          <p:nvPr/>
        </p:nvSpPr>
        <p:spPr bwMode="auto">
          <a:xfrm>
            <a:off x="3768286" y="2920712"/>
            <a:ext cx="309410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ANSM</a:t>
            </a:r>
            <a:endParaRPr lang="ko-KR" altLang="ko-KR" dirty="0"/>
          </a:p>
        </p:txBody>
      </p:sp>
      <p:sp>
        <p:nvSpPr>
          <p:cNvPr id="57621" name="Line 572"/>
          <p:cNvSpPr>
            <a:spLocks noChangeShapeType="1"/>
          </p:cNvSpPr>
          <p:nvPr/>
        </p:nvSpPr>
        <p:spPr bwMode="auto">
          <a:xfrm rot="-5400000" flipH="1" flipV="1">
            <a:off x="3858668" y="2648809"/>
            <a:ext cx="10726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22" name="Line 573"/>
          <p:cNvSpPr>
            <a:spLocks noChangeShapeType="1"/>
          </p:cNvSpPr>
          <p:nvPr/>
        </p:nvSpPr>
        <p:spPr bwMode="auto">
          <a:xfrm flipV="1">
            <a:off x="1485900" y="2595173"/>
            <a:ext cx="2438028" cy="2408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31" name="Group 574"/>
          <p:cNvGrpSpPr>
            <a:grpSpLocks/>
          </p:cNvGrpSpPr>
          <p:nvPr/>
        </p:nvGrpSpPr>
        <p:grpSpPr bwMode="auto">
          <a:xfrm rot="5400000">
            <a:off x="3837275" y="2753837"/>
            <a:ext cx="162094" cy="81047"/>
            <a:chOff x="3609" y="1970"/>
            <a:chExt cx="197" cy="91"/>
          </a:xfrm>
        </p:grpSpPr>
        <p:sp>
          <p:nvSpPr>
            <p:cNvPr id="57658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9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624" name="Rectangle 75"/>
          <p:cNvSpPr>
            <a:spLocks noChangeArrowheads="1"/>
          </p:cNvSpPr>
          <p:nvPr/>
        </p:nvSpPr>
        <p:spPr bwMode="auto">
          <a:xfrm flipH="1">
            <a:off x="2572050" y="3644728"/>
            <a:ext cx="531572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7625" name="Rectangle 76"/>
          <p:cNvSpPr>
            <a:spLocks noChangeArrowheads="1"/>
          </p:cNvSpPr>
          <p:nvPr/>
        </p:nvSpPr>
        <p:spPr bwMode="auto">
          <a:xfrm>
            <a:off x="1639501" y="3315086"/>
            <a:ext cx="69247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DPO ADDRESS, ACT</a:t>
            </a:r>
            <a:endParaRPr lang="ko-KR" altLang="ko-KR" dirty="0"/>
          </a:p>
        </p:txBody>
      </p:sp>
      <p:sp>
        <p:nvSpPr>
          <p:cNvPr id="57626" name="Line 77"/>
          <p:cNvSpPr>
            <a:spLocks noChangeShapeType="1"/>
          </p:cNvSpPr>
          <p:nvPr/>
        </p:nvSpPr>
        <p:spPr bwMode="auto">
          <a:xfrm flipH="1" flipV="1">
            <a:off x="1491024" y="3382768"/>
            <a:ext cx="6217876" cy="178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40" name="Line 594"/>
          <p:cNvSpPr>
            <a:spLocks noChangeShapeType="1"/>
          </p:cNvSpPr>
          <p:nvPr/>
        </p:nvSpPr>
        <p:spPr bwMode="auto">
          <a:xfrm flipV="1">
            <a:off x="3096470" y="3699554"/>
            <a:ext cx="43264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41" name="Line 595"/>
          <p:cNvSpPr>
            <a:spLocks noChangeShapeType="1"/>
          </p:cNvSpPr>
          <p:nvPr/>
        </p:nvSpPr>
        <p:spPr bwMode="auto">
          <a:xfrm flipV="1">
            <a:off x="3104814" y="3808014"/>
            <a:ext cx="432647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42" name="Rectangle 596"/>
          <p:cNvSpPr>
            <a:spLocks noChangeArrowheads="1"/>
          </p:cNvSpPr>
          <p:nvPr/>
        </p:nvSpPr>
        <p:spPr bwMode="auto">
          <a:xfrm>
            <a:off x="4060786" y="3805631"/>
            <a:ext cx="280089" cy="5601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Microphone</a:t>
            </a:r>
            <a:endParaRPr lang="ko-KR" altLang="ko-KR" dirty="0"/>
          </a:p>
        </p:txBody>
      </p:sp>
      <p:sp>
        <p:nvSpPr>
          <p:cNvPr id="57643" name="Rectangle 597"/>
          <p:cNvSpPr>
            <a:spLocks noChangeArrowheads="1"/>
          </p:cNvSpPr>
          <p:nvPr/>
        </p:nvSpPr>
        <p:spPr bwMode="auto">
          <a:xfrm>
            <a:off x="3206122" y="3591095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44" name="Rectangle 598"/>
          <p:cNvSpPr>
            <a:spLocks noChangeArrowheads="1"/>
          </p:cNvSpPr>
          <p:nvPr/>
        </p:nvSpPr>
        <p:spPr bwMode="auto">
          <a:xfrm>
            <a:off x="3166791" y="3698363"/>
            <a:ext cx="4326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DIMMER</a:t>
            </a:r>
            <a:endParaRPr lang="ko-KR" altLang="ko-KR" dirty="0"/>
          </a:p>
        </p:txBody>
      </p:sp>
      <p:sp>
        <p:nvSpPr>
          <p:cNvPr id="57645" name="Rectangle 599"/>
          <p:cNvSpPr>
            <a:spLocks noChangeArrowheads="1"/>
          </p:cNvSpPr>
          <p:nvPr/>
        </p:nvSpPr>
        <p:spPr bwMode="auto">
          <a:xfrm>
            <a:off x="2949870" y="3808014"/>
            <a:ext cx="786632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57415" name="Group 600"/>
          <p:cNvGrpSpPr>
            <a:grpSpLocks/>
          </p:cNvGrpSpPr>
          <p:nvPr/>
        </p:nvGrpSpPr>
        <p:grpSpPr bwMode="auto">
          <a:xfrm>
            <a:off x="3789039" y="3667375"/>
            <a:ext cx="163286" cy="247908"/>
            <a:chOff x="2793" y="3799"/>
            <a:chExt cx="137" cy="208"/>
          </a:xfrm>
        </p:grpSpPr>
        <p:sp>
          <p:nvSpPr>
            <p:cNvPr id="57654" name="Freeform 601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55" name="Rectangle 602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6" name="Rectangle 603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7" name="AutoShape 604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7647" name="Line 605"/>
          <p:cNvSpPr>
            <a:spLocks noChangeShapeType="1"/>
          </p:cNvSpPr>
          <p:nvPr/>
        </p:nvSpPr>
        <p:spPr bwMode="auto">
          <a:xfrm flipV="1">
            <a:off x="3111964" y="3909060"/>
            <a:ext cx="781856" cy="622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50" name="Line 613"/>
          <p:cNvSpPr>
            <a:spLocks noChangeShapeType="1"/>
          </p:cNvSpPr>
          <p:nvPr/>
        </p:nvSpPr>
        <p:spPr bwMode="auto">
          <a:xfrm>
            <a:off x="2842602" y="3861647"/>
            <a:ext cx="0" cy="16209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7" name="TextBox 406"/>
          <p:cNvSpPr txBox="1"/>
          <p:nvPr/>
        </p:nvSpPr>
        <p:spPr>
          <a:xfrm>
            <a:off x="6372200" y="332656"/>
            <a:ext cx="16561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dirty="0" smtClean="0"/>
              <a:t>PA System M</a:t>
            </a:r>
            <a:r>
              <a:rPr lang="en-US" altLang="ko-KR" sz="1000" dirty="0" smtClean="0"/>
              <a:t>A</a:t>
            </a:r>
            <a:endParaRPr lang="ko-KR" altLang="en-US" sz="1000" dirty="0"/>
          </a:p>
        </p:txBody>
      </p:sp>
      <p:sp>
        <p:nvSpPr>
          <p:cNvPr id="413" name="TextBox 412"/>
          <p:cNvSpPr txBox="1"/>
          <p:nvPr/>
        </p:nvSpPr>
        <p:spPr>
          <a:xfrm>
            <a:off x="4115569" y="5639023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4" name="TextBox 413"/>
          <p:cNvSpPr txBox="1"/>
          <p:nvPr/>
        </p:nvSpPr>
        <p:spPr>
          <a:xfrm>
            <a:off x="3245123" y="5600397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5" name="TextBox 414"/>
          <p:cNvSpPr txBox="1"/>
          <p:nvPr/>
        </p:nvSpPr>
        <p:spPr>
          <a:xfrm>
            <a:off x="5459338" y="560718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6" name="TextBox 415"/>
          <p:cNvSpPr txBox="1"/>
          <p:nvPr/>
        </p:nvSpPr>
        <p:spPr>
          <a:xfrm>
            <a:off x="6325592" y="5646390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7" name="TextBox 416"/>
          <p:cNvSpPr txBox="1"/>
          <p:nvPr/>
        </p:nvSpPr>
        <p:spPr>
          <a:xfrm>
            <a:off x="5906244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3476005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9" name="TextBox 418"/>
          <p:cNvSpPr txBox="1"/>
          <p:nvPr/>
        </p:nvSpPr>
        <p:spPr>
          <a:xfrm>
            <a:off x="4130427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0" name="TextBox 419"/>
          <p:cNvSpPr txBox="1"/>
          <p:nvPr/>
        </p:nvSpPr>
        <p:spPr>
          <a:xfrm>
            <a:off x="4024511" y="4342879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1" name="TextBox 420"/>
          <p:cNvSpPr txBox="1"/>
          <p:nvPr/>
        </p:nvSpPr>
        <p:spPr>
          <a:xfrm>
            <a:off x="4944740" y="4340721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2" name="TextBox 421"/>
          <p:cNvSpPr txBox="1"/>
          <p:nvPr/>
        </p:nvSpPr>
        <p:spPr>
          <a:xfrm>
            <a:off x="5101456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3" name="TextBox 422"/>
          <p:cNvSpPr txBox="1"/>
          <p:nvPr/>
        </p:nvSpPr>
        <p:spPr>
          <a:xfrm>
            <a:off x="2670914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6563841" y="4721969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64" name="Rectangle 209"/>
          <p:cNvSpPr>
            <a:spLocks noChangeArrowheads="1"/>
          </p:cNvSpPr>
          <p:nvPr/>
        </p:nvSpPr>
        <p:spPr bwMode="auto">
          <a:xfrm flipH="1">
            <a:off x="1115616" y="2986665"/>
            <a:ext cx="216024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65" name="Line 192"/>
          <p:cNvSpPr>
            <a:spLocks noChangeShapeType="1"/>
          </p:cNvSpPr>
          <p:nvPr/>
        </p:nvSpPr>
        <p:spPr bwMode="auto">
          <a:xfrm>
            <a:off x="890331" y="3009550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6" name="Line 190"/>
          <p:cNvSpPr>
            <a:spLocks noChangeShapeType="1"/>
          </p:cNvSpPr>
          <p:nvPr/>
        </p:nvSpPr>
        <p:spPr bwMode="auto">
          <a:xfrm flipH="1" flipV="1">
            <a:off x="895663" y="1745082"/>
            <a:ext cx="24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8" name="Rectangle 571"/>
          <p:cNvSpPr>
            <a:spLocks noChangeArrowheads="1"/>
          </p:cNvSpPr>
          <p:nvPr/>
        </p:nvSpPr>
        <p:spPr bwMode="auto">
          <a:xfrm>
            <a:off x="6732240" y="2883208"/>
            <a:ext cx="309410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ANSM</a:t>
            </a:r>
            <a:endParaRPr lang="ko-KR" altLang="ko-KR" dirty="0"/>
          </a:p>
        </p:txBody>
      </p:sp>
      <p:grpSp>
        <p:nvGrpSpPr>
          <p:cNvPr id="369" name="Group 574"/>
          <p:cNvGrpSpPr>
            <a:grpSpLocks/>
          </p:cNvGrpSpPr>
          <p:nvPr/>
        </p:nvGrpSpPr>
        <p:grpSpPr bwMode="auto">
          <a:xfrm rot="5400000">
            <a:off x="6801229" y="2716334"/>
            <a:ext cx="162094" cy="81047"/>
            <a:chOff x="3609" y="1970"/>
            <a:chExt cx="197" cy="91"/>
          </a:xfrm>
        </p:grpSpPr>
        <p:sp>
          <p:nvSpPr>
            <p:cNvPr id="370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71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72" name="Line 572"/>
          <p:cNvSpPr>
            <a:spLocks noChangeShapeType="1"/>
          </p:cNvSpPr>
          <p:nvPr/>
        </p:nvSpPr>
        <p:spPr bwMode="auto">
          <a:xfrm rot="-5400000" flipH="1" flipV="1">
            <a:off x="6834557" y="2620957"/>
            <a:ext cx="91269" cy="67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3" name="Line 573"/>
          <p:cNvSpPr>
            <a:spLocks noChangeShapeType="1"/>
          </p:cNvSpPr>
          <p:nvPr/>
        </p:nvSpPr>
        <p:spPr bwMode="auto">
          <a:xfrm flipV="1">
            <a:off x="3917950" y="2591230"/>
            <a:ext cx="2959100" cy="952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cxnSp>
        <p:nvCxnSpPr>
          <p:cNvPr id="375" name="꺾인 연결선 374"/>
          <p:cNvCxnSpPr/>
          <p:nvPr/>
        </p:nvCxnSpPr>
        <p:spPr>
          <a:xfrm>
            <a:off x="542926" y="5029200"/>
            <a:ext cx="572691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Rectangle 93"/>
          <p:cNvSpPr>
            <a:spLocks noChangeArrowheads="1"/>
          </p:cNvSpPr>
          <p:nvPr/>
        </p:nvSpPr>
        <p:spPr bwMode="auto">
          <a:xfrm>
            <a:off x="587530" y="5190102"/>
            <a:ext cx="486891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Audio LINE</a:t>
            </a:r>
            <a:endParaRPr lang="ko-KR" altLang="ko-KR" dirty="0"/>
          </a:p>
        </p:txBody>
      </p:sp>
      <p:grpSp>
        <p:nvGrpSpPr>
          <p:cNvPr id="349" name="그룹 348"/>
          <p:cNvGrpSpPr/>
          <p:nvPr/>
        </p:nvGrpSpPr>
        <p:grpSpPr>
          <a:xfrm>
            <a:off x="7706444" y="3232026"/>
            <a:ext cx="374247" cy="82240"/>
            <a:chOff x="7706444" y="3562784"/>
            <a:chExt cx="374247" cy="82240"/>
          </a:xfrm>
        </p:grpSpPr>
        <p:sp>
          <p:nvSpPr>
            <p:cNvPr id="346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347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48" name="Line 9"/>
          <p:cNvSpPr>
            <a:spLocks noChangeShapeType="1"/>
          </p:cNvSpPr>
          <p:nvPr/>
        </p:nvSpPr>
        <p:spPr bwMode="auto">
          <a:xfrm flipH="1" flipV="1">
            <a:off x="1490896" y="3265805"/>
            <a:ext cx="6216776" cy="119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7" name="Line 173"/>
          <p:cNvSpPr>
            <a:spLocks noChangeShapeType="1"/>
          </p:cNvSpPr>
          <p:nvPr/>
        </p:nvSpPr>
        <p:spPr bwMode="auto">
          <a:xfrm flipH="1">
            <a:off x="2964180" y="2895600"/>
            <a:ext cx="1270" cy="38125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4" name="Line 128"/>
          <p:cNvSpPr>
            <a:spLocks noChangeShapeType="1"/>
          </p:cNvSpPr>
          <p:nvPr/>
        </p:nvSpPr>
        <p:spPr bwMode="auto">
          <a:xfrm flipV="1">
            <a:off x="1949450" y="4470400"/>
            <a:ext cx="6350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6" name="Line 109"/>
          <p:cNvSpPr>
            <a:spLocks noChangeShapeType="1"/>
          </p:cNvSpPr>
          <p:nvPr/>
        </p:nvSpPr>
        <p:spPr bwMode="auto">
          <a:xfrm flipH="1">
            <a:off x="1496286" y="4470400"/>
            <a:ext cx="459514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7" name="Line 74"/>
          <p:cNvSpPr>
            <a:spLocks noChangeShapeType="1"/>
          </p:cNvSpPr>
          <p:nvPr/>
        </p:nvSpPr>
        <p:spPr bwMode="auto">
          <a:xfrm>
            <a:off x="312421" y="6179820"/>
            <a:ext cx="133788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8" name="Line 75"/>
          <p:cNvSpPr>
            <a:spLocks noChangeShapeType="1"/>
          </p:cNvSpPr>
          <p:nvPr/>
        </p:nvSpPr>
        <p:spPr bwMode="auto">
          <a:xfrm flipH="1">
            <a:off x="1763688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9" name="Line 117"/>
          <p:cNvSpPr>
            <a:spLocks noChangeShapeType="1"/>
          </p:cNvSpPr>
          <p:nvPr/>
        </p:nvSpPr>
        <p:spPr bwMode="auto">
          <a:xfrm flipV="1">
            <a:off x="323528" y="6524625"/>
            <a:ext cx="7386960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0" name="Line 118"/>
          <p:cNvSpPr>
            <a:spLocks noChangeShapeType="1"/>
          </p:cNvSpPr>
          <p:nvPr/>
        </p:nvSpPr>
        <p:spPr bwMode="auto">
          <a:xfrm>
            <a:off x="323528" y="6633928"/>
            <a:ext cx="738696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1" name="Line 134"/>
          <p:cNvSpPr>
            <a:spLocks noChangeShapeType="1"/>
          </p:cNvSpPr>
          <p:nvPr/>
        </p:nvSpPr>
        <p:spPr bwMode="auto">
          <a:xfrm flipV="1">
            <a:off x="323529" y="6286500"/>
            <a:ext cx="7382197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2" name="Line 135"/>
          <p:cNvSpPr>
            <a:spLocks noChangeShapeType="1"/>
          </p:cNvSpPr>
          <p:nvPr/>
        </p:nvSpPr>
        <p:spPr bwMode="auto">
          <a:xfrm>
            <a:off x="323530" y="6402706"/>
            <a:ext cx="7391722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4" name="Rectangle 207"/>
          <p:cNvSpPr>
            <a:spLocks noChangeArrowheads="1"/>
          </p:cNvSpPr>
          <p:nvPr/>
        </p:nvSpPr>
        <p:spPr bwMode="auto">
          <a:xfrm flipH="1">
            <a:off x="6828736" y="6092822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85" name="Rectangle 208"/>
          <p:cNvSpPr>
            <a:spLocks noChangeArrowheads="1"/>
          </p:cNvSpPr>
          <p:nvPr/>
        </p:nvSpPr>
        <p:spPr bwMode="auto">
          <a:xfrm flipH="1">
            <a:off x="6839462" y="621320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86" name="Rectangle 209"/>
          <p:cNvSpPr>
            <a:spLocks noChangeArrowheads="1"/>
          </p:cNvSpPr>
          <p:nvPr/>
        </p:nvSpPr>
        <p:spPr bwMode="auto">
          <a:xfrm flipH="1">
            <a:off x="6843038" y="632166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87" name="Rectangle 210"/>
          <p:cNvSpPr>
            <a:spLocks noChangeArrowheads="1"/>
          </p:cNvSpPr>
          <p:nvPr/>
        </p:nvSpPr>
        <p:spPr bwMode="auto">
          <a:xfrm flipH="1">
            <a:off x="6841846" y="643846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88" name="Rectangle 211"/>
          <p:cNvSpPr>
            <a:spLocks noChangeArrowheads="1"/>
          </p:cNvSpPr>
          <p:nvPr/>
        </p:nvSpPr>
        <p:spPr bwMode="auto">
          <a:xfrm flipH="1">
            <a:off x="6841846" y="655288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89" name="Rectangle 228"/>
          <p:cNvSpPr>
            <a:spLocks noChangeArrowheads="1"/>
          </p:cNvSpPr>
          <p:nvPr/>
        </p:nvSpPr>
        <p:spPr bwMode="auto">
          <a:xfrm>
            <a:off x="341405" y="6088055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90" name="Rectangle 229"/>
          <p:cNvSpPr>
            <a:spLocks noChangeArrowheads="1"/>
          </p:cNvSpPr>
          <p:nvPr/>
        </p:nvSpPr>
        <p:spPr bwMode="auto">
          <a:xfrm>
            <a:off x="441260" y="620843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91" name="Rectangle 230"/>
          <p:cNvSpPr>
            <a:spLocks noChangeArrowheads="1"/>
          </p:cNvSpPr>
          <p:nvPr/>
        </p:nvSpPr>
        <p:spPr bwMode="auto">
          <a:xfrm>
            <a:off x="407352" y="631689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92" name="Rectangle 231"/>
          <p:cNvSpPr>
            <a:spLocks noChangeArrowheads="1"/>
          </p:cNvSpPr>
          <p:nvPr/>
        </p:nvSpPr>
        <p:spPr bwMode="auto">
          <a:xfrm>
            <a:off x="359285" y="6433697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93" name="Rectangle 232"/>
          <p:cNvSpPr>
            <a:spLocks noChangeArrowheads="1"/>
          </p:cNvSpPr>
          <p:nvPr/>
        </p:nvSpPr>
        <p:spPr bwMode="auto">
          <a:xfrm>
            <a:off x="359285" y="654811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96" name="Oval 567"/>
          <p:cNvSpPr>
            <a:spLocks noChangeArrowheads="1"/>
          </p:cNvSpPr>
          <p:nvPr/>
        </p:nvSpPr>
        <p:spPr bwMode="auto">
          <a:xfrm flipH="1">
            <a:off x="8019285" y="637704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398" name="Oval 567"/>
          <p:cNvSpPr>
            <a:spLocks noChangeArrowheads="1"/>
          </p:cNvSpPr>
          <p:nvPr/>
        </p:nvSpPr>
        <p:spPr bwMode="auto">
          <a:xfrm flipH="1">
            <a:off x="8005078" y="615626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399" name="Line 109"/>
          <p:cNvSpPr>
            <a:spLocks noChangeShapeType="1"/>
          </p:cNvSpPr>
          <p:nvPr/>
        </p:nvSpPr>
        <p:spPr bwMode="auto">
          <a:xfrm flipH="1">
            <a:off x="1501056" y="4584700"/>
            <a:ext cx="353144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0" name="Line 128"/>
          <p:cNvSpPr>
            <a:spLocks noChangeShapeType="1"/>
          </p:cNvSpPr>
          <p:nvPr/>
        </p:nvSpPr>
        <p:spPr bwMode="auto">
          <a:xfrm flipV="1">
            <a:off x="1848396" y="4578350"/>
            <a:ext cx="5804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12" name="Line 77"/>
          <p:cNvSpPr>
            <a:spLocks noChangeShapeType="1"/>
          </p:cNvSpPr>
          <p:nvPr/>
        </p:nvSpPr>
        <p:spPr bwMode="auto">
          <a:xfrm flipH="1" flipV="1">
            <a:off x="1497076" y="3497068"/>
            <a:ext cx="6217876" cy="17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25" name="Rectangle 102"/>
          <p:cNvSpPr>
            <a:spLocks noChangeArrowheads="1"/>
          </p:cNvSpPr>
          <p:nvPr/>
        </p:nvSpPr>
        <p:spPr bwMode="auto">
          <a:xfrm>
            <a:off x="1525960" y="3159057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 - tone</a:t>
            </a:r>
            <a:endParaRPr lang="ko-KR" altLang="ko-KR" dirty="0"/>
          </a:p>
        </p:txBody>
      </p:sp>
      <p:sp>
        <p:nvSpPr>
          <p:cNvPr id="426" name="Rectangle 102"/>
          <p:cNvSpPr>
            <a:spLocks noChangeArrowheads="1"/>
          </p:cNvSpPr>
          <p:nvPr/>
        </p:nvSpPr>
        <p:spPr bwMode="auto">
          <a:xfrm>
            <a:off x="1532310" y="3401442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</a:t>
            </a:r>
            <a:r>
              <a:rPr lang="en-US" altLang="ko-KR" sz="600" dirty="0">
                <a:latin typeface="Arial" charset="0"/>
              </a:rPr>
              <a:t>Audio &amp; Signal</a:t>
            </a:r>
            <a:endParaRPr lang="ko-KR" altLang="ko-KR" dirty="0"/>
          </a:p>
        </p:txBody>
      </p:sp>
      <p:sp>
        <p:nvSpPr>
          <p:cNvPr id="427" name="Line 608"/>
          <p:cNvSpPr>
            <a:spLocks noChangeShapeType="1"/>
          </p:cNvSpPr>
          <p:nvPr/>
        </p:nvSpPr>
        <p:spPr bwMode="auto">
          <a:xfrm>
            <a:off x="2628900" y="3492500"/>
            <a:ext cx="5388" cy="1618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8" name="Line 211"/>
          <p:cNvSpPr>
            <a:spLocks noChangeShapeType="1"/>
          </p:cNvSpPr>
          <p:nvPr/>
        </p:nvSpPr>
        <p:spPr bwMode="auto">
          <a:xfrm>
            <a:off x="4358640" y="2880612"/>
            <a:ext cx="7620" cy="3962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9" name="Line 30"/>
          <p:cNvSpPr>
            <a:spLocks noChangeShapeType="1"/>
          </p:cNvSpPr>
          <p:nvPr/>
        </p:nvSpPr>
        <p:spPr bwMode="auto">
          <a:xfrm flipH="1">
            <a:off x="6069454" y="2874262"/>
            <a:ext cx="0" cy="40386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0" name="Line 608"/>
          <p:cNvSpPr>
            <a:spLocks noChangeShapeType="1"/>
          </p:cNvSpPr>
          <p:nvPr/>
        </p:nvSpPr>
        <p:spPr bwMode="auto">
          <a:xfrm>
            <a:off x="2741930" y="3268980"/>
            <a:ext cx="2312" cy="375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48" name="Line 608"/>
          <p:cNvSpPr>
            <a:spLocks noChangeShapeType="1"/>
          </p:cNvSpPr>
          <p:nvPr/>
        </p:nvSpPr>
        <p:spPr bwMode="auto">
          <a:xfrm flipH="1">
            <a:off x="2848952" y="3154680"/>
            <a:ext cx="7278" cy="490048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2" name="Line 608"/>
          <p:cNvSpPr>
            <a:spLocks noChangeShapeType="1"/>
          </p:cNvSpPr>
          <p:nvPr/>
        </p:nvSpPr>
        <p:spPr bwMode="auto">
          <a:xfrm>
            <a:off x="5845810" y="3276600"/>
            <a:ext cx="1116" cy="102108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49" name="Line 610"/>
          <p:cNvSpPr>
            <a:spLocks noChangeShapeType="1"/>
          </p:cNvSpPr>
          <p:nvPr/>
        </p:nvSpPr>
        <p:spPr bwMode="auto">
          <a:xfrm>
            <a:off x="5965552" y="3154681"/>
            <a:ext cx="3897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1" name="Line 608"/>
          <p:cNvSpPr>
            <a:spLocks noChangeShapeType="1"/>
          </p:cNvSpPr>
          <p:nvPr/>
        </p:nvSpPr>
        <p:spPr bwMode="auto">
          <a:xfrm>
            <a:off x="3460750" y="3262630"/>
            <a:ext cx="0" cy="10287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49" name="Line 609"/>
          <p:cNvSpPr>
            <a:spLocks noChangeShapeType="1"/>
          </p:cNvSpPr>
          <p:nvPr/>
        </p:nvSpPr>
        <p:spPr bwMode="auto">
          <a:xfrm>
            <a:off x="3561731" y="3154681"/>
            <a:ext cx="10417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28" name="Line 608"/>
          <p:cNvSpPr>
            <a:spLocks noChangeShapeType="1"/>
          </p:cNvSpPr>
          <p:nvPr/>
        </p:nvSpPr>
        <p:spPr bwMode="auto">
          <a:xfrm flipH="1">
            <a:off x="3683000" y="3498850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29" name="Line 608"/>
          <p:cNvSpPr>
            <a:spLocks noChangeShapeType="1"/>
          </p:cNvSpPr>
          <p:nvPr/>
        </p:nvSpPr>
        <p:spPr bwMode="auto">
          <a:xfrm flipH="1">
            <a:off x="6084168" y="3501008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450" name="그룹 449"/>
          <p:cNvGrpSpPr/>
          <p:nvPr/>
        </p:nvGrpSpPr>
        <p:grpSpPr>
          <a:xfrm>
            <a:off x="6807676" y="2966472"/>
            <a:ext cx="832684" cy="541776"/>
            <a:chOff x="6893238" y="1628800"/>
            <a:chExt cx="832684" cy="541776"/>
          </a:xfrm>
        </p:grpSpPr>
        <p:sp>
          <p:nvSpPr>
            <p:cNvPr id="445" name="Rectangle 101"/>
            <p:cNvSpPr>
              <a:spLocks noChangeArrowheads="1"/>
            </p:cNvSpPr>
            <p:nvPr/>
          </p:nvSpPr>
          <p:spPr bwMode="auto">
            <a:xfrm>
              <a:off x="7092280" y="1628800"/>
              <a:ext cx="493433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446" name="Rectangle 102"/>
            <p:cNvSpPr>
              <a:spLocks noChangeArrowheads="1"/>
            </p:cNvSpPr>
            <p:nvPr/>
          </p:nvSpPr>
          <p:spPr bwMode="auto">
            <a:xfrm>
              <a:off x="6893238" y="171103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447" name="Rectangle 76"/>
            <p:cNvSpPr>
              <a:spLocks noChangeArrowheads="1"/>
            </p:cNvSpPr>
            <p:nvPr/>
          </p:nvSpPr>
          <p:spPr bwMode="auto">
            <a:xfrm>
              <a:off x="7032178" y="1970992"/>
              <a:ext cx="69247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448" name="Rectangle 102"/>
            <p:cNvSpPr>
              <a:spLocks noChangeArrowheads="1"/>
            </p:cNvSpPr>
            <p:nvPr/>
          </p:nvSpPr>
          <p:spPr bwMode="auto">
            <a:xfrm>
              <a:off x="6918638" y="181496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49" name="Rectangle 102"/>
            <p:cNvSpPr>
              <a:spLocks noChangeArrowheads="1"/>
            </p:cNvSpPr>
            <p:nvPr/>
          </p:nvSpPr>
          <p:spPr bwMode="auto">
            <a:xfrm>
              <a:off x="6924988" y="205734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</a:t>
              </a:r>
              <a:r>
                <a:rPr lang="en-US" altLang="ko-KR" sz="600" dirty="0">
                  <a:latin typeface="Arial" charset="0"/>
                </a:rPr>
                <a:t>Audio &amp; Signal</a:t>
              </a:r>
              <a:endParaRPr lang="ko-KR" altLang="ko-KR" dirty="0"/>
            </a:p>
          </p:txBody>
        </p:sp>
      </p:grpSp>
      <p:sp>
        <p:nvSpPr>
          <p:cNvPr id="451" name="Rectangle 106"/>
          <p:cNvSpPr>
            <a:spLocks noChangeArrowheads="1"/>
          </p:cNvSpPr>
          <p:nvPr/>
        </p:nvSpPr>
        <p:spPr bwMode="auto">
          <a:xfrm>
            <a:off x="1607436" y="4395612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452" name="Rectangle 106"/>
          <p:cNvSpPr>
            <a:spLocks noChangeArrowheads="1"/>
          </p:cNvSpPr>
          <p:nvPr/>
        </p:nvSpPr>
        <p:spPr bwMode="auto">
          <a:xfrm>
            <a:off x="1613669" y="4516768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453" name="Rectangle 106"/>
          <p:cNvSpPr>
            <a:spLocks noChangeArrowheads="1"/>
          </p:cNvSpPr>
          <p:nvPr/>
        </p:nvSpPr>
        <p:spPr bwMode="auto">
          <a:xfrm>
            <a:off x="1540044" y="46531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454" name="Line 195"/>
          <p:cNvSpPr>
            <a:spLocks noChangeShapeType="1"/>
          </p:cNvSpPr>
          <p:nvPr/>
        </p:nvSpPr>
        <p:spPr bwMode="auto">
          <a:xfrm flipH="1" flipV="1">
            <a:off x="998814" y="2732874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56" name="Line 202"/>
          <p:cNvSpPr>
            <a:spLocks noChangeShapeType="1"/>
          </p:cNvSpPr>
          <p:nvPr/>
        </p:nvSpPr>
        <p:spPr bwMode="auto">
          <a:xfrm flipH="1" flipV="1">
            <a:off x="987929" y="2249609"/>
            <a:ext cx="8114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58" name="Rectangle 74"/>
          <p:cNvSpPr>
            <a:spLocks noChangeArrowheads="1"/>
          </p:cNvSpPr>
          <p:nvPr/>
        </p:nvSpPr>
        <p:spPr bwMode="auto">
          <a:xfrm>
            <a:off x="1515718" y="2817777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7" name="Rectangle 209"/>
          <p:cNvSpPr>
            <a:spLocks noChangeArrowheads="1"/>
          </p:cNvSpPr>
          <p:nvPr/>
        </p:nvSpPr>
        <p:spPr bwMode="auto">
          <a:xfrm flipH="1">
            <a:off x="1115616" y="2698633"/>
            <a:ext cx="216024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/>
              <a:t>485</a:t>
            </a:r>
          </a:p>
          <a:p>
            <a:pPr algn="ctr"/>
            <a:r>
              <a:rPr lang="en-US" altLang="ko-KR" sz="600" dirty="0" smtClean="0"/>
              <a:t>Card</a:t>
            </a:r>
            <a:endParaRPr lang="ko-KR" altLang="ko-KR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Line 46"/>
          <p:cNvSpPr>
            <a:spLocks noChangeShapeType="1"/>
          </p:cNvSpPr>
          <p:nvPr/>
        </p:nvSpPr>
        <p:spPr bwMode="auto">
          <a:xfrm flipH="1" flipV="1">
            <a:off x="5927153" y="2849744"/>
            <a:ext cx="1262861" cy="23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7" name="Line 46"/>
          <p:cNvSpPr>
            <a:spLocks noChangeShapeType="1"/>
          </p:cNvSpPr>
          <p:nvPr/>
        </p:nvSpPr>
        <p:spPr bwMode="auto">
          <a:xfrm flipH="1" flipV="1">
            <a:off x="5939992" y="2948234"/>
            <a:ext cx="1262861" cy="23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 flipH="1">
            <a:off x="307894" y="3374318"/>
            <a:ext cx="374247" cy="82240"/>
            <a:chOff x="7706444" y="3562784"/>
            <a:chExt cx="374247" cy="82240"/>
          </a:xfrm>
        </p:grpSpPr>
        <p:sp>
          <p:nvSpPr>
            <p:cNvPr id="5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6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7" name="그룹 6"/>
          <p:cNvGrpSpPr/>
          <p:nvPr/>
        </p:nvGrpSpPr>
        <p:grpSpPr>
          <a:xfrm flipH="1">
            <a:off x="301544" y="3490776"/>
            <a:ext cx="374247" cy="82240"/>
            <a:chOff x="7706444" y="3562784"/>
            <a:chExt cx="374247" cy="82240"/>
          </a:xfrm>
        </p:grpSpPr>
        <p:sp>
          <p:nvSpPr>
            <p:cNvPr id="8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9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10" name="Line 429"/>
          <p:cNvSpPr>
            <a:spLocks noChangeShapeType="1"/>
          </p:cNvSpPr>
          <p:nvPr/>
        </p:nvSpPr>
        <p:spPr bwMode="auto">
          <a:xfrm flipH="1" flipV="1">
            <a:off x="6002810" y="4823003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sm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" name="Line 430"/>
          <p:cNvSpPr>
            <a:spLocks noChangeShapeType="1"/>
          </p:cNvSpPr>
          <p:nvPr/>
        </p:nvSpPr>
        <p:spPr bwMode="auto">
          <a:xfrm flipV="1">
            <a:off x="6158554" y="3746501"/>
            <a:ext cx="0" cy="1076503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" name="Line 431"/>
          <p:cNvSpPr>
            <a:spLocks noChangeShapeType="1"/>
          </p:cNvSpPr>
          <p:nvPr/>
        </p:nvSpPr>
        <p:spPr bwMode="auto">
          <a:xfrm flipV="1">
            <a:off x="5825343" y="3746500"/>
            <a:ext cx="333212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" name="Rectangle 494"/>
          <p:cNvSpPr>
            <a:spLocks noChangeArrowheads="1"/>
          </p:cNvSpPr>
          <p:nvPr/>
        </p:nvSpPr>
        <p:spPr bwMode="auto">
          <a:xfrm rot="5400000" flipH="1">
            <a:off x="5557075" y="4287695"/>
            <a:ext cx="109629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14" name="Line 176"/>
          <p:cNvSpPr>
            <a:spLocks noChangeShapeType="1"/>
          </p:cNvSpPr>
          <p:nvPr/>
        </p:nvSpPr>
        <p:spPr bwMode="auto">
          <a:xfrm flipH="1">
            <a:off x="5425293" y="3376042"/>
            <a:ext cx="740" cy="26885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" name="Line 176"/>
          <p:cNvSpPr>
            <a:spLocks noChangeShapeType="1"/>
          </p:cNvSpPr>
          <p:nvPr/>
        </p:nvSpPr>
        <p:spPr bwMode="auto">
          <a:xfrm>
            <a:off x="5152857" y="4132202"/>
            <a:ext cx="8637" cy="28104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6" name="Line 377"/>
          <p:cNvSpPr>
            <a:spLocks noChangeShapeType="1"/>
          </p:cNvSpPr>
          <p:nvPr/>
        </p:nvSpPr>
        <p:spPr bwMode="auto">
          <a:xfrm>
            <a:off x="2743276" y="4132202"/>
            <a:ext cx="1945" cy="27469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17" name="그룹 16"/>
          <p:cNvGrpSpPr/>
          <p:nvPr/>
        </p:nvGrpSpPr>
        <p:grpSpPr>
          <a:xfrm flipH="1">
            <a:off x="2009590" y="2420888"/>
            <a:ext cx="378795" cy="246888"/>
            <a:chOff x="3219450" y="2420888"/>
            <a:chExt cx="378795" cy="246888"/>
          </a:xfrm>
        </p:grpSpPr>
        <p:sp>
          <p:nvSpPr>
            <p:cNvPr id="18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19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20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 flipH="1">
            <a:off x="3458703" y="2420888"/>
            <a:ext cx="378795" cy="246888"/>
            <a:chOff x="3219450" y="2420888"/>
            <a:chExt cx="378795" cy="246888"/>
          </a:xfrm>
        </p:grpSpPr>
        <p:sp>
          <p:nvSpPr>
            <p:cNvPr id="22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23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24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25" name="Freeform 548"/>
          <p:cNvSpPr>
            <a:spLocks/>
          </p:cNvSpPr>
          <p:nvPr/>
        </p:nvSpPr>
        <p:spPr bwMode="auto">
          <a:xfrm>
            <a:off x="359443" y="6187249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" name="Freeform 548"/>
          <p:cNvSpPr>
            <a:spLocks/>
          </p:cNvSpPr>
          <p:nvPr/>
        </p:nvSpPr>
        <p:spPr bwMode="auto">
          <a:xfrm>
            <a:off x="345237" y="640803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7" name="Line 560"/>
          <p:cNvSpPr>
            <a:spLocks noChangeShapeType="1"/>
          </p:cNvSpPr>
          <p:nvPr/>
        </p:nvSpPr>
        <p:spPr bwMode="auto">
          <a:xfrm>
            <a:off x="510121" y="3320541"/>
            <a:ext cx="0" cy="3514815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" name="Rectangle 33"/>
          <p:cNvSpPr>
            <a:spLocks noChangeArrowheads="1"/>
          </p:cNvSpPr>
          <p:nvPr/>
        </p:nvSpPr>
        <p:spPr bwMode="auto">
          <a:xfrm flipH="1">
            <a:off x="6987915" y="22646"/>
            <a:ext cx="989249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</a:t>
            </a:r>
            <a:r>
              <a:rPr lang="en-US" altLang="ko-KR" sz="600" b="1" dirty="0" smtClean="0">
                <a:latin typeface="Arial" charset="0"/>
              </a:rPr>
              <a:t>Rack-A </a:t>
            </a:r>
            <a:endParaRPr lang="ko-KR" altLang="ko-KR" dirty="0"/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2088392" y="2788955"/>
            <a:ext cx="0" cy="25029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" name="Freeform 542"/>
          <p:cNvSpPr>
            <a:spLocks/>
          </p:cNvSpPr>
          <p:nvPr/>
        </p:nvSpPr>
        <p:spPr bwMode="auto">
          <a:xfrm>
            <a:off x="339683" y="515720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" name="Freeform 543"/>
          <p:cNvSpPr>
            <a:spLocks/>
          </p:cNvSpPr>
          <p:nvPr/>
        </p:nvSpPr>
        <p:spPr bwMode="auto">
          <a:xfrm>
            <a:off x="339683" y="526566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" name="Freeform 544"/>
          <p:cNvSpPr>
            <a:spLocks/>
          </p:cNvSpPr>
          <p:nvPr/>
        </p:nvSpPr>
        <p:spPr bwMode="auto">
          <a:xfrm>
            <a:off x="339683" y="653941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" name="Freeform 545"/>
          <p:cNvSpPr>
            <a:spLocks/>
          </p:cNvSpPr>
          <p:nvPr/>
        </p:nvSpPr>
        <p:spPr bwMode="auto">
          <a:xfrm>
            <a:off x="339683" y="664787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" name="Freeform 548"/>
          <p:cNvSpPr>
            <a:spLocks/>
          </p:cNvSpPr>
          <p:nvPr/>
        </p:nvSpPr>
        <p:spPr bwMode="auto">
          <a:xfrm>
            <a:off x="344447" y="62899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" name="Freeform 550"/>
          <p:cNvSpPr>
            <a:spLocks/>
          </p:cNvSpPr>
          <p:nvPr/>
        </p:nvSpPr>
        <p:spPr bwMode="auto">
          <a:xfrm>
            <a:off x="334916" y="5972444"/>
            <a:ext cx="344450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" name="Freeform 551"/>
          <p:cNvSpPr>
            <a:spLocks/>
          </p:cNvSpPr>
          <p:nvPr/>
        </p:nvSpPr>
        <p:spPr bwMode="auto">
          <a:xfrm>
            <a:off x="339683" y="5517762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" name="Freeform 552"/>
          <p:cNvSpPr>
            <a:spLocks/>
          </p:cNvSpPr>
          <p:nvPr/>
        </p:nvSpPr>
        <p:spPr bwMode="auto">
          <a:xfrm>
            <a:off x="341266" y="3049544"/>
            <a:ext cx="344450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" name="Freeform 553"/>
          <p:cNvSpPr>
            <a:spLocks/>
          </p:cNvSpPr>
          <p:nvPr/>
        </p:nvSpPr>
        <p:spPr bwMode="auto">
          <a:xfrm>
            <a:off x="346033" y="3160388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9" name="Freeform 554"/>
          <p:cNvSpPr>
            <a:spLocks/>
          </p:cNvSpPr>
          <p:nvPr/>
        </p:nvSpPr>
        <p:spPr bwMode="auto">
          <a:xfrm>
            <a:off x="339683" y="402255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" name="Freeform 555"/>
          <p:cNvSpPr>
            <a:spLocks/>
          </p:cNvSpPr>
          <p:nvPr/>
        </p:nvSpPr>
        <p:spPr bwMode="auto">
          <a:xfrm>
            <a:off x="339683" y="413101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1" name="Oval 556"/>
          <p:cNvSpPr>
            <a:spLocks noChangeArrowheads="1"/>
          </p:cNvSpPr>
          <p:nvPr/>
        </p:nvSpPr>
        <p:spPr bwMode="auto">
          <a:xfrm>
            <a:off x="308694" y="299911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2" name="Oval 557"/>
          <p:cNvSpPr>
            <a:spLocks noChangeArrowheads="1"/>
          </p:cNvSpPr>
          <p:nvPr/>
        </p:nvSpPr>
        <p:spPr bwMode="auto">
          <a:xfrm>
            <a:off x="308694" y="3107574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3" name="Oval 558"/>
          <p:cNvSpPr>
            <a:spLocks noChangeArrowheads="1"/>
          </p:cNvSpPr>
          <p:nvPr/>
        </p:nvSpPr>
        <p:spPr bwMode="auto">
          <a:xfrm>
            <a:off x="308694" y="3991562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4" name="Oval 559"/>
          <p:cNvSpPr>
            <a:spLocks noChangeArrowheads="1"/>
          </p:cNvSpPr>
          <p:nvPr/>
        </p:nvSpPr>
        <p:spPr bwMode="auto">
          <a:xfrm>
            <a:off x="308694" y="410002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5" name="Oval 561"/>
          <p:cNvSpPr>
            <a:spLocks noChangeArrowheads="1"/>
          </p:cNvSpPr>
          <p:nvPr/>
        </p:nvSpPr>
        <p:spPr bwMode="auto">
          <a:xfrm>
            <a:off x="308694" y="512621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6" name="Oval 562"/>
          <p:cNvSpPr>
            <a:spLocks noChangeArrowheads="1"/>
          </p:cNvSpPr>
          <p:nvPr/>
        </p:nvSpPr>
        <p:spPr bwMode="auto">
          <a:xfrm>
            <a:off x="308694" y="523467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7" name="Oval 563"/>
          <p:cNvSpPr>
            <a:spLocks noChangeArrowheads="1"/>
          </p:cNvSpPr>
          <p:nvPr/>
        </p:nvSpPr>
        <p:spPr bwMode="auto">
          <a:xfrm>
            <a:off x="308694" y="6508427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8" name="Oval 564"/>
          <p:cNvSpPr>
            <a:spLocks noChangeArrowheads="1"/>
          </p:cNvSpPr>
          <p:nvPr/>
        </p:nvSpPr>
        <p:spPr bwMode="auto">
          <a:xfrm>
            <a:off x="308694" y="661688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9" name="Oval 567"/>
          <p:cNvSpPr>
            <a:spLocks noChangeArrowheads="1"/>
          </p:cNvSpPr>
          <p:nvPr/>
        </p:nvSpPr>
        <p:spPr bwMode="auto">
          <a:xfrm>
            <a:off x="313457" y="625892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0" name="Oval 569"/>
          <p:cNvSpPr>
            <a:spLocks noChangeArrowheads="1"/>
          </p:cNvSpPr>
          <p:nvPr/>
        </p:nvSpPr>
        <p:spPr bwMode="auto">
          <a:xfrm>
            <a:off x="305119" y="594145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1" name="Oval 570"/>
          <p:cNvSpPr>
            <a:spLocks noChangeArrowheads="1"/>
          </p:cNvSpPr>
          <p:nvPr/>
        </p:nvSpPr>
        <p:spPr bwMode="auto">
          <a:xfrm>
            <a:off x="308694" y="5486773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2" name="Rectangle 2"/>
          <p:cNvSpPr>
            <a:spLocks noChangeArrowheads="1"/>
          </p:cNvSpPr>
          <p:nvPr/>
        </p:nvSpPr>
        <p:spPr bwMode="auto">
          <a:xfrm>
            <a:off x="6846083" y="184740"/>
            <a:ext cx="1243116" cy="4844460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auto">
          <a:xfrm flipH="1">
            <a:off x="3405558" y="260648"/>
            <a:ext cx="989249" cy="2157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err="1" smtClean="0">
                <a:latin typeface="Arial" charset="0"/>
              </a:rPr>
              <a:t>Wimx</a:t>
            </a:r>
            <a:endParaRPr lang="ko-KR" altLang="ko-KR" dirty="0"/>
          </a:p>
        </p:txBody>
      </p:sp>
      <p:sp>
        <p:nvSpPr>
          <p:cNvPr id="54" name="Line 6"/>
          <p:cNvSpPr>
            <a:spLocks noChangeShapeType="1"/>
          </p:cNvSpPr>
          <p:nvPr/>
        </p:nvSpPr>
        <p:spPr bwMode="auto">
          <a:xfrm flipV="1">
            <a:off x="682941" y="4021358"/>
            <a:ext cx="6216776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5" name="Line 7"/>
          <p:cNvSpPr>
            <a:spLocks noChangeShapeType="1"/>
          </p:cNvSpPr>
          <p:nvPr/>
        </p:nvSpPr>
        <p:spPr bwMode="auto">
          <a:xfrm flipV="1">
            <a:off x="682941" y="4129818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 flipH="1">
            <a:off x="3728161" y="4049963"/>
            <a:ext cx="492241" cy="727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 flipH="1">
            <a:off x="3489787" y="3942695"/>
            <a:ext cx="811661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grpSp>
        <p:nvGrpSpPr>
          <p:cNvPr id="58" name="Group 12"/>
          <p:cNvGrpSpPr>
            <a:grpSpLocks/>
          </p:cNvGrpSpPr>
          <p:nvPr/>
        </p:nvGrpSpPr>
        <p:grpSpPr bwMode="auto">
          <a:xfrm flipH="1">
            <a:off x="3464757" y="455293"/>
            <a:ext cx="948726" cy="324188"/>
            <a:chOff x="5877" y="427"/>
            <a:chExt cx="953" cy="318"/>
          </a:xfrm>
        </p:grpSpPr>
        <p:sp>
          <p:nvSpPr>
            <p:cNvPr id="59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26 h 227"/>
                <a:gd name="T2" fmla="*/ 203 w 771"/>
                <a:gd name="T3" fmla="*/ 131 h 227"/>
                <a:gd name="T4" fmla="*/ 305 w 771"/>
                <a:gd name="T5" fmla="*/ 65 h 227"/>
                <a:gd name="T6" fmla="*/ 457 w 771"/>
                <a:gd name="T7" fmla="*/ 0 h 227"/>
                <a:gd name="T8" fmla="*/ 559 w 771"/>
                <a:gd name="T9" fmla="*/ 0 h 227"/>
                <a:gd name="T10" fmla="*/ 659 w 771"/>
                <a:gd name="T11" fmla="*/ 131 h 227"/>
                <a:gd name="T12" fmla="*/ 711 w 771"/>
                <a:gd name="T13" fmla="*/ 195 h 227"/>
                <a:gd name="T14" fmla="*/ 812 w 771"/>
                <a:gd name="T15" fmla="*/ 260 h 227"/>
                <a:gd name="T16" fmla="*/ 864 w 771"/>
                <a:gd name="T17" fmla="*/ 326 h 227"/>
                <a:gd name="T18" fmla="*/ 0 w 771"/>
                <a:gd name="T19" fmla="*/ 326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61" name="Line 15"/>
          <p:cNvSpPr>
            <a:spLocks noChangeShapeType="1"/>
          </p:cNvSpPr>
          <p:nvPr/>
        </p:nvSpPr>
        <p:spPr bwMode="auto">
          <a:xfrm>
            <a:off x="3907933" y="705586"/>
            <a:ext cx="1192" cy="301543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62" name="Oval 17"/>
          <p:cNvSpPr>
            <a:spLocks noChangeArrowheads="1"/>
          </p:cNvSpPr>
          <p:nvPr/>
        </p:nvSpPr>
        <p:spPr bwMode="auto">
          <a:xfrm flipH="1">
            <a:off x="3854300" y="904628"/>
            <a:ext cx="108459" cy="10845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grpSp>
        <p:nvGrpSpPr>
          <p:cNvPr id="63" name="Group 22"/>
          <p:cNvGrpSpPr>
            <a:grpSpLocks/>
          </p:cNvGrpSpPr>
          <p:nvPr/>
        </p:nvGrpSpPr>
        <p:grpSpPr bwMode="auto">
          <a:xfrm flipH="1">
            <a:off x="3881712" y="601893"/>
            <a:ext cx="53634" cy="103692"/>
            <a:chOff x="3016" y="2523"/>
            <a:chExt cx="91" cy="46"/>
          </a:xfrm>
        </p:grpSpPr>
        <p:sp>
          <p:nvSpPr>
            <p:cNvPr id="64" name="Line 23"/>
            <p:cNvSpPr>
              <a:spLocks noChangeShapeType="1"/>
            </p:cNvSpPr>
            <p:nvPr/>
          </p:nvSpPr>
          <p:spPr bwMode="auto">
            <a:xfrm>
              <a:off x="3016" y="2523"/>
              <a:ext cx="46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Line 24"/>
            <p:cNvSpPr>
              <a:spLocks noChangeShapeType="1"/>
            </p:cNvSpPr>
            <p:nvPr/>
          </p:nvSpPr>
          <p:spPr bwMode="auto">
            <a:xfrm flipH="1">
              <a:off x="3062" y="2523"/>
              <a:ext cx="45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6" name="Rectangle 27"/>
          <p:cNvSpPr>
            <a:spLocks noChangeArrowheads="1"/>
          </p:cNvSpPr>
          <p:nvPr/>
        </p:nvSpPr>
        <p:spPr bwMode="auto">
          <a:xfrm flipH="1">
            <a:off x="3054756" y="2938329"/>
            <a:ext cx="493433" cy="6555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67" name="Rectangle 29"/>
          <p:cNvSpPr>
            <a:spLocks noChangeArrowheads="1"/>
          </p:cNvSpPr>
          <p:nvPr/>
        </p:nvSpPr>
        <p:spPr bwMode="auto">
          <a:xfrm>
            <a:off x="1939268" y="2667777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68" name="Rectangle 32"/>
          <p:cNvSpPr>
            <a:spLocks noChangeArrowheads="1"/>
          </p:cNvSpPr>
          <p:nvPr/>
        </p:nvSpPr>
        <p:spPr bwMode="auto">
          <a:xfrm rot="5400000">
            <a:off x="7556436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69" name="Rectangle 34"/>
          <p:cNvSpPr>
            <a:spLocks noChangeArrowheads="1"/>
          </p:cNvSpPr>
          <p:nvPr/>
        </p:nvSpPr>
        <p:spPr bwMode="auto">
          <a:xfrm flipH="1">
            <a:off x="6207243" y="1462422"/>
            <a:ext cx="520845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70" name="Line 35"/>
          <p:cNvSpPr>
            <a:spLocks noChangeShapeType="1"/>
          </p:cNvSpPr>
          <p:nvPr/>
        </p:nvSpPr>
        <p:spPr bwMode="auto">
          <a:xfrm flipH="1" flipV="1">
            <a:off x="5927154" y="1570880"/>
            <a:ext cx="97256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4" name="Rectangle 40"/>
          <p:cNvSpPr>
            <a:spLocks noChangeArrowheads="1"/>
          </p:cNvSpPr>
          <p:nvPr/>
        </p:nvSpPr>
        <p:spPr bwMode="auto">
          <a:xfrm flipH="1">
            <a:off x="6353842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75" name="Line 41"/>
          <p:cNvSpPr>
            <a:spLocks noChangeShapeType="1"/>
          </p:cNvSpPr>
          <p:nvPr/>
        </p:nvSpPr>
        <p:spPr bwMode="auto">
          <a:xfrm flipH="1">
            <a:off x="6381256" y="400467"/>
            <a:ext cx="5232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3" name="Line 49"/>
          <p:cNvSpPr>
            <a:spLocks noChangeShapeType="1"/>
          </p:cNvSpPr>
          <p:nvPr/>
        </p:nvSpPr>
        <p:spPr bwMode="auto">
          <a:xfrm flipV="1">
            <a:off x="6737623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4" name="Line 50"/>
          <p:cNvSpPr>
            <a:spLocks noChangeShapeType="1"/>
          </p:cNvSpPr>
          <p:nvPr/>
        </p:nvSpPr>
        <p:spPr bwMode="auto">
          <a:xfrm flipH="1">
            <a:off x="6630355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5" name="Line 53"/>
          <p:cNvSpPr>
            <a:spLocks noChangeShapeType="1"/>
          </p:cNvSpPr>
          <p:nvPr/>
        </p:nvSpPr>
        <p:spPr bwMode="auto">
          <a:xfrm flipV="1">
            <a:off x="6737623" y="4834212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6" name="Line 54"/>
          <p:cNvSpPr>
            <a:spLocks noChangeShapeType="1"/>
          </p:cNvSpPr>
          <p:nvPr/>
        </p:nvSpPr>
        <p:spPr bwMode="auto">
          <a:xfrm flipV="1">
            <a:off x="6630355" y="4726943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1" name="Rectangle 59"/>
          <p:cNvSpPr>
            <a:spLocks noChangeArrowheads="1"/>
          </p:cNvSpPr>
          <p:nvPr/>
        </p:nvSpPr>
        <p:spPr bwMode="auto">
          <a:xfrm>
            <a:off x="6899716" y="2219257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92" name="Line 60"/>
          <p:cNvSpPr>
            <a:spLocks noChangeShapeType="1"/>
          </p:cNvSpPr>
          <p:nvPr/>
        </p:nvSpPr>
        <p:spPr bwMode="auto">
          <a:xfrm>
            <a:off x="6737623" y="1322892"/>
            <a:ext cx="162094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3" name="Oval 61"/>
          <p:cNvSpPr>
            <a:spLocks noChangeArrowheads="1"/>
          </p:cNvSpPr>
          <p:nvPr/>
        </p:nvSpPr>
        <p:spPr bwMode="auto">
          <a:xfrm flipH="1">
            <a:off x="6683990" y="1264493"/>
            <a:ext cx="108459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96" name="Rectangle 64"/>
          <p:cNvSpPr>
            <a:spLocks noChangeArrowheads="1"/>
          </p:cNvSpPr>
          <p:nvPr/>
        </p:nvSpPr>
        <p:spPr bwMode="auto">
          <a:xfrm flipH="1">
            <a:off x="6352651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97" name="Line 65"/>
          <p:cNvSpPr>
            <a:spLocks noChangeShapeType="1"/>
          </p:cNvSpPr>
          <p:nvPr/>
        </p:nvSpPr>
        <p:spPr bwMode="auto">
          <a:xfrm flipH="1">
            <a:off x="6359802" y="2489810"/>
            <a:ext cx="5399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8" name="Rectangle 66"/>
          <p:cNvSpPr>
            <a:spLocks noChangeArrowheads="1"/>
          </p:cNvSpPr>
          <p:nvPr/>
        </p:nvSpPr>
        <p:spPr bwMode="auto">
          <a:xfrm flipH="1">
            <a:off x="6352651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99" name="Line 67"/>
          <p:cNvSpPr>
            <a:spLocks noChangeShapeType="1"/>
          </p:cNvSpPr>
          <p:nvPr/>
        </p:nvSpPr>
        <p:spPr bwMode="auto">
          <a:xfrm flipH="1">
            <a:off x="6359802" y="2382542"/>
            <a:ext cx="53991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0" name="Rectangle 68"/>
          <p:cNvSpPr>
            <a:spLocks noChangeArrowheads="1"/>
          </p:cNvSpPr>
          <p:nvPr/>
        </p:nvSpPr>
        <p:spPr bwMode="auto">
          <a:xfrm flipH="1">
            <a:off x="6396749" y="2179926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101" name="Line 69"/>
          <p:cNvSpPr>
            <a:spLocks noChangeShapeType="1"/>
          </p:cNvSpPr>
          <p:nvPr/>
        </p:nvSpPr>
        <p:spPr bwMode="auto">
          <a:xfrm flipH="1">
            <a:off x="6359802" y="2274081"/>
            <a:ext cx="539915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2" name="Rectangle 70"/>
          <p:cNvSpPr>
            <a:spLocks noChangeArrowheads="1"/>
          </p:cNvSpPr>
          <p:nvPr/>
        </p:nvSpPr>
        <p:spPr bwMode="auto">
          <a:xfrm flipH="1">
            <a:off x="6089248" y="977332"/>
            <a:ext cx="638840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</a:t>
            </a:r>
            <a:r>
              <a:rPr lang="en-US" altLang="ko-KR" sz="600" dirty="0" smtClean="0">
                <a:latin typeface="Arial" charset="0"/>
              </a:rPr>
              <a:t>MDS</a:t>
            </a:r>
            <a:endParaRPr lang="ko-KR" altLang="ko-KR" dirty="0"/>
          </a:p>
        </p:txBody>
      </p:sp>
      <p:sp>
        <p:nvSpPr>
          <p:cNvPr id="103" name="Line 71"/>
          <p:cNvSpPr>
            <a:spLocks noChangeShapeType="1"/>
          </p:cNvSpPr>
          <p:nvPr/>
        </p:nvSpPr>
        <p:spPr bwMode="auto">
          <a:xfrm flipH="1" flipV="1">
            <a:off x="5927154" y="1084599"/>
            <a:ext cx="972563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4" name="Rectangle 72"/>
          <p:cNvSpPr>
            <a:spLocks noChangeArrowheads="1"/>
          </p:cNvSpPr>
          <p:nvPr/>
        </p:nvSpPr>
        <p:spPr bwMode="auto">
          <a:xfrm flipH="1">
            <a:off x="6207243" y="1570880"/>
            <a:ext cx="520845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105" name="Line 73"/>
          <p:cNvSpPr>
            <a:spLocks noChangeShapeType="1"/>
          </p:cNvSpPr>
          <p:nvPr/>
        </p:nvSpPr>
        <p:spPr bwMode="auto">
          <a:xfrm flipH="1" flipV="1">
            <a:off x="5927154" y="1678148"/>
            <a:ext cx="972563" cy="119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6" name="Rectangle 74"/>
          <p:cNvSpPr>
            <a:spLocks noChangeArrowheads="1"/>
          </p:cNvSpPr>
          <p:nvPr/>
        </p:nvSpPr>
        <p:spPr bwMode="auto">
          <a:xfrm flipH="1">
            <a:off x="6368145" y="2760355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107" name="Rectangle 81"/>
          <p:cNvSpPr>
            <a:spLocks noChangeArrowheads="1"/>
          </p:cNvSpPr>
          <p:nvPr/>
        </p:nvSpPr>
        <p:spPr bwMode="auto">
          <a:xfrm flipH="1">
            <a:off x="7387191" y="5371744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108" name="Line 82"/>
          <p:cNvSpPr>
            <a:spLocks noChangeShapeType="1"/>
          </p:cNvSpPr>
          <p:nvPr/>
        </p:nvSpPr>
        <p:spPr bwMode="auto">
          <a:xfrm flipH="1" flipV="1">
            <a:off x="7278731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9" name="Rectangle 83"/>
          <p:cNvSpPr>
            <a:spLocks noChangeArrowheads="1"/>
          </p:cNvSpPr>
          <p:nvPr/>
        </p:nvSpPr>
        <p:spPr bwMode="auto">
          <a:xfrm flipH="1">
            <a:off x="5241832" y="5071394"/>
            <a:ext cx="523229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110" name="Line 84"/>
          <p:cNvSpPr>
            <a:spLocks noChangeShapeType="1"/>
          </p:cNvSpPr>
          <p:nvPr/>
        </p:nvSpPr>
        <p:spPr bwMode="auto">
          <a:xfrm flipH="1">
            <a:off x="682941" y="5158398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1" name="Line 85"/>
          <p:cNvSpPr>
            <a:spLocks noChangeShapeType="1"/>
          </p:cNvSpPr>
          <p:nvPr/>
        </p:nvSpPr>
        <p:spPr bwMode="auto">
          <a:xfrm flipH="1">
            <a:off x="682941" y="5266859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lg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2" name="Rectangle 86"/>
          <p:cNvSpPr>
            <a:spLocks noChangeArrowheads="1"/>
          </p:cNvSpPr>
          <p:nvPr/>
        </p:nvSpPr>
        <p:spPr bwMode="auto">
          <a:xfrm flipH="1">
            <a:off x="5240638" y="5179853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113" name="Rectangle 87"/>
          <p:cNvSpPr>
            <a:spLocks noChangeArrowheads="1"/>
          </p:cNvSpPr>
          <p:nvPr/>
        </p:nvSpPr>
        <p:spPr bwMode="auto">
          <a:xfrm flipH="1">
            <a:off x="5324289" y="5886630"/>
            <a:ext cx="523229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RIGHT Side Exterior Speaker PA</a:t>
            </a:r>
            <a:endParaRPr lang="ko-KR" altLang="ko-KR" dirty="0"/>
          </a:p>
        </p:txBody>
      </p:sp>
      <p:sp>
        <p:nvSpPr>
          <p:cNvPr id="114" name="Line 88"/>
          <p:cNvSpPr>
            <a:spLocks noChangeShapeType="1"/>
          </p:cNvSpPr>
          <p:nvPr/>
        </p:nvSpPr>
        <p:spPr bwMode="auto">
          <a:xfrm flipH="1" flipV="1">
            <a:off x="682941" y="5517762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5" name="Line 89"/>
          <p:cNvSpPr>
            <a:spLocks noChangeShapeType="1"/>
          </p:cNvSpPr>
          <p:nvPr/>
        </p:nvSpPr>
        <p:spPr bwMode="auto">
          <a:xfrm flipH="1" flipV="1">
            <a:off x="682941" y="5970060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6" name="Rectangle 90"/>
          <p:cNvSpPr>
            <a:spLocks noChangeArrowheads="1"/>
          </p:cNvSpPr>
          <p:nvPr/>
        </p:nvSpPr>
        <p:spPr bwMode="auto">
          <a:xfrm flipH="1">
            <a:off x="5339858" y="5425989"/>
            <a:ext cx="522038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LEFT Side Exterior Speaker PA</a:t>
            </a:r>
            <a:endParaRPr lang="ko-KR" altLang="ko-KR" dirty="0"/>
          </a:p>
        </p:txBody>
      </p:sp>
      <p:sp>
        <p:nvSpPr>
          <p:cNvPr id="117" name="Rectangle 91"/>
          <p:cNvSpPr>
            <a:spLocks noChangeArrowheads="1"/>
          </p:cNvSpPr>
          <p:nvPr/>
        </p:nvSpPr>
        <p:spPr bwMode="auto">
          <a:xfrm>
            <a:off x="4684038" y="4295487"/>
            <a:ext cx="539915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118" name="Rectangle 93"/>
          <p:cNvSpPr>
            <a:spLocks noChangeArrowheads="1"/>
          </p:cNvSpPr>
          <p:nvPr/>
        </p:nvSpPr>
        <p:spPr bwMode="auto">
          <a:xfrm flipH="1">
            <a:off x="6089248" y="4035661"/>
            <a:ext cx="692475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119" name="Rectangle 94"/>
          <p:cNvSpPr>
            <a:spLocks noChangeArrowheads="1"/>
          </p:cNvSpPr>
          <p:nvPr/>
        </p:nvSpPr>
        <p:spPr bwMode="auto">
          <a:xfrm flipH="1">
            <a:off x="5927153" y="3917667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121" name="Line 107"/>
          <p:cNvSpPr>
            <a:spLocks noChangeShapeType="1"/>
          </p:cNvSpPr>
          <p:nvPr/>
        </p:nvSpPr>
        <p:spPr bwMode="auto">
          <a:xfrm flipV="1">
            <a:off x="6197708" y="4262115"/>
            <a:ext cx="702009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3" name="Line 109"/>
          <p:cNvSpPr>
            <a:spLocks noChangeShapeType="1"/>
          </p:cNvSpPr>
          <p:nvPr/>
        </p:nvSpPr>
        <p:spPr bwMode="auto">
          <a:xfrm flipV="1">
            <a:off x="6306166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4" name="Rectangle 112"/>
          <p:cNvSpPr>
            <a:spLocks noChangeArrowheads="1"/>
          </p:cNvSpPr>
          <p:nvPr/>
        </p:nvSpPr>
        <p:spPr bwMode="auto">
          <a:xfrm rot="5400000">
            <a:off x="5593431" y="2716265"/>
            <a:ext cx="3965340" cy="59474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125" name="Rectangle 115"/>
          <p:cNvSpPr>
            <a:spLocks noChangeArrowheads="1"/>
          </p:cNvSpPr>
          <p:nvPr/>
        </p:nvSpPr>
        <p:spPr bwMode="auto">
          <a:xfrm flipH="1">
            <a:off x="7357394" y="383783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126" name="Line 116"/>
          <p:cNvSpPr>
            <a:spLocks noChangeShapeType="1"/>
          </p:cNvSpPr>
          <p:nvPr/>
        </p:nvSpPr>
        <p:spPr bwMode="auto">
          <a:xfrm flipH="1">
            <a:off x="7278731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7" name="Line 118"/>
          <p:cNvSpPr>
            <a:spLocks noChangeShapeType="1"/>
          </p:cNvSpPr>
          <p:nvPr/>
        </p:nvSpPr>
        <p:spPr bwMode="auto">
          <a:xfrm flipH="1" flipV="1">
            <a:off x="7819838" y="489859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8" name="Line 128"/>
          <p:cNvSpPr>
            <a:spLocks noChangeShapeType="1"/>
          </p:cNvSpPr>
          <p:nvPr/>
        </p:nvSpPr>
        <p:spPr bwMode="auto">
          <a:xfrm flipH="1" flipV="1">
            <a:off x="6306168" y="4377724"/>
            <a:ext cx="1775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9" name="Line 129"/>
          <p:cNvSpPr>
            <a:spLocks noChangeShapeType="1"/>
          </p:cNvSpPr>
          <p:nvPr/>
        </p:nvSpPr>
        <p:spPr bwMode="auto">
          <a:xfrm flipV="1">
            <a:off x="6193642" y="4272840"/>
            <a:ext cx="406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0" name="Rectangle 157"/>
          <p:cNvSpPr>
            <a:spLocks noChangeArrowheads="1"/>
          </p:cNvSpPr>
          <p:nvPr/>
        </p:nvSpPr>
        <p:spPr bwMode="auto">
          <a:xfrm flipH="1">
            <a:off x="5327644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131" name="Line 158"/>
          <p:cNvSpPr>
            <a:spLocks noChangeShapeType="1"/>
          </p:cNvSpPr>
          <p:nvPr/>
        </p:nvSpPr>
        <p:spPr bwMode="auto">
          <a:xfrm flipV="1">
            <a:off x="5225146" y="4401563"/>
            <a:ext cx="4326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2" name="Line 175"/>
          <p:cNvSpPr>
            <a:spLocks noChangeShapeType="1"/>
          </p:cNvSpPr>
          <p:nvPr/>
        </p:nvSpPr>
        <p:spPr bwMode="auto">
          <a:xfrm flipH="1">
            <a:off x="5042878" y="4023741"/>
            <a:ext cx="0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6" name="Rectangle 182"/>
          <p:cNvSpPr>
            <a:spLocks noChangeArrowheads="1"/>
          </p:cNvSpPr>
          <p:nvPr/>
        </p:nvSpPr>
        <p:spPr bwMode="auto">
          <a:xfrm>
            <a:off x="6899716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137" name="Rectangle 183"/>
          <p:cNvSpPr>
            <a:spLocks noChangeArrowheads="1"/>
          </p:cNvSpPr>
          <p:nvPr/>
        </p:nvSpPr>
        <p:spPr bwMode="auto">
          <a:xfrm>
            <a:off x="6899716" y="1030965"/>
            <a:ext cx="379014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138" name="Rectangle 185"/>
          <p:cNvSpPr>
            <a:spLocks noChangeArrowheads="1"/>
          </p:cNvSpPr>
          <p:nvPr/>
        </p:nvSpPr>
        <p:spPr bwMode="auto">
          <a:xfrm>
            <a:off x="6899716" y="1462421"/>
            <a:ext cx="379014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139" name="Rectangle 186"/>
          <p:cNvSpPr>
            <a:spLocks noChangeArrowheads="1"/>
          </p:cNvSpPr>
          <p:nvPr/>
        </p:nvSpPr>
        <p:spPr bwMode="auto">
          <a:xfrm>
            <a:off x="6899716" y="2057162"/>
            <a:ext cx="379014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HDD</a:t>
            </a:r>
            <a:endParaRPr lang="ko-KR" altLang="ko-KR" dirty="0"/>
          </a:p>
        </p:txBody>
      </p:sp>
      <p:sp>
        <p:nvSpPr>
          <p:cNvPr id="140" name="Rectangle 187"/>
          <p:cNvSpPr>
            <a:spLocks noChangeArrowheads="1"/>
          </p:cNvSpPr>
          <p:nvPr/>
        </p:nvSpPr>
        <p:spPr bwMode="auto">
          <a:xfrm>
            <a:off x="6899716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141" name="Rectangle 188"/>
          <p:cNvSpPr>
            <a:spLocks noChangeArrowheads="1"/>
          </p:cNvSpPr>
          <p:nvPr/>
        </p:nvSpPr>
        <p:spPr bwMode="auto">
          <a:xfrm>
            <a:off x="6899716" y="1732975"/>
            <a:ext cx="379014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142" name="Line 190"/>
          <p:cNvSpPr>
            <a:spLocks noChangeShapeType="1"/>
          </p:cNvSpPr>
          <p:nvPr/>
        </p:nvSpPr>
        <p:spPr bwMode="auto">
          <a:xfrm flipV="1">
            <a:off x="7494458" y="1355154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3" name="Line 191"/>
          <p:cNvSpPr>
            <a:spLocks noChangeShapeType="1"/>
          </p:cNvSpPr>
          <p:nvPr/>
        </p:nvSpPr>
        <p:spPr bwMode="auto">
          <a:xfrm flipH="1" flipV="1">
            <a:off x="7276346" y="1265763"/>
            <a:ext cx="218112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4" name="Line 192"/>
          <p:cNvSpPr>
            <a:spLocks noChangeShapeType="1"/>
          </p:cNvSpPr>
          <p:nvPr/>
        </p:nvSpPr>
        <p:spPr bwMode="auto">
          <a:xfrm flipH="1">
            <a:off x="7275156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5" name="Rectangle 193"/>
          <p:cNvSpPr>
            <a:spLocks noChangeArrowheads="1"/>
          </p:cNvSpPr>
          <p:nvPr/>
        </p:nvSpPr>
        <p:spPr bwMode="auto">
          <a:xfrm>
            <a:off x="6899716" y="1193058"/>
            <a:ext cx="379014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146" name="Line 195"/>
          <p:cNvSpPr>
            <a:spLocks noChangeShapeType="1"/>
          </p:cNvSpPr>
          <p:nvPr/>
        </p:nvSpPr>
        <p:spPr bwMode="auto">
          <a:xfrm flipV="1">
            <a:off x="7276346" y="2238326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7" name="Line 197"/>
          <p:cNvSpPr>
            <a:spLocks noChangeShapeType="1"/>
          </p:cNvSpPr>
          <p:nvPr/>
        </p:nvSpPr>
        <p:spPr bwMode="auto">
          <a:xfrm flipV="1">
            <a:off x="7275156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8" name="Line 198"/>
          <p:cNvSpPr>
            <a:spLocks noChangeShapeType="1"/>
          </p:cNvSpPr>
          <p:nvPr/>
        </p:nvSpPr>
        <p:spPr bwMode="auto">
          <a:xfrm flipV="1">
            <a:off x="7275156" y="1517248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9" name="Line 199"/>
          <p:cNvSpPr>
            <a:spLocks noChangeShapeType="1"/>
          </p:cNvSpPr>
          <p:nvPr/>
        </p:nvSpPr>
        <p:spPr bwMode="auto">
          <a:xfrm>
            <a:off x="7276346" y="1589950"/>
            <a:ext cx="110844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0" name="Line 200"/>
          <p:cNvSpPr>
            <a:spLocks noChangeShapeType="1"/>
          </p:cNvSpPr>
          <p:nvPr/>
        </p:nvSpPr>
        <p:spPr bwMode="auto">
          <a:xfrm>
            <a:off x="7275155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1" name="Line 201"/>
          <p:cNvSpPr>
            <a:spLocks noChangeShapeType="1"/>
          </p:cNvSpPr>
          <p:nvPr/>
        </p:nvSpPr>
        <p:spPr bwMode="auto">
          <a:xfrm flipV="1">
            <a:off x="7387190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2" name="Line 202"/>
          <p:cNvSpPr>
            <a:spLocks noChangeShapeType="1"/>
          </p:cNvSpPr>
          <p:nvPr/>
        </p:nvSpPr>
        <p:spPr bwMode="auto">
          <a:xfrm flipH="1" flipV="1">
            <a:off x="7399109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3" name="Rectangle 203"/>
          <p:cNvSpPr>
            <a:spLocks noChangeArrowheads="1"/>
          </p:cNvSpPr>
          <p:nvPr/>
        </p:nvSpPr>
        <p:spPr bwMode="auto">
          <a:xfrm rot="5400000" flipH="1">
            <a:off x="7376463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154" name="Rectangle 204"/>
          <p:cNvSpPr>
            <a:spLocks noChangeArrowheads="1"/>
          </p:cNvSpPr>
          <p:nvPr/>
        </p:nvSpPr>
        <p:spPr bwMode="auto">
          <a:xfrm rot="5400000" flipH="1">
            <a:off x="7130343" y="2013660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155" name="Rectangle 205"/>
          <p:cNvSpPr>
            <a:spLocks noChangeArrowheads="1"/>
          </p:cNvSpPr>
          <p:nvPr/>
        </p:nvSpPr>
        <p:spPr bwMode="auto">
          <a:xfrm rot="5400000" flipH="1">
            <a:off x="7080286" y="1690664"/>
            <a:ext cx="312269" cy="870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156" name="Line 207"/>
          <p:cNvSpPr>
            <a:spLocks noChangeShapeType="1"/>
          </p:cNvSpPr>
          <p:nvPr/>
        </p:nvSpPr>
        <p:spPr bwMode="auto">
          <a:xfrm>
            <a:off x="7275156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7" name="Line 208"/>
          <p:cNvSpPr>
            <a:spLocks noChangeShapeType="1"/>
          </p:cNvSpPr>
          <p:nvPr/>
        </p:nvSpPr>
        <p:spPr bwMode="auto">
          <a:xfrm flipH="1" flipV="1">
            <a:off x="7387193" y="1138231"/>
            <a:ext cx="1045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8" name="Rectangle 210"/>
          <p:cNvSpPr>
            <a:spLocks noChangeArrowheads="1"/>
          </p:cNvSpPr>
          <p:nvPr/>
        </p:nvSpPr>
        <p:spPr bwMode="auto">
          <a:xfrm rot="5400000">
            <a:off x="5593431" y="2716265"/>
            <a:ext cx="3965340" cy="59474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1416" tIns="45707" rIns="91416" bIns="45707" anchor="ctr"/>
          <a:lstStyle/>
          <a:p>
            <a:pPr algn="ctr"/>
            <a:endParaRPr lang="ko-KR" altLang="ko-KR"/>
          </a:p>
        </p:txBody>
      </p:sp>
      <p:sp>
        <p:nvSpPr>
          <p:cNvPr id="159" name="Rectangle 259"/>
          <p:cNvSpPr>
            <a:spLocks noChangeArrowheads="1"/>
          </p:cNvSpPr>
          <p:nvPr/>
        </p:nvSpPr>
        <p:spPr bwMode="auto">
          <a:xfrm>
            <a:off x="2823533" y="5064242"/>
            <a:ext cx="523230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160" name="Rectangle 260"/>
          <p:cNvSpPr>
            <a:spLocks noChangeArrowheads="1"/>
          </p:cNvSpPr>
          <p:nvPr/>
        </p:nvSpPr>
        <p:spPr bwMode="auto">
          <a:xfrm>
            <a:off x="2825917" y="5179853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161" name="Rectangle 264"/>
          <p:cNvSpPr>
            <a:spLocks noChangeArrowheads="1"/>
          </p:cNvSpPr>
          <p:nvPr/>
        </p:nvSpPr>
        <p:spPr bwMode="auto">
          <a:xfrm>
            <a:off x="868205" y="4035661"/>
            <a:ext cx="692475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162" name="Line 8"/>
          <p:cNvSpPr>
            <a:spLocks noChangeShapeType="1"/>
          </p:cNvSpPr>
          <p:nvPr/>
        </p:nvSpPr>
        <p:spPr bwMode="auto">
          <a:xfrm flipV="1">
            <a:off x="682941" y="3045597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63" name="Line 26"/>
          <p:cNvSpPr>
            <a:spLocks noChangeShapeType="1"/>
          </p:cNvSpPr>
          <p:nvPr/>
        </p:nvSpPr>
        <p:spPr bwMode="auto">
          <a:xfrm>
            <a:off x="3790508" y="2776235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64" name="Rectangle 101"/>
          <p:cNvSpPr>
            <a:spLocks noChangeArrowheads="1"/>
          </p:cNvSpPr>
          <p:nvPr/>
        </p:nvSpPr>
        <p:spPr bwMode="auto">
          <a:xfrm flipH="1">
            <a:off x="6197708" y="2972895"/>
            <a:ext cx="493433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165" name="Line 174"/>
          <p:cNvSpPr>
            <a:spLocks noChangeShapeType="1"/>
          </p:cNvSpPr>
          <p:nvPr/>
        </p:nvSpPr>
        <p:spPr bwMode="auto">
          <a:xfrm>
            <a:off x="5192884" y="2776235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67" name="Rectangle 265"/>
          <p:cNvSpPr>
            <a:spLocks noChangeArrowheads="1"/>
          </p:cNvSpPr>
          <p:nvPr/>
        </p:nvSpPr>
        <p:spPr bwMode="auto">
          <a:xfrm>
            <a:off x="983697" y="3917667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168" name="Line 9"/>
          <p:cNvSpPr>
            <a:spLocks noChangeShapeType="1"/>
          </p:cNvSpPr>
          <p:nvPr/>
        </p:nvSpPr>
        <p:spPr bwMode="auto">
          <a:xfrm flipV="1">
            <a:off x="682941" y="3152865"/>
            <a:ext cx="6216776" cy="1192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69" name="Rectangle 28"/>
          <p:cNvSpPr>
            <a:spLocks noChangeArrowheads="1"/>
          </p:cNvSpPr>
          <p:nvPr/>
        </p:nvSpPr>
        <p:spPr bwMode="auto">
          <a:xfrm flipH="1">
            <a:off x="2855714" y="3040830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170" name="Line 30"/>
          <p:cNvSpPr>
            <a:spLocks noChangeShapeType="1"/>
          </p:cNvSpPr>
          <p:nvPr/>
        </p:nvSpPr>
        <p:spPr bwMode="auto">
          <a:xfrm flipH="1">
            <a:off x="2197230" y="2877154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71" name="Rectangle 102"/>
          <p:cNvSpPr>
            <a:spLocks noChangeArrowheads="1"/>
          </p:cNvSpPr>
          <p:nvPr/>
        </p:nvSpPr>
        <p:spPr bwMode="auto">
          <a:xfrm flipH="1">
            <a:off x="6089248" y="3055132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172" name="Line 173"/>
          <p:cNvSpPr>
            <a:spLocks noChangeShapeType="1"/>
          </p:cNvSpPr>
          <p:nvPr/>
        </p:nvSpPr>
        <p:spPr bwMode="auto">
          <a:xfrm flipH="1">
            <a:off x="5312852" y="2889854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73" name="Line 211"/>
          <p:cNvSpPr>
            <a:spLocks noChangeShapeType="1"/>
          </p:cNvSpPr>
          <p:nvPr/>
        </p:nvSpPr>
        <p:spPr bwMode="auto">
          <a:xfrm flipH="1">
            <a:off x="3916826" y="2883504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75" name="Rectangle 375"/>
          <p:cNvSpPr>
            <a:spLocks noChangeArrowheads="1"/>
          </p:cNvSpPr>
          <p:nvPr/>
        </p:nvSpPr>
        <p:spPr bwMode="auto">
          <a:xfrm>
            <a:off x="2252630" y="4295487"/>
            <a:ext cx="539915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176" name="Line 376"/>
          <p:cNvSpPr>
            <a:spLocks noChangeShapeType="1"/>
          </p:cNvSpPr>
          <p:nvPr/>
        </p:nvSpPr>
        <p:spPr bwMode="auto">
          <a:xfrm flipH="1">
            <a:off x="2652972" y="4023741"/>
            <a:ext cx="1191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77" name="Rectangle 380"/>
          <p:cNvSpPr>
            <a:spLocks noChangeArrowheads="1"/>
          </p:cNvSpPr>
          <p:nvPr/>
        </p:nvSpPr>
        <p:spPr bwMode="auto">
          <a:xfrm>
            <a:off x="3394438" y="2667777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178" name="Rectangle 381"/>
          <p:cNvSpPr>
            <a:spLocks noChangeArrowheads="1"/>
          </p:cNvSpPr>
          <p:nvPr/>
        </p:nvSpPr>
        <p:spPr bwMode="auto">
          <a:xfrm>
            <a:off x="4737671" y="2667777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grpSp>
        <p:nvGrpSpPr>
          <p:cNvPr id="179" name="Group 382"/>
          <p:cNvGrpSpPr>
            <a:grpSpLocks/>
          </p:cNvGrpSpPr>
          <p:nvPr/>
        </p:nvGrpSpPr>
        <p:grpSpPr bwMode="auto">
          <a:xfrm rot="10800000" flipH="1" flipV="1">
            <a:off x="4844940" y="5579740"/>
            <a:ext cx="324188" cy="160902"/>
            <a:chOff x="1477" y="3739"/>
            <a:chExt cx="227" cy="91"/>
          </a:xfrm>
        </p:grpSpPr>
        <p:sp>
          <p:nvSpPr>
            <p:cNvPr id="180" name="AutoShape 383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81" name="Rectangle 384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 sz="800" dirty="0">
                <a:latin typeface="Gill Sans MT" pitchFamily="34" charset="0"/>
                <a:cs typeface="Latha" pitchFamily="2"/>
              </a:endParaRPr>
            </a:p>
          </p:txBody>
        </p:sp>
      </p:grpSp>
      <p:sp>
        <p:nvSpPr>
          <p:cNvPr id="182" name="Rectangle 385"/>
          <p:cNvSpPr>
            <a:spLocks noChangeArrowheads="1"/>
          </p:cNvSpPr>
          <p:nvPr/>
        </p:nvSpPr>
        <p:spPr bwMode="auto">
          <a:xfrm rot="10800000" flipV="1">
            <a:off x="5222760" y="5579740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183" name="Line 386"/>
          <p:cNvSpPr>
            <a:spLocks noChangeShapeType="1"/>
          </p:cNvSpPr>
          <p:nvPr/>
        </p:nvSpPr>
        <p:spPr bwMode="auto">
          <a:xfrm flipH="1" flipV="1">
            <a:off x="5007033" y="5740642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4" name="Line 387"/>
          <p:cNvSpPr>
            <a:spLocks noChangeShapeType="1"/>
          </p:cNvSpPr>
          <p:nvPr/>
        </p:nvSpPr>
        <p:spPr bwMode="auto">
          <a:xfrm flipH="1">
            <a:off x="5008226" y="5849101"/>
            <a:ext cx="322995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5" name="Line 388"/>
          <p:cNvSpPr>
            <a:spLocks noChangeShapeType="1"/>
          </p:cNvSpPr>
          <p:nvPr/>
        </p:nvSpPr>
        <p:spPr bwMode="auto">
          <a:xfrm flipH="1">
            <a:off x="5331220" y="5740642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6" name="Line 389"/>
          <p:cNvSpPr>
            <a:spLocks noChangeShapeType="1"/>
          </p:cNvSpPr>
          <p:nvPr/>
        </p:nvSpPr>
        <p:spPr bwMode="auto">
          <a:xfrm>
            <a:off x="5656600" y="5517763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7" name="Line 390"/>
          <p:cNvSpPr>
            <a:spLocks noChangeShapeType="1"/>
          </p:cNvSpPr>
          <p:nvPr/>
        </p:nvSpPr>
        <p:spPr bwMode="auto">
          <a:xfrm flipH="1" flipV="1">
            <a:off x="5442064" y="5687007"/>
            <a:ext cx="21453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8" name="Line 391"/>
          <p:cNvSpPr>
            <a:spLocks noChangeShapeType="1"/>
          </p:cNvSpPr>
          <p:nvPr/>
        </p:nvSpPr>
        <p:spPr bwMode="auto">
          <a:xfrm flipV="1">
            <a:off x="4791305" y="5806774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9" name="Line 392"/>
          <p:cNvSpPr>
            <a:spLocks noChangeShapeType="1"/>
          </p:cNvSpPr>
          <p:nvPr/>
        </p:nvSpPr>
        <p:spPr bwMode="auto">
          <a:xfrm flipH="1" flipV="1">
            <a:off x="4574385" y="5806774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190" name="Group 393"/>
          <p:cNvGrpSpPr>
            <a:grpSpLocks/>
          </p:cNvGrpSpPr>
          <p:nvPr/>
        </p:nvGrpSpPr>
        <p:grpSpPr bwMode="auto">
          <a:xfrm flipH="1">
            <a:off x="3980837" y="5591046"/>
            <a:ext cx="594741" cy="270553"/>
            <a:chOff x="2747" y="4827"/>
            <a:chExt cx="499" cy="227"/>
          </a:xfrm>
        </p:grpSpPr>
        <p:grpSp>
          <p:nvGrpSpPr>
            <p:cNvPr id="191" name="Group 394"/>
            <p:cNvGrpSpPr>
              <a:grpSpLocks/>
            </p:cNvGrpSpPr>
            <p:nvPr/>
          </p:nvGrpSpPr>
          <p:grpSpPr bwMode="auto">
            <a:xfrm rot="10800000">
              <a:off x="2974" y="4960"/>
              <a:ext cx="272" cy="135"/>
              <a:chOff x="1477" y="3739"/>
              <a:chExt cx="227" cy="91"/>
            </a:xfrm>
          </p:grpSpPr>
          <p:sp>
            <p:nvSpPr>
              <p:cNvPr id="196" name="AutoShape 395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97" name="Rectangle 396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dirty="0"/>
              </a:p>
            </p:txBody>
          </p:sp>
        </p:grpSp>
        <p:sp>
          <p:nvSpPr>
            <p:cNvPr id="192" name="Rectangle 397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193" name="Line 398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" name="Line 399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5" name="Line 400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8" name="Group 401"/>
          <p:cNvGrpSpPr>
            <a:grpSpLocks/>
          </p:cNvGrpSpPr>
          <p:nvPr/>
        </p:nvGrpSpPr>
        <p:grpSpPr bwMode="auto">
          <a:xfrm rot="10800000" flipH="1" flipV="1">
            <a:off x="2628067" y="5586891"/>
            <a:ext cx="324188" cy="160902"/>
            <a:chOff x="1477" y="3739"/>
            <a:chExt cx="227" cy="91"/>
          </a:xfrm>
        </p:grpSpPr>
        <p:sp>
          <p:nvSpPr>
            <p:cNvPr id="199" name="AutoShape 402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0" name="Rectangle 403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01" name="Rectangle 404"/>
          <p:cNvSpPr>
            <a:spLocks noChangeArrowheads="1"/>
          </p:cNvSpPr>
          <p:nvPr/>
        </p:nvSpPr>
        <p:spPr bwMode="auto">
          <a:xfrm rot="10800000" flipV="1">
            <a:off x="3005889" y="5586891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202" name="Line 405"/>
          <p:cNvSpPr>
            <a:spLocks noChangeShapeType="1"/>
          </p:cNvSpPr>
          <p:nvPr/>
        </p:nvSpPr>
        <p:spPr bwMode="auto">
          <a:xfrm flipH="1" flipV="1">
            <a:off x="2790161" y="574779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3" name="Line 406"/>
          <p:cNvSpPr>
            <a:spLocks noChangeShapeType="1"/>
          </p:cNvSpPr>
          <p:nvPr/>
        </p:nvSpPr>
        <p:spPr bwMode="auto">
          <a:xfrm flipH="1">
            <a:off x="2791354" y="5856252"/>
            <a:ext cx="322995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4" name="Line 407"/>
          <p:cNvSpPr>
            <a:spLocks noChangeShapeType="1"/>
          </p:cNvSpPr>
          <p:nvPr/>
        </p:nvSpPr>
        <p:spPr bwMode="auto">
          <a:xfrm flipH="1">
            <a:off x="3114349" y="574779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5" name="Line 408"/>
          <p:cNvSpPr>
            <a:spLocks noChangeShapeType="1"/>
          </p:cNvSpPr>
          <p:nvPr/>
        </p:nvSpPr>
        <p:spPr bwMode="auto">
          <a:xfrm>
            <a:off x="3439728" y="5524914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6" name="Line 409"/>
          <p:cNvSpPr>
            <a:spLocks noChangeShapeType="1"/>
          </p:cNvSpPr>
          <p:nvPr/>
        </p:nvSpPr>
        <p:spPr bwMode="auto">
          <a:xfrm flipH="1" flipV="1">
            <a:off x="3224000" y="5694158"/>
            <a:ext cx="215728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7" name="Line 410"/>
          <p:cNvSpPr>
            <a:spLocks noChangeShapeType="1"/>
          </p:cNvSpPr>
          <p:nvPr/>
        </p:nvSpPr>
        <p:spPr bwMode="auto">
          <a:xfrm flipV="1">
            <a:off x="2574433" y="5813925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8" name="Line 411"/>
          <p:cNvSpPr>
            <a:spLocks noChangeShapeType="1"/>
          </p:cNvSpPr>
          <p:nvPr/>
        </p:nvSpPr>
        <p:spPr bwMode="auto">
          <a:xfrm flipH="1" flipV="1">
            <a:off x="2357513" y="5813925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09" name="Group 412"/>
          <p:cNvGrpSpPr>
            <a:grpSpLocks/>
          </p:cNvGrpSpPr>
          <p:nvPr/>
        </p:nvGrpSpPr>
        <p:grpSpPr bwMode="auto">
          <a:xfrm flipH="1">
            <a:off x="1763965" y="5598199"/>
            <a:ext cx="594741" cy="270553"/>
            <a:chOff x="2747" y="4827"/>
            <a:chExt cx="499" cy="227"/>
          </a:xfrm>
        </p:grpSpPr>
        <p:grpSp>
          <p:nvGrpSpPr>
            <p:cNvPr id="210" name="Group 413"/>
            <p:cNvGrpSpPr>
              <a:grpSpLocks/>
            </p:cNvGrpSpPr>
            <p:nvPr/>
          </p:nvGrpSpPr>
          <p:grpSpPr bwMode="auto">
            <a:xfrm rot="10800000">
              <a:off x="2974" y="4960"/>
              <a:ext cx="272" cy="135"/>
              <a:chOff x="1477" y="3739"/>
              <a:chExt cx="227" cy="91"/>
            </a:xfrm>
          </p:grpSpPr>
          <p:sp>
            <p:nvSpPr>
              <p:cNvPr id="215" name="AutoShape 41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" name="Rectangle 41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11" name="Rectangle 416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12" name="Line 417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" name="Line 418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" name="Line 419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7" name="Group 420"/>
          <p:cNvGrpSpPr>
            <a:grpSpLocks/>
          </p:cNvGrpSpPr>
          <p:nvPr/>
        </p:nvGrpSpPr>
        <p:grpSpPr bwMode="auto">
          <a:xfrm flipH="1">
            <a:off x="4630403" y="4672117"/>
            <a:ext cx="594742" cy="270554"/>
            <a:chOff x="2475" y="3875"/>
            <a:chExt cx="499" cy="227"/>
          </a:xfrm>
        </p:grpSpPr>
        <p:grpSp>
          <p:nvGrpSpPr>
            <p:cNvPr id="218" name="Group 421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23" name="AutoShape 42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4" name="Rectangle 42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19" name="Rectangle 42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20" name="Line 42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" name="Line 42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" name="Line 42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5" name="Line 428"/>
          <p:cNvSpPr>
            <a:spLocks noChangeShapeType="1"/>
          </p:cNvSpPr>
          <p:nvPr/>
        </p:nvSpPr>
        <p:spPr bwMode="auto">
          <a:xfrm flipH="1" flipV="1">
            <a:off x="4466814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26" name="Line 429"/>
          <p:cNvSpPr>
            <a:spLocks noChangeShapeType="1"/>
          </p:cNvSpPr>
          <p:nvPr/>
        </p:nvSpPr>
        <p:spPr bwMode="auto">
          <a:xfrm flipH="1" flipV="1">
            <a:off x="5225144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27" name="Line 430"/>
          <p:cNvSpPr>
            <a:spLocks noChangeShapeType="1"/>
          </p:cNvSpPr>
          <p:nvPr/>
        </p:nvSpPr>
        <p:spPr bwMode="auto">
          <a:xfrm flipV="1">
            <a:off x="5387238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28" name="Line 431"/>
          <p:cNvSpPr>
            <a:spLocks noChangeShapeType="1"/>
          </p:cNvSpPr>
          <p:nvPr/>
        </p:nvSpPr>
        <p:spPr bwMode="auto">
          <a:xfrm flipV="1">
            <a:off x="5223952" y="4510023"/>
            <a:ext cx="16328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29" name="Group 432"/>
          <p:cNvGrpSpPr>
            <a:grpSpLocks/>
          </p:cNvGrpSpPr>
          <p:nvPr/>
        </p:nvGrpSpPr>
        <p:grpSpPr bwMode="auto">
          <a:xfrm flipH="1">
            <a:off x="2197805" y="4672117"/>
            <a:ext cx="594741" cy="270554"/>
            <a:chOff x="2475" y="3875"/>
            <a:chExt cx="499" cy="227"/>
          </a:xfrm>
        </p:grpSpPr>
        <p:grpSp>
          <p:nvGrpSpPr>
            <p:cNvPr id="230" name="Group 433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35" name="AutoShape 43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36" name="Rectangle 43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31" name="Rectangle 436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32" name="Line 437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" name="Line 438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" name="Line 439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37" name="Line 440"/>
          <p:cNvSpPr>
            <a:spLocks noChangeShapeType="1"/>
          </p:cNvSpPr>
          <p:nvPr/>
        </p:nvSpPr>
        <p:spPr bwMode="auto">
          <a:xfrm flipV="1">
            <a:off x="3490233" y="4942672"/>
            <a:ext cx="11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38" name="Group 441"/>
          <p:cNvGrpSpPr>
            <a:grpSpLocks/>
          </p:cNvGrpSpPr>
          <p:nvPr/>
        </p:nvGrpSpPr>
        <p:grpSpPr bwMode="auto">
          <a:xfrm flipH="1">
            <a:off x="5440871" y="4672117"/>
            <a:ext cx="594742" cy="270554"/>
            <a:chOff x="2475" y="3875"/>
            <a:chExt cx="499" cy="227"/>
          </a:xfrm>
        </p:grpSpPr>
        <p:grpSp>
          <p:nvGrpSpPr>
            <p:cNvPr id="239" name="Group 442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44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45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40" name="Rectangle 445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41" name="Line 446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" name="Line 447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" name="Line 448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46" name="Line 449"/>
          <p:cNvSpPr>
            <a:spLocks noChangeShapeType="1"/>
          </p:cNvSpPr>
          <p:nvPr/>
        </p:nvSpPr>
        <p:spPr bwMode="auto">
          <a:xfrm flipH="1" flipV="1">
            <a:off x="5927154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47" name="Group 450"/>
          <p:cNvGrpSpPr>
            <a:grpSpLocks/>
          </p:cNvGrpSpPr>
          <p:nvPr/>
        </p:nvGrpSpPr>
        <p:grpSpPr bwMode="auto">
          <a:xfrm flipH="1">
            <a:off x="1548235" y="4672117"/>
            <a:ext cx="594742" cy="270554"/>
            <a:chOff x="2475" y="3875"/>
            <a:chExt cx="499" cy="227"/>
          </a:xfrm>
        </p:grpSpPr>
        <p:grpSp>
          <p:nvGrpSpPr>
            <p:cNvPr id="248" name="Group 451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53" name="AutoShape 45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54" name="Rectangle 45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49" name="Rectangle 45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50" name="Line 45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" name="Line 45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" name="Line 45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55" name="Line 458"/>
          <p:cNvSpPr>
            <a:spLocks noChangeShapeType="1"/>
          </p:cNvSpPr>
          <p:nvPr/>
        </p:nvSpPr>
        <p:spPr bwMode="auto">
          <a:xfrm flipH="1" flipV="1">
            <a:off x="2034517" y="4942672"/>
            <a:ext cx="0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56" name="Group 459"/>
          <p:cNvGrpSpPr>
            <a:grpSpLocks/>
          </p:cNvGrpSpPr>
          <p:nvPr/>
        </p:nvGrpSpPr>
        <p:grpSpPr bwMode="auto">
          <a:xfrm flipH="1">
            <a:off x="3008274" y="4672117"/>
            <a:ext cx="594741" cy="270554"/>
            <a:chOff x="2475" y="3875"/>
            <a:chExt cx="499" cy="227"/>
          </a:xfrm>
        </p:grpSpPr>
        <p:grpSp>
          <p:nvGrpSpPr>
            <p:cNvPr id="257" name="Group 460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62" name="AutoShape 461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63" name="Rectangle 462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58" name="Rectangle 463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59" name="Line 464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" name="Line 465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" name="Line 466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64" name="Line 467"/>
          <p:cNvSpPr>
            <a:spLocks noChangeShapeType="1"/>
          </p:cNvSpPr>
          <p:nvPr/>
        </p:nvSpPr>
        <p:spPr bwMode="auto">
          <a:xfrm flipH="1" flipV="1">
            <a:off x="2668176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65" name="Group 468"/>
          <p:cNvGrpSpPr>
            <a:grpSpLocks/>
          </p:cNvGrpSpPr>
          <p:nvPr/>
        </p:nvGrpSpPr>
        <p:grpSpPr bwMode="auto">
          <a:xfrm flipH="1">
            <a:off x="3982028" y="4672117"/>
            <a:ext cx="594742" cy="270554"/>
            <a:chOff x="2475" y="3875"/>
            <a:chExt cx="499" cy="227"/>
          </a:xfrm>
        </p:grpSpPr>
        <p:grpSp>
          <p:nvGrpSpPr>
            <p:cNvPr id="266" name="Group 469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71" name="AutoShape 470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72" name="Rectangle 471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67" name="Rectangle 472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68" name="Line 473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9" name="Line 474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0" name="Line 475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3" name="Line 476"/>
          <p:cNvSpPr>
            <a:spLocks noChangeShapeType="1"/>
          </p:cNvSpPr>
          <p:nvPr/>
        </p:nvSpPr>
        <p:spPr bwMode="auto">
          <a:xfrm flipH="1" flipV="1">
            <a:off x="5113694" y="4942672"/>
            <a:ext cx="11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74" name="Group 477"/>
          <p:cNvGrpSpPr>
            <a:grpSpLocks/>
          </p:cNvGrpSpPr>
          <p:nvPr/>
        </p:nvGrpSpPr>
        <p:grpSpPr bwMode="auto">
          <a:xfrm flipH="1">
            <a:off x="3166790" y="4293104"/>
            <a:ext cx="594742" cy="270554"/>
            <a:chOff x="2475" y="3875"/>
            <a:chExt cx="499" cy="227"/>
          </a:xfrm>
        </p:grpSpPr>
        <p:grpSp>
          <p:nvGrpSpPr>
            <p:cNvPr id="275" name="Group 478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80" name="AutoShape 479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81" name="Rectangle 480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76" name="Rectangle 481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77" name="Line 482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8" name="Line 483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9" name="Line 484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82" name="Line 485"/>
          <p:cNvSpPr>
            <a:spLocks noChangeShapeType="1"/>
          </p:cNvSpPr>
          <p:nvPr/>
        </p:nvSpPr>
        <p:spPr bwMode="auto">
          <a:xfrm flipH="1" flipV="1">
            <a:off x="3911770" y="4563659"/>
            <a:ext cx="0" cy="70320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83" name="Group 486"/>
          <p:cNvGrpSpPr>
            <a:grpSpLocks/>
          </p:cNvGrpSpPr>
          <p:nvPr/>
        </p:nvGrpSpPr>
        <p:grpSpPr bwMode="auto">
          <a:xfrm>
            <a:off x="3815166" y="4293104"/>
            <a:ext cx="594742" cy="270554"/>
            <a:chOff x="2475" y="3875"/>
            <a:chExt cx="499" cy="227"/>
          </a:xfrm>
        </p:grpSpPr>
        <p:grpSp>
          <p:nvGrpSpPr>
            <p:cNvPr id="284" name="Group 487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89" name="AutoShape 488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90" name="Rectangle 489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85" name="Rectangle 490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86" name="Line 491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7" name="Line 492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8" name="Line 493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1" name="Rectangle 494"/>
          <p:cNvSpPr>
            <a:spLocks noChangeArrowheads="1"/>
          </p:cNvSpPr>
          <p:nvPr/>
        </p:nvSpPr>
        <p:spPr bwMode="auto">
          <a:xfrm rot="5400000" flipH="1">
            <a:off x="5276396" y="4620868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292" name="Line 495"/>
          <p:cNvSpPr>
            <a:spLocks noChangeShapeType="1"/>
          </p:cNvSpPr>
          <p:nvPr/>
        </p:nvSpPr>
        <p:spPr bwMode="auto">
          <a:xfrm flipH="1" flipV="1">
            <a:off x="2792544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3" name="Line 496"/>
          <p:cNvSpPr>
            <a:spLocks noChangeShapeType="1"/>
          </p:cNvSpPr>
          <p:nvPr/>
        </p:nvSpPr>
        <p:spPr bwMode="auto">
          <a:xfrm flipV="1">
            <a:off x="2954638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4" name="Line 497"/>
          <p:cNvSpPr>
            <a:spLocks noChangeShapeType="1"/>
          </p:cNvSpPr>
          <p:nvPr/>
        </p:nvSpPr>
        <p:spPr bwMode="auto">
          <a:xfrm flipV="1">
            <a:off x="2791354" y="4510023"/>
            <a:ext cx="16328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5" name="Rectangle 498"/>
          <p:cNvSpPr>
            <a:spLocks noChangeArrowheads="1"/>
          </p:cNvSpPr>
          <p:nvPr/>
        </p:nvSpPr>
        <p:spPr bwMode="auto">
          <a:xfrm rot="5400000" flipH="1">
            <a:off x="2842604" y="4620868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296" name="Rectangle 499"/>
          <p:cNvSpPr>
            <a:spLocks noChangeArrowheads="1"/>
          </p:cNvSpPr>
          <p:nvPr/>
        </p:nvSpPr>
        <p:spPr bwMode="auto">
          <a:xfrm flipH="1">
            <a:off x="1819982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97" name="Line 500"/>
          <p:cNvSpPr>
            <a:spLocks noChangeShapeType="1"/>
          </p:cNvSpPr>
          <p:nvPr/>
        </p:nvSpPr>
        <p:spPr bwMode="auto">
          <a:xfrm flipV="1">
            <a:off x="1818791" y="4401563"/>
            <a:ext cx="4326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8" name="Line 501"/>
          <p:cNvSpPr>
            <a:spLocks noChangeShapeType="1"/>
          </p:cNvSpPr>
          <p:nvPr/>
        </p:nvSpPr>
        <p:spPr bwMode="auto">
          <a:xfrm flipH="1" flipV="1">
            <a:off x="3674727" y="4563658"/>
            <a:ext cx="1191" cy="59474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99" name="그룹 298"/>
          <p:cNvGrpSpPr/>
          <p:nvPr/>
        </p:nvGrpSpPr>
        <p:grpSpPr>
          <a:xfrm flipH="1">
            <a:off x="4792498" y="2420888"/>
            <a:ext cx="378795" cy="246888"/>
            <a:chOff x="3219450" y="2420888"/>
            <a:chExt cx="378795" cy="246888"/>
          </a:xfrm>
        </p:grpSpPr>
        <p:sp>
          <p:nvSpPr>
            <p:cNvPr id="300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301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302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303" name="Rectangle 527"/>
          <p:cNvSpPr>
            <a:spLocks noChangeArrowheads="1"/>
          </p:cNvSpPr>
          <p:nvPr/>
        </p:nvSpPr>
        <p:spPr bwMode="auto">
          <a:xfrm>
            <a:off x="6899716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04" name="Rectangle 571"/>
          <p:cNvSpPr>
            <a:spLocks noChangeArrowheads="1"/>
          </p:cNvSpPr>
          <p:nvPr/>
        </p:nvSpPr>
        <p:spPr bwMode="auto">
          <a:xfrm flipH="1">
            <a:off x="4313046" y="2920712"/>
            <a:ext cx="309410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ANSM</a:t>
            </a:r>
            <a:endParaRPr lang="ko-KR" altLang="ko-KR" dirty="0"/>
          </a:p>
        </p:txBody>
      </p:sp>
      <p:sp>
        <p:nvSpPr>
          <p:cNvPr id="305" name="Line 572"/>
          <p:cNvSpPr>
            <a:spLocks noChangeShapeType="1"/>
          </p:cNvSpPr>
          <p:nvPr/>
        </p:nvSpPr>
        <p:spPr bwMode="auto">
          <a:xfrm rot="5400000" flipV="1">
            <a:off x="4424807" y="2648809"/>
            <a:ext cx="10726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6" name="Line 573"/>
          <p:cNvSpPr>
            <a:spLocks noChangeShapeType="1"/>
          </p:cNvSpPr>
          <p:nvPr/>
        </p:nvSpPr>
        <p:spPr bwMode="auto">
          <a:xfrm flipH="1" flipV="1">
            <a:off x="4466815" y="2595173"/>
            <a:ext cx="2438028" cy="2408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307" name="Group 574"/>
          <p:cNvGrpSpPr>
            <a:grpSpLocks/>
          </p:cNvGrpSpPr>
          <p:nvPr/>
        </p:nvGrpSpPr>
        <p:grpSpPr bwMode="auto">
          <a:xfrm rot="16200000" flipH="1">
            <a:off x="4391373" y="2753837"/>
            <a:ext cx="162094" cy="81047"/>
            <a:chOff x="3609" y="1970"/>
            <a:chExt cx="197" cy="91"/>
          </a:xfrm>
        </p:grpSpPr>
        <p:sp>
          <p:nvSpPr>
            <p:cNvPr id="308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09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10" name="Rectangle 75"/>
          <p:cNvSpPr>
            <a:spLocks noChangeArrowheads="1"/>
          </p:cNvSpPr>
          <p:nvPr/>
        </p:nvSpPr>
        <p:spPr bwMode="auto">
          <a:xfrm>
            <a:off x="5287121" y="3644728"/>
            <a:ext cx="531572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311" name="Rectangle 76"/>
          <p:cNvSpPr>
            <a:spLocks noChangeArrowheads="1"/>
          </p:cNvSpPr>
          <p:nvPr/>
        </p:nvSpPr>
        <p:spPr bwMode="auto">
          <a:xfrm flipH="1">
            <a:off x="6058768" y="3315086"/>
            <a:ext cx="69247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DPO ADDRESS, ACT</a:t>
            </a:r>
            <a:endParaRPr lang="ko-KR" altLang="ko-KR" dirty="0"/>
          </a:p>
        </p:txBody>
      </p:sp>
      <p:sp>
        <p:nvSpPr>
          <p:cNvPr id="312" name="Line 77"/>
          <p:cNvSpPr>
            <a:spLocks noChangeShapeType="1"/>
          </p:cNvSpPr>
          <p:nvPr/>
        </p:nvSpPr>
        <p:spPr bwMode="auto">
          <a:xfrm flipV="1">
            <a:off x="681842" y="3382768"/>
            <a:ext cx="6217876" cy="178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3" name="Line 594"/>
          <p:cNvSpPr>
            <a:spLocks noChangeShapeType="1"/>
          </p:cNvSpPr>
          <p:nvPr/>
        </p:nvSpPr>
        <p:spPr bwMode="auto">
          <a:xfrm flipH="1" flipV="1">
            <a:off x="4861625" y="3699554"/>
            <a:ext cx="43264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4" name="Line 595"/>
          <p:cNvSpPr>
            <a:spLocks noChangeShapeType="1"/>
          </p:cNvSpPr>
          <p:nvPr/>
        </p:nvSpPr>
        <p:spPr bwMode="auto">
          <a:xfrm flipH="1" flipV="1">
            <a:off x="4853282" y="3808014"/>
            <a:ext cx="432647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5" name="Rectangle 596"/>
          <p:cNvSpPr>
            <a:spLocks noChangeArrowheads="1"/>
          </p:cNvSpPr>
          <p:nvPr/>
        </p:nvSpPr>
        <p:spPr bwMode="auto">
          <a:xfrm flipH="1">
            <a:off x="4049869" y="3805631"/>
            <a:ext cx="280089" cy="5601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Microphone</a:t>
            </a:r>
            <a:endParaRPr lang="ko-KR" altLang="ko-KR" dirty="0"/>
          </a:p>
        </p:txBody>
      </p:sp>
      <p:sp>
        <p:nvSpPr>
          <p:cNvPr id="316" name="Rectangle 597"/>
          <p:cNvSpPr>
            <a:spLocks noChangeArrowheads="1"/>
          </p:cNvSpPr>
          <p:nvPr/>
        </p:nvSpPr>
        <p:spPr bwMode="auto">
          <a:xfrm flipH="1">
            <a:off x="4854474" y="3591095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317" name="Rectangle 598"/>
          <p:cNvSpPr>
            <a:spLocks noChangeArrowheads="1"/>
          </p:cNvSpPr>
          <p:nvPr/>
        </p:nvSpPr>
        <p:spPr bwMode="auto">
          <a:xfrm flipH="1">
            <a:off x="4791306" y="3698363"/>
            <a:ext cx="4326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DIMMER</a:t>
            </a:r>
            <a:endParaRPr lang="ko-KR" altLang="ko-KR" dirty="0"/>
          </a:p>
        </p:txBody>
      </p:sp>
      <p:sp>
        <p:nvSpPr>
          <p:cNvPr id="318" name="Rectangle 599"/>
          <p:cNvSpPr>
            <a:spLocks noChangeArrowheads="1"/>
          </p:cNvSpPr>
          <p:nvPr/>
        </p:nvSpPr>
        <p:spPr bwMode="auto">
          <a:xfrm flipH="1">
            <a:off x="4654240" y="3808014"/>
            <a:ext cx="786632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319" name="Group 600"/>
          <p:cNvGrpSpPr>
            <a:grpSpLocks/>
          </p:cNvGrpSpPr>
          <p:nvPr/>
        </p:nvGrpSpPr>
        <p:grpSpPr bwMode="auto">
          <a:xfrm flipH="1">
            <a:off x="4438417" y="3667375"/>
            <a:ext cx="163286" cy="247908"/>
            <a:chOff x="2793" y="3799"/>
            <a:chExt cx="137" cy="208"/>
          </a:xfrm>
        </p:grpSpPr>
        <p:sp>
          <p:nvSpPr>
            <p:cNvPr id="320" name="Freeform 601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1" name="Rectangle 602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22" name="Rectangle 603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23" name="AutoShape 604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324" name="Line 605"/>
          <p:cNvSpPr>
            <a:spLocks noChangeShapeType="1"/>
          </p:cNvSpPr>
          <p:nvPr/>
        </p:nvSpPr>
        <p:spPr bwMode="auto">
          <a:xfrm flipH="1" flipV="1">
            <a:off x="4496922" y="3909060"/>
            <a:ext cx="781856" cy="622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5" name="Line 613"/>
          <p:cNvSpPr>
            <a:spLocks noChangeShapeType="1"/>
          </p:cNvSpPr>
          <p:nvPr/>
        </p:nvSpPr>
        <p:spPr bwMode="auto">
          <a:xfrm flipH="1">
            <a:off x="5548140" y="3861647"/>
            <a:ext cx="0" cy="16209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6" name="TextBox 325"/>
          <p:cNvSpPr txBox="1"/>
          <p:nvPr/>
        </p:nvSpPr>
        <p:spPr>
          <a:xfrm flipH="1">
            <a:off x="362358" y="332656"/>
            <a:ext cx="16561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dirty="0" smtClean="0"/>
              <a:t>PA System M</a:t>
            </a:r>
            <a:r>
              <a:rPr lang="en-US" altLang="ko-KR" sz="1000" dirty="0" smtClean="0"/>
              <a:t>B</a:t>
            </a:r>
            <a:endParaRPr lang="ko-KR" altLang="en-US" sz="1000" dirty="0"/>
          </a:p>
        </p:txBody>
      </p:sp>
      <p:sp>
        <p:nvSpPr>
          <p:cNvPr id="327" name="TextBox 326"/>
          <p:cNvSpPr txBox="1"/>
          <p:nvPr/>
        </p:nvSpPr>
        <p:spPr>
          <a:xfrm flipH="1">
            <a:off x="3915133" y="5639023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28" name="TextBox 327"/>
          <p:cNvSpPr txBox="1"/>
          <p:nvPr/>
        </p:nvSpPr>
        <p:spPr>
          <a:xfrm flipH="1">
            <a:off x="4785579" y="5600397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29" name="TextBox 328"/>
          <p:cNvSpPr txBox="1"/>
          <p:nvPr/>
        </p:nvSpPr>
        <p:spPr>
          <a:xfrm flipH="1">
            <a:off x="2571364" y="560718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0" name="TextBox 329"/>
          <p:cNvSpPr txBox="1"/>
          <p:nvPr/>
        </p:nvSpPr>
        <p:spPr>
          <a:xfrm flipH="1">
            <a:off x="1705110" y="5646390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1" name="TextBox 330"/>
          <p:cNvSpPr txBox="1"/>
          <p:nvPr/>
        </p:nvSpPr>
        <p:spPr>
          <a:xfrm flipH="1">
            <a:off x="2124458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2" name="TextBox 331"/>
          <p:cNvSpPr txBox="1"/>
          <p:nvPr/>
        </p:nvSpPr>
        <p:spPr>
          <a:xfrm flipH="1">
            <a:off x="4554697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3" name="TextBox 332"/>
          <p:cNvSpPr txBox="1"/>
          <p:nvPr/>
        </p:nvSpPr>
        <p:spPr>
          <a:xfrm flipH="1">
            <a:off x="3900275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4" name="TextBox 333"/>
          <p:cNvSpPr txBox="1"/>
          <p:nvPr/>
        </p:nvSpPr>
        <p:spPr>
          <a:xfrm flipH="1">
            <a:off x="4006191" y="4342879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5" name="TextBox 334"/>
          <p:cNvSpPr txBox="1"/>
          <p:nvPr/>
        </p:nvSpPr>
        <p:spPr>
          <a:xfrm flipH="1">
            <a:off x="3085962" y="4340721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6" name="TextBox 335"/>
          <p:cNvSpPr txBox="1"/>
          <p:nvPr/>
        </p:nvSpPr>
        <p:spPr>
          <a:xfrm flipH="1">
            <a:off x="2929246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7" name="TextBox 336"/>
          <p:cNvSpPr txBox="1"/>
          <p:nvPr/>
        </p:nvSpPr>
        <p:spPr>
          <a:xfrm flipH="1">
            <a:off x="5359788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8" name="TextBox 337"/>
          <p:cNvSpPr txBox="1"/>
          <p:nvPr/>
        </p:nvSpPr>
        <p:spPr>
          <a:xfrm flipH="1">
            <a:off x="1466861" y="4721969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9" name="Rectangle 209"/>
          <p:cNvSpPr>
            <a:spLocks noChangeArrowheads="1"/>
          </p:cNvSpPr>
          <p:nvPr/>
        </p:nvSpPr>
        <p:spPr bwMode="auto">
          <a:xfrm>
            <a:off x="7059102" y="3038100"/>
            <a:ext cx="216024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40" name="Line 192"/>
          <p:cNvSpPr>
            <a:spLocks noChangeShapeType="1"/>
          </p:cNvSpPr>
          <p:nvPr/>
        </p:nvSpPr>
        <p:spPr bwMode="auto">
          <a:xfrm flipH="1">
            <a:off x="7281109" y="306098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1" name="Line 190"/>
          <p:cNvSpPr>
            <a:spLocks noChangeShapeType="1"/>
          </p:cNvSpPr>
          <p:nvPr/>
        </p:nvSpPr>
        <p:spPr bwMode="auto">
          <a:xfrm flipV="1">
            <a:off x="7493000" y="1745082"/>
            <a:ext cx="2079" cy="1311989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2" name="Rectangle 209"/>
          <p:cNvSpPr>
            <a:spLocks noChangeArrowheads="1"/>
          </p:cNvSpPr>
          <p:nvPr/>
        </p:nvSpPr>
        <p:spPr bwMode="auto">
          <a:xfrm>
            <a:off x="7059102" y="2750068"/>
            <a:ext cx="216024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/>
              <a:t>485</a:t>
            </a:r>
          </a:p>
          <a:p>
            <a:pPr algn="ctr"/>
            <a:r>
              <a:rPr lang="en-US" altLang="ko-KR" sz="600" dirty="0" smtClean="0"/>
              <a:t>Card</a:t>
            </a:r>
            <a:endParaRPr lang="ko-KR" altLang="ko-KR" sz="600" dirty="0"/>
          </a:p>
        </p:txBody>
      </p:sp>
      <p:sp>
        <p:nvSpPr>
          <p:cNvPr id="343" name="Rectangle 571"/>
          <p:cNvSpPr>
            <a:spLocks noChangeArrowheads="1"/>
          </p:cNvSpPr>
          <p:nvPr/>
        </p:nvSpPr>
        <p:spPr bwMode="auto">
          <a:xfrm flipH="1">
            <a:off x="1349092" y="2883208"/>
            <a:ext cx="309410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ANSM</a:t>
            </a:r>
            <a:endParaRPr lang="ko-KR" altLang="ko-KR" dirty="0"/>
          </a:p>
        </p:txBody>
      </p:sp>
      <p:grpSp>
        <p:nvGrpSpPr>
          <p:cNvPr id="344" name="Group 574"/>
          <p:cNvGrpSpPr>
            <a:grpSpLocks/>
          </p:cNvGrpSpPr>
          <p:nvPr/>
        </p:nvGrpSpPr>
        <p:grpSpPr bwMode="auto">
          <a:xfrm rot="16200000" flipH="1">
            <a:off x="1427419" y="2716334"/>
            <a:ext cx="162094" cy="81047"/>
            <a:chOff x="3609" y="1970"/>
            <a:chExt cx="197" cy="91"/>
          </a:xfrm>
        </p:grpSpPr>
        <p:sp>
          <p:nvSpPr>
            <p:cNvPr id="345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46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47" name="Line 572"/>
          <p:cNvSpPr>
            <a:spLocks noChangeShapeType="1"/>
          </p:cNvSpPr>
          <p:nvPr/>
        </p:nvSpPr>
        <p:spPr bwMode="auto">
          <a:xfrm rot="5400000" flipV="1">
            <a:off x="1464918" y="2620957"/>
            <a:ext cx="91269" cy="67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8" name="Line 573"/>
          <p:cNvSpPr>
            <a:spLocks noChangeShapeType="1"/>
          </p:cNvSpPr>
          <p:nvPr/>
        </p:nvSpPr>
        <p:spPr bwMode="auto">
          <a:xfrm flipH="1" flipV="1">
            <a:off x="1513692" y="2591230"/>
            <a:ext cx="2959100" cy="952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cxnSp>
        <p:nvCxnSpPr>
          <p:cNvPr id="349" name="꺾인 연결선 348"/>
          <p:cNvCxnSpPr/>
          <p:nvPr/>
        </p:nvCxnSpPr>
        <p:spPr>
          <a:xfrm flipH="1">
            <a:off x="7275127" y="5029200"/>
            <a:ext cx="572691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ectangle 93"/>
          <p:cNvSpPr>
            <a:spLocks noChangeArrowheads="1"/>
          </p:cNvSpPr>
          <p:nvPr/>
        </p:nvSpPr>
        <p:spPr bwMode="auto">
          <a:xfrm flipH="1">
            <a:off x="7316323" y="5190102"/>
            <a:ext cx="486891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Audio LINE</a:t>
            </a:r>
            <a:endParaRPr lang="ko-KR" altLang="ko-KR" dirty="0"/>
          </a:p>
        </p:txBody>
      </p:sp>
      <p:grpSp>
        <p:nvGrpSpPr>
          <p:cNvPr id="351" name="그룹 350"/>
          <p:cNvGrpSpPr/>
          <p:nvPr/>
        </p:nvGrpSpPr>
        <p:grpSpPr>
          <a:xfrm flipH="1">
            <a:off x="310052" y="3232026"/>
            <a:ext cx="374247" cy="82240"/>
            <a:chOff x="7706444" y="3562784"/>
            <a:chExt cx="374247" cy="82240"/>
          </a:xfrm>
        </p:grpSpPr>
        <p:sp>
          <p:nvSpPr>
            <p:cNvPr id="352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353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54" name="Line 9"/>
          <p:cNvSpPr>
            <a:spLocks noChangeShapeType="1"/>
          </p:cNvSpPr>
          <p:nvPr/>
        </p:nvSpPr>
        <p:spPr bwMode="auto">
          <a:xfrm flipV="1">
            <a:off x="683070" y="3265805"/>
            <a:ext cx="6216776" cy="119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5" name="Line 173"/>
          <p:cNvSpPr>
            <a:spLocks noChangeShapeType="1"/>
          </p:cNvSpPr>
          <p:nvPr/>
        </p:nvSpPr>
        <p:spPr bwMode="auto">
          <a:xfrm>
            <a:off x="5425292" y="2895600"/>
            <a:ext cx="1270" cy="38125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6" name="Line 128"/>
          <p:cNvSpPr>
            <a:spLocks noChangeShapeType="1"/>
          </p:cNvSpPr>
          <p:nvPr/>
        </p:nvSpPr>
        <p:spPr bwMode="auto">
          <a:xfrm flipH="1" flipV="1">
            <a:off x="6434942" y="4470400"/>
            <a:ext cx="6350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7" name="Line 109"/>
          <p:cNvSpPr>
            <a:spLocks noChangeShapeType="1"/>
          </p:cNvSpPr>
          <p:nvPr/>
        </p:nvSpPr>
        <p:spPr bwMode="auto">
          <a:xfrm>
            <a:off x="6434942" y="4470400"/>
            <a:ext cx="459514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8" name="Line 74"/>
          <p:cNvSpPr>
            <a:spLocks noChangeShapeType="1"/>
          </p:cNvSpPr>
          <p:nvPr/>
        </p:nvSpPr>
        <p:spPr bwMode="auto">
          <a:xfrm flipH="1">
            <a:off x="6740439" y="6179820"/>
            <a:ext cx="133788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9" name="Line 75"/>
          <p:cNvSpPr>
            <a:spLocks noChangeShapeType="1"/>
          </p:cNvSpPr>
          <p:nvPr/>
        </p:nvSpPr>
        <p:spPr bwMode="auto">
          <a:xfrm>
            <a:off x="679640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0" name="Line 117"/>
          <p:cNvSpPr>
            <a:spLocks noChangeShapeType="1"/>
          </p:cNvSpPr>
          <p:nvPr/>
        </p:nvSpPr>
        <p:spPr bwMode="auto">
          <a:xfrm flipH="1" flipV="1">
            <a:off x="680254" y="6524625"/>
            <a:ext cx="7386960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1" name="Line 118"/>
          <p:cNvSpPr>
            <a:spLocks noChangeShapeType="1"/>
          </p:cNvSpPr>
          <p:nvPr/>
        </p:nvSpPr>
        <p:spPr bwMode="auto">
          <a:xfrm flipH="1">
            <a:off x="680254" y="6633928"/>
            <a:ext cx="738696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2" name="Line 134"/>
          <p:cNvSpPr>
            <a:spLocks noChangeShapeType="1"/>
          </p:cNvSpPr>
          <p:nvPr/>
        </p:nvSpPr>
        <p:spPr bwMode="auto">
          <a:xfrm flipH="1" flipV="1">
            <a:off x="685017" y="6286500"/>
            <a:ext cx="7382197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3" name="Line 135"/>
          <p:cNvSpPr>
            <a:spLocks noChangeShapeType="1"/>
          </p:cNvSpPr>
          <p:nvPr/>
        </p:nvSpPr>
        <p:spPr bwMode="auto">
          <a:xfrm flipH="1">
            <a:off x="675491" y="6402706"/>
            <a:ext cx="7391722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4" name="Rectangle 207"/>
          <p:cNvSpPr>
            <a:spLocks noChangeArrowheads="1"/>
          </p:cNvSpPr>
          <p:nvPr/>
        </p:nvSpPr>
        <p:spPr bwMode="auto">
          <a:xfrm>
            <a:off x="1038779" y="6092822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65" name="Rectangle 208"/>
          <p:cNvSpPr>
            <a:spLocks noChangeArrowheads="1"/>
          </p:cNvSpPr>
          <p:nvPr/>
        </p:nvSpPr>
        <p:spPr bwMode="auto">
          <a:xfrm>
            <a:off x="1059041" y="621320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66" name="Rectangle 209"/>
          <p:cNvSpPr>
            <a:spLocks noChangeArrowheads="1"/>
          </p:cNvSpPr>
          <p:nvPr/>
        </p:nvSpPr>
        <p:spPr bwMode="auto">
          <a:xfrm>
            <a:off x="1055465" y="632166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67" name="Rectangle 210"/>
          <p:cNvSpPr>
            <a:spLocks noChangeArrowheads="1"/>
          </p:cNvSpPr>
          <p:nvPr/>
        </p:nvSpPr>
        <p:spPr bwMode="auto">
          <a:xfrm>
            <a:off x="1056657" y="643846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68" name="Rectangle 211"/>
          <p:cNvSpPr>
            <a:spLocks noChangeArrowheads="1"/>
          </p:cNvSpPr>
          <p:nvPr/>
        </p:nvSpPr>
        <p:spPr bwMode="auto">
          <a:xfrm>
            <a:off x="1056657" y="655288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69" name="Rectangle 228"/>
          <p:cNvSpPr>
            <a:spLocks noChangeArrowheads="1"/>
          </p:cNvSpPr>
          <p:nvPr/>
        </p:nvSpPr>
        <p:spPr bwMode="auto">
          <a:xfrm flipH="1">
            <a:off x="7526107" y="6088055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70" name="Rectangle 229"/>
          <p:cNvSpPr>
            <a:spLocks noChangeArrowheads="1"/>
          </p:cNvSpPr>
          <p:nvPr/>
        </p:nvSpPr>
        <p:spPr bwMode="auto">
          <a:xfrm flipH="1">
            <a:off x="7457243" y="620843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71" name="Rectangle 230"/>
          <p:cNvSpPr>
            <a:spLocks noChangeArrowheads="1"/>
          </p:cNvSpPr>
          <p:nvPr/>
        </p:nvSpPr>
        <p:spPr bwMode="auto">
          <a:xfrm flipH="1">
            <a:off x="7491151" y="631689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72" name="Rectangle 231"/>
          <p:cNvSpPr>
            <a:spLocks noChangeArrowheads="1"/>
          </p:cNvSpPr>
          <p:nvPr/>
        </p:nvSpPr>
        <p:spPr bwMode="auto">
          <a:xfrm flipH="1">
            <a:off x="7539218" y="6433697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73" name="Rectangle 232"/>
          <p:cNvSpPr>
            <a:spLocks noChangeArrowheads="1"/>
          </p:cNvSpPr>
          <p:nvPr/>
        </p:nvSpPr>
        <p:spPr bwMode="auto">
          <a:xfrm flipH="1">
            <a:off x="7539218" y="654811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74" name="Oval 567"/>
          <p:cNvSpPr>
            <a:spLocks noChangeArrowheads="1"/>
          </p:cNvSpPr>
          <p:nvPr/>
        </p:nvSpPr>
        <p:spPr bwMode="auto">
          <a:xfrm>
            <a:off x="314247" y="637704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375" name="Oval 567"/>
          <p:cNvSpPr>
            <a:spLocks noChangeArrowheads="1"/>
          </p:cNvSpPr>
          <p:nvPr/>
        </p:nvSpPr>
        <p:spPr bwMode="auto">
          <a:xfrm>
            <a:off x="328454" y="615626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376" name="Line 109"/>
          <p:cNvSpPr>
            <a:spLocks noChangeShapeType="1"/>
          </p:cNvSpPr>
          <p:nvPr/>
        </p:nvSpPr>
        <p:spPr bwMode="auto">
          <a:xfrm>
            <a:off x="6536542" y="4584700"/>
            <a:ext cx="353144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7" name="Line 128"/>
          <p:cNvSpPr>
            <a:spLocks noChangeShapeType="1"/>
          </p:cNvSpPr>
          <p:nvPr/>
        </p:nvSpPr>
        <p:spPr bwMode="auto">
          <a:xfrm flipH="1" flipV="1">
            <a:off x="6536542" y="4578350"/>
            <a:ext cx="5804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8" name="Line 77"/>
          <p:cNvSpPr>
            <a:spLocks noChangeShapeType="1"/>
          </p:cNvSpPr>
          <p:nvPr/>
        </p:nvSpPr>
        <p:spPr bwMode="auto">
          <a:xfrm flipV="1">
            <a:off x="675790" y="3497068"/>
            <a:ext cx="6217876" cy="17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9" name="Rectangle 102"/>
          <p:cNvSpPr>
            <a:spLocks noChangeArrowheads="1"/>
          </p:cNvSpPr>
          <p:nvPr/>
        </p:nvSpPr>
        <p:spPr bwMode="auto">
          <a:xfrm flipH="1">
            <a:off x="6063848" y="3159057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 - tone</a:t>
            </a:r>
            <a:endParaRPr lang="ko-KR" altLang="ko-KR" dirty="0"/>
          </a:p>
        </p:txBody>
      </p:sp>
      <p:sp>
        <p:nvSpPr>
          <p:cNvPr id="380" name="Rectangle 102"/>
          <p:cNvSpPr>
            <a:spLocks noChangeArrowheads="1"/>
          </p:cNvSpPr>
          <p:nvPr/>
        </p:nvSpPr>
        <p:spPr bwMode="auto">
          <a:xfrm flipH="1">
            <a:off x="6057498" y="3401442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</a:t>
            </a:r>
            <a:r>
              <a:rPr lang="en-US" altLang="ko-KR" sz="600" dirty="0">
                <a:latin typeface="Arial" charset="0"/>
              </a:rPr>
              <a:t>Audio &amp; Signal</a:t>
            </a:r>
            <a:endParaRPr lang="ko-KR" altLang="ko-KR" dirty="0"/>
          </a:p>
        </p:txBody>
      </p:sp>
      <p:sp>
        <p:nvSpPr>
          <p:cNvPr id="381" name="Line 608"/>
          <p:cNvSpPr>
            <a:spLocks noChangeShapeType="1"/>
          </p:cNvSpPr>
          <p:nvPr/>
        </p:nvSpPr>
        <p:spPr bwMode="auto">
          <a:xfrm flipH="1">
            <a:off x="5756455" y="3492500"/>
            <a:ext cx="5388" cy="1618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2" name="Line 211"/>
          <p:cNvSpPr>
            <a:spLocks noChangeShapeType="1"/>
          </p:cNvSpPr>
          <p:nvPr/>
        </p:nvSpPr>
        <p:spPr bwMode="auto">
          <a:xfrm flipH="1">
            <a:off x="4024482" y="2880612"/>
            <a:ext cx="7620" cy="3962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3" name="Line 30"/>
          <p:cNvSpPr>
            <a:spLocks noChangeShapeType="1"/>
          </p:cNvSpPr>
          <p:nvPr/>
        </p:nvSpPr>
        <p:spPr bwMode="auto">
          <a:xfrm>
            <a:off x="2321288" y="2874262"/>
            <a:ext cx="0" cy="40386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4" name="Line 608"/>
          <p:cNvSpPr>
            <a:spLocks noChangeShapeType="1"/>
          </p:cNvSpPr>
          <p:nvPr/>
        </p:nvSpPr>
        <p:spPr bwMode="auto">
          <a:xfrm flipH="1">
            <a:off x="5646500" y="3268980"/>
            <a:ext cx="2312" cy="375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5" name="Line 608"/>
          <p:cNvSpPr>
            <a:spLocks noChangeShapeType="1"/>
          </p:cNvSpPr>
          <p:nvPr/>
        </p:nvSpPr>
        <p:spPr bwMode="auto">
          <a:xfrm>
            <a:off x="5534512" y="3154680"/>
            <a:ext cx="7278" cy="490048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6" name="Line 608"/>
          <p:cNvSpPr>
            <a:spLocks noChangeShapeType="1"/>
          </p:cNvSpPr>
          <p:nvPr/>
        </p:nvSpPr>
        <p:spPr bwMode="auto">
          <a:xfrm flipH="1">
            <a:off x="2543816" y="3276600"/>
            <a:ext cx="1116" cy="102108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7" name="Line 610"/>
          <p:cNvSpPr>
            <a:spLocks noChangeShapeType="1"/>
          </p:cNvSpPr>
          <p:nvPr/>
        </p:nvSpPr>
        <p:spPr bwMode="auto">
          <a:xfrm flipH="1">
            <a:off x="2421294" y="3154681"/>
            <a:ext cx="3897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8" name="Line 608"/>
          <p:cNvSpPr>
            <a:spLocks noChangeShapeType="1"/>
          </p:cNvSpPr>
          <p:nvPr/>
        </p:nvSpPr>
        <p:spPr bwMode="auto">
          <a:xfrm flipH="1">
            <a:off x="4929992" y="3262630"/>
            <a:ext cx="0" cy="10287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9" name="Line 609"/>
          <p:cNvSpPr>
            <a:spLocks noChangeShapeType="1"/>
          </p:cNvSpPr>
          <p:nvPr/>
        </p:nvSpPr>
        <p:spPr bwMode="auto">
          <a:xfrm flipH="1">
            <a:off x="4818596" y="3154681"/>
            <a:ext cx="10417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90" name="Line 608"/>
          <p:cNvSpPr>
            <a:spLocks noChangeShapeType="1"/>
          </p:cNvSpPr>
          <p:nvPr/>
        </p:nvSpPr>
        <p:spPr bwMode="auto">
          <a:xfrm>
            <a:off x="4707742" y="3498850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91" name="Line 608"/>
          <p:cNvSpPr>
            <a:spLocks noChangeShapeType="1"/>
          </p:cNvSpPr>
          <p:nvPr/>
        </p:nvSpPr>
        <p:spPr bwMode="auto">
          <a:xfrm>
            <a:off x="2306574" y="3501008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393" name="그룹 392"/>
          <p:cNvGrpSpPr/>
          <p:nvPr/>
        </p:nvGrpSpPr>
        <p:grpSpPr>
          <a:xfrm>
            <a:off x="675184" y="2966472"/>
            <a:ext cx="832684" cy="541776"/>
            <a:chOff x="6893238" y="1628800"/>
            <a:chExt cx="832684" cy="541776"/>
          </a:xfrm>
        </p:grpSpPr>
        <p:sp>
          <p:nvSpPr>
            <p:cNvPr id="394" name="Rectangle 101"/>
            <p:cNvSpPr>
              <a:spLocks noChangeArrowheads="1"/>
            </p:cNvSpPr>
            <p:nvPr/>
          </p:nvSpPr>
          <p:spPr bwMode="auto">
            <a:xfrm>
              <a:off x="7092280" y="1628800"/>
              <a:ext cx="493433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395" name="Rectangle 102"/>
            <p:cNvSpPr>
              <a:spLocks noChangeArrowheads="1"/>
            </p:cNvSpPr>
            <p:nvPr/>
          </p:nvSpPr>
          <p:spPr bwMode="auto">
            <a:xfrm>
              <a:off x="6893238" y="171103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396" name="Rectangle 76"/>
            <p:cNvSpPr>
              <a:spLocks noChangeArrowheads="1"/>
            </p:cNvSpPr>
            <p:nvPr/>
          </p:nvSpPr>
          <p:spPr bwMode="auto">
            <a:xfrm>
              <a:off x="7032178" y="1970992"/>
              <a:ext cx="69247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397" name="Rectangle 102"/>
            <p:cNvSpPr>
              <a:spLocks noChangeArrowheads="1"/>
            </p:cNvSpPr>
            <p:nvPr/>
          </p:nvSpPr>
          <p:spPr bwMode="auto">
            <a:xfrm>
              <a:off x="6918638" y="181496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398" name="Rectangle 102"/>
            <p:cNvSpPr>
              <a:spLocks noChangeArrowheads="1"/>
            </p:cNvSpPr>
            <p:nvPr/>
          </p:nvSpPr>
          <p:spPr bwMode="auto">
            <a:xfrm>
              <a:off x="6924988" y="205734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</a:t>
              </a:r>
              <a:r>
                <a:rPr lang="en-US" altLang="ko-KR" sz="600" dirty="0">
                  <a:latin typeface="Arial" charset="0"/>
                </a:rPr>
                <a:t>Audio &amp; Signal</a:t>
              </a:r>
              <a:endParaRPr lang="ko-KR" altLang="ko-KR" dirty="0"/>
            </a:p>
          </p:txBody>
        </p:sp>
      </p:grpSp>
      <p:sp>
        <p:nvSpPr>
          <p:cNvPr id="399" name="Rectangle 106"/>
          <p:cNvSpPr>
            <a:spLocks noChangeArrowheads="1"/>
          </p:cNvSpPr>
          <p:nvPr/>
        </p:nvSpPr>
        <p:spPr bwMode="auto">
          <a:xfrm>
            <a:off x="6326481" y="4182989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400" name="Rectangle 108"/>
          <p:cNvSpPr>
            <a:spLocks noChangeArrowheads="1"/>
          </p:cNvSpPr>
          <p:nvPr/>
        </p:nvSpPr>
        <p:spPr bwMode="auto">
          <a:xfrm>
            <a:off x="6300193" y="429309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401" name="Rectangle 106"/>
          <p:cNvSpPr>
            <a:spLocks noChangeArrowheads="1"/>
          </p:cNvSpPr>
          <p:nvPr/>
        </p:nvSpPr>
        <p:spPr bwMode="auto">
          <a:xfrm>
            <a:off x="6411688" y="4392764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402" name="Rectangle 106"/>
          <p:cNvSpPr>
            <a:spLocks noChangeArrowheads="1"/>
          </p:cNvSpPr>
          <p:nvPr/>
        </p:nvSpPr>
        <p:spPr bwMode="auto">
          <a:xfrm>
            <a:off x="6463641" y="4513920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403" name="Rectangle 106"/>
          <p:cNvSpPr>
            <a:spLocks noChangeArrowheads="1"/>
          </p:cNvSpPr>
          <p:nvPr/>
        </p:nvSpPr>
        <p:spPr bwMode="auto">
          <a:xfrm>
            <a:off x="6481119" y="4650289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405" name="Line 202"/>
          <p:cNvSpPr>
            <a:spLocks noChangeShapeType="1"/>
          </p:cNvSpPr>
          <p:nvPr/>
        </p:nvSpPr>
        <p:spPr bwMode="auto">
          <a:xfrm flipH="1" flipV="1">
            <a:off x="7400886" y="2268386"/>
            <a:ext cx="6843" cy="51835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6" name="Line 195"/>
          <p:cNvSpPr>
            <a:spLocks noChangeShapeType="1"/>
          </p:cNvSpPr>
          <p:nvPr/>
        </p:nvSpPr>
        <p:spPr bwMode="auto">
          <a:xfrm flipV="1">
            <a:off x="7283503" y="2792068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8" name="Rectangle 74"/>
          <p:cNvSpPr>
            <a:spLocks noChangeArrowheads="1"/>
          </p:cNvSpPr>
          <p:nvPr/>
        </p:nvSpPr>
        <p:spPr bwMode="auto">
          <a:xfrm flipH="1">
            <a:off x="6380983" y="2858845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그룹 641"/>
          <p:cNvGrpSpPr/>
          <p:nvPr/>
        </p:nvGrpSpPr>
        <p:grpSpPr>
          <a:xfrm>
            <a:off x="7692079" y="2780811"/>
            <a:ext cx="374246" cy="85814"/>
            <a:chOff x="10763258" y="8618765"/>
            <a:chExt cx="523945" cy="120140"/>
          </a:xfrm>
        </p:grpSpPr>
        <p:sp>
          <p:nvSpPr>
            <p:cNvPr id="64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639" name="그룹 638"/>
          <p:cNvGrpSpPr/>
          <p:nvPr/>
        </p:nvGrpSpPr>
        <p:grpSpPr>
          <a:xfrm>
            <a:off x="7695286" y="2893304"/>
            <a:ext cx="374246" cy="85814"/>
            <a:chOff x="10763258" y="8618765"/>
            <a:chExt cx="523945" cy="120140"/>
          </a:xfrm>
        </p:grpSpPr>
        <p:sp>
          <p:nvSpPr>
            <p:cNvPr id="640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1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648" name="그룹 647"/>
          <p:cNvGrpSpPr/>
          <p:nvPr/>
        </p:nvGrpSpPr>
        <p:grpSpPr>
          <a:xfrm>
            <a:off x="7695883" y="1542986"/>
            <a:ext cx="374246" cy="85814"/>
            <a:chOff x="10763258" y="8618765"/>
            <a:chExt cx="523945" cy="120140"/>
          </a:xfrm>
        </p:grpSpPr>
        <p:sp>
          <p:nvSpPr>
            <p:cNvPr id="64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5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" name="Line 46"/>
          <p:cNvSpPr>
            <a:spLocks noChangeShapeType="1"/>
          </p:cNvSpPr>
          <p:nvPr/>
        </p:nvSpPr>
        <p:spPr bwMode="auto">
          <a:xfrm flipV="1">
            <a:off x="1588812" y="2796267"/>
            <a:ext cx="6099224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" name="Line 46"/>
          <p:cNvSpPr>
            <a:spLocks noChangeShapeType="1"/>
          </p:cNvSpPr>
          <p:nvPr/>
        </p:nvSpPr>
        <p:spPr bwMode="auto">
          <a:xfrm>
            <a:off x="1578429" y="2902857"/>
            <a:ext cx="6113009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" name="Freeform 548"/>
          <p:cNvSpPr>
            <a:spLocks/>
          </p:cNvSpPr>
          <p:nvPr/>
        </p:nvSpPr>
        <p:spPr bwMode="auto">
          <a:xfrm flipH="1">
            <a:off x="7702248" y="640803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" name="Line 560"/>
          <p:cNvSpPr>
            <a:spLocks noChangeShapeType="1"/>
          </p:cNvSpPr>
          <p:nvPr/>
        </p:nvSpPr>
        <p:spPr bwMode="auto">
          <a:xfrm>
            <a:off x="7878536" y="244929"/>
            <a:ext cx="2085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413580" y="22646"/>
            <a:ext cx="989249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</a:t>
            </a:r>
            <a:r>
              <a:rPr lang="en-US" altLang="ko-KR" sz="600" b="1" dirty="0" smtClean="0">
                <a:latin typeface="Arial" charset="0"/>
              </a:rPr>
              <a:t>Rack-A </a:t>
            </a:r>
            <a:endParaRPr lang="ko-KR" altLang="ko-KR" dirty="0"/>
          </a:p>
        </p:txBody>
      </p:sp>
      <p:sp>
        <p:nvSpPr>
          <p:cNvPr id="34" name="Freeform 544"/>
          <p:cNvSpPr>
            <a:spLocks/>
          </p:cNvSpPr>
          <p:nvPr/>
        </p:nvSpPr>
        <p:spPr bwMode="auto">
          <a:xfrm flipH="1">
            <a:off x="7707802" y="653941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" name="Freeform 545"/>
          <p:cNvSpPr>
            <a:spLocks/>
          </p:cNvSpPr>
          <p:nvPr/>
        </p:nvSpPr>
        <p:spPr bwMode="auto">
          <a:xfrm flipH="1">
            <a:off x="7707802" y="664787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" name="Freeform 548"/>
          <p:cNvSpPr>
            <a:spLocks/>
          </p:cNvSpPr>
          <p:nvPr/>
        </p:nvSpPr>
        <p:spPr bwMode="auto">
          <a:xfrm flipH="1">
            <a:off x="7703038" y="62899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9" name="Oval 563"/>
          <p:cNvSpPr>
            <a:spLocks noChangeArrowheads="1"/>
          </p:cNvSpPr>
          <p:nvPr/>
        </p:nvSpPr>
        <p:spPr bwMode="auto">
          <a:xfrm flipH="1">
            <a:off x="8024838" y="6508427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0" name="Oval 564"/>
          <p:cNvSpPr>
            <a:spLocks noChangeArrowheads="1"/>
          </p:cNvSpPr>
          <p:nvPr/>
        </p:nvSpPr>
        <p:spPr bwMode="auto">
          <a:xfrm flipH="1">
            <a:off x="8024838" y="661688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1" name="Oval 567"/>
          <p:cNvSpPr>
            <a:spLocks noChangeArrowheads="1"/>
          </p:cNvSpPr>
          <p:nvPr/>
        </p:nvSpPr>
        <p:spPr bwMode="auto">
          <a:xfrm flipH="1">
            <a:off x="8020075" y="625892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4" name="Rectangle 2"/>
          <p:cNvSpPr>
            <a:spLocks noChangeArrowheads="1"/>
          </p:cNvSpPr>
          <p:nvPr/>
        </p:nvSpPr>
        <p:spPr bwMode="auto">
          <a:xfrm flipH="1">
            <a:off x="301543" y="184740"/>
            <a:ext cx="1243116" cy="4844460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70" name="Rectangle 32"/>
          <p:cNvSpPr>
            <a:spLocks noChangeArrowheads="1"/>
          </p:cNvSpPr>
          <p:nvPr/>
        </p:nvSpPr>
        <p:spPr bwMode="auto">
          <a:xfrm rot="16200000" flipH="1">
            <a:off x="-69128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71" name="Rectangle 34"/>
          <p:cNvSpPr>
            <a:spLocks noChangeArrowheads="1"/>
          </p:cNvSpPr>
          <p:nvPr/>
        </p:nvSpPr>
        <p:spPr bwMode="auto">
          <a:xfrm>
            <a:off x="1662656" y="1462422"/>
            <a:ext cx="520845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72" name="Line 35"/>
          <p:cNvSpPr>
            <a:spLocks noChangeShapeType="1"/>
          </p:cNvSpPr>
          <p:nvPr/>
        </p:nvSpPr>
        <p:spPr bwMode="auto">
          <a:xfrm flipV="1">
            <a:off x="1491026" y="1558018"/>
            <a:ext cx="6217421" cy="128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3" name="Rectangle 40"/>
          <p:cNvSpPr>
            <a:spLocks noChangeArrowheads="1"/>
          </p:cNvSpPr>
          <p:nvPr/>
        </p:nvSpPr>
        <p:spPr bwMode="auto">
          <a:xfrm>
            <a:off x="1514863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74" name="Line 41"/>
          <p:cNvSpPr>
            <a:spLocks noChangeShapeType="1"/>
          </p:cNvSpPr>
          <p:nvPr/>
        </p:nvSpPr>
        <p:spPr bwMode="auto">
          <a:xfrm>
            <a:off x="1486259" y="400467"/>
            <a:ext cx="5232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5" name="Line 49"/>
          <p:cNvSpPr>
            <a:spLocks noChangeShapeType="1"/>
          </p:cNvSpPr>
          <p:nvPr/>
        </p:nvSpPr>
        <p:spPr bwMode="auto">
          <a:xfrm flipH="1" flipV="1">
            <a:off x="1491025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6" name="Line 50"/>
          <p:cNvSpPr>
            <a:spLocks noChangeShapeType="1"/>
          </p:cNvSpPr>
          <p:nvPr/>
        </p:nvSpPr>
        <p:spPr bwMode="auto">
          <a:xfrm>
            <a:off x="1491026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7" name="Line 53"/>
          <p:cNvSpPr>
            <a:spLocks noChangeShapeType="1"/>
          </p:cNvSpPr>
          <p:nvPr/>
        </p:nvSpPr>
        <p:spPr bwMode="auto">
          <a:xfrm flipH="1" flipV="1">
            <a:off x="1653119" y="4834212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8" name="Line 54"/>
          <p:cNvSpPr>
            <a:spLocks noChangeShapeType="1"/>
          </p:cNvSpPr>
          <p:nvPr/>
        </p:nvSpPr>
        <p:spPr bwMode="auto">
          <a:xfrm flipH="1" flipV="1">
            <a:off x="1760387" y="4726943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9" name="Rectangle 59"/>
          <p:cNvSpPr>
            <a:spLocks noChangeArrowheads="1"/>
          </p:cNvSpPr>
          <p:nvPr/>
        </p:nvSpPr>
        <p:spPr bwMode="auto">
          <a:xfrm flipH="1">
            <a:off x="1112012" y="2219257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80" name="Line 60"/>
          <p:cNvSpPr>
            <a:spLocks noChangeShapeType="1"/>
          </p:cNvSpPr>
          <p:nvPr/>
        </p:nvSpPr>
        <p:spPr bwMode="auto">
          <a:xfrm flipH="1">
            <a:off x="1491025" y="1322892"/>
            <a:ext cx="162094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1" name="Oval 61"/>
          <p:cNvSpPr>
            <a:spLocks noChangeArrowheads="1"/>
          </p:cNvSpPr>
          <p:nvPr/>
        </p:nvSpPr>
        <p:spPr bwMode="auto">
          <a:xfrm>
            <a:off x="1598295" y="1264493"/>
            <a:ext cx="108459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82" name="Rectangle 64"/>
          <p:cNvSpPr>
            <a:spLocks noChangeArrowheads="1"/>
          </p:cNvSpPr>
          <p:nvPr/>
        </p:nvSpPr>
        <p:spPr bwMode="auto">
          <a:xfrm>
            <a:off x="1544659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83" name="Line 65"/>
          <p:cNvSpPr>
            <a:spLocks noChangeShapeType="1"/>
          </p:cNvSpPr>
          <p:nvPr/>
        </p:nvSpPr>
        <p:spPr bwMode="auto">
          <a:xfrm>
            <a:off x="1491027" y="2489810"/>
            <a:ext cx="5399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4" name="Rectangle 66"/>
          <p:cNvSpPr>
            <a:spLocks noChangeArrowheads="1"/>
          </p:cNvSpPr>
          <p:nvPr/>
        </p:nvSpPr>
        <p:spPr bwMode="auto">
          <a:xfrm>
            <a:off x="1544659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85" name="Line 67"/>
          <p:cNvSpPr>
            <a:spLocks noChangeShapeType="1"/>
          </p:cNvSpPr>
          <p:nvPr/>
        </p:nvSpPr>
        <p:spPr bwMode="auto">
          <a:xfrm>
            <a:off x="1491027" y="2382542"/>
            <a:ext cx="53991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6" name="Rectangle 68"/>
          <p:cNvSpPr>
            <a:spLocks noChangeArrowheads="1"/>
          </p:cNvSpPr>
          <p:nvPr/>
        </p:nvSpPr>
        <p:spPr bwMode="auto">
          <a:xfrm>
            <a:off x="1500561" y="2179926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87" name="Line 69"/>
          <p:cNvSpPr>
            <a:spLocks noChangeShapeType="1"/>
          </p:cNvSpPr>
          <p:nvPr/>
        </p:nvSpPr>
        <p:spPr bwMode="auto">
          <a:xfrm>
            <a:off x="1491027" y="2274081"/>
            <a:ext cx="539915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8" name="Rectangle 70"/>
          <p:cNvSpPr>
            <a:spLocks noChangeArrowheads="1"/>
          </p:cNvSpPr>
          <p:nvPr/>
        </p:nvSpPr>
        <p:spPr bwMode="auto">
          <a:xfrm>
            <a:off x="1662654" y="977332"/>
            <a:ext cx="638840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</a:t>
            </a:r>
            <a:r>
              <a:rPr lang="en-US" altLang="ko-KR" sz="600" dirty="0" smtClean="0">
                <a:latin typeface="Arial" charset="0"/>
              </a:rPr>
              <a:t>MDS</a:t>
            </a:r>
            <a:endParaRPr lang="ko-KR" altLang="ko-KR" dirty="0"/>
          </a:p>
        </p:txBody>
      </p:sp>
      <p:sp>
        <p:nvSpPr>
          <p:cNvPr id="89" name="Line 71"/>
          <p:cNvSpPr>
            <a:spLocks noChangeShapeType="1"/>
          </p:cNvSpPr>
          <p:nvPr/>
        </p:nvSpPr>
        <p:spPr bwMode="auto">
          <a:xfrm flipV="1">
            <a:off x="1491026" y="1079501"/>
            <a:ext cx="667974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0" name="Rectangle 72"/>
          <p:cNvSpPr>
            <a:spLocks noChangeArrowheads="1"/>
          </p:cNvSpPr>
          <p:nvPr/>
        </p:nvSpPr>
        <p:spPr bwMode="auto">
          <a:xfrm>
            <a:off x="1662656" y="1570880"/>
            <a:ext cx="520845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91" name="Line 73"/>
          <p:cNvSpPr>
            <a:spLocks noChangeShapeType="1"/>
          </p:cNvSpPr>
          <p:nvPr/>
        </p:nvSpPr>
        <p:spPr bwMode="auto">
          <a:xfrm>
            <a:off x="1491026" y="1679340"/>
            <a:ext cx="966036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none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2" name="Rectangle 74"/>
          <p:cNvSpPr>
            <a:spLocks noChangeArrowheads="1"/>
          </p:cNvSpPr>
          <p:nvPr/>
        </p:nvSpPr>
        <p:spPr bwMode="auto">
          <a:xfrm>
            <a:off x="1500165" y="2708920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93" name="Rectangle 81"/>
          <p:cNvSpPr>
            <a:spLocks noChangeArrowheads="1"/>
          </p:cNvSpPr>
          <p:nvPr/>
        </p:nvSpPr>
        <p:spPr bwMode="auto">
          <a:xfrm>
            <a:off x="508927" y="5371744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94" name="Line 82"/>
          <p:cNvSpPr>
            <a:spLocks noChangeShapeType="1"/>
          </p:cNvSpPr>
          <p:nvPr/>
        </p:nvSpPr>
        <p:spPr bwMode="auto">
          <a:xfrm flipV="1">
            <a:off x="463638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6" name="Rectangle 106"/>
          <p:cNvSpPr>
            <a:spLocks noChangeArrowheads="1"/>
          </p:cNvSpPr>
          <p:nvPr/>
        </p:nvSpPr>
        <p:spPr bwMode="auto">
          <a:xfrm>
            <a:off x="1499369" y="41858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107" name="Line 107"/>
          <p:cNvSpPr>
            <a:spLocks noChangeShapeType="1"/>
          </p:cNvSpPr>
          <p:nvPr/>
        </p:nvSpPr>
        <p:spPr bwMode="auto">
          <a:xfrm flipH="1" flipV="1">
            <a:off x="1491027" y="4262115"/>
            <a:ext cx="702009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8" name="Rectangle 108"/>
          <p:cNvSpPr>
            <a:spLocks noChangeArrowheads="1"/>
          </p:cNvSpPr>
          <p:nvPr/>
        </p:nvSpPr>
        <p:spPr bwMode="auto">
          <a:xfrm>
            <a:off x="1499369" y="4287146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109" name="Line 109"/>
          <p:cNvSpPr>
            <a:spLocks noChangeShapeType="1"/>
          </p:cNvSpPr>
          <p:nvPr/>
        </p:nvSpPr>
        <p:spPr bwMode="auto">
          <a:xfrm flipH="1" flipV="1">
            <a:off x="1491026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0" name="Rectangle 112"/>
          <p:cNvSpPr>
            <a:spLocks noChangeArrowheads="1"/>
          </p:cNvSpPr>
          <p:nvPr/>
        </p:nvSpPr>
        <p:spPr bwMode="auto">
          <a:xfrm rot="16200000" flipH="1">
            <a:off x="-1168029" y="2716265"/>
            <a:ext cx="3965340" cy="59474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111" name="Rectangle 115"/>
          <p:cNvSpPr>
            <a:spLocks noChangeArrowheads="1"/>
          </p:cNvSpPr>
          <p:nvPr/>
        </p:nvSpPr>
        <p:spPr bwMode="auto">
          <a:xfrm>
            <a:off x="538725" y="383783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112" name="Line 116"/>
          <p:cNvSpPr>
            <a:spLocks noChangeShapeType="1"/>
          </p:cNvSpPr>
          <p:nvPr/>
        </p:nvSpPr>
        <p:spPr bwMode="auto">
          <a:xfrm>
            <a:off x="570906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3" name="Line 118"/>
          <p:cNvSpPr>
            <a:spLocks noChangeShapeType="1"/>
          </p:cNvSpPr>
          <p:nvPr/>
        </p:nvSpPr>
        <p:spPr bwMode="auto">
          <a:xfrm flipV="1">
            <a:off x="570904" y="489859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4" name="Line 128"/>
          <p:cNvSpPr>
            <a:spLocks noChangeShapeType="1"/>
          </p:cNvSpPr>
          <p:nvPr/>
        </p:nvSpPr>
        <p:spPr bwMode="auto">
          <a:xfrm flipV="1">
            <a:off x="2082801" y="4377724"/>
            <a:ext cx="1775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5" name="Line 129"/>
          <p:cNvSpPr>
            <a:spLocks noChangeShapeType="1"/>
          </p:cNvSpPr>
          <p:nvPr/>
        </p:nvSpPr>
        <p:spPr bwMode="auto">
          <a:xfrm flipH="1" flipV="1">
            <a:off x="2193034" y="4272840"/>
            <a:ext cx="406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1" name="Rectangle 182"/>
          <p:cNvSpPr>
            <a:spLocks noChangeArrowheads="1"/>
          </p:cNvSpPr>
          <p:nvPr/>
        </p:nvSpPr>
        <p:spPr bwMode="auto">
          <a:xfrm flipH="1">
            <a:off x="1112012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122" name="Rectangle 183"/>
          <p:cNvSpPr>
            <a:spLocks noChangeArrowheads="1"/>
          </p:cNvSpPr>
          <p:nvPr/>
        </p:nvSpPr>
        <p:spPr bwMode="auto">
          <a:xfrm flipH="1">
            <a:off x="1112012" y="1030965"/>
            <a:ext cx="379014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123" name="Rectangle 185"/>
          <p:cNvSpPr>
            <a:spLocks noChangeArrowheads="1"/>
          </p:cNvSpPr>
          <p:nvPr/>
        </p:nvSpPr>
        <p:spPr bwMode="auto">
          <a:xfrm flipH="1">
            <a:off x="1112012" y="1462421"/>
            <a:ext cx="379014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124" name="Rectangle 186"/>
          <p:cNvSpPr>
            <a:spLocks noChangeArrowheads="1"/>
          </p:cNvSpPr>
          <p:nvPr/>
        </p:nvSpPr>
        <p:spPr bwMode="auto">
          <a:xfrm flipH="1">
            <a:off x="1112012" y="2057162"/>
            <a:ext cx="379014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HDD</a:t>
            </a:r>
            <a:endParaRPr lang="ko-KR" altLang="ko-KR" dirty="0"/>
          </a:p>
        </p:txBody>
      </p:sp>
      <p:sp>
        <p:nvSpPr>
          <p:cNvPr id="125" name="Rectangle 187"/>
          <p:cNvSpPr>
            <a:spLocks noChangeArrowheads="1"/>
          </p:cNvSpPr>
          <p:nvPr/>
        </p:nvSpPr>
        <p:spPr bwMode="auto">
          <a:xfrm flipH="1">
            <a:off x="1112012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126" name="Rectangle 188"/>
          <p:cNvSpPr>
            <a:spLocks noChangeArrowheads="1"/>
          </p:cNvSpPr>
          <p:nvPr/>
        </p:nvSpPr>
        <p:spPr bwMode="auto">
          <a:xfrm flipH="1">
            <a:off x="1112012" y="1732975"/>
            <a:ext cx="379014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127" name="Line 190"/>
          <p:cNvSpPr>
            <a:spLocks noChangeShapeType="1"/>
          </p:cNvSpPr>
          <p:nvPr/>
        </p:nvSpPr>
        <p:spPr bwMode="auto">
          <a:xfrm flipH="1" flipV="1">
            <a:off x="896284" y="1355154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8" name="Line 191"/>
          <p:cNvSpPr>
            <a:spLocks noChangeShapeType="1"/>
          </p:cNvSpPr>
          <p:nvPr/>
        </p:nvSpPr>
        <p:spPr bwMode="auto">
          <a:xfrm flipV="1">
            <a:off x="896285" y="1265763"/>
            <a:ext cx="218112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9" name="Line 192"/>
          <p:cNvSpPr>
            <a:spLocks noChangeShapeType="1"/>
          </p:cNvSpPr>
          <p:nvPr/>
        </p:nvSpPr>
        <p:spPr bwMode="auto">
          <a:xfrm>
            <a:off x="896284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0" name="Rectangle 193"/>
          <p:cNvSpPr>
            <a:spLocks noChangeArrowheads="1"/>
          </p:cNvSpPr>
          <p:nvPr/>
        </p:nvSpPr>
        <p:spPr bwMode="auto">
          <a:xfrm flipH="1">
            <a:off x="1112012" y="1193058"/>
            <a:ext cx="379014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131" name="Line 195"/>
          <p:cNvSpPr>
            <a:spLocks noChangeShapeType="1"/>
          </p:cNvSpPr>
          <p:nvPr/>
        </p:nvSpPr>
        <p:spPr bwMode="auto">
          <a:xfrm flipH="1" flipV="1">
            <a:off x="991634" y="2238326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2" name="Line 197"/>
          <p:cNvSpPr>
            <a:spLocks noChangeShapeType="1"/>
          </p:cNvSpPr>
          <p:nvPr/>
        </p:nvSpPr>
        <p:spPr bwMode="auto">
          <a:xfrm flipH="1" flipV="1">
            <a:off x="1003553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3" name="Line 198"/>
          <p:cNvSpPr>
            <a:spLocks noChangeShapeType="1"/>
          </p:cNvSpPr>
          <p:nvPr/>
        </p:nvSpPr>
        <p:spPr bwMode="auto">
          <a:xfrm flipH="1" flipV="1">
            <a:off x="1003553" y="1517248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4" name="Line 199"/>
          <p:cNvSpPr>
            <a:spLocks noChangeShapeType="1"/>
          </p:cNvSpPr>
          <p:nvPr/>
        </p:nvSpPr>
        <p:spPr bwMode="auto">
          <a:xfrm flipH="1">
            <a:off x="1003552" y="1589950"/>
            <a:ext cx="110844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5" name="Line 200"/>
          <p:cNvSpPr>
            <a:spLocks noChangeShapeType="1"/>
          </p:cNvSpPr>
          <p:nvPr/>
        </p:nvSpPr>
        <p:spPr bwMode="auto">
          <a:xfrm flipH="1">
            <a:off x="991633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6" name="Line 201"/>
          <p:cNvSpPr>
            <a:spLocks noChangeShapeType="1"/>
          </p:cNvSpPr>
          <p:nvPr/>
        </p:nvSpPr>
        <p:spPr bwMode="auto">
          <a:xfrm flipH="1" flipV="1">
            <a:off x="1003552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7" name="Line 202"/>
          <p:cNvSpPr>
            <a:spLocks noChangeShapeType="1"/>
          </p:cNvSpPr>
          <p:nvPr/>
        </p:nvSpPr>
        <p:spPr bwMode="auto">
          <a:xfrm flipV="1">
            <a:off x="991633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8" name="Rectangle 203"/>
          <p:cNvSpPr>
            <a:spLocks noChangeArrowheads="1"/>
          </p:cNvSpPr>
          <p:nvPr/>
        </p:nvSpPr>
        <p:spPr bwMode="auto">
          <a:xfrm rot="-5400000">
            <a:off x="690092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139" name="Rectangle 204"/>
          <p:cNvSpPr>
            <a:spLocks noChangeArrowheads="1"/>
          </p:cNvSpPr>
          <p:nvPr/>
        </p:nvSpPr>
        <p:spPr bwMode="auto">
          <a:xfrm rot="-5400000">
            <a:off x="1044672" y="2013660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140" name="Rectangle 205"/>
          <p:cNvSpPr>
            <a:spLocks noChangeArrowheads="1"/>
          </p:cNvSpPr>
          <p:nvPr/>
        </p:nvSpPr>
        <p:spPr bwMode="auto">
          <a:xfrm rot="-5400000">
            <a:off x="998189" y="1690664"/>
            <a:ext cx="312269" cy="870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141" name="Line 207"/>
          <p:cNvSpPr>
            <a:spLocks noChangeShapeType="1"/>
          </p:cNvSpPr>
          <p:nvPr/>
        </p:nvSpPr>
        <p:spPr bwMode="auto">
          <a:xfrm flipH="1">
            <a:off x="1003553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2" name="Line 208"/>
          <p:cNvSpPr>
            <a:spLocks noChangeShapeType="1"/>
          </p:cNvSpPr>
          <p:nvPr/>
        </p:nvSpPr>
        <p:spPr bwMode="auto">
          <a:xfrm flipV="1">
            <a:off x="1002506" y="1138231"/>
            <a:ext cx="1045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3" name="Rectangle 210"/>
          <p:cNvSpPr>
            <a:spLocks noChangeArrowheads="1"/>
          </p:cNvSpPr>
          <p:nvPr/>
        </p:nvSpPr>
        <p:spPr bwMode="auto">
          <a:xfrm rot="16200000" flipH="1">
            <a:off x="-1168029" y="2716265"/>
            <a:ext cx="3965340" cy="59474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1416" tIns="45707" rIns="91416" bIns="45707" anchor="ctr"/>
          <a:lstStyle/>
          <a:p>
            <a:pPr algn="ctr"/>
            <a:endParaRPr lang="ko-KR" altLang="ko-KR"/>
          </a:p>
        </p:txBody>
      </p:sp>
      <p:sp>
        <p:nvSpPr>
          <p:cNvPr id="286" name="Rectangle 527"/>
          <p:cNvSpPr>
            <a:spLocks noChangeArrowheads="1"/>
          </p:cNvSpPr>
          <p:nvPr/>
        </p:nvSpPr>
        <p:spPr bwMode="auto">
          <a:xfrm flipH="1">
            <a:off x="1112012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22" name="Rectangle 209"/>
          <p:cNvSpPr>
            <a:spLocks noChangeArrowheads="1"/>
          </p:cNvSpPr>
          <p:nvPr/>
        </p:nvSpPr>
        <p:spPr bwMode="auto">
          <a:xfrm flipH="1">
            <a:off x="1115616" y="2986665"/>
            <a:ext cx="216024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23" name="Line 192"/>
          <p:cNvSpPr>
            <a:spLocks noChangeShapeType="1"/>
          </p:cNvSpPr>
          <p:nvPr/>
        </p:nvSpPr>
        <p:spPr bwMode="auto">
          <a:xfrm>
            <a:off x="890331" y="3009550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4" name="Line 190"/>
          <p:cNvSpPr>
            <a:spLocks noChangeShapeType="1"/>
          </p:cNvSpPr>
          <p:nvPr/>
        </p:nvSpPr>
        <p:spPr bwMode="auto">
          <a:xfrm flipH="1" flipV="1">
            <a:off x="895663" y="1745082"/>
            <a:ext cx="24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cxnSp>
        <p:nvCxnSpPr>
          <p:cNvPr id="331" name="꺾인 연결선 330"/>
          <p:cNvCxnSpPr/>
          <p:nvPr/>
        </p:nvCxnSpPr>
        <p:spPr>
          <a:xfrm>
            <a:off x="542926" y="5029200"/>
            <a:ext cx="572691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 93"/>
          <p:cNvSpPr>
            <a:spLocks noChangeArrowheads="1"/>
          </p:cNvSpPr>
          <p:nvPr/>
        </p:nvSpPr>
        <p:spPr bwMode="auto">
          <a:xfrm>
            <a:off x="587530" y="5190102"/>
            <a:ext cx="486891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38" name="Line 128"/>
          <p:cNvSpPr>
            <a:spLocks noChangeShapeType="1"/>
          </p:cNvSpPr>
          <p:nvPr/>
        </p:nvSpPr>
        <p:spPr bwMode="auto">
          <a:xfrm flipV="1">
            <a:off x="1949450" y="4470400"/>
            <a:ext cx="6350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9" name="Line 109"/>
          <p:cNvSpPr>
            <a:spLocks noChangeShapeType="1"/>
          </p:cNvSpPr>
          <p:nvPr/>
        </p:nvSpPr>
        <p:spPr bwMode="auto">
          <a:xfrm flipH="1">
            <a:off x="1496286" y="4470400"/>
            <a:ext cx="459514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0" name="Line 74"/>
          <p:cNvSpPr>
            <a:spLocks noChangeShapeType="1"/>
          </p:cNvSpPr>
          <p:nvPr/>
        </p:nvSpPr>
        <p:spPr bwMode="auto">
          <a:xfrm>
            <a:off x="312421" y="6179820"/>
            <a:ext cx="133788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1" name="Line 75"/>
          <p:cNvSpPr>
            <a:spLocks noChangeShapeType="1"/>
          </p:cNvSpPr>
          <p:nvPr/>
        </p:nvSpPr>
        <p:spPr bwMode="auto">
          <a:xfrm flipH="1">
            <a:off x="1763688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2" name="Line 117"/>
          <p:cNvSpPr>
            <a:spLocks noChangeShapeType="1"/>
          </p:cNvSpPr>
          <p:nvPr/>
        </p:nvSpPr>
        <p:spPr bwMode="auto">
          <a:xfrm flipV="1">
            <a:off x="323528" y="6524625"/>
            <a:ext cx="7386960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3" name="Line 118"/>
          <p:cNvSpPr>
            <a:spLocks noChangeShapeType="1"/>
          </p:cNvSpPr>
          <p:nvPr/>
        </p:nvSpPr>
        <p:spPr bwMode="auto">
          <a:xfrm>
            <a:off x="323528" y="6633928"/>
            <a:ext cx="738696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4" name="Line 134"/>
          <p:cNvSpPr>
            <a:spLocks noChangeShapeType="1"/>
          </p:cNvSpPr>
          <p:nvPr/>
        </p:nvSpPr>
        <p:spPr bwMode="auto">
          <a:xfrm flipV="1">
            <a:off x="323529" y="6286500"/>
            <a:ext cx="7382197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5" name="Line 135"/>
          <p:cNvSpPr>
            <a:spLocks noChangeShapeType="1"/>
          </p:cNvSpPr>
          <p:nvPr/>
        </p:nvSpPr>
        <p:spPr bwMode="auto">
          <a:xfrm>
            <a:off x="323530" y="6402706"/>
            <a:ext cx="7391722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6" name="Rectangle 207"/>
          <p:cNvSpPr>
            <a:spLocks noChangeArrowheads="1"/>
          </p:cNvSpPr>
          <p:nvPr/>
        </p:nvSpPr>
        <p:spPr bwMode="auto">
          <a:xfrm flipH="1">
            <a:off x="6828736" y="6092822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47" name="Rectangle 208"/>
          <p:cNvSpPr>
            <a:spLocks noChangeArrowheads="1"/>
          </p:cNvSpPr>
          <p:nvPr/>
        </p:nvSpPr>
        <p:spPr bwMode="auto">
          <a:xfrm flipH="1">
            <a:off x="6839462" y="621320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48" name="Rectangle 209"/>
          <p:cNvSpPr>
            <a:spLocks noChangeArrowheads="1"/>
          </p:cNvSpPr>
          <p:nvPr/>
        </p:nvSpPr>
        <p:spPr bwMode="auto">
          <a:xfrm flipH="1">
            <a:off x="6843038" y="632166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49" name="Rectangle 210"/>
          <p:cNvSpPr>
            <a:spLocks noChangeArrowheads="1"/>
          </p:cNvSpPr>
          <p:nvPr/>
        </p:nvSpPr>
        <p:spPr bwMode="auto">
          <a:xfrm flipH="1">
            <a:off x="6841846" y="643846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0" name="Rectangle 211"/>
          <p:cNvSpPr>
            <a:spLocks noChangeArrowheads="1"/>
          </p:cNvSpPr>
          <p:nvPr/>
        </p:nvSpPr>
        <p:spPr bwMode="auto">
          <a:xfrm flipH="1">
            <a:off x="6841846" y="655288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1" name="Rectangle 228"/>
          <p:cNvSpPr>
            <a:spLocks noChangeArrowheads="1"/>
          </p:cNvSpPr>
          <p:nvPr/>
        </p:nvSpPr>
        <p:spPr bwMode="auto">
          <a:xfrm>
            <a:off x="341405" y="6088055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2" name="Rectangle 229"/>
          <p:cNvSpPr>
            <a:spLocks noChangeArrowheads="1"/>
          </p:cNvSpPr>
          <p:nvPr/>
        </p:nvSpPr>
        <p:spPr bwMode="auto">
          <a:xfrm>
            <a:off x="441260" y="620843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53" name="Rectangle 230"/>
          <p:cNvSpPr>
            <a:spLocks noChangeArrowheads="1"/>
          </p:cNvSpPr>
          <p:nvPr/>
        </p:nvSpPr>
        <p:spPr bwMode="auto">
          <a:xfrm>
            <a:off x="407352" y="631689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54" name="Rectangle 231"/>
          <p:cNvSpPr>
            <a:spLocks noChangeArrowheads="1"/>
          </p:cNvSpPr>
          <p:nvPr/>
        </p:nvSpPr>
        <p:spPr bwMode="auto">
          <a:xfrm>
            <a:off x="359285" y="6433697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5" name="Rectangle 232"/>
          <p:cNvSpPr>
            <a:spLocks noChangeArrowheads="1"/>
          </p:cNvSpPr>
          <p:nvPr/>
        </p:nvSpPr>
        <p:spPr bwMode="auto">
          <a:xfrm>
            <a:off x="359285" y="654811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6" name="Oval 567"/>
          <p:cNvSpPr>
            <a:spLocks noChangeArrowheads="1"/>
          </p:cNvSpPr>
          <p:nvPr/>
        </p:nvSpPr>
        <p:spPr bwMode="auto">
          <a:xfrm flipH="1">
            <a:off x="8019285" y="637704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grpSp>
        <p:nvGrpSpPr>
          <p:cNvPr id="638" name="그룹 637"/>
          <p:cNvGrpSpPr/>
          <p:nvPr/>
        </p:nvGrpSpPr>
        <p:grpSpPr>
          <a:xfrm>
            <a:off x="7688042" y="6156261"/>
            <a:ext cx="374246" cy="85814"/>
            <a:chOff x="10763258" y="8618765"/>
            <a:chExt cx="523945" cy="120140"/>
          </a:xfrm>
        </p:grpSpPr>
        <p:sp>
          <p:nvSpPr>
            <p:cNvPr id="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357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58" name="Line 109"/>
          <p:cNvSpPr>
            <a:spLocks noChangeShapeType="1"/>
          </p:cNvSpPr>
          <p:nvPr/>
        </p:nvSpPr>
        <p:spPr bwMode="auto">
          <a:xfrm flipH="1">
            <a:off x="1501056" y="4584700"/>
            <a:ext cx="353144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9" name="Line 128"/>
          <p:cNvSpPr>
            <a:spLocks noChangeShapeType="1"/>
          </p:cNvSpPr>
          <p:nvPr/>
        </p:nvSpPr>
        <p:spPr bwMode="auto">
          <a:xfrm flipV="1">
            <a:off x="1848396" y="4578350"/>
            <a:ext cx="5804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0" name="Rectangle 106"/>
          <p:cNvSpPr>
            <a:spLocks noChangeArrowheads="1"/>
          </p:cNvSpPr>
          <p:nvPr/>
        </p:nvSpPr>
        <p:spPr bwMode="auto">
          <a:xfrm>
            <a:off x="1607436" y="4395612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81" name="Rectangle 106"/>
          <p:cNvSpPr>
            <a:spLocks noChangeArrowheads="1"/>
          </p:cNvSpPr>
          <p:nvPr/>
        </p:nvSpPr>
        <p:spPr bwMode="auto">
          <a:xfrm>
            <a:off x="1613669" y="4516768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82" name="Rectangle 106"/>
          <p:cNvSpPr>
            <a:spLocks noChangeArrowheads="1"/>
          </p:cNvSpPr>
          <p:nvPr/>
        </p:nvSpPr>
        <p:spPr bwMode="auto">
          <a:xfrm>
            <a:off x="1540044" y="46531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83" name="Line 195"/>
          <p:cNvSpPr>
            <a:spLocks noChangeShapeType="1"/>
          </p:cNvSpPr>
          <p:nvPr/>
        </p:nvSpPr>
        <p:spPr bwMode="auto">
          <a:xfrm flipH="1" flipV="1">
            <a:off x="998814" y="2732874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4" name="Line 202"/>
          <p:cNvSpPr>
            <a:spLocks noChangeShapeType="1"/>
          </p:cNvSpPr>
          <p:nvPr/>
        </p:nvSpPr>
        <p:spPr bwMode="auto">
          <a:xfrm flipH="1" flipV="1">
            <a:off x="987929" y="2249609"/>
            <a:ext cx="8114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5" name="Rectangle 74"/>
          <p:cNvSpPr>
            <a:spLocks noChangeArrowheads="1"/>
          </p:cNvSpPr>
          <p:nvPr/>
        </p:nvSpPr>
        <p:spPr bwMode="auto">
          <a:xfrm>
            <a:off x="1515718" y="2817777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86" name="Rectangle 209"/>
          <p:cNvSpPr>
            <a:spLocks noChangeArrowheads="1"/>
          </p:cNvSpPr>
          <p:nvPr/>
        </p:nvSpPr>
        <p:spPr bwMode="auto">
          <a:xfrm flipH="1">
            <a:off x="1115616" y="2698633"/>
            <a:ext cx="216024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/>
              <a:t>485</a:t>
            </a:r>
          </a:p>
          <a:p>
            <a:pPr algn="ctr"/>
            <a:r>
              <a:rPr lang="en-US" altLang="ko-KR" sz="600" dirty="0" smtClean="0"/>
              <a:t>Card</a:t>
            </a:r>
            <a:endParaRPr lang="ko-KR" altLang="ko-KR" sz="600" dirty="0"/>
          </a:p>
        </p:txBody>
      </p:sp>
      <p:grpSp>
        <p:nvGrpSpPr>
          <p:cNvPr id="387" name="Group 454"/>
          <p:cNvGrpSpPr>
            <a:grpSpLocks/>
          </p:cNvGrpSpPr>
          <p:nvPr/>
        </p:nvGrpSpPr>
        <p:grpSpPr bwMode="auto">
          <a:xfrm>
            <a:off x="2164554" y="218939"/>
            <a:ext cx="1505327" cy="505351"/>
            <a:chOff x="2375" y="729"/>
            <a:chExt cx="1263" cy="424"/>
          </a:xfrm>
        </p:grpSpPr>
        <p:sp>
          <p:nvSpPr>
            <p:cNvPr id="388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800" dirty="0">
                  <a:latin typeface="Arial" charset="0"/>
                </a:rPr>
                <a:t>Control </a:t>
              </a:r>
              <a:r>
                <a:rPr lang="en-US" altLang="ko-KR" sz="800" dirty="0" smtClean="0">
                  <a:latin typeface="Arial" charset="0"/>
                </a:rPr>
                <a:t>Head</a:t>
              </a:r>
              <a:endParaRPr lang="ko-KR" altLang="ko-KR" dirty="0"/>
            </a:p>
          </p:txBody>
        </p:sp>
        <p:sp>
          <p:nvSpPr>
            <p:cNvPr id="389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390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1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392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3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394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63" name="그룹 462"/>
          <p:cNvGrpSpPr/>
          <p:nvPr/>
        </p:nvGrpSpPr>
        <p:grpSpPr>
          <a:xfrm>
            <a:off x="3440446" y="1834537"/>
            <a:ext cx="972563" cy="625361"/>
            <a:chOff x="5666768" y="1056184"/>
            <a:chExt cx="1361588" cy="875506"/>
          </a:xfrm>
        </p:grpSpPr>
        <p:sp>
          <p:nvSpPr>
            <p:cNvPr id="43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38" name="그림 43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3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sp>
        <p:nvSpPr>
          <p:cNvPr id="396" name="Rectangle 396"/>
          <p:cNvSpPr>
            <a:spLocks noChangeArrowheads="1"/>
          </p:cNvSpPr>
          <p:nvPr/>
        </p:nvSpPr>
        <p:spPr bwMode="auto">
          <a:xfrm flipV="1">
            <a:off x="2514628" y="960154"/>
            <a:ext cx="771429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397" name="Rectangle 402" descr="좁은 눈금"/>
          <p:cNvSpPr>
            <a:spLocks noChangeArrowheads="1"/>
          </p:cNvSpPr>
          <p:nvPr/>
        </p:nvSpPr>
        <p:spPr bwMode="auto">
          <a:xfrm flipV="1">
            <a:off x="2543596" y="1014980"/>
            <a:ext cx="714753" cy="278897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99" name="Rectangle 370"/>
          <p:cNvSpPr>
            <a:spLocks noChangeArrowheads="1"/>
          </p:cNvSpPr>
          <p:nvPr/>
        </p:nvSpPr>
        <p:spPr bwMode="auto">
          <a:xfrm flipV="1">
            <a:off x="6526503" y="3789040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00" name="Rectangle 383" descr="좁은 눈금"/>
          <p:cNvSpPr>
            <a:spLocks noChangeArrowheads="1"/>
          </p:cNvSpPr>
          <p:nvPr/>
        </p:nvSpPr>
        <p:spPr bwMode="auto">
          <a:xfrm flipV="1">
            <a:off x="6577874" y="3817645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02" name="Rectangle 384"/>
          <p:cNvSpPr>
            <a:spLocks noChangeArrowheads="1"/>
          </p:cNvSpPr>
          <p:nvPr/>
        </p:nvSpPr>
        <p:spPr bwMode="auto">
          <a:xfrm flipV="1">
            <a:off x="5395063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03" name="Rectangle 391" descr="좁은 눈금"/>
          <p:cNvSpPr>
            <a:spLocks noChangeArrowheads="1"/>
          </p:cNvSpPr>
          <p:nvPr/>
        </p:nvSpPr>
        <p:spPr bwMode="auto">
          <a:xfrm flipV="1">
            <a:off x="5433686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49" name="Rectangle 370"/>
          <p:cNvSpPr>
            <a:spLocks noChangeArrowheads="1"/>
          </p:cNvSpPr>
          <p:nvPr/>
        </p:nvSpPr>
        <p:spPr bwMode="auto">
          <a:xfrm flipV="1">
            <a:off x="3800486" y="1165892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0" name="Rectangle 383" descr="좁은 눈금"/>
          <p:cNvSpPr>
            <a:spLocks noChangeArrowheads="1"/>
          </p:cNvSpPr>
          <p:nvPr/>
        </p:nvSpPr>
        <p:spPr bwMode="auto">
          <a:xfrm flipV="1">
            <a:off x="3851857" y="1194497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2" name="Rectangle 384"/>
          <p:cNvSpPr>
            <a:spLocks noChangeArrowheads="1"/>
          </p:cNvSpPr>
          <p:nvPr/>
        </p:nvSpPr>
        <p:spPr bwMode="auto">
          <a:xfrm flipV="1">
            <a:off x="6732240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3" name="Rectangle 391" descr="좁은 눈금"/>
          <p:cNvSpPr>
            <a:spLocks noChangeArrowheads="1"/>
          </p:cNvSpPr>
          <p:nvPr/>
        </p:nvSpPr>
        <p:spPr bwMode="auto">
          <a:xfrm flipV="1">
            <a:off x="6770863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5" name="Rectangle 384"/>
          <p:cNvSpPr>
            <a:spLocks noChangeArrowheads="1"/>
          </p:cNvSpPr>
          <p:nvPr/>
        </p:nvSpPr>
        <p:spPr bwMode="auto">
          <a:xfrm flipV="1">
            <a:off x="3646183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6" name="Rectangle 391" descr="좁은 눈금"/>
          <p:cNvSpPr>
            <a:spLocks noChangeArrowheads="1"/>
          </p:cNvSpPr>
          <p:nvPr/>
        </p:nvSpPr>
        <p:spPr bwMode="auto">
          <a:xfrm flipV="1">
            <a:off x="3684806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8" name="Rectangle 384"/>
          <p:cNvSpPr>
            <a:spLocks noChangeArrowheads="1"/>
          </p:cNvSpPr>
          <p:nvPr/>
        </p:nvSpPr>
        <p:spPr bwMode="auto">
          <a:xfrm flipV="1">
            <a:off x="5240646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9" name="Rectangle 391" descr="좁은 눈금"/>
          <p:cNvSpPr>
            <a:spLocks noChangeArrowheads="1"/>
          </p:cNvSpPr>
          <p:nvPr/>
        </p:nvSpPr>
        <p:spPr bwMode="auto">
          <a:xfrm flipV="1">
            <a:off x="5279269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464" name="그룹 463"/>
          <p:cNvGrpSpPr/>
          <p:nvPr/>
        </p:nvGrpSpPr>
        <p:grpSpPr>
          <a:xfrm>
            <a:off x="4839137" y="1838288"/>
            <a:ext cx="972563" cy="625361"/>
            <a:chOff x="5666768" y="1056184"/>
            <a:chExt cx="1361588" cy="875506"/>
          </a:xfrm>
        </p:grpSpPr>
        <p:sp>
          <p:nvSpPr>
            <p:cNvPr id="465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66" name="그림 465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67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68" name="그룹 467"/>
          <p:cNvGrpSpPr/>
          <p:nvPr/>
        </p:nvGrpSpPr>
        <p:grpSpPr>
          <a:xfrm>
            <a:off x="6227863" y="1838288"/>
            <a:ext cx="972563" cy="625361"/>
            <a:chOff x="5666768" y="1056184"/>
            <a:chExt cx="1361588" cy="875506"/>
          </a:xfrm>
        </p:grpSpPr>
        <p:sp>
          <p:nvSpPr>
            <p:cNvPr id="469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0" name="그림 469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1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72" name="그룹 471"/>
          <p:cNvGrpSpPr/>
          <p:nvPr/>
        </p:nvGrpSpPr>
        <p:grpSpPr>
          <a:xfrm>
            <a:off x="2926103" y="3068960"/>
            <a:ext cx="972563" cy="625361"/>
            <a:chOff x="5666768" y="1056184"/>
            <a:chExt cx="1361588" cy="875506"/>
          </a:xfrm>
        </p:grpSpPr>
        <p:sp>
          <p:nvSpPr>
            <p:cNvPr id="47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4" name="그림 47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76" name="그룹 475"/>
          <p:cNvGrpSpPr/>
          <p:nvPr/>
        </p:nvGrpSpPr>
        <p:grpSpPr>
          <a:xfrm>
            <a:off x="4324794" y="3072711"/>
            <a:ext cx="972563" cy="625361"/>
            <a:chOff x="5666768" y="1056184"/>
            <a:chExt cx="1361588" cy="875506"/>
          </a:xfrm>
        </p:grpSpPr>
        <p:sp>
          <p:nvSpPr>
            <p:cNvPr id="47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8" name="그림 47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80" name="그룹 479"/>
          <p:cNvGrpSpPr/>
          <p:nvPr/>
        </p:nvGrpSpPr>
        <p:grpSpPr>
          <a:xfrm>
            <a:off x="5713520" y="3072711"/>
            <a:ext cx="972563" cy="625361"/>
            <a:chOff x="5666768" y="1056184"/>
            <a:chExt cx="1361588" cy="875506"/>
          </a:xfrm>
        </p:grpSpPr>
        <p:sp>
          <p:nvSpPr>
            <p:cNvPr id="481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2" name="그림 481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3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cxnSp>
        <p:nvCxnSpPr>
          <p:cNvPr id="485" name="직선 연결선 484"/>
          <p:cNvCxnSpPr>
            <a:stCxn id="91" idx="1"/>
          </p:cNvCxnSpPr>
          <p:nvPr/>
        </p:nvCxnSpPr>
        <p:spPr>
          <a:xfrm rot="16200000" flipH="1">
            <a:off x="1971140" y="2165431"/>
            <a:ext cx="977976" cy="6133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직선 연결선 486"/>
          <p:cNvCxnSpPr/>
          <p:nvPr/>
        </p:nvCxnSpPr>
        <p:spPr>
          <a:xfrm flipV="1">
            <a:off x="2463195" y="2653393"/>
            <a:ext cx="564395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" name="Line 420"/>
          <p:cNvSpPr>
            <a:spLocks noChangeShapeType="1"/>
          </p:cNvSpPr>
          <p:nvPr/>
        </p:nvSpPr>
        <p:spPr bwMode="auto">
          <a:xfrm flipH="1">
            <a:off x="3028971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2" name="Line 421"/>
          <p:cNvSpPr>
            <a:spLocks noChangeShapeType="1"/>
          </p:cNvSpPr>
          <p:nvPr/>
        </p:nvSpPr>
        <p:spPr bwMode="auto">
          <a:xfrm flipH="1">
            <a:off x="3028971" y="2656796"/>
            <a:ext cx="202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3" name="Line 422"/>
          <p:cNvSpPr>
            <a:spLocks noChangeShapeType="1"/>
          </p:cNvSpPr>
          <p:nvPr/>
        </p:nvSpPr>
        <p:spPr bwMode="auto">
          <a:xfrm flipH="1">
            <a:off x="3137432" y="2656796"/>
            <a:ext cx="24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5" name="Line 420"/>
          <p:cNvSpPr>
            <a:spLocks noChangeShapeType="1"/>
          </p:cNvSpPr>
          <p:nvPr/>
        </p:nvSpPr>
        <p:spPr bwMode="auto">
          <a:xfrm rot="10800000" flipH="1">
            <a:off x="3543314" y="2372695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6" name="Line 421"/>
          <p:cNvSpPr>
            <a:spLocks noChangeShapeType="1"/>
          </p:cNvSpPr>
          <p:nvPr/>
        </p:nvSpPr>
        <p:spPr bwMode="auto">
          <a:xfrm rot="10800000" flipH="1">
            <a:off x="3646714" y="2372694"/>
            <a:ext cx="5060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7" name="Line 422"/>
          <p:cNvSpPr>
            <a:spLocks noChangeShapeType="1"/>
          </p:cNvSpPr>
          <p:nvPr/>
        </p:nvSpPr>
        <p:spPr bwMode="auto">
          <a:xfrm rot="10800000">
            <a:off x="3543314" y="2372694"/>
            <a:ext cx="4749" cy="29770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9" name="Line 420"/>
          <p:cNvSpPr>
            <a:spLocks noChangeShapeType="1"/>
          </p:cNvSpPr>
          <p:nvPr/>
        </p:nvSpPr>
        <p:spPr bwMode="auto">
          <a:xfrm flipH="1">
            <a:off x="4417697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0" name="Line 421"/>
          <p:cNvSpPr>
            <a:spLocks noChangeShapeType="1"/>
          </p:cNvSpPr>
          <p:nvPr/>
        </p:nvSpPr>
        <p:spPr bwMode="auto">
          <a:xfrm flipH="1">
            <a:off x="4417697" y="2656796"/>
            <a:ext cx="1142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1" name="Line 422"/>
          <p:cNvSpPr>
            <a:spLocks noChangeShapeType="1"/>
          </p:cNvSpPr>
          <p:nvPr/>
        </p:nvSpPr>
        <p:spPr bwMode="auto">
          <a:xfrm flipH="1">
            <a:off x="4526157" y="2653393"/>
            <a:ext cx="15227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3" name="Line 420"/>
          <p:cNvSpPr>
            <a:spLocks noChangeShapeType="1"/>
          </p:cNvSpPr>
          <p:nvPr/>
        </p:nvSpPr>
        <p:spPr bwMode="auto">
          <a:xfrm rot="10800000" flipH="1">
            <a:off x="4949191" y="2372179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4" name="Line 421"/>
          <p:cNvSpPr>
            <a:spLocks noChangeShapeType="1"/>
          </p:cNvSpPr>
          <p:nvPr/>
        </p:nvSpPr>
        <p:spPr bwMode="auto">
          <a:xfrm rot="10800000" flipH="1">
            <a:off x="5055054" y="2372178"/>
            <a:ext cx="2597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5" name="Line 422"/>
          <p:cNvSpPr>
            <a:spLocks noChangeShapeType="1"/>
          </p:cNvSpPr>
          <p:nvPr/>
        </p:nvSpPr>
        <p:spPr bwMode="auto">
          <a:xfrm rot="10800000" flipH="1">
            <a:off x="4946197" y="2372178"/>
            <a:ext cx="299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7" name="Line 420"/>
          <p:cNvSpPr>
            <a:spLocks noChangeShapeType="1"/>
          </p:cNvSpPr>
          <p:nvPr/>
        </p:nvSpPr>
        <p:spPr bwMode="auto">
          <a:xfrm flipH="1">
            <a:off x="5811199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8" name="Line 421"/>
          <p:cNvSpPr>
            <a:spLocks noChangeShapeType="1"/>
          </p:cNvSpPr>
          <p:nvPr/>
        </p:nvSpPr>
        <p:spPr bwMode="auto">
          <a:xfrm>
            <a:off x="5806849" y="2656796"/>
            <a:ext cx="435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9" name="Line 422"/>
          <p:cNvSpPr>
            <a:spLocks noChangeShapeType="1"/>
          </p:cNvSpPr>
          <p:nvPr/>
        </p:nvSpPr>
        <p:spPr bwMode="auto">
          <a:xfrm flipH="1">
            <a:off x="5919658" y="2653393"/>
            <a:ext cx="2851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11" name="Line 420"/>
          <p:cNvSpPr>
            <a:spLocks noChangeShapeType="1"/>
          </p:cNvSpPr>
          <p:nvPr/>
        </p:nvSpPr>
        <p:spPr bwMode="auto">
          <a:xfrm rot="10800000" flipH="1">
            <a:off x="6332338" y="2370882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12" name="Line 421"/>
          <p:cNvSpPr>
            <a:spLocks noChangeShapeType="1"/>
          </p:cNvSpPr>
          <p:nvPr/>
        </p:nvSpPr>
        <p:spPr bwMode="auto">
          <a:xfrm rot="10800000" flipH="1">
            <a:off x="6436179" y="2370882"/>
            <a:ext cx="4619" cy="28931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13" name="Line 422"/>
          <p:cNvSpPr>
            <a:spLocks noChangeShapeType="1"/>
          </p:cNvSpPr>
          <p:nvPr/>
        </p:nvSpPr>
        <p:spPr bwMode="auto">
          <a:xfrm rot="10800000">
            <a:off x="6332338" y="2370882"/>
            <a:ext cx="1787" cy="2927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cxnSp>
        <p:nvCxnSpPr>
          <p:cNvPr id="535" name="직선 연결선 534"/>
          <p:cNvCxnSpPr/>
          <p:nvPr/>
        </p:nvCxnSpPr>
        <p:spPr>
          <a:xfrm>
            <a:off x="3131840" y="2661580"/>
            <a:ext cx="412821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/>
          <p:cNvCxnSpPr/>
          <p:nvPr/>
        </p:nvCxnSpPr>
        <p:spPr>
          <a:xfrm flipV="1">
            <a:off x="3639645" y="2657928"/>
            <a:ext cx="803087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연결선 540"/>
          <p:cNvCxnSpPr/>
          <p:nvPr/>
        </p:nvCxnSpPr>
        <p:spPr>
          <a:xfrm>
            <a:off x="4544786" y="2653393"/>
            <a:ext cx="408214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직선 연결선 548"/>
          <p:cNvCxnSpPr/>
          <p:nvPr/>
        </p:nvCxnSpPr>
        <p:spPr>
          <a:xfrm>
            <a:off x="5044849" y="2648365"/>
            <a:ext cx="7620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직선 연결선 555"/>
          <p:cNvCxnSpPr/>
          <p:nvPr/>
        </p:nvCxnSpPr>
        <p:spPr>
          <a:xfrm>
            <a:off x="6428968" y="2660520"/>
            <a:ext cx="1251131" cy="1945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직선 연결선 556"/>
          <p:cNvCxnSpPr/>
          <p:nvPr/>
        </p:nvCxnSpPr>
        <p:spPr>
          <a:xfrm>
            <a:off x="5909291" y="2657486"/>
            <a:ext cx="422566" cy="497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/>
          <p:cNvCxnSpPr/>
          <p:nvPr/>
        </p:nvCxnSpPr>
        <p:spPr>
          <a:xfrm rot="5400000" flipH="1" flipV="1">
            <a:off x="1949224" y="2067152"/>
            <a:ext cx="1431018" cy="453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직선 연결선 565"/>
          <p:cNvCxnSpPr/>
          <p:nvPr/>
        </p:nvCxnSpPr>
        <p:spPr>
          <a:xfrm rot="5400000" flipH="1" flipV="1">
            <a:off x="6680585" y="2074213"/>
            <a:ext cx="1448806" cy="820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직선 연결선 566"/>
          <p:cNvCxnSpPr/>
          <p:nvPr/>
        </p:nvCxnSpPr>
        <p:spPr>
          <a:xfrm rot="16200000" flipV="1">
            <a:off x="5440475" y="2077473"/>
            <a:ext cx="1449551" cy="242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연결선 567"/>
          <p:cNvCxnSpPr/>
          <p:nvPr/>
        </p:nvCxnSpPr>
        <p:spPr>
          <a:xfrm rot="5400000" flipH="1" flipV="1">
            <a:off x="4053281" y="2073833"/>
            <a:ext cx="1449551" cy="970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직선 연결선 570"/>
          <p:cNvCxnSpPr/>
          <p:nvPr/>
        </p:nvCxnSpPr>
        <p:spPr>
          <a:xfrm rot="5400000">
            <a:off x="3595627" y="3527041"/>
            <a:ext cx="1228718" cy="395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직선 연결선 571"/>
          <p:cNvCxnSpPr/>
          <p:nvPr/>
        </p:nvCxnSpPr>
        <p:spPr>
          <a:xfrm rot="5400000">
            <a:off x="4984972" y="3527661"/>
            <a:ext cx="1228718" cy="2710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직선 연결선 572"/>
          <p:cNvCxnSpPr/>
          <p:nvPr/>
        </p:nvCxnSpPr>
        <p:spPr>
          <a:xfrm rot="5400000">
            <a:off x="6500255" y="3351867"/>
            <a:ext cx="874932" cy="5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6" name="그룹 595"/>
          <p:cNvGrpSpPr/>
          <p:nvPr/>
        </p:nvGrpSpPr>
        <p:grpSpPr>
          <a:xfrm>
            <a:off x="3131840" y="718043"/>
            <a:ext cx="526805" cy="270619"/>
            <a:chOff x="4384576" y="1005260"/>
            <a:chExt cx="737527" cy="378866"/>
          </a:xfrm>
        </p:grpSpPr>
        <p:sp>
          <p:nvSpPr>
            <p:cNvPr id="593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594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595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597" name="그룹 596"/>
          <p:cNvGrpSpPr/>
          <p:nvPr/>
        </p:nvGrpSpPr>
        <p:grpSpPr>
          <a:xfrm>
            <a:off x="5754989" y="836953"/>
            <a:ext cx="526805" cy="270619"/>
            <a:chOff x="4384576" y="1005260"/>
            <a:chExt cx="737527" cy="378866"/>
          </a:xfrm>
        </p:grpSpPr>
        <p:sp>
          <p:nvSpPr>
            <p:cNvPr id="59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59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01" name="그룹 600"/>
          <p:cNvGrpSpPr/>
          <p:nvPr/>
        </p:nvGrpSpPr>
        <p:grpSpPr>
          <a:xfrm>
            <a:off x="7028384" y="843838"/>
            <a:ext cx="526805" cy="270619"/>
            <a:chOff x="4384576" y="1005260"/>
            <a:chExt cx="737527" cy="378866"/>
          </a:xfrm>
        </p:grpSpPr>
        <p:sp>
          <p:nvSpPr>
            <p:cNvPr id="60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0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05" name="그룹 604"/>
          <p:cNvGrpSpPr/>
          <p:nvPr/>
        </p:nvGrpSpPr>
        <p:grpSpPr>
          <a:xfrm>
            <a:off x="4006223" y="1563758"/>
            <a:ext cx="526805" cy="270619"/>
            <a:chOff x="4384576" y="1005260"/>
            <a:chExt cx="737527" cy="378866"/>
          </a:xfrm>
        </p:grpSpPr>
        <p:sp>
          <p:nvSpPr>
            <p:cNvPr id="60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0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17" name="그룹 616"/>
          <p:cNvGrpSpPr/>
          <p:nvPr/>
        </p:nvGrpSpPr>
        <p:grpSpPr>
          <a:xfrm>
            <a:off x="4623435" y="878020"/>
            <a:ext cx="526805" cy="270619"/>
            <a:chOff x="4384576" y="1005260"/>
            <a:chExt cx="737527" cy="378866"/>
          </a:xfrm>
        </p:grpSpPr>
        <p:sp>
          <p:nvSpPr>
            <p:cNvPr id="61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61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2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25" name="그룹 624"/>
          <p:cNvGrpSpPr/>
          <p:nvPr/>
        </p:nvGrpSpPr>
        <p:grpSpPr>
          <a:xfrm>
            <a:off x="7277283" y="3501168"/>
            <a:ext cx="526805" cy="270619"/>
            <a:chOff x="4384576" y="1005260"/>
            <a:chExt cx="737527" cy="378866"/>
          </a:xfrm>
        </p:grpSpPr>
        <p:sp>
          <p:nvSpPr>
            <p:cNvPr id="62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62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2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629" name="직선 연결선 628"/>
          <p:cNvCxnSpPr/>
          <p:nvPr/>
        </p:nvCxnSpPr>
        <p:spPr>
          <a:xfrm rot="5400000" flipH="1" flipV="1">
            <a:off x="1333942" y="1772835"/>
            <a:ext cx="2056199" cy="34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5" name="그룹 644"/>
          <p:cNvGrpSpPr/>
          <p:nvPr/>
        </p:nvGrpSpPr>
        <p:grpSpPr>
          <a:xfrm>
            <a:off x="7695286" y="2657486"/>
            <a:ext cx="374246" cy="85814"/>
            <a:chOff x="10763258" y="8618765"/>
            <a:chExt cx="523945" cy="120140"/>
          </a:xfrm>
        </p:grpSpPr>
        <p:sp>
          <p:nvSpPr>
            <p:cNvPr id="646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7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652" name="직선 연결선 651"/>
          <p:cNvCxnSpPr/>
          <p:nvPr/>
        </p:nvCxnSpPr>
        <p:spPr>
          <a:xfrm rot="16200000" flipH="1">
            <a:off x="3522310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직선 연결선 658"/>
          <p:cNvCxnSpPr/>
          <p:nvPr/>
        </p:nvCxnSpPr>
        <p:spPr>
          <a:xfrm rot="16200000" flipH="1">
            <a:off x="4960397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직선 연결선 659"/>
          <p:cNvCxnSpPr/>
          <p:nvPr/>
        </p:nvCxnSpPr>
        <p:spPr>
          <a:xfrm rot="16200000" flipH="1">
            <a:off x="6351195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직선 연결선 660"/>
          <p:cNvCxnSpPr/>
          <p:nvPr/>
        </p:nvCxnSpPr>
        <p:spPr>
          <a:xfrm rot="5400000" flipH="1" flipV="1">
            <a:off x="3822698" y="2633988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직선 연결선 662"/>
          <p:cNvCxnSpPr/>
          <p:nvPr/>
        </p:nvCxnSpPr>
        <p:spPr>
          <a:xfrm rot="5400000" flipH="1" flipV="1">
            <a:off x="5221133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직선 연결선 663"/>
          <p:cNvCxnSpPr/>
          <p:nvPr/>
        </p:nvCxnSpPr>
        <p:spPr>
          <a:xfrm rot="5400000" flipH="1" flipV="1">
            <a:off x="6605872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5" name="그룹 664"/>
          <p:cNvGrpSpPr/>
          <p:nvPr/>
        </p:nvGrpSpPr>
        <p:grpSpPr>
          <a:xfrm>
            <a:off x="5433921" y="1563918"/>
            <a:ext cx="526805" cy="270619"/>
            <a:chOff x="4384576" y="1005260"/>
            <a:chExt cx="737527" cy="378866"/>
          </a:xfrm>
        </p:grpSpPr>
        <p:sp>
          <p:nvSpPr>
            <p:cNvPr id="6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69" name="그룹 668"/>
          <p:cNvGrpSpPr/>
          <p:nvPr/>
        </p:nvGrpSpPr>
        <p:grpSpPr>
          <a:xfrm>
            <a:off x="6783675" y="1563918"/>
            <a:ext cx="526805" cy="270619"/>
            <a:chOff x="4384576" y="1005260"/>
            <a:chExt cx="737527" cy="378866"/>
          </a:xfrm>
        </p:grpSpPr>
        <p:sp>
          <p:nvSpPr>
            <p:cNvPr id="670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71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72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83" name="그룹 682"/>
          <p:cNvGrpSpPr/>
          <p:nvPr/>
        </p:nvGrpSpPr>
        <p:grpSpPr>
          <a:xfrm>
            <a:off x="2905693" y="3686172"/>
            <a:ext cx="526805" cy="272794"/>
            <a:chOff x="4067969" y="5160640"/>
            <a:chExt cx="737527" cy="381912"/>
          </a:xfrm>
        </p:grpSpPr>
        <p:grpSp>
          <p:nvGrpSpPr>
            <p:cNvPr id="677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79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80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82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84" name="그룹 683"/>
          <p:cNvGrpSpPr/>
          <p:nvPr/>
        </p:nvGrpSpPr>
        <p:grpSpPr>
          <a:xfrm>
            <a:off x="4314829" y="3686172"/>
            <a:ext cx="526805" cy="272794"/>
            <a:chOff x="4067969" y="5160640"/>
            <a:chExt cx="737527" cy="381912"/>
          </a:xfrm>
        </p:grpSpPr>
        <p:grpSp>
          <p:nvGrpSpPr>
            <p:cNvPr id="685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8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8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86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89" name="그룹 688"/>
          <p:cNvGrpSpPr/>
          <p:nvPr/>
        </p:nvGrpSpPr>
        <p:grpSpPr>
          <a:xfrm>
            <a:off x="5703555" y="3686172"/>
            <a:ext cx="526805" cy="272794"/>
            <a:chOff x="4067969" y="5160640"/>
            <a:chExt cx="737527" cy="381912"/>
          </a:xfrm>
        </p:grpSpPr>
        <p:grpSp>
          <p:nvGrpSpPr>
            <p:cNvPr id="69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9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9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9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94" name="그룹 693"/>
          <p:cNvGrpSpPr/>
          <p:nvPr/>
        </p:nvGrpSpPr>
        <p:grpSpPr>
          <a:xfrm>
            <a:off x="3440446" y="4390629"/>
            <a:ext cx="526805" cy="272794"/>
            <a:chOff x="4067969" y="5160640"/>
            <a:chExt cx="737527" cy="381912"/>
          </a:xfrm>
        </p:grpSpPr>
        <p:grpSp>
          <p:nvGrpSpPr>
            <p:cNvPr id="695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9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9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96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99" name="그룹 698"/>
          <p:cNvGrpSpPr/>
          <p:nvPr/>
        </p:nvGrpSpPr>
        <p:grpSpPr>
          <a:xfrm>
            <a:off x="4971013" y="4390629"/>
            <a:ext cx="526805" cy="272794"/>
            <a:chOff x="4067969" y="5160640"/>
            <a:chExt cx="737527" cy="381912"/>
          </a:xfrm>
        </p:grpSpPr>
        <p:grpSp>
          <p:nvGrpSpPr>
            <p:cNvPr id="70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70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70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70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sp>
        <p:nvSpPr>
          <p:cNvPr id="266" name="TextBox 265"/>
          <p:cNvSpPr txBox="1"/>
          <p:nvPr/>
        </p:nvSpPr>
        <p:spPr>
          <a:xfrm>
            <a:off x="5086566" y="42040"/>
            <a:ext cx="2520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 smtClean="0"/>
              <a:t>A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그룹 641"/>
          <p:cNvGrpSpPr/>
          <p:nvPr/>
        </p:nvGrpSpPr>
        <p:grpSpPr>
          <a:xfrm flipH="1">
            <a:off x="317287" y="2780882"/>
            <a:ext cx="374245" cy="85815"/>
            <a:chOff x="10763258" y="8618765"/>
            <a:chExt cx="523945" cy="120140"/>
          </a:xfrm>
        </p:grpSpPr>
        <p:sp>
          <p:nvSpPr>
            <p:cNvPr id="52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3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1" name="그룹 638"/>
          <p:cNvGrpSpPr/>
          <p:nvPr/>
        </p:nvGrpSpPr>
        <p:grpSpPr>
          <a:xfrm flipH="1">
            <a:off x="314080" y="2893375"/>
            <a:ext cx="374245" cy="85815"/>
            <a:chOff x="10763258" y="8618765"/>
            <a:chExt cx="523945" cy="120140"/>
          </a:xfrm>
        </p:grpSpPr>
        <p:sp>
          <p:nvSpPr>
            <p:cNvPr id="5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8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2" name="그룹 647"/>
          <p:cNvGrpSpPr/>
          <p:nvPr/>
        </p:nvGrpSpPr>
        <p:grpSpPr>
          <a:xfrm flipH="1">
            <a:off x="313483" y="1543057"/>
            <a:ext cx="374245" cy="85815"/>
            <a:chOff x="10763258" y="8618765"/>
            <a:chExt cx="523945" cy="120140"/>
          </a:xfrm>
        </p:grpSpPr>
        <p:sp>
          <p:nvSpPr>
            <p:cNvPr id="525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6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63" name="Line 46"/>
          <p:cNvSpPr>
            <a:spLocks noChangeShapeType="1"/>
          </p:cNvSpPr>
          <p:nvPr/>
        </p:nvSpPr>
        <p:spPr bwMode="auto">
          <a:xfrm flipH="1" flipV="1">
            <a:off x="695555" y="2796267"/>
            <a:ext cx="6099224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4" name="Line 46"/>
          <p:cNvSpPr>
            <a:spLocks noChangeShapeType="1"/>
          </p:cNvSpPr>
          <p:nvPr/>
        </p:nvSpPr>
        <p:spPr bwMode="auto">
          <a:xfrm flipH="1">
            <a:off x="692153" y="2902857"/>
            <a:ext cx="6113009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5" name="Freeform 548"/>
          <p:cNvSpPr>
            <a:spLocks/>
          </p:cNvSpPr>
          <p:nvPr/>
        </p:nvSpPr>
        <p:spPr bwMode="auto">
          <a:xfrm>
            <a:off x="338085" y="640803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6" name="Line 560"/>
          <p:cNvSpPr>
            <a:spLocks noChangeShapeType="1"/>
          </p:cNvSpPr>
          <p:nvPr/>
        </p:nvSpPr>
        <p:spPr bwMode="auto">
          <a:xfrm flipH="1">
            <a:off x="502970" y="244929"/>
            <a:ext cx="2085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7" name="Rectangle 33"/>
          <p:cNvSpPr>
            <a:spLocks noChangeArrowheads="1"/>
          </p:cNvSpPr>
          <p:nvPr/>
        </p:nvSpPr>
        <p:spPr bwMode="auto">
          <a:xfrm flipH="1">
            <a:off x="6980762" y="22646"/>
            <a:ext cx="989249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</a:t>
            </a:r>
            <a:r>
              <a:rPr lang="en-US" altLang="ko-KR" sz="600" b="1" dirty="0" smtClean="0">
                <a:latin typeface="Arial" charset="0"/>
              </a:rPr>
              <a:t>Rack-A </a:t>
            </a:r>
            <a:endParaRPr lang="ko-KR" altLang="ko-KR" dirty="0"/>
          </a:p>
        </p:txBody>
      </p:sp>
      <p:sp>
        <p:nvSpPr>
          <p:cNvPr id="268" name="Freeform 544"/>
          <p:cNvSpPr>
            <a:spLocks/>
          </p:cNvSpPr>
          <p:nvPr/>
        </p:nvSpPr>
        <p:spPr bwMode="auto">
          <a:xfrm>
            <a:off x="332531" y="653941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9" name="Freeform 545"/>
          <p:cNvSpPr>
            <a:spLocks/>
          </p:cNvSpPr>
          <p:nvPr/>
        </p:nvSpPr>
        <p:spPr bwMode="auto">
          <a:xfrm>
            <a:off x="332531" y="664787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70" name="Freeform 548"/>
          <p:cNvSpPr>
            <a:spLocks/>
          </p:cNvSpPr>
          <p:nvPr/>
        </p:nvSpPr>
        <p:spPr bwMode="auto">
          <a:xfrm>
            <a:off x="337295" y="62899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71" name="Oval 563"/>
          <p:cNvSpPr>
            <a:spLocks noChangeArrowheads="1"/>
          </p:cNvSpPr>
          <p:nvPr/>
        </p:nvSpPr>
        <p:spPr bwMode="auto">
          <a:xfrm>
            <a:off x="301543" y="6508427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2" name="Oval 564"/>
          <p:cNvSpPr>
            <a:spLocks noChangeArrowheads="1"/>
          </p:cNvSpPr>
          <p:nvPr/>
        </p:nvSpPr>
        <p:spPr bwMode="auto">
          <a:xfrm>
            <a:off x="301543" y="661688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3" name="Oval 567"/>
          <p:cNvSpPr>
            <a:spLocks noChangeArrowheads="1"/>
          </p:cNvSpPr>
          <p:nvPr/>
        </p:nvSpPr>
        <p:spPr bwMode="auto">
          <a:xfrm>
            <a:off x="306306" y="625892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4" name="Rectangle 2"/>
          <p:cNvSpPr>
            <a:spLocks noChangeArrowheads="1"/>
          </p:cNvSpPr>
          <p:nvPr/>
        </p:nvSpPr>
        <p:spPr bwMode="auto">
          <a:xfrm>
            <a:off x="6838932" y="184740"/>
            <a:ext cx="1243116" cy="4844460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5" name="Rectangle 32"/>
          <p:cNvSpPr>
            <a:spLocks noChangeArrowheads="1"/>
          </p:cNvSpPr>
          <p:nvPr/>
        </p:nvSpPr>
        <p:spPr bwMode="auto">
          <a:xfrm rot="5400000">
            <a:off x="7549284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276" name="Rectangle 34"/>
          <p:cNvSpPr>
            <a:spLocks noChangeArrowheads="1"/>
          </p:cNvSpPr>
          <p:nvPr/>
        </p:nvSpPr>
        <p:spPr bwMode="auto">
          <a:xfrm flipH="1">
            <a:off x="6200090" y="1462422"/>
            <a:ext cx="520845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77" name="Line 35"/>
          <p:cNvSpPr>
            <a:spLocks noChangeShapeType="1"/>
          </p:cNvSpPr>
          <p:nvPr/>
        </p:nvSpPr>
        <p:spPr bwMode="auto">
          <a:xfrm flipH="1" flipV="1">
            <a:off x="675144" y="1558018"/>
            <a:ext cx="6217421" cy="128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78" name="Rectangle 40"/>
          <p:cNvSpPr>
            <a:spLocks noChangeArrowheads="1"/>
          </p:cNvSpPr>
          <p:nvPr/>
        </p:nvSpPr>
        <p:spPr bwMode="auto">
          <a:xfrm flipH="1">
            <a:off x="6346690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79" name="Line 41"/>
          <p:cNvSpPr>
            <a:spLocks noChangeShapeType="1"/>
          </p:cNvSpPr>
          <p:nvPr/>
        </p:nvSpPr>
        <p:spPr bwMode="auto">
          <a:xfrm flipH="1">
            <a:off x="6374103" y="400467"/>
            <a:ext cx="5232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0" name="Line 49"/>
          <p:cNvSpPr>
            <a:spLocks noChangeShapeType="1"/>
          </p:cNvSpPr>
          <p:nvPr/>
        </p:nvSpPr>
        <p:spPr bwMode="auto">
          <a:xfrm flipV="1">
            <a:off x="6730472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1" name="Line 50"/>
          <p:cNvSpPr>
            <a:spLocks noChangeShapeType="1"/>
          </p:cNvSpPr>
          <p:nvPr/>
        </p:nvSpPr>
        <p:spPr bwMode="auto">
          <a:xfrm flipH="1">
            <a:off x="6623203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2" name="Line 53"/>
          <p:cNvSpPr>
            <a:spLocks noChangeShapeType="1"/>
          </p:cNvSpPr>
          <p:nvPr/>
        </p:nvSpPr>
        <p:spPr bwMode="auto">
          <a:xfrm flipV="1">
            <a:off x="6730472" y="4834212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3" name="Line 54"/>
          <p:cNvSpPr>
            <a:spLocks noChangeShapeType="1"/>
          </p:cNvSpPr>
          <p:nvPr/>
        </p:nvSpPr>
        <p:spPr bwMode="auto">
          <a:xfrm flipV="1">
            <a:off x="6623204" y="4726943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4" name="Rectangle 59"/>
          <p:cNvSpPr>
            <a:spLocks noChangeArrowheads="1"/>
          </p:cNvSpPr>
          <p:nvPr/>
        </p:nvSpPr>
        <p:spPr bwMode="auto">
          <a:xfrm>
            <a:off x="6892565" y="2219257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285" name="Line 60"/>
          <p:cNvSpPr>
            <a:spLocks noChangeShapeType="1"/>
          </p:cNvSpPr>
          <p:nvPr/>
        </p:nvSpPr>
        <p:spPr bwMode="auto">
          <a:xfrm>
            <a:off x="6730472" y="1322892"/>
            <a:ext cx="162094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6" name="Oval 61"/>
          <p:cNvSpPr>
            <a:spLocks noChangeArrowheads="1"/>
          </p:cNvSpPr>
          <p:nvPr/>
        </p:nvSpPr>
        <p:spPr bwMode="auto">
          <a:xfrm flipH="1">
            <a:off x="6676837" y="1264493"/>
            <a:ext cx="108459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287" name="Rectangle 64"/>
          <p:cNvSpPr>
            <a:spLocks noChangeArrowheads="1"/>
          </p:cNvSpPr>
          <p:nvPr/>
        </p:nvSpPr>
        <p:spPr bwMode="auto">
          <a:xfrm flipH="1">
            <a:off x="6345499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288" name="Line 65"/>
          <p:cNvSpPr>
            <a:spLocks noChangeShapeType="1"/>
          </p:cNvSpPr>
          <p:nvPr/>
        </p:nvSpPr>
        <p:spPr bwMode="auto">
          <a:xfrm flipH="1">
            <a:off x="6352649" y="2489810"/>
            <a:ext cx="5399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9" name="Rectangle 66"/>
          <p:cNvSpPr>
            <a:spLocks noChangeArrowheads="1"/>
          </p:cNvSpPr>
          <p:nvPr/>
        </p:nvSpPr>
        <p:spPr bwMode="auto">
          <a:xfrm flipH="1">
            <a:off x="6345499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290" name="Line 67"/>
          <p:cNvSpPr>
            <a:spLocks noChangeShapeType="1"/>
          </p:cNvSpPr>
          <p:nvPr/>
        </p:nvSpPr>
        <p:spPr bwMode="auto">
          <a:xfrm flipH="1">
            <a:off x="6352649" y="2382542"/>
            <a:ext cx="53991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1" name="Rectangle 68"/>
          <p:cNvSpPr>
            <a:spLocks noChangeArrowheads="1"/>
          </p:cNvSpPr>
          <p:nvPr/>
        </p:nvSpPr>
        <p:spPr bwMode="auto">
          <a:xfrm flipH="1">
            <a:off x="6389597" y="2179926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292" name="Line 69"/>
          <p:cNvSpPr>
            <a:spLocks noChangeShapeType="1"/>
          </p:cNvSpPr>
          <p:nvPr/>
        </p:nvSpPr>
        <p:spPr bwMode="auto">
          <a:xfrm flipH="1">
            <a:off x="6352649" y="2274081"/>
            <a:ext cx="539915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3" name="Rectangle 70"/>
          <p:cNvSpPr>
            <a:spLocks noChangeArrowheads="1"/>
          </p:cNvSpPr>
          <p:nvPr/>
        </p:nvSpPr>
        <p:spPr bwMode="auto">
          <a:xfrm flipH="1">
            <a:off x="6082097" y="977332"/>
            <a:ext cx="638840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</a:t>
            </a:r>
            <a:r>
              <a:rPr lang="en-US" altLang="ko-KR" sz="600" dirty="0" smtClean="0">
                <a:latin typeface="Arial" charset="0"/>
              </a:rPr>
              <a:t>MDS</a:t>
            </a:r>
            <a:endParaRPr lang="ko-KR" altLang="ko-KR" dirty="0"/>
          </a:p>
        </p:txBody>
      </p:sp>
      <p:sp>
        <p:nvSpPr>
          <p:cNvPr id="294" name="Line 71"/>
          <p:cNvSpPr>
            <a:spLocks noChangeShapeType="1"/>
          </p:cNvSpPr>
          <p:nvPr/>
        </p:nvSpPr>
        <p:spPr bwMode="auto">
          <a:xfrm flipH="1" flipV="1">
            <a:off x="6224591" y="1079501"/>
            <a:ext cx="667974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5" name="Rectangle 72"/>
          <p:cNvSpPr>
            <a:spLocks noChangeArrowheads="1"/>
          </p:cNvSpPr>
          <p:nvPr/>
        </p:nvSpPr>
        <p:spPr bwMode="auto">
          <a:xfrm flipH="1">
            <a:off x="6200090" y="1570880"/>
            <a:ext cx="520845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96" name="Line 73"/>
          <p:cNvSpPr>
            <a:spLocks noChangeShapeType="1"/>
          </p:cNvSpPr>
          <p:nvPr/>
        </p:nvSpPr>
        <p:spPr bwMode="auto">
          <a:xfrm flipH="1">
            <a:off x="5926529" y="1679340"/>
            <a:ext cx="966036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7" name="Rectangle 74"/>
          <p:cNvSpPr>
            <a:spLocks noChangeArrowheads="1"/>
          </p:cNvSpPr>
          <p:nvPr/>
        </p:nvSpPr>
        <p:spPr bwMode="auto">
          <a:xfrm flipH="1">
            <a:off x="6361388" y="2708920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298" name="Rectangle 81"/>
          <p:cNvSpPr>
            <a:spLocks noChangeArrowheads="1"/>
          </p:cNvSpPr>
          <p:nvPr/>
        </p:nvSpPr>
        <p:spPr bwMode="auto">
          <a:xfrm flipH="1">
            <a:off x="7380040" y="5371744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99" name="Line 82"/>
          <p:cNvSpPr>
            <a:spLocks noChangeShapeType="1"/>
          </p:cNvSpPr>
          <p:nvPr/>
        </p:nvSpPr>
        <p:spPr bwMode="auto">
          <a:xfrm flipH="1" flipV="1">
            <a:off x="7271578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0" name="Rectangle 106"/>
          <p:cNvSpPr>
            <a:spLocks noChangeArrowheads="1"/>
          </p:cNvSpPr>
          <p:nvPr/>
        </p:nvSpPr>
        <p:spPr bwMode="auto">
          <a:xfrm flipH="1">
            <a:off x="6390789" y="41858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01" name="Line 107"/>
          <p:cNvSpPr>
            <a:spLocks noChangeShapeType="1"/>
          </p:cNvSpPr>
          <p:nvPr/>
        </p:nvSpPr>
        <p:spPr bwMode="auto">
          <a:xfrm flipV="1">
            <a:off x="6190555" y="4262115"/>
            <a:ext cx="702009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2" name="Rectangle 108"/>
          <p:cNvSpPr>
            <a:spLocks noChangeArrowheads="1"/>
          </p:cNvSpPr>
          <p:nvPr/>
        </p:nvSpPr>
        <p:spPr bwMode="auto">
          <a:xfrm flipH="1">
            <a:off x="6390789" y="4287146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03" name="Line 109"/>
          <p:cNvSpPr>
            <a:spLocks noChangeShapeType="1"/>
          </p:cNvSpPr>
          <p:nvPr/>
        </p:nvSpPr>
        <p:spPr bwMode="auto">
          <a:xfrm flipV="1">
            <a:off x="6299015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4" name="Rectangle 112"/>
          <p:cNvSpPr>
            <a:spLocks noChangeArrowheads="1"/>
          </p:cNvSpPr>
          <p:nvPr/>
        </p:nvSpPr>
        <p:spPr bwMode="auto">
          <a:xfrm rot="5400000">
            <a:off x="5586280" y="2716265"/>
            <a:ext cx="3965340" cy="59474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305" name="Rectangle 115"/>
          <p:cNvSpPr>
            <a:spLocks noChangeArrowheads="1"/>
          </p:cNvSpPr>
          <p:nvPr/>
        </p:nvSpPr>
        <p:spPr bwMode="auto">
          <a:xfrm flipH="1">
            <a:off x="7350241" y="383783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306" name="Line 116"/>
          <p:cNvSpPr>
            <a:spLocks noChangeShapeType="1"/>
          </p:cNvSpPr>
          <p:nvPr/>
        </p:nvSpPr>
        <p:spPr bwMode="auto">
          <a:xfrm flipH="1">
            <a:off x="7271578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7" name="Line 118"/>
          <p:cNvSpPr>
            <a:spLocks noChangeShapeType="1"/>
          </p:cNvSpPr>
          <p:nvPr/>
        </p:nvSpPr>
        <p:spPr bwMode="auto">
          <a:xfrm flipH="1" flipV="1">
            <a:off x="7812687" y="489859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8" name="Line 128"/>
          <p:cNvSpPr>
            <a:spLocks noChangeShapeType="1"/>
          </p:cNvSpPr>
          <p:nvPr/>
        </p:nvSpPr>
        <p:spPr bwMode="auto">
          <a:xfrm flipH="1" flipV="1">
            <a:off x="6299015" y="4377724"/>
            <a:ext cx="1775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9" name="Line 129"/>
          <p:cNvSpPr>
            <a:spLocks noChangeShapeType="1"/>
          </p:cNvSpPr>
          <p:nvPr/>
        </p:nvSpPr>
        <p:spPr bwMode="auto">
          <a:xfrm flipV="1">
            <a:off x="6186491" y="4272840"/>
            <a:ext cx="406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2" name="Rectangle 182"/>
          <p:cNvSpPr>
            <a:spLocks noChangeArrowheads="1"/>
          </p:cNvSpPr>
          <p:nvPr/>
        </p:nvSpPr>
        <p:spPr bwMode="auto">
          <a:xfrm>
            <a:off x="6892565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313" name="Rectangle 183"/>
          <p:cNvSpPr>
            <a:spLocks noChangeArrowheads="1"/>
          </p:cNvSpPr>
          <p:nvPr/>
        </p:nvSpPr>
        <p:spPr bwMode="auto">
          <a:xfrm>
            <a:off x="6892565" y="1030965"/>
            <a:ext cx="379014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314" name="Rectangle 185"/>
          <p:cNvSpPr>
            <a:spLocks noChangeArrowheads="1"/>
          </p:cNvSpPr>
          <p:nvPr/>
        </p:nvSpPr>
        <p:spPr bwMode="auto">
          <a:xfrm>
            <a:off x="6892565" y="1462421"/>
            <a:ext cx="379014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315" name="Rectangle 186"/>
          <p:cNvSpPr>
            <a:spLocks noChangeArrowheads="1"/>
          </p:cNvSpPr>
          <p:nvPr/>
        </p:nvSpPr>
        <p:spPr bwMode="auto">
          <a:xfrm>
            <a:off x="6892565" y="2057162"/>
            <a:ext cx="379014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HDD</a:t>
            </a:r>
            <a:endParaRPr lang="ko-KR" altLang="ko-KR" dirty="0"/>
          </a:p>
        </p:txBody>
      </p:sp>
      <p:sp>
        <p:nvSpPr>
          <p:cNvPr id="316" name="Rectangle 187"/>
          <p:cNvSpPr>
            <a:spLocks noChangeArrowheads="1"/>
          </p:cNvSpPr>
          <p:nvPr/>
        </p:nvSpPr>
        <p:spPr bwMode="auto">
          <a:xfrm>
            <a:off x="6892565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317" name="Rectangle 188"/>
          <p:cNvSpPr>
            <a:spLocks noChangeArrowheads="1"/>
          </p:cNvSpPr>
          <p:nvPr/>
        </p:nvSpPr>
        <p:spPr bwMode="auto">
          <a:xfrm>
            <a:off x="6892565" y="1732975"/>
            <a:ext cx="379014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318" name="Line 190"/>
          <p:cNvSpPr>
            <a:spLocks noChangeShapeType="1"/>
          </p:cNvSpPr>
          <p:nvPr/>
        </p:nvSpPr>
        <p:spPr bwMode="auto">
          <a:xfrm flipV="1">
            <a:off x="7487307" y="1355154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9" name="Line 191"/>
          <p:cNvSpPr>
            <a:spLocks noChangeShapeType="1"/>
          </p:cNvSpPr>
          <p:nvPr/>
        </p:nvSpPr>
        <p:spPr bwMode="auto">
          <a:xfrm flipH="1" flipV="1">
            <a:off x="7269194" y="1265763"/>
            <a:ext cx="218112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0" name="Line 192"/>
          <p:cNvSpPr>
            <a:spLocks noChangeShapeType="1"/>
          </p:cNvSpPr>
          <p:nvPr/>
        </p:nvSpPr>
        <p:spPr bwMode="auto">
          <a:xfrm flipH="1">
            <a:off x="7268004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1" name="Rectangle 193"/>
          <p:cNvSpPr>
            <a:spLocks noChangeArrowheads="1"/>
          </p:cNvSpPr>
          <p:nvPr/>
        </p:nvSpPr>
        <p:spPr bwMode="auto">
          <a:xfrm>
            <a:off x="6892565" y="1193058"/>
            <a:ext cx="379014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322" name="Line 195"/>
          <p:cNvSpPr>
            <a:spLocks noChangeShapeType="1"/>
          </p:cNvSpPr>
          <p:nvPr/>
        </p:nvSpPr>
        <p:spPr bwMode="auto">
          <a:xfrm flipV="1">
            <a:off x="7269194" y="2238326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3" name="Line 197"/>
          <p:cNvSpPr>
            <a:spLocks noChangeShapeType="1"/>
          </p:cNvSpPr>
          <p:nvPr/>
        </p:nvSpPr>
        <p:spPr bwMode="auto">
          <a:xfrm flipV="1">
            <a:off x="7268003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4" name="Line 198"/>
          <p:cNvSpPr>
            <a:spLocks noChangeShapeType="1"/>
          </p:cNvSpPr>
          <p:nvPr/>
        </p:nvSpPr>
        <p:spPr bwMode="auto">
          <a:xfrm flipV="1">
            <a:off x="7268003" y="1517248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5" name="Line 199"/>
          <p:cNvSpPr>
            <a:spLocks noChangeShapeType="1"/>
          </p:cNvSpPr>
          <p:nvPr/>
        </p:nvSpPr>
        <p:spPr bwMode="auto">
          <a:xfrm>
            <a:off x="7269195" y="1589950"/>
            <a:ext cx="110844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6" name="Line 200"/>
          <p:cNvSpPr>
            <a:spLocks noChangeShapeType="1"/>
          </p:cNvSpPr>
          <p:nvPr/>
        </p:nvSpPr>
        <p:spPr bwMode="auto">
          <a:xfrm>
            <a:off x="7268004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7" name="Line 201"/>
          <p:cNvSpPr>
            <a:spLocks noChangeShapeType="1"/>
          </p:cNvSpPr>
          <p:nvPr/>
        </p:nvSpPr>
        <p:spPr bwMode="auto">
          <a:xfrm flipV="1">
            <a:off x="7380039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8" name="Line 202"/>
          <p:cNvSpPr>
            <a:spLocks noChangeShapeType="1"/>
          </p:cNvSpPr>
          <p:nvPr/>
        </p:nvSpPr>
        <p:spPr bwMode="auto">
          <a:xfrm flipH="1" flipV="1">
            <a:off x="7391958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9" name="Rectangle 203"/>
          <p:cNvSpPr>
            <a:spLocks noChangeArrowheads="1"/>
          </p:cNvSpPr>
          <p:nvPr/>
        </p:nvSpPr>
        <p:spPr bwMode="auto">
          <a:xfrm rot="5400000" flipH="1">
            <a:off x="7369311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330" name="Rectangle 204"/>
          <p:cNvSpPr>
            <a:spLocks noChangeArrowheads="1"/>
          </p:cNvSpPr>
          <p:nvPr/>
        </p:nvSpPr>
        <p:spPr bwMode="auto">
          <a:xfrm rot="5400000" flipH="1">
            <a:off x="7123191" y="2013660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331" name="Rectangle 205"/>
          <p:cNvSpPr>
            <a:spLocks noChangeArrowheads="1"/>
          </p:cNvSpPr>
          <p:nvPr/>
        </p:nvSpPr>
        <p:spPr bwMode="auto">
          <a:xfrm rot="5400000" flipH="1">
            <a:off x="7073133" y="1690664"/>
            <a:ext cx="312269" cy="870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332" name="Line 207"/>
          <p:cNvSpPr>
            <a:spLocks noChangeShapeType="1"/>
          </p:cNvSpPr>
          <p:nvPr/>
        </p:nvSpPr>
        <p:spPr bwMode="auto">
          <a:xfrm>
            <a:off x="7268003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3" name="Line 208"/>
          <p:cNvSpPr>
            <a:spLocks noChangeShapeType="1"/>
          </p:cNvSpPr>
          <p:nvPr/>
        </p:nvSpPr>
        <p:spPr bwMode="auto">
          <a:xfrm flipH="1" flipV="1">
            <a:off x="7380040" y="1138231"/>
            <a:ext cx="1045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4" name="Rectangle 210"/>
          <p:cNvSpPr>
            <a:spLocks noChangeArrowheads="1"/>
          </p:cNvSpPr>
          <p:nvPr/>
        </p:nvSpPr>
        <p:spPr bwMode="auto">
          <a:xfrm rot="5400000">
            <a:off x="5586280" y="2716265"/>
            <a:ext cx="3965340" cy="59474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1416" tIns="45707" rIns="91416" bIns="45707" anchor="ctr"/>
          <a:lstStyle/>
          <a:p>
            <a:pPr algn="ctr"/>
            <a:endParaRPr lang="ko-KR" altLang="ko-KR"/>
          </a:p>
        </p:txBody>
      </p:sp>
      <p:sp>
        <p:nvSpPr>
          <p:cNvPr id="335" name="Rectangle 527"/>
          <p:cNvSpPr>
            <a:spLocks noChangeArrowheads="1"/>
          </p:cNvSpPr>
          <p:nvPr/>
        </p:nvSpPr>
        <p:spPr bwMode="auto">
          <a:xfrm>
            <a:off x="6892565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36" name="Rectangle 209"/>
          <p:cNvSpPr>
            <a:spLocks noChangeArrowheads="1"/>
          </p:cNvSpPr>
          <p:nvPr/>
        </p:nvSpPr>
        <p:spPr bwMode="auto">
          <a:xfrm>
            <a:off x="7051951" y="2986665"/>
            <a:ext cx="216024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37" name="Line 192"/>
          <p:cNvSpPr>
            <a:spLocks noChangeShapeType="1"/>
          </p:cNvSpPr>
          <p:nvPr/>
        </p:nvSpPr>
        <p:spPr bwMode="auto">
          <a:xfrm flipH="1">
            <a:off x="7273957" y="3009550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8" name="Line 190"/>
          <p:cNvSpPr>
            <a:spLocks noChangeShapeType="1"/>
          </p:cNvSpPr>
          <p:nvPr/>
        </p:nvSpPr>
        <p:spPr bwMode="auto">
          <a:xfrm flipV="1">
            <a:off x="7485520" y="1745082"/>
            <a:ext cx="24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cxnSp>
        <p:nvCxnSpPr>
          <p:cNvPr id="339" name="꺾인 연결선 338"/>
          <p:cNvCxnSpPr/>
          <p:nvPr/>
        </p:nvCxnSpPr>
        <p:spPr>
          <a:xfrm flipH="1">
            <a:off x="7267974" y="5029200"/>
            <a:ext cx="572691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Rectangle 93"/>
          <p:cNvSpPr>
            <a:spLocks noChangeArrowheads="1"/>
          </p:cNvSpPr>
          <p:nvPr/>
        </p:nvSpPr>
        <p:spPr bwMode="auto">
          <a:xfrm flipH="1">
            <a:off x="7309170" y="5190102"/>
            <a:ext cx="486891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41" name="Line 128"/>
          <p:cNvSpPr>
            <a:spLocks noChangeShapeType="1"/>
          </p:cNvSpPr>
          <p:nvPr/>
        </p:nvSpPr>
        <p:spPr bwMode="auto">
          <a:xfrm flipH="1" flipV="1">
            <a:off x="6427791" y="4470400"/>
            <a:ext cx="6350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2" name="Line 109"/>
          <p:cNvSpPr>
            <a:spLocks noChangeShapeType="1"/>
          </p:cNvSpPr>
          <p:nvPr/>
        </p:nvSpPr>
        <p:spPr bwMode="auto">
          <a:xfrm>
            <a:off x="6427791" y="4470400"/>
            <a:ext cx="459514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3" name="Line 74"/>
          <p:cNvSpPr>
            <a:spLocks noChangeShapeType="1"/>
          </p:cNvSpPr>
          <p:nvPr/>
        </p:nvSpPr>
        <p:spPr bwMode="auto">
          <a:xfrm flipH="1">
            <a:off x="6733287" y="6179820"/>
            <a:ext cx="133788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4" name="Line 75"/>
          <p:cNvSpPr>
            <a:spLocks noChangeShapeType="1"/>
          </p:cNvSpPr>
          <p:nvPr/>
        </p:nvSpPr>
        <p:spPr bwMode="auto">
          <a:xfrm>
            <a:off x="672489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5" name="Line 117"/>
          <p:cNvSpPr>
            <a:spLocks noChangeShapeType="1"/>
          </p:cNvSpPr>
          <p:nvPr/>
        </p:nvSpPr>
        <p:spPr bwMode="auto">
          <a:xfrm flipH="1" flipV="1">
            <a:off x="673103" y="6524625"/>
            <a:ext cx="7386960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6" name="Line 118"/>
          <p:cNvSpPr>
            <a:spLocks noChangeShapeType="1"/>
          </p:cNvSpPr>
          <p:nvPr/>
        </p:nvSpPr>
        <p:spPr bwMode="auto">
          <a:xfrm flipH="1">
            <a:off x="673103" y="6633928"/>
            <a:ext cx="738696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7" name="Line 134"/>
          <p:cNvSpPr>
            <a:spLocks noChangeShapeType="1"/>
          </p:cNvSpPr>
          <p:nvPr/>
        </p:nvSpPr>
        <p:spPr bwMode="auto">
          <a:xfrm flipH="1" flipV="1">
            <a:off x="677865" y="6286500"/>
            <a:ext cx="7382197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8" name="Line 135"/>
          <p:cNvSpPr>
            <a:spLocks noChangeShapeType="1"/>
          </p:cNvSpPr>
          <p:nvPr/>
        </p:nvSpPr>
        <p:spPr bwMode="auto">
          <a:xfrm flipH="1">
            <a:off x="668339" y="6402706"/>
            <a:ext cx="7391722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9" name="Rectangle 207"/>
          <p:cNvSpPr>
            <a:spLocks noChangeArrowheads="1"/>
          </p:cNvSpPr>
          <p:nvPr/>
        </p:nvSpPr>
        <p:spPr bwMode="auto">
          <a:xfrm>
            <a:off x="1031626" y="6092822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0" name="Rectangle 208"/>
          <p:cNvSpPr>
            <a:spLocks noChangeArrowheads="1"/>
          </p:cNvSpPr>
          <p:nvPr/>
        </p:nvSpPr>
        <p:spPr bwMode="auto">
          <a:xfrm>
            <a:off x="1051888" y="621320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51" name="Rectangle 209"/>
          <p:cNvSpPr>
            <a:spLocks noChangeArrowheads="1"/>
          </p:cNvSpPr>
          <p:nvPr/>
        </p:nvSpPr>
        <p:spPr bwMode="auto">
          <a:xfrm>
            <a:off x="1048312" y="632166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52" name="Rectangle 210"/>
          <p:cNvSpPr>
            <a:spLocks noChangeArrowheads="1"/>
          </p:cNvSpPr>
          <p:nvPr/>
        </p:nvSpPr>
        <p:spPr bwMode="auto">
          <a:xfrm>
            <a:off x="1049504" y="643846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3" name="Rectangle 211"/>
          <p:cNvSpPr>
            <a:spLocks noChangeArrowheads="1"/>
          </p:cNvSpPr>
          <p:nvPr/>
        </p:nvSpPr>
        <p:spPr bwMode="auto">
          <a:xfrm>
            <a:off x="1049504" y="655288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4" name="Rectangle 228"/>
          <p:cNvSpPr>
            <a:spLocks noChangeArrowheads="1"/>
          </p:cNvSpPr>
          <p:nvPr/>
        </p:nvSpPr>
        <p:spPr bwMode="auto">
          <a:xfrm flipH="1">
            <a:off x="7518956" y="6088055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5" name="Rectangle 229"/>
          <p:cNvSpPr>
            <a:spLocks noChangeArrowheads="1"/>
          </p:cNvSpPr>
          <p:nvPr/>
        </p:nvSpPr>
        <p:spPr bwMode="auto">
          <a:xfrm flipH="1">
            <a:off x="7450090" y="620843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56" name="Rectangle 230"/>
          <p:cNvSpPr>
            <a:spLocks noChangeArrowheads="1"/>
          </p:cNvSpPr>
          <p:nvPr/>
        </p:nvSpPr>
        <p:spPr bwMode="auto">
          <a:xfrm flipH="1">
            <a:off x="7483998" y="631689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57" name="Rectangle 231"/>
          <p:cNvSpPr>
            <a:spLocks noChangeArrowheads="1"/>
          </p:cNvSpPr>
          <p:nvPr/>
        </p:nvSpPr>
        <p:spPr bwMode="auto">
          <a:xfrm flipH="1">
            <a:off x="7532065" y="6433697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8" name="Rectangle 232"/>
          <p:cNvSpPr>
            <a:spLocks noChangeArrowheads="1"/>
          </p:cNvSpPr>
          <p:nvPr/>
        </p:nvSpPr>
        <p:spPr bwMode="auto">
          <a:xfrm flipH="1">
            <a:off x="7532065" y="654811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9" name="Oval 567"/>
          <p:cNvSpPr>
            <a:spLocks noChangeArrowheads="1"/>
          </p:cNvSpPr>
          <p:nvPr/>
        </p:nvSpPr>
        <p:spPr bwMode="auto">
          <a:xfrm>
            <a:off x="307096" y="637704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grpSp>
        <p:nvGrpSpPr>
          <p:cNvPr id="360" name="그룹 637"/>
          <p:cNvGrpSpPr/>
          <p:nvPr/>
        </p:nvGrpSpPr>
        <p:grpSpPr>
          <a:xfrm flipH="1">
            <a:off x="321324" y="6156332"/>
            <a:ext cx="374245" cy="85815"/>
            <a:chOff x="10763258" y="8618765"/>
            <a:chExt cx="523945" cy="120140"/>
          </a:xfrm>
        </p:grpSpPr>
        <p:sp>
          <p:nvSpPr>
            <p:cNvPr id="52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61" name="Line 109"/>
          <p:cNvSpPr>
            <a:spLocks noChangeShapeType="1"/>
          </p:cNvSpPr>
          <p:nvPr/>
        </p:nvSpPr>
        <p:spPr bwMode="auto">
          <a:xfrm>
            <a:off x="6529391" y="4584700"/>
            <a:ext cx="353144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2" name="Line 128"/>
          <p:cNvSpPr>
            <a:spLocks noChangeShapeType="1"/>
          </p:cNvSpPr>
          <p:nvPr/>
        </p:nvSpPr>
        <p:spPr bwMode="auto">
          <a:xfrm flipH="1" flipV="1">
            <a:off x="6529391" y="4578350"/>
            <a:ext cx="5804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3" name="Rectangle 106"/>
          <p:cNvSpPr>
            <a:spLocks noChangeArrowheads="1"/>
          </p:cNvSpPr>
          <p:nvPr/>
        </p:nvSpPr>
        <p:spPr bwMode="auto">
          <a:xfrm flipH="1">
            <a:off x="6282722" y="4395612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64" name="Rectangle 106"/>
          <p:cNvSpPr>
            <a:spLocks noChangeArrowheads="1"/>
          </p:cNvSpPr>
          <p:nvPr/>
        </p:nvSpPr>
        <p:spPr bwMode="auto">
          <a:xfrm flipH="1">
            <a:off x="6276489" y="4516768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65" name="Rectangle 106"/>
          <p:cNvSpPr>
            <a:spLocks noChangeArrowheads="1"/>
          </p:cNvSpPr>
          <p:nvPr/>
        </p:nvSpPr>
        <p:spPr bwMode="auto">
          <a:xfrm flipH="1">
            <a:off x="6350114" y="46531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66" name="Line 195"/>
          <p:cNvSpPr>
            <a:spLocks noChangeShapeType="1"/>
          </p:cNvSpPr>
          <p:nvPr/>
        </p:nvSpPr>
        <p:spPr bwMode="auto">
          <a:xfrm flipV="1">
            <a:off x="7262014" y="2732874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7" name="Line 202"/>
          <p:cNvSpPr>
            <a:spLocks noChangeShapeType="1"/>
          </p:cNvSpPr>
          <p:nvPr/>
        </p:nvSpPr>
        <p:spPr bwMode="auto">
          <a:xfrm flipV="1">
            <a:off x="7387548" y="2249609"/>
            <a:ext cx="8114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8" name="Rectangle 74"/>
          <p:cNvSpPr>
            <a:spLocks noChangeArrowheads="1"/>
          </p:cNvSpPr>
          <p:nvPr/>
        </p:nvSpPr>
        <p:spPr bwMode="auto">
          <a:xfrm flipH="1">
            <a:off x="6345835" y="2817777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9" name="Rectangle 209"/>
          <p:cNvSpPr>
            <a:spLocks noChangeArrowheads="1"/>
          </p:cNvSpPr>
          <p:nvPr/>
        </p:nvSpPr>
        <p:spPr bwMode="auto">
          <a:xfrm>
            <a:off x="7051951" y="2698633"/>
            <a:ext cx="216024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/>
              <a:t>485</a:t>
            </a:r>
          </a:p>
          <a:p>
            <a:pPr algn="ctr"/>
            <a:r>
              <a:rPr lang="en-US" altLang="ko-KR" sz="600" dirty="0" smtClean="0"/>
              <a:t>Card</a:t>
            </a:r>
            <a:endParaRPr lang="ko-KR" altLang="ko-KR" sz="600" dirty="0"/>
          </a:p>
        </p:txBody>
      </p:sp>
      <p:grpSp>
        <p:nvGrpSpPr>
          <p:cNvPr id="370" name="Group 454"/>
          <p:cNvGrpSpPr>
            <a:grpSpLocks/>
          </p:cNvGrpSpPr>
          <p:nvPr/>
        </p:nvGrpSpPr>
        <p:grpSpPr bwMode="auto">
          <a:xfrm flipH="1">
            <a:off x="4713707" y="218939"/>
            <a:ext cx="1505328" cy="505351"/>
            <a:chOff x="2375" y="729"/>
            <a:chExt cx="1263" cy="424"/>
          </a:xfrm>
        </p:grpSpPr>
        <p:sp>
          <p:nvSpPr>
            <p:cNvPr id="516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800" dirty="0">
                  <a:latin typeface="Arial" charset="0"/>
                </a:rPr>
                <a:t>Control </a:t>
              </a:r>
              <a:r>
                <a:rPr lang="en-US" altLang="ko-KR" sz="800" dirty="0" smtClean="0">
                  <a:latin typeface="Arial" charset="0"/>
                </a:rPr>
                <a:t>Head</a:t>
              </a:r>
              <a:endParaRPr lang="ko-KR" altLang="ko-KR" dirty="0"/>
            </a:p>
          </p:txBody>
        </p:sp>
        <p:sp>
          <p:nvSpPr>
            <p:cNvPr id="517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18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9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520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1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22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1" name="그룹 462"/>
          <p:cNvGrpSpPr/>
          <p:nvPr/>
        </p:nvGrpSpPr>
        <p:grpSpPr>
          <a:xfrm flipH="1">
            <a:off x="3970582" y="1834537"/>
            <a:ext cx="972563" cy="625361"/>
            <a:chOff x="5666768" y="1056184"/>
            <a:chExt cx="1361588" cy="875506"/>
          </a:xfrm>
        </p:grpSpPr>
        <p:sp>
          <p:nvSpPr>
            <p:cNvPr id="51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514" name="그림 51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51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sp>
        <p:nvSpPr>
          <p:cNvPr id="511" name="Rectangle 396"/>
          <p:cNvSpPr>
            <a:spLocks noChangeArrowheads="1"/>
          </p:cNvSpPr>
          <p:nvPr/>
        </p:nvSpPr>
        <p:spPr bwMode="auto">
          <a:xfrm flipH="1" flipV="1">
            <a:off x="5097534" y="960154"/>
            <a:ext cx="771429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12" name="Rectangle 402" descr="좁은 눈금"/>
          <p:cNvSpPr>
            <a:spLocks noChangeArrowheads="1"/>
          </p:cNvSpPr>
          <p:nvPr/>
        </p:nvSpPr>
        <p:spPr bwMode="auto">
          <a:xfrm flipH="1" flipV="1">
            <a:off x="5125242" y="1014980"/>
            <a:ext cx="714753" cy="278897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9" name="Rectangle 370"/>
          <p:cNvSpPr>
            <a:spLocks noChangeArrowheads="1"/>
          </p:cNvSpPr>
          <p:nvPr/>
        </p:nvSpPr>
        <p:spPr bwMode="auto">
          <a:xfrm flipH="1" flipV="1">
            <a:off x="699945" y="3789040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10" name="Rectangle 383" descr="좁은 눈금"/>
          <p:cNvSpPr>
            <a:spLocks noChangeArrowheads="1"/>
          </p:cNvSpPr>
          <p:nvPr/>
        </p:nvSpPr>
        <p:spPr bwMode="auto">
          <a:xfrm flipH="1" flipV="1">
            <a:off x="739125" y="3817645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7" name="Rectangle 384"/>
          <p:cNvSpPr>
            <a:spLocks noChangeArrowheads="1"/>
          </p:cNvSpPr>
          <p:nvPr/>
        </p:nvSpPr>
        <p:spPr bwMode="auto">
          <a:xfrm flipH="1" flipV="1">
            <a:off x="1959957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8" name="Rectangle 391" descr="좁은 눈금"/>
          <p:cNvSpPr>
            <a:spLocks noChangeArrowheads="1"/>
          </p:cNvSpPr>
          <p:nvPr/>
        </p:nvSpPr>
        <p:spPr bwMode="auto">
          <a:xfrm flipH="1" flipV="1">
            <a:off x="1996902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5" name="Rectangle 370"/>
          <p:cNvSpPr>
            <a:spLocks noChangeArrowheads="1"/>
          </p:cNvSpPr>
          <p:nvPr/>
        </p:nvSpPr>
        <p:spPr bwMode="auto">
          <a:xfrm flipH="1" flipV="1">
            <a:off x="3425962" y="1165892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6" name="Rectangle 383" descr="좁은 눈금"/>
          <p:cNvSpPr>
            <a:spLocks noChangeArrowheads="1"/>
          </p:cNvSpPr>
          <p:nvPr/>
        </p:nvSpPr>
        <p:spPr bwMode="auto">
          <a:xfrm flipH="1" flipV="1">
            <a:off x="3465142" y="1194497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3" name="Rectangle 384"/>
          <p:cNvSpPr>
            <a:spLocks noChangeArrowheads="1"/>
          </p:cNvSpPr>
          <p:nvPr/>
        </p:nvSpPr>
        <p:spPr bwMode="auto">
          <a:xfrm flipH="1" flipV="1">
            <a:off x="622780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4" name="Rectangle 391" descr="좁은 눈금"/>
          <p:cNvSpPr>
            <a:spLocks noChangeArrowheads="1"/>
          </p:cNvSpPr>
          <p:nvPr/>
        </p:nvSpPr>
        <p:spPr bwMode="auto">
          <a:xfrm flipH="1" flipV="1">
            <a:off x="659725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1" name="Rectangle 384"/>
          <p:cNvSpPr>
            <a:spLocks noChangeArrowheads="1"/>
          </p:cNvSpPr>
          <p:nvPr/>
        </p:nvSpPr>
        <p:spPr bwMode="auto">
          <a:xfrm flipH="1" flipV="1">
            <a:off x="3708837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2" name="Rectangle 391" descr="좁은 눈금"/>
          <p:cNvSpPr>
            <a:spLocks noChangeArrowheads="1"/>
          </p:cNvSpPr>
          <p:nvPr/>
        </p:nvSpPr>
        <p:spPr bwMode="auto">
          <a:xfrm flipH="1" flipV="1">
            <a:off x="3745782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99" name="Rectangle 384"/>
          <p:cNvSpPr>
            <a:spLocks noChangeArrowheads="1"/>
          </p:cNvSpPr>
          <p:nvPr/>
        </p:nvSpPr>
        <p:spPr bwMode="auto">
          <a:xfrm flipH="1" flipV="1">
            <a:off x="2114374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0" name="Rectangle 391" descr="좁은 눈금"/>
          <p:cNvSpPr>
            <a:spLocks noChangeArrowheads="1"/>
          </p:cNvSpPr>
          <p:nvPr/>
        </p:nvSpPr>
        <p:spPr bwMode="auto">
          <a:xfrm flipH="1" flipV="1">
            <a:off x="2151319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379" name="그룹 463"/>
          <p:cNvGrpSpPr/>
          <p:nvPr/>
        </p:nvGrpSpPr>
        <p:grpSpPr>
          <a:xfrm flipH="1">
            <a:off x="2571891" y="1838288"/>
            <a:ext cx="972563" cy="625361"/>
            <a:chOff x="5666768" y="1056184"/>
            <a:chExt cx="1361588" cy="875506"/>
          </a:xfrm>
        </p:grpSpPr>
        <p:sp>
          <p:nvSpPr>
            <p:cNvPr id="496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7" name="그림 496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8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0" name="그룹 467"/>
          <p:cNvGrpSpPr/>
          <p:nvPr/>
        </p:nvGrpSpPr>
        <p:grpSpPr>
          <a:xfrm flipH="1">
            <a:off x="1183165" y="1838288"/>
            <a:ext cx="972563" cy="625361"/>
            <a:chOff x="5666768" y="1056184"/>
            <a:chExt cx="1361588" cy="875506"/>
          </a:xfrm>
        </p:grpSpPr>
        <p:sp>
          <p:nvSpPr>
            <p:cNvPr id="49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4" name="그림 49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1" name="그룹 471"/>
          <p:cNvGrpSpPr/>
          <p:nvPr/>
        </p:nvGrpSpPr>
        <p:grpSpPr>
          <a:xfrm flipH="1">
            <a:off x="4484925" y="3068960"/>
            <a:ext cx="972563" cy="625361"/>
            <a:chOff x="5666768" y="1056184"/>
            <a:chExt cx="1361588" cy="875506"/>
          </a:xfrm>
        </p:grpSpPr>
        <p:sp>
          <p:nvSpPr>
            <p:cNvPr id="490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1" name="그림 490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2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2" name="그룹 475"/>
          <p:cNvGrpSpPr/>
          <p:nvPr/>
        </p:nvGrpSpPr>
        <p:grpSpPr>
          <a:xfrm flipH="1">
            <a:off x="3086234" y="3072711"/>
            <a:ext cx="972563" cy="625361"/>
            <a:chOff x="5666768" y="1056184"/>
            <a:chExt cx="1361588" cy="875506"/>
          </a:xfrm>
        </p:grpSpPr>
        <p:sp>
          <p:nvSpPr>
            <p:cNvPr id="48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8" name="그림 48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3" name="그룹 479"/>
          <p:cNvGrpSpPr/>
          <p:nvPr/>
        </p:nvGrpSpPr>
        <p:grpSpPr>
          <a:xfrm flipH="1">
            <a:off x="1697508" y="3072711"/>
            <a:ext cx="972563" cy="625361"/>
            <a:chOff x="5666768" y="1056184"/>
            <a:chExt cx="1361588" cy="875506"/>
          </a:xfrm>
        </p:grpSpPr>
        <p:sp>
          <p:nvSpPr>
            <p:cNvPr id="484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5" name="그림 484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6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cxnSp>
        <p:nvCxnSpPr>
          <p:cNvPr id="384" name="직선 연결선 383"/>
          <p:cNvCxnSpPr>
            <a:stCxn id="296" idx="1"/>
          </p:cNvCxnSpPr>
          <p:nvPr/>
        </p:nvCxnSpPr>
        <p:spPr>
          <a:xfrm rot="5400000">
            <a:off x="5434475" y="2165431"/>
            <a:ext cx="977976" cy="6133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/>
          <p:cNvCxnSpPr/>
          <p:nvPr/>
        </p:nvCxnSpPr>
        <p:spPr>
          <a:xfrm flipH="1" flipV="1">
            <a:off x="5356001" y="2653393"/>
            <a:ext cx="564395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Line 420"/>
          <p:cNvSpPr>
            <a:spLocks noChangeShapeType="1"/>
          </p:cNvSpPr>
          <p:nvPr/>
        </p:nvSpPr>
        <p:spPr bwMode="auto">
          <a:xfrm>
            <a:off x="5246160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87" name="Line 421"/>
          <p:cNvSpPr>
            <a:spLocks noChangeShapeType="1"/>
          </p:cNvSpPr>
          <p:nvPr/>
        </p:nvSpPr>
        <p:spPr bwMode="auto">
          <a:xfrm>
            <a:off x="5352600" y="2656796"/>
            <a:ext cx="202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88" name="Line 422"/>
          <p:cNvSpPr>
            <a:spLocks noChangeShapeType="1"/>
          </p:cNvSpPr>
          <p:nvPr/>
        </p:nvSpPr>
        <p:spPr bwMode="auto">
          <a:xfrm>
            <a:off x="5243742" y="2656796"/>
            <a:ext cx="24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89" name="Line 420"/>
          <p:cNvSpPr>
            <a:spLocks noChangeShapeType="1"/>
          </p:cNvSpPr>
          <p:nvPr/>
        </p:nvSpPr>
        <p:spPr bwMode="auto">
          <a:xfrm rot="10800000">
            <a:off x="4731817" y="2372695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0" name="Line 421"/>
          <p:cNvSpPr>
            <a:spLocks noChangeShapeType="1"/>
          </p:cNvSpPr>
          <p:nvPr/>
        </p:nvSpPr>
        <p:spPr bwMode="auto">
          <a:xfrm rot="10800000">
            <a:off x="4731817" y="2372694"/>
            <a:ext cx="5060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1" name="Line 422"/>
          <p:cNvSpPr>
            <a:spLocks noChangeShapeType="1"/>
          </p:cNvSpPr>
          <p:nvPr/>
        </p:nvSpPr>
        <p:spPr bwMode="auto">
          <a:xfrm rot="10800000" flipH="1">
            <a:off x="4835528" y="2372694"/>
            <a:ext cx="4749" cy="29770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2" name="Line 420"/>
          <p:cNvSpPr>
            <a:spLocks noChangeShapeType="1"/>
          </p:cNvSpPr>
          <p:nvPr/>
        </p:nvSpPr>
        <p:spPr bwMode="auto">
          <a:xfrm>
            <a:off x="3857434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3" name="Line 421"/>
          <p:cNvSpPr>
            <a:spLocks noChangeShapeType="1"/>
          </p:cNvSpPr>
          <p:nvPr/>
        </p:nvSpPr>
        <p:spPr bwMode="auto">
          <a:xfrm>
            <a:off x="3954466" y="2656796"/>
            <a:ext cx="1142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4" name="Line 422"/>
          <p:cNvSpPr>
            <a:spLocks noChangeShapeType="1"/>
          </p:cNvSpPr>
          <p:nvPr/>
        </p:nvSpPr>
        <p:spPr bwMode="auto">
          <a:xfrm>
            <a:off x="3842207" y="2653393"/>
            <a:ext cx="15227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5" name="Line 420"/>
          <p:cNvSpPr>
            <a:spLocks noChangeShapeType="1"/>
          </p:cNvSpPr>
          <p:nvPr/>
        </p:nvSpPr>
        <p:spPr bwMode="auto">
          <a:xfrm rot="10800000">
            <a:off x="3325940" y="2372179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6" name="Line 421"/>
          <p:cNvSpPr>
            <a:spLocks noChangeShapeType="1"/>
          </p:cNvSpPr>
          <p:nvPr/>
        </p:nvSpPr>
        <p:spPr bwMode="auto">
          <a:xfrm rot="10800000">
            <a:off x="3325940" y="2372178"/>
            <a:ext cx="2597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7" name="Line 422"/>
          <p:cNvSpPr>
            <a:spLocks noChangeShapeType="1"/>
          </p:cNvSpPr>
          <p:nvPr/>
        </p:nvSpPr>
        <p:spPr bwMode="auto">
          <a:xfrm rot="10800000">
            <a:off x="3434400" y="2372178"/>
            <a:ext cx="299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8" name="Line 420"/>
          <p:cNvSpPr>
            <a:spLocks noChangeShapeType="1"/>
          </p:cNvSpPr>
          <p:nvPr/>
        </p:nvSpPr>
        <p:spPr bwMode="auto">
          <a:xfrm>
            <a:off x="2463932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9" name="Line 421"/>
          <p:cNvSpPr>
            <a:spLocks noChangeShapeType="1"/>
          </p:cNvSpPr>
          <p:nvPr/>
        </p:nvSpPr>
        <p:spPr bwMode="auto">
          <a:xfrm flipH="1">
            <a:off x="2572392" y="2656796"/>
            <a:ext cx="435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0" name="Line 422"/>
          <p:cNvSpPr>
            <a:spLocks noChangeShapeType="1"/>
          </p:cNvSpPr>
          <p:nvPr/>
        </p:nvSpPr>
        <p:spPr bwMode="auto">
          <a:xfrm>
            <a:off x="2461082" y="2653393"/>
            <a:ext cx="2851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1" name="Line 420"/>
          <p:cNvSpPr>
            <a:spLocks noChangeShapeType="1"/>
          </p:cNvSpPr>
          <p:nvPr/>
        </p:nvSpPr>
        <p:spPr bwMode="auto">
          <a:xfrm rot="10800000">
            <a:off x="1942793" y="2370882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2" name="Line 421"/>
          <p:cNvSpPr>
            <a:spLocks noChangeShapeType="1"/>
          </p:cNvSpPr>
          <p:nvPr/>
        </p:nvSpPr>
        <p:spPr bwMode="auto">
          <a:xfrm rot="10800000">
            <a:off x="1942793" y="2370882"/>
            <a:ext cx="4619" cy="28931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3" name="Line 422"/>
          <p:cNvSpPr>
            <a:spLocks noChangeShapeType="1"/>
          </p:cNvSpPr>
          <p:nvPr/>
        </p:nvSpPr>
        <p:spPr bwMode="auto">
          <a:xfrm rot="10800000" flipH="1">
            <a:off x="2049466" y="2370882"/>
            <a:ext cx="1787" cy="2927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cxnSp>
        <p:nvCxnSpPr>
          <p:cNvPr id="404" name="직선 연결선 403"/>
          <p:cNvCxnSpPr/>
          <p:nvPr/>
        </p:nvCxnSpPr>
        <p:spPr>
          <a:xfrm flipH="1">
            <a:off x="4838930" y="2661580"/>
            <a:ext cx="412821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연결선 404"/>
          <p:cNvCxnSpPr/>
          <p:nvPr/>
        </p:nvCxnSpPr>
        <p:spPr>
          <a:xfrm flipH="1" flipV="1">
            <a:off x="3940859" y="2657928"/>
            <a:ext cx="803087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직선 연결선 405"/>
          <p:cNvCxnSpPr/>
          <p:nvPr/>
        </p:nvCxnSpPr>
        <p:spPr>
          <a:xfrm flipH="1">
            <a:off x="3430591" y="2653393"/>
            <a:ext cx="408214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직선 연결선 406"/>
          <p:cNvCxnSpPr/>
          <p:nvPr/>
        </p:nvCxnSpPr>
        <p:spPr>
          <a:xfrm flipH="1">
            <a:off x="2576742" y="2648365"/>
            <a:ext cx="7620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/>
          <p:cNvCxnSpPr/>
          <p:nvPr/>
        </p:nvCxnSpPr>
        <p:spPr>
          <a:xfrm flipH="1">
            <a:off x="703492" y="2660520"/>
            <a:ext cx="1251131" cy="1945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직선 연결선 408"/>
          <p:cNvCxnSpPr/>
          <p:nvPr/>
        </p:nvCxnSpPr>
        <p:spPr>
          <a:xfrm flipH="1">
            <a:off x="2051734" y="2657486"/>
            <a:ext cx="422566" cy="497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직선 연결선 409"/>
          <p:cNvCxnSpPr/>
          <p:nvPr/>
        </p:nvCxnSpPr>
        <p:spPr>
          <a:xfrm rot="16200000" flipV="1">
            <a:off x="5003349" y="2067152"/>
            <a:ext cx="1431018" cy="453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/>
          <p:cNvCxnSpPr/>
          <p:nvPr/>
        </p:nvCxnSpPr>
        <p:spPr>
          <a:xfrm rot="16200000" flipV="1">
            <a:off x="254200" y="2074213"/>
            <a:ext cx="1448806" cy="820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/>
          <p:cNvCxnSpPr/>
          <p:nvPr/>
        </p:nvCxnSpPr>
        <p:spPr>
          <a:xfrm rot="5400000" flipH="1" flipV="1">
            <a:off x="1493565" y="2077473"/>
            <a:ext cx="1449551" cy="242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/>
          <p:cNvCxnSpPr/>
          <p:nvPr/>
        </p:nvCxnSpPr>
        <p:spPr>
          <a:xfrm rot="16200000" flipV="1">
            <a:off x="2880759" y="2073833"/>
            <a:ext cx="1449551" cy="970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/>
          <p:cNvCxnSpPr/>
          <p:nvPr/>
        </p:nvCxnSpPr>
        <p:spPr>
          <a:xfrm rot="16200000" flipH="1">
            <a:off x="3559246" y="3527041"/>
            <a:ext cx="1228718" cy="395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/>
          <p:cNvCxnSpPr/>
          <p:nvPr/>
        </p:nvCxnSpPr>
        <p:spPr>
          <a:xfrm rot="16200000" flipH="1">
            <a:off x="2169901" y="3527661"/>
            <a:ext cx="1228718" cy="2710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직선 연결선 415"/>
          <p:cNvCxnSpPr/>
          <p:nvPr/>
        </p:nvCxnSpPr>
        <p:spPr>
          <a:xfrm rot="16200000" flipH="1">
            <a:off x="1008404" y="3351867"/>
            <a:ext cx="874932" cy="5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7" name="그룹 595"/>
          <p:cNvGrpSpPr/>
          <p:nvPr/>
        </p:nvGrpSpPr>
        <p:grpSpPr>
          <a:xfrm flipH="1">
            <a:off x="4724946" y="718036"/>
            <a:ext cx="526805" cy="270617"/>
            <a:chOff x="4384576" y="1005260"/>
            <a:chExt cx="737527" cy="378866"/>
          </a:xfrm>
        </p:grpSpPr>
        <p:sp>
          <p:nvSpPr>
            <p:cNvPr id="48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8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8" name="그룹 596"/>
          <p:cNvGrpSpPr/>
          <p:nvPr/>
        </p:nvGrpSpPr>
        <p:grpSpPr>
          <a:xfrm flipH="1">
            <a:off x="2101797" y="836946"/>
            <a:ext cx="526805" cy="270617"/>
            <a:chOff x="4384576" y="1005260"/>
            <a:chExt cx="737527" cy="378866"/>
          </a:xfrm>
        </p:grpSpPr>
        <p:sp>
          <p:nvSpPr>
            <p:cNvPr id="47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7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9" name="그룹 600"/>
          <p:cNvGrpSpPr/>
          <p:nvPr/>
        </p:nvGrpSpPr>
        <p:grpSpPr>
          <a:xfrm flipH="1">
            <a:off x="828402" y="843831"/>
            <a:ext cx="526805" cy="270617"/>
            <a:chOff x="4384576" y="1005260"/>
            <a:chExt cx="737527" cy="378866"/>
          </a:xfrm>
        </p:grpSpPr>
        <p:sp>
          <p:nvSpPr>
            <p:cNvPr id="475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76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7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0" name="그룹 604"/>
          <p:cNvGrpSpPr/>
          <p:nvPr/>
        </p:nvGrpSpPr>
        <p:grpSpPr>
          <a:xfrm flipH="1">
            <a:off x="3850563" y="1563751"/>
            <a:ext cx="526805" cy="270617"/>
            <a:chOff x="4384576" y="1005260"/>
            <a:chExt cx="737527" cy="378866"/>
          </a:xfrm>
        </p:grpSpPr>
        <p:sp>
          <p:nvSpPr>
            <p:cNvPr id="47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7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1" name="그룹 616"/>
          <p:cNvGrpSpPr/>
          <p:nvPr/>
        </p:nvGrpSpPr>
        <p:grpSpPr>
          <a:xfrm flipH="1">
            <a:off x="3233351" y="878013"/>
            <a:ext cx="526805" cy="270617"/>
            <a:chOff x="4384576" y="1005260"/>
            <a:chExt cx="737527" cy="378866"/>
          </a:xfrm>
        </p:grpSpPr>
        <p:sp>
          <p:nvSpPr>
            <p:cNvPr id="469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70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1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2" name="그룹 624"/>
          <p:cNvGrpSpPr/>
          <p:nvPr/>
        </p:nvGrpSpPr>
        <p:grpSpPr>
          <a:xfrm flipH="1">
            <a:off x="579503" y="3501161"/>
            <a:ext cx="526805" cy="270617"/>
            <a:chOff x="4384576" y="1005260"/>
            <a:chExt cx="737527" cy="378866"/>
          </a:xfrm>
        </p:grpSpPr>
        <p:sp>
          <p:nvSpPr>
            <p:cNvPr id="4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423" name="직선 연결선 422"/>
          <p:cNvCxnSpPr/>
          <p:nvPr/>
        </p:nvCxnSpPr>
        <p:spPr>
          <a:xfrm rot="16200000" flipV="1">
            <a:off x="4993450" y="1772835"/>
            <a:ext cx="2056199" cy="34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4" name="그룹 644"/>
          <p:cNvGrpSpPr/>
          <p:nvPr/>
        </p:nvGrpSpPr>
        <p:grpSpPr>
          <a:xfrm flipH="1">
            <a:off x="314080" y="2657557"/>
            <a:ext cx="374245" cy="85815"/>
            <a:chOff x="10763258" y="8618765"/>
            <a:chExt cx="523945" cy="120140"/>
          </a:xfrm>
        </p:grpSpPr>
        <p:sp>
          <p:nvSpPr>
            <p:cNvPr id="464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465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425" name="직선 연결선 424"/>
          <p:cNvCxnSpPr/>
          <p:nvPr/>
        </p:nvCxnSpPr>
        <p:spPr>
          <a:xfrm rot="5400000">
            <a:off x="4714330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연결선 425"/>
          <p:cNvCxnSpPr/>
          <p:nvPr/>
        </p:nvCxnSpPr>
        <p:spPr>
          <a:xfrm rot="5400000">
            <a:off x="3276243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/>
          <p:cNvCxnSpPr/>
          <p:nvPr/>
        </p:nvCxnSpPr>
        <p:spPr>
          <a:xfrm rot="5400000">
            <a:off x="1885445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연결선 427"/>
          <p:cNvCxnSpPr/>
          <p:nvPr/>
        </p:nvCxnSpPr>
        <p:spPr>
          <a:xfrm rot="16200000" flipV="1">
            <a:off x="4209275" y="2633988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/>
          <p:nvPr/>
        </p:nvCxnSpPr>
        <p:spPr>
          <a:xfrm rot="16200000" flipV="1">
            <a:off x="2810840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직선 연결선 429"/>
          <p:cNvCxnSpPr/>
          <p:nvPr/>
        </p:nvCxnSpPr>
        <p:spPr>
          <a:xfrm rot="16200000" flipV="1">
            <a:off x="1426101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1" name="그룹 664"/>
          <p:cNvGrpSpPr/>
          <p:nvPr/>
        </p:nvGrpSpPr>
        <p:grpSpPr>
          <a:xfrm flipH="1">
            <a:off x="2422865" y="1563911"/>
            <a:ext cx="526805" cy="270617"/>
            <a:chOff x="4384576" y="1005260"/>
            <a:chExt cx="737527" cy="378866"/>
          </a:xfrm>
        </p:grpSpPr>
        <p:sp>
          <p:nvSpPr>
            <p:cNvPr id="46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6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32" name="그룹 668"/>
          <p:cNvGrpSpPr/>
          <p:nvPr/>
        </p:nvGrpSpPr>
        <p:grpSpPr>
          <a:xfrm flipH="1">
            <a:off x="1073111" y="1563911"/>
            <a:ext cx="526805" cy="270617"/>
            <a:chOff x="4384576" y="1005260"/>
            <a:chExt cx="737527" cy="378866"/>
          </a:xfrm>
        </p:grpSpPr>
        <p:sp>
          <p:nvSpPr>
            <p:cNvPr id="45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5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33" name="그룹 682"/>
          <p:cNvGrpSpPr/>
          <p:nvPr/>
        </p:nvGrpSpPr>
        <p:grpSpPr>
          <a:xfrm flipH="1">
            <a:off x="4951093" y="3686172"/>
            <a:ext cx="526805" cy="272794"/>
            <a:chOff x="4067969" y="5160640"/>
            <a:chExt cx="737527" cy="381912"/>
          </a:xfrm>
        </p:grpSpPr>
        <p:grpSp>
          <p:nvGrpSpPr>
            <p:cNvPr id="454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6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7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5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4" name="그룹 683"/>
          <p:cNvGrpSpPr/>
          <p:nvPr/>
        </p:nvGrpSpPr>
        <p:grpSpPr>
          <a:xfrm flipH="1">
            <a:off x="3541957" y="3686172"/>
            <a:ext cx="526805" cy="272794"/>
            <a:chOff x="4067969" y="5160640"/>
            <a:chExt cx="737527" cy="381912"/>
          </a:xfrm>
        </p:grpSpPr>
        <p:grpSp>
          <p:nvGrpSpPr>
            <p:cNvPr id="45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5" name="그룹 688"/>
          <p:cNvGrpSpPr/>
          <p:nvPr/>
        </p:nvGrpSpPr>
        <p:grpSpPr>
          <a:xfrm flipH="1">
            <a:off x="2153231" y="3686172"/>
            <a:ext cx="526805" cy="272794"/>
            <a:chOff x="4067969" y="5160640"/>
            <a:chExt cx="737527" cy="381912"/>
          </a:xfrm>
        </p:grpSpPr>
        <p:grpSp>
          <p:nvGrpSpPr>
            <p:cNvPr id="446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8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9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7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6" name="그룹 693"/>
          <p:cNvGrpSpPr/>
          <p:nvPr/>
        </p:nvGrpSpPr>
        <p:grpSpPr>
          <a:xfrm flipH="1">
            <a:off x="4416340" y="4390629"/>
            <a:ext cx="526805" cy="272794"/>
            <a:chOff x="4067969" y="5160640"/>
            <a:chExt cx="737527" cy="381912"/>
          </a:xfrm>
        </p:grpSpPr>
        <p:grpSp>
          <p:nvGrpSpPr>
            <p:cNvPr id="442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3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7" name="그룹 698"/>
          <p:cNvGrpSpPr/>
          <p:nvPr/>
        </p:nvGrpSpPr>
        <p:grpSpPr>
          <a:xfrm flipH="1">
            <a:off x="2885773" y="4390629"/>
            <a:ext cx="526805" cy="272794"/>
            <a:chOff x="4067969" y="5160640"/>
            <a:chExt cx="737527" cy="381912"/>
          </a:xfrm>
        </p:grpSpPr>
        <p:grpSp>
          <p:nvGrpSpPr>
            <p:cNvPr id="438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0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1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39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sp>
        <p:nvSpPr>
          <p:cNvPr id="372" name="TextBox 371"/>
          <p:cNvSpPr txBox="1"/>
          <p:nvPr/>
        </p:nvSpPr>
        <p:spPr>
          <a:xfrm>
            <a:off x="755576" y="118373"/>
            <a:ext cx="2520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 smtClean="0"/>
              <a:t>B</a:t>
            </a:r>
            <a:endParaRPr lang="ko-KR" alt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814</Words>
  <Application>Microsoft Office PowerPoint</Application>
  <PresentationFormat>화면 슬라이드 쇼(4:3)</PresentationFormat>
  <Paragraphs>402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Company>Your Company 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Your User Name</dc:creator>
  <cp:lastModifiedBy>jds</cp:lastModifiedBy>
  <cp:revision>140</cp:revision>
  <dcterms:created xsi:type="dcterms:W3CDTF">2011-01-03T04:31:47Z</dcterms:created>
  <dcterms:modified xsi:type="dcterms:W3CDTF">2011-04-04T23:54:55Z</dcterms:modified>
</cp:coreProperties>
</file>