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3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137F-B82A-4E62-A083-942F614738C2}" type="datetimeFigureOut">
              <a:rPr lang="ko-KR" altLang="en-US" smtClean="0"/>
              <a:t>2011-09-21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329A-731C-4A55-892E-D1F1E81F703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137F-B82A-4E62-A083-942F614738C2}" type="datetimeFigureOut">
              <a:rPr lang="ko-KR" altLang="en-US" smtClean="0"/>
              <a:t>2011-09-21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329A-731C-4A55-892E-D1F1E81F703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137F-B82A-4E62-A083-942F614738C2}" type="datetimeFigureOut">
              <a:rPr lang="ko-KR" altLang="en-US" smtClean="0"/>
              <a:t>2011-09-21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329A-731C-4A55-892E-D1F1E81F703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137F-B82A-4E62-A083-942F614738C2}" type="datetimeFigureOut">
              <a:rPr lang="ko-KR" altLang="en-US" smtClean="0"/>
              <a:t>2011-09-21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329A-731C-4A55-892E-D1F1E81F703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137F-B82A-4E62-A083-942F614738C2}" type="datetimeFigureOut">
              <a:rPr lang="ko-KR" altLang="en-US" smtClean="0"/>
              <a:t>2011-09-21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329A-731C-4A55-892E-D1F1E81F703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137F-B82A-4E62-A083-942F614738C2}" type="datetimeFigureOut">
              <a:rPr lang="ko-KR" altLang="en-US" smtClean="0"/>
              <a:t>2011-09-21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329A-731C-4A55-892E-D1F1E81F703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137F-B82A-4E62-A083-942F614738C2}" type="datetimeFigureOut">
              <a:rPr lang="ko-KR" altLang="en-US" smtClean="0"/>
              <a:t>2011-09-21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329A-731C-4A55-892E-D1F1E81F703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137F-B82A-4E62-A083-942F614738C2}" type="datetimeFigureOut">
              <a:rPr lang="ko-KR" altLang="en-US" smtClean="0"/>
              <a:t>2011-09-21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329A-731C-4A55-892E-D1F1E81F703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137F-B82A-4E62-A083-942F614738C2}" type="datetimeFigureOut">
              <a:rPr lang="ko-KR" altLang="en-US" smtClean="0"/>
              <a:t>2011-09-21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329A-731C-4A55-892E-D1F1E81F703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137F-B82A-4E62-A083-942F614738C2}" type="datetimeFigureOut">
              <a:rPr lang="ko-KR" altLang="en-US" smtClean="0"/>
              <a:t>2011-09-21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329A-731C-4A55-892E-D1F1E81F703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D137F-B82A-4E62-A083-942F614738C2}" type="datetimeFigureOut">
              <a:rPr lang="ko-KR" altLang="en-US" smtClean="0"/>
              <a:t>2011-09-21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329A-731C-4A55-892E-D1F1E81F703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D137F-B82A-4E62-A083-942F614738C2}" type="datetimeFigureOut">
              <a:rPr lang="ko-KR" altLang="en-US" smtClean="0"/>
              <a:t>2011-09-21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E329A-731C-4A55-892E-D1F1E81F703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260648"/>
            <a:ext cx="9144000" cy="6480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>
                <a:solidFill>
                  <a:schemeClr val="tx1"/>
                </a:solidFill>
              </a:rPr>
              <a:t> </a:t>
            </a:r>
            <a:r>
              <a:rPr lang="ko-KR" altLang="en-US" sz="2000" b="1" dirty="0" smtClean="0">
                <a:solidFill>
                  <a:schemeClr val="tx1"/>
                </a:solidFill>
              </a:rPr>
              <a:t>우</a:t>
            </a:r>
            <a:r>
              <a:rPr lang="ko-KR" altLang="en-US" sz="2000" b="1" dirty="0">
                <a:solidFill>
                  <a:schemeClr val="tx1"/>
                </a:solidFill>
              </a:rPr>
              <a:t>진 </a:t>
            </a:r>
            <a:r>
              <a:rPr lang="ko-KR" altLang="en-US" sz="2000" b="1" dirty="0" smtClean="0">
                <a:solidFill>
                  <a:schemeClr val="tx1"/>
                </a:solidFill>
              </a:rPr>
              <a:t>산전 </a:t>
            </a:r>
            <a:r>
              <a:rPr lang="en-US" altLang="ko-KR" sz="2000" b="1" dirty="0" smtClean="0">
                <a:solidFill>
                  <a:schemeClr val="tx1"/>
                </a:solidFill>
              </a:rPr>
              <a:t>DENVER PROJECT </a:t>
            </a:r>
            <a:r>
              <a:rPr lang="ko-KR" altLang="en-US" sz="2000" b="1" dirty="0" smtClean="0">
                <a:solidFill>
                  <a:schemeClr val="tx1"/>
                </a:solidFill>
              </a:rPr>
              <a:t>조직도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1881070" y="1412776"/>
            <a:ext cx="5355226" cy="4896544"/>
            <a:chOff x="1881070" y="908720"/>
            <a:chExt cx="5355226" cy="4896544"/>
          </a:xfrm>
        </p:grpSpPr>
        <p:sp>
          <p:nvSpPr>
            <p:cNvPr id="6" name="직사각형 5"/>
            <p:cNvSpPr/>
            <p:nvPr/>
          </p:nvSpPr>
          <p:spPr>
            <a:xfrm>
              <a:off x="3779912" y="908720"/>
              <a:ext cx="1512168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프로젝트 주관 팀장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이은규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010-9680-7900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779912" y="1772816"/>
              <a:ext cx="1512168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프로젝트 관리자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전병진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011-539-0024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5724128" y="1340768"/>
              <a:ext cx="1512168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품질 보증 관리자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이대봉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010-5644-0554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544600" y="2852936"/>
              <a:ext cx="1512168" cy="22322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업무 지원팀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생산관리</a:t>
              </a:r>
              <a:r>
                <a:rPr lang="en-US" altLang="ko-KR" sz="1200" b="1" dirty="0" smtClean="0">
                  <a:solidFill>
                    <a:schemeClr val="tx1"/>
                  </a:solidFill>
                </a:rPr>
                <a:t>: </a:t>
              </a:r>
              <a:r>
                <a:rPr lang="ko-KR" altLang="en-US" sz="1200" b="1" dirty="0" smtClean="0">
                  <a:solidFill>
                    <a:schemeClr val="tx1"/>
                  </a:solidFill>
                </a:rPr>
                <a:t>전병국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017-216-2516</a:t>
              </a:r>
            </a:p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생산관</a:t>
              </a:r>
              <a:r>
                <a:rPr lang="ko-KR" altLang="en-US" sz="1200" b="1" dirty="0">
                  <a:solidFill>
                    <a:schemeClr val="tx1"/>
                  </a:solidFill>
                </a:rPr>
                <a:t>리</a:t>
              </a:r>
              <a:r>
                <a:rPr lang="en-US" altLang="ko-KR" sz="1200" b="1" dirty="0" smtClean="0">
                  <a:solidFill>
                    <a:schemeClr val="tx1"/>
                  </a:solidFill>
                </a:rPr>
                <a:t>: </a:t>
              </a:r>
              <a:r>
                <a:rPr lang="ko-KR" altLang="en-US" sz="1200" b="1" dirty="0" smtClean="0">
                  <a:solidFill>
                    <a:schemeClr val="tx1"/>
                  </a:solidFill>
                </a:rPr>
                <a:t>김민석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010-9419-4106</a:t>
              </a:r>
            </a:p>
            <a:p>
              <a:pPr algn="ctr"/>
              <a:endParaRPr lang="en-US" altLang="ko-KR" sz="12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품질관리</a:t>
              </a:r>
              <a:r>
                <a:rPr lang="en-US" altLang="ko-KR" sz="1200" b="1" dirty="0" smtClean="0">
                  <a:solidFill>
                    <a:schemeClr val="tx1"/>
                  </a:solidFill>
                </a:rPr>
                <a:t>: </a:t>
              </a:r>
              <a:r>
                <a:rPr lang="ko-KR" altLang="en-US" sz="1200" b="1" dirty="0" smtClean="0">
                  <a:solidFill>
                    <a:schemeClr val="tx1"/>
                  </a:solidFill>
                </a:rPr>
                <a:t>임채식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010-9117-4604</a:t>
              </a:r>
            </a:p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품질관리</a:t>
              </a:r>
              <a:r>
                <a:rPr lang="en-US" altLang="ko-KR" sz="1200" b="1" dirty="0" smtClean="0">
                  <a:solidFill>
                    <a:schemeClr val="tx1"/>
                  </a:solidFill>
                </a:rPr>
                <a:t>: </a:t>
              </a:r>
              <a:r>
                <a:rPr lang="ko-KR" altLang="en-US" sz="1200" b="1" dirty="0" smtClean="0">
                  <a:solidFill>
                    <a:schemeClr val="tx1"/>
                  </a:solidFill>
                </a:rPr>
                <a:t>정성욱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010-3411-7537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881070" y="2852936"/>
              <a:ext cx="1512168" cy="29523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연구 개발팀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제어기개발</a:t>
              </a:r>
              <a:r>
                <a:rPr lang="en-US" altLang="ko-KR" sz="1200" b="1" dirty="0" smtClean="0">
                  <a:solidFill>
                    <a:schemeClr val="tx1"/>
                  </a:solidFill>
                </a:rPr>
                <a:t>: </a:t>
              </a:r>
              <a:r>
                <a:rPr lang="ko-KR" altLang="en-US" sz="1200" b="1" dirty="0" smtClean="0">
                  <a:solidFill>
                    <a:schemeClr val="tx1"/>
                  </a:solidFill>
                </a:rPr>
                <a:t>연준상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010-2251-8051</a:t>
              </a:r>
            </a:p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제어기개발</a:t>
              </a:r>
              <a:r>
                <a:rPr lang="en-US" altLang="ko-KR" sz="1200" b="1" dirty="0" smtClean="0">
                  <a:solidFill>
                    <a:schemeClr val="tx1"/>
                  </a:solidFill>
                </a:rPr>
                <a:t>: </a:t>
              </a:r>
              <a:r>
                <a:rPr lang="ko-KR" altLang="en-US" sz="1200" b="1" dirty="0" smtClean="0">
                  <a:solidFill>
                    <a:schemeClr val="tx1"/>
                  </a:solidFill>
                </a:rPr>
                <a:t>장덕수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010-3420-6859</a:t>
              </a:r>
            </a:p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제어기개발</a:t>
              </a:r>
              <a:r>
                <a:rPr lang="en-US" altLang="ko-KR" sz="1200" b="1" dirty="0" smtClean="0">
                  <a:solidFill>
                    <a:schemeClr val="tx1"/>
                  </a:solidFill>
                </a:rPr>
                <a:t>: </a:t>
              </a:r>
              <a:r>
                <a:rPr lang="ko-KR" altLang="en-US" sz="1200" b="1" dirty="0" smtClean="0">
                  <a:solidFill>
                    <a:schemeClr val="tx1"/>
                  </a:solidFill>
                </a:rPr>
                <a:t>권영진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011-9426-6870</a:t>
              </a:r>
            </a:p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제어기개발</a:t>
              </a:r>
              <a:r>
                <a:rPr lang="en-US" altLang="ko-KR" sz="1200" b="1" dirty="0" smtClean="0">
                  <a:solidFill>
                    <a:schemeClr val="tx1"/>
                  </a:solidFill>
                </a:rPr>
                <a:t>: </a:t>
              </a:r>
              <a:r>
                <a:rPr lang="ko-KR" altLang="en-US" sz="1200" b="1" dirty="0" smtClean="0">
                  <a:solidFill>
                    <a:schemeClr val="tx1"/>
                  </a:solidFill>
                </a:rPr>
                <a:t>장태민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010-9425-8956</a:t>
              </a:r>
              <a:endParaRPr lang="en-US" altLang="ko-KR" sz="12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제어기개발</a:t>
              </a:r>
              <a:r>
                <a:rPr lang="en-US" altLang="ko-KR" sz="1200" b="1" dirty="0" smtClean="0">
                  <a:solidFill>
                    <a:schemeClr val="tx1"/>
                  </a:solidFill>
                </a:rPr>
                <a:t>: </a:t>
              </a:r>
              <a:r>
                <a:rPr lang="ko-KR" altLang="en-US" sz="1200" b="1" dirty="0" smtClean="0">
                  <a:solidFill>
                    <a:schemeClr val="tx1"/>
                  </a:solidFill>
                </a:rPr>
                <a:t>김태훈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010-7721-9187</a:t>
              </a:r>
            </a:p>
            <a:p>
              <a:pPr algn="ctr"/>
              <a:endParaRPr lang="en-US" altLang="ko-KR" sz="12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b="1" dirty="0" smtClean="0">
                  <a:solidFill>
                    <a:schemeClr val="tx1"/>
                  </a:solidFill>
                </a:rPr>
                <a:t>연구기획</a:t>
              </a:r>
              <a:r>
                <a:rPr lang="en-US" altLang="ko-KR" sz="1200" b="1" dirty="0" smtClean="0">
                  <a:solidFill>
                    <a:schemeClr val="tx1"/>
                  </a:solidFill>
                </a:rPr>
                <a:t>: </a:t>
              </a:r>
              <a:r>
                <a:rPr lang="ko-KR" altLang="en-US" sz="1200" b="1" dirty="0" smtClean="0">
                  <a:solidFill>
                    <a:schemeClr val="tx1"/>
                  </a:solidFill>
                </a:rPr>
                <a:t>이동빈</a:t>
              </a:r>
              <a:endParaRPr lang="en-US" altLang="ko-KR" sz="12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b="1" dirty="0" smtClean="0">
                  <a:solidFill>
                    <a:schemeClr val="tx1"/>
                  </a:solidFill>
                </a:rPr>
                <a:t>010-8191-6003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직선 연결선 14"/>
            <p:cNvCxnSpPr/>
            <p:nvPr/>
          </p:nvCxnSpPr>
          <p:spPr>
            <a:xfrm>
              <a:off x="4499992" y="1556792"/>
              <a:ext cx="0" cy="21602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>
              <a:off x="4499992" y="2420888"/>
              <a:ext cx="0" cy="21602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>
              <a:off x="4499992" y="1673190"/>
              <a:ext cx="122413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>
              <a:off x="2627784" y="2636912"/>
              <a:ext cx="367240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>
            <a:xfrm>
              <a:off x="2636662" y="2636912"/>
              <a:ext cx="0" cy="21602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6291314" y="2636912"/>
              <a:ext cx="0" cy="21602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64</Words>
  <Application>Microsoft Office PowerPoint</Application>
  <PresentationFormat>화면 슬라이드 쇼(4:3)</PresentationFormat>
  <Paragraphs>36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Company>Your Company 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Your User Name</dc:creator>
  <cp:lastModifiedBy>Your User Name</cp:lastModifiedBy>
  <cp:revision>4</cp:revision>
  <dcterms:created xsi:type="dcterms:W3CDTF">2011-09-20T23:57:10Z</dcterms:created>
  <dcterms:modified xsi:type="dcterms:W3CDTF">2011-09-21T00:35:53Z</dcterms:modified>
</cp:coreProperties>
</file>