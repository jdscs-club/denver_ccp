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59" r:id="rId4"/>
    <p:sldId id="264" r:id="rId5"/>
    <p:sldId id="256" r:id="rId6"/>
    <p:sldId id="257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00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2011-01-05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A7D5D-D33C-41F4-8F31-E20F40419BB1}" type="datetimeFigureOut">
              <a:rPr lang="ko-KR" altLang="en-US" smtClean="0"/>
              <a:pPr/>
              <a:t>2011-01-05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Line 560"/>
          <p:cNvSpPr>
            <a:spLocks noChangeShapeType="1"/>
          </p:cNvSpPr>
          <p:nvPr/>
        </p:nvSpPr>
        <p:spPr bwMode="auto">
          <a:xfrm flipH="1">
            <a:off x="7880621" y="3320540"/>
            <a:ext cx="0" cy="3514815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48" name="Rectangle 33"/>
          <p:cNvSpPr>
            <a:spLocks noChangeArrowheads="1"/>
          </p:cNvSpPr>
          <p:nvPr/>
        </p:nvSpPr>
        <p:spPr bwMode="auto">
          <a:xfrm>
            <a:off x="413579" y="22646"/>
            <a:ext cx="989249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</a:t>
            </a:r>
            <a:r>
              <a:rPr lang="en-US" altLang="ko-KR" sz="600" b="1" dirty="0" smtClean="0">
                <a:latin typeface="Arial" charset="0"/>
              </a:rPr>
              <a:t>Rack-A </a:t>
            </a:r>
            <a:endParaRPr lang="ko-KR" altLang="ko-KR" dirty="0"/>
          </a:p>
        </p:txBody>
      </p:sp>
      <p:sp>
        <p:nvSpPr>
          <p:cNvPr id="57349" name="Line 609"/>
          <p:cNvSpPr>
            <a:spLocks noChangeShapeType="1"/>
          </p:cNvSpPr>
          <p:nvPr/>
        </p:nvSpPr>
        <p:spPr bwMode="auto">
          <a:xfrm flipH="1">
            <a:off x="3599437" y="3482634"/>
            <a:ext cx="0" cy="8116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50" name="Line 31"/>
          <p:cNvSpPr>
            <a:spLocks noChangeShapeType="1"/>
          </p:cNvSpPr>
          <p:nvPr/>
        </p:nvSpPr>
        <p:spPr bwMode="auto">
          <a:xfrm flipH="1">
            <a:off x="5977211" y="3125074"/>
            <a:ext cx="0" cy="25029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51" name="Freeform 542"/>
          <p:cNvSpPr>
            <a:spLocks/>
          </p:cNvSpPr>
          <p:nvPr/>
        </p:nvSpPr>
        <p:spPr bwMode="auto">
          <a:xfrm flipH="1">
            <a:off x="7707801" y="515720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52" name="Freeform 543"/>
          <p:cNvSpPr>
            <a:spLocks/>
          </p:cNvSpPr>
          <p:nvPr/>
        </p:nvSpPr>
        <p:spPr bwMode="auto">
          <a:xfrm flipH="1">
            <a:off x="7707801" y="526566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53" name="Freeform 544"/>
          <p:cNvSpPr>
            <a:spLocks/>
          </p:cNvSpPr>
          <p:nvPr/>
        </p:nvSpPr>
        <p:spPr bwMode="auto">
          <a:xfrm flipH="1">
            <a:off x="7707801" y="6527854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54" name="Freeform 545"/>
          <p:cNvSpPr>
            <a:spLocks/>
          </p:cNvSpPr>
          <p:nvPr/>
        </p:nvSpPr>
        <p:spPr bwMode="auto">
          <a:xfrm flipH="1">
            <a:off x="7707801" y="6636313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55" name="Freeform 546"/>
          <p:cNvSpPr>
            <a:spLocks/>
          </p:cNvSpPr>
          <p:nvPr/>
        </p:nvSpPr>
        <p:spPr bwMode="auto">
          <a:xfrm flipH="1">
            <a:off x="7711376" y="6403900"/>
            <a:ext cx="344450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56" name="Freeform 548"/>
          <p:cNvSpPr>
            <a:spLocks/>
          </p:cNvSpPr>
          <p:nvPr/>
        </p:nvSpPr>
        <p:spPr bwMode="auto">
          <a:xfrm flipH="1">
            <a:off x="7707801" y="6188171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57" name="Freeform 549"/>
          <p:cNvSpPr>
            <a:spLocks/>
          </p:cNvSpPr>
          <p:nvPr/>
        </p:nvSpPr>
        <p:spPr bwMode="auto">
          <a:xfrm flipH="1">
            <a:off x="7707801" y="6296632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58" name="Freeform 550"/>
          <p:cNvSpPr>
            <a:spLocks/>
          </p:cNvSpPr>
          <p:nvPr/>
        </p:nvSpPr>
        <p:spPr bwMode="auto">
          <a:xfrm flipH="1">
            <a:off x="7711376" y="5972444"/>
            <a:ext cx="344450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59" name="Freeform 551"/>
          <p:cNvSpPr>
            <a:spLocks/>
          </p:cNvSpPr>
          <p:nvPr/>
        </p:nvSpPr>
        <p:spPr bwMode="auto">
          <a:xfrm flipH="1">
            <a:off x="7707801" y="5475435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60" name="Freeform 552"/>
          <p:cNvSpPr>
            <a:spLocks/>
          </p:cNvSpPr>
          <p:nvPr/>
        </p:nvSpPr>
        <p:spPr bwMode="auto">
          <a:xfrm flipH="1">
            <a:off x="7711376" y="3353913"/>
            <a:ext cx="344450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61" name="Freeform 553"/>
          <p:cNvSpPr>
            <a:spLocks/>
          </p:cNvSpPr>
          <p:nvPr/>
        </p:nvSpPr>
        <p:spPr bwMode="auto">
          <a:xfrm flipH="1">
            <a:off x="7707801" y="346475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62" name="Freeform 554"/>
          <p:cNvSpPr>
            <a:spLocks/>
          </p:cNvSpPr>
          <p:nvPr/>
        </p:nvSpPr>
        <p:spPr bwMode="auto">
          <a:xfrm flipH="1">
            <a:off x="7707801" y="4022550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63" name="Freeform 555"/>
          <p:cNvSpPr>
            <a:spLocks/>
          </p:cNvSpPr>
          <p:nvPr/>
        </p:nvSpPr>
        <p:spPr bwMode="auto">
          <a:xfrm flipH="1">
            <a:off x="7707801" y="4131010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64" name="Oval 556"/>
          <p:cNvSpPr>
            <a:spLocks noChangeArrowheads="1"/>
          </p:cNvSpPr>
          <p:nvPr/>
        </p:nvSpPr>
        <p:spPr bwMode="auto">
          <a:xfrm flipH="1">
            <a:off x="8024838" y="3328884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65" name="Oval 557"/>
          <p:cNvSpPr>
            <a:spLocks noChangeArrowheads="1"/>
          </p:cNvSpPr>
          <p:nvPr/>
        </p:nvSpPr>
        <p:spPr bwMode="auto">
          <a:xfrm flipH="1">
            <a:off x="8024838" y="3437343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66" name="Oval 558"/>
          <p:cNvSpPr>
            <a:spLocks noChangeArrowheads="1"/>
          </p:cNvSpPr>
          <p:nvPr/>
        </p:nvSpPr>
        <p:spPr bwMode="auto">
          <a:xfrm flipH="1">
            <a:off x="8024838" y="3991562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67" name="Oval 559"/>
          <p:cNvSpPr>
            <a:spLocks noChangeArrowheads="1"/>
          </p:cNvSpPr>
          <p:nvPr/>
        </p:nvSpPr>
        <p:spPr bwMode="auto">
          <a:xfrm flipH="1">
            <a:off x="8024838" y="4100021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68" name="Oval 561"/>
          <p:cNvSpPr>
            <a:spLocks noChangeArrowheads="1"/>
          </p:cNvSpPr>
          <p:nvPr/>
        </p:nvSpPr>
        <p:spPr bwMode="auto">
          <a:xfrm flipH="1">
            <a:off x="8024838" y="512621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69" name="Oval 562"/>
          <p:cNvSpPr>
            <a:spLocks noChangeArrowheads="1"/>
          </p:cNvSpPr>
          <p:nvPr/>
        </p:nvSpPr>
        <p:spPr bwMode="auto">
          <a:xfrm flipH="1">
            <a:off x="8024838" y="523467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70" name="Oval 563"/>
          <p:cNvSpPr>
            <a:spLocks noChangeArrowheads="1"/>
          </p:cNvSpPr>
          <p:nvPr/>
        </p:nvSpPr>
        <p:spPr bwMode="auto">
          <a:xfrm flipH="1">
            <a:off x="8024838" y="649686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71" name="Oval 564"/>
          <p:cNvSpPr>
            <a:spLocks noChangeArrowheads="1"/>
          </p:cNvSpPr>
          <p:nvPr/>
        </p:nvSpPr>
        <p:spPr bwMode="auto">
          <a:xfrm flipH="1">
            <a:off x="8024838" y="6605324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72" name="Oval 565"/>
          <p:cNvSpPr>
            <a:spLocks noChangeArrowheads="1"/>
          </p:cNvSpPr>
          <p:nvPr/>
        </p:nvSpPr>
        <p:spPr bwMode="auto">
          <a:xfrm flipH="1">
            <a:off x="8028413" y="6372911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73" name="Oval 567"/>
          <p:cNvSpPr>
            <a:spLocks noChangeArrowheads="1"/>
          </p:cNvSpPr>
          <p:nvPr/>
        </p:nvSpPr>
        <p:spPr bwMode="auto">
          <a:xfrm flipH="1">
            <a:off x="8024838" y="6157183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74" name="Oval 568"/>
          <p:cNvSpPr>
            <a:spLocks noChangeArrowheads="1"/>
          </p:cNvSpPr>
          <p:nvPr/>
        </p:nvSpPr>
        <p:spPr bwMode="auto">
          <a:xfrm flipH="1">
            <a:off x="8024838" y="6265643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75" name="Oval 569"/>
          <p:cNvSpPr>
            <a:spLocks noChangeArrowheads="1"/>
          </p:cNvSpPr>
          <p:nvPr/>
        </p:nvSpPr>
        <p:spPr bwMode="auto">
          <a:xfrm flipH="1">
            <a:off x="8028413" y="594145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76" name="Oval 570"/>
          <p:cNvSpPr>
            <a:spLocks noChangeArrowheads="1"/>
          </p:cNvSpPr>
          <p:nvPr/>
        </p:nvSpPr>
        <p:spPr bwMode="auto">
          <a:xfrm flipH="1">
            <a:off x="8024838" y="5444446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77" name="Rectangle 2"/>
          <p:cNvSpPr>
            <a:spLocks noChangeArrowheads="1"/>
          </p:cNvSpPr>
          <p:nvPr/>
        </p:nvSpPr>
        <p:spPr bwMode="auto">
          <a:xfrm flipH="1">
            <a:off x="301543" y="184740"/>
            <a:ext cx="1243116" cy="4844460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7378" name="Rectangle 5"/>
          <p:cNvSpPr>
            <a:spLocks noChangeArrowheads="1"/>
          </p:cNvSpPr>
          <p:nvPr/>
        </p:nvSpPr>
        <p:spPr bwMode="auto">
          <a:xfrm>
            <a:off x="3923625" y="219304"/>
            <a:ext cx="989249" cy="2157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WLAN/GPS Antenna</a:t>
            </a:r>
            <a:endParaRPr lang="ko-KR" altLang="ko-KR" dirty="0"/>
          </a:p>
        </p:txBody>
      </p:sp>
      <p:sp>
        <p:nvSpPr>
          <p:cNvPr id="57379" name="Line 6"/>
          <p:cNvSpPr>
            <a:spLocks noChangeShapeType="1"/>
          </p:cNvSpPr>
          <p:nvPr/>
        </p:nvSpPr>
        <p:spPr bwMode="auto">
          <a:xfrm flipH="1" flipV="1">
            <a:off x="1491025" y="4021358"/>
            <a:ext cx="6216776" cy="0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80" name="Line 7"/>
          <p:cNvSpPr>
            <a:spLocks noChangeShapeType="1"/>
          </p:cNvSpPr>
          <p:nvPr/>
        </p:nvSpPr>
        <p:spPr bwMode="auto">
          <a:xfrm flipH="1" flipV="1">
            <a:off x="1491025" y="4129818"/>
            <a:ext cx="621677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81" name="Rectangle 10"/>
          <p:cNvSpPr>
            <a:spLocks noChangeArrowheads="1"/>
          </p:cNvSpPr>
          <p:nvPr/>
        </p:nvSpPr>
        <p:spPr bwMode="auto">
          <a:xfrm>
            <a:off x="4170341" y="4049963"/>
            <a:ext cx="492241" cy="727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382" name="Rectangle 11"/>
          <p:cNvSpPr>
            <a:spLocks noChangeArrowheads="1"/>
          </p:cNvSpPr>
          <p:nvPr/>
        </p:nvSpPr>
        <p:spPr bwMode="auto">
          <a:xfrm>
            <a:off x="4089295" y="3942695"/>
            <a:ext cx="811661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977259" y="455293"/>
            <a:ext cx="948726" cy="324188"/>
            <a:chOff x="5877" y="427"/>
            <a:chExt cx="953" cy="318"/>
          </a:xfrm>
        </p:grpSpPr>
        <p:sp>
          <p:nvSpPr>
            <p:cNvPr id="57747" name="Freeform 13"/>
            <p:cNvSpPr>
              <a:spLocks/>
            </p:cNvSpPr>
            <p:nvPr/>
          </p:nvSpPr>
          <p:spPr bwMode="auto">
            <a:xfrm>
              <a:off x="5968" y="427"/>
              <a:ext cx="816" cy="272"/>
            </a:xfrm>
            <a:custGeom>
              <a:avLst/>
              <a:gdLst>
                <a:gd name="T0" fmla="*/ 0 w 771"/>
                <a:gd name="T1" fmla="*/ 326 h 227"/>
                <a:gd name="T2" fmla="*/ 203 w 771"/>
                <a:gd name="T3" fmla="*/ 131 h 227"/>
                <a:gd name="T4" fmla="*/ 305 w 771"/>
                <a:gd name="T5" fmla="*/ 65 h 227"/>
                <a:gd name="T6" fmla="*/ 457 w 771"/>
                <a:gd name="T7" fmla="*/ 0 h 227"/>
                <a:gd name="T8" fmla="*/ 559 w 771"/>
                <a:gd name="T9" fmla="*/ 0 h 227"/>
                <a:gd name="T10" fmla="*/ 659 w 771"/>
                <a:gd name="T11" fmla="*/ 131 h 227"/>
                <a:gd name="T12" fmla="*/ 711 w 771"/>
                <a:gd name="T13" fmla="*/ 195 h 227"/>
                <a:gd name="T14" fmla="*/ 812 w 771"/>
                <a:gd name="T15" fmla="*/ 260 h 227"/>
                <a:gd name="T16" fmla="*/ 864 w 771"/>
                <a:gd name="T17" fmla="*/ 326 h 227"/>
                <a:gd name="T18" fmla="*/ 0 w 771"/>
                <a:gd name="T19" fmla="*/ 326 h 2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1"/>
                <a:gd name="T31" fmla="*/ 0 h 227"/>
                <a:gd name="T32" fmla="*/ 771 w 771"/>
                <a:gd name="T33" fmla="*/ 227 h 2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1" h="227">
                  <a:moveTo>
                    <a:pt x="0" y="227"/>
                  </a:moveTo>
                  <a:lnTo>
                    <a:pt x="181" y="91"/>
                  </a:lnTo>
                  <a:lnTo>
                    <a:pt x="272" y="45"/>
                  </a:lnTo>
                  <a:lnTo>
                    <a:pt x="408" y="0"/>
                  </a:lnTo>
                  <a:lnTo>
                    <a:pt x="499" y="0"/>
                  </a:lnTo>
                  <a:lnTo>
                    <a:pt x="589" y="91"/>
                  </a:lnTo>
                  <a:lnTo>
                    <a:pt x="635" y="136"/>
                  </a:lnTo>
                  <a:lnTo>
                    <a:pt x="725" y="181"/>
                  </a:lnTo>
                  <a:lnTo>
                    <a:pt x="771" y="227"/>
                  </a:lnTo>
                  <a:lnTo>
                    <a:pt x="0" y="227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DDDDDD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48" name="Rectangle 14"/>
            <p:cNvSpPr>
              <a:spLocks noChangeArrowheads="1"/>
            </p:cNvSpPr>
            <p:nvPr/>
          </p:nvSpPr>
          <p:spPr bwMode="auto">
            <a:xfrm rot="10800000">
              <a:off x="5877" y="695"/>
              <a:ext cx="953" cy="50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50000">
                  <a:srgbClr val="DDDDDD"/>
                </a:gs>
                <a:gs pos="100000">
                  <a:srgbClr val="808080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384" name="Line 15"/>
          <p:cNvSpPr>
            <a:spLocks noChangeShapeType="1"/>
          </p:cNvSpPr>
          <p:nvPr/>
        </p:nvSpPr>
        <p:spPr bwMode="auto">
          <a:xfrm flipH="1">
            <a:off x="4331243" y="705585"/>
            <a:ext cx="1192" cy="301543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85" name="Line 16"/>
          <p:cNvSpPr>
            <a:spLocks noChangeShapeType="1"/>
          </p:cNvSpPr>
          <p:nvPr/>
        </p:nvSpPr>
        <p:spPr bwMode="auto">
          <a:xfrm>
            <a:off x="4534496" y="548680"/>
            <a:ext cx="35061" cy="427459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86" name="Oval 17"/>
          <p:cNvSpPr>
            <a:spLocks noChangeArrowheads="1"/>
          </p:cNvSpPr>
          <p:nvPr/>
        </p:nvSpPr>
        <p:spPr bwMode="auto">
          <a:xfrm>
            <a:off x="4277610" y="904627"/>
            <a:ext cx="108459" cy="10845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57387" name="Oval 18"/>
          <p:cNvSpPr>
            <a:spLocks noChangeArrowheads="1"/>
          </p:cNvSpPr>
          <p:nvPr/>
        </p:nvSpPr>
        <p:spPr bwMode="auto">
          <a:xfrm>
            <a:off x="4481419" y="910587"/>
            <a:ext cx="108460" cy="10846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r>
              <a:rPr lang="en-US" altLang="ko-KR" sz="600" dirty="0">
                <a:latin typeface="Arial" charset="0"/>
              </a:rPr>
              <a:t>B</a:t>
            </a:r>
            <a:endParaRPr lang="ko-KR" altLang="ko-KR" dirty="0"/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4498104" y="480323"/>
            <a:ext cx="83431" cy="108459"/>
            <a:chOff x="3016" y="2523"/>
            <a:chExt cx="91" cy="46"/>
          </a:xfrm>
        </p:grpSpPr>
        <p:sp>
          <p:nvSpPr>
            <p:cNvPr id="57745" name="Line 20"/>
            <p:cNvSpPr>
              <a:spLocks noChangeShapeType="1"/>
            </p:cNvSpPr>
            <p:nvPr/>
          </p:nvSpPr>
          <p:spPr bwMode="auto">
            <a:xfrm>
              <a:off x="3016" y="2523"/>
              <a:ext cx="46" cy="46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46" name="Line 21"/>
            <p:cNvSpPr>
              <a:spLocks noChangeShapeType="1"/>
            </p:cNvSpPr>
            <p:nvPr/>
          </p:nvSpPr>
          <p:spPr bwMode="auto">
            <a:xfrm flipH="1">
              <a:off x="3062" y="2523"/>
              <a:ext cx="45" cy="46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4305022" y="601893"/>
            <a:ext cx="53634" cy="103692"/>
            <a:chOff x="3016" y="2523"/>
            <a:chExt cx="91" cy="46"/>
          </a:xfrm>
        </p:grpSpPr>
        <p:sp>
          <p:nvSpPr>
            <p:cNvPr id="57743" name="Line 23"/>
            <p:cNvSpPr>
              <a:spLocks noChangeShapeType="1"/>
            </p:cNvSpPr>
            <p:nvPr/>
          </p:nvSpPr>
          <p:spPr bwMode="auto">
            <a:xfrm>
              <a:off x="3016" y="2523"/>
              <a:ext cx="46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44" name="Line 24"/>
            <p:cNvSpPr>
              <a:spLocks noChangeShapeType="1"/>
            </p:cNvSpPr>
            <p:nvPr/>
          </p:nvSpPr>
          <p:spPr bwMode="auto">
            <a:xfrm flipH="1">
              <a:off x="3062" y="2523"/>
              <a:ext cx="45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391" name="Rectangle 27"/>
          <p:cNvSpPr>
            <a:spLocks noChangeArrowheads="1"/>
          </p:cNvSpPr>
          <p:nvPr/>
        </p:nvSpPr>
        <p:spPr bwMode="auto">
          <a:xfrm>
            <a:off x="4842554" y="3268098"/>
            <a:ext cx="493433" cy="6555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7392" name="Rectangle 29"/>
          <p:cNvSpPr>
            <a:spLocks noChangeArrowheads="1"/>
          </p:cNvSpPr>
          <p:nvPr/>
        </p:nvSpPr>
        <p:spPr bwMode="auto">
          <a:xfrm flipH="1">
            <a:off x="5490930" y="2997545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sp>
        <p:nvSpPr>
          <p:cNvPr id="57393" name="Rectangle 32"/>
          <p:cNvSpPr>
            <a:spLocks noChangeArrowheads="1"/>
          </p:cNvSpPr>
          <p:nvPr/>
        </p:nvSpPr>
        <p:spPr bwMode="auto">
          <a:xfrm rot="16200000" flipH="1">
            <a:off x="-69128" y="2808038"/>
            <a:ext cx="90343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57394" name="Rectangle 34"/>
          <p:cNvSpPr>
            <a:spLocks noChangeArrowheads="1"/>
          </p:cNvSpPr>
          <p:nvPr/>
        </p:nvSpPr>
        <p:spPr bwMode="auto">
          <a:xfrm>
            <a:off x="1662655" y="1462421"/>
            <a:ext cx="520845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395" name="Line 35"/>
          <p:cNvSpPr>
            <a:spLocks noChangeShapeType="1"/>
          </p:cNvSpPr>
          <p:nvPr/>
        </p:nvSpPr>
        <p:spPr bwMode="auto">
          <a:xfrm flipV="1">
            <a:off x="1491025" y="1570880"/>
            <a:ext cx="97256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96" name="Rectangle 36"/>
          <p:cNvSpPr>
            <a:spLocks noChangeArrowheads="1"/>
          </p:cNvSpPr>
          <p:nvPr/>
        </p:nvSpPr>
        <p:spPr bwMode="auto">
          <a:xfrm>
            <a:off x="1710329" y="861720"/>
            <a:ext cx="523229" cy="13468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for LCD PID</a:t>
            </a:r>
            <a:endParaRPr lang="ko-KR" altLang="ko-KR" dirty="0"/>
          </a:p>
        </p:txBody>
      </p:sp>
      <p:sp>
        <p:nvSpPr>
          <p:cNvPr id="57397" name="Line 37"/>
          <p:cNvSpPr>
            <a:spLocks noChangeShapeType="1"/>
          </p:cNvSpPr>
          <p:nvPr/>
        </p:nvSpPr>
        <p:spPr bwMode="auto">
          <a:xfrm>
            <a:off x="1003552" y="976139"/>
            <a:ext cx="1460037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398" name="Rectangle 38"/>
          <p:cNvSpPr>
            <a:spLocks noChangeArrowheads="1"/>
          </p:cNvSpPr>
          <p:nvPr/>
        </p:nvSpPr>
        <p:spPr bwMode="auto">
          <a:xfrm>
            <a:off x="1706753" y="802644"/>
            <a:ext cx="523230" cy="10607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for LED PIS</a:t>
            </a:r>
            <a:endParaRPr lang="ko-KR" altLang="ko-KR" dirty="0"/>
          </a:p>
        </p:txBody>
      </p:sp>
      <p:sp>
        <p:nvSpPr>
          <p:cNvPr id="57400" name="Rectangle 40"/>
          <p:cNvSpPr>
            <a:spLocks noChangeArrowheads="1"/>
          </p:cNvSpPr>
          <p:nvPr/>
        </p:nvSpPr>
        <p:spPr bwMode="auto">
          <a:xfrm>
            <a:off x="1514863" y="252676"/>
            <a:ext cx="522038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01" name="Line 41"/>
          <p:cNvSpPr>
            <a:spLocks noChangeShapeType="1"/>
          </p:cNvSpPr>
          <p:nvPr/>
        </p:nvSpPr>
        <p:spPr bwMode="auto">
          <a:xfrm>
            <a:off x="1486258" y="400467"/>
            <a:ext cx="523229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02" name="Rectangle 42"/>
          <p:cNvSpPr>
            <a:spLocks noChangeArrowheads="1"/>
          </p:cNvSpPr>
          <p:nvPr/>
        </p:nvSpPr>
        <p:spPr bwMode="auto">
          <a:xfrm flipH="1">
            <a:off x="2572048" y="400468"/>
            <a:ext cx="579247" cy="541107"/>
          </a:xfrm>
          <a:prstGeom prst="rect">
            <a:avLst/>
          </a:prstGeom>
          <a:solidFill>
            <a:srgbClr val="FFFF99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Communication</a:t>
            </a:r>
          </a:p>
          <a:p>
            <a:pPr algn="ctr"/>
            <a:r>
              <a:rPr lang="en-US" altLang="ko-KR" sz="600" dirty="0">
                <a:latin typeface="Arial" charset="0"/>
              </a:rPr>
              <a:t>Control </a:t>
            </a:r>
            <a:r>
              <a:rPr lang="en-US" altLang="ko-KR" sz="600" dirty="0" smtClean="0">
                <a:latin typeface="Arial" charset="0"/>
              </a:rPr>
              <a:t>Head</a:t>
            </a:r>
            <a:endParaRPr lang="ko-KR" altLang="ko-KR" dirty="0"/>
          </a:p>
        </p:txBody>
      </p:sp>
      <p:sp>
        <p:nvSpPr>
          <p:cNvPr id="57403" name="Rectangle 43"/>
          <p:cNvSpPr>
            <a:spLocks noChangeArrowheads="1"/>
          </p:cNvSpPr>
          <p:nvPr/>
        </p:nvSpPr>
        <p:spPr bwMode="auto">
          <a:xfrm>
            <a:off x="3166790" y="383781"/>
            <a:ext cx="492241" cy="1096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04" name="Line 44"/>
          <p:cNvSpPr>
            <a:spLocks noChangeShapeType="1"/>
          </p:cNvSpPr>
          <p:nvPr/>
        </p:nvSpPr>
        <p:spPr bwMode="auto">
          <a:xfrm>
            <a:off x="3151296" y="508927"/>
            <a:ext cx="41357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05" name="Rectangle 45"/>
          <p:cNvSpPr>
            <a:spLocks noChangeArrowheads="1"/>
          </p:cNvSpPr>
          <p:nvPr/>
        </p:nvSpPr>
        <p:spPr bwMode="auto">
          <a:xfrm>
            <a:off x="1501752" y="660295"/>
            <a:ext cx="522038" cy="9892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57406" name="Line 46"/>
          <p:cNvSpPr>
            <a:spLocks noChangeShapeType="1"/>
          </p:cNvSpPr>
          <p:nvPr/>
        </p:nvSpPr>
        <p:spPr bwMode="auto">
          <a:xfrm>
            <a:off x="679364" y="651951"/>
            <a:ext cx="1784225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07" name="Rectangle 47"/>
          <p:cNvSpPr>
            <a:spLocks noChangeArrowheads="1"/>
          </p:cNvSpPr>
          <p:nvPr/>
        </p:nvSpPr>
        <p:spPr bwMode="auto">
          <a:xfrm>
            <a:off x="3182284" y="549451"/>
            <a:ext cx="493433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ADDRESS</a:t>
            </a:r>
            <a:endParaRPr lang="ko-KR" altLang="ko-KR" dirty="0"/>
          </a:p>
        </p:txBody>
      </p:sp>
      <p:sp>
        <p:nvSpPr>
          <p:cNvPr id="57408" name="Line 48"/>
          <p:cNvSpPr>
            <a:spLocks noChangeShapeType="1"/>
          </p:cNvSpPr>
          <p:nvPr/>
        </p:nvSpPr>
        <p:spPr bwMode="auto">
          <a:xfrm>
            <a:off x="3151296" y="671021"/>
            <a:ext cx="537532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09" name="Line 49"/>
          <p:cNvSpPr>
            <a:spLocks noChangeShapeType="1"/>
          </p:cNvSpPr>
          <p:nvPr/>
        </p:nvSpPr>
        <p:spPr bwMode="auto">
          <a:xfrm flipH="1" flipV="1">
            <a:off x="1491025" y="4834211"/>
            <a:ext cx="16209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10" name="Line 50"/>
          <p:cNvSpPr>
            <a:spLocks noChangeShapeType="1"/>
          </p:cNvSpPr>
          <p:nvPr/>
        </p:nvSpPr>
        <p:spPr bwMode="auto">
          <a:xfrm>
            <a:off x="1491026" y="4725751"/>
            <a:ext cx="26936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11" name="Line 51"/>
          <p:cNvSpPr>
            <a:spLocks noChangeShapeType="1"/>
          </p:cNvSpPr>
          <p:nvPr/>
        </p:nvSpPr>
        <p:spPr bwMode="auto">
          <a:xfrm flipH="1">
            <a:off x="246716" y="6188171"/>
            <a:ext cx="1406403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12" name="Line 52"/>
          <p:cNvSpPr>
            <a:spLocks noChangeShapeType="1"/>
          </p:cNvSpPr>
          <p:nvPr/>
        </p:nvSpPr>
        <p:spPr bwMode="auto">
          <a:xfrm>
            <a:off x="1760388" y="6185787"/>
            <a:ext cx="594741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13" name="Line 53"/>
          <p:cNvSpPr>
            <a:spLocks noChangeShapeType="1"/>
          </p:cNvSpPr>
          <p:nvPr/>
        </p:nvSpPr>
        <p:spPr bwMode="auto">
          <a:xfrm flipH="1" flipV="1">
            <a:off x="1653119" y="4834211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14" name="Line 54"/>
          <p:cNvSpPr>
            <a:spLocks noChangeShapeType="1"/>
          </p:cNvSpPr>
          <p:nvPr/>
        </p:nvSpPr>
        <p:spPr bwMode="auto">
          <a:xfrm flipH="1" flipV="1">
            <a:off x="1760387" y="4726942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6" name="Group 55"/>
          <p:cNvGrpSpPr>
            <a:grpSpLocks/>
          </p:cNvGrpSpPr>
          <p:nvPr/>
        </p:nvGrpSpPr>
        <p:grpSpPr bwMode="auto">
          <a:xfrm rot="5370604" flipV="1">
            <a:off x="2462992" y="651355"/>
            <a:ext cx="109652" cy="108459"/>
            <a:chOff x="4604" y="2523"/>
            <a:chExt cx="91" cy="46"/>
          </a:xfrm>
        </p:grpSpPr>
        <p:sp>
          <p:nvSpPr>
            <p:cNvPr id="57741" name="Line 56"/>
            <p:cNvSpPr>
              <a:spLocks noChangeShapeType="1"/>
            </p:cNvSpPr>
            <p:nvPr/>
          </p:nvSpPr>
          <p:spPr bwMode="auto">
            <a:xfrm>
              <a:off x="4604" y="2523"/>
              <a:ext cx="46" cy="4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42" name="Line 57"/>
            <p:cNvSpPr>
              <a:spLocks noChangeShapeType="1"/>
            </p:cNvSpPr>
            <p:nvPr/>
          </p:nvSpPr>
          <p:spPr bwMode="auto">
            <a:xfrm flipH="1">
              <a:off x="4650" y="2523"/>
              <a:ext cx="45" cy="4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416" name="Line 58"/>
          <p:cNvSpPr>
            <a:spLocks noChangeShapeType="1"/>
          </p:cNvSpPr>
          <p:nvPr/>
        </p:nvSpPr>
        <p:spPr bwMode="auto">
          <a:xfrm>
            <a:off x="1003552" y="760411"/>
            <a:ext cx="1460037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17" name="Rectangle 59"/>
          <p:cNvSpPr>
            <a:spLocks noChangeArrowheads="1"/>
          </p:cNvSpPr>
          <p:nvPr/>
        </p:nvSpPr>
        <p:spPr bwMode="auto">
          <a:xfrm flipH="1">
            <a:off x="1112012" y="2219256"/>
            <a:ext cx="379014" cy="2777049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57418" name="Line 60"/>
          <p:cNvSpPr>
            <a:spLocks noChangeShapeType="1"/>
          </p:cNvSpPr>
          <p:nvPr/>
        </p:nvSpPr>
        <p:spPr bwMode="auto">
          <a:xfrm flipH="1">
            <a:off x="1491025" y="1246692"/>
            <a:ext cx="162094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19" name="Oval 61"/>
          <p:cNvSpPr>
            <a:spLocks noChangeArrowheads="1"/>
          </p:cNvSpPr>
          <p:nvPr/>
        </p:nvSpPr>
        <p:spPr bwMode="auto">
          <a:xfrm>
            <a:off x="1598294" y="1188292"/>
            <a:ext cx="108459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57420" name="Rectangle 62"/>
          <p:cNvSpPr>
            <a:spLocks noChangeArrowheads="1"/>
          </p:cNvSpPr>
          <p:nvPr/>
        </p:nvSpPr>
        <p:spPr bwMode="auto">
          <a:xfrm>
            <a:off x="3177517" y="657910"/>
            <a:ext cx="494625" cy="2157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57421" name="Line 63"/>
          <p:cNvSpPr>
            <a:spLocks noChangeShapeType="1"/>
          </p:cNvSpPr>
          <p:nvPr/>
        </p:nvSpPr>
        <p:spPr bwMode="auto">
          <a:xfrm>
            <a:off x="3151296" y="833115"/>
            <a:ext cx="537532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22" name="Rectangle 64"/>
          <p:cNvSpPr>
            <a:spLocks noChangeArrowheads="1"/>
          </p:cNvSpPr>
          <p:nvPr/>
        </p:nvSpPr>
        <p:spPr bwMode="auto">
          <a:xfrm>
            <a:off x="1544659" y="2412338"/>
            <a:ext cx="493433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57423" name="Line 65"/>
          <p:cNvSpPr>
            <a:spLocks noChangeShapeType="1"/>
          </p:cNvSpPr>
          <p:nvPr/>
        </p:nvSpPr>
        <p:spPr bwMode="auto">
          <a:xfrm>
            <a:off x="1491026" y="2489810"/>
            <a:ext cx="53991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24" name="Rectangle 66"/>
          <p:cNvSpPr>
            <a:spLocks noChangeArrowheads="1"/>
          </p:cNvSpPr>
          <p:nvPr/>
        </p:nvSpPr>
        <p:spPr bwMode="auto">
          <a:xfrm>
            <a:off x="1544659" y="2293152"/>
            <a:ext cx="493433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57425" name="Line 67"/>
          <p:cNvSpPr>
            <a:spLocks noChangeShapeType="1"/>
          </p:cNvSpPr>
          <p:nvPr/>
        </p:nvSpPr>
        <p:spPr bwMode="auto">
          <a:xfrm>
            <a:off x="1491026" y="2382542"/>
            <a:ext cx="53991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26" name="Rectangle 68"/>
          <p:cNvSpPr>
            <a:spLocks noChangeArrowheads="1"/>
          </p:cNvSpPr>
          <p:nvPr/>
        </p:nvSpPr>
        <p:spPr bwMode="auto">
          <a:xfrm>
            <a:off x="1500561" y="2179925"/>
            <a:ext cx="493433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57427" name="Line 69"/>
          <p:cNvSpPr>
            <a:spLocks noChangeShapeType="1"/>
          </p:cNvSpPr>
          <p:nvPr/>
        </p:nvSpPr>
        <p:spPr bwMode="auto">
          <a:xfrm>
            <a:off x="1491026" y="2274081"/>
            <a:ext cx="539915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28" name="Rectangle 70"/>
          <p:cNvSpPr>
            <a:spLocks noChangeArrowheads="1"/>
          </p:cNvSpPr>
          <p:nvPr/>
        </p:nvSpPr>
        <p:spPr bwMode="auto">
          <a:xfrm>
            <a:off x="1662654" y="977331"/>
            <a:ext cx="638840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CDT</a:t>
            </a:r>
            <a:endParaRPr lang="ko-KR" altLang="ko-KR" dirty="0"/>
          </a:p>
        </p:txBody>
      </p:sp>
      <p:sp>
        <p:nvSpPr>
          <p:cNvPr id="57429" name="Line 71"/>
          <p:cNvSpPr>
            <a:spLocks noChangeShapeType="1"/>
          </p:cNvSpPr>
          <p:nvPr/>
        </p:nvSpPr>
        <p:spPr bwMode="auto">
          <a:xfrm flipV="1">
            <a:off x="1491025" y="1084599"/>
            <a:ext cx="972563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30" name="Rectangle 72"/>
          <p:cNvSpPr>
            <a:spLocks noChangeArrowheads="1"/>
          </p:cNvSpPr>
          <p:nvPr/>
        </p:nvSpPr>
        <p:spPr bwMode="auto">
          <a:xfrm>
            <a:off x="1662655" y="1570880"/>
            <a:ext cx="520845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431" name="Line 73"/>
          <p:cNvSpPr>
            <a:spLocks noChangeShapeType="1"/>
          </p:cNvSpPr>
          <p:nvPr/>
        </p:nvSpPr>
        <p:spPr bwMode="auto">
          <a:xfrm flipV="1">
            <a:off x="1491025" y="1678148"/>
            <a:ext cx="972563" cy="119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32" name="Rectangle 74"/>
          <p:cNvSpPr>
            <a:spLocks noChangeArrowheads="1"/>
          </p:cNvSpPr>
          <p:nvPr/>
        </p:nvSpPr>
        <p:spPr bwMode="auto">
          <a:xfrm>
            <a:off x="1500560" y="562561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57433" name="Rectangle 81"/>
          <p:cNvSpPr>
            <a:spLocks noChangeArrowheads="1"/>
          </p:cNvSpPr>
          <p:nvPr/>
        </p:nvSpPr>
        <p:spPr bwMode="auto">
          <a:xfrm>
            <a:off x="508927" y="5371743"/>
            <a:ext cx="49462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34" name="Line 82"/>
          <p:cNvSpPr>
            <a:spLocks noChangeShapeType="1"/>
          </p:cNvSpPr>
          <p:nvPr/>
        </p:nvSpPr>
        <p:spPr bwMode="auto">
          <a:xfrm flipV="1">
            <a:off x="463637" y="5483778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35" name="Rectangle 83"/>
          <p:cNvSpPr>
            <a:spLocks noChangeArrowheads="1"/>
          </p:cNvSpPr>
          <p:nvPr/>
        </p:nvSpPr>
        <p:spPr bwMode="auto">
          <a:xfrm>
            <a:off x="2625682" y="5071393"/>
            <a:ext cx="523229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436" name="Line 84"/>
          <p:cNvSpPr>
            <a:spLocks noChangeShapeType="1"/>
          </p:cNvSpPr>
          <p:nvPr/>
        </p:nvSpPr>
        <p:spPr bwMode="auto">
          <a:xfrm>
            <a:off x="1491025" y="5158398"/>
            <a:ext cx="6216776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37" name="Line 85"/>
          <p:cNvSpPr>
            <a:spLocks noChangeShapeType="1"/>
          </p:cNvSpPr>
          <p:nvPr/>
        </p:nvSpPr>
        <p:spPr bwMode="auto">
          <a:xfrm>
            <a:off x="1491025" y="5266859"/>
            <a:ext cx="6216776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lg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38" name="Rectangle 86"/>
          <p:cNvSpPr>
            <a:spLocks noChangeArrowheads="1"/>
          </p:cNvSpPr>
          <p:nvPr/>
        </p:nvSpPr>
        <p:spPr bwMode="auto">
          <a:xfrm>
            <a:off x="2628066" y="5179852"/>
            <a:ext cx="522038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439" name="Rectangle 87"/>
          <p:cNvSpPr>
            <a:spLocks noChangeArrowheads="1"/>
          </p:cNvSpPr>
          <p:nvPr/>
        </p:nvSpPr>
        <p:spPr bwMode="auto">
          <a:xfrm>
            <a:off x="2301495" y="5886629"/>
            <a:ext cx="523229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RIGHT Side Exterior Speaker PA</a:t>
            </a:r>
            <a:endParaRPr lang="ko-KR" altLang="ko-KR" dirty="0"/>
          </a:p>
        </p:txBody>
      </p:sp>
      <p:sp>
        <p:nvSpPr>
          <p:cNvPr id="57440" name="Line 88"/>
          <p:cNvSpPr>
            <a:spLocks noChangeShapeType="1"/>
          </p:cNvSpPr>
          <p:nvPr/>
        </p:nvSpPr>
        <p:spPr bwMode="auto">
          <a:xfrm flipV="1">
            <a:off x="1491025" y="5475435"/>
            <a:ext cx="621677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41" name="Line 89"/>
          <p:cNvSpPr>
            <a:spLocks noChangeShapeType="1"/>
          </p:cNvSpPr>
          <p:nvPr/>
        </p:nvSpPr>
        <p:spPr bwMode="auto">
          <a:xfrm flipV="1">
            <a:off x="1491025" y="5970060"/>
            <a:ext cx="621677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42" name="Rectangle 90"/>
          <p:cNvSpPr>
            <a:spLocks noChangeArrowheads="1"/>
          </p:cNvSpPr>
          <p:nvPr/>
        </p:nvSpPr>
        <p:spPr bwMode="auto">
          <a:xfrm>
            <a:off x="2301495" y="5383662"/>
            <a:ext cx="522038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LEFT Side Exterior Speaker PA</a:t>
            </a:r>
            <a:endParaRPr lang="ko-KR" altLang="ko-KR" dirty="0"/>
          </a:p>
        </p:txBody>
      </p:sp>
      <p:sp>
        <p:nvSpPr>
          <p:cNvPr id="57443" name="Rectangle 91"/>
          <p:cNvSpPr>
            <a:spLocks noChangeArrowheads="1"/>
          </p:cNvSpPr>
          <p:nvPr/>
        </p:nvSpPr>
        <p:spPr bwMode="auto">
          <a:xfrm flipH="1">
            <a:off x="3166790" y="4295487"/>
            <a:ext cx="539915" cy="270554"/>
          </a:xfrm>
          <a:prstGeom prst="rect">
            <a:avLst/>
          </a:prstGeom>
          <a:solidFill>
            <a:srgbClr val="CC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Conductor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7444" name="Rectangle 93"/>
          <p:cNvSpPr>
            <a:spLocks noChangeArrowheads="1"/>
          </p:cNvSpPr>
          <p:nvPr/>
        </p:nvSpPr>
        <p:spPr bwMode="auto">
          <a:xfrm>
            <a:off x="1609020" y="4035660"/>
            <a:ext cx="692475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445" name="Rectangle 94"/>
          <p:cNvSpPr>
            <a:spLocks noChangeArrowheads="1"/>
          </p:cNvSpPr>
          <p:nvPr/>
        </p:nvSpPr>
        <p:spPr bwMode="auto">
          <a:xfrm>
            <a:off x="1659079" y="3917666"/>
            <a:ext cx="80451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7452" name="Line 104"/>
          <p:cNvSpPr>
            <a:spLocks noChangeShapeType="1"/>
          </p:cNvSpPr>
          <p:nvPr/>
        </p:nvSpPr>
        <p:spPr bwMode="auto">
          <a:xfrm flipH="1" flipV="1">
            <a:off x="246717" y="6525470"/>
            <a:ext cx="7461084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53" name="Line 105"/>
          <p:cNvSpPr>
            <a:spLocks noChangeShapeType="1"/>
          </p:cNvSpPr>
          <p:nvPr/>
        </p:nvSpPr>
        <p:spPr bwMode="auto">
          <a:xfrm flipH="1">
            <a:off x="246717" y="6633929"/>
            <a:ext cx="7461084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54" name="Rectangle 106"/>
          <p:cNvSpPr>
            <a:spLocks noChangeArrowheads="1"/>
          </p:cNvSpPr>
          <p:nvPr/>
        </p:nvSpPr>
        <p:spPr bwMode="auto">
          <a:xfrm>
            <a:off x="1499368" y="4185836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57455" name="Line 107"/>
          <p:cNvSpPr>
            <a:spLocks noChangeShapeType="1"/>
          </p:cNvSpPr>
          <p:nvPr/>
        </p:nvSpPr>
        <p:spPr bwMode="auto">
          <a:xfrm flipH="1" flipV="1">
            <a:off x="1491026" y="4262115"/>
            <a:ext cx="702009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56" name="Rectangle 108"/>
          <p:cNvSpPr>
            <a:spLocks noChangeArrowheads="1"/>
          </p:cNvSpPr>
          <p:nvPr/>
        </p:nvSpPr>
        <p:spPr bwMode="auto">
          <a:xfrm>
            <a:off x="1499368" y="4287145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57457" name="Line 109"/>
          <p:cNvSpPr>
            <a:spLocks noChangeShapeType="1"/>
          </p:cNvSpPr>
          <p:nvPr/>
        </p:nvSpPr>
        <p:spPr bwMode="auto">
          <a:xfrm flipH="1" flipV="1">
            <a:off x="1491026" y="4370575"/>
            <a:ext cx="59355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58" name="Rectangle 112"/>
          <p:cNvSpPr>
            <a:spLocks noChangeArrowheads="1"/>
          </p:cNvSpPr>
          <p:nvPr/>
        </p:nvSpPr>
        <p:spPr bwMode="auto">
          <a:xfrm rot="16200000" flipH="1">
            <a:off x="-1168029" y="2716264"/>
            <a:ext cx="3965340" cy="594742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5V</a:t>
            </a:r>
            <a:endParaRPr lang="ko-KR" altLang="ko-KR" dirty="0"/>
          </a:p>
        </p:txBody>
      </p:sp>
      <p:sp>
        <p:nvSpPr>
          <p:cNvPr id="57459" name="Rectangle 113"/>
          <p:cNvSpPr>
            <a:spLocks noChangeArrowheads="1"/>
          </p:cNvSpPr>
          <p:nvPr/>
        </p:nvSpPr>
        <p:spPr bwMode="auto">
          <a:xfrm>
            <a:off x="538724" y="274130"/>
            <a:ext cx="494625" cy="5959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60" name="Line 114"/>
          <p:cNvSpPr>
            <a:spLocks noChangeShapeType="1"/>
          </p:cNvSpPr>
          <p:nvPr/>
        </p:nvSpPr>
        <p:spPr bwMode="auto">
          <a:xfrm flipV="1">
            <a:off x="463637" y="381397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61" name="Rectangle 115"/>
          <p:cNvSpPr>
            <a:spLocks noChangeArrowheads="1"/>
          </p:cNvSpPr>
          <p:nvPr/>
        </p:nvSpPr>
        <p:spPr bwMode="auto">
          <a:xfrm>
            <a:off x="538724" y="383782"/>
            <a:ext cx="494625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5V</a:t>
            </a:r>
            <a:endParaRPr lang="ko-KR" altLang="ko-KR" dirty="0"/>
          </a:p>
        </p:txBody>
      </p:sp>
      <p:sp>
        <p:nvSpPr>
          <p:cNvPr id="57462" name="Line 116"/>
          <p:cNvSpPr>
            <a:spLocks noChangeShapeType="1"/>
          </p:cNvSpPr>
          <p:nvPr/>
        </p:nvSpPr>
        <p:spPr bwMode="auto">
          <a:xfrm>
            <a:off x="570905" y="489858"/>
            <a:ext cx="541107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63" name="Line 117"/>
          <p:cNvSpPr>
            <a:spLocks noChangeShapeType="1"/>
          </p:cNvSpPr>
          <p:nvPr/>
        </p:nvSpPr>
        <p:spPr bwMode="auto">
          <a:xfrm flipV="1">
            <a:off x="463636" y="381397"/>
            <a:ext cx="0" cy="510238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64" name="Line 118"/>
          <p:cNvSpPr>
            <a:spLocks noChangeShapeType="1"/>
          </p:cNvSpPr>
          <p:nvPr/>
        </p:nvSpPr>
        <p:spPr bwMode="auto">
          <a:xfrm flipV="1">
            <a:off x="570904" y="489858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65" name="Rectangle 119"/>
          <p:cNvSpPr>
            <a:spLocks noChangeArrowheads="1"/>
          </p:cNvSpPr>
          <p:nvPr/>
        </p:nvSpPr>
        <p:spPr bwMode="auto">
          <a:xfrm>
            <a:off x="1699602" y="4411099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/>
              <a:t>(OLD) PA Audio TL</a:t>
            </a:r>
            <a:endParaRPr lang="ko-KR" altLang="ko-KR" dirty="0"/>
          </a:p>
        </p:txBody>
      </p:sp>
      <p:sp>
        <p:nvSpPr>
          <p:cNvPr id="57466" name="Line 120"/>
          <p:cNvSpPr>
            <a:spLocks noChangeShapeType="1"/>
          </p:cNvSpPr>
          <p:nvPr/>
        </p:nvSpPr>
        <p:spPr bwMode="auto">
          <a:xfrm flipH="1" flipV="1">
            <a:off x="1491025" y="4494529"/>
            <a:ext cx="486282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67" name="Rectangle 121"/>
          <p:cNvSpPr>
            <a:spLocks noChangeArrowheads="1"/>
          </p:cNvSpPr>
          <p:nvPr/>
        </p:nvSpPr>
        <p:spPr bwMode="auto">
          <a:xfrm>
            <a:off x="1699602" y="4515983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OLD PA Control TL</a:t>
            </a:r>
            <a:endParaRPr lang="ko-KR" altLang="ko-KR" dirty="0"/>
          </a:p>
        </p:txBody>
      </p:sp>
      <p:sp>
        <p:nvSpPr>
          <p:cNvPr id="57468" name="Line 122"/>
          <p:cNvSpPr>
            <a:spLocks noChangeShapeType="1"/>
          </p:cNvSpPr>
          <p:nvPr/>
        </p:nvSpPr>
        <p:spPr bwMode="auto">
          <a:xfrm flipH="1" flipV="1">
            <a:off x="1491026" y="4602989"/>
            <a:ext cx="377821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69" name="Line 123"/>
          <p:cNvSpPr>
            <a:spLocks noChangeShapeType="1"/>
          </p:cNvSpPr>
          <p:nvPr/>
        </p:nvSpPr>
        <p:spPr bwMode="auto">
          <a:xfrm flipH="1" flipV="1">
            <a:off x="246717" y="6294248"/>
            <a:ext cx="7461084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70" name="Line 124"/>
          <p:cNvSpPr>
            <a:spLocks noChangeShapeType="1"/>
          </p:cNvSpPr>
          <p:nvPr/>
        </p:nvSpPr>
        <p:spPr bwMode="auto">
          <a:xfrm flipH="1">
            <a:off x="246717" y="6402707"/>
            <a:ext cx="7461084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71" name="Line 125"/>
          <p:cNvSpPr>
            <a:spLocks noChangeShapeType="1"/>
          </p:cNvSpPr>
          <p:nvPr/>
        </p:nvSpPr>
        <p:spPr bwMode="auto">
          <a:xfrm flipH="1" flipV="1">
            <a:off x="1868847" y="4618484"/>
            <a:ext cx="0" cy="1675764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72" name="Line 126"/>
          <p:cNvSpPr>
            <a:spLocks noChangeShapeType="1"/>
          </p:cNvSpPr>
          <p:nvPr/>
        </p:nvSpPr>
        <p:spPr bwMode="auto">
          <a:xfrm flipH="1" flipV="1">
            <a:off x="1977307" y="4510023"/>
            <a:ext cx="0" cy="1891493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73" name="Line 128"/>
          <p:cNvSpPr>
            <a:spLocks noChangeShapeType="1"/>
          </p:cNvSpPr>
          <p:nvPr/>
        </p:nvSpPr>
        <p:spPr bwMode="auto">
          <a:xfrm flipV="1">
            <a:off x="2084575" y="4377726"/>
            <a:ext cx="0" cy="2138209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74" name="Line 129"/>
          <p:cNvSpPr>
            <a:spLocks noChangeShapeType="1"/>
          </p:cNvSpPr>
          <p:nvPr/>
        </p:nvSpPr>
        <p:spPr bwMode="auto">
          <a:xfrm flipV="1">
            <a:off x="2193034" y="4272842"/>
            <a:ext cx="0" cy="235632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86" name="Rectangle 157"/>
          <p:cNvSpPr>
            <a:spLocks noChangeArrowheads="1"/>
          </p:cNvSpPr>
          <p:nvPr/>
        </p:nvSpPr>
        <p:spPr bwMode="auto">
          <a:xfrm>
            <a:off x="2732951" y="4293104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87" name="Line 158"/>
          <p:cNvSpPr>
            <a:spLocks noChangeShapeType="1"/>
          </p:cNvSpPr>
          <p:nvPr/>
        </p:nvSpPr>
        <p:spPr bwMode="auto">
          <a:xfrm flipH="1" flipV="1">
            <a:off x="2732950" y="4401563"/>
            <a:ext cx="4326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97" name="Line 175"/>
          <p:cNvSpPr>
            <a:spLocks noChangeShapeType="1"/>
          </p:cNvSpPr>
          <p:nvPr/>
        </p:nvSpPr>
        <p:spPr bwMode="auto">
          <a:xfrm>
            <a:off x="3382517" y="4023741"/>
            <a:ext cx="0" cy="271746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498" name="Line 176"/>
          <p:cNvSpPr>
            <a:spLocks noChangeShapeType="1"/>
          </p:cNvSpPr>
          <p:nvPr/>
        </p:nvSpPr>
        <p:spPr bwMode="auto">
          <a:xfrm flipH="1">
            <a:off x="3490977" y="4132202"/>
            <a:ext cx="0" cy="163285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01" name="Line 179"/>
          <p:cNvSpPr>
            <a:spLocks noChangeShapeType="1"/>
          </p:cNvSpPr>
          <p:nvPr/>
        </p:nvSpPr>
        <p:spPr bwMode="auto">
          <a:xfrm>
            <a:off x="679364" y="2544635"/>
            <a:ext cx="432648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02" name="Line 180"/>
          <p:cNvSpPr>
            <a:spLocks noChangeShapeType="1"/>
          </p:cNvSpPr>
          <p:nvPr/>
        </p:nvSpPr>
        <p:spPr bwMode="auto">
          <a:xfrm flipH="1" flipV="1">
            <a:off x="1003552" y="760411"/>
            <a:ext cx="0" cy="21572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03" name="Line 181"/>
          <p:cNvSpPr>
            <a:spLocks noChangeShapeType="1"/>
          </p:cNvSpPr>
          <p:nvPr/>
        </p:nvSpPr>
        <p:spPr bwMode="auto">
          <a:xfrm flipH="1" flipV="1">
            <a:off x="679364" y="651951"/>
            <a:ext cx="0" cy="189268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04" name="Rectangle 182"/>
          <p:cNvSpPr>
            <a:spLocks noChangeArrowheads="1"/>
          </p:cNvSpPr>
          <p:nvPr/>
        </p:nvSpPr>
        <p:spPr bwMode="auto">
          <a:xfrm flipH="1">
            <a:off x="1112012" y="274130"/>
            <a:ext cx="379014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57505" name="Rectangle 183"/>
          <p:cNvSpPr>
            <a:spLocks noChangeArrowheads="1"/>
          </p:cNvSpPr>
          <p:nvPr/>
        </p:nvSpPr>
        <p:spPr bwMode="auto">
          <a:xfrm flipH="1">
            <a:off x="1112012" y="1030965"/>
            <a:ext cx="379014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57506" name="Rectangle 184"/>
          <p:cNvSpPr>
            <a:spLocks noChangeArrowheads="1"/>
          </p:cNvSpPr>
          <p:nvPr/>
        </p:nvSpPr>
        <p:spPr bwMode="auto">
          <a:xfrm flipH="1">
            <a:off x="1112012" y="1319397"/>
            <a:ext cx="379014" cy="143024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GIA</a:t>
            </a:r>
            <a:endParaRPr lang="ko-KR" altLang="ko-KR" dirty="0"/>
          </a:p>
        </p:txBody>
      </p:sp>
      <p:sp>
        <p:nvSpPr>
          <p:cNvPr id="57507" name="Rectangle 185"/>
          <p:cNvSpPr>
            <a:spLocks noChangeArrowheads="1"/>
          </p:cNvSpPr>
          <p:nvPr/>
        </p:nvSpPr>
        <p:spPr bwMode="auto">
          <a:xfrm flipH="1">
            <a:off x="1112012" y="1462421"/>
            <a:ext cx="379014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57508" name="Rectangle 186"/>
          <p:cNvSpPr>
            <a:spLocks noChangeArrowheads="1"/>
          </p:cNvSpPr>
          <p:nvPr/>
        </p:nvSpPr>
        <p:spPr bwMode="auto">
          <a:xfrm flipH="1">
            <a:off x="1112012" y="2057162"/>
            <a:ext cx="379014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 HDD</a:t>
            </a:r>
            <a:endParaRPr lang="ko-KR" altLang="ko-KR" dirty="0"/>
          </a:p>
        </p:txBody>
      </p:sp>
      <p:sp>
        <p:nvSpPr>
          <p:cNvPr id="57509" name="Rectangle 187"/>
          <p:cNvSpPr>
            <a:spLocks noChangeArrowheads="1"/>
          </p:cNvSpPr>
          <p:nvPr/>
        </p:nvSpPr>
        <p:spPr bwMode="auto">
          <a:xfrm flipH="1">
            <a:off x="1112012" y="543491"/>
            <a:ext cx="379014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57510" name="Rectangle 188"/>
          <p:cNvSpPr>
            <a:spLocks noChangeArrowheads="1"/>
          </p:cNvSpPr>
          <p:nvPr/>
        </p:nvSpPr>
        <p:spPr bwMode="auto">
          <a:xfrm flipH="1">
            <a:off x="1112012" y="1732974"/>
            <a:ext cx="379014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57511" name="Line 189"/>
          <p:cNvSpPr>
            <a:spLocks noChangeShapeType="1"/>
          </p:cNvSpPr>
          <p:nvPr/>
        </p:nvSpPr>
        <p:spPr bwMode="auto">
          <a:xfrm flipH="1">
            <a:off x="1491025" y="1408786"/>
            <a:ext cx="162094" cy="0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12" name="Line 190"/>
          <p:cNvSpPr>
            <a:spLocks noChangeShapeType="1"/>
          </p:cNvSpPr>
          <p:nvPr/>
        </p:nvSpPr>
        <p:spPr bwMode="auto">
          <a:xfrm flipH="1" flipV="1">
            <a:off x="896284" y="1355153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13" name="Line 191"/>
          <p:cNvSpPr>
            <a:spLocks noChangeShapeType="1"/>
          </p:cNvSpPr>
          <p:nvPr/>
        </p:nvSpPr>
        <p:spPr bwMode="auto">
          <a:xfrm flipV="1">
            <a:off x="896284" y="1265763"/>
            <a:ext cx="218112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14" name="Line 192"/>
          <p:cNvSpPr>
            <a:spLocks noChangeShapeType="1"/>
          </p:cNvSpPr>
          <p:nvPr/>
        </p:nvSpPr>
        <p:spPr bwMode="auto">
          <a:xfrm>
            <a:off x="896284" y="173297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15" name="Rectangle 193"/>
          <p:cNvSpPr>
            <a:spLocks noChangeArrowheads="1"/>
          </p:cNvSpPr>
          <p:nvPr/>
        </p:nvSpPr>
        <p:spPr bwMode="auto">
          <a:xfrm flipH="1">
            <a:off x="1112012" y="1193059"/>
            <a:ext cx="379014" cy="126338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57516" name="Line 194"/>
          <p:cNvSpPr>
            <a:spLocks noChangeShapeType="1"/>
          </p:cNvSpPr>
          <p:nvPr/>
        </p:nvSpPr>
        <p:spPr bwMode="auto">
          <a:xfrm flipH="1">
            <a:off x="1003552" y="1408786"/>
            <a:ext cx="108460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17" name="Line 195"/>
          <p:cNvSpPr>
            <a:spLocks noChangeShapeType="1"/>
          </p:cNvSpPr>
          <p:nvPr/>
        </p:nvSpPr>
        <p:spPr bwMode="auto">
          <a:xfrm flipH="1" flipV="1">
            <a:off x="991633" y="2238326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18" name="Line 196"/>
          <p:cNvSpPr>
            <a:spLocks noChangeShapeType="1"/>
          </p:cNvSpPr>
          <p:nvPr/>
        </p:nvSpPr>
        <p:spPr bwMode="auto">
          <a:xfrm flipV="1">
            <a:off x="1003552" y="1462421"/>
            <a:ext cx="0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19" name="Line 197"/>
          <p:cNvSpPr>
            <a:spLocks noChangeShapeType="1"/>
          </p:cNvSpPr>
          <p:nvPr/>
        </p:nvSpPr>
        <p:spPr bwMode="auto">
          <a:xfrm flipH="1" flipV="1">
            <a:off x="1003552" y="1895068"/>
            <a:ext cx="112035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20" name="Line 198"/>
          <p:cNvSpPr>
            <a:spLocks noChangeShapeType="1"/>
          </p:cNvSpPr>
          <p:nvPr/>
        </p:nvSpPr>
        <p:spPr bwMode="auto">
          <a:xfrm flipH="1" flipV="1">
            <a:off x="1003552" y="1517247"/>
            <a:ext cx="112035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21" name="Line 199"/>
          <p:cNvSpPr>
            <a:spLocks noChangeShapeType="1"/>
          </p:cNvSpPr>
          <p:nvPr/>
        </p:nvSpPr>
        <p:spPr bwMode="auto">
          <a:xfrm flipH="1">
            <a:off x="1003552" y="1589950"/>
            <a:ext cx="110844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22" name="Line 200"/>
          <p:cNvSpPr>
            <a:spLocks noChangeShapeType="1"/>
          </p:cNvSpPr>
          <p:nvPr/>
        </p:nvSpPr>
        <p:spPr bwMode="auto">
          <a:xfrm flipH="1">
            <a:off x="991633" y="1949894"/>
            <a:ext cx="12395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23" name="Line 201"/>
          <p:cNvSpPr>
            <a:spLocks noChangeShapeType="1"/>
          </p:cNvSpPr>
          <p:nvPr/>
        </p:nvSpPr>
        <p:spPr bwMode="auto">
          <a:xfrm flipH="1" flipV="1">
            <a:off x="1003552" y="1625706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24" name="Line 202"/>
          <p:cNvSpPr>
            <a:spLocks noChangeShapeType="1"/>
          </p:cNvSpPr>
          <p:nvPr/>
        </p:nvSpPr>
        <p:spPr bwMode="auto">
          <a:xfrm flipV="1">
            <a:off x="991633" y="2003529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25" name="Rectangle 203"/>
          <p:cNvSpPr>
            <a:spLocks noChangeArrowheads="1"/>
          </p:cNvSpPr>
          <p:nvPr/>
        </p:nvSpPr>
        <p:spPr bwMode="auto">
          <a:xfrm rot="-5400000">
            <a:off x="690091" y="1437391"/>
            <a:ext cx="324188" cy="12395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57526" name="Rectangle 204"/>
          <p:cNvSpPr>
            <a:spLocks noChangeArrowheads="1"/>
          </p:cNvSpPr>
          <p:nvPr/>
        </p:nvSpPr>
        <p:spPr bwMode="auto">
          <a:xfrm rot="-5400000">
            <a:off x="1044671" y="2013659"/>
            <a:ext cx="215728" cy="8343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57527" name="Rectangle 205"/>
          <p:cNvSpPr>
            <a:spLocks noChangeArrowheads="1"/>
          </p:cNvSpPr>
          <p:nvPr/>
        </p:nvSpPr>
        <p:spPr bwMode="auto">
          <a:xfrm rot="-5400000">
            <a:off x="998188" y="1690663"/>
            <a:ext cx="312269" cy="870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57528" name="Line 206"/>
          <p:cNvSpPr>
            <a:spLocks noChangeShapeType="1"/>
          </p:cNvSpPr>
          <p:nvPr/>
        </p:nvSpPr>
        <p:spPr bwMode="auto">
          <a:xfrm flipH="1" flipV="1">
            <a:off x="1003552" y="1355153"/>
            <a:ext cx="112035" cy="5244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29" name="Line 207"/>
          <p:cNvSpPr>
            <a:spLocks noChangeShapeType="1"/>
          </p:cNvSpPr>
          <p:nvPr/>
        </p:nvSpPr>
        <p:spPr bwMode="auto">
          <a:xfrm flipH="1">
            <a:off x="1003552" y="1084599"/>
            <a:ext cx="112035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30" name="Line 208"/>
          <p:cNvSpPr>
            <a:spLocks noChangeShapeType="1"/>
          </p:cNvSpPr>
          <p:nvPr/>
        </p:nvSpPr>
        <p:spPr bwMode="auto">
          <a:xfrm flipH="1" flipV="1">
            <a:off x="1003552" y="1138233"/>
            <a:ext cx="0" cy="2169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31" name="Oval 209"/>
          <p:cNvSpPr>
            <a:spLocks noChangeArrowheads="1"/>
          </p:cNvSpPr>
          <p:nvPr/>
        </p:nvSpPr>
        <p:spPr bwMode="auto">
          <a:xfrm>
            <a:off x="1598294" y="1355153"/>
            <a:ext cx="107268" cy="107268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r>
              <a:rPr lang="en-US" altLang="ko-KR" sz="600" dirty="0">
                <a:latin typeface="Arial" charset="0"/>
              </a:rPr>
              <a:t>B</a:t>
            </a:r>
            <a:endParaRPr lang="ko-KR" altLang="ko-KR" dirty="0"/>
          </a:p>
        </p:txBody>
      </p:sp>
      <p:sp>
        <p:nvSpPr>
          <p:cNvPr id="57532" name="Rectangle 210"/>
          <p:cNvSpPr>
            <a:spLocks noChangeArrowheads="1"/>
          </p:cNvSpPr>
          <p:nvPr/>
        </p:nvSpPr>
        <p:spPr bwMode="auto">
          <a:xfrm rot="16200000" flipH="1">
            <a:off x="-1168029" y="2716264"/>
            <a:ext cx="3965340" cy="59474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1427" tIns="45713" rIns="91427" bIns="45713" anchor="ctr"/>
          <a:lstStyle/>
          <a:p>
            <a:pPr algn="ctr"/>
            <a:endParaRPr lang="ko-KR" altLang="ko-KR"/>
          </a:p>
        </p:txBody>
      </p:sp>
      <p:sp>
        <p:nvSpPr>
          <p:cNvPr id="57533" name="Rectangle 212"/>
          <p:cNvSpPr>
            <a:spLocks noChangeArrowheads="1"/>
          </p:cNvSpPr>
          <p:nvPr/>
        </p:nvSpPr>
        <p:spPr bwMode="auto">
          <a:xfrm>
            <a:off x="491049" y="6092822"/>
            <a:ext cx="523230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57534" name="Rectangle 213"/>
          <p:cNvSpPr>
            <a:spLocks noChangeArrowheads="1"/>
          </p:cNvSpPr>
          <p:nvPr/>
        </p:nvSpPr>
        <p:spPr bwMode="auto">
          <a:xfrm>
            <a:off x="493433" y="6213201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OLD PA Control TL</a:t>
            </a:r>
            <a:endParaRPr lang="ko-KR" altLang="ko-KR" dirty="0"/>
          </a:p>
        </p:txBody>
      </p:sp>
      <p:sp>
        <p:nvSpPr>
          <p:cNvPr id="57535" name="Rectangle 214"/>
          <p:cNvSpPr>
            <a:spLocks noChangeArrowheads="1"/>
          </p:cNvSpPr>
          <p:nvPr/>
        </p:nvSpPr>
        <p:spPr bwMode="auto">
          <a:xfrm>
            <a:off x="489858" y="6321660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(OLD) PA Audio TL</a:t>
            </a:r>
            <a:endParaRPr lang="ko-KR" altLang="ko-KR" dirty="0"/>
          </a:p>
        </p:txBody>
      </p:sp>
      <p:sp>
        <p:nvSpPr>
          <p:cNvPr id="57536" name="Rectangle 216"/>
          <p:cNvSpPr>
            <a:spLocks noChangeArrowheads="1"/>
          </p:cNvSpPr>
          <p:nvPr/>
        </p:nvSpPr>
        <p:spPr bwMode="auto">
          <a:xfrm>
            <a:off x="491049" y="643846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57537" name="Rectangle 217"/>
          <p:cNvSpPr>
            <a:spLocks noChangeArrowheads="1"/>
          </p:cNvSpPr>
          <p:nvPr/>
        </p:nvSpPr>
        <p:spPr bwMode="auto">
          <a:xfrm>
            <a:off x="491049" y="6552882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57538" name="Rectangle 259"/>
          <p:cNvSpPr>
            <a:spLocks noChangeArrowheads="1"/>
          </p:cNvSpPr>
          <p:nvPr/>
        </p:nvSpPr>
        <p:spPr bwMode="auto">
          <a:xfrm flipH="1">
            <a:off x="5043979" y="5064241"/>
            <a:ext cx="523230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539" name="Rectangle 260"/>
          <p:cNvSpPr>
            <a:spLocks noChangeArrowheads="1"/>
          </p:cNvSpPr>
          <p:nvPr/>
        </p:nvSpPr>
        <p:spPr bwMode="auto">
          <a:xfrm flipH="1">
            <a:off x="5042788" y="5179852"/>
            <a:ext cx="522038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540" name="Rectangle 264"/>
          <p:cNvSpPr>
            <a:spLocks noChangeArrowheads="1"/>
          </p:cNvSpPr>
          <p:nvPr/>
        </p:nvSpPr>
        <p:spPr bwMode="auto">
          <a:xfrm flipH="1">
            <a:off x="7012943" y="4035660"/>
            <a:ext cx="692475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541" name="Line 8"/>
          <p:cNvSpPr>
            <a:spLocks noChangeShapeType="1"/>
          </p:cNvSpPr>
          <p:nvPr/>
        </p:nvSpPr>
        <p:spPr bwMode="auto">
          <a:xfrm flipH="1" flipV="1">
            <a:off x="1491025" y="3375366"/>
            <a:ext cx="621677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42" name="Line 26"/>
          <p:cNvSpPr>
            <a:spLocks noChangeShapeType="1"/>
          </p:cNvSpPr>
          <p:nvPr/>
        </p:nvSpPr>
        <p:spPr bwMode="auto">
          <a:xfrm flipH="1">
            <a:off x="4625634" y="3106004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43" name="Rectangle 101"/>
          <p:cNvSpPr>
            <a:spLocks noChangeArrowheads="1"/>
          </p:cNvSpPr>
          <p:nvPr/>
        </p:nvSpPr>
        <p:spPr bwMode="auto">
          <a:xfrm>
            <a:off x="1699602" y="3302663"/>
            <a:ext cx="493433" cy="655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7544" name="Line 174"/>
          <p:cNvSpPr>
            <a:spLocks noChangeShapeType="1"/>
          </p:cNvSpPr>
          <p:nvPr/>
        </p:nvSpPr>
        <p:spPr bwMode="auto">
          <a:xfrm flipH="1">
            <a:off x="3274058" y="3106004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45" name="Rectangle 272"/>
          <p:cNvSpPr>
            <a:spLocks noChangeArrowheads="1"/>
          </p:cNvSpPr>
          <p:nvPr/>
        </p:nvSpPr>
        <p:spPr bwMode="auto">
          <a:xfrm flipH="1">
            <a:off x="7219136" y="3302663"/>
            <a:ext cx="493433" cy="655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7546" name="Rectangle 265"/>
          <p:cNvSpPr>
            <a:spLocks noChangeArrowheads="1"/>
          </p:cNvSpPr>
          <p:nvPr/>
        </p:nvSpPr>
        <p:spPr bwMode="auto">
          <a:xfrm flipH="1">
            <a:off x="6899715" y="3917666"/>
            <a:ext cx="80451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7547" name="Line 9"/>
          <p:cNvSpPr>
            <a:spLocks noChangeShapeType="1"/>
          </p:cNvSpPr>
          <p:nvPr/>
        </p:nvSpPr>
        <p:spPr bwMode="auto">
          <a:xfrm flipH="1" flipV="1">
            <a:off x="1491025" y="3482634"/>
            <a:ext cx="6216776" cy="1192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48" name="Rectangle 28"/>
          <p:cNvSpPr>
            <a:spLocks noChangeArrowheads="1"/>
          </p:cNvSpPr>
          <p:nvPr/>
        </p:nvSpPr>
        <p:spPr bwMode="auto">
          <a:xfrm>
            <a:off x="4734094" y="3370599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7549" name="Line 30"/>
          <p:cNvSpPr>
            <a:spLocks noChangeShapeType="1"/>
          </p:cNvSpPr>
          <p:nvPr/>
        </p:nvSpPr>
        <p:spPr bwMode="auto">
          <a:xfrm>
            <a:off x="5869943" y="3213273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50" name="Rectangle 102"/>
          <p:cNvSpPr>
            <a:spLocks noChangeArrowheads="1"/>
          </p:cNvSpPr>
          <p:nvPr/>
        </p:nvSpPr>
        <p:spPr bwMode="auto">
          <a:xfrm>
            <a:off x="1500560" y="3384901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7551" name="Line 173"/>
          <p:cNvSpPr>
            <a:spLocks noChangeShapeType="1"/>
          </p:cNvSpPr>
          <p:nvPr/>
        </p:nvSpPr>
        <p:spPr bwMode="auto">
          <a:xfrm>
            <a:off x="3166790" y="3213273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52" name="Line 211"/>
          <p:cNvSpPr>
            <a:spLocks noChangeShapeType="1"/>
          </p:cNvSpPr>
          <p:nvPr/>
        </p:nvSpPr>
        <p:spPr bwMode="auto">
          <a:xfrm>
            <a:off x="4518366" y="3213273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53" name="Rectangle 273"/>
          <p:cNvSpPr>
            <a:spLocks noChangeArrowheads="1"/>
          </p:cNvSpPr>
          <p:nvPr/>
        </p:nvSpPr>
        <p:spPr bwMode="auto">
          <a:xfrm flipH="1">
            <a:off x="6904483" y="3384901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7554" name="Rectangle 369"/>
          <p:cNvSpPr>
            <a:spLocks noChangeArrowheads="1"/>
          </p:cNvSpPr>
          <p:nvPr/>
        </p:nvSpPr>
        <p:spPr bwMode="auto">
          <a:xfrm flipH="1">
            <a:off x="6859192" y="6088055"/>
            <a:ext cx="523229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57555" name="Rectangle 370"/>
          <p:cNvSpPr>
            <a:spLocks noChangeArrowheads="1"/>
          </p:cNvSpPr>
          <p:nvPr/>
        </p:nvSpPr>
        <p:spPr bwMode="auto">
          <a:xfrm flipH="1">
            <a:off x="6852041" y="620843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OLD PA Control TL</a:t>
            </a:r>
            <a:endParaRPr lang="ko-KR" altLang="ko-KR" dirty="0"/>
          </a:p>
        </p:txBody>
      </p:sp>
      <p:sp>
        <p:nvSpPr>
          <p:cNvPr id="57556" name="Rectangle 371"/>
          <p:cNvSpPr>
            <a:spLocks noChangeArrowheads="1"/>
          </p:cNvSpPr>
          <p:nvPr/>
        </p:nvSpPr>
        <p:spPr bwMode="auto">
          <a:xfrm flipH="1">
            <a:off x="6855616" y="631689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(OLD) PA Audio TL</a:t>
            </a:r>
            <a:endParaRPr lang="ko-KR" altLang="ko-KR" dirty="0"/>
          </a:p>
        </p:txBody>
      </p:sp>
      <p:sp>
        <p:nvSpPr>
          <p:cNvPr id="57557" name="Rectangle 373"/>
          <p:cNvSpPr>
            <a:spLocks noChangeArrowheads="1"/>
          </p:cNvSpPr>
          <p:nvPr/>
        </p:nvSpPr>
        <p:spPr bwMode="auto">
          <a:xfrm flipH="1">
            <a:off x="6854425" y="6433696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57558" name="Rectangle 374"/>
          <p:cNvSpPr>
            <a:spLocks noChangeArrowheads="1"/>
          </p:cNvSpPr>
          <p:nvPr/>
        </p:nvSpPr>
        <p:spPr bwMode="auto">
          <a:xfrm flipH="1">
            <a:off x="6854425" y="6548115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57559" name="Rectangle 375"/>
          <p:cNvSpPr>
            <a:spLocks noChangeArrowheads="1"/>
          </p:cNvSpPr>
          <p:nvPr/>
        </p:nvSpPr>
        <p:spPr bwMode="auto">
          <a:xfrm flipH="1">
            <a:off x="5598198" y="4295487"/>
            <a:ext cx="539915" cy="270554"/>
          </a:xfrm>
          <a:prstGeom prst="rect">
            <a:avLst/>
          </a:prstGeom>
          <a:solidFill>
            <a:srgbClr val="CC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Conductor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7560" name="Line 376"/>
          <p:cNvSpPr>
            <a:spLocks noChangeShapeType="1"/>
          </p:cNvSpPr>
          <p:nvPr/>
        </p:nvSpPr>
        <p:spPr bwMode="auto">
          <a:xfrm>
            <a:off x="5922386" y="4023741"/>
            <a:ext cx="1191" cy="271746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61" name="Line 377"/>
          <p:cNvSpPr>
            <a:spLocks noChangeShapeType="1"/>
          </p:cNvSpPr>
          <p:nvPr/>
        </p:nvSpPr>
        <p:spPr bwMode="auto">
          <a:xfrm flipH="1">
            <a:off x="5815117" y="4132202"/>
            <a:ext cx="0" cy="163285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62" name="Rectangle 378"/>
          <p:cNvSpPr>
            <a:spLocks noChangeArrowheads="1"/>
          </p:cNvSpPr>
          <p:nvPr/>
        </p:nvSpPr>
        <p:spPr bwMode="auto">
          <a:xfrm>
            <a:off x="5972444" y="2780625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563" name="Line 379"/>
          <p:cNvSpPr>
            <a:spLocks noChangeShapeType="1"/>
          </p:cNvSpPr>
          <p:nvPr/>
        </p:nvSpPr>
        <p:spPr bwMode="auto">
          <a:xfrm flipV="1">
            <a:off x="5924769" y="2889084"/>
            <a:ext cx="37782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64" name="Rectangle 380"/>
          <p:cNvSpPr>
            <a:spLocks noChangeArrowheads="1"/>
          </p:cNvSpPr>
          <p:nvPr/>
        </p:nvSpPr>
        <p:spPr bwMode="auto">
          <a:xfrm flipH="1">
            <a:off x="4131010" y="2997545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sp>
        <p:nvSpPr>
          <p:cNvPr id="57565" name="Rectangle 381"/>
          <p:cNvSpPr>
            <a:spLocks noChangeArrowheads="1"/>
          </p:cNvSpPr>
          <p:nvPr/>
        </p:nvSpPr>
        <p:spPr bwMode="auto">
          <a:xfrm flipH="1">
            <a:off x="2787777" y="2997545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grpSp>
        <p:nvGrpSpPr>
          <p:cNvPr id="9" name="Group 382"/>
          <p:cNvGrpSpPr>
            <a:grpSpLocks/>
          </p:cNvGrpSpPr>
          <p:nvPr/>
        </p:nvGrpSpPr>
        <p:grpSpPr bwMode="auto">
          <a:xfrm rot="10800000" flipV="1">
            <a:off x="3221615" y="5537412"/>
            <a:ext cx="324188" cy="160902"/>
            <a:chOff x="1477" y="3739"/>
            <a:chExt cx="227" cy="91"/>
          </a:xfrm>
        </p:grpSpPr>
        <p:sp>
          <p:nvSpPr>
            <p:cNvPr id="57732" name="AutoShape 383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33" name="Rectangle 384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 sz="800" dirty="0">
                <a:latin typeface="Gill Sans MT" pitchFamily="34" charset="0"/>
                <a:cs typeface="Latha" pitchFamily="2"/>
              </a:endParaRPr>
            </a:p>
          </p:txBody>
        </p:sp>
      </p:grpSp>
      <p:sp>
        <p:nvSpPr>
          <p:cNvPr id="57567" name="Rectangle 385"/>
          <p:cNvSpPr>
            <a:spLocks noChangeArrowheads="1"/>
          </p:cNvSpPr>
          <p:nvPr/>
        </p:nvSpPr>
        <p:spPr bwMode="auto">
          <a:xfrm rot="10800000" flipH="1" flipV="1">
            <a:off x="2951062" y="5537412"/>
            <a:ext cx="216920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68" name="Line 386"/>
          <p:cNvSpPr>
            <a:spLocks noChangeShapeType="1"/>
          </p:cNvSpPr>
          <p:nvPr/>
        </p:nvSpPr>
        <p:spPr bwMode="auto">
          <a:xfrm flipV="1">
            <a:off x="3383709" y="569831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69" name="Line 387"/>
          <p:cNvSpPr>
            <a:spLocks noChangeShapeType="1"/>
          </p:cNvSpPr>
          <p:nvPr/>
        </p:nvSpPr>
        <p:spPr bwMode="auto">
          <a:xfrm>
            <a:off x="3059522" y="5806774"/>
            <a:ext cx="322995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70" name="Line 388"/>
          <p:cNvSpPr>
            <a:spLocks noChangeShapeType="1"/>
          </p:cNvSpPr>
          <p:nvPr/>
        </p:nvSpPr>
        <p:spPr bwMode="auto">
          <a:xfrm>
            <a:off x="3059522" y="569831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71" name="Line 389"/>
          <p:cNvSpPr>
            <a:spLocks noChangeShapeType="1"/>
          </p:cNvSpPr>
          <p:nvPr/>
        </p:nvSpPr>
        <p:spPr bwMode="auto">
          <a:xfrm flipH="1">
            <a:off x="2734142" y="5475435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72" name="Line 390"/>
          <p:cNvSpPr>
            <a:spLocks noChangeShapeType="1"/>
          </p:cNvSpPr>
          <p:nvPr/>
        </p:nvSpPr>
        <p:spPr bwMode="auto">
          <a:xfrm flipV="1">
            <a:off x="2734142" y="5644680"/>
            <a:ext cx="21453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73" name="Line 391"/>
          <p:cNvSpPr>
            <a:spLocks noChangeShapeType="1"/>
          </p:cNvSpPr>
          <p:nvPr/>
        </p:nvSpPr>
        <p:spPr bwMode="auto">
          <a:xfrm flipH="1" flipV="1">
            <a:off x="3599437" y="5806774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74" name="Line 392"/>
          <p:cNvSpPr>
            <a:spLocks noChangeShapeType="1"/>
          </p:cNvSpPr>
          <p:nvPr/>
        </p:nvSpPr>
        <p:spPr bwMode="auto">
          <a:xfrm flipV="1">
            <a:off x="3599437" y="5806774"/>
            <a:ext cx="21692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10" name="Group 393"/>
          <p:cNvGrpSpPr>
            <a:grpSpLocks/>
          </p:cNvGrpSpPr>
          <p:nvPr/>
        </p:nvGrpSpPr>
        <p:grpSpPr bwMode="auto">
          <a:xfrm>
            <a:off x="3815165" y="5591046"/>
            <a:ext cx="594741" cy="270553"/>
            <a:chOff x="2747" y="4827"/>
            <a:chExt cx="499" cy="227"/>
          </a:xfrm>
        </p:grpSpPr>
        <p:grpSp>
          <p:nvGrpSpPr>
            <p:cNvPr id="11" name="Group 394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30" name="AutoShape 395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1" name="Rectangle 396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dirty="0"/>
              </a:p>
            </p:txBody>
          </p:sp>
        </p:grpSp>
        <p:sp>
          <p:nvSpPr>
            <p:cNvPr id="57726" name="Rectangle 397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27" name="Line 398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8" name="Line 399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9" name="Line 400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401"/>
          <p:cNvGrpSpPr>
            <a:grpSpLocks/>
          </p:cNvGrpSpPr>
          <p:nvPr/>
        </p:nvGrpSpPr>
        <p:grpSpPr bwMode="auto">
          <a:xfrm rot="10800000" flipV="1">
            <a:off x="5438487" y="5544564"/>
            <a:ext cx="324188" cy="160902"/>
            <a:chOff x="1477" y="3739"/>
            <a:chExt cx="227" cy="91"/>
          </a:xfrm>
        </p:grpSpPr>
        <p:sp>
          <p:nvSpPr>
            <p:cNvPr id="57723" name="AutoShape 402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24" name="Rectangle 403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577" name="Rectangle 404"/>
          <p:cNvSpPr>
            <a:spLocks noChangeArrowheads="1"/>
          </p:cNvSpPr>
          <p:nvPr/>
        </p:nvSpPr>
        <p:spPr bwMode="auto">
          <a:xfrm rot="10800000" flipH="1" flipV="1">
            <a:off x="5167933" y="5544564"/>
            <a:ext cx="216920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78" name="Line 405"/>
          <p:cNvSpPr>
            <a:spLocks noChangeShapeType="1"/>
          </p:cNvSpPr>
          <p:nvPr/>
        </p:nvSpPr>
        <p:spPr bwMode="auto">
          <a:xfrm flipV="1">
            <a:off x="5600581" y="5705466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79" name="Line 406"/>
          <p:cNvSpPr>
            <a:spLocks noChangeShapeType="1"/>
          </p:cNvSpPr>
          <p:nvPr/>
        </p:nvSpPr>
        <p:spPr bwMode="auto">
          <a:xfrm>
            <a:off x="5276394" y="5813925"/>
            <a:ext cx="322995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80" name="Line 407"/>
          <p:cNvSpPr>
            <a:spLocks noChangeShapeType="1"/>
          </p:cNvSpPr>
          <p:nvPr/>
        </p:nvSpPr>
        <p:spPr bwMode="auto">
          <a:xfrm>
            <a:off x="5276393" y="5705466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81" name="Line 408"/>
          <p:cNvSpPr>
            <a:spLocks noChangeShapeType="1"/>
          </p:cNvSpPr>
          <p:nvPr/>
        </p:nvSpPr>
        <p:spPr bwMode="auto">
          <a:xfrm flipH="1">
            <a:off x="4951014" y="5482586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82" name="Line 409"/>
          <p:cNvSpPr>
            <a:spLocks noChangeShapeType="1"/>
          </p:cNvSpPr>
          <p:nvPr/>
        </p:nvSpPr>
        <p:spPr bwMode="auto">
          <a:xfrm flipV="1">
            <a:off x="4951014" y="5651831"/>
            <a:ext cx="215728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83" name="Line 410"/>
          <p:cNvSpPr>
            <a:spLocks noChangeShapeType="1"/>
          </p:cNvSpPr>
          <p:nvPr/>
        </p:nvSpPr>
        <p:spPr bwMode="auto">
          <a:xfrm flipH="1" flipV="1">
            <a:off x="5816309" y="5813925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84" name="Line 411"/>
          <p:cNvSpPr>
            <a:spLocks noChangeShapeType="1"/>
          </p:cNvSpPr>
          <p:nvPr/>
        </p:nvSpPr>
        <p:spPr bwMode="auto">
          <a:xfrm flipV="1">
            <a:off x="5816309" y="5813925"/>
            <a:ext cx="21692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13" name="Group 412"/>
          <p:cNvGrpSpPr>
            <a:grpSpLocks/>
          </p:cNvGrpSpPr>
          <p:nvPr/>
        </p:nvGrpSpPr>
        <p:grpSpPr bwMode="auto">
          <a:xfrm>
            <a:off x="6032037" y="5598198"/>
            <a:ext cx="594741" cy="270553"/>
            <a:chOff x="2747" y="4827"/>
            <a:chExt cx="499" cy="227"/>
          </a:xfrm>
        </p:grpSpPr>
        <p:grpSp>
          <p:nvGrpSpPr>
            <p:cNvPr id="14" name="Group 413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21" name="AutoShape 41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2" name="Rectangle 41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17" name="Rectangle 416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18" name="Line 417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9" name="Line 418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0" name="Line 419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" name="Group 420"/>
          <p:cNvGrpSpPr>
            <a:grpSpLocks/>
          </p:cNvGrpSpPr>
          <p:nvPr/>
        </p:nvGrpSpPr>
        <p:grpSpPr bwMode="auto">
          <a:xfrm>
            <a:off x="3165598" y="4672117"/>
            <a:ext cx="594742" cy="270554"/>
            <a:chOff x="2475" y="3875"/>
            <a:chExt cx="499" cy="227"/>
          </a:xfrm>
        </p:grpSpPr>
        <p:grpSp>
          <p:nvGrpSpPr>
            <p:cNvPr id="16" name="Group 421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14" name="AutoShape 42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15" name="Rectangle 42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10" name="Rectangle 42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11" name="Line 42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2" name="Line 42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3" name="Line 42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87" name="Line 428"/>
          <p:cNvSpPr>
            <a:spLocks noChangeShapeType="1"/>
          </p:cNvSpPr>
          <p:nvPr/>
        </p:nvSpPr>
        <p:spPr bwMode="auto">
          <a:xfrm flipV="1">
            <a:off x="3274058" y="4942671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88" name="Line 429"/>
          <p:cNvSpPr>
            <a:spLocks noChangeShapeType="1"/>
          </p:cNvSpPr>
          <p:nvPr/>
        </p:nvSpPr>
        <p:spPr bwMode="auto">
          <a:xfrm flipV="1">
            <a:off x="3003504" y="4834211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89" name="Line 430"/>
          <p:cNvSpPr>
            <a:spLocks noChangeShapeType="1"/>
          </p:cNvSpPr>
          <p:nvPr/>
        </p:nvSpPr>
        <p:spPr bwMode="auto">
          <a:xfrm flipH="1" flipV="1">
            <a:off x="3003504" y="4510023"/>
            <a:ext cx="0" cy="32418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590" name="Line 431"/>
          <p:cNvSpPr>
            <a:spLocks noChangeShapeType="1"/>
          </p:cNvSpPr>
          <p:nvPr/>
        </p:nvSpPr>
        <p:spPr bwMode="auto">
          <a:xfrm flipH="1" flipV="1">
            <a:off x="3003504" y="4510023"/>
            <a:ext cx="16328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17" name="Group 432"/>
          <p:cNvGrpSpPr>
            <a:grpSpLocks/>
          </p:cNvGrpSpPr>
          <p:nvPr/>
        </p:nvGrpSpPr>
        <p:grpSpPr bwMode="auto">
          <a:xfrm>
            <a:off x="5598197" y="4672117"/>
            <a:ext cx="594741" cy="270554"/>
            <a:chOff x="2475" y="3875"/>
            <a:chExt cx="499" cy="227"/>
          </a:xfrm>
        </p:grpSpPr>
        <p:grpSp>
          <p:nvGrpSpPr>
            <p:cNvPr id="18" name="Group 433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07" name="AutoShape 43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08" name="Rectangle 43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03" name="Rectangle 436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04" name="Line 437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05" name="Line 438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06" name="Line 439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2" name="Line 440"/>
          <p:cNvSpPr>
            <a:spLocks noChangeShapeType="1"/>
          </p:cNvSpPr>
          <p:nvPr/>
        </p:nvSpPr>
        <p:spPr bwMode="auto">
          <a:xfrm flipH="1" flipV="1">
            <a:off x="5706657" y="4942671"/>
            <a:ext cx="11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19" name="Group 441"/>
          <p:cNvGrpSpPr>
            <a:grpSpLocks/>
          </p:cNvGrpSpPr>
          <p:nvPr/>
        </p:nvGrpSpPr>
        <p:grpSpPr bwMode="auto">
          <a:xfrm>
            <a:off x="2355129" y="4672117"/>
            <a:ext cx="594742" cy="270554"/>
            <a:chOff x="2475" y="3875"/>
            <a:chExt cx="499" cy="227"/>
          </a:xfrm>
        </p:grpSpPr>
        <p:grpSp>
          <p:nvGrpSpPr>
            <p:cNvPr id="20" name="Group 442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00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01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96" name="Rectangle 445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97" name="Line 446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8" name="Line 447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9" name="Line 448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4" name="Line 449"/>
          <p:cNvSpPr>
            <a:spLocks noChangeShapeType="1"/>
          </p:cNvSpPr>
          <p:nvPr/>
        </p:nvSpPr>
        <p:spPr bwMode="auto">
          <a:xfrm flipV="1">
            <a:off x="2463588" y="4942671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21" name="Group 450"/>
          <p:cNvGrpSpPr>
            <a:grpSpLocks/>
          </p:cNvGrpSpPr>
          <p:nvPr/>
        </p:nvGrpSpPr>
        <p:grpSpPr bwMode="auto">
          <a:xfrm>
            <a:off x="6247765" y="4672117"/>
            <a:ext cx="594742" cy="270554"/>
            <a:chOff x="2475" y="3875"/>
            <a:chExt cx="499" cy="227"/>
          </a:xfrm>
        </p:grpSpPr>
        <p:grpSp>
          <p:nvGrpSpPr>
            <p:cNvPr id="22" name="Group 451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93" name="AutoShape 45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94" name="Rectangle 45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89" name="Rectangle 45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90" name="Line 45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1" name="Line 45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2" name="Line 45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6" name="Line 458"/>
          <p:cNvSpPr>
            <a:spLocks noChangeShapeType="1"/>
          </p:cNvSpPr>
          <p:nvPr/>
        </p:nvSpPr>
        <p:spPr bwMode="auto">
          <a:xfrm flipV="1">
            <a:off x="6356225" y="4942671"/>
            <a:ext cx="0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23" name="Group 459"/>
          <p:cNvGrpSpPr>
            <a:grpSpLocks/>
          </p:cNvGrpSpPr>
          <p:nvPr/>
        </p:nvGrpSpPr>
        <p:grpSpPr bwMode="auto">
          <a:xfrm>
            <a:off x="4787728" y="4672117"/>
            <a:ext cx="594741" cy="270554"/>
            <a:chOff x="2475" y="3875"/>
            <a:chExt cx="499" cy="227"/>
          </a:xfrm>
        </p:grpSpPr>
        <p:grpSp>
          <p:nvGrpSpPr>
            <p:cNvPr id="24" name="Group 460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86" name="AutoShape 461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87" name="Rectangle 462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82" name="Rectangle 463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83" name="Line 464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84" name="Line 465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85" name="Line 466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8" name="Line 467"/>
          <p:cNvSpPr>
            <a:spLocks noChangeShapeType="1"/>
          </p:cNvSpPr>
          <p:nvPr/>
        </p:nvSpPr>
        <p:spPr bwMode="auto">
          <a:xfrm flipV="1">
            <a:off x="4896188" y="4942671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25" name="Group 468"/>
          <p:cNvGrpSpPr>
            <a:grpSpLocks/>
          </p:cNvGrpSpPr>
          <p:nvPr/>
        </p:nvGrpSpPr>
        <p:grpSpPr bwMode="auto">
          <a:xfrm>
            <a:off x="3813973" y="4672117"/>
            <a:ext cx="594742" cy="270554"/>
            <a:chOff x="2475" y="3875"/>
            <a:chExt cx="499" cy="227"/>
          </a:xfrm>
        </p:grpSpPr>
        <p:grpSp>
          <p:nvGrpSpPr>
            <p:cNvPr id="26" name="Group 469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79" name="AutoShape 470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80" name="Rectangle 471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75" name="Rectangle 472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76" name="Line 473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7" name="Line 474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8" name="Line 475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0" name="Line 476"/>
          <p:cNvSpPr>
            <a:spLocks noChangeShapeType="1"/>
          </p:cNvSpPr>
          <p:nvPr/>
        </p:nvSpPr>
        <p:spPr bwMode="auto">
          <a:xfrm flipV="1">
            <a:off x="3921241" y="4942671"/>
            <a:ext cx="11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27" name="Group 477"/>
          <p:cNvGrpSpPr>
            <a:grpSpLocks/>
          </p:cNvGrpSpPr>
          <p:nvPr/>
        </p:nvGrpSpPr>
        <p:grpSpPr bwMode="auto">
          <a:xfrm>
            <a:off x="4629210" y="4293104"/>
            <a:ext cx="594742" cy="270554"/>
            <a:chOff x="2475" y="3875"/>
            <a:chExt cx="499" cy="227"/>
          </a:xfrm>
        </p:grpSpPr>
        <p:grpSp>
          <p:nvGrpSpPr>
            <p:cNvPr id="28" name="Group 478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72" name="AutoShape 479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73" name="Rectangle 480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68" name="Rectangle 481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69" name="Line 482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0" name="Line 483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1" name="Line 484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2" name="Line 485"/>
          <p:cNvSpPr>
            <a:spLocks noChangeShapeType="1"/>
          </p:cNvSpPr>
          <p:nvPr/>
        </p:nvSpPr>
        <p:spPr bwMode="auto">
          <a:xfrm flipV="1">
            <a:off x="4732902" y="4563658"/>
            <a:ext cx="0" cy="70320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29" name="Group 486"/>
          <p:cNvGrpSpPr>
            <a:grpSpLocks/>
          </p:cNvGrpSpPr>
          <p:nvPr/>
        </p:nvGrpSpPr>
        <p:grpSpPr bwMode="auto">
          <a:xfrm flipH="1">
            <a:off x="3980834" y="4293104"/>
            <a:ext cx="594742" cy="270554"/>
            <a:chOff x="2475" y="3875"/>
            <a:chExt cx="499" cy="227"/>
          </a:xfrm>
        </p:grpSpPr>
        <p:grpSp>
          <p:nvGrpSpPr>
            <p:cNvPr id="30" name="Group 487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65" name="AutoShape 488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66" name="Rectangle 489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61" name="Rectangle 490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62" name="Line 491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63" name="Line 492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64" name="Line 493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4" name="Rectangle 494"/>
          <p:cNvSpPr>
            <a:spLocks noChangeArrowheads="1"/>
          </p:cNvSpPr>
          <p:nvPr/>
        </p:nvSpPr>
        <p:spPr bwMode="auto">
          <a:xfrm rot="-5400000">
            <a:off x="2784200" y="4620867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57605" name="Line 495"/>
          <p:cNvSpPr>
            <a:spLocks noChangeShapeType="1"/>
          </p:cNvSpPr>
          <p:nvPr/>
        </p:nvSpPr>
        <p:spPr bwMode="auto">
          <a:xfrm flipV="1">
            <a:off x="5436104" y="4834211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06" name="Line 496"/>
          <p:cNvSpPr>
            <a:spLocks noChangeShapeType="1"/>
          </p:cNvSpPr>
          <p:nvPr/>
        </p:nvSpPr>
        <p:spPr bwMode="auto">
          <a:xfrm flipH="1" flipV="1">
            <a:off x="5436104" y="4510023"/>
            <a:ext cx="0" cy="32418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07" name="Line 497"/>
          <p:cNvSpPr>
            <a:spLocks noChangeShapeType="1"/>
          </p:cNvSpPr>
          <p:nvPr/>
        </p:nvSpPr>
        <p:spPr bwMode="auto">
          <a:xfrm flipH="1" flipV="1">
            <a:off x="5436104" y="4510023"/>
            <a:ext cx="16328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08" name="Rectangle 498"/>
          <p:cNvSpPr>
            <a:spLocks noChangeArrowheads="1"/>
          </p:cNvSpPr>
          <p:nvPr/>
        </p:nvSpPr>
        <p:spPr bwMode="auto">
          <a:xfrm rot="-5400000">
            <a:off x="5217992" y="4620867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57609" name="Rectangle 499"/>
          <p:cNvSpPr>
            <a:spLocks noChangeArrowheads="1"/>
          </p:cNvSpPr>
          <p:nvPr/>
        </p:nvSpPr>
        <p:spPr bwMode="auto">
          <a:xfrm>
            <a:off x="6240613" y="4293104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10" name="Line 500"/>
          <p:cNvSpPr>
            <a:spLocks noChangeShapeType="1"/>
          </p:cNvSpPr>
          <p:nvPr/>
        </p:nvSpPr>
        <p:spPr bwMode="auto">
          <a:xfrm flipH="1" flipV="1">
            <a:off x="6139305" y="4401563"/>
            <a:ext cx="4326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11" name="Line 501"/>
          <p:cNvSpPr>
            <a:spLocks noChangeShapeType="1"/>
          </p:cNvSpPr>
          <p:nvPr/>
        </p:nvSpPr>
        <p:spPr bwMode="auto">
          <a:xfrm flipV="1">
            <a:off x="4463541" y="4563657"/>
            <a:ext cx="1191" cy="59474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12" name="Line 510"/>
          <p:cNvSpPr>
            <a:spLocks noChangeShapeType="1"/>
          </p:cNvSpPr>
          <p:nvPr/>
        </p:nvSpPr>
        <p:spPr bwMode="auto">
          <a:xfrm flipV="1">
            <a:off x="5923577" y="2889085"/>
            <a:ext cx="0" cy="10846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13" name="Rectangle 520"/>
          <p:cNvSpPr>
            <a:spLocks noChangeArrowheads="1"/>
          </p:cNvSpPr>
          <p:nvPr/>
        </p:nvSpPr>
        <p:spPr bwMode="auto">
          <a:xfrm>
            <a:off x="4620867" y="2780625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14" name="Line 521"/>
          <p:cNvSpPr>
            <a:spLocks noChangeShapeType="1"/>
          </p:cNvSpPr>
          <p:nvPr/>
        </p:nvSpPr>
        <p:spPr bwMode="auto">
          <a:xfrm flipV="1">
            <a:off x="4573193" y="2889084"/>
            <a:ext cx="377821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15" name="Line 522"/>
          <p:cNvSpPr>
            <a:spLocks noChangeShapeType="1"/>
          </p:cNvSpPr>
          <p:nvPr/>
        </p:nvSpPr>
        <p:spPr bwMode="auto">
          <a:xfrm flipV="1">
            <a:off x="4572000" y="2889085"/>
            <a:ext cx="0" cy="10846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16" name="Rectangle 523"/>
          <p:cNvSpPr>
            <a:spLocks noChangeArrowheads="1"/>
          </p:cNvSpPr>
          <p:nvPr/>
        </p:nvSpPr>
        <p:spPr bwMode="auto">
          <a:xfrm>
            <a:off x="3268098" y="2780625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17" name="Line 524"/>
          <p:cNvSpPr>
            <a:spLocks noChangeShapeType="1"/>
          </p:cNvSpPr>
          <p:nvPr/>
        </p:nvSpPr>
        <p:spPr bwMode="auto">
          <a:xfrm flipV="1">
            <a:off x="3220423" y="2889084"/>
            <a:ext cx="37782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18" name="Line 525"/>
          <p:cNvSpPr>
            <a:spLocks noChangeShapeType="1"/>
          </p:cNvSpPr>
          <p:nvPr/>
        </p:nvSpPr>
        <p:spPr bwMode="auto">
          <a:xfrm flipV="1">
            <a:off x="3220423" y="2889085"/>
            <a:ext cx="0" cy="10846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19" name="Rectangle 527"/>
          <p:cNvSpPr>
            <a:spLocks noChangeArrowheads="1"/>
          </p:cNvSpPr>
          <p:nvPr/>
        </p:nvSpPr>
        <p:spPr bwMode="auto">
          <a:xfrm flipH="1">
            <a:off x="1112012" y="5085184"/>
            <a:ext cx="379014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57620" name="Rectangle 571"/>
          <p:cNvSpPr>
            <a:spLocks noChangeArrowheads="1"/>
          </p:cNvSpPr>
          <p:nvPr/>
        </p:nvSpPr>
        <p:spPr bwMode="auto">
          <a:xfrm>
            <a:off x="3768286" y="3250480"/>
            <a:ext cx="309410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ANSM</a:t>
            </a:r>
            <a:endParaRPr lang="ko-KR" altLang="ko-KR" dirty="0"/>
          </a:p>
        </p:txBody>
      </p:sp>
      <p:sp>
        <p:nvSpPr>
          <p:cNvPr id="57621" name="Line 572"/>
          <p:cNvSpPr>
            <a:spLocks noChangeShapeType="1"/>
          </p:cNvSpPr>
          <p:nvPr/>
        </p:nvSpPr>
        <p:spPr bwMode="auto">
          <a:xfrm rot="-5400000" flipH="1" flipV="1">
            <a:off x="3858668" y="2978578"/>
            <a:ext cx="10726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22" name="Line 573"/>
          <p:cNvSpPr>
            <a:spLocks noChangeShapeType="1"/>
          </p:cNvSpPr>
          <p:nvPr/>
        </p:nvSpPr>
        <p:spPr bwMode="auto">
          <a:xfrm flipV="1">
            <a:off x="1491026" y="2924943"/>
            <a:ext cx="2432902" cy="17771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31" name="Group 574"/>
          <p:cNvGrpSpPr>
            <a:grpSpLocks/>
          </p:cNvGrpSpPr>
          <p:nvPr/>
        </p:nvGrpSpPr>
        <p:grpSpPr bwMode="auto">
          <a:xfrm rot="5400000">
            <a:off x="3837275" y="3083606"/>
            <a:ext cx="162094" cy="81047"/>
            <a:chOff x="3609" y="1970"/>
            <a:chExt cx="197" cy="91"/>
          </a:xfrm>
        </p:grpSpPr>
        <p:sp>
          <p:nvSpPr>
            <p:cNvPr id="57658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9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624" name="Rectangle 75"/>
          <p:cNvSpPr>
            <a:spLocks noChangeArrowheads="1"/>
          </p:cNvSpPr>
          <p:nvPr/>
        </p:nvSpPr>
        <p:spPr bwMode="auto">
          <a:xfrm flipH="1">
            <a:off x="2572049" y="3644728"/>
            <a:ext cx="531572" cy="235990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7625" name="Rectangle 76"/>
          <p:cNvSpPr>
            <a:spLocks noChangeArrowheads="1"/>
          </p:cNvSpPr>
          <p:nvPr/>
        </p:nvSpPr>
        <p:spPr bwMode="auto">
          <a:xfrm>
            <a:off x="1609020" y="3699554"/>
            <a:ext cx="69247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DPO ADDRESS, ACT</a:t>
            </a:r>
            <a:endParaRPr lang="ko-KR" altLang="ko-KR" dirty="0"/>
          </a:p>
        </p:txBody>
      </p:sp>
      <p:sp>
        <p:nvSpPr>
          <p:cNvPr id="57626" name="Line 77"/>
          <p:cNvSpPr>
            <a:spLocks noChangeShapeType="1"/>
          </p:cNvSpPr>
          <p:nvPr/>
        </p:nvSpPr>
        <p:spPr bwMode="auto">
          <a:xfrm flipH="1" flipV="1">
            <a:off x="1491025" y="3773449"/>
            <a:ext cx="1081023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40" name="Line 594"/>
          <p:cNvSpPr>
            <a:spLocks noChangeShapeType="1"/>
          </p:cNvSpPr>
          <p:nvPr/>
        </p:nvSpPr>
        <p:spPr bwMode="auto">
          <a:xfrm flipV="1">
            <a:off x="3096470" y="3699554"/>
            <a:ext cx="43264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41" name="Line 595"/>
          <p:cNvSpPr>
            <a:spLocks noChangeShapeType="1"/>
          </p:cNvSpPr>
          <p:nvPr/>
        </p:nvSpPr>
        <p:spPr bwMode="auto">
          <a:xfrm flipV="1">
            <a:off x="3104813" y="3808014"/>
            <a:ext cx="432647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42" name="Rectangle 596"/>
          <p:cNvSpPr>
            <a:spLocks noChangeArrowheads="1"/>
          </p:cNvSpPr>
          <p:nvPr/>
        </p:nvSpPr>
        <p:spPr bwMode="auto">
          <a:xfrm>
            <a:off x="3923625" y="3805630"/>
            <a:ext cx="280089" cy="5601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Microphone</a:t>
            </a:r>
            <a:endParaRPr lang="ko-KR" altLang="ko-KR" dirty="0"/>
          </a:p>
        </p:txBody>
      </p:sp>
      <p:sp>
        <p:nvSpPr>
          <p:cNvPr id="57643" name="Rectangle 597"/>
          <p:cNvSpPr>
            <a:spLocks noChangeArrowheads="1"/>
          </p:cNvSpPr>
          <p:nvPr/>
        </p:nvSpPr>
        <p:spPr bwMode="auto">
          <a:xfrm>
            <a:off x="3206121" y="3591094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5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44" name="Rectangle 598"/>
          <p:cNvSpPr>
            <a:spLocks noChangeArrowheads="1"/>
          </p:cNvSpPr>
          <p:nvPr/>
        </p:nvSpPr>
        <p:spPr bwMode="auto">
          <a:xfrm>
            <a:off x="3166790" y="3698362"/>
            <a:ext cx="4326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500" dirty="0">
                <a:latin typeface="Arial" charset="0"/>
              </a:rPr>
              <a:t>DIMMER</a:t>
            </a:r>
            <a:endParaRPr lang="ko-KR" altLang="ko-KR" dirty="0"/>
          </a:p>
        </p:txBody>
      </p:sp>
      <p:sp>
        <p:nvSpPr>
          <p:cNvPr id="57645" name="Rectangle 599"/>
          <p:cNvSpPr>
            <a:spLocks noChangeArrowheads="1"/>
          </p:cNvSpPr>
          <p:nvPr/>
        </p:nvSpPr>
        <p:spPr bwMode="auto">
          <a:xfrm>
            <a:off x="2949870" y="3808014"/>
            <a:ext cx="786632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grpSp>
        <p:nvGrpSpPr>
          <p:cNvPr id="57415" name="Group 600"/>
          <p:cNvGrpSpPr>
            <a:grpSpLocks/>
          </p:cNvGrpSpPr>
          <p:nvPr/>
        </p:nvGrpSpPr>
        <p:grpSpPr bwMode="auto">
          <a:xfrm>
            <a:off x="3651879" y="3667374"/>
            <a:ext cx="163286" cy="247908"/>
            <a:chOff x="2793" y="3799"/>
            <a:chExt cx="137" cy="208"/>
          </a:xfrm>
        </p:grpSpPr>
        <p:sp>
          <p:nvSpPr>
            <p:cNvPr id="57654" name="Freeform 601"/>
            <p:cNvSpPr>
              <a:spLocks/>
            </p:cNvSpPr>
            <p:nvPr/>
          </p:nvSpPr>
          <p:spPr bwMode="auto">
            <a:xfrm flipH="1">
              <a:off x="2830" y="3858"/>
              <a:ext cx="50" cy="140"/>
            </a:xfrm>
            <a:custGeom>
              <a:avLst/>
              <a:gdLst>
                <a:gd name="T0" fmla="*/ 0 w 182"/>
                <a:gd name="T1" fmla="*/ 0 h 589"/>
                <a:gd name="T2" fmla="*/ 14 w 182"/>
                <a:gd name="T3" fmla="*/ 15 h 589"/>
                <a:gd name="T4" fmla="*/ 14 w 182"/>
                <a:gd name="T5" fmla="*/ 33 h 589"/>
                <a:gd name="T6" fmla="*/ 0 60000 65536"/>
                <a:gd name="T7" fmla="*/ 0 60000 65536"/>
                <a:gd name="T8" fmla="*/ 0 60000 65536"/>
                <a:gd name="T9" fmla="*/ 0 w 182"/>
                <a:gd name="T10" fmla="*/ 0 h 589"/>
                <a:gd name="T11" fmla="*/ 182 w 182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589">
                  <a:moveTo>
                    <a:pt x="0" y="0"/>
                  </a:moveTo>
                  <a:lnTo>
                    <a:pt x="182" y="272"/>
                  </a:lnTo>
                  <a:lnTo>
                    <a:pt x="182" y="589"/>
                  </a:lnTo>
                </a:path>
              </a:pathLst>
            </a:custGeom>
            <a:noFill/>
            <a:ln w="19050">
              <a:solidFill>
                <a:srgbClr val="3333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55" name="Rectangle 602" descr="60%"/>
            <p:cNvSpPr>
              <a:spLocks noChangeArrowheads="1"/>
            </p:cNvSpPr>
            <p:nvPr/>
          </p:nvSpPr>
          <p:spPr bwMode="auto">
            <a:xfrm rot="2256898" flipH="1">
              <a:off x="2907" y="3799"/>
              <a:ext cx="23" cy="27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6" name="Rectangle 603"/>
            <p:cNvSpPr>
              <a:spLocks noChangeArrowheads="1"/>
            </p:cNvSpPr>
            <p:nvPr/>
          </p:nvSpPr>
          <p:spPr bwMode="auto">
            <a:xfrm rot="2256898" flipH="1">
              <a:off x="2883" y="3819"/>
              <a:ext cx="24" cy="43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7" name="AutoShape 604"/>
            <p:cNvSpPr>
              <a:spLocks noChangeArrowheads="1"/>
            </p:cNvSpPr>
            <p:nvPr/>
          </p:nvSpPr>
          <p:spPr bwMode="auto">
            <a:xfrm rot="10800000" flipH="1">
              <a:off x="2793" y="3986"/>
              <a:ext cx="74" cy="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114 h 21600"/>
                <a:gd name="T14" fmla="*/ 17222 w 21600"/>
                <a:gd name="T15" fmla="*/ 1748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57647" name="Line 605"/>
          <p:cNvSpPr>
            <a:spLocks noChangeShapeType="1"/>
          </p:cNvSpPr>
          <p:nvPr/>
        </p:nvSpPr>
        <p:spPr bwMode="auto">
          <a:xfrm flipV="1">
            <a:off x="3111964" y="3915282"/>
            <a:ext cx="649567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48" name="Line 608"/>
          <p:cNvSpPr>
            <a:spLocks noChangeShapeType="1"/>
          </p:cNvSpPr>
          <p:nvPr/>
        </p:nvSpPr>
        <p:spPr bwMode="auto">
          <a:xfrm flipH="1">
            <a:off x="2842602" y="3482634"/>
            <a:ext cx="0" cy="16209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49" name="Line 610"/>
          <p:cNvSpPr>
            <a:spLocks noChangeShapeType="1"/>
          </p:cNvSpPr>
          <p:nvPr/>
        </p:nvSpPr>
        <p:spPr bwMode="auto">
          <a:xfrm flipH="1">
            <a:off x="5707849" y="3482634"/>
            <a:ext cx="0" cy="8116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7650" name="Line 613"/>
          <p:cNvSpPr>
            <a:spLocks noChangeShapeType="1"/>
          </p:cNvSpPr>
          <p:nvPr/>
        </p:nvSpPr>
        <p:spPr bwMode="auto">
          <a:xfrm>
            <a:off x="2842602" y="3861647"/>
            <a:ext cx="0" cy="162094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arrow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07" name="TextBox 406"/>
          <p:cNvSpPr txBox="1"/>
          <p:nvPr/>
        </p:nvSpPr>
        <p:spPr>
          <a:xfrm>
            <a:off x="6372200" y="332656"/>
            <a:ext cx="16561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 System M</a:t>
            </a:r>
            <a:r>
              <a:rPr lang="en-US" altLang="ko-KR" sz="1000" dirty="0" smtClean="0"/>
              <a:t>A</a:t>
            </a:r>
            <a:endParaRPr lang="ko-KR" altLang="en-US" sz="1000" dirty="0"/>
          </a:p>
        </p:txBody>
      </p:sp>
      <p:sp>
        <p:nvSpPr>
          <p:cNvPr id="413" name="TextBox 412"/>
          <p:cNvSpPr txBox="1"/>
          <p:nvPr/>
        </p:nvSpPr>
        <p:spPr>
          <a:xfrm>
            <a:off x="4115569" y="5639023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4" name="TextBox 413"/>
          <p:cNvSpPr txBox="1"/>
          <p:nvPr/>
        </p:nvSpPr>
        <p:spPr>
          <a:xfrm>
            <a:off x="3245123" y="5558070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5" name="TextBox 414"/>
          <p:cNvSpPr txBox="1"/>
          <p:nvPr/>
        </p:nvSpPr>
        <p:spPr>
          <a:xfrm>
            <a:off x="5459338" y="5564857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6" name="TextBox 415"/>
          <p:cNvSpPr txBox="1"/>
          <p:nvPr/>
        </p:nvSpPr>
        <p:spPr>
          <a:xfrm>
            <a:off x="6325592" y="5646390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7" name="TextBox 416"/>
          <p:cNvSpPr txBox="1"/>
          <p:nvPr/>
        </p:nvSpPr>
        <p:spPr>
          <a:xfrm>
            <a:off x="5906244" y="4725144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3476005" y="4725144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9" name="TextBox 418"/>
          <p:cNvSpPr txBox="1"/>
          <p:nvPr/>
        </p:nvSpPr>
        <p:spPr>
          <a:xfrm>
            <a:off x="4130427" y="4725144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0" name="TextBox 419"/>
          <p:cNvSpPr txBox="1"/>
          <p:nvPr/>
        </p:nvSpPr>
        <p:spPr>
          <a:xfrm>
            <a:off x="4024511" y="4342879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1" name="TextBox 420"/>
          <p:cNvSpPr txBox="1"/>
          <p:nvPr/>
        </p:nvSpPr>
        <p:spPr>
          <a:xfrm>
            <a:off x="4944740" y="4340721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2" name="TextBox 421"/>
          <p:cNvSpPr txBox="1"/>
          <p:nvPr/>
        </p:nvSpPr>
        <p:spPr>
          <a:xfrm>
            <a:off x="5101456" y="4725144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3" name="TextBox 422"/>
          <p:cNvSpPr txBox="1"/>
          <p:nvPr/>
        </p:nvSpPr>
        <p:spPr>
          <a:xfrm>
            <a:off x="2670914" y="4725144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6563841" y="4721969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Line 6"/>
          <p:cNvSpPr>
            <a:spLocks noChangeShapeType="1"/>
          </p:cNvSpPr>
          <p:nvPr/>
        </p:nvSpPr>
        <p:spPr bwMode="auto">
          <a:xfrm>
            <a:off x="5706657" y="3482634"/>
            <a:ext cx="0" cy="8116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72" name="Line 7"/>
          <p:cNvSpPr>
            <a:spLocks noChangeShapeType="1"/>
          </p:cNvSpPr>
          <p:nvPr/>
        </p:nvSpPr>
        <p:spPr bwMode="auto">
          <a:xfrm>
            <a:off x="3328884" y="3125074"/>
            <a:ext cx="0" cy="25029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73" name="Freeform 8"/>
          <p:cNvSpPr>
            <a:spLocks/>
          </p:cNvSpPr>
          <p:nvPr/>
        </p:nvSpPr>
        <p:spPr bwMode="auto">
          <a:xfrm>
            <a:off x="1255036" y="515720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74" name="Freeform 9"/>
          <p:cNvSpPr>
            <a:spLocks/>
          </p:cNvSpPr>
          <p:nvPr/>
        </p:nvSpPr>
        <p:spPr bwMode="auto">
          <a:xfrm>
            <a:off x="1255036" y="526566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75" name="Freeform 10"/>
          <p:cNvSpPr>
            <a:spLocks/>
          </p:cNvSpPr>
          <p:nvPr/>
        </p:nvSpPr>
        <p:spPr bwMode="auto">
          <a:xfrm>
            <a:off x="1255036" y="6527854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76" name="Freeform 11"/>
          <p:cNvSpPr>
            <a:spLocks/>
          </p:cNvSpPr>
          <p:nvPr/>
        </p:nvSpPr>
        <p:spPr bwMode="auto">
          <a:xfrm>
            <a:off x="1255036" y="6636313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77" name="Freeform 12"/>
          <p:cNvSpPr>
            <a:spLocks/>
          </p:cNvSpPr>
          <p:nvPr/>
        </p:nvSpPr>
        <p:spPr bwMode="auto">
          <a:xfrm>
            <a:off x="1250269" y="6403900"/>
            <a:ext cx="344449" cy="54826"/>
          </a:xfrm>
          <a:custGeom>
            <a:avLst/>
            <a:gdLst>
              <a:gd name="T0" fmla="*/ 771009064 w 273"/>
              <a:gd name="T1" fmla="*/ 0 h 46"/>
              <a:gd name="T2" fmla="*/ 384092040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78" name="Freeform 13"/>
          <p:cNvSpPr>
            <a:spLocks/>
          </p:cNvSpPr>
          <p:nvPr/>
        </p:nvSpPr>
        <p:spPr bwMode="auto">
          <a:xfrm>
            <a:off x="1255036" y="6188171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79" name="Freeform 14"/>
          <p:cNvSpPr>
            <a:spLocks/>
          </p:cNvSpPr>
          <p:nvPr/>
        </p:nvSpPr>
        <p:spPr bwMode="auto">
          <a:xfrm>
            <a:off x="1255036" y="6296632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80" name="Freeform 15"/>
          <p:cNvSpPr>
            <a:spLocks/>
          </p:cNvSpPr>
          <p:nvPr/>
        </p:nvSpPr>
        <p:spPr bwMode="auto">
          <a:xfrm>
            <a:off x="1250269" y="5972444"/>
            <a:ext cx="344449" cy="54826"/>
          </a:xfrm>
          <a:custGeom>
            <a:avLst/>
            <a:gdLst>
              <a:gd name="T0" fmla="*/ 771009064 w 273"/>
              <a:gd name="T1" fmla="*/ 0 h 46"/>
              <a:gd name="T2" fmla="*/ 384092040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81" name="Freeform 16"/>
          <p:cNvSpPr>
            <a:spLocks/>
          </p:cNvSpPr>
          <p:nvPr/>
        </p:nvSpPr>
        <p:spPr bwMode="auto">
          <a:xfrm>
            <a:off x="1255036" y="5475435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82" name="Freeform 17"/>
          <p:cNvSpPr>
            <a:spLocks/>
          </p:cNvSpPr>
          <p:nvPr/>
        </p:nvSpPr>
        <p:spPr bwMode="auto">
          <a:xfrm>
            <a:off x="1250269" y="3353913"/>
            <a:ext cx="344449" cy="54826"/>
          </a:xfrm>
          <a:custGeom>
            <a:avLst/>
            <a:gdLst>
              <a:gd name="T0" fmla="*/ 771009064 w 273"/>
              <a:gd name="T1" fmla="*/ 0 h 46"/>
              <a:gd name="T2" fmla="*/ 384092040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83" name="Freeform 18"/>
          <p:cNvSpPr>
            <a:spLocks/>
          </p:cNvSpPr>
          <p:nvPr/>
        </p:nvSpPr>
        <p:spPr bwMode="auto">
          <a:xfrm>
            <a:off x="1255036" y="346475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84" name="Freeform 19"/>
          <p:cNvSpPr>
            <a:spLocks/>
          </p:cNvSpPr>
          <p:nvPr/>
        </p:nvSpPr>
        <p:spPr bwMode="auto">
          <a:xfrm>
            <a:off x="1255036" y="4022550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85" name="Freeform 20"/>
          <p:cNvSpPr>
            <a:spLocks/>
          </p:cNvSpPr>
          <p:nvPr/>
        </p:nvSpPr>
        <p:spPr bwMode="auto">
          <a:xfrm>
            <a:off x="1255036" y="4131010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386" name="Oval 21"/>
          <p:cNvSpPr>
            <a:spLocks noChangeArrowheads="1"/>
          </p:cNvSpPr>
          <p:nvPr/>
        </p:nvSpPr>
        <p:spPr bwMode="auto">
          <a:xfrm>
            <a:off x="1224047" y="3328884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387" name="Oval 22"/>
          <p:cNvSpPr>
            <a:spLocks noChangeArrowheads="1"/>
          </p:cNvSpPr>
          <p:nvPr/>
        </p:nvSpPr>
        <p:spPr bwMode="auto">
          <a:xfrm>
            <a:off x="1224047" y="3437343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388" name="Oval 23"/>
          <p:cNvSpPr>
            <a:spLocks noChangeArrowheads="1"/>
          </p:cNvSpPr>
          <p:nvPr/>
        </p:nvSpPr>
        <p:spPr bwMode="auto">
          <a:xfrm>
            <a:off x="1224047" y="3991562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389" name="Oval 24"/>
          <p:cNvSpPr>
            <a:spLocks noChangeArrowheads="1"/>
          </p:cNvSpPr>
          <p:nvPr/>
        </p:nvSpPr>
        <p:spPr bwMode="auto">
          <a:xfrm>
            <a:off x="1224047" y="4100021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390" name="Oval 25"/>
          <p:cNvSpPr>
            <a:spLocks noChangeArrowheads="1"/>
          </p:cNvSpPr>
          <p:nvPr/>
        </p:nvSpPr>
        <p:spPr bwMode="auto">
          <a:xfrm>
            <a:off x="1224047" y="512621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391" name="Oval 26"/>
          <p:cNvSpPr>
            <a:spLocks noChangeArrowheads="1"/>
          </p:cNvSpPr>
          <p:nvPr/>
        </p:nvSpPr>
        <p:spPr bwMode="auto">
          <a:xfrm>
            <a:off x="1224047" y="523467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392" name="Oval 27"/>
          <p:cNvSpPr>
            <a:spLocks noChangeArrowheads="1"/>
          </p:cNvSpPr>
          <p:nvPr/>
        </p:nvSpPr>
        <p:spPr bwMode="auto">
          <a:xfrm>
            <a:off x="1224047" y="649686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393" name="Oval 28"/>
          <p:cNvSpPr>
            <a:spLocks noChangeArrowheads="1"/>
          </p:cNvSpPr>
          <p:nvPr/>
        </p:nvSpPr>
        <p:spPr bwMode="auto">
          <a:xfrm>
            <a:off x="1224047" y="6605324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394" name="Oval 29"/>
          <p:cNvSpPr>
            <a:spLocks noChangeArrowheads="1"/>
          </p:cNvSpPr>
          <p:nvPr/>
        </p:nvSpPr>
        <p:spPr bwMode="auto">
          <a:xfrm>
            <a:off x="1220471" y="6372911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395" name="Oval 30"/>
          <p:cNvSpPr>
            <a:spLocks noChangeArrowheads="1"/>
          </p:cNvSpPr>
          <p:nvPr/>
        </p:nvSpPr>
        <p:spPr bwMode="auto">
          <a:xfrm>
            <a:off x="1224047" y="6157183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396" name="Oval 31"/>
          <p:cNvSpPr>
            <a:spLocks noChangeArrowheads="1"/>
          </p:cNvSpPr>
          <p:nvPr/>
        </p:nvSpPr>
        <p:spPr bwMode="auto">
          <a:xfrm>
            <a:off x="1224047" y="6265643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397" name="Oval 32"/>
          <p:cNvSpPr>
            <a:spLocks noChangeArrowheads="1"/>
          </p:cNvSpPr>
          <p:nvPr/>
        </p:nvSpPr>
        <p:spPr bwMode="auto">
          <a:xfrm>
            <a:off x="1220471" y="594145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398" name="Oval 33"/>
          <p:cNvSpPr>
            <a:spLocks noChangeArrowheads="1"/>
          </p:cNvSpPr>
          <p:nvPr/>
        </p:nvSpPr>
        <p:spPr bwMode="auto">
          <a:xfrm>
            <a:off x="1224047" y="5444446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399" name="Rectangle 34"/>
          <p:cNvSpPr>
            <a:spLocks noChangeArrowheads="1"/>
          </p:cNvSpPr>
          <p:nvPr/>
        </p:nvSpPr>
        <p:spPr bwMode="auto">
          <a:xfrm>
            <a:off x="7761435" y="184740"/>
            <a:ext cx="1243117" cy="4861713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68644" tIns="34322" rIns="68644" bIns="34322" anchor="ctr"/>
          <a:lstStyle/>
          <a:p>
            <a:pPr algn="ctr"/>
            <a:endParaRPr lang="ko-KR" altLang="ko-KR"/>
          </a:p>
        </p:txBody>
      </p:sp>
      <p:sp>
        <p:nvSpPr>
          <p:cNvPr id="58400" name="Line 36"/>
          <p:cNvSpPr>
            <a:spLocks noChangeShapeType="1"/>
          </p:cNvSpPr>
          <p:nvPr/>
        </p:nvSpPr>
        <p:spPr bwMode="auto">
          <a:xfrm flipV="1">
            <a:off x="1598293" y="4021358"/>
            <a:ext cx="6216776" cy="0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01" name="Line 37"/>
          <p:cNvSpPr>
            <a:spLocks noChangeShapeType="1"/>
          </p:cNvSpPr>
          <p:nvPr/>
        </p:nvSpPr>
        <p:spPr bwMode="auto">
          <a:xfrm flipV="1">
            <a:off x="1598293" y="4129818"/>
            <a:ext cx="621677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02" name="Rectangle 38"/>
          <p:cNvSpPr>
            <a:spLocks noChangeArrowheads="1"/>
          </p:cNvSpPr>
          <p:nvPr/>
        </p:nvSpPr>
        <p:spPr bwMode="auto">
          <a:xfrm flipH="1">
            <a:off x="4518367" y="4049963"/>
            <a:ext cx="492241" cy="727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8403" name="Rectangle 39"/>
          <p:cNvSpPr>
            <a:spLocks noChangeArrowheads="1"/>
          </p:cNvSpPr>
          <p:nvPr/>
        </p:nvSpPr>
        <p:spPr bwMode="auto">
          <a:xfrm flipH="1">
            <a:off x="4405139" y="3942695"/>
            <a:ext cx="811661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8404" name="Rectangle 54"/>
          <p:cNvSpPr>
            <a:spLocks noChangeArrowheads="1"/>
          </p:cNvSpPr>
          <p:nvPr/>
        </p:nvSpPr>
        <p:spPr bwMode="auto">
          <a:xfrm flipH="1">
            <a:off x="3706705" y="3268098"/>
            <a:ext cx="493433" cy="6555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8405" name="Rectangle 55"/>
          <p:cNvSpPr>
            <a:spLocks noChangeArrowheads="1"/>
          </p:cNvSpPr>
          <p:nvPr/>
        </p:nvSpPr>
        <p:spPr bwMode="auto">
          <a:xfrm>
            <a:off x="2949870" y="2997545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sp>
        <p:nvSpPr>
          <p:cNvPr id="58406" name="Rectangle 56"/>
          <p:cNvSpPr>
            <a:spLocks noChangeArrowheads="1"/>
          </p:cNvSpPr>
          <p:nvPr/>
        </p:nvSpPr>
        <p:spPr bwMode="auto">
          <a:xfrm rot="5400000">
            <a:off x="8471788" y="2808038"/>
            <a:ext cx="90343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58409" name="Rectangle 59"/>
          <p:cNvSpPr>
            <a:spLocks noChangeArrowheads="1"/>
          </p:cNvSpPr>
          <p:nvPr/>
        </p:nvSpPr>
        <p:spPr bwMode="auto">
          <a:xfrm flipH="1">
            <a:off x="7278729" y="861720"/>
            <a:ext cx="523229" cy="13468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for LCD PID</a:t>
            </a:r>
            <a:endParaRPr lang="ko-KR" altLang="ko-KR" dirty="0"/>
          </a:p>
        </p:txBody>
      </p:sp>
      <p:sp>
        <p:nvSpPr>
          <p:cNvPr id="58410" name="Line 60"/>
          <p:cNvSpPr>
            <a:spLocks noChangeShapeType="1"/>
          </p:cNvSpPr>
          <p:nvPr/>
        </p:nvSpPr>
        <p:spPr bwMode="auto">
          <a:xfrm flipH="1">
            <a:off x="6842507" y="976139"/>
            <a:ext cx="1460036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11" name="Rectangle 61"/>
          <p:cNvSpPr>
            <a:spLocks noChangeArrowheads="1"/>
          </p:cNvSpPr>
          <p:nvPr/>
        </p:nvSpPr>
        <p:spPr bwMode="auto">
          <a:xfrm flipH="1">
            <a:off x="7282305" y="802644"/>
            <a:ext cx="523230" cy="10607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for LED PIS</a:t>
            </a:r>
            <a:endParaRPr lang="ko-KR" altLang="ko-KR" dirty="0"/>
          </a:p>
        </p:txBody>
      </p:sp>
      <p:sp>
        <p:nvSpPr>
          <p:cNvPr id="58413" name="Rectangle 63"/>
          <p:cNvSpPr>
            <a:spLocks noChangeArrowheads="1"/>
          </p:cNvSpPr>
          <p:nvPr/>
        </p:nvSpPr>
        <p:spPr bwMode="auto">
          <a:xfrm flipH="1">
            <a:off x="7269194" y="252676"/>
            <a:ext cx="522038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8414" name="Line 64"/>
          <p:cNvSpPr>
            <a:spLocks noChangeShapeType="1"/>
          </p:cNvSpPr>
          <p:nvPr/>
        </p:nvSpPr>
        <p:spPr bwMode="auto">
          <a:xfrm flipH="1">
            <a:off x="7296607" y="400467"/>
            <a:ext cx="52323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15" name="Rectangle 65"/>
          <p:cNvSpPr>
            <a:spLocks noChangeArrowheads="1"/>
          </p:cNvSpPr>
          <p:nvPr/>
        </p:nvSpPr>
        <p:spPr bwMode="auto">
          <a:xfrm>
            <a:off x="6154799" y="400468"/>
            <a:ext cx="579247" cy="541107"/>
          </a:xfrm>
          <a:prstGeom prst="rect">
            <a:avLst/>
          </a:prstGeom>
          <a:solidFill>
            <a:srgbClr val="FFFF99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Communication</a:t>
            </a:r>
          </a:p>
          <a:p>
            <a:pPr algn="ctr"/>
            <a:r>
              <a:rPr lang="en-US" altLang="ko-KR" sz="600" dirty="0">
                <a:latin typeface="Arial" charset="0"/>
              </a:rPr>
              <a:t>Control </a:t>
            </a:r>
            <a:r>
              <a:rPr lang="en-US" altLang="ko-KR" sz="600" dirty="0" smtClean="0">
                <a:latin typeface="Arial" charset="0"/>
              </a:rPr>
              <a:t>Head</a:t>
            </a:r>
            <a:endParaRPr lang="ko-KR" altLang="ko-KR" dirty="0"/>
          </a:p>
        </p:txBody>
      </p:sp>
      <p:sp>
        <p:nvSpPr>
          <p:cNvPr id="58416" name="Rectangle 66"/>
          <p:cNvSpPr>
            <a:spLocks noChangeArrowheads="1"/>
          </p:cNvSpPr>
          <p:nvPr/>
        </p:nvSpPr>
        <p:spPr bwMode="auto">
          <a:xfrm flipH="1">
            <a:off x="5647064" y="383781"/>
            <a:ext cx="492241" cy="1096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8417" name="Line 67"/>
          <p:cNvSpPr>
            <a:spLocks noChangeShapeType="1"/>
          </p:cNvSpPr>
          <p:nvPr/>
        </p:nvSpPr>
        <p:spPr bwMode="auto">
          <a:xfrm flipH="1">
            <a:off x="5741222" y="508927"/>
            <a:ext cx="41357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18" name="Rectangle 68"/>
          <p:cNvSpPr>
            <a:spLocks noChangeArrowheads="1"/>
          </p:cNvSpPr>
          <p:nvPr/>
        </p:nvSpPr>
        <p:spPr bwMode="auto">
          <a:xfrm flipH="1">
            <a:off x="7282305" y="660295"/>
            <a:ext cx="522038" cy="9892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58419" name="Line 69"/>
          <p:cNvSpPr>
            <a:spLocks noChangeShapeType="1"/>
          </p:cNvSpPr>
          <p:nvPr/>
        </p:nvSpPr>
        <p:spPr bwMode="auto">
          <a:xfrm flipH="1">
            <a:off x="6842506" y="651951"/>
            <a:ext cx="178422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20" name="Rectangle 70"/>
          <p:cNvSpPr>
            <a:spLocks noChangeArrowheads="1"/>
          </p:cNvSpPr>
          <p:nvPr/>
        </p:nvSpPr>
        <p:spPr bwMode="auto">
          <a:xfrm flipH="1">
            <a:off x="5630378" y="549451"/>
            <a:ext cx="493433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ADDRESS</a:t>
            </a:r>
            <a:endParaRPr lang="ko-KR" altLang="ko-KR" dirty="0"/>
          </a:p>
        </p:txBody>
      </p:sp>
      <p:sp>
        <p:nvSpPr>
          <p:cNvPr id="58421" name="Line 71"/>
          <p:cNvSpPr>
            <a:spLocks noChangeShapeType="1"/>
          </p:cNvSpPr>
          <p:nvPr/>
        </p:nvSpPr>
        <p:spPr bwMode="auto">
          <a:xfrm flipH="1">
            <a:off x="5617268" y="671021"/>
            <a:ext cx="537531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22" name="Line 72"/>
          <p:cNvSpPr>
            <a:spLocks noChangeShapeType="1"/>
          </p:cNvSpPr>
          <p:nvPr/>
        </p:nvSpPr>
        <p:spPr bwMode="auto">
          <a:xfrm flipV="1">
            <a:off x="7652975" y="4834211"/>
            <a:ext cx="16209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23" name="Line 73"/>
          <p:cNvSpPr>
            <a:spLocks noChangeShapeType="1"/>
          </p:cNvSpPr>
          <p:nvPr/>
        </p:nvSpPr>
        <p:spPr bwMode="auto">
          <a:xfrm flipH="1">
            <a:off x="7545708" y="4725751"/>
            <a:ext cx="26936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24" name="Line 74"/>
          <p:cNvSpPr>
            <a:spLocks noChangeShapeType="1"/>
          </p:cNvSpPr>
          <p:nvPr/>
        </p:nvSpPr>
        <p:spPr bwMode="auto">
          <a:xfrm>
            <a:off x="7652975" y="6188171"/>
            <a:ext cx="1406403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25" name="Line 75"/>
          <p:cNvSpPr>
            <a:spLocks noChangeShapeType="1"/>
          </p:cNvSpPr>
          <p:nvPr/>
        </p:nvSpPr>
        <p:spPr bwMode="auto">
          <a:xfrm flipH="1">
            <a:off x="1598294" y="6185787"/>
            <a:ext cx="594741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26" name="Line 76"/>
          <p:cNvSpPr>
            <a:spLocks noChangeShapeType="1"/>
          </p:cNvSpPr>
          <p:nvPr/>
        </p:nvSpPr>
        <p:spPr bwMode="auto">
          <a:xfrm flipV="1">
            <a:off x="7652975" y="4834211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27" name="Line 77"/>
          <p:cNvSpPr>
            <a:spLocks noChangeShapeType="1"/>
          </p:cNvSpPr>
          <p:nvPr/>
        </p:nvSpPr>
        <p:spPr bwMode="auto">
          <a:xfrm flipV="1">
            <a:off x="7545707" y="4726942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3" name="Group 78"/>
          <p:cNvGrpSpPr>
            <a:grpSpLocks/>
          </p:cNvGrpSpPr>
          <p:nvPr/>
        </p:nvGrpSpPr>
        <p:grpSpPr bwMode="auto">
          <a:xfrm rot="-5370604" flipH="1" flipV="1">
            <a:off x="6733450" y="651355"/>
            <a:ext cx="109652" cy="108460"/>
            <a:chOff x="4604" y="2523"/>
            <a:chExt cx="91" cy="46"/>
          </a:xfrm>
        </p:grpSpPr>
        <p:sp>
          <p:nvSpPr>
            <p:cNvPr id="58754" name="Line 79"/>
            <p:cNvSpPr>
              <a:spLocks noChangeShapeType="1"/>
            </p:cNvSpPr>
            <p:nvPr/>
          </p:nvSpPr>
          <p:spPr bwMode="auto">
            <a:xfrm>
              <a:off x="4604" y="2523"/>
              <a:ext cx="46" cy="4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755" name="Line 80"/>
            <p:cNvSpPr>
              <a:spLocks noChangeShapeType="1"/>
            </p:cNvSpPr>
            <p:nvPr/>
          </p:nvSpPr>
          <p:spPr bwMode="auto">
            <a:xfrm flipH="1">
              <a:off x="4650" y="2523"/>
              <a:ext cx="45" cy="4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8429" name="Line 81"/>
          <p:cNvSpPr>
            <a:spLocks noChangeShapeType="1"/>
          </p:cNvSpPr>
          <p:nvPr/>
        </p:nvSpPr>
        <p:spPr bwMode="auto">
          <a:xfrm flipH="1">
            <a:off x="6842507" y="760411"/>
            <a:ext cx="1460036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30" name="Rectangle 82"/>
          <p:cNvSpPr>
            <a:spLocks noChangeArrowheads="1"/>
          </p:cNvSpPr>
          <p:nvPr/>
        </p:nvSpPr>
        <p:spPr bwMode="auto">
          <a:xfrm>
            <a:off x="7815069" y="2219256"/>
            <a:ext cx="379014" cy="2777049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58433" name="Rectangle 85"/>
          <p:cNvSpPr>
            <a:spLocks noChangeArrowheads="1"/>
          </p:cNvSpPr>
          <p:nvPr/>
        </p:nvSpPr>
        <p:spPr bwMode="auto">
          <a:xfrm flipH="1">
            <a:off x="5633954" y="657910"/>
            <a:ext cx="494624" cy="2157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58434" name="Line 86"/>
          <p:cNvSpPr>
            <a:spLocks noChangeShapeType="1"/>
          </p:cNvSpPr>
          <p:nvPr/>
        </p:nvSpPr>
        <p:spPr bwMode="auto">
          <a:xfrm flipH="1">
            <a:off x="5617268" y="833115"/>
            <a:ext cx="537531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35" name="Rectangle 87"/>
          <p:cNvSpPr>
            <a:spLocks noChangeArrowheads="1"/>
          </p:cNvSpPr>
          <p:nvPr/>
        </p:nvSpPr>
        <p:spPr bwMode="auto">
          <a:xfrm flipH="1">
            <a:off x="7214369" y="2412338"/>
            <a:ext cx="493433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58436" name="Line 88"/>
          <p:cNvSpPr>
            <a:spLocks noChangeShapeType="1"/>
          </p:cNvSpPr>
          <p:nvPr/>
        </p:nvSpPr>
        <p:spPr bwMode="auto">
          <a:xfrm flipH="1">
            <a:off x="7275153" y="2489810"/>
            <a:ext cx="539916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37" name="Rectangle 89"/>
          <p:cNvSpPr>
            <a:spLocks noChangeArrowheads="1"/>
          </p:cNvSpPr>
          <p:nvPr/>
        </p:nvSpPr>
        <p:spPr bwMode="auto">
          <a:xfrm flipH="1">
            <a:off x="7214369" y="2293152"/>
            <a:ext cx="493433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58438" name="Line 90"/>
          <p:cNvSpPr>
            <a:spLocks noChangeShapeType="1"/>
          </p:cNvSpPr>
          <p:nvPr/>
        </p:nvSpPr>
        <p:spPr bwMode="auto">
          <a:xfrm flipH="1">
            <a:off x="7275153" y="2382542"/>
            <a:ext cx="53991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39" name="Rectangle 91"/>
          <p:cNvSpPr>
            <a:spLocks noChangeArrowheads="1"/>
          </p:cNvSpPr>
          <p:nvPr/>
        </p:nvSpPr>
        <p:spPr bwMode="auto">
          <a:xfrm flipH="1">
            <a:off x="7312102" y="2179925"/>
            <a:ext cx="493433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58440" name="Line 92"/>
          <p:cNvSpPr>
            <a:spLocks noChangeShapeType="1"/>
          </p:cNvSpPr>
          <p:nvPr/>
        </p:nvSpPr>
        <p:spPr bwMode="auto">
          <a:xfrm flipH="1">
            <a:off x="7275153" y="2274081"/>
            <a:ext cx="539916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45" name="Rectangle 97"/>
          <p:cNvSpPr>
            <a:spLocks noChangeArrowheads="1"/>
          </p:cNvSpPr>
          <p:nvPr/>
        </p:nvSpPr>
        <p:spPr bwMode="auto">
          <a:xfrm flipH="1">
            <a:off x="7283497" y="562561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58446" name="Rectangle 98"/>
          <p:cNvSpPr>
            <a:spLocks noChangeArrowheads="1"/>
          </p:cNvSpPr>
          <p:nvPr/>
        </p:nvSpPr>
        <p:spPr bwMode="auto">
          <a:xfrm flipH="1">
            <a:off x="8302543" y="5371743"/>
            <a:ext cx="494625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8447" name="Line 99"/>
          <p:cNvSpPr>
            <a:spLocks noChangeShapeType="1"/>
          </p:cNvSpPr>
          <p:nvPr/>
        </p:nvSpPr>
        <p:spPr bwMode="auto">
          <a:xfrm flipH="1" flipV="1">
            <a:off x="8194083" y="5483778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48" name="Rectangle 100"/>
          <p:cNvSpPr>
            <a:spLocks noChangeArrowheads="1"/>
          </p:cNvSpPr>
          <p:nvPr/>
        </p:nvSpPr>
        <p:spPr bwMode="auto">
          <a:xfrm flipH="1">
            <a:off x="6157183" y="5071393"/>
            <a:ext cx="523230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8449" name="Line 101"/>
          <p:cNvSpPr>
            <a:spLocks noChangeShapeType="1"/>
          </p:cNvSpPr>
          <p:nvPr/>
        </p:nvSpPr>
        <p:spPr bwMode="auto">
          <a:xfrm flipH="1">
            <a:off x="1598293" y="5158398"/>
            <a:ext cx="6216776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50" name="Line 102"/>
          <p:cNvSpPr>
            <a:spLocks noChangeShapeType="1"/>
          </p:cNvSpPr>
          <p:nvPr/>
        </p:nvSpPr>
        <p:spPr bwMode="auto">
          <a:xfrm flipH="1">
            <a:off x="1598293" y="5266859"/>
            <a:ext cx="6216776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lg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51" name="Rectangle 103"/>
          <p:cNvSpPr>
            <a:spLocks noChangeArrowheads="1"/>
          </p:cNvSpPr>
          <p:nvPr/>
        </p:nvSpPr>
        <p:spPr bwMode="auto">
          <a:xfrm flipH="1">
            <a:off x="6155991" y="5179852"/>
            <a:ext cx="522038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8452" name="Rectangle 104"/>
          <p:cNvSpPr>
            <a:spLocks noChangeArrowheads="1"/>
          </p:cNvSpPr>
          <p:nvPr/>
        </p:nvSpPr>
        <p:spPr bwMode="auto">
          <a:xfrm flipH="1">
            <a:off x="1544659" y="5886629"/>
            <a:ext cx="523230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RIGHT Side Exterior Speaker PA</a:t>
            </a:r>
            <a:endParaRPr lang="ko-KR" altLang="ko-KR" dirty="0"/>
          </a:p>
        </p:txBody>
      </p:sp>
      <p:sp>
        <p:nvSpPr>
          <p:cNvPr id="58453" name="Line 105"/>
          <p:cNvSpPr>
            <a:spLocks noChangeShapeType="1"/>
          </p:cNvSpPr>
          <p:nvPr/>
        </p:nvSpPr>
        <p:spPr bwMode="auto">
          <a:xfrm flipH="1" flipV="1">
            <a:off x="1598293" y="5475435"/>
            <a:ext cx="621677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54" name="Line 106"/>
          <p:cNvSpPr>
            <a:spLocks noChangeShapeType="1"/>
          </p:cNvSpPr>
          <p:nvPr/>
        </p:nvSpPr>
        <p:spPr bwMode="auto">
          <a:xfrm flipH="1" flipV="1">
            <a:off x="1598293" y="5970060"/>
            <a:ext cx="621677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55" name="Rectangle 107"/>
          <p:cNvSpPr>
            <a:spLocks noChangeArrowheads="1"/>
          </p:cNvSpPr>
          <p:nvPr/>
        </p:nvSpPr>
        <p:spPr bwMode="auto">
          <a:xfrm flipH="1">
            <a:off x="1545851" y="5383662"/>
            <a:ext cx="522038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LEFT Side Exterior Speaker PA</a:t>
            </a:r>
            <a:endParaRPr lang="ko-KR" altLang="ko-KR" dirty="0"/>
          </a:p>
        </p:txBody>
      </p:sp>
      <p:sp>
        <p:nvSpPr>
          <p:cNvPr id="58456" name="Rectangle 108"/>
          <p:cNvSpPr>
            <a:spLocks noChangeArrowheads="1"/>
          </p:cNvSpPr>
          <p:nvPr/>
        </p:nvSpPr>
        <p:spPr bwMode="auto">
          <a:xfrm>
            <a:off x="5599389" y="4295487"/>
            <a:ext cx="539916" cy="270554"/>
          </a:xfrm>
          <a:prstGeom prst="rect">
            <a:avLst/>
          </a:prstGeom>
          <a:solidFill>
            <a:srgbClr val="CC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Conductor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8457" name="Rectangle 109"/>
          <p:cNvSpPr>
            <a:spLocks noChangeArrowheads="1"/>
          </p:cNvSpPr>
          <p:nvPr/>
        </p:nvSpPr>
        <p:spPr bwMode="auto">
          <a:xfrm flipH="1">
            <a:off x="6842507" y="4035660"/>
            <a:ext cx="692474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8458" name="Rectangle 110"/>
          <p:cNvSpPr>
            <a:spLocks noChangeArrowheads="1"/>
          </p:cNvSpPr>
          <p:nvPr/>
        </p:nvSpPr>
        <p:spPr bwMode="auto">
          <a:xfrm flipH="1">
            <a:off x="6626778" y="3917666"/>
            <a:ext cx="80451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8459" name="Rectangle 111"/>
          <p:cNvSpPr>
            <a:spLocks noChangeArrowheads="1"/>
          </p:cNvSpPr>
          <p:nvPr/>
        </p:nvSpPr>
        <p:spPr bwMode="auto">
          <a:xfrm flipH="1">
            <a:off x="7159543" y="2622106"/>
            <a:ext cx="493433" cy="6674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endParaRPr lang="ko-KR" altLang="ko-KR" dirty="0"/>
          </a:p>
        </p:txBody>
      </p:sp>
      <p:sp>
        <p:nvSpPr>
          <p:cNvPr id="58465" name="Line 117"/>
          <p:cNvSpPr>
            <a:spLocks noChangeShapeType="1"/>
          </p:cNvSpPr>
          <p:nvPr/>
        </p:nvSpPr>
        <p:spPr bwMode="auto">
          <a:xfrm flipV="1">
            <a:off x="1598294" y="6525470"/>
            <a:ext cx="7461084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66" name="Line 118"/>
          <p:cNvSpPr>
            <a:spLocks noChangeShapeType="1"/>
          </p:cNvSpPr>
          <p:nvPr/>
        </p:nvSpPr>
        <p:spPr bwMode="auto">
          <a:xfrm>
            <a:off x="1598294" y="6633929"/>
            <a:ext cx="7461084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67" name="Rectangle 119"/>
          <p:cNvSpPr>
            <a:spLocks noChangeArrowheads="1"/>
          </p:cNvSpPr>
          <p:nvPr/>
        </p:nvSpPr>
        <p:spPr bwMode="auto">
          <a:xfrm flipH="1">
            <a:off x="7313293" y="4185836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58468" name="Line 120"/>
          <p:cNvSpPr>
            <a:spLocks noChangeShapeType="1"/>
          </p:cNvSpPr>
          <p:nvPr/>
        </p:nvSpPr>
        <p:spPr bwMode="auto">
          <a:xfrm flipV="1">
            <a:off x="7113059" y="4262115"/>
            <a:ext cx="702010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69" name="Rectangle 121"/>
          <p:cNvSpPr>
            <a:spLocks noChangeArrowheads="1"/>
          </p:cNvSpPr>
          <p:nvPr/>
        </p:nvSpPr>
        <p:spPr bwMode="auto">
          <a:xfrm flipH="1">
            <a:off x="7322828" y="4287145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58470" name="Line 122"/>
          <p:cNvSpPr>
            <a:spLocks noChangeShapeType="1"/>
          </p:cNvSpPr>
          <p:nvPr/>
        </p:nvSpPr>
        <p:spPr bwMode="auto">
          <a:xfrm flipV="1">
            <a:off x="7221520" y="4370575"/>
            <a:ext cx="59355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71" name="Rectangle 123"/>
          <p:cNvSpPr>
            <a:spLocks noChangeArrowheads="1"/>
          </p:cNvSpPr>
          <p:nvPr/>
        </p:nvSpPr>
        <p:spPr bwMode="auto">
          <a:xfrm rot="5400000">
            <a:off x="6508783" y="2716264"/>
            <a:ext cx="3965340" cy="59474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5V</a:t>
            </a:r>
            <a:endParaRPr lang="ko-KR" altLang="ko-KR" dirty="0"/>
          </a:p>
        </p:txBody>
      </p:sp>
      <p:sp>
        <p:nvSpPr>
          <p:cNvPr id="58472" name="Rectangle 124"/>
          <p:cNvSpPr>
            <a:spLocks noChangeArrowheads="1"/>
          </p:cNvSpPr>
          <p:nvPr/>
        </p:nvSpPr>
        <p:spPr bwMode="auto">
          <a:xfrm flipH="1">
            <a:off x="8272746" y="274130"/>
            <a:ext cx="494624" cy="5959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8473" name="Line 125"/>
          <p:cNvSpPr>
            <a:spLocks noChangeShapeType="1"/>
          </p:cNvSpPr>
          <p:nvPr/>
        </p:nvSpPr>
        <p:spPr bwMode="auto">
          <a:xfrm flipH="1" flipV="1">
            <a:off x="8194083" y="381397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74" name="Rectangle 126"/>
          <p:cNvSpPr>
            <a:spLocks noChangeArrowheads="1"/>
          </p:cNvSpPr>
          <p:nvPr/>
        </p:nvSpPr>
        <p:spPr bwMode="auto">
          <a:xfrm flipH="1">
            <a:off x="8272746" y="383782"/>
            <a:ext cx="49462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5V</a:t>
            </a:r>
            <a:endParaRPr lang="ko-KR" altLang="ko-KR" dirty="0"/>
          </a:p>
        </p:txBody>
      </p:sp>
      <p:sp>
        <p:nvSpPr>
          <p:cNvPr id="58475" name="Line 127"/>
          <p:cNvSpPr>
            <a:spLocks noChangeShapeType="1"/>
          </p:cNvSpPr>
          <p:nvPr/>
        </p:nvSpPr>
        <p:spPr bwMode="auto">
          <a:xfrm flipH="1">
            <a:off x="8194083" y="489858"/>
            <a:ext cx="541107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76" name="Line 128"/>
          <p:cNvSpPr>
            <a:spLocks noChangeShapeType="1"/>
          </p:cNvSpPr>
          <p:nvPr/>
        </p:nvSpPr>
        <p:spPr bwMode="auto">
          <a:xfrm flipH="1" flipV="1">
            <a:off x="8842458" y="381397"/>
            <a:ext cx="0" cy="5102381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77" name="Line 129"/>
          <p:cNvSpPr>
            <a:spLocks noChangeShapeType="1"/>
          </p:cNvSpPr>
          <p:nvPr/>
        </p:nvSpPr>
        <p:spPr bwMode="auto">
          <a:xfrm flipH="1" flipV="1">
            <a:off x="8735190" y="489858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78" name="Rectangle 130"/>
          <p:cNvSpPr>
            <a:spLocks noChangeArrowheads="1"/>
          </p:cNvSpPr>
          <p:nvPr/>
        </p:nvSpPr>
        <p:spPr bwMode="auto">
          <a:xfrm flipH="1">
            <a:off x="7059426" y="4411099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/>
              <a:t>(OLD) PA Audio TL</a:t>
            </a:r>
            <a:endParaRPr lang="ko-KR" altLang="ko-KR" dirty="0"/>
          </a:p>
        </p:txBody>
      </p:sp>
      <p:sp>
        <p:nvSpPr>
          <p:cNvPr id="58479" name="Line 131"/>
          <p:cNvSpPr>
            <a:spLocks noChangeShapeType="1"/>
          </p:cNvSpPr>
          <p:nvPr/>
        </p:nvSpPr>
        <p:spPr bwMode="auto">
          <a:xfrm flipV="1">
            <a:off x="7328787" y="4494529"/>
            <a:ext cx="486282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80" name="Rectangle 132"/>
          <p:cNvSpPr>
            <a:spLocks noChangeArrowheads="1"/>
          </p:cNvSpPr>
          <p:nvPr/>
        </p:nvSpPr>
        <p:spPr bwMode="auto">
          <a:xfrm flipH="1">
            <a:off x="7105908" y="4515983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OLD PA Control TL</a:t>
            </a:r>
            <a:endParaRPr lang="ko-KR" altLang="ko-KR" dirty="0"/>
          </a:p>
        </p:txBody>
      </p:sp>
      <p:sp>
        <p:nvSpPr>
          <p:cNvPr id="58481" name="Line 133"/>
          <p:cNvSpPr>
            <a:spLocks noChangeShapeType="1"/>
          </p:cNvSpPr>
          <p:nvPr/>
        </p:nvSpPr>
        <p:spPr bwMode="auto">
          <a:xfrm flipV="1">
            <a:off x="7437247" y="4602989"/>
            <a:ext cx="377822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82" name="Line 134"/>
          <p:cNvSpPr>
            <a:spLocks noChangeShapeType="1"/>
          </p:cNvSpPr>
          <p:nvPr/>
        </p:nvSpPr>
        <p:spPr bwMode="auto">
          <a:xfrm flipV="1">
            <a:off x="1598294" y="6294248"/>
            <a:ext cx="7461084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83" name="Line 135"/>
          <p:cNvSpPr>
            <a:spLocks noChangeShapeType="1"/>
          </p:cNvSpPr>
          <p:nvPr/>
        </p:nvSpPr>
        <p:spPr bwMode="auto">
          <a:xfrm>
            <a:off x="1598294" y="6402707"/>
            <a:ext cx="7461084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84" name="Line 136"/>
          <p:cNvSpPr>
            <a:spLocks noChangeShapeType="1"/>
          </p:cNvSpPr>
          <p:nvPr/>
        </p:nvSpPr>
        <p:spPr bwMode="auto">
          <a:xfrm flipV="1">
            <a:off x="7437247" y="4618484"/>
            <a:ext cx="0" cy="1675764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85" name="Line 137"/>
          <p:cNvSpPr>
            <a:spLocks noChangeShapeType="1"/>
          </p:cNvSpPr>
          <p:nvPr/>
        </p:nvSpPr>
        <p:spPr bwMode="auto">
          <a:xfrm flipV="1">
            <a:off x="7328788" y="4510023"/>
            <a:ext cx="0" cy="1891493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86" name="Line 138"/>
          <p:cNvSpPr>
            <a:spLocks noChangeShapeType="1"/>
          </p:cNvSpPr>
          <p:nvPr/>
        </p:nvSpPr>
        <p:spPr bwMode="auto">
          <a:xfrm flipH="1" flipV="1">
            <a:off x="7221520" y="4377726"/>
            <a:ext cx="0" cy="2138209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87" name="Line 139"/>
          <p:cNvSpPr>
            <a:spLocks noChangeShapeType="1"/>
          </p:cNvSpPr>
          <p:nvPr/>
        </p:nvSpPr>
        <p:spPr bwMode="auto">
          <a:xfrm flipH="1" flipV="1">
            <a:off x="7113059" y="4272842"/>
            <a:ext cx="0" cy="235632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499" name="Rectangle 158"/>
          <p:cNvSpPr>
            <a:spLocks noChangeArrowheads="1"/>
          </p:cNvSpPr>
          <p:nvPr/>
        </p:nvSpPr>
        <p:spPr bwMode="auto">
          <a:xfrm flipH="1">
            <a:off x="6242997" y="4293104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8500" name="Line 159"/>
          <p:cNvSpPr>
            <a:spLocks noChangeShapeType="1"/>
          </p:cNvSpPr>
          <p:nvPr/>
        </p:nvSpPr>
        <p:spPr bwMode="auto">
          <a:xfrm flipV="1">
            <a:off x="6140497" y="4401563"/>
            <a:ext cx="43264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10" name="Line 171"/>
          <p:cNvSpPr>
            <a:spLocks noChangeShapeType="1"/>
          </p:cNvSpPr>
          <p:nvPr/>
        </p:nvSpPr>
        <p:spPr bwMode="auto">
          <a:xfrm flipH="1">
            <a:off x="5923577" y="4023741"/>
            <a:ext cx="0" cy="271746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11" name="Line 172"/>
          <p:cNvSpPr>
            <a:spLocks noChangeShapeType="1"/>
          </p:cNvSpPr>
          <p:nvPr/>
        </p:nvSpPr>
        <p:spPr bwMode="auto">
          <a:xfrm>
            <a:off x="5815117" y="4132202"/>
            <a:ext cx="0" cy="163285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14" name="Line 175"/>
          <p:cNvSpPr>
            <a:spLocks noChangeShapeType="1"/>
          </p:cNvSpPr>
          <p:nvPr/>
        </p:nvSpPr>
        <p:spPr bwMode="auto">
          <a:xfrm flipH="1">
            <a:off x="8194083" y="2544635"/>
            <a:ext cx="432647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15" name="Line 176"/>
          <p:cNvSpPr>
            <a:spLocks noChangeShapeType="1"/>
          </p:cNvSpPr>
          <p:nvPr/>
        </p:nvSpPr>
        <p:spPr bwMode="auto">
          <a:xfrm flipV="1">
            <a:off x="8302542" y="760411"/>
            <a:ext cx="0" cy="21572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16" name="Line 177"/>
          <p:cNvSpPr>
            <a:spLocks noChangeShapeType="1"/>
          </p:cNvSpPr>
          <p:nvPr/>
        </p:nvSpPr>
        <p:spPr bwMode="auto">
          <a:xfrm flipV="1">
            <a:off x="8626730" y="651951"/>
            <a:ext cx="0" cy="189268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17" name="Rectangle 178"/>
          <p:cNvSpPr>
            <a:spLocks noChangeArrowheads="1"/>
          </p:cNvSpPr>
          <p:nvPr/>
        </p:nvSpPr>
        <p:spPr bwMode="auto">
          <a:xfrm>
            <a:off x="7815069" y="274130"/>
            <a:ext cx="379014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58522" name="Rectangle 183"/>
          <p:cNvSpPr>
            <a:spLocks noChangeArrowheads="1"/>
          </p:cNvSpPr>
          <p:nvPr/>
        </p:nvSpPr>
        <p:spPr bwMode="auto">
          <a:xfrm>
            <a:off x="7815069" y="543491"/>
            <a:ext cx="379014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58525" name="Line 186"/>
          <p:cNvSpPr>
            <a:spLocks noChangeShapeType="1"/>
          </p:cNvSpPr>
          <p:nvPr/>
        </p:nvSpPr>
        <p:spPr bwMode="auto">
          <a:xfrm flipV="1">
            <a:off x="8409810" y="1355153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26" name="Line 187"/>
          <p:cNvSpPr>
            <a:spLocks noChangeShapeType="1"/>
          </p:cNvSpPr>
          <p:nvPr/>
        </p:nvSpPr>
        <p:spPr bwMode="auto">
          <a:xfrm flipH="1" flipV="1">
            <a:off x="8191699" y="1265763"/>
            <a:ext cx="218111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27" name="Line 188"/>
          <p:cNvSpPr>
            <a:spLocks noChangeShapeType="1"/>
          </p:cNvSpPr>
          <p:nvPr/>
        </p:nvSpPr>
        <p:spPr bwMode="auto">
          <a:xfrm flipH="1">
            <a:off x="8190507" y="173297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29" name="Line 190"/>
          <p:cNvSpPr>
            <a:spLocks noChangeShapeType="1"/>
          </p:cNvSpPr>
          <p:nvPr/>
        </p:nvSpPr>
        <p:spPr bwMode="auto">
          <a:xfrm>
            <a:off x="8194083" y="1408786"/>
            <a:ext cx="108459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30" name="Line 191"/>
          <p:cNvSpPr>
            <a:spLocks noChangeShapeType="1"/>
          </p:cNvSpPr>
          <p:nvPr/>
        </p:nvSpPr>
        <p:spPr bwMode="auto">
          <a:xfrm flipV="1">
            <a:off x="8191699" y="2238326"/>
            <a:ext cx="122762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31" name="Line 192"/>
          <p:cNvSpPr>
            <a:spLocks noChangeShapeType="1"/>
          </p:cNvSpPr>
          <p:nvPr/>
        </p:nvSpPr>
        <p:spPr bwMode="auto">
          <a:xfrm flipH="1" flipV="1">
            <a:off x="8302542" y="1462421"/>
            <a:ext cx="0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32" name="Line 193"/>
          <p:cNvSpPr>
            <a:spLocks noChangeShapeType="1"/>
          </p:cNvSpPr>
          <p:nvPr/>
        </p:nvSpPr>
        <p:spPr bwMode="auto">
          <a:xfrm flipV="1">
            <a:off x="8190507" y="1895068"/>
            <a:ext cx="112035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33" name="Line 194"/>
          <p:cNvSpPr>
            <a:spLocks noChangeShapeType="1"/>
          </p:cNvSpPr>
          <p:nvPr/>
        </p:nvSpPr>
        <p:spPr bwMode="auto">
          <a:xfrm flipV="1">
            <a:off x="8190507" y="1517247"/>
            <a:ext cx="112035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34" name="Line 195"/>
          <p:cNvSpPr>
            <a:spLocks noChangeShapeType="1"/>
          </p:cNvSpPr>
          <p:nvPr/>
        </p:nvSpPr>
        <p:spPr bwMode="auto">
          <a:xfrm>
            <a:off x="8191700" y="1589950"/>
            <a:ext cx="110843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35" name="Line 196"/>
          <p:cNvSpPr>
            <a:spLocks noChangeShapeType="1"/>
          </p:cNvSpPr>
          <p:nvPr/>
        </p:nvSpPr>
        <p:spPr bwMode="auto">
          <a:xfrm>
            <a:off x="8190507" y="1949894"/>
            <a:ext cx="12395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36" name="Line 197"/>
          <p:cNvSpPr>
            <a:spLocks noChangeShapeType="1"/>
          </p:cNvSpPr>
          <p:nvPr/>
        </p:nvSpPr>
        <p:spPr bwMode="auto">
          <a:xfrm flipV="1">
            <a:off x="8302542" y="1625706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37" name="Line 198"/>
          <p:cNvSpPr>
            <a:spLocks noChangeShapeType="1"/>
          </p:cNvSpPr>
          <p:nvPr/>
        </p:nvSpPr>
        <p:spPr bwMode="auto">
          <a:xfrm flipH="1" flipV="1">
            <a:off x="8314461" y="2003529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38" name="Rectangle 199"/>
          <p:cNvSpPr>
            <a:spLocks noChangeArrowheads="1"/>
          </p:cNvSpPr>
          <p:nvPr/>
        </p:nvSpPr>
        <p:spPr bwMode="auto">
          <a:xfrm rot="5400000" flipH="1">
            <a:off x="8291816" y="1437391"/>
            <a:ext cx="324188" cy="12395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58539" name="Rectangle 200"/>
          <p:cNvSpPr>
            <a:spLocks noChangeArrowheads="1"/>
          </p:cNvSpPr>
          <p:nvPr/>
        </p:nvSpPr>
        <p:spPr bwMode="auto">
          <a:xfrm rot="5400000" flipH="1">
            <a:off x="8045695" y="2013659"/>
            <a:ext cx="215728" cy="8343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58540" name="Rectangle 201"/>
          <p:cNvSpPr>
            <a:spLocks noChangeArrowheads="1"/>
          </p:cNvSpPr>
          <p:nvPr/>
        </p:nvSpPr>
        <p:spPr bwMode="auto">
          <a:xfrm rot="5400000" flipH="1">
            <a:off x="7995637" y="1690663"/>
            <a:ext cx="312269" cy="8700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58541" name="Line 202"/>
          <p:cNvSpPr>
            <a:spLocks noChangeShapeType="1"/>
          </p:cNvSpPr>
          <p:nvPr/>
        </p:nvSpPr>
        <p:spPr bwMode="auto">
          <a:xfrm flipV="1">
            <a:off x="8190507" y="1355153"/>
            <a:ext cx="112035" cy="5244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42" name="Line 203"/>
          <p:cNvSpPr>
            <a:spLocks noChangeShapeType="1"/>
          </p:cNvSpPr>
          <p:nvPr/>
        </p:nvSpPr>
        <p:spPr bwMode="auto">
          <a:xfrm>
            <a:off x="8190507" y="1084599"/>
            <a:ext cx="112035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43" name="Line 204"/>
          <p:cNvSpPr>
            <a:spLocks noChangeShapeType="1"/>
          </p:cNvSpPr>
          <p:nvPr/>
        </p:nvSpPr>
        <p:spPr bwMode="auto">
          <a:xfrm flipV="1">
            <a:off x="8302542" y="1138233"/>
            <a:ext cx="0" cy="2169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45" name="Rectangle 206"/>
          <p:cNvSpPr>
            <a:spLocks noChangeArrowheads="1"/>
          </p:cNvSpPr>
          <p:nvPr/>
        </p:nvSpPr>
        <p:spPr bwMode="auto">
          <a:xfrm rot="5400000">
            <a:off x="6508783" y="2716264"/>
            <a:ext cx="3965340" cy="594741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91427" tIns="45713" rIns="91427" bIns="45713" anchor="ctr"/>
          <a:lstStyle/>
          <a:p>
            <a:pPr algn="ctr"/>
            <a:endParaRPr lang="ko-KR" altLang="ko-KR"/>
          </a:p>
        </p:txBody>
      </p:sp>
      <p:sp>
        <p:nvSpPr>
          <p:cNvPr id="58546" name="Rectangle 207"/>
          <p:cNvSpPr>
            <a:spLocks noChangeArrowheads="1"/>
          </p:cNvSpPr>
          <p:nvPr/>
        </p:nvSpPr>
        <p:spPr bwMode="auto">
          <a:xfrm flipH="1">
            <a:off x="8103501" y="6092822"/>
            <a:ext cx="523229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58547" name="Rectangle 208"/>
          <p:cNvSpPr>
            <a:spLocks noChangeArrowheads="1"/>
          </p:cNvSpPr>
          <p:nvPr/>
        </p:nvSpPr>
        <p:spPr bwMode="auto">
          <a:xfrm flipH="1">
            <a:off x="8114227" y="6213201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OLD PA Control TL</a:t>
            </a:r>
            <a:endParaRPr lang="ko-KR" altLang="ko-KR" dirty="0"/>
          </a:p>
        </p:txBody>
      </p:sp>
      <p:sp>
        <p:nvSpPr>
          <p:cNvPr id="58548" name="Rectangle 209"/>
          <p:cNvSpPr>
            <a:spLocks noChangeArrowheads="1"/>
          </p:cNvSpPr>
          <p:nvPr/>
        </p:nvSpPr>
        <p:spPr bwMode="auto">
          <a:xfrm flipH="1">
            <a:off x="8117803" y="6321660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(OLD) PA Audio TL</a:t>
            </a:r>
            <a:endParaRPr lang="ko-KR" altLang="ko-KR" dirty="0"/>
          </a:p>
        </p:txBody>
      </p:sp>
      <p:sp>
        <p:nvSpPr>
          <p:cNvPr id="58549" name="Rectangle 210"/>
          <p:cNvSpPr>
            <a:spLocks noChangeArrowheads="1"/>
          </p:cNvSpPr>
          <p:nvPr/>
        </p:nvSpPr>
        <p:spPr bwMode="auto">
          <a:xfrm flipH="1">
            <a:off x="8116611" y="643846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58550" name="Rectangle 211"/>
          <p:cNvSpPr>
            <a:spLocks noChangeArrowheads="1"/>
          </p:cNvSpPr>
          <p:nvPr/>
        </p:nvSpPr>
        <p:spPr bwMode="auto">
          <a:xfrm flipH="1">
            <a:off x="8116611" y="6552882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58551" name="Rectangle 212"/>
          <p:cNvSpPr>
            <a:spLocks noChangeArrowheads="1"/>
          </p:cNvSpPr>
          <p:nvPr/>
        </p:nvSpPr>
        <p:spPr bwMode="auto">
          <a:xfrm>
            <a:off x="3738886" y="5064241"/>
            <a:ext cx="523229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8552" name="Rectangle 213"/>
          <p:cNvSpPr>
            <a:spLocks noChangeArrowheads="1"/>
          </p:cNvSpPr>
          <p:nvPr/>
        </p:nvSpPr>
        <p:spPr bwMode="auto">
          <a:xfrm>
            <a:off x="3741270" y="5179852"/>
            <a:ext cx="522038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8553" name="Rectangle 214"/>
          <p:cNvSpPr>
            <a:spLocks noChangeArrowheads="1"/>
          </p:cNvSpPr>
          <p:nvPr/>
        </p:nvSpPr>
        <p:spPr bwMode="auto">
          <a:xfrm>
            <a:off x="1819981" y="4035660"/>
            <a:ext cx="692474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8554" name="Line 215"/>
          <p:cNvSpPr>
            <a:spLocks noChangeShapeType="1"/>
          </p:cNvSpPr>
          <p:nvPr/>
        </p:nvSpPr>
        <p:spPr bwMode="auto">
          <a:xfrm flipV="1">
            <a:off x="1598293" y="3375366"/>
            <a:ext cx="621677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55" name="Line 216"/>
          <p:cNvSpPr>
            <a:spLocks noChangeShapeType="1"/>
          </p:cNvSpPr>
          <p:nvPr/>
        </p:nvSpPr>
        <p:spPr bwMode="auto">
          <a:xfrm>
            <a:off x="4680460" y="3106004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56" name="Rectangle 217"/>
          <p:cNvSpPr>
            <a:spLocks noChangeArrowheads="1"/>
          </p:cNvSpPr>
          <p:nvPr/>
        </p:nvSpPr>
        <p:spPr bwMode="auto">
          <a:xfrm flipH="1">
            <a:off x="6896140" y="3309814"/>
            <a:ext cx="493433" cy="655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8557" name="Line 218"/>
          <p:cNvSpPr>
            <a:spLocks noChangeShapeType="1"/>
          </p:cNvSpPr>
          <p:nvPr/>
        </p:nvSpPr>
        <p:spPr bwMode="auto">
          <a:xfrm>
            <a:off x="6032037" y="3106004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58" name="Rectangle 219"/>
          <p:cNvSpPr>
            <a:spLocks noChangeArrowheads="1"/>
          </p:cNvSpPr>
          <p:nvPr/>
        </p:nvSpPr>
        <p:spPr bwMode="auto">
          <a:xfrm>
            <a:off x="1977307" y="3302663"/>
            <a:ext cx="493433" cy="655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8559" name="Rectangle 220"/>
          <p:cNvSpPr>
            <a:spLocks noChangeArrowheads="1"/>
          </p:cNvSpPr>
          <p:nvPr/>
        </p:nvSpPr>
        <p:spPr bwMode="auto">
          <a:xfrm>
            <a:off x="1922481" y="3917666"/>
            <a:ext cx="80451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8560" name="Line 221"/>
          <p:cNvSpPr>
            <a:spLocks noChangeShapeType="1"/>
          </p:cNvSpPr>
          <p:nvPr/>
        </p:nvSpPr>
        <p:spPr bwMode="auto">
          <a:xfrm flipV="1">
            <a:off x="1598293" y="3482634"/>
            <a:ext cx="6216776" cy="1192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61" name="Rectangle 222"/>
          <p:cNvSpPr>
            <a:spLocks noChangeArrowheads="1"/>
          </p:cNvSpPr>
          <p:nvPr/>
        </p:nvSpPr>
        <p:spPr bwMode="auto">
          <a:xfrm flipH="1">
            <a:off x="3771066" y="3370599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8562" name="Line 223"/>
          <p:cNvSpPr>
            <a:spLocks noChangeShapeType="1"/>
          </p:cNvSpPr>
          <p:nvPr/>
        </p:nvSpPr>
        <p:spPr bwMode="auto">
          <a:xfrm flipH="1">
            <a:off x="3436152" y="3213273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63" name="Rectangle 224"/>
          <p:cNvSpPr>
            <a:spLocks noChangeArrowheads="1"/>
          </p:cNvSpPr>
          <p:nvPr/>
        </p:nvSpPr>
        <p:spPr bwMode="auto">
          <a:xfrm flipH="1">
            <a:off x="7004600" y="3384901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8564" name="Line 225"/>
          <p:cNvSpPr>
            <a:spLocks noChangeShapeType="1"/>
          </p:cNvSpPr>
          <p:nvPr/>
        </p:nvSpPr>
        <p:spPr bwMode="auto">
          <a:xfrm flipH="1">
            <a:off x="6139305" y="3213273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65" name="Line 226"/>
          <p:cNvSpPr>
            <a:spLocks noChangeShapeType="1"/>
          </p:cNvSpPr>
          <p:nvPr/>
        </p:nvSpPr>
        <p:spPr bwMode="auto">
          <a:xfrm flipH="1">
            <a:off x="4787728" y="3213273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66" name="Rectangle 227"/>
          <p:cNvSpPr>
            <a:spLocks noChangeArrowheads="1"/>
          </p:cNvSpPr>
          <p:nvPr/>
        </p:nvSpPr>
        <p:spPr bwMode="auto">
          <a:xfrm>
            <a:off x="1600677" y="3384901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8567" name="Rectangle 228"/>
          <p:cNvSpPr>
            <a:spLocks noChangeArrowheads="1"/>
          </p:cNvSpPr>
          <p:nvPr/>
        </p:nvSpPr>
        <p:spPr bwMode="auto">
          <a:xfrm>
            <a:off x="1616171" y="6088055"/>
            <a:ext cx="523230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58568" name="Rectangle 229"/>
          <p:cNvSpPr>
            <a:spLocks noChangeArrowheads="1"/>
          </p:cNvSpPr>
          <p:nvPr/>
        </p:nvSpPr>
        <p:spPr bwMode="auto">
          <a:xfrm>
            <a:off x="1636433" y="620843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OLD PA Control TL</a:t>
            </a:r>
            <a:endParaRPr lang="ko-KR" altLang="ko-KR" dirty="0"/>
          </a:p>
        </p:txBody>
      </p:sp>
      <p:sp>
        <p:nvSpPr>
          <p:cNvPr id="58569" name="Rectangle 230"/>
          <p:cNvSpPr>
            <a:spLocks noChangeArrowheads="1"/>
          </p:cNvSpPr>
          <p:nvPr/>
        </p:nvSpPr>
        <p:spPr bwMode="auto">
          <a:xfrm>
            <a:off x="1632857" y="631689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(OLD) PA Audio TL</a:t>
            </a:r>
            <a:endParaRPr lang="ko-KR" altLang="ko-KR" dirty="0"/>
          </a:p>
        </p:txBody>
      </p:sp>
      <p:sp>
        <p:nvSpPr>
          <p:cNvPr id="58570" name="Rectangle 231"/>
          <p:cNvSpPr>
            <a:spLocks noChangeArrowheads="1"/>
          </p:cNvSpPr>
          <p:nvPr/>
        </p:nvSpPr>
        <p:spPr bwMode="auto">
          <a:xfrm>
            <a:off x="1634050" y="6433696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58571" name="Rectangle 232"/>
          <p:cNvSpPr>
            <a:spLocks noChangeArrowheads="1"/>
          </p:cNvSpPr>
          <p:nvPr/>
        </p:nvSpPr>
        <p:spPr bwMode="auto">
          <a:xfrm>
            <a:off x="1634050" y="6548115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58572" name="Rectangle 233"/>
          <p:cNvSpPr>
            <a:spLocks noChangeArrowheads="1"/>
          </p:cNvSpPr>
          <p:nvPr/>
        </p:nvSpPr>
        <p:spPr bwMode="auto">
          <a:xfrm>
            <a:off x="3167981" y="4295487"/>
            <a:ext cx="539916" cy="270554"/>
          </a:xfrm>
          <a:prstGeom prst="rect">
            <a:avLst/>
          </a:prstGeom>
          <a:solidFill>
            <a:srgbClr val="CC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Conductor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8573" name="Line 234"/>
          <p:cNvSpPr>
            <a:spLocks noChangeShapeType="1"/>
          </p:cNvSpPr>
          <p:nvPr/>
        </p:nvSpPr>
        <p:spPr bwMode="auto">
          <a:xfrm flipH="1">
            <a:off x="3382517" y="4023741"/>
            <a:ext cx="1192" cy="271746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74" name="Line 235"/>
          <p:cNvSpPr>
            <a:spLocks noChangeShapeType="1"/>
          </p:cNvSpPr>
          <p:nvPr/>
        </p:nvSpPr>
        <p:spPr bwMode="auto">
          <a:xfrm>
            <a:off x="3490977" y="4132202"/>
            <a:ext cx="0" cy="163285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75" name="Rectangle 236"/>
          <p:cNvSpPr>
            <a:spLocks noChangeArrowheads="1"/>
          </p:cNvSpPr>
          <p:nvPr/>
        </p:nvSpPr>
        <p:spPr bwMode="auto">
          <a:xfrm flipH="1">
            <a:off x="3003504" y="2780625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8576" name="Line 237"/>
          <p:cNvSpPr>
            <a:spLocks noChangeShapeType="1"/>
          </p:cNvSpPr>
          <p:nvPr/>
        </p:nvSpPr>
        <p:spPr bwMode="auto">
          <a:xfrm flipH="1" flipV="1">
            <a:off x="3003504" y="2889084"/>
            <a:ext cx="37782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77" name="Rectangle 238"/>
          <p:cNvSpPr>
            <a:spLocks noChangeArrowheads="1"/>
          </p:cNvSpPr>
          <p:nvPr/>
        </p:nvSpPr>
        <p:spPr bwMode="auto">
          <a:xfrm>
            <a:off x="4309790" y="2997545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sp>
        <p:nvSpPr>
          <p:cNvPr id="58578" name="Rectangle 239"/>
          <p:cNvSpPr>
            <a:spLocks noChangeArrowheads="1"/>
          </p:cNvSpPr>
          <p:nvPr/>
        </p:nvSpPr>
        <p:spPr bwMode="auto">
          <a:xfrm>
            <a:off x="5653024" y="2997545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grpSp>
        <p:nvGrpSpPr>
          <p:cNvPr id="6" name="Group 240"/>
          <p:cNvGrpSpPr>
            <a:grpSpLocks/>
          </p:cNvGrpSpPr>
          <p:nvPr/>
        </p:nvGrpSpPr>
        <p:grpSpPr bwMode="auto">
          <a:xfrm rot="10800000" flipH="1" flipV="1">
            <a:off x="5760291" y="5537412"/>
            <a:ext cx="324188" cy="160902"/>
            <a:chOff x="1477" y="3739"/>
            <a:chExt cx="227" cy="91"/>
          </a:xfrm>
        </p:grpSpPr>
        <p:sp>
          <p:nvSpPr>
            <p:cNvPr id="58745" name="AutoShape 241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8746" name="Rectangle 242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8580" name="Rectangle 243"/>
          <p:cNvSpPr>
            <a:spLocks noChangeArrowheads="1"/>
          </p:cNvSpPr>
          <p:nvPr/>
        </p:nvSpPr>
        <p:spPr bwMode="auto">
          <a:xfrm rot="10800000" flipV="1">
            <a:off x="6138113" y="5537412"/>
            <a:ext cx="216920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8581" name="Line 244"/>
          <p:cNvSpPr>
            <a:spLocks noChangeShapeType="1"/>
          </p:cNvSpPr>
          <p:nvPr/>
        </p:nvSpPr>
        <p:spPr bwMode="auto">
          <a:xfrm flipH="1" flipV="1">
            <a:off x="5922385" y="569831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82" name="Line 245"/>
          <p:cNvSpPr>
            <a:spLocks noChangeShapeType="1"/>
          </p:cNvSpPr>
          <p:nvPr/>
        </p:nvSpPr>
        <p:spPr bwMode="auto">
          <a:xfrm flipH="1">
            <a:off x="5923577" y="5806774"/>
            <a:ext cx="322996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83" name="Line 246"/>
          <p:cNvSpPr>
            <a:spLocks noChangeShapeType="1"/>
          </p:cNvSpPr>
          <p:nvPr/>
        </p:nvSpPr>
        <p:spPr bwMode="auto">
          <a:xfrm flipH="1">
            <a:off x="6246573" y="569831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84" name="Line 247"/>
          <p:cNvSpPr>
            <a:spLocks noChangeShapeType="1"/>
          </p:cNvSpPr>
          <p:nvPr/>
        </p:nvSpPr>
        <p:spPr bwMode="auto">
          <a:xfrm>
            <a:off x="6571952" y="5475435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85" name="Line 248"/>
          <p:cNvSpPr>
            <a:spLocks noChangeShapeType="1"/>
          </p:cNvSpPr>
          <p:nvPr/>
        </p:nvSpPr>
        <p:spPr bwMode="auto">
          <a:xfrm flipH="1" flipV="1">
            <a:off x="6357416" y="5644680"/>
            <a:ext cx="21453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86" name="Line 249"/>
          <p:cNvSpPr>
            <a:spLocks noChangeShapeType="1"/>
          </p:cNvSpPr>
          <p:nvPr/>
        </p:nvSpPr>
        <p:spPr bwMode="auto">
          <a:xfrm flipV="1">
            <a:off x="5706657" y="5806774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87" name="Line 250"/>
          <p:cNvSpPr>
            <a:spLocks noChangeShapeType="1"/>
          </p:cNvSpPr>
          <p:nvPr/>
        </p:nvSpPr>
        <p:spPr bwMode="auto">
          <a:xfrm flipH="1" flipV="1">
            <a:off x="5489737" y="5806774"/>
            <a:ext cx="21692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7" name="Group 251"/>
          <p:cNvGrpSpPr>
            <a:grpSpLocks/>
          </p:cNvGrpSpPr>
          <p:nvPr/>
        </p:nvGrpSpPr>
        <p:grpSpPr bwMode="auto">
          <a:xfrm flipH="1">
            <a:off x="4896188" y="5591046"/>
            <a:ext cx="594742" cy="270553"/>
            <a:chOff x="2747" y="4827"/>
            <a:chExt cx="499" cy="227"/>
          </a:xfrm>
        </p:grpSpPr>
        <p:grpSp>
          <p:nvGrpSpPr>
            <p:cNvPr id="8" name="Group 252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8743" name="AutoShape 25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8744" name="Rectangle 25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8739" name="Rectangle 255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8740" name="Line 256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741" name="Line 257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742" name="Line 258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" name="Group 259"/>
          <p:cNvGrpSpPr>
            <a:grpSpLocks/>
          </p:cNvGrpSpPr>
          <p:nvPr/>
        </p:nvGrpSpPr>
        <p:grpSpPr bwMode="auto">
          <a:xfrm rot="10800000" flipH="1" flipV="1">
            <a:off x="3543419" y="5544564"/>
            <a:ext cx="324188" cy="160902"/>
            <a:chOff x="1477" y="3739"/>
            <a:chExt cx="227" cy="91"/>
          </a:xfrm>
        </p:grpSpPr>
        <p:sp>
          <p:nvSpPr>
            <p:cNvPr id="58736" name="AutoShape 260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8737" name="Rectangle 261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8590" name="Rectangle 262"/>
          <p:cNvSpPr>
            <a:spLocks noChangeArrowheads="1"/>
          </p:cNvSpPr>
          <p:nvPr/>
        </p:nvSpPr>
        <p:spPr bwMode="auto">
          <a:xfrm rot="10800000" flipV="1">
            <a:off x="3921241" y="5544564"/>
            <a:ext cx="216920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8591" name="Line 263"/>
          <p:cNvSpPr>
            <a:spLocks noChangeShapeType="1"/>
          </p:cNvSpPr>
          <p:nvPr/>
        </p:nvSpPr>
        <p:spPr bwMode="auto">
          <a:xfrm flipH="1" flipV="1">
            <a:off x="3705513" y="5705466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92" name="Line 264"/>
          <p:cNvSpPr>
            <a:spLocks noChangeShapeType="1"/>
          </p:cNvSpPr>
          <p:nvPr/>
        </p:nvSpPr>
        <p:spPr bwMode="auto">
          <a:xfrm flipH="1">
            <a:off x="3706705" y="5813925"/>
            <a:ext cx="322996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93" name="Line 265"/>
          <p:cNvSpPr>
            <a:spLocks noChangeShapeType="1"/>
          </p:cNvSpPr>
          <p:nvPr/>
        </p:nvSpPr>
        <p:spPr bwMode="auto">
          <a:xfrm flipH="1">
            <a:off x="4029701" y="5705466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94" name="Line 266"/>
          <p:cNvSpPr>
            <a:spLocks noChangeShapeType="1"/>
          </p:cNvSpPr>
          <p:nvPr/>
        </p:nvSpPr>
        <p:spPr bwMode="auto">
          <a:xfrm>
            <a:off x="4355080" y="5482586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95" name="Line 267"/>
          <p:cNvSpPr>
            <a:spLocks noChangeShapeType="1"/>
          </p:cNvSpPr>
          <p:nvPr/>
        </p:nvSpPr>
        <p:spPr bwMode="auto">
          <a:xfrm flipH="1" flipV="1">
            <a:off x="4139353" y="5651831"/>
            <a:ext cx="215727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96" name="Line 268"/>
          <p:cNvSpPr>
            <a:spLocks noChangeShapeType="1"/>
          </p:cNvSpPr>
          <p:nvPr/>
        </p:nvSpPr>
        <p:spPr bwMode="auto">
          <a:xfrm flipV="1">
            <a:off x="3489785" y="5813925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597" name="Line 269"/>
          <p:cNvSpPr>
            <a:spLocks noChangeShapeType="1"/>
          </p:cNvSpPr>
          <p:nvPr/>
        </p:nvSpPr>
        <p:spPr bwMode="auto">
          <a:xfrm flipH="1" flipV="1">
            <a:off x="3272866" y="5813925"/>
            <a:ext cx="21692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10" name="Group 270"/>
          <p:cNvGrpSpPr>
            <a:grpSpLocks/>
          </p:cNvGrpSpPr>
          <p:nvPr/>
        </p:nvGrpSpPr>
        <p:grpSpPr bwMode="auto">
          <a:xfrm flipH="1">
            <a:off x="2679316" y="5598198"/>
            <a:ext cx="594742" cy="270553"/>
            <a:chOff x="2747" y="4827"/>
            <a:chExt cx="499" cy="227"/>
          </a:xfrm>
        </p:grpSpPr>
        <p:grpSp>
          <p:nvGrpSpPr>
            <p:cNvPr id="11" name="Group 271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8734" name="AutoShape 27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8735" name="Rectangle 27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8730" name="Rectangle 274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8731" name="Line 275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732" name="Line 276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733" name="Line 277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278"/>
          <p:cNvGrpSpPr>
            <a:grpSpLocks/>
          </p:cNvGrpSpPr>
          <p:nvPr/>
        </p:nvGrpSpPr>
        <p:grpSpPr bwMode="auto">
          <a:xfrm flipH="1">
            <a:off x="5545755" y="4672117"/>
            <a:ext cx="594741" cy="270554"/>
            <a:chOff x="2475" y="3875"/>
            <a:chExt cx="499" cy="227"/>
          </a:xfrm>
        </p:grpSpPr>
        <p:grpSp>
          <p:nvGrpSpPr>
            <p:cNvPr id="13" name="Group 279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8727" name="AutoShape 280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8728" name="Rectangle 281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8723" name="Rectangle 282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8724" name="Line 283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725" name="Line 284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726" name="Line 285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8600" name="Line 286"/>
          <p:cNvSpPr>
            <a:spLocks noChangeShapeType="1"/>
          </p:cNvSpPr>
          <p:nvPr/>
        </p:nvSpPr>
        <p:spPr bwMode="auto">
          <a:xfrm flipH="1" flipV="1">
            <a:off x="6032037" y="4942671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01" name="Line 287"/>
          <p:cNvSpPr>
            <a:spLocks noChangeShapeType="1"/>
          </p:cNvSpPr>
          <p:nvPr/>
        </p:nvSpPr>
        <p:spPr bwMode="auto">
          <a:xfrm flipH="1" flipV="1">
            <a:off x="6140496" y="4834211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02" name="Line 288"/>
          <p:cNvSpPr>
            <a:spLocks noChangeShapeType="1"/>
          </p:cNvSpPr>
          <p:nvPr/>
        </p:nvSpPr>
        <p:spPr bwMode="auto">
          <a:xfrm flipV="1">
            <a:off x="6302590" y="4510023"/>
            <a:ext cx="0" cy="32418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03" name="Line 289"/>
          <p:cNvSpPr>
            <a:spLocks noChangeShapeType="1"/>
          </p:cNvSpPr>
          <p:nvPr/>
        </p:nvSpPr>
        <p:spPr bwMode="auto">
          <a:xfrm flipV="1">
            <a:off x="6139305" y="4510023"/>
            <a:ext cx="16328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14" name="Group 290"/>
          <p:cNvGrpSpPr>
            <a:grpSpLocks/>
          </p:cNvGrpSpPr>
          <p:nvPr/>
        </p:nvGrpSpPr>
        <p:grpSpPr bwMode="auto">
          <a:xfrm flipH="1">
            <a:off x="3113156" y="4672117"/>
            <a:ext cx="594742" cy="270554"/>
            <a:chOff x="2475" y="3875"/>
            <a:chExt cx="499" cy="227"/>
          </a:xfrm>
        </p:grpSpPr>
        <p:grpSp>
          <p:nvGrpSpPr>
            <p:cNvPr id="15" name="Group 291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8720" name="AutoShape 29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8721" name="Rectangle 29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8716" name="Rectangle 29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8717" name="Line 29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718" name="Line 29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719" name="Line 29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8605" name="Line 298"/>
          <p:cNvSpPr>
            <a:spLocks noChangeShapeType="1"/>
          </p:cNvSpPr>
          <p:nvPr/>
        </p:nvSpPr>
        <p:spPr bwMode="auto">
          <a:xfrm flipV="1">
            <a:off x="3598246" y="4942671"/>
            <a:ext cx="1191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16" name="Group 299"/>
          <p:cNvGrpSpPr>
            <a:grpSpLocks/>
          </p:cNvGrpSpPr>
          <p:nvPr/>
        </p:nvGrpSpPr>
        <p:grpSpPr bwMode="auto">
          <a:xfrm flipH="1">
            <a:off x="6356225" y="4672117"/>
            <a:ext cx="594741" cy="270554"/>
            <a:chOff x="2475" y="3875"/>
            <a:chExt cx="499" cy="227"/>
          </a:xfrm>
        </p:grpSpPr>
        <p:grpSp>
          <p:nvGrpSpPr>
            <p:cNvPr id="17" name="Group 300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8713" name="AutoShape 301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8714" name="Rectangle 302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8709" name="Rectangle 303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8710" name="Line 304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711" name="Line 305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712" name="Line 306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8607" name="Line 307"/>
          <p:cNvSpPr>
            <a:spLocks noChangeShapeType="1"/>
          </p:cNvSpPr>
          <p:nvPr/>
        </p:nvSpPr>
        <p:spPr bwMode="auto">
          <a:xfrm flipH="1" flipV="1">
            <a:off x="6842506" y="4942671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18" name="Group 308"/>
          <p:cNvGrpSpPr>
            <a:grpSpLocks/>
          </p:cNvGrpSpPr>
          <p:nvPr/>
        </p:nvGrpSpPr>
        <p:grpSpPr bwMode="auto">
          <a:xfrm flipH="1">
            <a:off x="2463588" y="4672117"/>
            <a:ext cx="594741" cy="270554"/>
            <a:chOff x="2475" y="3875"/>
            <a:chExt cx="499" cy="227"/>
          </a:xfrm>
        </p:grpSpPr>
        <p:grpSp>
          <p:nvGrpSpPr>
            <p:cNvPr id="19" name="Group 309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8706" name="AutoShape 310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8707" name="Rectangle 311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8702" name="Rectangle 312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8703" name="Line 313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704" name="Line 314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705" name="Line 315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8609" name="Line 316"/>
          <p:cNvSpPr>
            <a:spLocks noChangeShapeType="1"/>
          </p:cNvSpPr>
          <p:nvPr/>
        </p:nvSpPr>
        <p:spPr bwMode="auto">
          <a:xfrm flipH="1" flipV="1">
            <a:off x="2949870" y="4942671"/>
            <a:ext cx="0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20" name="Group 317"/>
          <p:cNvGrpSpPr>
            <a:grpSpLocks/>
          </p:cNvGrpSpPr>
          <p:nvPr/>
        </p:nvGrpSpPr>
        <p:grpSpPr bwMode="auto">
          <a:xfrm flipH="1">
            <a:off x="3923625" y="4672117"/>
            <a:ext cx="594742" cy="270554"/>
            <a:chOff x="2475" y="3875"/>
            <a:chExt cx="499" cy="227"/>
          </a:xfrm>
        </p:grpSpPr>
        <p:grpSp>
          <p:nvGrpSpPr>
            <p:cNvPr id="21" name="Group 318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8699" name="AutoShape 319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8700" name="Rectangle 320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8695" name="Rectangle 321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8696" name="Line 322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697" name="Line 323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698" name="Line 324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8611" name="Line 325"/>
          <p:cNvSpPr>
            <a:spLocks noChangeShapeType="1"/>
          </p:cNvSpPr>
          <p:nvPr/>
        </p:nvSpPr>
        <p:spPr bwMode="auto">
          <a:xfrm flipH="1" flipV="1">
            <a:off x="4409906" y="4942671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22" name="Group 326"/>
          <p:cNvGrpSpPr>
            <a:grpSpLocks/>
          </p:cNvGrpSpPr>
          <p:nvPr/>
        </p:nvGrpSpPr>
        <p:grpSpPr bwMode="auto">
          <a:xfrm flipH="1">
            <a:off x="4897380" y="4672117"/>
            <a:ext cx="594741" cy="270554"/>
            <a:chOff x="2475" y="3875"/>
            <a:chExt cx="499" cy="227"/>
          </a:xfrm>
        </p:grpSpPr>
        <p:grpSp>
          <p:nvGrpSpPr>
            <p:cNvPr id="23" name="Group 327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8692" name="AutoShape 328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8693" name="Rectangle 329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8688" name="Rectangle 330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8689" name="Line 331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690" name="Line 332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691" name="Line 333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8613" name="Line 334"/>
          <p:cNvSpPr>
            <a:spLocks noChangeShapeType="1"/>
          </p:cNvSpPr>
          <p:nvPr/>
        </p:nvSpPr>
        <p:spPr bwMode="auto">
          <a:xfrm flipH="1" flipV="1">
            <a:off x="5383662" y="4942671"/>
            <a:ext cx="1191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24" name="Group 335"/>
          <p:cNvGrpSpPr>
            <a:grpSpLocks/>
          </p:cNvGrpSpPr>
          <p:nvPr/>
        </p:nvGrpSpPr>
        <p:grpSpPr bwMode="auto">
          <a:xfrm flipH="1">
            <a:off x="4082143" y="4293104"/>
            <a:ext cx="594741" cy="270554"/>
            <a:chOff x="2475" y="3875"/>
            <a:chExt cx="499" cy="227"/>
          </a:xfrm>
        </p:grpSpPr>
        <p:grpSp>
          <p:nvGrpSpPr>
            <p:cNvPr id="25" name="Group 336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8685" name="AutoShape 337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8686" name="Rectangle 338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8681" name="Rectangle 339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8682" name="Line 340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683" name="Line 341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684" name="Line 342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8615" name="Line 343"/>
          <p:cNvSpPr>
            <a:spLocks noChangeShapeType="1"/>
          </p:cNvSpPr>
          <p:nvPr/>
        </p:nvSpPr>
        <p:spPr bwMode="auto">
          <a:xfrm flipH="1" flipV="1">
            <a:off x="4573192" y="4563658"/>
            <a:ext cx="0" cy="70320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26" name="Group 344"/>
          <p:cNvGrpSpPr>
            <a:grpSpLocks/>
          </p:cNvGrpSpPr>
          <p:nvPr/>
        </p:nvGrpSpPr>
        <p:grpSpPr bwMode="auto">
          <a:xfrm>
            <a:off x="4730519" y="4293104"/>
            <a:ext cx="594741" cy="270554"/>
            <a:chOff x="2475" y="3875"/>
            <a:chExt cx="499" cy="227"/>
          </a:xfrm>
        </p:grpSpPr>
        <p:grpSp>
          <p:nvGrpSpPr>
            <p:cNvPr id="27" name="Group 345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8678" name="AutoShape 346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8679" name="Rectangle 347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8674" name="Rectangle 348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8675" name="Line 349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676" name="Line 350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677" name="Line 351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8617" name="Rectangle 352"/>
          <p:cNvSpPr>
            <a:spLocks noChangeArrowheads="1"/>
          </p:cNvSpPr>
          <p:nvPr/>
        </p:nvSpPr>
        <p:spPr bwMode="auto">
          <a:xfrm rot="5400000" flipH="1">
            <a:off x="6191747" y="4620867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58618" name="Line 353"/>
          <p:cNvSpPr>
            <a:spLocks noChangeShapeType="1"/>
          </p:cNvSpPr>
          <p:nvPr/>
        </p:nvSpPr>
        <p:spPr bwMode="auto">
          <a:xfrm flipH="1" flipV="1">
            <a:off x="3707897" y="4834211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19" name="Line 354"/>
          <p:cNvSpPr>
            <a:spLocks noChangeShapeType="1"/>
          </p:cNvSpPr>
          <p:nvPr/>
        </p:nvSpPr>
        <p:spPr bwMode="auto">
          <a:xfrm flipV="1">
            <a:off x="3869991" y="4510023"/>
            <a:ext cx="0" cy="32418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20" name="Line 355"/>
          <p:cNvSpPr>
            <a:spLocks noChangeShapeType="1"/>
          </p:cNvSpPr>
          <p:nvPr/>
        </p:nvSpPr>
        <p:spPr bwMode="auto">
          <a:xfrm flipV="1">
            <a:off x="3706705" y="4510023"/>
            <a:ext cx="16328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21" name="Rectangle 356"/>
          <p:cNvSpPr>
            <a:spLocks noChangeArrowheads="1"/>
          </p:cNvSpPr>
          <p:nvPr/>
        </p:nvSpPr>
        <p:spPr bwMode="auto">
          <a:xfrm rot="5400000" flipH="1">
            <a:off x="3757956" y="4620867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58622" name="Rectangle 357"/>
          <p:cNvSpPr>
            <a:spLocks noChangeArrowheads="1"/>
          </p:cNvSpPr>
          <p:nvPr/>
        </p:nvSpPr>
        <p:spPr bwMode="auto">
          <a:xfrm flipH="1">
            <a:off x="2735334" y="4293104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8623" name="Line 358"/>
          <p:cNvSpPr>
            <a:spLocks noChangeShapeType="1"/>
          </p:cNvSpPr>
          <p:nvPr/>
        </p:nvSpPr>
        <p:spPr bwMode="auto">
          <a:xfrm flipV="1">
            <a:off x="2734142" y="4401563"/>
            <a:ext cx="43264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24" name="Line 359"/>
          <p:cNvSpPr>
            <a:spLocks noChangeShapeType="1"/>
          </p:cNvSpPr>
          <p:nvPr/>
        </p:nvSpPr>
        <p:spPr bwMode="auto">
          <a:xfrm flipH="1" flipV="1">
            <a:off x="4841362" y="4563657"/>
            <a:ext cx="1192" cy="59474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25" name="Line 360"/>
          <p:cNvSpPr>
            <a:spLocks noChangeShapeType="1"/>
          </p:cNvSpPr>
          <p:nvPr/>
        </p:nvSpPr>
        <p:spPr bwMode="auto">
          <a:xfrm flipH="1" flipV="1">
            <a:off x="3382517" y="2889085"/>
            <a:ext cx="0" cy="10846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26" name="Rectangle 361"/>
          <p:cNvSpPr>
            <a:spLocks noChangeArrowheads="1"/>
          </p:cNvSpPr>
          <p:nvPr/>
        </p:nvSpPr>
        <p:spPr bwMode="auto">
          <a:xfrm flipH="1">
            <a:off x="4355080" y="2780625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8627" name="Line 362"/>
          <p:cNvSpPr>
            <a:spLocks noChangeShapeType="1"/>
          </p:cNvSpPr>
          <p:nvPr/>
        </p:nvSpPr>
        <p:spPr bwMode="auto">
          <a:xfrm flipH="1" flipV="1">
            <a:off x="4355080" y="2889084"/>
            <a:ext cx="37782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28" name="Line 363"/>
          <p:cNvSpPr>
            <a:spLocks noChangeShapeType="1"/>
          </p:cNvSpPr>
          <p:nvPr/>
        </p:nvSpPr>
        <p:spPr bwMode="auto">
          <a:xfrm flipH="1" flipV="1">
            <a:off x="4734094" y="2889085"/>
            <a:ext cx="0" cy="10846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29" name="Rectangle 364"/>
          <p:cNvSpPr>
            <a:spLocks noChangeArrowheads="1"/>
          </p:cNvSpPr>
          <p:nvPr/>
        </p:nvSpPr>
        <p:spPr bwMode="auto">
          <a:xfrm flipH="1">
            <a:off x="5706657" y="2780625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8630" name="Line 365"/>
          <p:cNvSpPr>
            <a:spLocks noChangeShapeType="1"/>
          </p:cNvSpPr>
          <p:nvPr/>
        </p:nvSpPr>
        <p:spPr bwMode="auto">
          <a:xfrm flipH="1" flipV="1">
            <a:off x="5706657" y="2889084"/>
            <a:ext cx="37782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31" name="Line 366"/>
          <p:cNvSpPr>
            <a:spLocks noChangeShapeType="1"/>
          </p:cNvSpPr>
          <p:nvPr/>
        </p:nvSpPr>
        <p:spPr bwMode="auto">
          <a:xfrm flipH="1" flipV="1">
            <a:off x="6085670" y="2889085"/>
            <a:ext cx="0" cy="10846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32" name="Rectangle 367"/>
          <p:cNvSpPr>
            <a:spLocks noChangeArrowheads="1"/>
          </p:cNvSpPr>
          <p:nvPr/>
        </p:nvSpPr>
        <p:spPr bwMode="auto">
          <a:xfrm>
            <a:off x="7815069" y="5085184"/>
            <a:ext cx="379014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58633" name="Rectangle 368"/>
          <p:cNvSpPr>
            <a:spLocks noChangeArrowheads="1"/>
          </p:cNvSpPr>
          <p:nvPr/>
        </p:nvSpPr>
        <p:spPr bwMode="auto">
          <a:xfrm flipH="1">
            <a:off x="5329584" y="3267732"/>
            <a:ext cx="259827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ANSM</a:t>
            </a:r>
            <a:endParaRPr lang="ko-KR" altLang="ko-KR" dirty="0"/>
          </a:p>
        </p:txBody>
      </p:sp>
      <p:sp>
        <p:nvSpPr>
          <p:cNvPr id="58634" name="Line 369"/>
          <p:cNvSpPr>
            <a:spLocks noChangeShapeType="1"/>
          </p:cNvSpPr>
          <p:nvPr/>
        </p:nvSpPr>
        <p:spPr bwMode="auto">
          <a:xfrm rot="5400000" flipV="1">
            <a:off x="5382462" y="2978578"/>
            <a:ext cx="10726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35" name="Line 370"/>
          <p:cNvSpPr>
            <a:spLocks noChangeShapeType="1"/>
          </p:cNvSpPr>
          <p:nvPr/>
        </p:nvSpPr>
        <p:spPr bwMode="auto">
          <a:xfrm flipH="1" flipV="1">
            <a:off x="5436096" y="2924943"/>
            <a:ext cx="2378974" cy="1777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grpSp>
        <p:nvGrpSpPr>
          <p:cNvPr id="28" name="Group 371"/>
          <p:cNvGrpSpPr>
            <a:grpSpLocks/>
          </p:cNvGrpSpPr>
          <p:nvPr/>
        </p:nvGrpSpPr>
        <p:grpSpPr bwMode="auto">
          <a:xfrm rot="16200000" flipH="1">
            <a:off x="5358069" y="3083606"/>
            <a:ext cx="162094" cy="81047"/>
            <a:chOff x="3609" y="1970"/>
            <a:chExt cx="197" cy="91"/>
          </a:xfrm>
        </p:grpSpPr>
        <p:sp>
          <p:nvSpPr>
            <p:cNvPr id="58671" name="Rectangle 372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8672" name="Rectangle 373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8637" name="Rectangle 374"/>
          <p:cNvSpPr>
            <a:spLocks noChangeArrowheads="1"/>
          </p:cNvSpPr>
          <p:nvPr/>
        </p:nvSpPr>
        <p:spPr bwMode="auto">
          <a:xfrm>
            <a:off x="6202474" y="3644728"/>
            <a:ext cx="531572" cy="235990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8638" name="Rectangle 375"/>
          <p:cNvSpPr>
            <a:spLocks noChangeArrowheads="1"/>
          </p:cNvSpPr>
          <p:nvPr/>
        </p:nvSpPr>
        <p:spPr bwMode="auto">
          <a:xfrm flipH="1">
            <a:off x="6896140" y="3699554"/>
            <a:ext cx="69247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DPO ADDRESS, ACT</a:t>
            </a:r>
            <a:endParaRPr lang="ko-KR" altLang="ko-KR" dirty="0"/>
          </a:p>
        </p:txBody>
      </p:sp>
      <p:sp>
        <p:nvSpPr>
          <p:cNvPr id="58639" name="Line 376"/>
          <p:cNvSpPr>
            <a:spLocks noChangeShapeType="1"/>
          </p:cNvSpPr>
          <p:nvPr/>
        </p:nvSpPr>
        <p:spPr bwMode="auto">
          <a:xfrm flipV="1">
            <a:off x="6734046" y="3773449"/>
            <a:ext cx="1081023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53" name="Line 392"/>
          <p:cNvSpPr>
            <a:spLocks noChangeShapeType="1"/>
          </p:cNvSpPr>
          <p:nvPr/>
        </p:nvSpPr>
        <p:spPr bwMode="auto">
          <a:xfrm flipH="1" flipV="1">
            <a:off x="5776978" y="3644728"/>
            <a:ext cx="4326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54" name="Line 393"/>
          <p:cNvSpPr>
            <a:spLocks noChangeShapeType="1"/>
          </p:cNvSpPr>
          <p:nvPr/>
        </p:nvSpPr>
        <p:spPr bwMode="auto">
          <a:xfrm flipH="1" flipV="1">
            <a:off x="5768634" y="3754380"/>
            <a:ext cx="432648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55" name="Rectangle 394"/>
          <p:cNvSpPr>
            <a:spLocks noChangeArrowheads="1"/>
          </p:cNvSpPr>
          <p:nvPr/>
        </p:nvSpPr>
        <p:spPr bwMode="auto">
          <a:xfrm flipH="1">
            <a:off x="5113108" y="3753188"/>
            <a:ext cx="280089" cy="5601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 Microphone</a:t>
            </a:r>
            <a:endParaRPr lang="ko-KR" altLang="ko-KR" dirty="0"/>
          </a:p>
        </p:txBody>
      </p:sp>
      <p:sp>
        <p:nvSpPr>
          <p:cNvPr id="58656" name="Rectangle 395"/>
          <p:cNvSpPr>
            <a:spLocks noChangeArrowheads="1"/>
          </p:cNvSpPr>
          <p:nvPr/>
        </p:nvSpPr>
        <p:spPr bwMode="auto">
          <a:xfrm flipH="1">
            <a:off x="5769826" y="3537460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5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8657" name="Rectangle 396"/>
          <p:cNvSpPr>
            <a:spLocks noChangeArrowheads="1"/>
          </p:cNvSpPr>
          <p:nvPr/>
        </p:nvSpPr>
        <p:spPr bwMode="auto">
          <a:xfrm flipH="1">
            <a:off x="5706657" y="3644728"/>
            <a:ext cx="432648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500" dirty="0">
                <a:latin typeface="Arial" charset="0"/>
              </a:rPr>
              <a:t>DIMMER</a:t>
            </a:r>
            <a:endParaRPr lang="ko-KR" altLang="ko-KR" dirty="0"/>
          </a:p>
        </p:txBody>
      </p:sp>
      <p:sp>
        <p:nvSpPr>
          <p:cNvPr id="58658" name="Rectangle 397"/>
          <p:cNvSpPr>
            <a:spLocks noChangeArrowheads="1"/>
          </p:cNvSpPr>
          <p:nvPr/>
        </p:nvSpPr>
        <p:spPr bwMode="auto">
          <a:xfrm flipH="1">
            <a:off x="5569593" y="3753188"/>
            <a:ext cx="786632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27" tIns="45713" rIns="91427" bIns="45713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grpSp>
        <p:nvGrpSpPr>
          <p:cNvPr id="29" name="Group 398"/>
          <p:cNvGrpSpPr>
            <a:grpSpLocks/>
          </p:cNvGrpSpPr>
          <p:nvPr/>
        </p:nvGrpSpPr>
        <p:grpSpPr bwMode="auto">
          <a:xfrm flipH="1">
            <a:off x="5490930" y="3613739"/>
            <a:ext cx="163285" cy="247908"/>
            <a:chOff x="2793" y="3799"/>
            <a:chExt cx="137" cy="208"/>
          </a:xfrm>
        </p:grpSpPr>
        <p:sp>
          <p:nvSpPr>
            <p:cNvPr id="58667" name="Freeform 399"/>
            <p:cNvSpPr>
              <a:spLocks/>
            </p:cNvSpPr>
            <p:nvPr/>
          </p:nvSpPr>
          <p:spPr bwMode="auto">
            <a:xfrm flipH="1">
              <a:off x="2830" y="3858"/>
              <a:ext cx="50" cy="140"/>
            </a:xfrm>
            <a:custGeom>
              <a:avLst/>
              <a:gdLst>
                <a:gd name="T0" fmla="*/ 0 w 182"/>
                <a:gd name="T1" fmla="*/ 0 h 589"/>
                <a:gd name="T2" fmla="*/ 14 w 182"/>
                <a:gd name="T3" fmla="*/ 15 h 589"/>
                <a:gd name="T4" fmla="*/ 14 w 182"/>
                <a:gd name="T5" fmla="*/ 33 h 589"/>
                <a:gd name="T6" fmla="*/ 0 60000 65536"/>
                <a:gd name="T7" fmla="*/ 0 60000 65536"/>
                <a:gd name="T8" fmla="*/ 0 60000 65536"/>
                <a:gd name="T9" fmla="*/ 0 w 182"/>
                <a:gd name="T10" fmla="*/ 0 h 589"/>
                <a:gd name="T11" fmla="*/ 182 w 182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589">
                  <a:moveTo>
                    <a:pt x="0" y="0"/>
                  </a:moveTo>
                  <a:lnTo>
                    <a:pt x="182" y="272"/>
                  </a:lnTo>
                  <a:lnTo>
                    <a:pt x="182" y="589"/>
                  </a:lnTo>
                </a:path>
              </a:pathLst>
            </a:custGeom>
            <a:noFill/>
            <a:ln w="19050">
              <a:solidFill>
                <a:srgbClr val="3333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668" name="Rectangle 400" descr="60%"/>
            <p:cNvSpPr>
              <a:spLocks noChangeArrowheads="1"/>
            </p:cNvSpPr>
            <p:nvPr/>
          </p:nvSpPr>
          <p:spPr bwMode="auto">
            <a:xfrm rot="2256898" flipH="1">
              <a:off x="2907" y="3799"/>
              <a:ext cx="23" cy="27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8669" name="Rectangle 401"/>
            <p:cNvSpPr>
              <a:spLocks noChangeArrowheads="1"/>
            </p:cNvSpPr>
            <p:nvPr/>
          </p:nvSpPr>
          <p:spPr bwMode="auto">
            <a:xfrm rot="2256898" flipH="1">
              <a:off x="2883" y="3819"/>
              <a:ext cx="24" cy="43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8670" name="AutoShape 402"/>
            <p:cNvSpPr>
              <a:spLocks noChangeArrowheads="1"/>
            </p:cNvSpPr>
            <p:nvPr/>
          </p:nvSpPr>
          <p:spPr bwMode="auto">
            <a:xfrm rot="10800000" flipH="1">
              <a:off x="2793" y="3986"/>
              <a:ext cx="74" cy="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114 h 21600"/>
                <a:gd name="T14" fmla="*/ 17222 w 21600"/>
                <a:gd name="T15" fmla="*/ 1748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58660" name="Line 403"/>
          <p:cNvSpPr>
            <a:spLocks noChangeShapeType="1"/>
          </p:cNvSpPr>
          <p:nvPr/>
        </p:nvSpPr>
        <p:spPr bwMode="auto">
          <a:xfrm flipH="1" flipV="1">
            <a:off x="5544563" y="3861648"/>
            <a:ext cx="64956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61" name="Line 404"/>
          <p:cNvSpPr>
            <a:spLocks noChangeShapeType="1"/>
          </p:cNvSpPr>
          <p:nvPr/>
        </p:nvSpPr>
        <p:spPr bwMode="auto">
          <a:xfrm>
            <a:off x="6463493" y="3482634"/>
            <a:ext cx="1191" cy="16209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62" name="Line 405"/>
          <p:cNvSpPr>
            <a:spLocks noChangeShapeType="1"/>
          </p:cNvSpPr>
          <p:nvPr/>
        </p:nvSpPr>
        <p:spPr bwMode="auto">
          <a:xfrm>
            <a:off x="3598245" y="3482634"/>
            <a:ext cx="0" cy="8116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63" name="Line 406"/>
          <p:cNvSpPr>
            <a:spLocks noChangeShapeType="1"/>
          </p:cNvSpPr>
          <p:nvPr/>
        </p:nvSpPr>
        <p:spPr bwMode="auto">
          <a:xfrm flipH="1">
            <a:off x="1436200" y="3320540"/>
            <a:ext cx="0" cy="3514815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58664" name="Line 407"/>
          <p:cNvSpPr>
            <a:spLocks noChangeShapeType="1"/>
          </p:cNvSpPr>
          <p:nvPr/>
        </p:nvSpPr>
        <p:spPr bwMode="auto">
          <a:xfrm>
            <a:off x="6464684" y="3861647"/>
            <a:ext cx="0" cy="162094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arrow" w="med" len="med"/>
            <a:tailEnd type="oval" w="med" len="med"/>
          </a:ln>
        </p:spPr>
        <p:txBody>
          <a:bodyPr lIns="68644" tIns="34322" rIns="68644" bIns="34322"/>
          <a:lstStyle/>
          <a:p>
            <a:endParaRPr lang="ko-KR" altLang="en-US"/>
          </a:p>
        </p:txBody>
      </p:sp>
      <p:sp>
        <p:nvSpPr>
          <p:cNvPr id="400" name="TextBox 399"/>
          <p:cNvSpPr txBox="1"/>
          <p:nvPr/>
        </p:nvSpPr>
        <p:spPr>
          <a:xfrm>
            <a:off x="827584" y="404664"/>
            <a:ext cx="16561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 System M</a:t>
            </a:r>
            <a:r>
              <a:rPr lang="en-US" altLang="ko-KR" sz="1000" dirty="0" smtClean="0"/>
              <a:t>B</a:t>
            </a:r>
            <a:endParaRPr lang="ko-KR" altLang="en-US" sz="1000" dirty="0"/>
          </a:p>
        </p:txBody>
      </p:sp>
      <p:sp>
        <p:nvSpPr>
          <p:cNvPr id="401" name="TextBox 400"/>
          <p:cNvSpPr txBox="1"/>
          <p:nvPr/>
        </p:nvSpPr>
        <p:spPr>
          <a:xfrm>
            <a:off x="2503383" y="4725144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02" name="TextBox 401"/>
          <p:cNvSpPr txBox="1"/>
          <p:nvPr/>
        </p:nvSpPr>
        <p:spPr>
          <a:xfrm>
            <a:off x="3150892" y="4725144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03" name="TextBox 402"/>
          <p:cNvSpPr txBox="1"/>
          <p:nvPr/>
        </p:nvSpPr>
        <p:spPr>
          <a:xfrm>
            <a:off x="3967358" y="4725144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04" name="TextBox 403"/>
          <p:cNvSpPr txBox="1"/>
          <p:nvPr/>
        </p:nvSpPr>
        <p:spPr>
          <a:xfrm>
            <a:off x="4125100" y="4351395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05" name="TextBox 404"/>
          <p:cNvSpPr txBox="1"/>
          <p:nvPr/>
        </p:nvSpPr>
        <p:spPr>
          <a:xfrm>
            <a:off x="4932040" y="4725144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06" name="TextBox 405"/>
          <p:cNvSpPr txBox="1"/>
          <p:nvPr/>
        </p:nvSpPr>
        <p:spPr>
          <a:xfrm>
            <a:off x="5046915" y="4340726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07" name="TextBox 406"/>
          <p:cNvSpPr txBox="1"/>
          <p:nvPr/>
        </p:nvSpPr>
        <p:spPr>
          <a:xfrm>
            <a:off x="5580112" y="4725144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08" name="TextBox 407"/>
          <p:cNvSpPr txBox="1"/>
          <p:nvPr/>
        </p:nvSpPr>
        <p:spPr>
          <a:xfrm>
            <a:off x="6396015" y="4725144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09" name="TextBox 408"/>
          <p:cNvSpPr txBox="1"/>
          <p:nvPr/>
        </p:nvSpPr>
        <p:spPr>
          <a:xfrm>
            <a:off x="2714081" y="5657065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0" name="TextBox 409"/>
          <p:cNvSpPr txBox="1"/>
          <p:nvPr/>
        </p:nvSpPr>
        <p:spPr>
          <a:xfrm>
            <a:off x="3568651" y="5570768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1" name="TextBox 410"/>
          <p:cNvSpPr txBox="1"/>
          <p:nvPr/>
        </p:nvSpPr>
        <p:spPr>
          <a:xfrm>
            <a:off x="4936803" y="5647539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2" name="TextBox 411"/>
          <p:cNvSpPr txBox="1"/>
          <p:nvPr/>
        </p:nvSpPr>
        <p:spPr>
          <a:xfrm>
            <a:off x="5805662" y="5561242"/>
            <a:ext cx="360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23"/>
          <p:cNvGrpSpPr>
            <a:grpSpLocks/>
          </p:cNvGrpSpPr>
          <p:nvPr/>
        </p:nvGrpSpPr>
        <p:grpSpPr bwMode="auto">
          <a:xfrm>
            <a:off x="548259" y="82239"/>
            <a:ext cx="8037948" cy="6436079"/>
            <a:chOff x="460" y="69"/>
            <a:chExt cx="6744" cy="5400"/>
          </a:xfrm>
        </p:grpSpPr>
        <p:sp>
          <p:nvSpPr>
            <p:cNvPr id="16388" name="Rectangle 2"/>
            <p:cNvSpPr>
              <a:spLocks noChangeArrowheads="1"/>
            </p:cNvSpPr>
            <p:nvPr/>
          </p:nvSpPr>
          <p:spPr bwMode="auto">
            <a:xfrm flipH="1">
              <a:off x="551" y="1341"/>
              <a:ext cx="1502" cy="3255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16389" name="Freeform 240"/>
            <p:cNvSpPr>
              <a:spLocks/>
            </p:cNvSpPr>
            <p:nvPr/>
          </p:nvSpPr>
          <p:spPr bwMode="auto">
            <a:xfrm>
              <a:off x="3680" y="933"/>
              <a:ext cx="816" cy="272"/>
            </a:xfrm>
            <a:custGeom>
              <a:avLst/>
              <a:gdLst>
                <a:gd name="T0" fmla="*/ 0 w 771"/>
                <a:gd name="T1" fmla="*/ 517399 h 227"/>
                <a:gd name="T2" fmla="*/ 321858 w 771"/>
                <a:gd name="T3" fmla="*/ 207415 h 227"/>
                <a:gd name="T4" fmla="*/ 483675 w 771"/>
                <a:gd name="T5" fmla="*/ 102568 h 227"/>
                <a:gd name="T6" fmla="*/ 725513 w 771"/>
                <a:gd name="T7" fmla="*/ 0 h 227"/>
                <a:gd name="T8" fmla="*/ 887332 w 771"/>
                <a:gd name="T9" fmla="*/ 0 h 227"/>
                <a:gd name="T10" fmla="*/ 1047371 w 771"/>
                <a:gd name="T11" fmla="*/ 207415 h 227"/>
                <a:gd name="T12" fmla="*/ 1129170 w 771"/>
                <a:gd name="T13" fmla="*/ 309984 h 227"/>
                <a:gd name="T14" fmla="*/ 1289209 w 771"/>
                <a:gd name="T15" fmla="*/ 412552 h 227"/>
                <a:gd name="T16" fmla="*/ 1371007 w 771"/>
                <a:gd name="T17" fmla="*/ 517399 h 227"/>
                <a:gd name="T18" fmla="*/ 0 w 771"/>
                <a:gd name="T19" fmla="*/ 517399 h 2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1"/>
                <a:gd name="T31" fmla="*/ 0 h 227"/>
                <a:gd name="T32" fmla="*/ 771 w 771"/>
                <a:gd name="T33" fmla="*/ 227 h 2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1" h="227">
                  <a:moveTo>
                    <a:pt x="0" y="227"/>
                  </a:moveTo>
                  <a:lnTo>
                    <a:pt x="181" y="91"/>
                  </a:lnTo>
                  <a:lnTo>
                    <a:pt x="272" y="45"/>
                  </a:lnTo>
                  <a:lnTo>
                    <a:pt x="408" y="0"/>
                  </a:lnTo>
                  <a:lnTo>
                    <a:pt x="499" y="0"/>
                  </a:lnTo>
                  <a:lnTo>
                    <a:pt x="589" y="91"/>
                  </a:lnTo>
                  <a:lnTo>
                    <a:pt x="635" y="136"/>
                  </a:lnTo>
                  <a:lnTo>
                    <a:pt x="725" y="181"/>
                  </a:lnTo>
                  <a:lnTo>
                    <a:pt x="771" y="227"/>
                  </a:lnTo>
                  <a:lnTo>
                    <a:pt x="0" y="227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DDDDDD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0" name="Rectangle 238"/>
            <p:cNvSpPr>
              <a:spLocks noChangeArrowheads="1"/>
            </p:cNvSpPr>
            <p:nvPr/>
          </p:nvSpPr>
          <p:spPr bwMode="auto">
            <a:xfrm rot="10800000">
              <a:off x="3589" y="1201"/>
              <a:ext cx="953" cy="50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50000">
                  <a:srgbClr val="DDDDDD"/>
                </a:gs>
                <a:gs pos="100000">
                  <a:srgbClr val="808080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16391" name="Rectangle 3"/>
            <p:cNvSpPr>
              <a:spLocks noChangeArrowheads="1"/>
            </p:cNvSpPr>
            <p:nvPr/>
          </p:nvSpPr>
          <p:spPr bwMode="auto">
            <a:xfrm rot="16200000" flipH="1">
              <a:off x="17" y="3139"/>
              <a:ext cx="1286" cy="13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16392" name="Rectangle 4"/>
            <p:cNvSpPr>
              <a:spLocks noChangeArrowheads="1"/>
            </p:cNvSpPr>
            <p:nvPr/>
          </p:nvSpPr>
          <p:spPr bwMode="auto">
            <a:xfrm>
              <a:off x="822" y="1205"/>
              <a:ext cx="1088" cy="10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b="1" dirty="0">
                  <a:latin typeface="Arial" charset="0"/>
                </a:rPr>
                <a:t>Communication Rack-A</a:t>
              </a:r>
              <a:endParaRPr lang="ko-KR" altLang="ko-KR" dirty="0"/>
            </a:p>
          </p:txBody>
        </p:sp>
        <p:sp>
          <p:nvSpPr>
            <p:cNvPr id="16393" name="Rectangle 5"/>
            <p:cNvSpPr>
              <a:spLocks noChangeArrowheads="1"/>
            </p:cNvSpPr>
            <p:nvPr/>
          </p:nvSpPr>
          <p:spPr bwMode="auto">
            <a:xfrm>
              <a:off x="3000" y="2611"/>
              <a:ext cx="573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16394" name="Line 6"/>
            <p:cNvSpPr>
              <a:spLocks noChangeShapeType="1"/>
            </p:cNvSpPr>
            <p:nvPr/>
          </p:nvSpPr>
          <p:spPr bwMode="auto">
            <a:xfrm>
              <a:off x="2001" y="2702"/>
              <a:ext cx="2405" cy="0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5" name="Rectangle 7"/>
            <p:cNvSpPr>
              <a:spLocks noChangeArrowheads="1"/>
            </p:cNvSpPr>
            <p:nvPr/>
          </p:nvSpPr>
          <p:spPr bwMode="auto">
            <a:xfrm>
              <a:off x="2006" y="1905"/>
              <a:ext cx="575" cy="5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16396" name="Line 8"/>
            <p:cNvSpPr>
              <a:spLocks noChangeShapeType="1"/>
            </p:cNvSpPr>
            <p:nvPr/>
          </p:nvSpPr>
          <p:spPr bwMode="auto">
            <a:xfrm flipV="1">
              <a:off x="1458" y="1976"/>
              <a:ext cx="281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7" name="Rectangle 9"/>
            <p:cNvSpPr>
              <a:spLocks noChangeArrowheads="1"/>
            </p:cNvSpPr>
            <p:nvPr/>
          </p:nvSpPr>
          <p:spPr bwMode="auto">
            <a:xfrm>
              <a:off x="2002" y="1815"/>
              <a:ext cx="575" cy="5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16398" name="Line 10"/>
            <p:cNvSpPr>
              <a:spLocks noChangeShapeType="1"/>
            </p:cNvSpPr>
            <p:nvPr/>
          </p:nvSpPr>
          <p:spPr bwMode="auto">
            <a:xfrm>
              <a:off x="1185" y="1886"/>
              <a:ext cx="399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9" name="Rectangle 11"/>
            <p:cNvSpPr>
              <a:spLocks noChangeArrowheads="1"/>
            </p:cNvSpPr>
            <p:nvPr/>
          </p:nvSpPr>
          <p:spPr bwMode="auto">
            <a:xfrm>
              <a:off x="2033" y="1398"/>
              <a:ext cx="574" cy="13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16400" name="Line 12"/>
            <p:cNvSpPr>
              <a:spLocks noChangeShapeType="1"/>
            </p:cNvSpPr>
            <p:nvPr/>
          </p:nvSpPr>
          <p:spPr bwMode="auto">
            <a:xfrm>
              <a:off x="2002" y="1522"/>
              <a:ext cx="499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" name="Group 14"/>
            <p:cNvGrpSpPr>
              <a:grpSpLocks/>
            </p:cNvGrpSpPr>
            <p:nvPr/>
          </p:nvGrpSpPr>
          <p:grpSpPr bwMode="auto">
            <a:xfrm>
              <a:off x="4134" y="971"/>
              <a:ext cx="91" cy="91"/>
              <a:chOff x="3016" y="2523"/>
              <a:chExt cx="91" cy="46"/>
            </a:xfrm>
          </p:grpSpPr>
          <p:sp>
            <p:nvSpPr>
              <p:cNvPr id="16604" name="Line 15"/>
              <p:cNvSpPr>
                <a:spLocks noChangeShapeType="1"/>
              </p:cNvSpPr>
              <p:nvPr/>
            </p:nvSpPr>
            <p:spPr bwMode="auto">
              <a:xfrm>
                <a:off x="3016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D60093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605" name="Line 16"/>
              <p:cNvSpPr>
                <a:spLocks noChangeShapeType="1"/>
              </p:cNvSpPr>
              <p:nvPr/>
            </p:nvSpPr>
            <p:spPr bwMode="auto">
              <a:xfrm flipH="1">
                <a:off x="3062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D60093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3921" y="1073"/>
              <a:ext cx="60" cy="87"/>
              <a:chOff x="3016" y="2523"/>
              <a:chExt cx="91" cy="46"/>
            </a:xfrm>
          </p:grpSpPr>
          <p:sp>
            <p:nvSpPr>
              <p:cNvPr id="16602" name="Line 18"/>
              <p:cNvSpPr>
                <a:spLocks noChangeShapeType="1"/>
              </p:cNvSpPr>
              <p:nvPr/>
            </p:nvSpPr>
            <p:spPr bwMode="auto">
              <a:xfrm>
                <a:off x="3016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603" name="Line 19"/>
              <p:cNvSpPr>
                <a:spLocks noChangeShapeType="1"/>
              </p:cNvSpPr>
              <p:nvPr/>
            </p:nvSpPr>
            <p:spPr bwMode="auto">
              <a:xfrm flipH="1">
                <a:off x="3062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6403" name="Line 20"/>
            <p:cNvSpPr>
              <a:spLocks noChangeShapeType="1"/>
            </p:cNvSpPr>
            <p:nvPr/>
          </p:nvSpPr>
          <p:spPr bwMode="auto">
            <a:xfrm flipH="1">
              <a:off x="3950" y="1160"/>
              <a:ext cx="2" cy="1089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04" name="Line 21"/>
            <p:cNvSpPr>
              <a:spLocks noChangeShapeType="1"/>
            </p:cNvSpPr>
            <p:nvPr/>
          </p:nvSpPr>
          <p:spPr bwMode="auto">
            <a:xfrm flipH="1">
              <a:off x="4163" y="1065"/>
              <a:ext cx="21" cy="1320"/>
            </a:xfrm>
            <a:prstGeom prst="line">
              <a:avLst/>
            </a:prstGeom>
            <a:noFill/>
            <a:ln w="25400">
              <a:solidFill>
                <a:srgbClr val="D60093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05" name="Rectangle 25"/>
            <p:cNvSpPr>
              <a:spLocks noChangeArrowheads="1"/>
            </p:cNvSpPr>
            <p:nvPr/>
          </p:nvSpPr>
          <p:spPr bwMode="auto">
            <a:xfrm>
              <a:off x="2002" y="1708"/>
              <a:ext cx="574" cy="8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16406" name="Line 26"/>
            <p:cNvSpPr>
              <a:spLocks noChangeShapeType="1"/>
            </p:cNvSpPr>
            <p:nvPr/>
          </p:nvSpPr>
          <p:spPr bwMode="auto">
            <a:xfrm>
              <a:off x="1095" y="1704"/>
              <a:ext cx="149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07" name="Line 29"/>
            <p:cNvSpPr>
              <a:spLocks noChangeShapeType="1"/>
            </p:cNvSpPr>
            <p:nvPr/>
          </p:nvSpPr>
          <p:spPr bwMode="auto">
            <a:xfrm flipH="1" flipV="1">
              <a:off x="2002" y="4517"/>
              <a:ext cx="18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08" name="Line 30"/>
            <p:cNvSpPr>
              <a:spLocks noChangeShapeType="1"/>
            </p:cNvSpPr>
            <p:nvPr/>
          </p:nvSpPr>
          <p:spPr bwMode="auto">
            <a:xfrm flipV="1">
              <a:off x="2002" y="4381"/>
              <a:ext cx="27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09" name="Line 31"/>
            <p:cNvSpPr>
              <a:spLocks noChangeShapeType="1"/>
            </p:cNvSpPr>
            <p:nvPr/>
          </p:nvSpPr>
          <p:spPr bwMode="auto">
            <a:xfrm flipH="1">
              <a:off x="460" y="5287"/>
              <a:ext cx="172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10" name="Line 32"/>
            <p:cNvSpPr>
              <a:spLocks noChangeShapeType="1"/>
            </p:cNvSpPr>
            <p:nvPr/>
          </p:nvSpPr>
          <p:spPr bwMode="auto">
            <a:xfrm>
              <a:off x="2274" y="5287"/>
              <a:ext cx="140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11" name="Rectangle 33"/>
            <p:cNvSpPr>
              <a:spLocks noChangeArrowheads="1"/>
            </p:cNvSpPr>
            <p:nvPr/>
          </p:nvSpPr>
          <p:spPr bwMode="auto">
            <a:xfrm>
              <a:off x="2732" y="5197"/>
              <a:ext cx="575" cy="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16412" name="Line 34"/>
            <p:cNvSpPr>
              <a:spLocks noChangeShapeType="1"/>
            </p:cNvSpPr>
            <p:nvPr/>
          </p:nvSpPr>
          <p:spPr bwMode="auto">
            <a:xfrm flipH="1" flipV="1">
              <a:off x="2183" y="4517"/>
              <a:ext cx="0" cy="77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13" name="Line 35"/>
            <p:cNvSpPr>
              <a:spLocks noChangeShapeType="1"/>
            </p:cNvSpPr>
            <p:nvPr/>
          </p:nvSpPr>
          <p:spPr bwMode="auto">
            <a:xfrm flipV="1">
              <a:off x="2274" y="4380"/>
              <a:ext cx="0" cy="90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5" name="Group 36"/>
            <p:cNvGrpSpPr>
              <a:grpSpLocks/>
            </p:cNvGrpSpPr>
            <p:nvPr/>
          </p:nvGrpSpPr>
          <p:grpSpPr bwMode="auto">
            <a:xfrm flipH="1" flipV="1">
              <a:off x="2592" y="1312"/>
              <a:ext cx="136" cy="91"/>
              <a:chOff x="4604" y="2523"/>
              <a:chExt cx="91" cy="46"/>
            </a:xfrm>
          </p:grpSpPr>
          <p:sp>
            <p:nvSpPr>
              <p:cNvPr id="16600" name="Line 37"/>
              <p:cNvSpPr>
                <a:spLocks noChangeShapeType="1"/>
              </p:cNvSpPr>
              <p:nvPr/>
            </p:nvSpPr>
            <p:spPr bwMode="auto">
              <a:xfrm>
                <a:off x="4604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601" name="Line 38"/>
              <p:cNvSpPr>
                <a:spLocks noChangeShapeType="1"/>
              </p:cNvSpPr>
              <p:nvPr/>
            </p:nvSpPr>
            <p:spPr bwMode="auto">
              <a:xfrm flipH="1">
                <a:off x="4650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6415" name="Line 39"/>
            <p:cNvSpPr>
              <a:spLocks noChangeShapeType="1"/>
            </p:cNvSpPr>
            <p:nvPr/>
          </p:nvSpPr>
          <p:spPr bwMode="auto">
            <a:xfrm>
              <a:off x="1458" y="1795"/>
              <a:ext cx="127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16" name="Rectangle 42"/>
            <p:cNvSpPr>
              <a:spLocks noChangeArrowheads="1"/>
            </p:cNvSpPr>
            <p:nvPr/>
          </p:nvSpPr>
          <p:spPr bwMode="auto">
            <a:xfrm flipH="1">
              <a:off x="1594" y="3247"/>
              <a:ext cx="408" cy="1316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16417" name="Rectangle 43"/>
            <p:cNvSpPr>
              <a:spLocks noChangeArrowheads="1"/>
            </p:cNvSpPr>
            <p:nvPr/>
          </p:nvSpPr>
          <p:spPr bwMode="auto">
            <a:xfrm flipH="1">
              <a:off x="1594" y="4629"/>
              <a:ext cx="408" cy="432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sp>
          <p:nvSpPr>
            <p:cNvPr id="16418" name="Rectangle 44"/>
            <p:cNvSpPr>
              <a:spLocks noChangeArrowheads="1"/>
            </p:cNvSpPr>
            <p:nvPr/>
          </p:nvSpPr>
          <p:spPr bwMode="auto">
            <a:xfrm>
              <a:off x="3589" y="751"/>
              <a:ext cx="815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WLAN / GPS Antenna</a:t>
              </a:r>
              <a:endParaRPr lang="ko-KR" altLang="ko-KR" dirty="0"/>
            </a:p>
          </p:txBody>
        </p:sp>
        <p:sp>
          <p:nvSpPr>
            <p:cNvPr id="16419" name="Line 45"/>
            <p:cNvSpPr>
              <a:spLocks noChangeShapeType="1"/>
            </p:cNvSpPr>
            <p:nvPr/>
          </p:nvSpPr>
          <p:spPr bwMode="auto">
            <a:xfrm flipH="1" flipV="1">
              <a:off x="2002" y="2248"/>
              <a:ext cx="1950" cy="1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6" name="Group 454"/>
            <p:cNvGrpSpPr>
              <a:grpSpLocks/>
            </p:cNvGrpSpPr>
            <p:nvPr/>
          </p:nvGrpSpPr>
          <p:grpSpPr bwMode="auto">
            <a:xfrm>
              <a:off x="2265" y="888"/>
              <a:ext cx="1263" cy="424"/>
              <a:chOff x="2375" y="729"/>
              <a:chExt cx="1263" cy="424"/>
            </a:xfrm>
          </p:grpSpPr>
          <p:sp>
            <p:nvSpPr>
              <p:cNvPr id="16593" name="Rectangle 22"/>
              <p:cNvSpPr>
                <a:spLocks noChangeArrowheads="1"/>
              </p:cNvSpPr>
              <p:nvPr/>
            </p:nvSpPr>
            <p:spPr bwMode="auto">
              <a:xfrm flipH="1">
                <a:off x="2375" y="745"/>
                <a:ext cx="690" cy="408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Communication</a:t>
                </a:r>
              </a:p>
              <a:p>
                <a:pPr algn="ctr"/>
                <a:r>
                  <a:rPr lang="en-US" altLang="ko-KR" sz="800" dirty="0">
                    <a:latin typeface="Arial" charset="0"/>
                  </a:rPr>
                  <a:t>Control </a:t>
                </a:r>
                <a:r>
                  <a:rPr lang="en-US" altLang="ko-KR" sz="800" dirty="0" smtClean="0">
                    <a:latin typeface="Arial" charset="0"/>
                  </a:rPr>
                  <a:t>Head</a:t>
                </a:r>
                <a:endParaRPr lang="ko-KR" altLang="ko-KR" dirty="0"/>
              </a:p>
            </p:txBody>
          </p:sp>
          <p:sp>
            <p:nvSpPr>
              <p:cNvPr id="16594" name="Rectangle 23"/>
              <p:cNvSpPr>
                <a:spLocks noChangeArrowheads="1"/>
              </p:cNvSpPr>
              <p:nvPr/>
            </p:nvSpPr>
            <p:spPr bwMode="auto">
              <a:xfrm>
                <a:off x="3081" y="729"/>
                <a:ext cx="542" cy="9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16595" name="Line 24"/>
              <p:cNvSpPr>
                <a:spLocks noChangeShapeType="1"/>
              </p:cNvSpPr>
              <p:nvPr/>
            </p:nvSpPr>
            <p:spPr bwMode="auto">
              <a:xfrm flipV="1">
                <a:off x="3065" y="836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596" name="Rectangle 27"/>
              <p:cNvSpPr>
                <a:spLocks noChangeArrowheads="1"/>
              </p:cNvSpPr>
              <p:nvPr/>
            </p:nvSpPr>
            <p:spPr bwMode="auto">
              <a:xfrm>
                <a:off x="3095" y="871"/>
                <a:ext cx="543" cy="9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ADDRESS</a:t>
                </a:r>
                <a:endParaRPr lang="ko-KR" altLang="ko-KR" dirty="0"/>
              </a:p>
            </p:txBody>
          </p:sp>
          <p:sp>
            <p:nvSpPr>
              <p:cNvPr id="16597" name="Line 28"/>
              <p:cNvSpPr>
                <a:spLocks noChangeShapeType="1"/>
              </p:cNvSpPr>
              <p:nvPr/>
            </p:nvSpPr>
            <p:spPr bwMode="auto">
              <a:xfrm flipV="1">
                <a:off x="3065" y="972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598" name="Rectangle 47"/>
              <p:cNvSpPr>
                <a:spLocks noChangeArrowheads="1"/>
              </p:cNvSpPr>
              <p:nvPr/>
            </p:nvSpPr>
            <p:spPr bwMode="auto">
              <a:xfrm>
                <a:off x="3093" y="1028"/>
                <a:ext cx="544" cy="4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CAB ON</a:t>
                </a:r>
                <a:endParaRPr lang="ko-KR" altLang="ko-KR" dirty="0"/>
              </a:p>
            </p:txBody>
          </p:sp>
          <p:sp>
            <p:nvSpPr>
              <p:cNvPr id="16599" name="Line 48"/>
              <p:cNvSpPr>
                <a:spLocks noChangeShapeType="1"/>
              </p:cNvSpPr>
              <p:nvPr/>
            </p:nvSpPr>
            <p:spPr bwMode="auto">
              <a:xfrm flipV="1">
                <a:off x="3065" y="1108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6421" name="Rectangle 49"/>
            <p:cNvSpPr>
              <a:spLocks noChangeArrowheads="1"/>
            </p:cNvSpPr>
            <p:nvPr/>
          </p:nvSpPr>
          <p:spPr bwMode="auto">
            <a:xfrm>
              <a:off x="2098" y="3473"/>
              <a:ext cx="543" cy="4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16422" name="Line 50"/>
            <p:cNvSpPr>
              <a:spLocks noChangeShapeType="1"/>
            </p:cNvSpPr>
            <p:nvPr/>
          </p:nvSpPr>
          <p:spPr bwMode="auto">
            <a:xfrm>
              <a:off x="2002" y="3549"/>
              <a:ext cx="63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23" name="Rectangle 51"/>
            <p:cNvSpPr>
              <a:spLocks noChangeArrowheads="1"/>
            </p:cNvSpPr>
            <p:nvPr/>
          </p:nvSpPr>
          <p:spPr bwMode="auto">
            <a:xfrm>
              <a:off x="2098" y="3294"/>
              <a:ext cx="543" cy="1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16424" name="Line 52"/>
            <p:cNvSpPr>
              <a:spLocks noChangeShapeType="1"/>
            </p:cNvSpPr>
            <p:nvPr/>
          </p:nvSpPr>
          <p:spPr bwMode="auto">
            <a:xfrm>
              <a:off x="2002" y="3409"/>
              <a:ext cx="635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25" name="Rectangle 53"/>
            <p:cNvSpPr>
              <a:spLocks noChangeArrowheads="1"/>
            </p:cNvSpPr>
            <p:nvPr/>
          </p:nvSpPr>
          <p:spPr bwMode="auto">
            <a:xfrm>
              <a:off x="2104" y="3203"/>
              <a:ext cx="543" cy="8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16426" name="Line 54"/>
            <p:cNvSpPr>
              <a:spLocks noChangeShapeType="1"/>
            </p:cNvSpPr>
            <p:nvPr/>
          </p:nvSpPr>
          <p:spPr bwMode="auto">
            <a:xfrm>
              <a:off x="2002" y="3294"/>
              <a:ext cx="635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27" name="Rectangle 55"/>
            <p:cNvSpPr>
              <a:spLocks noChangeArrowheads="1"/>
            </p:cNvSpPr>
            <p:nvPr/>
          </p:nvSpPr>
          <p:spPr bwMode="auto">
            <a:xfrm>
              <a:off x="2205" y="2031"/>
              <a:ext cx="573" cy="12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LONWORKS for CDT</a:t>
              </a:r>
              <a:endParaRPr lang="ko-KR" altLang="ko-KR" dirty="0"/>
            </a:p>
          </p:txBody>
        </p:sp>
        <p:sp>
          <p:nvSpPr>
            <p:cNvPr id="16428" name="Line 56"/>
            <p:cNvSpPr>
              <a:spLocks noChangeShapeType="1"/>
            </p:cNvSpPr>
            <p:nvPr/>
          </p:nvSpPr>
          <p:spPr bwMode="auto">
            <a:xfrm flipV="1">
              <a:off x="2002" y="2157"/>
              <a:ext cx="998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29" name="Rectangle 57"/>
            <p:cNvSpPr>
              <a:spLocks noChangeArrowheads="1"/>
            </p:cNvSpPr>
            <p:nvPr/>
          </p:nvSpPr>
          <p:spPr bwMode="auto">
            <a:xfrm>
              <a:off x="2961" y="2742"/>
              <a:ext cx="573" cy="1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16431" name="Rectangle 59"/>
            <p:cNvSpPr>
              <a:spLocks noChangeArrowheads="1"/>
            </p:cNvSpPr>
            <p:nvPr/>
          </p:nvSpPr>
          <p:spPr bwMode="auto">
            <a:xfrm>
              <a:off x="2113" y="1625"/>
              <a:ext cx="363" cy="5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16432" name="Rectangle 66"/>
            <p:cNvSpPr>
              <a:spLocks noChangeArrowheads="1"/>
            </p:cNvSpPr>
            <p:nvPr/>
          </p:nvSpPr>
          <p:spPr bwMode="auto">
            <a:xfrm>
              <a:off x="913" y="4704"/>
              <a:ext cx="544" cy="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16433" name="Line 67"/>
            <p:cNvSpPr>
              <a:spLocks noChangeShapeType="1"/>
            </p:cNvSpPr>
            <p:nvPr/>
          </p:nvSpPr>
          <p:spPr bwMode="auto">
            <a:xfrm flipV="1">
              <a:off x="777" y="4834"/>
              <a:ext cx="81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34" name="Rectangle 68"/>
            <p:cNvSpPr>
              <a:spLocks noChangeArrowheads="1"/>
            </p:cNvSpPr>
            <p:nvPr/>
          </p:nvSpPr>
          <p:spPr bwMode="auto">
            <a:xfrm>
              <a:off x="2868" y="4576"/>
              <a:ext cx="575" cy="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Interior Speaker PA</a:t>
              </a:r>
              <a:endParaRPr lang="ko-KR" altLang="ko-KR" dirty="0"/>
            </a:p>
          </p:txBody>
        </p:sp>
        <p:sp>
          <p:nvSpPr>
            <p:cNvPr id="16435" name="Line 69"/>
            <p:cNvSpPr>
              <a:spLocks noChangeShapeType="1"/>
            </p:cNvSpPr>
            <p:nvPr/>
          </p:nvSpPr>
          <p:spPr bwMode="auto">
            <a:xfrm>
              <a:off x="2002" y="4665"/>
              <a:ext cx="1678" cy="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36" name="Line 70"/>
            <p:cNvSpPr>
              <a:spLocks noChangeShapeType="1"/>
            </p:cNvSpPr>
            <p:nvPr/>
          </p:nvSpPr>
          <p:spPr bwMode="auto">
            <a:xfrm>
              <a:off x="2002" y="4779"/>
              <a:ext cx="1678" cy="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37" name="Rectangle 71"/>
            <p:cNvSpPr>
              <a:spLocks noChangeArrowheads="1"/>
            </p:cNvSpPr>
            <p:nvPr/>
          </p:nvSpPr>
          <p:spPr bwMode="auto">
            <a:xfrm>
              <a:off x="2867" y="4684"/>
              <a:ext cx="574" cy="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Interior Speaker PA</a:t>
              </a:r>
              <a:endParaRPr lang="ko-KR" altLang="ko-KR" dirty="0"/>
            </a:p>
          </p:txBody>
        </p:sp>
        <p:sp>
          <p:nvSpPr>
            <p:cNvPr id="16438" name="Rectangle 72"/>
            <p:cNvSpPr>
              <a:spLocks noChangeArrowheads="1"/>
            </p:cNvSpPr>
            <p:nvPr/>
          </p:nvSpPr>
          <p:spPr bwMode="auto">
            <a:xfrm>
              <a:off x="2883" y="4777"/>
              <a:ext cx="575" cy="1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Exterior Speaker PA</a:t>
              </a:r>
              <a:endParaRPr lang="ko-KR" altLang="ko-KR" dirty="0"/>
            </a:p>
          </p:txBody>
        </p:sp>
        <p:sp>
          <p:nvSpPr>
            <p:cNvPr id="16439" name="Line 73"/>
            <p:cNvSpPr>
              <a:spLocks noChangeShapeType="1"/>
            </p:cNvSpPr>
            <p:nvPr/>
          </p:nvSpPr>
          <p:spPr bwMode="auto">
            <a:xfrm>
              <a:off x="2002" y="4902"/>
              <a:ext cx="1678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40" name="Line 74"/>
            <p:cNvSpPr>
              <a:spLocks noChangeShapeType="1"/>
            </p:cNvSpPr>
            <p:nvPr/>
          </p:nvSpPr>
          <p:spPr bwMode="auto">
            <a:xfrm>
              <a:off x="2002" y="5016"/>
              <a:ext cx="1678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41" name="Rectangle 75"/>
            <p:cNvSpPr>
              <a:spLocks noChangeArrowheads="1"/>
            </p:cNvSpPr>
            <p:nvPr/>
          </p:nvSpPr>
          <p:spPr bwMode="auto">
            <a:xfrm>
              <a:off x="2882" y="4907"/>
              <a:ext cx="574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Exterior Speaker PA</a:t>
              </a:r>
              <a:endParaRPr lang="ko-KR" altLang="ko-KR" dirty="0"/>
            </a:p>
          </p:txBody>
        </p:sp>
        <p:sp>
          <p:nvSpPr>
            <p:cNvPr id="16442" name="Rectangle 110"/>
            <p:cNvSpPr>
              <a:spLocks noChangeArrowheads="1"/>
            </p:cNvSpPr>
            <p:nvPr/>
          </p:nvSpPr>
          <p:spPr bwMode="auto">
            <a:xfrm rot="16200000" flipH="1">
              <a:off x="-17" y="2952"/>
              <a:ext cx="2495" cy="726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5V</a:t>
              </a:r>
            </a:p>
            <a:p>
              <a:pPr algn="ctr"/>
              <a:endParaRPr lang="en-US" altLang="ko-KR" sz="800" dirty="0">
                <a:latin typeface="Arial" charset="0"/>
              </a:endParaRPr>
            </a:p>
            <a:p>
              <a:pPr algn="ctr"/>
              <a:endParaRPr lang="en-US" altLang="ko-KR" sz="800" dirty="0">
                <a:latin typeface="Arial" charset="0"/>
              </a:endParaRPr>
            </a:p>
            <a:p>
              <a:pPr algn="ctr"/>
              <a:endParaRPr lang="en-US" altLang="ko-KR" sz="800" dirty="0">
                <a:latin typeface="Arial" charset="0"/>
              </a:endParaRPr>
            </a:p>
            <a:p>
              <a:pPr algn="ctr"/>
              <a:endParaRPr lang="en-US" altLang="ko-KR" sz="800" dirty="0">
                <a:latin typeface="Arial" charset="0"/>
              </a:endParaRPr>
            </a:p>
            <a:p>
              <a:pPr algn="ctr"/>
              <a:endParaRPr lang="ko-KR" altLang="ko-KR" dirty="0"/>
            </a:p>
          </p:txBody>
        </p:sp>
        <p:sp>
          <p:nvSpPr>
            <p:cNvPr id="16443" name="Rectangle 109"/>
            <p:cNvSpPr>
              <a:spLocks noChangeArrowheads="1"/>
            </p:cNvSpPr>
            <p:nvPr/>
          </p:nvSpPr>
          <p:spPr bwMode="auto">
            <a:xfrm rot="16200000" flipH="1">
              <a:off x="-17" y="2952"/>
              <a:ext cx="2495" cy="726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sp>
          <p:nvSpPr>
            <p:cNvPr id="16444" name="Rectangle 111"/>
            <p:cNvSpPr>
              <a:spLocks noChangeArrowheads="1"/>
            </p:cNvSpPr>
            <p:nvPr/>
          </p:nvSpPr>
          <p:spPr bwMode="auto">
            <a:xfrm>
              <a:off x="959" y="1372"/>
              <a:ext cx="544" cy="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16445" name="Line 112"/>
            <p:cNvSpPr>
              <a:spLocks noChangeShapeType="1"/>
            </p:cNvSpPr>
            <p:nvPr/>
          </p:nvSpPr>
          <p:spPr bwMode="auto">
            <a:xfrm flipV="1">
              <a:off x="777" y="1477"/>
              <a:ext cx="81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46" name="Rectangle 113"/>
            <p:cNvSpPr>
              <a:spLocks noChangeArrowheads="1"/>
            </p:cNvSpPr>
            <p:nvPr/>
          </p:nvSpPr>
          <p:spPr bwMode="auto">
            <a:xfrm>
              <a:off x="959" y="1508"/>
              <a:ext cx="544" cy="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5V</a:t>
              </a:r>
              <a:endParaRPr lang="ko-KR" altLang="ko-KR" dirty="0"/>
            </a:p>
          </p:txBody>
        </p:sp>
        <p:sp>
          <p:nvSpPr>
            <p:cNvPr id="16447" name="Line 114"/>
            <p:cNvSpPr>
              <a:spLocks noChangeShapeType="1"/>
            </p:cNvSpPr>
            <p:nvPr/>
          </p:nvSpPr>
          <p:spPr bwMode="auto">
            <a:xfrm flipV="1">
              <a:off x="913" y="1613"/>
              <a:ext cx="681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48" name="Line 115"/>
            <p:cNvSpPr>
              <a:spLocks noChangeShapeType="1"/>
            </p:cNvSpPr>
            <p:nvPr/>
          </p:nvSpPr>
          <p:spPr bwMode="auto">
            <a:xfrm flipV="1">
              <a:off x="777" y="1477"/>
              <a:ext cx="0" cy="335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49" name="Line 116"/>
            <p:cNvSpPr>
              <a:spLocks noChangeShapeType="1"/>
            </p:cNvSpPr>
            <p:nvPr/>
          </p:nvSpPr>
          <p:spPr bwMode="auto">
            <a:xfrm flipV="1">
              <a:off x="913" y="1613"/>
              <a:ext cx="0" cy="454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50" name="Line 117"/>
            <p:cNvSpPr>
              <a:spLocks noChangeShapeType="1"/>
            </p:cNvSpPr>
            <p:nvPr/>
          </p:nvSpPr>
          <p:spPr bwMode="auto">
            <a:xfrm flipV="1">
              <a:off x="2138" y="2744"/>
              <a:ext cx="1496" cy="3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51" name="Line 119"/>
            <p:cNvSpPr>
              <a:spLocks noChangeShapeType="1"/>
            </p:cNvSpPr>
            <p:nvPr/>
          </p:nvSpPr>
          <p:spPr bwMode="auto">
            <a:xfrm flipH="1" flipV="1">
              <a:off x="2002" y="4108"/>
              <a:ext cx="453" cy="1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52" name="Rectangle 120"/>
            <p:cNvSpPr>
              <a:spLocks noChangeArrowheads="1"/>
            </p:cNvSpPr>
            <p:nvPr/>
          </p:nvSpPr>
          <p:spPr bwMode="auto">
            <a:xfrm>
              <a:off x="2182" y="4154"/>
              <a:ext cx="542" cy="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OLD PA Control TL</a:t>
              </a:r>
              <a:endParaRPr lang="ko-KR" altLang="ko-KR" dirty="0"/>
            </a:p>
          </p:txBody>
        </p:sp>
        <p:sp>
          <p:nvSpPr>
            <p:cNvPr id="16453" name="Line 121"/>
            <p:cNvSpPr>
              <a:spLocks noChangeShapeType="1"/>
            </p:cNvSpPr>
            <p:nvPr/>
          </p:nvSpPr>
          <p:spPr bwMode="auto">
            <a:xfrm flipH="1" flipV="1">
              <a:off x="2002" y="4245"/>
              <a:ext cx="363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54" name="Line 122"/>
            <p:cNvSpPr>
              <a:spLocks noChangeShapeType="1"/>
            </p:cNvSpPr>
            <p:nvPr/>
          </p:nvSpPr>
          <p:spPr bwMode="auto">
            <a:xfrm flipH="1">
              <a:off x="460" y="5379"/>
              <a:ext cx="3220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lg"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55" name="Line 123"/>
            <p:cNvSpPr>
              <a:spLocks noChangeShapeType="1"/>
            </p:cNvSpPr>
            <p:nvPr/>
          </p:nvSpPr>
          <p:spPr bwMode="auto">
            <a:xfrm flipH="1" flipV="1">
              <a:off x="460" y="5469"/>
              <a:ext cx="322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lg"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56" name="Line 124"/>
            <p:cNvSpPr>
              <a:spLocks noChangeShapeType="1"/>
            </p:cNvSpPr>
            <p:nvPr/>
          </p:nvSpPr>
          <p:spPr bwMode="auto">
            <a:xfrm flipV="1">
              <a:off x="2365" y="4245"/>
              <a:ext cx="0" cy="1134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57" name="Line 125"/>
            <p:cNvSpPr>
              <a:spLocks noChangeShapeType="1"/>
            </p:cNvSpPr>
            <p:nvPr/>
          </p:nvSpPr>
          <p:spPr bwMode="auto">
            <a:xfrm flipV="1">
              <a:off x="2455" y="4109"/>
              <a:ext cx="0" cy="136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58" name="Rectangle 129"/>
            <p:cNvSpPr>
              <a:spLocks noChangeArrowheads="1"/>
            </p:cNvSpPr>
            <p:nvPr/>
          </p:nvSpPr>
          <p:spPr bwMode="auto">
            <a:xfrm>
              <a:off x="2734" y="5308"/>
              <a:ext cx="542" cy="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OLD PA Control TL</a:t>
              </a:r>
              <a:endParaRPr lang="ko-KR" altLang="ko-KR" dirty="0"/>
            </a:p>
          </p:txBody>
        </p:sp>
        <p:sp>
          <p:nvSpPr>
            <p:cNvPr id="16459" name="Rectangle 130"/>
            <p:cNvSpPr>
              <a:spLocks noChangeArrowheads="1"/>
            </p:cNvSpPr>
            <p:nvPr/>
          </p:nvSpPr>
          <p:spPr bwMode="auto">
            <a:xfrm>
              <a:off x="2730" y="5399"/>
              <a:ext cx="542" cy="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(OLD) PA Audio TL</a:t>
              </a:r>
              <a:endParaRPr lang="ko-KR" altLang="ko-KR" dirty="0"/>
            </a:p>
          </p:txBody>
        </p:sp>
        <p:sp>
          <p:nvSpPr>
            <p:cNvPr id="16460" name="Rectangle 134"/>
            <p:cNvSpPr>
              <a:spLocks noChangeArrowheads="1"/>
            </p:cNvSpPr>
            <p:nvPr/>
          </p:nvSpPr>
          <p:spPr bwMode="auto">
            <a:xfrm>
              <a:off x="552" y="5197"/>
              <a:ext cx="575" cy="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16461" name="Rectangle 135"/>
            <p:cNvSpPr>
              <a:spLocks noChangeArrowheads="1"/>
            </p:cNvSpPr>
            <p:nvPr/>
          </p:nvSpPr>
          <p:spPr bwMode="auto">
            <a:xfrm>
              <a:off x="663" y="5308"/>
              <a:ext cx="542" cy="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OLD PA Control TL</a:t>
              </a:r>
              <a:endParaRPr lang="ko-KR" altLang="ko-KR" dirty="0"/>
            </a:p>
          </p:txBody>
        </p:sp>
        <p:sp>
          <p:nvSpPr>
            <p:cNvPr id="16462" name="Rectangle 136"/>
            <p:cNvSpPr>
              <a:spLocks noChangeArrowheads="1"/>
            </p:cNvSpPr>
            <p:nvPr/>
          </p:nvSpPr>
          <p:spPr bwMode="auto">
            <a:xfrm>
              <a:off x="659" y="5399"/>
              <a:ext cx="542" cy="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(OLD) PA Audio TL</a:t>
              </a:r>
              <a:endParaRPr lang="ko-KR" altLang="ko-KR" dirty="0"/>
            </a:p>
          </p:txBody>
        </p:sp>
        <p:sp>
          <p:nvSpPr>
            <p:cNvPr id="16463" name="Line 202"/>
            <p:cNvSpPr>
              <a:spLocks noChangeShapeType="1"/>
            </p:cNvSpPr>
            <p:nvPr/>
          </p:nvSpPr>
          <p:spPr bwMode="auto">
            <a:xfrm>
              <a:off x="1185" y="3382"/>
              <a:ext cx="182" cy="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64" name="Line 203"/>
            <p:cNvSpPr>
              <a:spLocks noChangeShapeType="1"/>
            </p:cNvSpPr>
            <p:nvPr/>
          </p:nvSpPr>
          <p:spPr bwMode="auto">
            <a:xfrm flipH="1" flipV="1">
              <a:off x="1185" y="1886"/>
              <a:ext cx="0" cy="149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65" name="Line 204"/>
            <p:cNvSpPr>
              <a:spLocks noChangeShapeType="1"/>
            </p:cNvSpPr>
            <p:nvPr/>
          </p:nvSpPr>
          <p:spPr bwMode="auto">
            <a:xfrm flipV="1">
              <a:off x="1095" y="3473"/>
              <a:ext cx="49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66" name="Line 205"/>
            <p:cNvSpPr>
              <a:spLocks noChangeShapeType="1"/>
            </p:cNvSpPr>
            <p:nvPr/>
          </p:nvSpPr>
          <p:spPr bwMode="auto">
            <a:xfrm flipV="1">
              <a:off x="1458" y="1795"/>
              <a:ext cx="0" cy="179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67" name="Line 206"/>
            <p:cNvSpPr>
              <a:spLocks noChangeShapeType="1"/>
            </p:cNvSpPr>
            <p:nvPr/>
          </p:nvSpPr>
          <p:spPr bwMode="auto">
            <a:xfrm flipH="1" flipV="1">
              <a:off x="1095" y="1704"/>
              <a:ext cx="0" cy="1769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68" name="Rectangle 207"/>
            <p:cNvSpPr>
              <a:spLocks noChangeArrowheads="1"/>
            </p:cNvSpPr>
            <p:nvPr/>
          </p:nvSpPr>
          <p:spPr bwMode="auto">
            <a:xfrm flipH="1">
              <a:off x="1594" y="1386"/>
              <a:ext cx="408" cy="272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16469" name="Rectangle 208"/>
            <p:cNvSpPr>
              <a:spLocks noChangeArrowheads="1"/>
            </p:cNvSpPr>
            <p:nvPr/>
          </p:nvSpPr>
          <p:spPr bwMode="auto">
            <a:xfrm flipH="1">
              <a:off x="1594" y="2067"/>
              <a:ext cx="408" cy="137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LIC</a:t>
              </a:r>
              <a:endParaRPr lang="ko-KR" altLang="ko-KR" dirty="0"/>
            </a:p>
          </p:txBody>
        </p:sp>
        <p:sp>
          <p:nvSpPr>
            <p:cNvPr id="16470" name="Rectangle 209"/>
            <p:cNvSpPr>
              <a:spLocks noChangeArrowheads="1"/>
            </p:cNvSpPr>
            <p:nvPr/>
          </p:nvSpPr>
          <p:spPr bwMode="auto">
            <a:xfrm flipH="1">
              <a:off x="1594" y="2340"/>
              <a:ext cx="408" cy="271"/>
            </a:xfrm>
            <a:prstGeom prst="rect">
              <a:avLst/>
            </a:prstGeom>
            <a:solidFill>
              <a:srgbClr val="FF99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GIA</a:t>
              </a:r>
              <a:endParaRPr lang="ko-KR" altLang="ko-KR" dirty="0"/>
            </a:p>
          </p:txBody>
        </p:sp>
        <p:sp>
          <p:nvSpPr>
            <p:cNvPr id="16471" name="Rectangle 210"/>
            <p:cNvSpPr>
              <a:spLocks noChangeArrowheads="1"/>
            </p:cNvSpPr>
            <p:nvPr/>
          </p:nvSpPr>
          <p:spPr bwMode="auto">
            <a:xfrm flipH="1">
              <a:off x="1594" y="2611"/>
              <a:ext cx="408" cy="229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 VTX</a:t>
              </a:r>
              <a:endParaRPr lang="ko-KR" altLang="ko-KR" dirty="0"/>
            </a:p>
          </p:txBody>
        </p:sp>
        <p:sp>
          <p:nvSpPr>
            <p:cNvPr id="16472" name="Rectangle 211"/>
            <p:cNvSpPr>
              <a:spLocks noChangeArrowheads="1"/>
            </p:cNvSpPr>
            <p:nvPr/>
          </p:nvSpPr>
          <p:spPr bwMode="auto">
            <a:xfrm flipH="1">
              <a:off x="1594" y="3112"/>
              <a:ext cx="408" cy="136"/>
            </a:xfrm>
            <a:prstGeom prst="rect">
              <a:avLst/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 HDD</a:t>
              </a:r>
              <a:endParaRPr lang="ko-KR" altLang="ko-KR" dirty="0"/>
            </a:p>
          </p:txBody>
        </p:sp>
        <p:sp>
          <p:nvSpPr>
            <p:cNvPr id="16473" name="Rectangle 212"/>
            <p:cNvSpPr>
              <a:spLocks noChangeArrowheads="1"/>
            </p:cNvSpPr>
            <p:nvPr/>
          </p:nvSpPr>
          <p:spPr bwMode="auto">
            <a:xfrm flipH="1">
              <a:off x="1594" y="1658"/>
              <a:ext cx="408" cy="409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16474" name="Rectangle 213"/>
            <p:cNvSpPr>
              <a:spLocks noChangeArrowheads="1"/>
            </p:cNvSpPr>
            <p:nvPr/>
          </p:nvSpPr>
          <p:spPr bwMode="auto">
            <a:xfrm flipH="1">
              <a:off x="1594" y="2840"/>
              <a:ext cx="408" cy="272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  CNCS</a:t>
              </a:r>
              <a:endParaRPr lang="ko-KR" altLang="ko-KR" dirty="0"/>
            </a:p>
          </p:txBody>
        </p:sp>
        <p:sp>
          <p:nvSpPr>
            <p:cNvPr id="16475" name="Line 214"/>
            <p:cNvSpPr>
              <a:spLocks noChangeShapeType="1"/>
            </p:cNvSpPr>
            <p:nvPr/>
          </p:nvSpPr>
          <p:spPr bwMode="auto">
            <a:xfrm flipH="1" flipV="1">
              <a:off x="2002" y="2385"/>
              <a:ext cx="2177" cy="0"/>
            </a:xfrm>
            <a:prstGeom prst="line">
              <a:avLst/>
            </a:prstGeom>
            <a:noFill/>
            <a:ln w="25400">
              <a:solidFill>
                <a:srgbClr val="D60093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76" name="Line 215"/>
            <p:cNvSpPr>
              <a:spLocks noChangeShapeType="1"/>
            </p:cNvSpPr>
            <p:nvPr/>
          </p:nvSpPr>
          <p:spPr bwMode="auto">
            <a:xfrm flipV="1">
              <a:off x="1367" y="2385"/>
              <a:ext cx="0" cy="453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77" name="Line 216"/>
            <p:cNvSpPr>
              <a:spLocks noChangeShapeType="1"/>
            </p:cNvSpPr>
            <p:nvPr/>
          </p:nvSpPr>
          <p:spPr bwMode="auto">
            <a:xfrm flipV="1">
              <a:off x="1367" y="2295"/>
              <a:ext cx="226" cy="9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78" name="Line 217"/>
            <p:cNvSpPr>
              <a:spLocks noChangeShapeType="1"/>
            </p:cNvSpPr>
            <p:nvPr/>
          </p:nvSpPr>
          <p:spPr bwMode="auto">
            <a:xfrm>
              <a:off x="1367" y="2836"/>
              <a:ext cx="227" cy="93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79" name="Rectangle 218"/>
            <p:cNvSpPr>
              <a:spLocks noChangeArrowheads="1"/>
            </p:cNvSpPr>
            <p:nvPr/>
          </p:nvSpPr>
          <p:spPr bwMode="auto">
            <a:xfrm flipH="1">
              <a:off x="1594" y="2204"/>
              <a:ext cx="408" cy="136"/>
            </a:xfrm>
            <a:prstGeom prst="rect">
              <a:avLst/>
            </a:prstGeom>
            <a:solidFill>
              <a:srgbClr val="CC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WLR</a:t>
              </a:r>
              <a:endParaRPr lang="ko-KR" altLang="ko-KR" dirty="0"/>
            </a:p>
          </p:txBody>
        </p:sp>
        <p:sp>
          <p:nvSpPr>
            <p:cNvPr id="16480" name="Line 219"/>
            <p:cNvSpPr>
              <a:spLocks noChangeShapeType="1"/>
            </p:cNvSpPr>
            <p:nvPr/>
          </p:nvSpPr>
          <p:spPr bwMode="auto">
            <a:xfrm flipH="1">
              <a:off x="1458" y="2551"/>
              <a:ext cx="135" cy="4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81" name="Line 220"/>
            <p:cNvSpPr>
              <a:spLocks noChangeShapeType="1"/>
            </p:cNvSpPr>
            <p:nvPr/>
          </p:nvSpPr>
          <p:spPr bwMode="auto">
            <a:xfrm flipH="1" flipV="1">
              <a:off x="1457" y="3246"/>
              <a:ext cx="136" cy="4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82" name="Line 221"/>
            <p:cNvSpPr>
              <a:spLocks noChangeShapeType="1"/>
            </p:cNvSpPr>
            <p:nvPr/>
          </p:nvSpPr>
          <p:spPr bwMode="auto">
            <a:xfrm flipV="1">
              <a:off x="1457" y="2596"/>
              <a:ext cx="1" cy="4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83" name="Line 222"/>
            <p:cNvSpPr>
              <a:spLocks noChangeShapeType="1"/>
            </p:cNvSpPr>
            <p:nvPr/>
          </p:nvSpPr>
          <p:spPr bwMode="auto">
            <a:xfrm flipH="1" flipV="1">
              <a:off x="1458" y="2929"/>
              <a:ext cx="136" cy="6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84" name="Line 223"/>
            <p:cNvSpPr>
              <a:spLocks noChangeShapeType="1"/>
            </p:cNvSpPr>
            <p:nvPr/>
          </p:nvSpPr>
          <p:spPr bwMode="auto">
            <a:xfrm flipH="1" flipV="1">
              <a:off x="1457" y="2642"/>
              <a:ext cx="137" cy="4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85" name="Line 224"/>
            <p:cNvSpPr>
              <a:spLocks noChangeShapeType="1"/>
            </p:cNvSpPr>
            <p:nvPr/>
          </p:nvSpPr>
          <p:spPr bwMode="auto">
            <a:xfrm flipH="1">
              <a:off x="1458" y="2687"/>
              <a:ext cx="135" cy="6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86" name="Line 225"/>
            <p:cNvSpPr>
              <a:spLocks noChangeShapeType="1"/>
            </p:cNvSpPr>
            <p:nvPr/>
          </p:nvSpPr>
          <p:spPr bwMode="auto">
            <a:xfrm flipH="1">
              <a:off x="1458" y="3004"/>
              <a:ext cx="136" cy="4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87" name="Line 226"/>
            <p:cNvSpPr>
              <a:spLocks noChangeShapeType="1"/>
            </p:cNvSpPr>
            <p:nvPr/>
          </p:nvSpPr>
          <p:spPr bwMode="auto">
            <a:xfrm flipH="1" flipV="1">
              <a:off x="1458" y="2747"/>
              <a:ext cx="0" cy="18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88" name="Line 227"/>
            <p:cNvSpPr>
              <a:spLocks noChangeShapeType="1"/>
            </p:cNvSpPr>
            <p:nvPr/>
          </p:nvSpPr>
          <p:spPr bwMode="auto">
            <a:xfrm flipV="1">
              <a:off x="1457" y="3049"/>
              <a:ext cx="1" cy="19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89" name="Line 228"/>
            <p:cNvSpPr>
              <a:spLocks noChangeShapeType="1"/>
            </p:cNvSpPr>
            <p:nvPr/>
          </p:nvSpPr>
          <p:spPr bwMode="auto">
            <a:xfrm>
              <a:off x="2002" y="2747"/>
              <a:ext cx="136" cy="0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90" name="Rectangle 229"/>
            <p:cNvSpPr>
              <a:spLocks noChangeArrowheads="1"/>
            </p:cNvSpPr>
            <p:nvPr/>
          </p:nvSpPr>
          <p:spPr bwMode="auto">
            <a:xfrm rot="-5400000">
              <a:off x="1186" y="2567"/>
              <a:ext cx="272" cy="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solidFill>
                    <a:srgbClr val="00B0F0"/>
                  </a:solidFill>
                  <a:latin typeface="Arial" charset="0"/>
                </a:rPr>
                <a:t>LAN</a:t>
              </a:r>
              <a:endParaRPr lang="ko-KR" altLang="ko-KR" dirty="0">
                <a:solidFill>
                  <a:srgbClr val="00B0F0"/>
                </a:solidFill>
              </a:endParaRPr>
            </a:p>
          </p:txBody>
        </p:sp>
        <p:sp>
          <p:nvSpPr>
            <p:cNvPr id="16491" name="Rectangle 230"/>
            <p:cNvSpPr>
              <a:spLocks noChangeArrowheads="1"/>
            </p:cNvSpPr>
            <p:nvPr/>
          </p:nvSpPr>
          <p:spPr bwMode="auto">
            <a:xfrm rot="-5400000">
              <a:off x="1549" y="3059"/>
              <a:ext cx="181" cy="9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16492" name="Rectangle 231"/>
            <p:cNvSpPr>
              <a:spLocks noChangeArrowheads="1"/>
            </p:cNvSpPr>
            <p:nvPr/>
          </p:nvSpPr>
          <p:spPr bwMode="auto">
            <a:xfrm rot="-5400000">
              <a:off x="1511" y="2787"/>
              <a:ext cx="262" cy="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16493" name="Line 232"/>
            <p:cNvSpPr>
              <a:spLocks noChangeShapeType="1"/>
            </p:cNvSpPr>
            <p:nvPr/>
          </p:nvSpPr>
          <p:spPr bwMode="auto">
            <a:xfrm flipH="1" flipV="1">
              <a:off x="1278" y="2308"/>
              <a:ext cx="316" cy="10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94" name="Line 233"/>
            <p:cNvSpPr>
              <a:spLocks noChangeShapeType="1"/>
            </p:cNvSpPr>
            <p:nvPr/>
          </p:nvSpPr>
          <p:spPr bwMode="auto">
            <a:xfrm flipH="1">
              <a:off x="1277" y="2143"/>
              <a:ext cx="317" cy="9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95" name="Line 234"/>
            <p:cNvSpPr>
              <a:spLocks noChangeShapeType="1"/>
            </p:cNvSpPr>
            <p:nvPr/>
          </p:nvSpPr>
          <p:spPr bwMode="auto">
            <a:xfrm flipH="1" flipV="1">
              <a:off x="1276" y="2235"/>
              <a:ext cx="1" cy="7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97" name="Rectangle 370"/>
            <p:cNvSpPr>
              <a:spLocks noChangeArrowheads="1"/>
            </p:cNvSpPr>
            <p:nvPr/>
          </p:nvSpPr>
          <p:spPr bwMode="auto">
            <a:xfrm flipV="1">
              <a:off x="5163" y="2158"/>
              <a:ext cx="1329" cy="138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grpSp>
          <p:nvGrpSpPr>
            <p:cNvPr id="7" name="Group 371"/>
            <p:cNvGrpSpPr>
              <a:grpSpLocks/>
            </p:cNvGrpSpPr>
            <p:nvPr/>
          </p:nvGrpSpPr>
          <p:grpSpPr bwMode="auto">
            <a:xfrm flipV="1">
              <a:off x="5767" y="2294"/>
              <a:ext cx="136" cy="91"/>
              <a:chOff x="4604" y="2523"/>
              <a:chExt cx="91" cy="46"/>
            </a:xfrm>
          </p:grpSpPr>
          <p:sp>
            <p:nvSpPr>
              <p:cNvPr id="16591" name="Line 372"/>
              <p:cNvSpPr>
                <a:spLocks noChangeShapeType="1"/>
              </p:cNvSpPr>
              <p:nvPr/>
            </p:nvSpPr>
            <p:spPr bwMode="auto">
              <a:xfrm>
                <a:off x="4604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592" name="Line 373"/>
              <p:cNvSpPr>
                <a:spLocks noChangeShapeType="1"/>
              </p:cNvSpPr>
              <p:nvPr/>
            </p:nvSpPr>
            <p:spPr bwMode="auto">
              <a:xfrm flipH="1">
                <a:off x="4650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6499" name="Line 374"/>
            <p:cNvSpPr>
              <a:spLocks noChangeShapeType="1"/>
            </p:cNvSpPr>
            <p:nvPr/>
          </p:nvSpPr>
          <p:spPr bwMode="auto">
            <a:xfrm flipV="1">
              <a:off x="4905" y="2566"/>
              <a:ext cx="86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00" name="Line 375"/>
            <p:cNvSpPr>
              <a:spLocks noChangeShapeType="1"/>
            </p:cNvSpPr>
            <p:nvPr/>
          </p:nvSpPr>
          <p:spPr bwMode="auto">
            <a:xfrm flipH="1">
              <a:off x="5767" y="2385"/>
              <a:ext cx="0" cy="18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01" name="Line 376"/>
            <p:cNvSpPr>
              <a:spLocks noChangeShapeType="1"/>
            </p:cNvSpPr>
            <p:nvPr/>
          </p:nvSpPr>
          <p:spPr bwMode="auto">
            <a:xfrm flipH="1">
              <a:off x="5903" y="2385"/>
              <a:ext cx="0" cy="18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02" name="Line 377"/>
            <p:cNvSpPr>
              <a:spLocks noChangeShapeType="1"/>
            </p:cNvSpPr>
            <p:nvPr/>
          </p:nvSpPr>
          <p:spPr bwMode="auto">
            <a:xfrm>
              <a:off x="5903" y="2566"/>
              <a:ext cx="72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03" name="Rectangle 378"/>
            <p:cNvSpPr>
              <a:spLocks noChangeArrowheads="1"/>
            </p:cNvSpPr>
            <p:nvPr/>
          </p:nvSpPr>
          <p:spPr bwMode="auto">
            <a:xfrm>
              <a:off x="5078" y="2475"/>
              <a:ext cx="589" cy="6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 for LED PIS</a:t>
              </a:r>
              <a:endParaRPr lang="ko-KR" altLang="ko-KR" dirty="0"/>
            </a:p>
          </p:txBody>
        </p:sp>
        <p:sp>
          <p:nvSpPr>
            <p:cNvPr id="16504" name="Rectangle 379"/>
            <p:cNvSpPr>
              <a:spLocks noChangeArrowheads="1"/>
            </p:cNvSpPr>
            <p:nvPr/>
          </p:nvSpPr>
          <p:spPr bwMode="auto">
            <a:xfrm>
              <a:off x="6005" y="2373"/>
              <a:ext cx="442" cy="7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16505" name="Line 380"/>
            <p:cNvSpPr>
              <a:spLocks noChangeShapeType="1"/>
            </p:cNvSpPr>
            <p:nvPr/>
          </p:nvSpPr>
          <p:spPr bwMode="auto">
            <a:xfrm>
              <a:off x="6005" y="2294"/>
              <a:ext cx="0" cy="18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06" name="Line 381"/>
            <p:cNvSpPr>
              <a:spLocks noChangeShapeType="1"/>
            </p:cNvSpPr>
            <p:nvPr/>
          </p:nvSpPr>
          <p:spPr bwMode="auto">
            <a:xfrm>
              <a:off x="6005" y="2476"/>
              <a:ext cx="40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07" name="Rectangle 382"/>
            <p:cNvSpPr>
              <a:spLocks noChangeArrowheads="1"/>
            </p:cNvSpPr>
            <p:nvPr/>
          </p:nvSpPr>
          <p:spPr bwMode="auto">
            <a:xfrm>
              <a:off x="5105" y="2031"/>
              <a:ext cx="1301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LED Passenger Information </a:t>
              </a:r>
              <a:r>
                <a:rPr lang="en-US" altLang="ko-KR" sz="800" dirty="0" smtClean="0">
                  <a:latin typeface="Arial" charset="0"/>
                </a:rPr>
                <a:t>Indicator X 2</a:t>
              </a:r>
              <a:endParaRPr lang="ko-KR" altLang="ko-KR" dirty="0"/>
            </a:p>
          </p:txBody>
        </p:sp>
        <p:sp>
          <p:nvSpPr>
            <p:cNvPr id="16508" name="Rectangle 383" descr="좁은 눈금"/>
            <p:cNvSpPr>
              <a:spLocks noChangeArrowheads="1"/>
            </p:cNvSpPr>
            <p:nvPr/>
          </p:nvSpPr>
          <p:spPr bwMode="auto">
            <a:xfrm flipV="1">
              <a:off x="5222" y="2182"/>
              <a:ext cx="1225" cy="90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sp>
          <p:nvSpPr>
            <p:cNvPr id="16509" name="Rectangle 384"/>
            <p:cNvSpPr>
              <a:spLocks noChangeArrowheads="1"/>
            </p:cNvSpPr>
            <p:nvPr/>
          </p:nvSpPr>
          <p:spPr bwMode="auto">
            <a:xfrm flipV="1">
              <a:off x="5933" y="1518"/>
              <a:ext cx="1225" cy="184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sp>
          <p:nvSpPr>
            <p:cNvPr id="16510" name="Line 385"/>
            <p:cNvSpPr>
              <a:spLocks noChangeShapeType="1"/>
            </p:cNvSpPr>
            <p:nvPr/>
          </p:nvSpPr>
          <p:spPr bwMode="auto">
            <a:xfrm>
              <a:off x="5313" y="1886"/>
              <a:ext cx="117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11" name="Line 386"/>
            <p:cNvSpPr>
              <a:spLocks noChangeShapeType="1"/>
            </p:cNvSpPr>
            <p:nvPr/>
          </p:nvSpPr>
          <p:spPr bwMode="auto">
            <a:xfrm>
              <a:off x="6492" y="1795"/>
              <a:ext cx="0" cy="9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12" name="Line 387"/>
            <p:cNvSpPr>
              <a:spLocks noChangeShapeType="1"/>
            </p:cNvSpPr>
            <p:nvPr/>
          </p:nvSpPr>
          <p:spPr bwMode="auto">
            <a:xfrm flipH="1">
              <a:off x="6629" y="1795"/>
              <a:ext cx="0" cy="77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13" name="Rectangle 388"/>
            <p:cNvSpPr>
              <a:spLocks noChangeArrowheads="1"/>
            </p:cNvSpPr>
            <p:nvPr/>
          </p:nvSpPr>
          <p:spPr bwMode="auto">
            <a:xfrm>
              <a:off x="6762" y="1791"/>
              <a:ext cx="442" cy="7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120V</a:t>
              </a:r>
              <a:endParaRPr lang="ko-KR" altLang="ko-KR" dirty="0"/>
            </a:p>
          </p:txBody>
        </p:sp>
        <p:sp>
          <p:nvSpPr>
            <p:cNvPr id="16514" name="Line 389"/>
            <p:cNvSpPr>
              <a:spLocks noChangeShapeType="1"/>
            </p:cNvSpPr>
            <p:nvPr/>
          </p:nvSpPr>
          <p:spPr bwMode="auto">
            <a:xfrm>
              <a:off x="6751" y="1881"/>
              <a:ext cx="420" cy="1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15" name="Rectangle 390"/>
            <p:cNvSpPr>
              <a:spLocks noChangeArrowheads="1"/>
            </p:cNvSpPr>
            <p:nvPr/>
          </p:nvSpPr>
          <p:spPr bwMode="auto">
            <a:xfrm>
              <a:off x="6057" y="1390"/>
              <a:ext cx="998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LED Side Destination </a:t>
              </a:r>
              <a:r>
                <a:rPr lang="en-US" altLang="ko-KR" sz="800" dirty="0" smtClean="0">
                  <a:latin typeface="Arial" charset="0"/>
                </a:rPr>
                <a:t>Indicator X 4</a:t>
              </a:r>
              <a:endParaRPr lang="ko-KR" altLang="ko-KR" dirty="0"/>
            </a:p>
          </p:txBody>
        </p:sp>
        <p:sp>
          <p:nvSpPr>
            <p:cNvPr id="16516" name="Rectangle 391" descr="좁은 눈금"/>
            <p:cNvSpPr>
              <a:spLocks noChangeArrowheads="1"/>
            </p:cNvSpPr>
            <p:nvPr/>
          </p:nvSpPr>
          <p:spPr bwMode="auto">
            <a:xfrm flipV="1">
              <a:off x="5979" y="1552"/>
              <a:ext cx="1135" cy="110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grpSp>
          <p:nvGrpSpPr>
            <p:cNvPr id="8" name="Group 392"/>
            <p:cNvGrpSpPr>
              <a:grpSpLocks/>
            </p:cNvGrpSpPr>
            <p:nvPr/>
          </p:nvGrpSpPr>
          <p:grpSpPr bwMode="auto">
            <a:xfrm flipV="1">
              <a:off x="6492" y="1700"/>
              <a:ext cx="137" cy="95"/>
              <a:chOff x="4604" y="2523"/>
              <a:chExt cx="91" cy="46"/>
            </a:xfrm>
          </p:grpSpPr>
          <p:sp>
            <p:nvSpPr>
              <p:cNvPr id="16589" name="Line 393"/>
              <p:cNvSpPr>
                <a:spLocks noChangeShapeType="1"/>
              </p:cNvSpPr>
              <p:nvPr/>
            </p:nvSpPr>
            <p:spPr bwMode="auto">
              <a:xfrm>
                <a:off x="4604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590" name="Line 394"/>
              <p:cNvSpPr>
                <a:spLocks noChangeShapeType="1"/>
              </p:cNvSpPr>
              <p:nvPr/>
            </p:nvSpPr>
            <p:spPr bwMode="auto">
              <a:xfrm flipH="1">
                <a:off x="4650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6518" name="Line 395"/>
            <p:cNvSpPr>
              <a:spLocks noChangeShapeType="1"/>
            </p:cNvSpPr>
            <p:nvPr/>
          </p:nvSpPr>
          <p:spPr bwMode="auto">
            <a:xfrm>
              <a:off x="6751" y="1700"/>
              <a:ext cx="0" cy="181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19" name="Rectangle 396"/>
            <p:cNvSpPr>
              <a:spLocks noChangeArrowheads="1"/>
            </p:cNvSpPr>
            <p:nvPr/>
          </p:nvSpPr>
          <p:spPr bwMode="auto">
            <a:xfrm flipV="1">
              <a:off x="4632" y="1387"/>
              <a:ext cx="1225" cy="320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sp>
          <p:nvSpPr>
            <p:cNvPr id="16520" name="Line 397"/>
            <p:cNvSpPr>
              <a:spLocks noChangeShapeType="1"/>
            </p:cNvSpPr>
            <p:nvPr/>
          </p:nvSpPr>
          <p:spPr bwMode="auto">
            <a:xfrm flipH="1">
              <a:off x="5177" y="1796"/>
              <a:ext cx="0" cy="9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21" name="Line 398"/>
            <p:cNvSpPr>
              <a:spLocks noChangeShapeType="1"/>
            </p:cNvSpPr>
            <p:nvPr/>
          </p:nvSpPr>
          <p:spPr bwMode="auto">
            <a:xfrm flipH="1">
              <a:off x="5313" y="1796"/>
              <a:ext cx="0" cy="9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22" name="Rectangle 399"/>
            <p:cNvSpPr>
              <a:spLocks noChangeArrowheads="1"/>
            </p:cNvSpPr>
            <p:nvPr/>
          </p:nvSpPr>
          <p:spPr bwMode="auto">
            <a:xfrm>
              <a:off x="4593" y="1895"/>
              <a:ext cx="442" cy="7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120V</a:t>
              </a:r>
              <a:endParaRPr lang="ko-KR" altLang="ko-KR" dirty="0"/>
            </a:p>
          </p:txBody>
        </p:sp>
        <p:sp>
          <p:nvSpPr>
            <p:cNvPr id="16523" name="Line 400"/>
            <p:cNvSpPr>
              <a:spLocks noChangeShapeType="1"/>
            </p:cNvSpPr>
            <p:nvPr/>
          </p:nvSpPr>
          <p:spPr bwMode="auto">
            <a:xfrm flipH="1">
              <a:off x="4633" y="1976"/>
              <a:ext cx="408" cy="0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24" name="Rectangle 401"/>
            <p:cNvSpPr>
              <a:spLocks noChangeArrowheads="1"/>
            </p:cNvSpPr>
            <p:nvPr/>
          </p:nvSpPr>
          <p:spPr bwMode="auto">
            <a:xfrm>
              <a:off x="4756" y="1251"/>
              <a:ext cx="998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LED Front Destination Indicator</a:t>
              </a:r>
              <a:endParaRPr lang="ko-KR" altLang="ko-KR" dirty="0"/>
            </a:p>
          </p:txBody>
        </p:sp>
        <p:sp>
          <p:nvSpPr>
            <p:cNvPr id="16525" name="Rectangle 402" descr="좁은 눈금"/>
            <p:cNvSpPr>
              <a:spLocks noChangeArrowheads="1"/>
            </p:cNvSpPr>
            <p:nvPr/>
          </p:nvSpPr>
          <p:spPr bwMode="auto">
            <a:xfrm flipV="1">
              <a:off x="4678" y="1433"/>
              <a:ext cx="1135" cy="234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grpSp>
          <p:nvGrpSpPr>
            <p:cNvPr id="9" name="Group 403"/>
            <p:cNvGrpSpPr>
              <a:grpSpLocks/>
            </p:cNvGrpSpPr>
            <p:nvPr/>
          </p:nvGrpSpPr>
          <p:grpSpPr bwMode="auto">
            <a:xfrm flipV="1">
              <a:off x="5177" y="1705"/>
              <a:ext cx="137" cy="90"/>
              <a:chOff x="4604" y="2523"/>
              <a:chExt cx="91" cy="46"/>
            </a:xfrm>
          </p:grpSpPr>
          <p:sp>
            <p:nvSpPr>
              <p:cNvPr id="16587" name="Line 404"/>
              <p:cNvSpPr>
                <a:spLocks noChangeShapeType="1"/>
              </p:cNvSpPr>
              <p:nvPr/>
            </p:nvSpPr>
            <p:spPr bwMode="auto">
              <a:xfrm>
                <a:off x="4604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588" name="Line 405"/>
              <p:cNvSpPr>
                <a:spLocks noChangeShapeType="1"/>
              </p:cNvSpPr>
              <p:nvPr/>
            </p:nvSpPr>
            <p:spPr bwMode="auto">
              <a:xfrm flipH="1">
                <a:off x="4650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6527" name="Line 406"/>
            <p:cNvSpPr>
              <a:spLocks noChangeShapeType="1"/>
            </p:cNvSpPr>
            <p:nvPr/>
          </p:nvSpPr>
          <p:spPr bwMode="auto">
            <a:xfrm>
              <a:off x="5041" y="1704"/>
              <a:ext cx="0" cy="272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28" name="Line 347"/>
            <p:cNvSpPr>
              <a:spLocks noChangeShapeType="1"/>
            </p:cNvSpPr>
            <p:nvPr/>
          </p:nvSpPr>
          <p:spPr bwMode="auto">
            <a:xfrm flipV="1">
              <a:off x="5051" y="2747"/>
              <a:ext cx="1215" cy="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29" name="Rectangle 358"/>
            <p:cNvSpPr>
              <a:spLocks noChangeArrowheads="1"/>
            </p:cNvSpPr>
            <p:nvPr/>
          </p:nvSpPr>
          <p:spPr bwMode="auto">
            <a:xfrm>
              <a:off x="4627" y="3225"/>
              <a:ext cx="726" cy="521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sp>
          <p:nvSpPr>
            <p:cNvPr id="16530" name="Line 359"/>
            <p:cNvSpPr>
              <a:spLocks noChangeShapeType="1"/>
            </p:cNvSpPr>
            <p:nvPr/>
          </p:nvSpPr>
          <p:spPr bwMode="auto">
            <a:xfrm flipV="1">
              <a:off x="4960" y="2748"/>
              <a:ext cx="1" cy="42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31" name="Line 360"/>
            <p:cNvSpPr>
              <a:spLocks noChangeShapeType="1"/>
            </p:cNvSpPr>
            <p:nvPr/>
          </p:nvSpPr>
          <p:spPr bwMode="auto">
            <a:xfrm flipV="1">
              <a:off x="5051" y="2748"/>
              <a:ext cx="1" cy="42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32" name="Rectangle 361"/>
            <p:cNvSpPr>
              <a:spLocks noChangeArrowheads="1"/>
            </p:cNvSpPr>
            <p:nvPr/>
          </p:nvSpPr>
          <p:spPr bwMode="auto">
            <a:xfrm rot="10800000" flipV="1">
              <a:off x="5196" y="2902"/>
              <a:ext cx="442" cy="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120V</a:t>
              </a:r>
              <a:endParaRPr lang="ko-KR" altLang="ko-KR" dirty="0"/>
            </a:p>
          </p:txBody>
        </p:sp>
        <p:sp>
          <p:nvSpPr>
            <p:cNvPr id="16533" name="Line 362"/>
            <p:cNvSpPr>
              <a:spLocks noChangeShapeType="1"/>
            </p:cNvSpPr>
            <p:nvPr/>
          </p:nvSpPr>
          <p:spPr bwMode="auto">
            <a:xfrm flipV="1">
              <a:off x="5208" y="3016"/>
              <a:ext cx="420" cy="2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0" name="Group 365"/>
            <p:cNvGrpSpPr>
              <a:grpSpLocks/>
            </p:cNvGrpSpPr>
            <p:nvPr/>
          </p:nvGrpSpPr>
          <p:grpSpPr bwMode="auto">
            <a:xfrm>
              <a:off x="4960" y="3175"/>
              <a:ext cx="90" cy="53"/>
              <a:chOff x="4604" y="2523"/>
              <a:chExt cx="91" cy="46"/>
            </a:xfrm>
          </p:grpSpPr>
          <p:sp>
            <p:nvSpPr>
              <p:cNvPr id="16585" name="Line 366"/>
              <p:cNvSpPr>
                <a:spLocks noChangeShapeType="1"/>
              </p:cNvSpPr>
              <p:nvPr/>
            </p:nvSpPr>
            <p:spPr bwMode="auto">
              <a:xfrm>
                <a:off x="4604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586" name="Line 367"/>
              <p:cNvSpPr>
                <a:spLocks noChangeShapeType="1"/>
              </p:cNvSpPr>
              <p:nvPr/>
            </p:nvSpPr>
            <p:spPr bwMode="auto">
              <a:xfrm flipH="1">
                <a:off x="4650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6536" name="Line 368"/>
            <p:cNvSpPr>
              <a:spLocks noChangeShapeType="1"/>
            </p:cNvSpPr>
            <p:nvPr/>
          </p:nvSpPr>
          <p:spPr bwMode="auto">
            <a:xfrm flipV="1">
              <a:off x="5208" y="3018"/>
              <a:ext cx="0" cy="210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37" name="Line 369"/>
            <p:cNvSpPr>
              <a:spLocks noChangeShapeType="1"/>
            </p:cNvSpPr>
            <p:nvPr/>
          </p:nvSpPr>
          <p:spPr bwMode="auto">
            <a:xfrm>
              <a:off x="4633" y="2747"/>
              <a:ext cx="327" cy="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38" name="Line 411"/>
            <p:cNvSpPr>
              <a:spLocks noChangeShapeType="1"/>
            </p:cNvSpPr>
            <p:nvPr/>
          </p:nvSpPr>
          <p:spPr bwMode="auto">
            <a:xfrm flipV="1">
              <a:off x="4871" y="2884"/>
              <a:ext cx="1213" cy="0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39" name="Line 412"/>
            <p:cNvSpPr>
              <a:spLocks noChangeShapeType="1"/>
            </p:cNvSpPr>
            <p:nvPr/>
          </p:nvSpPr>
          <p:spPr bwMode="auto">
            <a:xfrm>
              <a:off x="4633" y="2884"/>
              <a:ext cx="146" cy="0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40" name="Line 418"/>
            <p:cNvSpPr>
              <a:spLocks noChangeShapeType="1"/>
            </p:cNvSpPr>
            <p:nvPr/>
          </p:nvSpPr>
          <p:spPr bwMode="auto">
            <a:xfrm flipH="1">
              <a:off x="4779" y="2884"/>
              <a:ext cx="1" cy="326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1" name="Group 419"/>
            <p:cNvGrpSpPr>
              <a:grpSpLocks/>
            </p:cNvGrpSpPr>
            <p:nvPr/>
          </p:nvGrpSpPr>
          <p:grpSpPr bwMode="auto">
            <a:xfrm>
              <a:off x="4779" y="3210"/>
              <a:ext cx="91" cy="70"/>
              <a:chOff x="3651" y="2069"/>
              <a:chExt cx="136" cy="92"/>
            </a:xfrm>
          </p:grpSpPr>
          <p:sp>
            <p:nvSpPr>
              <p:cNvPr id="16582" name="Line 420"/>
              <p:cNvSpPr>
                <a:spLocks noChangeShapeType="1"/>
              </p:cNvSpPr>
              <p:nvPr/>
            </p:nvSpPr>
            <p:spPr bwMode="auto">
              <a:xfrm flipH="1">
                <a:off x="3651" y="2160"/>
                <a:ext cx="136" cy="1"/>
              </a:xfrm>
              <a:prstGeom prst="line">
                <a:avLst/>
              </a:prstGeom>
              <a:noFill/>
              <a:ln w="254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583" name="Line 421"/>
              <p:cNvSpPr>
                <a:spLocks noChangeShapeType="1"/>
              </p:cNvSpPr>
              <p:nvPr/>
            </p:nvSpPr>
            <p:spPr bwMode="auto">
              <a:xfrm flipH="1">
                <a:off x="3651" y="2069"/>
                <a:ext cx="0" cy="92"/>
              </a:xfrm>
              <a:prstGeom prst="line">
                <a:avLst/>
              </a:prstGeom>
              <a:noFill/>
              <a:ln w="254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584" name="Line 422"/>
              <p:cNvSpPr>
                <a:spLocks noChangeShapeType="1"/>
              </p:cNvSpPr>
              <p:nvPr/>
            </p:nvSpPr>
            <p:spPr bwMode="auto">
              <a:xfrm flipH="1">
                <a:off x="3787" y="2069"/>
                <a:ext cx="0" cy="92"/>
              </a:xfrm>
              <a:prstGeom prst="line">
                <a:avLst/>
              </a:prstGeom>
              <a:noFill/>
              <a:ln w="254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6542" name="Line 423"/>
            <p:cNvSpPr>
              <a:spLocks noChangeShapeType="1"/>
            </p:cNvSpPr>
            <p:nvPr/>
          </p:nvSpPr>
          <p:spPr bwMode="auto">
            <a:xfrm flipH="1">
              <a:off x="4870" y="2884"/>
              <a:ext cx="1" cy="318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43" name="Rectangle 426"/>
            <p:cNvSpPr>
              <a:spLocks noChangeArrowheads="1"/>
            </p:cNvSpPr>
            <p:nvPr/>
          </p:nvSpPr>
          <p:spPr bwMode="auto">
            <a:xfrm rot="10800000" flipV="1">
              <a:off x="5130" y="2772"/>
              <a:ext cx="816" cy="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16544" name="Line 428"/>
            <p:cNvSpPr>
              <a:spLocks noChangeShapeType="1"/>
            </p:cNvSpPr>
            <p:nvPr/>
          </p:nvSpPr>
          <p:spPr bwMode="auto">
            <a:xfrm>
              <a:off x="2592" y="1403"/>
              <a:ext cx="0" cy="30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45" name="Line 430"/>
            <p:cNvSpPr>
              <a:spLocks noChangeShapeType="1"/>
            </p:cNvSpPr>
            <p:nvPr/>
          </p:nvSpPr>
          <p:spPr bwMode="auto">
            <a:xfrm>
              <a:off x="2728" y="1403"/>
              <a:ext cx="0" cy="39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47" name="Line 433"/>
            <p:cNvSpPr>
              <a:spLocks noChangeShapeType="1"/>
            </p:cNvSpPr>
            <p:nvPr/>
          </p:nvSpPr>
          <p:spPr bwMode="auto">
            <a:xfrm>
              <a:off x="6356" y="2748"/>
              <a:ext cx="658" cy="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48" name="Rectangle 434"/>
            <p:cNvSpPr>
              <a:spLocks noChangeArrowheads="1"/>
            </p:cNvSpPr>
            <p:nvPr/>
          </p:nvSpPr>
          <p:spPr bwMode="auto">
            <a:xfrm>
              <a:off x="5932" y="3225"/>
              <a:ext cx="726" cy="521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sp>
          <p:nvSpPr>
            <p:cNvPr id="16549" name="Line 435"/>
            <p:cNvSpPr>
              <a:spLocks noChangeShapeType="1"/>
            </p:cNvSpPr>
            <p:nvPr/>
          </p:nvSpPr>
          <p:spPr bwMode="auto">
            <a:xfrm flipV="1">
              <a:off x="6265" y="2748"/>
              <a:ext cx="1" cy="42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50" name="Line 436"/>
            <p:cNvSpPr>
              <a:spLocks noChangeShapeType="1"/>
            </p:cNvSpPr>
            <p:nvPr/>
          </p:nvSpPr>
          <p:spPr bwMode="auto">
            <a:xfrm flipV="1">
              <a:off x="6356" y="2748"/>
              <a:ext cx="1" cy="42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51" name="Rectangle 437"/>
            <p:cNvSpPr>
              <a:spLocks noChangeArrowheads="1"/>
            </p:cNvSpPr>
            <p:nvPr/>
          </p:nvSpPr>
          <p:spPr bwMode="auto">
            <a:xfrm rot="10800000" flipV="1">
              <a:off x="6501" y="2902"/>
              <a:ext cx="442" cy="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120V</a:t>
              </a:r>
              <a:endParaRPr lang="ko-KR" altLang="ko-KR" dirty="0"/>
            </a:p>
          </p:txBody>
        </p:sp>
        <p:sp>
          <p:nvSpPr>
            <p:cNvPr id="16552" name="Line 438"/>
            <p:cNvSpPr>
              <a:spLocks noChangeShapeType="1"/>
            </p:cNvSpPr>
            <p:nvPr/>
          </p:nvSpPr>
          <p:spPr bwMode="auto">
            <a:xfrm flipV="1">
              <a:off x="6513" y="3016"/>
              <a:ext cx="420" cy="2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2" name="Group 440"/>
            <p:cNvGrpSpPr>
              <a:grpSpLocks/>
            </p:cNvGrpSpPr>
            <p:nvPr/>
          </p:nvGrpSpPr>
          <p:grpSpPr bwMode="auto">
            <a:xfrm>
              <a:off x="6265" y="3175"/>
              <a:ext cx="90" cy="53"/>
              <a:chOff x="4604" y="2523"/>
              <a:chExt cx="91" cy="46"/>
            </a:xfrm>
          </p:grpSpPr>
          <p:sp>
            <p:nvSpPr>
              <p:cNvPr id="16580" name="Line 441"/>
              <p:cNvSpPr>
                <a:spLocks noChangeShapeType="1"/>
              </p:cNvSpPr>
              <p:nvPr/>
            </p:nvSpPr>
            <p:spPr bwMode="auto">
              <a:xfrm>
                <a:off x="4604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581" name="Line 442"/>
              <p:cNvSpPr>
                <a:spLocks noChangeShapeType="1"/>
              </p:cNvSpPr>
              <p:nvPr/>
            </p:nvSpPr>
            <p:spPr bwMode="auto">
              <a:xfrm flipH="1">
                <a:off x="4650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6555" name="Line 443"/>
            <p:cNvSpPr>
              <a:spLocks noChangeShapeType="1"/>
            </p:cNvSpPr>
            <p:nvPr/>
          </p:nvSpPr>
          <p:spPr bwMode="auto">
            <a:xfrm flipV="1">
              <a:off x="6513" y="3018"/>
              <a:ext cx="0" cy="210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56" name="Line 445"/>
            <p:cNvSpPr>
              <a:spLocks noChangeShapeType="1"/>
            </p:cNvSpPr>
            <p:nvPr/>
          </p:nvSpPr>
          <p:spPr bwMode="auto">
            <a:xfrm>
              <a:off x="6176" y="2884"/>
              <a:ext cx="994" cy="0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57" name="Line 446"/>
            <p:cNvSpPr>
              <a:spLocks noChangeShapeType="1"/>
            </p:cNvSpPr>
            <p:nvPr/>
          </p:nvSpPr>
          <p:spPr bwMode="auto">
            <a:xfrm flipH="1">
              <a:off x="6084" y="2884"/>
              <a:ext cx="1" cy="326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3" name="Group 447"/>
            <p:cNvGrpSpPr>
              <a:grpSpLocks/>
            </p:cNvGrpSpPr>
            <p:nvPr/>
          </p:nvGrpSpPr>
          <p:grpSpPr bwMode="auto">
            <a:xfrm>
              <a:off x="6084" y="3210"/>
              <a:ext cx="91" cy="70"/>
              <a:chOff x="3651" y="2069"/>
              <a:chExt cx="136" cy="92"/>
            </a:xfrm>
          </p:grpSpPr>
          <p:sp>
            <p:nvSpPr>
              <p:cNvPr id="16577" name="Line 448"/>
              <p:cNvSpPr>
                <a:spLocks noChangeShapeType="1"/>
              </p:cNvSpPr>
              <p:nvPr/>
            </p:nvSpPr>
            <p:spPr bwMode="auto">
              <a:xfrm flipH="1">
                <a:off x="3651" y="2160"/>
                <a:ext cx="136" cy="1"/>
              </a:xfrm>
              <a:prstGeom prst="line">
                <a:avLst/>
              </a:prstGeom>
              <a:noFill/>
              <a:ln w="254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578" name="Line 449"/>
              <p:cNvSpPr>
                <a:spLocks noChangeShapeType="1"/>
              </p:cNvSpPr>
              <p:nvPr/>
            </p:nvSpPr>
            <p:spPr bwMode="auto">
              <a:xfrm flipH="1">
                <a:off x="3651" y="2069"/>
                <a:ext cx="0" cy="92"/>
              </a:xfrm>
              <a:prstGeom prst="line">
                <a:avLst/>
              </a:prstGeom>
              <a:noFill/>
              <a:ln w="254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579" name="Line 450"/>
              <p:cNvSpPr>
                <a:spLocks noChangeShapeType="1"/>
              </p:cNvSpPr>
              <p:nvPr/>
            </p:nvSpPr>
            <p:spPr bwMode="auto">
              <a:xfrm flipH="1">
                <a:off x="3787" y="2069"/>
                <a:ext cx="0" cy="92"/>
              </a:xfrm>
              <a:prstGeom prst="line">
                <a:avLst/>
              </a:prstGeom>
              <a:noFill/>
              <a:ln w="254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6559" name="Line 451"/>
            <p:cNvSpPr>
              <a:spLocks noChangeShapeType="1"/>
            </p:cNvSpPr>
            <p:nvPr/>
          </p:nvSpPr>
          <p:spPr bwMode="auto">
            <a:xfrm flipH="1">
              <a:off x="6175" y="2884"/>
              <a:ext cx="1" cy="318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60" name="Rectangle 452"/>
            <p:cNvSpPr>
              <a:spLocks noChangeArrowheads="1"/>
            </p:cNvSpPr>
            <p:nvPr/>
          </p:nvSpPr>
          <p:spPr bwMode="auto">
            <a:xfrm rot="10800000" flipV="1">
              <a:off x="6309" y="2760"/>
              <a:ext cx="816" cy="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16561" name="Rectangle 453"/>
            <p:cNvSpPr>
              <a:spLocks noChangeArrowheads="1"/>
            </p:cNvSpPr>
            <p:nvPr/>
          </p:nvSpPr>
          <p:spPr bwMode="auto">
            <a:xfrm rot="10800000" flipV="1">
              <a:off x="6308" y="2657"/>
              <a:ext cx="817" cy="5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 for LCD PID</a:t>
              </a:r>
              <a:endParaRPr lang="ko-KR" altLang="ko-KR" dirty="0"/>
            </a:p>
          </p:txBody>
        </p:sp>
        <p:sp>
          <p:nvSpPr>
            <p:cNvPr id="16562" name="Rectangle 455"/>
            <p:cNvSpPr>
              <a:spLocks noChangeArrowheads="1"/>
            </p:cNvSpPr>
            <p:nvPr/>
          </p:nvSpPr>
          <p:spPr bwMode="auto">
            <a:xfrm>
              <a:off x="3091" y="2112"/>
              <a:ext cx="726" cy="10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IEEE802.11a/b/g</a:t>
              </a:r>
              <a:endParaRPr lang="ko-KR" altLang="ko-KR" dirty="0"/>
            </a:p>
          </p:txBody>
        </p:sp>
        <p:sp>
          <p:nvSpPr>
            <p:cNvPr id="16563" name="Rectangle 456"/>
            <p:cNvSpPr>
              <a:spLocks noChangeArrowheads="1"/>
            </p:cNvSpPr>
            <p:nvPr/>
          </p:nvSpPr>
          <p:spPr bwMode="auto">
            <a:xfrm>
              <a:off x="2728" y="2262"/>
              <a:ext cx="726" cy="10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Time and Location</a:t>
              </a:r>
              <a:endParaRPr lang="ko-KR" altLang="ko-KR" dirty="0"/>
            </a:p>
          </p:txBody>
        </p:sp>
        <p:sp>
          <p:nvSpPr>
            <p:cNvPr id="16564" name="Line 457"/>
            <p:cNvSpPr>
              <a:spLocks noChangeShapeType="1"/>
            </p:cNvSpPr>
            <p:nvPr/>
          </p:nvSpPr>
          <p:spPr bwMode="auto">
            <a:xfrm>
              <a:off x="1276" y="2475"/>
              <a:ext cx="31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65" name="Line 458"/>
            <p:cNvSpPr>
              <a:spLocks noChangeShapeType="1"/>
            </p:cNvSpPr>
            <p:nvPr/>
          </p:nvSpPr>
          <p:spPr bwMode="auto">
            <a:xfrm>
              <a:off x="1276" y="2475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66" name="Line 459"/>
            <p:cNvSpPr>
              <a:spLocks noChangeShapeType="1"/>
            </p:cNvSpPr>
            <p:nvPr/>
          </p:nvSpPr>
          <p:spPr bwMode="auto">
            <a:xfrm>
              <a:off x="1276" y="3564"/>
              <a:ext cx="31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67" name="Rectangle 461"/>
            <p:cNvSpPr>
              <a:spLocks noChangeArrowheads="1"/>
            </p:cNvSpPr>
            <p:nvPr/>
          </p:nvSpPr>
          <p:spPr bwMode="auto">
            <a:xfrm rot="-5400000">
              <a:off x="1094" y="2949"/>
              <a:ext cx="272" cy="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solidFill>
                    <a:srgbClr val="800000"/>
                  </a:solidFill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16568" name="Rectangle 462"/>
            <p:cNvSpPr>
              <a:spLocks noChangeArrowheads="1"/>
            </p:cNvSpPr>
            <p:nvPr/>
          </p:nvSpPr>
          <p:spPr bwMode="auto">
            <a:xfrm rot="-5400000">
              <a:off x="913" y="2586"/>
              <a:ext cx="272" cy="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solidFill>
                    <a:srgbClr val="336600"/>
                  </a:solidFill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16569" name="Line 464"/>
            <p:cNvSpPr>
              <a:spLocks noChangeShapeType="1"/>
            </p:cNvSpPr>
            <p:nvPr/>
          </p:nvSpPr>
          <p:spPr bwMode="auto">
            <a:xfrm>
              <a:off x="4270" y="1976"/>
              <a:ext cx="363" cy="77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70" name="Line 467"/>
            <p:cNvSpPr>
              <a:spLocks noChangeShapeType="1"/>
            </p:cNvSpPr>
            <p:nvPr/>
          </p:nvSpPr>
          <p:spPr bwMode="auto">
            <a:xfrm>
              <a:off x="4406" y="2702"/>
              <a:ext cx="227" cy="182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4" name="Group 476"/>
            <p:cNvGrpSpPr>
              <a:grpSpLocks/>
            </p:cNvGrpSpPr>
            <p:nvPr/>
          </p:nvGrpSpPr>
          <p:grpSpPr bwMode="auto">
            <a:xfrm>
              <a:off x="4290" y="113"/>
              <a:ext cx="887" cy="865"/>
              <a:chOff x="4286" y="111"/>
              <a:chExt cx="887" cy="865"/>
            </a:xfrm>
          </p:grpSpPr>
          <p:pic>
            <p:nvPicPr>
              <p:cNvPr id="16575" name="Picture 469" descr="Gorizot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 rot="-866506">
                <a:off x="4451" y="111"/>
                <a:ext cx="722" cy="7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576" name="Line 472"/>
              <p:cNvSpPr>
                <a:spLocks noChangeShapeType="1"/>
              </p:cNvSpPr>
              <p:nvPr/>
            </p:nvSpPr>
            <p:spPr bwMode="auto">
              <a:xfrm rot="20733494" flipH="1">
                <a:off x="4286" y="785"/>
                <a:ext cx="274" cy="191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6572" name="Rectangle 473"/>
            <p:cNvSpPr>
              <a:spLocks noChangeArrowheads="1"/>
            </p:cNvSpPr>
            <p:nvPr/>
          </p:nvSpPr>
          <p:spPr bwMode="auto">
            <a:xfrm>
              <a:off x="4406" y="69"/>
              <a:ext cx="815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GPS Satellite</a:t>
              </a:r>
              <a:endParaRPr lang="ko-KR" altLang="ko-KR" dirty="0"/>
            </a:p>
          </p:txBody>
        </p:sp>
        <p:sp>
          <p:nvSpPr>
            <p:cNvPr id="16574" name="Rectangle 477"/>
            <p:cNvSpPr>
              <a:spLocks noChangeArrowheads="1"/>
            </p:cNvSpPr>
            <p:nvPr/>
          </p:nvSpPr>
          <p:spPr bwMode="auto">
            <a:xfrm>
              <a:off x="2158" y="4008"/>
              <a:ext cx="542" cy="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(OLD) PA Audio TL</a:t>
              </a:r>
              <a:endParaRPr lang="ko-KR" altLang="ko-KR" dirty="0"/>
            </a:p>
          </p:txBody>
        </p:sp>
      </p:grpSp>
      <p:pic>
        <p:nvPicPr>
          <p:cNvPr id="222" name="그림 221" descr="denver_mini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80112" y="3933056"/>
            <a:ext cx="747361" cy="432048"/>
          </a:xfrm>
          <a:prstGeom prst="rect">
            <a:avLst/>
          </a:prstGeom>
        </p:spPr>
      </p:pic>
      <p:pic>
        <p:nvPicPr>
          <p:cNvPr id="223" name="그림 222" descr="denver_mini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29481" y="3933056"/>
            <a:ext cx="747361" cy="432048"/>
          </a:xfrm>
          <a:prstGeom prst="rect">
            <a:avLst/>
          </a:prstGeom>
        </p:spPr>
      </p:pic>
      <p:sp>
        <p:nvSpPr>
          <p:cNvPr id="224" name="TextBox 223"/>
          <p:cNvSpPr txBox="1"/>
          <p:nvPr/>
        </p:nvSpPr>
        <p:spPr>
          <a:xfrm>
            <a:off x="611560" y="260648"/>
            <a:ext cx="25202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 smtClean="0"/>
              <a:t>A</a:t>
            </a:r>
            <a:endParaRPr lang="ko-KR" altLang="en-US" sz="1000" dirty="0"/>
          </a:p>
        </p:txBody>
      </p:sp>
      <p:sp>
        <p:nvSpPr>
          <p:cNvPr id="264" name="Line 467"/>
          <p:cNvSpPr>
            <a:spLocks noChangeShapeType="1"/>
          </p:cNvSpPr>
          <p:nvPr/>
        </p:nvSpPr>
        <p:spPr bwMode="auto">
          <a:xfrm>
            <a:off x="4330500" y="3277954"/>
            <a:ext cx="873960" cy="1553125"/>
          </a:xfrm>
          <a:prstGeom prst="line">
            <a:avLst/>
          </a:prstGeom>
          <a:noFill/>
          <a:ln w="25400">
            <a:solidFill>
              <a:srgbClr val="333399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4" name="Line 347"/>
          <p:cNvSpPr>
            <a:spLocks noChangeShapeType="1"/>
          </p:cNvSpPr>
          <p:nvPr/>
        </p:nvSpPr>
        <p:spPr bwMode="auto">
          <a:xfrm flipV="1">
            <a:off x="8350250" y="3282948"/>
            <a:ext cx="12700" cy="137795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0" name="Rectangle 426"/>
          <p:cNvSpPr>
            <a:spLocks noChangeArrowheads="1"/>
          </p:cNvSpPr>
          <p:nvPr/>
        </p:nvSpPr>
        <p:spPr bwMode="auto">
          <a:xfrm rot="10800000" flipV="1">
            <a:off x="5436097" y="4509120"/>
            <a:ext cx="972563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89" tIns="60894" rIns="121789" bIns="60894" anchor="ctr"/>
          <a:lstStyle/>
          <a:p>
            <a:pPr algn="ctr"/>
            <a:r>
              <a:rPr lang="en-US" altLang="ko-KR" sz="800" dirty="0" smtClean="0"/>
              <a:t>LCD Display Type A</a:t>
            </a:r>
            <a:endParaRPr lang="ko-KR" altLang="ko-KR" sz="800" dirty="0"/>
          </a:p>
        </p:txBody>
      </p:sp>
      <p:sp>
        <p:nvSpPr>
          <p:cNvPr id="291" name="Rectangle 426"/>
          <p:cNvSpPr>
            <a:spLocks noChangeArrowheads="1"/>
          </p:cNvSpPr>
          <p:nvPr/>
        </p:nvSpPr>
        <p:spPr bwMode="auto">
          <a:xfrm rot="10800000" flipV="1">
            <a:off x="7020273" y="4509120"/>
            <a:ext cx="972563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89" tIns="60894" rIns="121789" bIns="60894" anchor="ctr"/>
          <a:lstStyle/>
          <a:p>
            <a:pPr algn="ctr"/>
            <a:r>
              <a:rPr lang="en-US" altLang="ko-KR" sz="800" dirty="0" smtClean="0"/>
              <a:t>LCD Display Type B X 2</a:t>
            </a:r>
            <a:endParaRPr lang="ko-KR" altLang="ko-KR" sz="800" dirty="0"/>
          </a:p>
        </p:txBody>
      </p:sp>
      <p:grpSp>
        <p:nvGrpSpPr>
          <p:cNvPr id="294" name="그룹 293"/>
          <p:cNvGrpSpPr/>
          <p:nvPr/>
        </p:nvGrpSpPr>
        <p:grpSpPr>
          <a:xfrm>
            <a:off x="4875272" y="4660756"/>
            <a:ext cx="3729176" cy="1360531"/>
            <a:chOff x="4875272" y="4660756"/>
            <a:chExt cx="3729176" cy="1360531"/>
          </a:xfrm>
        </p:grpSpPr>
        <p:grpSp>
          <p:nvGrpSpPr>
            <p:cNvPr id="237" name="그룹 236"/>
            <p:cNvGrpSpPr/>
            <p:nvPr/>
          </p:nvGrpSpPr>
          <p:grpSpPr>
            <a:xfrm>
              <a:off x="7092280" y="5256310"/>
              <a:ext cx="865295" cy="620962"/>
              <a:chOff x="7092280" y="4917542"/>
              <a:chExt cx="865295" cy="620962"/>
            </a:xfrm>
          </p:grpSpPr>
          <p:sp>
            <p:nvSpPr>
              <p:cNvPr id="225" name="Rectangle 358"/>
              <p:cNvSpPr>
                <a:spLocks noChangeArrowheads="1"/>
              </p:cNvSpPr>
              <p:nvPr/>
            </p:nvSpPr>
            <p:spPr bwMode="auto">
              <a:xfrm>
                <a:off x="7092280" y="4917542"/>
                <a:ext cx="865295" cy="620962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227" name="그림 226" descr="denver_mini.jp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164288" y="4989550"/>
                <a:ext cx="747361" cy="432048"/>
              </a:xfrm>
              <a:prstGeom prst="rect">
                <a:avLst/>
              </a:prstGeom>
            </p:spPr>
          </p:pic>
        </p:grpSp>
        <p:grpSp>
          <p:nvGrpSpPr>
            <p:cNvPr id="246" name="그룹 245"/>
            <p:cNvGrpSpPr/>
            <p:nvPr/>
          </p:nvGrpSpPr>
          <p:grpSpPr>
            <a:xfrm>
              <a:off x="5523715" y="5256310"/>
              <a:ext cx="865295" cy="620962"/>
              <a:chOff x="3563888" y="3861048"/>
              <a:chExt cx="865295" cy="620962"/>
            </a:xfrm>
          </p:grpSpPr>
          <p:sp>
            <p:nvSpPr>
              <p:cNvPr id="221" name="Rectangle 358"/>
              <p:cNvSpPr>
                <a:spLocks noChangeArrowheads="1"/>
              </p:cNvSpPr>
              <p:nvPr/>
            </p:nvSpPr>
            <p:spPr bwMode="auto">
              <a:xfrm>
                <a:off x="3563888" y="3861048"/>
                <a:ext cx="865295" cy="620962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226" name="그림 225" descr="denver_mini.jp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635896" y="3933056"/>
                <a:ext cx="747361" cy="432048"/>
              </a:xfrm>
              <a:prstGeom prst="rect">
                <a:avLst/>
              </a:prstGeom>
            </p:spPr>
          </p:pic>
        </p:grpSp>
        <p:sp>
          <p:nvSpPr>
            <p:cNvPr id="249" name="Line 412"/>
            <p:cNvSpPr>
              <a:spLocks noChangeShapeType="1"/>
            </p:cNvSpPr>
            <p:nvPr/>
          </p:nvSpPr>
          <p:spPr bwMode="auto">
            <a:xfrm>
              <a:off x="5219700" y="4838700"/>
              <a:ext cx="431038" cy="1480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" name="Line 418"/>
            <p:cNvSpPr>
              <a:spLocks noChangeShapeType="1"/>
            </p:cNvSpPr>
            <p:nvPr/>
          </p:nvSpPr>
          <p:spPr bwMode="auto">
            <a:xfrm flipH="1">
              <a:off x="5650737" y="4840181"/>
              <a:ext cx="1192" cy="388548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" name="Line 420"/>
            <p:cNvSpPr>
              <a:spLocks noChangeShapeType="1"/>
            </p:cNvSpPr>
            <p:nvPr/>
          </p:nvSpPr>
          <p:spPr bwMode="auto">
            <a:xfrm flipH="1">
              <a:off x="5650737" y="5311254"/>
              <a:ext cx="108460" cy="907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" name="Line 421"/>
            <p:cNvSpPr>
              <a:spLocks noChangeShapeType="1"/>
            </p:cNvSpPr>
            <p:nvPr/>
          </p:nvSpPr>
          <p:spPr bwMode="auto">
            <a:xfrm flipH="1">
              <a:off x="5650737" y="5228730"/>
              <a:ext cx="0" cy="83431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" name="Line 422"/>
            <p:cNvSpPr>
              <a:spLocks noChangeShapeType="1"/>
            </p:cNvSpPr>
            <p:nvPr/>
          </p:nvSpPr>
          <p:spPr bwMode="auto">
            <a:xfrm flipH="1">
              <a:off x="5759197" y="5228730"/>
              <a:ext cx="0" cy="83431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" name="Line 423"/>
            <p:cNvSpPr>
              <a:spLocks noChangeShapeType="1"/>
            </p:cNvSpPr>
            <p:nvPr/>
          </p:nvSpPr>
          <p:spPr bwMode="auto">
            <a:xfrm flipH="1">
              <a:off x="5760388" y="4840181"/>
              <a:ext cx="1192" cy="379014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" name="Line 418"/>
            <p:cNvSpPr>
              <a:spLocks noChangeShapeType="1"/>
            </p:cNvSpPr>
            <p:nvPr/>
          </p:nvSpPr>
          <p:spPr bwMode="auto">
            <a:xfrm flipH="1">
              <a:off x="7219302" y="4840181"/>
              <a:ext cx="1192" cy="388548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9" name="Line 420"/>
            <p:cNvSpPr>
              <a:spLocks noChangeShapeType="1"/>
            </p:cNvSpPr>
            <p:nvPr/>
          </p:nvSpPr>
          <p:spPr bwMode="auto">
            <a:xfrm flipH="1">
              <a:off x="7219302" y="5311254"/>
              <a:ext cx="108460" cy="907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" name="Line 421"/>
            <p:cNvSpPr>
              <a:spLocks noChangeShapeType="1"/>
            </p:cNvSpPr>
            <p:nvPr/>
          </p:nvSpPr>
          <p:spPr bwMode="auto">
            <a:xfrm flipH="1">
              <a:off x="7219302" y="5228730"/>
              <a:ext cx="0" cy="83431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" name="Line 422"/>
            <p:cNvSpPr>
              <a:spLocks noChangeShapeType="1"/>
            </p:cNvSpPr>
            <p:nvPr/>
          </p:nvSpPr>
          <p:spPr bwMode="auto">
            <a:xfrm flipH="1">
              <a:off x="7327762" y="5228730"/>
              <a:ext cx="0" cy="83431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2" name="Line 423"/>
            <p:cNvSpPr>
              <a:spLocks noChangeShapeType="1"/>
            </p:cNvSpPr>
            <p:nvPr/>
          </p:nvSpPr>
          <p:spPr bwMode="auto">
            <a:xfrm flipH="1">
              <a:off x="7328953" y="4840181"/>
              <a:ext cx="1192" cy="379014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6" name="Line 411"/>
            <p:cNvSpPr>
              <a:spLocks noChangeShapeType="1"/>
            </p:cNvSpPr>
            <p:nvPr/>
          </p:nvSpPr>
          <p:spPr bwMode="auto">
            <a:xfrm flipV="1">
              <a:off x="5773276" y="4835252"/>
              <a:ext cx="1445734" cy="0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7" name="Line 445"/>
            <p:cNvSpPr>
              <a:spLocks noChangeShapeType="1"/>
            </p:cNvSpPr>
            <p:nvPr/>
          </p:nvSpPr>
          <p:spPr bwMode="auto">
            <a:xfrm>
              <a:off x="7331164" y="4853920"/>
              <a:ext cx="1184715" cy="0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8" name="Rectangle 361"/>
            <p:cNvSpPr>
              <a:spLocks noChangeArrowheads="1"/>
            </p:cNvSpPr>
            <p:nvPr/>
          </p:nvSpPr>
          <p:spPr bwMode="auto">
            <a:xfrm rot="10800000" flipV="1">
              <a:off x="6205435" y="4840652"/>
              <a:ext cx="526805" cy="10488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120V</a:t>
              </a:r>
              <a:endParaRPr lang="ko-KR" altLang="ko-KR" dirty="0"/>
            </a:p>
          </p:txBody>
        </p:sp>
        <p:sp>
          <p:nvSpPr>
            <p:cNvPr id="269" name="Line 362"/>
            <p:cNvSpPr>
              <a:spLocks noChangeShapeType="1"/>
            </p:cNvSpPr>
            <p:nvPr/>
          </p:nvSpPr>
          <p:spPr bwMode="auto">
            <a:xfrm flipV="1">
              <a:off x="6219737" y="4976525"/>
              <a:ext cx="500584" cy="2384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0" name="Line 368"/>
            <p:cNvSpPr>
              <a:spLocks noChangeShapeType="1"/>
            </p:cNvSpPr>
            <p:nvPr/>
          </p:nvSpPr>
          <p:spPr bwMode="auto">
            <a:xfrm flipV="1">
              <a:off x="6219737" y="4978908"/>
              <a:ext cx="0" cy="250292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1" name="Rectangle 361"/>
            <p:cNvSpPr>
              <a:spLocks noChangeArrowheads="1"/>
            </p:cNvSpPr>
            <p:nvPr/>
          </p:nvSpPr>
          <p:spPr bwMode="auto">
            <a:xfrm rot="10800000" flipV="1">
              <a:off x="7740352" y="4869160"/>
              <a:ext cx="526805" cy="10488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120V</a:t>
              </a:r>
              <a:endParaRPr lang="ko-KR" altLang="ko-KR" dirty="0"/>
            </a:p>
          </p:txBody>
        </p:sp>
        <p:sp>
          <p:nvSpPr>
            <p:cNvPr id="272" name="Line 362"/>
            <p:cNvSpPr>
              <a:spLocks noChangeShapeType="1"/>
            </p:cNvSpPr>
            <p:nvPr/>
          </p:nvSpPr>
          <p:spPr bwMode="auto">
            <a:xfrm flipV="1">
              <a:off x="7754654" y="5005033"/>
              <a:ext cx="500584" cy="2384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3" name="Line 368"/>
            <p:cNvSpPr>
              <a:spLocks noChangeShapeType="1"/>
            </p:cNvSpPr>
            <p:nvPr/>
          </p:nvSpPr>
          <p:spPr bwMode="auto">
            <a:xfrm flipV="1">
              <a:off x="7754654" y="5007416"/>
              <a:ext cx="0" cy="250292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5" name="Line 347"/>
            <p:cNvSpPr>
              <a:spLocks noChangeShapeType="1"/>
            </p:cNvSpPr>
            <p:nvPr/>
          </p:nvSpPr>
          <p:spPr bwMode="auto">
            <a:xfrm flipV="1">
              <a:off x="6015885" y="4669011"/>
              <a:ext cx="1448118" cy="119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84" name="그룹 283"/>
            <p:cNvGrpSpPr/>
            <p:nvPr/>
          </p:nvGrpSpPr>
          <p:grpSpPr>
            <a:xfrm>
              <a:off x="7455911" y="4682903"/>
              <a:ext cx="109652" cy="572096"/>
              <a:chOff x="7459086" y="4654328"/>
              <a:chExt cx="109652" cy="572096"/>
            </a:xfrm>
          </p:grpSpPr>
          <p:sp>
            <p:nvSpPr>
              <p:cNvPr id="276" name="Line 435"/>
              <p:cNvSpPr>
                <a:spLocks noChangeShapeType="1"/>
              </p:cNvSpPr>
              <p:nvPr/>
            </p:nvSpPr>
            <p:spPr bwMode="auto">
              <a:xfrm flipV="1">
                <a:off x="7459086" y="4654328"/>
                <a:ext cx="1192" cy="50892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7" name="Line 436"/>
              <p:cNvSpPr>
                <a:spLocks noChangeShapeType="1"/>
              </p:cNvSpPr>
              <p:nvPr/>
            </p:nvSpPr>
            <p:spPr bwMode="auto">
              <a:xfrm flipV="1">
                <a:off x="7567546" y="4654328"/>
                <a:ext cx="1192" cy="50892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8" name="Line 441"/>
              <p:cNvSpPr>
                <a:spLocks noChangeShapeType="1"/>
              </p:cNvSpPr>
              <p:nvPr/>
            </p:nvSpPr>
            <p:spPr bwMode="auto">
              <a:xfrm>
                <a:off x="7459086" y="5163255"/>
                <a:ext cx="54223" cy="63169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9" name="Line 442"/>
              <p:cNvSpPr>
                <a:spLocks noChangeShapeType="1"/>
              </p:cNvSpPr>
              <p:nvPr/>
            </p:nvSpPr>
            <p:spPr bwMode="auto">
              <a:xfrm flipH="1">
                <a:off x="7513309" y="5163255"/>
                <a:ext cx="53045" cy="63169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285" name="그룹 284"/>
            <p:cNvGrpSpPr/>
            <p:nvPr/>
          </p:nvGrpSpPr>
          <p:grpSpPr>
            <a:xfrm>
              <a:off x="5905683" y="4684886"/>
              <a:ext cx="109652" cy="572096"/>
              <a:chOff x="5902508" y="4653136"/>
              <a:chExt cx="109652" cy="572096"/>
            </a:xfrm>
          </p:grpSpPr>
          <p:sp>
            <p:nvSpPr>
              <p:cNvPr id="280" name="Line 435"/>
              <p:cNvSpPr>
                <a:spLocks noChangeShapeType="1"/>
              </p:cNvSpPr>
              <p:nvPr/>
            </p:nvSpPr>
            <p:spPr bwMode="auto">
              <a:xfrm flipV="1">
                <a:off x="5902508" y="4653136"/>
                <a:ext cx="1192" cy="50892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1" name="Line 436"/>
              <p:cNvSpPr>
                <a:spLocks noChangeShapeType="1"/>
              </p:cNvSpPr>
              <p:nvPr/>
            </p:nvSpPr>
            <p:spPr bwMode="auto">
              <a:xfrm flipV="1">
                <a:off x="6010968" y="4653136"/>
                <a:ext cx="1192" cy="50892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2" name="Line 441"/>
              <p:cNvSpPr>
                <a:spLocks noChangeShapeType="1"/>
              </p:cNvSpPr>
              <p:nvPr/>
            </p:nvSpPr>
            <p:spPr bwMode="auto">
              <a:xfrm>
                <a:off x="5902508" y="5162063"/>
                <a:ext cx="54223" cy="63169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3" name="Line 442"/>
              <p:cNvSpPr>
                <a:spLocks noChangeShapeType="1"/>
              </p:cNvSpPr>
              <p:nvPr/>
            </p:nvSpPr>
            <p:spPr bwMode="auto">
              <a:xfrm flipH="1">
                <a:off x="5956731" y="5162063"/>
                <a:ext cx="53045" cy="63169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86" name="Line 347"/>
            <p:cNvSpPr>
              <a:spLocks noChangeShapeType="1"/>
            </p:cNvSpPr>
            <p:nvPr/>
          </p:nvSpPr>
          <p:spPr bwMode="auto">
            <a:xfrm flipV="1">
              <a:off x="7563921" y="4670424"/>
              <a:ext cx="783154" cy="5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7" name="Line 374"/>
            <p:cNvSpPr>
              <a:spLocks noChangeShapeType="1"/>
            </p:cNvSpPr>
            <p:nvPr/>
          </p:nvSpPr>
          <p:spPr bwMode="auto">
            <a:xfrm flipV="1">
              <a:off x="4875272" y="4660756"/>
              <a:ext cx="102738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8" name="Rectangle 426"/>
            <p:cNvSpPr>
              <a:spLocks noChangeArrowheads="1"/>
            </p:cNvSpPr>
            <p:nvPr/>
          </p:nvSpPr>
          <p:spPr bwMode="auto">
            <a:xfrm rot="10800000" flipV="1">
              <a:off x="6084169" y="4689883"/>
              <a:ext cx="972563" cy="10726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289" name="Rectangle 426"/>
            <p:cNvSpPr>
              <a:spLocks noChangeArrowheads="1"/>
            </p:cNvSpPr>
            <p:nvPr/>
          </p:nvSpPr>
          <p:spPr bwMode="auto">
            <a:xfrm rot="10800000" flipV="1">
              <a:off x="7631885" y="4689883"/>
              <a:ext cx="972563" cy="10726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292" name="Rectangle 426"/>
            <p:cNvSpPr>
              <a:spLocks noChangeArrowheads="1"/>
            </p:cNvSpPr>
            <p:nvPr/>
          </p:nvSpPr>
          <p:spPr bwMode="auto">
            <a:xfrm rot="10800000" flipV="1">
              <a:off x="5471645" y="5914019"/>
              <a:ext cx="972563" cy="10726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 smtClean="0"/>
                <a:t>LCD Display Type A</a:t>
              </a:r>
              <a:endParaRPr lang="ko-KR" altLang="ko-KR" sz="800" dirty="0"/>
            </a:p>
          </p:txBody>
        </p:sp>
        <p:sp>
          <p:nvSpPr>
            <p:cNvPr id="293" name="Rectangle 426"/>
            <p:cNvSpPr>
              <a:spLocks noChangeArrowheads="1"/>
            </p:cNvSpPr>
            <p:nvPr/>
          </p:nvSpPr>
          <p:spPr bwMode="auto">
            <a:xfrm rot="10800000" flipV="1">
              <a:off x="7055821" y="5914019"/>
              <a:ext cx="972563" cy="10726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 smtClean="0"/>
                <a:t>LCD Display Type B X 2</a:t>
              </a:r>
              <a:endParaRPr lang="ko-KR" altLang="ko-KR" sz="800" dirty="0"/>
            </a:p>
          </p:txBody>
        </p:sp>
      </p:grpSp>
      <p:sp>
        <p:nvSpPr>
          <p:cNvPr id="295" name="Line 202"/>
          <p:cNvSpPr>
            <a:spLocks noChangeShapeType="1"/>
          </p:cNvSpPr>
          <p:nvPr/>
        </p:nvSpPr>
        <p:spPr bwMode="auto">
          <a:xfrm>
            <a:off x="1605685" y="4029774"/>
            <a:ext cx="100011" cy="9143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me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23"/>
          <p:cNvGrpSpPr>
            <a:grpSpLocks/>
          </p:cNvGrpSpPr>
          <p:nvPr/>
        </p:nvGrpSpPr>
        <p:grpSpPr bwMode="auto">
          <a:xfrm flipH="1">
            <a:off x="539916" y="1058377"/>
            <a:ext cx="8046291" cy="5459940"/>
            <a:chOff x="460" y="888"/>
            <a:chExt cx="6751" cy="4581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 flipH="1">
              <a:off x="551" y="1341"/>
              <a:ext cx="1502" cy="3255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 rot="16200000" flipH="1">
              <a:off x="17" y="3139"/>
              <a:ext cx="1286" cy="13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822" y="1205"/>
              <a:ext cx="1088" cy="10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b="1" dirty="0">
                  <a:latin typeface="Arial" charset="0"/>
                </a:rPr>
                <a:t>Communication </a:t>
              </a:r>
              <a:r>
                <a:rPr lang="en-US" altLang="ko-KR" sz="900" b="1" dirty="0" smtClean="0">
                  <a:latin typeface="Arial" charset="0"/>
                </a:rPr>
                <a:t>Rack-B</a:t>
              </a:r>
              <a:endParaRPr lang="ko-KR" altLang="ko-KR" dirty="0"/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2006" y="1905"/>
              <a:ext cx="575" cy="5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 flipV="1">
              <a:off x="1458" y="1976"/>
              <a:ext cx="281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2002" y="1815"/>
              <a:ext cx="575" cy="5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185" y="1886"/>
              <a:ext cx="399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2033" y="1398"/>
              <a:ext cx="574" cy="13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2002" y="1522"/>
              <a:ext cx="499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>
              <a:off x="2002" y="1708"/>
              <a:ext cx="574" cy="8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23" name="Line 26"/>
            <p:cNvSpPr>
              <a:spLocks noChangeShapeType="1"/>
            </p:cNvSpPr>
            <p:nvPr/>
          </p:nvSpPr>
          <p:spPr bwMode="auto">
            <a:xfrm>
              <a:off x="1095" y="1704"/>
              <a:ext cx="149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Line 29"/>
            <p:cNvSpPr>
              <a:spLocks noChangeShapeType="1"/>
            </p:cNvSpPr>
            <p:nvPr/>
          </p:nvSpPr>
          <p:spPr bwMode="auto">
            <a:xfrm flipH="1" flipV="1">
              <a:off x="2002" y="4517"/>
              <a:ext cx="18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Line 30"/>
            <p:cNvSpPr>
              <a:spLocks noChangeShapeType="1"/>
            </p:cNvSpPr>
            <p:nvPr/>
          </p:nvSpPr>
          <p:spPr bwMode="auto">
            <a:xfrm flipV="1">
              <a:off x="2002" y="4381"/>
              <a:ext cx="27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Line 31"/>
            <p:cNvSpPr>
              <a:spLocks noChangeShapeType="1"/>
            </p:cNvSpPr>
            <p:nvPr/>
          </p:nvSpPr>
          <p:spPr bwMode="auto">
            <a:xfrm flipH="1">
              <a:off x="460" y="5287"/>
              <a:ext cx="172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Line 32"/>
            <p:cNvSpPr>
              <a:spLocks noChangeShapeType="1"/>
            </p:cNvSpPr>
            <p:nvPr/>
          </p:nvSpPr>
          <p:spPr bwMode="auto">
            <a:xfrm>
              <a:off x="2274" y="5287"/>
              <a:ext cx="140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Rectangle 33"/>
            <p:cNvSpPr>
              <a:spLocks noChangeArrowheads="1"/>
            </p:cNvSpPr>
            <p:nvPr/>
          </p:nvSpPr>
          <p:spPr bwMode="auto">
            <a:xfrm>
              <a:off x="2732" y="5197"/>
              <a:ext cx="575" cy="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29" name="Line 34"/>
            <p:cNvSpPr>
              <a:spLocks noChangeShapeType="1"/>
            </p:cNvSpPr>
            <p:nvPr/>
          </p:nvSpPr>
          <p:spPr bwMode="auto">
            <a:xfrm flipH="1" flipV="1">
              <a:off x="2183" y="4517"/>
              <a:ext cx="0" cy="77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Line 35"/>
            <p:cNvSpPr>
              <a:spLocks noChangeShapeType="1"/>
            </p:cNvSpPr>
            <p:nvPr/>
          </p:nvSpPr>
          <p:spPr bwMode="auto">
            <a:xfrm flipV="1">
              <a:off x="2274" y="4380"/>
              <a:ext cx="0" cy="90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1" name="Group 36"/>
            <p:cNvGrpSpPr>
              <a:grpSpLocks/>
            </p:cNvGrpSpPr>
            <p:nvPr/>
          </p:nvGrpSpPr>
          <p:grpSpPr bwMode="auto">
            <a:xfrm flipH="1" flipV="1">
              <a:off x="2596" y="1309"/>
              <a:ext cx="157" cy="97"/>
              <a:chOff x="4541" y="2520"/>
              <a:chExt cx="104" cy="49"/>
            </a:xfrm>
          </p:grpSpPr>
          <p:sp>
            <p:nvSpPr>
              <p:cNvPr id="217" name="Line 37"/>
              <p:cNvSpPr>
                <a:spLocks noChangeShapeType="1"/>
              </p:cNvSpPr>
              <p:nvPr/>
            </p:nvSpPr>
            <p:spPr bwMode="auto">
              <a:xfrm>
                <a:off x="4541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8" name="Line 38"/>
              <p:cNvSpPr>
                <a:spLocks noChangeShapeType="1"/>
              </p:cNvSpPr>
              <p:nvPr/>
            </p:nvSpPr>
            <p:spPr bwMode="auto">
              <a:xfrm flipH="1">
                <a:off x="4600" y="2520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2" name="Line 39"/>
            <p:cNvSpPr>
              <a:spLocks noChangeShapeType="1"/>
            </p:cNvSpPr>
            <p:nvPr/>
          </p:nvSpPr>
          <p:spPr bwMode="auto">
            <a:xfrm>
              <a:off x="1458" y="1795"/>
              <a:ext cx="127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Rectangle 42"/>
            <p:cNvSpPr>
              <a:spLocks noChangeArrowheads="1"/>
            </p:cNvSpPr>
            <p:nvPr/>
          </p:nvSpPr>
          <p:spPr bwMode="auto">
            <a:xfrm flipH="1">
              <a:off x="1594" y="3247"/>
              <a:ext cx="408" cy="1316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34" name="Rectangle 43"/>
            <p:cNvSpPr>
              <a:spLocks noChangeArrowheads="1"/>
            </p:cNvSpPr>
            <p:nvPr/>
          </p:nvSpPr>
          <p:spPr bwMode="auto">
            <a:xfrm flipH="1">
              <a:off x="1594" y="4629"/>
              <a:ext cx="408" cy="432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grpSp>
          <p:nvGrpSpPr>
            <p:cNvPr id="37" name="Group 454"/>
            <p:cNvGrpSpPr>
              <a:grpSpLocks/>
            </p:cNvGrpSpPr>
            <p:nvPr/>
          </p:nvGrpSpPr>
          <p:grpSpPr bwMode="auto">
            <a:xfrm>
              <a:off x="2265" y="888"/>
              <a:ext cx="1263" cy="424"/>
              <a:chOff x="2375" y="729"/>
              <a:chExt cx="1263" cy="424"/>
            </a:xfrm>
          </p:grpSpPr>
          <p:sp>
            <p:nvSpPr>
              <p:cNvPr id="210" name="Rectangle 22"/>
              <p:cNvSpPr>
                <a:spLocks noChangeArrowheads="1"/>
              </p:cNvSpPr>
              <p:nvPr/>
            </p:nvSpPr>
            <p:spPr bwMode="auto">
              <a:xfrm flipH="1">
                <a:off x="2375" y="745"/>
                <a:ext cx="690" cy="408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Communication</a:t>
                </a:r>
              </a:p>
              <a:p>
                <a:pPr algn="ctr"/>
                <a:r>
                  <a:rPr lang="en-US" altLang="ko-KR" sz="800" dirty="0">
                    <a:latin typeface="Arial" charset="0"/>
                  </a:rPr>
                  <a:t>Control </a:t>
                </a:r>
                <a:r>
                  <a:rPr lang="en-US" altLang="ko-KR" sz="800" dirty="0" smtClean="0">
                    <a:latin typeface="Arial" charset="0"/>
                  </a:rPr>
                  <a:t>Head</a:t>
                </a:r>
                <a:endParaRPr lang="ko-KR" altLang="ko-KR" dirty="0"/>
              </a:p>
            </p:txBody>
          </p:sp>
          <p:sp>
            <p:nvSpPr>
              <p:cNvPr id="211" name="Rectangle 23"/>
              <p:cNvSpPr>
                <a:spLocks noChangeArrowheads="1"/>
              </p:cNvSpPr>
              <p:nvPr/>
            </p:nvSpPr>
            <p:spPr bwMode="auto">
              <a:xfrm>
                <a:off x="3081" y="729"/>
                <a:ext cx="542" cy="9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212" name="Line 24"/>
              <p:cNvSpPr>
                <a:spLocks noChangeShapeType="1"/>
              </p:cNvSpPr>
              <p:nvPr/>
            </p:nvSpPr>
            <p:spPr bwMode="auto">
              <a:xfrm flipV="1">
                <a:off x="3065" y="836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3" name="Rectangle 27"/>
              <p:cNvSpPr>
                <a:spLocks noChangeArrowheads="1"/>
              </p:cNvSpPr>
              <p:nvPr/>
            </p:nvSpPr>
            <p:spPr bwMode="auto">
              <a:xfrm>
                <a:off x="3095" y="871"/>
                <a:ext cx="543" cy="9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ADDRESS</a:t>
                </a:r>
                <a:endParaRPr lang="ko-KR" altLang="ko-KR" dirty="0"/>
              </a:p>
            </p:txBody>
          </p:sp>
          <p:sp>
            <p:nvSpPr>
              <p:cNvPr id="214" name="Line 28"/>
              <p:cNvSpPr>
                <a:spLocks noChangeShapeType="1"/>
              </p:cNvSpPr>
              <p:nvPr/>
            </p:nvSpPr>
            <p:spPr bwMode="auto">
              <a:xfrm flipV="1">
                <a:off x="3065" y="972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5" name="Rectangle 47"/>
              <p:cNvSpPr>
                <a:spLocks noChangeArrowheads="1"/>
              </p:cNvSpPr>
              <p:nvPr/>
            </p:nvSpPr>
            <p:spPr bwMode="auto">
              <a:xfrm>
                <a:off x="3093" y="1028"/>
                <a:ext cx="544" cy="4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800" dirty="0">
                    <a:latin typeface="Arial" charset="0"/>
                  </a:rPr>
                  <a:t>CAB ON</a:t>
                </a:r>
                <a:endParaRPr lang="ko-KR" altLang="ko-KR" dirty="0"/>
              </a:p>
            </p:txBody>
          </p:sp>
          <p:sp>
            <p:nvSpPr>
              <p:cNvPr id="216" name="Line 48"/>
              <p:cNvSpPr>
                <a:spLocks noChangeShapeType="1"/>
              </p:cNvSpPr>
              <p:nvPr/>
            </p:nvSpPr>
            <p:spPr bwMode="auto">
              <a:xfrm flipV="1">
                <a:off x="3065" y="1108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8" name="Rectangle 49"/>
            <p:cNvSpPr>
              <a:spLocks noChangeArrowheads="1"/>
            </p:cNvSpPr>
            <p:nvPr/>
          </p:nvSpPr>
          <p:spPr bwMode="auto">
            <a:xfrm>
              <a:off x="2098" y="3473"/>
              <a:ext cx="543" cy="4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39" name="Line 50"/>
            <p:cNvSpPr>
              <a:spLocks noChangeShapeType="1"/>
            </p:cNvSpPr>
            <p:nvPr/>
          </p:nvSpPr>
          <p:spPr bwMode="auto">
            <a:xfrm>
              <a:off x="2002" y="3549"/>
              <a:ext cx="63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Rectangle 51"/>
            <p:cNvSpPr>
              <a:spLocks noChangeArrowheads="1"/>
            </p:cNvSpPr>
            <p:nvPr/>
          </p:nvSpPr>
          <p:spPr bwMode="auto">
            <a:xfrm>
              <a:off x="2098" y="3294"/>
              <a:ext cx="543" cy="1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41" name="Line 52"/>
            <p:cNvSpPr>
              <a:spLocks noChangeShapeType="1"/>
            </p:cNvSpPr>
            <p:nvPr/>
          </p:nvSpPr>
          <p:spPr bwMode="auto">
            <a:xfrm>
              <a:off x="2002" y="3409"/>
              <a:ext cx="635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Rectangle 53"/>
            <p:cNvSpPr>
              <a:spLocks noChangeArrowheads="1"/>
            </p:cNvSpPr>
            <p:nvPr/>
          </p:nvSpPr>
          <p:spPr bwMode="auto">
            <a:xfrm>
              <a:off x="2104" y="3203"/>
              <a:ext cx="543" cy="8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43" name="Line 54"/>
            <p:cNvSpPr>
              <a:spLocks noChangeShapeType="1"/>
            </p:cNvSpPr>
            <p:nvPr/>
          </p:nvSpPr>
          <p:spPr bwMode="auto">
            <a:xfrm>
              <a:off x="2002" y="3294"/>
              <a:ext cx="635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Rectangle 59"/>
            <p:cNvSpPr>
              <a:spLocks noChangeArrowheads="1"/>
            </p:cNvSpPr>
            <p:nvPr/>
          </p:nvSpPr>
          <p:spPr bwMode="auto">
            <a:xfrm>
              <a:off x="2113" y="1625"/>
              <a:ext cx="363" cy="5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49" name="Rectangle 66"/>
            <p:cNvSpPr>
              <a:spLocks noChangeArrowheads="1"/>
            </p:cNvSpPr>
            <p:nvPr/>
          </p:nvSpPr>
          <p:spPr bwMode="auto">
            <a:xfrm>
              <a:off x="913" y="4704"/>
              <a:ext cx="544" cy="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0" name="Line 67"/>
            <p:cNvSpPr>
              <a:spLocks noChangeShapeType="1"/>
            </p:cNvSpPr>
            <p:nvPr/>
          </p:nvSpPr>
          <p:spPr bwMode="auto">
            <a:xfrm flipV="1">
              <a:off x="777" y="4834"/>
              <a:ext cx="81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" name="Rectangle 68"/>
            <p:cNvSpPr>
              <a:spLocks noChangeArrowheads="1"/>
            </p:cNvSpPr>
            <p:nvPr/>
          </p:nvSpPr>
          <p:spPr bwMode="auto">
            <a:xfrm>
              <a:off x="2868" y="4576"/>
              <a:ext cx="575" cy="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Interior Speaker PA</a:t>
              </a:r>
              <a:endParaRPr lang="ko-KR" altLang="ko-KR" dirty="0"/>
            </a:p>
          </p:txBody>
        </p:sp>
        <p:sp>
          <p:nvSpPr>
            <p:cNvPr id="52" name="Line 69"/>
            <p:cNvSpPr>
              <a:spLocks noChangeShapeType="1"/>
            </p:cNvSpPr>
            <p:nvPr/>
          </p:nvSpPr>
          <p:spPr bwMode="auto">
            <a:xfrm>
              <a:off x="2002" y="4665"/>
              <a:ext cx="1678" cy="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Line 70"/>
            <p:cNvSpPr>
              <a:spLocks noChangeShapeType="1"/>
            </p:cNvSpPr>
            <p:nvPr/>
          </p:nvSpPr>
          <p:spPr bwMode="auto">
            <a:xfrm>
              <a:off x="2002" y="4779"/>
              <a:ext cx="1678" cy="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Rectangle 71"/>
            <p:cNvSpPr>
              <a:spLocks noChangeArrowheads="1"/>
            </p:cNvSpPr>
            <p:nvPr/>
          </p:nvSpPr>
          <p:spPr bwMode="auto">
            <a:xfrm>
              <a:off x="2867" y="4684"/>
              <a:ext cx="574" cy="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Interior Speaker PA</a:t>
              </a:r>
              <a:endParaRPr lang="ko-KR" altLang="ko-KR" dirty="0"/>
            </a:p>
          </p:txBody>
        </p:sp>
        <p:sp>
          <p:nvSpPr>
            <p:cNvPr id="55" name="Rectangle 72"/>
            <p:cNvSpPr>
              <a:spLocks noChangeArrowheads="1"/>
            </p:cNvSpPr>
            <p:nvPr/>
          </p:nvSpPr>
          <p:spPr bwMode="auto">
            <a:xfrm>
              <a:off x="2883" y="4777"/>
              <a:ext cx="575" cy="1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Exterior Speaker PA</a:t>
              </a:r>
              <a:endParaRPr lang="ko-KR" altLang="ko-KR" dirty="0"/>
            </a:p>
          </p:txBody>
        </p:sp>
        <p:sp>
          <p:nvSpPr>
            <p:cNvPr id="56" name="Line 73"/>
            <p:cNvSpPr>
              <a:spLocks noChangeShapeType="1"/>
            </p:cNvSpPr>
            <p:nvPr/>
          </p:nvSpPr>
          <p:spPr bwMode="auto">
            <a:xfrm>
              <a:off x="2002" y="4902"/>
              <a:ext cx="1678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Line 74"/>
            <p:cNvSpPr>
              <a:spLocks noChangeShapeType="1"/>
            </p:cNvSpPr>
            <p:nvPr/>
          </p:nvSpPr>
          <p:spPr bwMode="auto">
            <a:xfrm>
              <a:off x="2002" y="5016"/>
              <a:ext cx="1678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Rectangle 75"/>
            <p:cNvSpPr>
              <a:spLocks noChangeArrowheads="1"/>
            </p:cNvSpPr>
            <p:nvPr/>
          </p:nvSpPr>
          <p:spPr bwMode="auto">
            <a:xfrm>
              <a:off x="2882" y="4907"/>
              <a:ext cx="574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Exterior Speaker PA</a:t>
              </a:r>
              <a:endParaRPr lang="ko-KR" altLang="ko-KR" dirty="0"/>
            </a:p>
          </p:txBody>
        </p:sp>
        <p:sp>
          <p:nvSpPr>
            <p:cNvPr id="59" name="Rectangle 110"/>
            <p:cNvSpPr>
              <a:spLocks noChangeArrowheads="1"/>
            </p:cNvSpPr>
            <p:nvPr/>
          </p:nvSpPr>
          <p:spPr bwMode="auto">
            <a:xfrm rot="16200000" flipH="1">
              <a:off x="-17" y="2952"/>
              <a:ext cx="2495" cy="726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5V</a:t>
              </a:r>
            </a:p>
            <a:p>
              <a:pPr algn="ctr"/>
              <a:endParaRPr lang="en-US" altLang="ko-KR" sz="800" dirty="0">
                <a:latin typeface="Arial" charset="0"/>
              </a:endParaRPr>
            </a:p>
            <a:p>
              <a:pPr algn="ctr"/>
              <a:endParaRPr lang="en-US" altLang="ko-KR" sz="800" dirty="0">
                <a:latin typeface="Arial" charset="0"/>
              </a:endParaRPr>
            </a:p>
            <a:p>
              <a:pPr algn="ctr"/>
              <a:endParaRPr lang="en-US" altLang="ko-KR" sz="800" dirty="0">
                <a:latin typeface="Arial" charset="0"/>
              </a:endParaRPr>
            </a:p>
            <a:p>
              <a:pPr algn="ctr"/>
              <a:endParaRPr lang="en-US" altLang="ko-KR" sz="800" dirty="0">
                <a:latin typeface="Arial" charset="0"/>
              </a:endParaRPr>
            </a:p>
            <a:p>
              <a:pPr algn="ctr"/>
              <a:endParaRPr lang="ko-KR" altLang="ko-KR" dirty="0"/>
            </a:p>
          </p:txBody>
        </p:sp>
        <p:sp>
          <p:nvSpPr>
            <p:cNvPr id="60" name="Rectangle 109"/>
            <p:cNvSpPr>
              <a:spLocks noChangeArrowheads="1"/>
            </p:cNvSpPr>
            <p:nvPr/>
          </p:nvSpPr>
          <p:spPr bwMode="auto">
            <a:xfrm rot="16200000" flipH="1">
              <a:off x="-17" y="2952"/>
              <a:ext cx="2495" cy="726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sp>
          <p:nvSpPr>
            <p:cNvPr id="61" name="Rectangle 111"/>
            <p:cNvSpPr>
              <a:spLocks noChangeArrowheads="1"/>
            </p:cNvSpPr>
            <p:nvPr/>
          </p:nvSpPr>
          <p:spPr bwMode="auto">
            <a:xfrm>
              <a:off x="959" y="1372"/>
              <a:ext cx="544" cy="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62" name="Line 112"/>
            <p:cNvSpPr>
              <a:spLocks noChangeShapeType="1"/>
            </p:cNvSpPr>
            <p:nvPr/>
          </p:nvSpPr>
          <p:spPr bwMode="auto">
            <a:xfrm flipV="1">
              <a:off x="777" y="1477"/>
              <a:ext cx="81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3" name="Rectangle 113"/>
            <p:cNvSpPr>
              <a:spLocks noChangeArrowheads="1"/>
            </p:cNvSpPr>
            <p:nvPr/>
          </p:nvSpPr>
          <p:spPr bwMode="auto">
            <a:xfrm>
              <a:off x="959" y="1508"/>
              <a:ext cx="544" cy="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5V</a:t>
              </a:r>
              <a:endParaRPr lang="ko-KR" altLang="ko-KR" dirty="0"/>
            </a:p>
          </p:txBody>
        </p:sp>
        <p:sp>
          <p:nvSpPr>
            <p:cNvPr id="64" name="Line 114"/>
            <p:cNvSpPr>
              <a:spLocks noChangeShapeType="1"/>
            </p:cNvSpPr>
            <p:nvPr/>
          </p:nvSpPr>
          <p:spPr bwMode="auto">
            <a:xfrm flipV="1">
              <a:off x="913" y="1613"/>
              <a:ext cx="681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Line 115"/>
            <p:cNvSpPr>
              <a:spLocks noChangeShapeType="1"/>
            </p:cNvSpPr>
            <p:nvPr/>
          </p:nvSpPr>
          <p:spPr bwMode="auto">
            <a:xfrm flipV="1">
              <a:off x="777" y="1477"/>
              <a:ext cx="0" cy="335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Line 116"/>
            <p:cNvSpPr>
              <a:spLocks noChangeShapeType="1"/>
            </p:cNvSpPr>
            <p:nvPr/>
          </p:nvSpPr>
          <p:spPr bwMode="auto">
            <a:xfrm flipV="1">
              <a:off x="913" y="1613"/>
              <a:ext cx="0" cy="454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Line 119"/>
            <p:cNvSpPr>
              <a:spLocks noChangeShapeType="1"/>
            </p:cNvSpPr>
            <p:nvPr/>
          </p:nvSpPr>
          <p:spPr bwMode="auto">
            <a:xfrm flipH="1" flipV="1">
              <a:off x="2002" y="4108"/>
              <a:ext cx="453" cy="1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Rectangle 120"/>
            <p:cNvSpPr>
              <a:spLocks noChangeArrowheads="1"/>
            </p:cNvSpPr>
            <p:nvPr/>
          </p:nvSpPr>
          <p:spPr bwMode="auto">
            <a:xfrm>
              <a:off x="2182" y="4154"/>
              <a:ext cx="542" cy="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OLD PA Control TL</a:t>
              </a:r>
              <a:endParaRPr lang="ko-KR" altLang="ko-KR" dirty="0"/>
            </a:p>
          </p:txBody>
        </p:sp>
        <p:sp>
          <p:nvSpPr>
            <p:cNvPr id="70" name="Line 121"/>
            <p:cNvSpPr>
              <a:spLocks noChangeShapeType="1"/>
            </p:cNvSpPr>
            <p:nvPr/>
          </p:nvSpPr>
          <p:spPr bwMode="auto">
            <a:xfrm flipH="1" flipV="1">
              <a:off x="2002" y="4245"/>
              <a:ext cx="363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Line 122"/>
            <p:cNvSpPr>
              <a:spLocks noChangeShapeType="1"/>
            </p:cNvSpPr>
            <p:nvPr/>
          </p:nvSpPr>
          <p:spPr bwMode="auto">
            <a:xfrm flipH="1">
              <a:off x="460" y="5379"/>
              <a:ext cx="3220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lg"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Line 123"/>
            <p:cNvSpPr>
              <a:spLocks noChangeShapeType="1"/>
            </p:cNvSpPr>
            <p:nvPr/>
          </p:nvSpPr>
          <p:spPr bwMode="auto">
            <a:xfrm flipH="1" flipV="1">
              <a:off x="460" y="5469"/>
              <a:ext cx="322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lg"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Line 124"/>
            <p:cNvSpPr>
              <a:spLocks noChangeShapeType="1"/>
            </p:cNvSpPr>
            <p:nvPr/>
          </p:nvSpPr>
          <p:spPr bwMode="auto">
            <a:xfrm flipV="1">
              <a:off x="2365" y="4245"/>
              <a:ext cx="0" cy="1134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Line 125"/>
            <p:cNvSpPr>
              <a:spLocks noChangeShapeType="1"/>
            </p:cNvSpPr>
            <p:nvPr/>
          </p:nvSpPr>
          <p:spPr bwMode="auto">
            <a:xfrm flipV="1">
              <a:off x="2455" y="4109"/>
              <a:ext cx="0" cy="136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5" name="Rectangle 129"/>
            <p:cNvSpPr>
              <a:spLocks noChangeArrowheads="1"/>
            </p:cNvSpPr>
            <p:nvPr/>
          </p:nvSpPr>
          <p:spPr bwMode="auto">
            <a:xfrm>
              <a:off x="2734" y="5308"/>
              <a:ext cx="542" cy="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OLD PA Control TL</a:t>
              </a:r>
              <a:endParaRPr lang="ko-KR" altLang="ko-KR" dirty="0"/>
            </a:p>
          </p:txBody>
        </p:sp>
        <p:sp>
          <p:nvSpPr>
            <p:cNvPr id="76" name="Rectangle 130"/>
            <p:cNvSpPr>
              <a:spLocks noChangeArrowheads="1"/>
            </p:cNvSpPr>
            <p:nvPr/>
          </p:nvSpPr>
          <p:spPr bwMode="auto">
            <a:xfrm>
              <a:off x="2730" y="5399"/>
              <a:ext cx="542" cy="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(OLD) PA Audio TL</a:t>
              </a:r>
              <a:endParaRPr lang="ko-KR" altLang="ko-KR" dirty="0"/>
            </a:p>
          </p:txBody>
        </p:sp>
        <p:sp>
          <p:nvSpPr>
            <p:cNvPr id="77" name="Rectangle 134"/>
            <p:cNvSpPr>
              <a:spLocks noChangeArrowheads="1"/>
            </p:cNvSpPr>
            <p:nvPr/>
          </p:nvSpPr>
          <p:spPr bwMode="auto">
            <a:xfrm>
              <a:off x="552" y="5197"/>
              <a:ext cx="575" cy="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78" name="Rectangle 135"/>
            <p:cNvSpPr>
              <a:spLocks noChangeArrowheads="1"/>
            </p:cNvSpPr>
            <p:nvPr/>
          </p:nvSpPr>
          <p:spPr bwMode="auto">
            <a:xfrm>
              <a:off x="663" y="5308"/>
              <a:ext cx="542" cy="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OLD PA Control TL</a:t>
              </a:r>
              <a:endParaRPr lang="ko-KR" altLang="ko-KR" dirty="0"/>
            </a:p>
          </p:txBody>
        </p:sp>
        <p:sp>
          <p:nvSpPr>
            <p:cNvPr id="79" name="Rectangle 136"/>
            <p:cNvSpPr>
              <a:spLocks noChangeArrowheads="1"/>
            </p:cNvSpPr>
            <p:nvPr/>
          </p:nvSpPr>
          <p:spPr bwMode="auto">
            <a:xfrm>
              <a:off x="659" y="5399"/>
              <a:ext cx="542" cy="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(OLD) PA Audio TL</a:t>
              </a:r>
              <a:endParaRPr lang="ko-KR" altLang="ko-KR" dirty="0"/>
            </a:p>
          </p:txBody>
        </p:sp>
        <p:sp>
          <p:nvSpPr>
            <p:cNvPr id="80" name="Line 202"/>
            <p:cNvSpPr>
              <a:spLocks noChangeShapeType="1"/>
            </p:cNvSpPr>
            <p:nvPr/>
          </p:nvSpPr>
          <p:spPr bwMode="auto">
            <a:xfrm>
              <a:off x="1185" y="3382"/>
              <a:ext cx="198" cy="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1" name="Line 203"/>
            <p:cNvSpPr>
              <a:spLocks noChangeShapeType="1"/>
            </p:cNvSpPr>
            <p:nvPr/>
          </p:nvSpPr>
          <p:spPr bwMode="auto">
            <a:xfrm flipH="1" flipV="1">
              <a:off x="1185" y="1886"/>
              <a:ext cx="0" cy="149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2" name="Line 204"/>
            <p:cNvSpPr>
              <a:spLocks noChangeShapeType="1"/>
            </p:cNvSpPr>
            <p:nvPr/>
          </p:nvSpPr>
          <p:spPr bwMode="auto">
            <a:xfrm flipV="1">
              <a:off x="1095" y="3473"/>
              <a:ext cx="49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Line 205"/>
            <p:cNvSpPr>
              <a:spLocks noChangeShapeType="1"/>
            </p:cNvSpPr>
            <p:nvPr/>
          </p:nvSpPr>
          <p:spPr bwMode="auto">
            <a:xfrm flipV="1">
              <a:off x="1458" y="1795"/>
              <a:ext cx="0" cy="179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Line 206"/>
            <p:cNvSpPr>
              <a:spLocks noChangeShapeType="1"/>
            </p:cNvSpPr>
            <p:nvPr/>
          </p:nvSpPr>
          <p:spPr bwMode="auto">
            <a:xfrm flipH="1" flipV="1">
              <a:off x="1095" y="1704"/>
              <a:ext cx="0" cy="1769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Rectangle 207"/>
            <p:cNvSpPr>
              <a:spLocks noChangeArrowheads="1"/>
            </p:cNvSpPr>
            <p:nvPr/>
          </p:nvSpPr>
          <p:spPr bwMode="auto">
            <a:xfrm flipH="1">
              <a:off x="1594" y="1386"/>
              <a:ext cx="408" cy="272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90" name="Rectangle 212"/>
            <p:cNvSpPr>
              <a:spLocks noChangeArrowheads="1"/>
            </p:cNvSpPr>
            <p:nvPr/>
          </p:nvSpPr>
          <p:spPr bwMode="auto">
            <a:xfrm flipH="1">
              <a:off x="1594" y="1658"/>
              <a:ext cx="408" cy="409"/>
            </a:xfrm>
            <a:prstGeom prst="rect">
              <a:avLst/>
            </a:prstGeom>
            <a:solidFill>
              <a:srgbClr val="C0C0C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93" name="Line 215"/>
            <p:cNvSpPr>
              <a:spLocks noChangeShapeType="1"/>
            </p:cNvSpPr>
            <p:nvPr/>
          </p:nvSpPr>
          <p:spPr bwMode="auto">
            <a:xfrm flipV="1">
              <a:off x="1367" y="2385"/>
              <a:ext cx="0" cy="453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Line 216"/>
            <p:cNvSpPr>
              <a:spLocks noChangeShapeType="1"/>
            </p:cNvSpPr>
            <p:nvPr/>
          </p:nvSpPr>
          <p:spPr bwMode="auto">
            <a:xfrm flipV="1">
              <a:off x="1367" y="2295"/>
              <a:ext cx="226" cy="9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Line 217"/>
            <p:cNvSpPr>
              <a:spLocks noChangeShapeType="1"/>
            </p:cNvSpPr>
            <p:nvPr/>
          </p:nvSpPr>
          <p:spPr bwMode="auto">
            <a:xfrm>
              <a:off x="1367" y="2836"/>
              <a:ext cx="227" cy="93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7" name="Line 219"/>
            <p:cNvSpPr>
              <a:spLocks noChangeShapeType="1"/>
            </p:cNvSpPr>
            <p:nvPr/>
          </p:nvSpPr>
          <p:spPr bwMode="auto">
            <a:xfrm flipH="1">
              <a:off x="1458" y="2551"/>
              <a:ext cx="135" cy="4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Line 220"/>
            <p:cNvSpPr>
              <a:spLocks noChangeShapeType="1"/>
            </p:cNvSpPr>
            <p:nvPr/>
          </p:nvSpPr>
          <p:spPr bwMode="auto">
            <a:xfrm flipH="1" flipV="1">
              <a:off x="1457" y="3246"/>
              <a:ext cx="136" cy="4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9" name="Line 221"/>
            <p:cNvSpPr>
              <a:spLocks noChangeShapeType="1"/>
            </p:cNvSpPr>
            <p:nvPr/>
          </p:nvSpPr>
          <p:spPr bwMode="auto">
            <a:xfrm flipV="1">
              <a:off x="1457" y="2596"/>
              <a:ext cx="1" cy="4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0" name="Line 222"/>
            <p:cNvSpPr>
              <a:spLocks noChangeShapeType="1"/>
            </p:cNvSpPr>
            <p:nvPr/>
          </p:nvSpPr>
          <p:spPr bwMode="auto">
            <a:xfrm flipH="1" flipV="1">
              <a:off x="1458" y="2929"/>
              <a:ext cx="136" cy="6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1" name="Line 223"/>
            <p:cNvSpPr>
              <a:spLocks noChangeShapeType="1"/>
            </p:cNvSpPr>
            <p:nvPr/>
          </p:nvSpPr>
          <p:spPr bwMode="auto">
            <a:xfrm flipH="1" flipV="1">
              <a:off x="1457" y="2642"/>
              <a:ext cx="137" cy="4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" name="Line 224"/>
            <p:cNvSpPr>
              <a:spLocks noChangeShapeType="1"/>
            </p:cNvSpPr>
            <p:nvPr/>
          </p:nvSpPr>
          <p:spPr bwMode="auto">
            <a:xfrm flipH="1">
              <a:off x="1458" y="2687"/>
              <a:ext cx="135" cy="6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" name="Line 225"/>
            <p:cNvSpPr>
              <a:spLocks noChangeShapeType="1"/>
            </p:cNvSpPr>
            <p:nvPr/>
          </p:nvSpPr>
          <p:spPr bwMode="auto">
            <a:xfrm flipH="1">
              <a:off x="1458" y="3004"/>
              <a:ext cx="136" cy="4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" name="Line 226"/>
            <p:cNvSpPr>
              <a:spLocks noChangeShapeType="1"/>
            </p:cNvSpPr>
            <p:nvPr/>
          </p:nvSpPr>
          <p:spPr bwMode="auto">
            <a:xfrm flipH="1" flipV="1">
              <a:off x="1458" y="2747"/>
              <a:ext cx="0" cy="18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5" name="Line 227"/>
            <p:cNvSpPr>
              <a:spLocks noChangeShapeType="1"/>
            </p:cNvSpPr>
            <p:nvPr/>
          </p:nvSpPr>
          <p:spPr bwMode="auto">
            <a:xfrm flipV="1">
              <a:off x="1457" y="3049"/>
              <a:ext cx="1" cy="19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7" name="Rectangle 229"/>
            <p:cNvSpPr>
              <a:spLocks noChangeArrowheads="1"/>
            </p:cNvSpPr>
            <p:nvPr/>
          </p:nvSpPr>
          <p:spPr bwMode="auto">
            <a:xfrm rot="-5400000">
              <a:off x="1186" y="2567"/>
              <a:ext cx="272" cy="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solidFill>
                    <a:srgbClr val="00B0F0"/>
                  </a:solidFill>
                  <a:latin typeface="Arial" charset="0"/>
                </a:rPr>
                <a:t>LAN</a:t>
              </a:r>
              <a:endParaRPr lang="ko-KR" altLang="ko-KR" dirty="0">
                <a:solidFill>
                  <a:srgbClr val="00B0F0"/>
                </a:solidFill>
              </a:endParaRPr>
            </a:p>
          </p:txBody>
        </p:sp>
        <p:sp>
          <p:nvSpPr>
            <p:cNvPr id="108" name="Rectangle 230"/>
            <p:cNvSpPr>
              <a:spLocks noChangeArrowheads="1"/>
            </p:cNvSpPr>
            <p:nvPr/>
          </p:nvSpPr>
          <p:spPr bwMode="auto">
            <a:xfrm rot="-5400000">
              <a:off x="1549" y="3059"/>
              <a:ext cx="181" cy="9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109" name="Rectangle 231"/>
            <p:cNvSpPr>
              <a:spLocks noChangeArrowheads="1"/>
            </p:cNvSpPr>
            <p:nvPr/>
          </p:nvSpPr>
          <p:spPr bwMode="auto">
            <a:xfrm rot="-5400000">
              <a:off x="1511" y="2787"/>
              <a:ext cx="262" cy="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110" name="Line 232"/>
            <p:cNvSpPr>
              <a:spLocks noChangeShapeType="1"/>
            </p:cNvSpPr>
            <p:nvPr/>
          </p:nvSpPr>
          <p:spPr bwMode="auto">
            <a:xfrm flipH="1" flipV="1">
              <a:off x="1278" y="2308"/>
              <a:ext cx="316" cy="10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1" name="Line 233"/>
            <p:cNvSpPr>
              <a:spLocks noChangeShapeType="1"/>
            </p:cNvSpPr>
            <p:nvPr/>
          </p:nvSpPr>
          <p:spPr bwMode="auto">
            <a:xfrm flipH="1">
              <a:off x="1277" y="2143"/>
              <a:ext cx="317" cy="9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" name="Line 234"/>
            <p:cNvSpPr>
              <a:spLocks noChangeShapeType="1"/>
            </p:cNvSpPr>
            <p:nvPr/>
          </p:nvSpPr>
          <p:spPr bwMode="auto">
            <a:xfrm flipH="1" flipV="1">
              <a:off x="1276" y="2235"/>
              <a:ext cx="1" cy="7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4" name="Rectangle 370"/>
            <p:cNvSpPr>
              <a:spLocks noChangeArrowheads="1"/>
            </p:cNvSpPr>
            <p:nvPr/>
          </p:nvSpPr>
          <p:spPr bwMode="auto">
            <a:xfrm flipV="1">
              <a:off x="5163" y="2158"/>
              <a:ext cx="1329" cy="138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grpSp>
          <p:nvGrpSpPr>
            <p:cNvPr id="115" name="Group 371"/>
            <p:cNvGrpSpPr>
              <a:grpSpLocks/>
            </p:cNvGrpSpPr>
            <p:nvPr/>
          </p:nvGrpSpPr>
          <p:grpSpPr bwMode="auto">
            <a:xfrm flipV="1">
              <a:off x="5793" y="2294"/>
              <a:ext cx="110" cy="91"/>
              <a:chOff x="4584" y="2523"/>
              <a:chExt cx="73" cy="46"/>
            </a:xfrm>
          </p:grpSpPr>
          <p:sp>
            <p:nvSpPr>
              <p:cNvPr id="208" name="Line 372"/>
              <p:cNvSpPr>
                <a:spLocks noChangeShapeType="1"/>
              </p:cNvSpPr>
              <p:nvPr/>
            </p:nvSpPr>
            <p:spPr bwMode="auto">
              <a:xfrm>
                <a:off x="4584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9" name="Line 373"/>
              <p:cNvSpPr>
                <a:spLocks noChangeShapeType="1"/>
              </p:cNvSpPr>
              <p:nvPr/>
            </p:nvSpPr>
            <p:spPr bwMode="auto">
              <a:xfrm flipH="1">
                <a:off x="4612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16" name="Line 374"/>
            <p:cNvSpPr>
              <a:spLocks noChangeShapeType="1"/>
            </p:cNvSpPr>
            <p:nvPr/>
          </p:nvSpPr>
          <p:spPr bwMode="auto">
            <a:xfrm flipV="1">
              <a:off x="4905" y="2566"/>
              <a:ext cx="86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7" name="Line 375"/>
            <p:cNvSpPr>
              <a:spLocks noChangeShapeType="1"/>
            </p:cNvSpPr>
            <p:nvPr/>
          </p:nvSpPr>
          <p:spPr bwMode="auto">
            <a:xfrm flipH="1">
              <a:off x="5767" y="2385"/>
              <a:ext cx="0" cy="18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8" name="Line 376"/>
            <p:cNvSpPr>
              <a:spLocks noChangeShapeType="1"/>
            </p:cNvSpPr>
            <p:nvPr/>
          </p:nvSpPr>
          <p:spPr bwMode="auto">
            <a:xfrm flipH="1">
              <a:off x="5903" y="2385"/>
              <a:ext cx="0" cy="18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9" name="Line 377"/>
            <p:cNvSpPr>
              <a:spLocks noChangeShapeType="1"/>
            </p:cNvSpPr>
            <p:nvPr/>
          </p:nvSpPr>
          <p:spPr bwMode="auto">
            <a:xfrm>
              <a:off x="5903" y="2566"/>
              <a:ext cx="72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0" name="Rectangle 378"/>
            <p:cNvSpPr>
              <a:spLocks noChangeArrowheads="1"/>
            </p:cNvSpPr>
            <p:nvPr/>
          </p:nvSpPr>
          <p:spPr bwMode="auto">
            <a:xfrm>
              <a:off x="5078" y="2475"/>
              <a:ext cx="589" cy="6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 for LED PIS</a:t>
              </a:r>
              <a:endParaRPr lang="ko-KR" altLang="ko-KR" dirty="0"/>
            </a:p>
          </p:txBody>
        </p:sp>
        <p:sp>
          <p:nvSpPr>
            <p:cNvPr id="121" name="Rectangle 379"/>
            <p:cNvSpPr>
              <a:spLocks noChangeArrowheads="1"/>
            </p:cNvSpPr>
            <p:nvPr/>
          </p:nvSpPr>
          <p:spPr bwMode="auto">
            <a:xfrm>
              <a:off x="6005" y="2373"/>
              <a:ext cx="442" cy="7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122" name="Line 380"/>
            <p:cNvSpPr>
              <a:spLocks noChangeShapeType="1"/>
            </p:cNvSpPr>
            <p:nvPr/>
          </p:nvSpPr>
          <p:spPr bwMode="auto">
            <a:xfrm>
              <a:off x="6005" y="2294"/>
              <a:ext cx="0" cy="18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" name="Line 381"/>
            <p:cNvSpPr>
              <a:spLocks noChangeShapeType="1"/>
            </p:cNvSpPr>
            <p:nvPr/>
          </p:nvSpPr>
          <p:spPr bwMode="auto">
            <a:xfrm>
              <a:off x="6005" y="2476"/>
              <a:ext cx="40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" name="Rectangle 382"/>
            <p:cNvSpPr>
              <a:spLocks noChangeArrowheads="1"/>
            </p:cNvSpPr>
            <p:nvPr/>
          </p:nvSpPr>
          <p:spPr bwMode="auto">
            <a:xfrm>
              <a:off x="5105" y="2031"/>
              <a:ext cx="1301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LED Passenger Information </a:t>
              </a:r>
              <a:r>
                <a:rPr lang="en-US" altLang="ko-KR" sz="800" dirty="0" smtClean="0">
                  <a:latin typeface="Arial" charset="0"/>
                </a:rPr>
                <a:t>Indicator X 2</a:t>
              </a:r>
              <a:endParaRPr lang="ko-KR" altLang="ko-KR" dirty="0"/>
            </a:p>
          </p:txBody>
        </p:sp>
        <p:sp>
          <p:nvSpPr>
            <p:cNvPr id="125" name="Rectangle 383" descr="좁은 눈금"/>
            <p:cNvSpPr>
              <a:spLocks noChangeArrowheads="1"/>
            </p:cNvSpPr>
            <p:nvPr/>
          </p:nvSpPr>
          <p:spPr bwMode="auto">
            <a:xfrm flipV="1">
              <a:off x="5222" y="2182"/>
              <a:ext cx="1225" cy="90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sp>
          <p:nvSpPr>
            <p:cNvPr id="126" name="Rectangle 384"/>
            <p:cNvSpPr>
              <a:spLocks noChangeArrowheads="1"/>
            </p:cNvSpPr>
            <p:nvPr/>
          </p:nvSpPr>
          <p:spPr bwMode="auto">
            <a:xfrm flipV="1">
              <a:off x="5933" y="1518"/>
              <a:ext cx="1225" cy="184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sp>
          <p:nvSpPr>
            <p:cNvPr id="127" name="Line 385"/>
            <p:cNvSpPr>
              <a:spLocks noChangeShapeType="1"/>
            </p:cNvSpPr>
            <p:nvPr/>
          </p:nvSpPr>
          <p:spPr bwMode="auto">
            <a:xfrm>
              <a:off x="5313" y="1886"/>
              <a:ext cx="117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8" name="Line 386"/>
            <p:cNvSpPr>
              <a:spLocks noChangeShapeType="1"/>
            </p:cNvSpPr>
            <p:nvPr/>
          </p:nvSpPr>
          <p:spPr bwMode="auto">
            <a:xfrm>
              <a:off x="6492" y="1795"/>
              <a:ext cx="0" cy="9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9" name="Line 387"/>
            <p:cNvSpPr>
              <a:spLocks noChangeShapeType="1"/>
            </p:cNvSpPr>
            <p:nvPr/>
          </p:nvSpPr>
          <p:spPr bwMode="auto">
            <a:xfrm flipH="1">
              <a:off x="6629" y="1795"/>
              <a:ext cx="0" cy="77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0" name="Rectangle 388"/>
            <p:cNvSpPr>
              <a:spLocks noChangeArrowheads="1"/>
            </p:cNvSpPr>
            <p:nvPr/>
          </p:nvSpPr>
          <p:spPr bwMode="auto">
            <a:xfrm>
              <a:off x="6762" y="1791"/>
              <a:ext cx="442" cy="7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120V</a:t>
              </a:r>
              <a:endParaRPr lang="ko-KR" altLang="ko-KR" dirty="0"/>
            </a:p>
          </p:txBody>
        </p:sp>
        <p:sp>
          <p:nvSpPr>
            <p:cNvPr id="131" name="Line 389"/>
            <p:cNvSpPr>
              <a:spLocks noChangeShapeType="1"/>
            </p:cNvSpPr>
            <p:nvPr/>
          </p:nvSpPr>
          <p:spPr bwMode="auto">
            <a:xfrm>
              <a:off x="6751" y="1881"/>
              <a:ext cx="420" cy="1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" name="Rectangle 390"/>
            <p:cNvSpPr>
              <a:spLocks noChangeArrowheads="1"/>
            </p:cNvSpPr>
            <p:nvPr/>
          </p:nvSpPr>
          <p:spPr bwMode="auto">
            <a:xfrm>
              <a:off x="6057" y="1390"/>
              <a:ext cx="998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LED Side Destination </a:t>
              </a:r>
              <a:r>
                <a:rPr lang="en-US" altLang="ko-KR" sz="800" dirty="0" smtClean="0">
                  <a:latin typeface="Arial" charset="0"/>
                </a:rPr>
                <a:t>Indicator X 4</a:t>
              </a:r>
              <a:endParaRPr lang="ko-KR" altLang="ko-KR" dirty="0"/>
            </a:p>
          </p:txBody>
        </p:sp>
        <p:sp>
          <p:nvSpPr>
            <p:cNvPr id="133" name="Rectangle 391" descr="좁은 눈금"/>
            <p:cNvSpPr>
              <a:spLocks noChangeArrowheads="1"/>
            </p:cNvSpPr>
            <p:nvPr/>
          </p:nvSpPr>
          <p:spPr bwMode="auto">
            <a:xfrm flipV="1">
              <a:off x="5979" y="1552"/>
              <a:ext cx="1135" cy="110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grpSp>
          <p:nvGrpSpPr>
            <p:cNvPr id="134" name="Group 392"/>
            <p:cNvGrpSpPr>
              <a:grpSpLocks/>
            </p:cNvGrpSpPr>
            <p:nvPr/>
          </p:nvGrpSpPr>
          <p:grpSpPr bwMode="auto">
            <a:xfrm flipV="1">
              <a:off x="6492" y="1700"/>
              <a:ext cx="137" cy="95"/>
              <a:chOff x="4604" y="2523"/>
              <a:chExt cx="91" cy="46"/>
            </a:xfrm>
          </p:grpSpPr>
          <p:sp>
            <p:nvSpPr>
              <p:cNvPr id="206" name="Line 393"/>
              <p:cNvSpPr>
                <a:spLocks noChangeShapeType="1"/>
              </p:cNvSpPr>
              <p:nvPr/>
            </p:nvSpPr>
            <p:spPr bwMode="auto">
              <a:xfrm>
                <a:off x="4604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7" name="Line 394"/>
              <p:cNvSpPr>
                <a:spLocks noChangeShapeType="1"/>
              </p:cNvSpPr>
              <p:nvPr/>
            </p:nvSpPr>
            <p:spPr bwMode="auto">
              <a:xfrm flipH="1">
                <a:off x="4650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35" name="Line 395"/>
            <p:cNvSpPr>
              <a:spLocks noChangeShapeType="1"/>
            </p:cNvSpPr>
            <p:nvPr/>
          </p:nvSpPr>
          <p:spPr bwMode="auto">
            <a:xfrm>
              <a:off x="6751" y="1700"/>
              <a:ext cx="0" cy="181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6" name="Rectangle 396"/>
            <p:cNvSpPr>
              <a:spLocks noChangeArrowheads="1"/>
            </p:cNvSpPr>
            <p:nvPr/>
          </p:nvSpPr>
          <p:spPr bwMode="auto">
            <a:xfrm flipV="1">
              <a:off x="4632" y="1387"/>
              <a:ext cx="1225" cy="320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sp>
          <p:nvSpPr>
            <p:cNvPr id="137" name="Line 397"/>
            <p:cNvSpPr>
              <a:spLocks noChangeShapeType="1"/>
            </p:cNvSpPr>
            <p:nvPr/>
          </p:nvSpPr>
          <p:spPr bwMode="auto">
            <a:xfrm flipH="1">
              <a:off x="5177" y="1796"/>
              <a:ext cx="0" cy="9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8" name="Line 398"/>
            <p:cNvSpPr>
              <a:spLocks noChangeShapeType="1"/>
            </p:cNvSpPr>
            <p:nvPr/>
          </p:nvSpPr>
          <p:spPr bwMode="auto">
            <a:xfrm flipH="1">
              <a:off x="5313" y="1796"/>
              <a:ext cx="0" cy="9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9" name="Rectangle 399"/>
            <p:cNvSpPr>
              <a:spLocks noChangeArrowheads="1"/>
            </p:cNvSpPr>
            <p:nvPr/>
          </p:nvSpPr>
          <p:spPr bwMode="auto">
            <a:xfrm>
              <a:off x="4593" y="1895"/>
              <a:ext cx="442" cy="7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120V</a:t>
              </a:r>
              <a:endParaRPr lang="ko-KR" altLang="ko-KR" dirty="0"/>
            </a:p>
          </p:txBody>
        </p:sp>
        <p:sp>
          <p:nvSpPr>
            <p:cNvPr id="140" name="Line 400"/>
            <p:cNvSpPr>
              <a:spLocks noChangeShapeType="1"/>
            </p:cNvSpPr>
            <p:nvPr/>
          </p:nvSpPr>
          <p:spPr bwMode="auto">
            <a:xfrm flipH="1">
              <a:off x="4633" y="1976"/>
              <a:ext cx="408" cy="0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1" name="Rectangle 401"/>
            <p:cNvSpPr>
              <a:spLocks noChangeArrowheads="1"/>
            </p:cNvSpPr>
            <p:nvPr/>
          </p:nvSpPr>
          <p:spPr bwMode="auto">
            <a:xfrm>
              <a:off x="4756" y="1251"/>
              <a:ext cx="998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LED Front Destination Indicator</a:t>
              </a:r>
              <a:endParaRPr lang="ko-KR" altLang="ko-KR" dirty="0"/>
            </a:p>
          </p:txBody>
        </p:sp>
        <p:sp>
          <p:nvSpPr>
            <p:cNvPr id="142" name="Rectangle 402" descr="좁은 눈금"/>
            <p:cNvSpPr>
              <a:spLocks noChangeArrowheads="1"/>
            </p:cNvSpPr>
            <p:nvPr/>
          </p:nvSpPr>
          <p:spPr bwMode="auto">
            <a:xfrm flipV="1">
              <a:off x="4678" y="1433"/>
              <a:ext cx="1135" cy="234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grpSp>
          <p:nvGrpSpPr>
            <p:cNvPr id="143" name="Group 403"/>
            <p:cNvGrpSpPr>
              <a:grpSpLocks/>
            </p:cNvGrpSpPr>
            <p:nvPr/>
          </p:nvGrpSpPr>
          <p:grpSpPr bwMode="auto">
            <a:xfrm flipV="1">
              <a:off x="5177" y="1705"/>
              <a:ext cx="137" cy="90"/>
              <a:chOff x="4604" y="2523"/>
              <a:chExt cx="91" cy="46"/>
            </a:xfrm>
          </p:grpSpPr>
          <p:sp>
            <p:nvSpPr>
              <p:cNvPr id="204" name="Line 404"/>
              <p:cNvSpPr>
                <a:spLocks noChangeShapeType="1"/>
              </p:cNvSpPr>
              <p:nvPr/>
            </p:nvSpPr>
            <p:spPr bwMode="auto">
              <a:xfrm>
                <a:off x="4604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5" name="Line 405"/>
              <p:cNvSpPr>
                <a:spLocks noChangeShapeType="1"/>
              </p:cNvSpPr>
              <p:nvPr/>
            </p:nvSpPr>
            <p:spPr bwMode="auto">
              <a:xfrm flipH="1">
                <a:off x="4650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44" name="Line 406"/>
            <p:cNvSpPr>
              <a:spLocks noChangeShapeType="1"/>
            </p:cNvSpPr>
            <p:nvPr/>
          </p:nvSpPr>
          <p:spPr bwMode="auto">
            <a:xfrm>
              <a:off x="5041" y="1704"/>
              <a:ext cx="0" cy="272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5" name="Line 347"/>
            <p:cNvSpPr>
              <a:spLocks noChangeShapeType="1"/>
            </p:cNvSpPr>
            <p:nvPr/>
          </p:nvSpPr>
          <p:spPr bwMode="auto">
            <a:xfrm flipV="1">
              <a:off x="5051" y="2747"/>
              <a:ext cx="1215" cy="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6" name="Rectangle 358"/>
            <p:cNvSpPr>
              <a:spLocks noChangeArrowheads="1"/>
            </p:cNvSpPr>
            <p:nvPr/>
          </p:nvSpPr>
          <p:spPr bwMode="auto">
            <a:xfrm>
              <a:off x="4627" y="3225"/>
              <a:ext cx="726" cy="521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sp>
          <p:nvSpPr>
            <p:cNvPr id="147" name="Line 359"/>
            <p:cNvSpPr>
              <a:spLocks noChangeShapeType="1"/>
            </p:cNvSpPr>
            <p:nvPr/>
          </p:nvSpPr>
          <p:spPr bwMode="auto">
            <a:xfrm flipV="1">
              <a:off x="4960" y="2748"/>
              <a:ext cx="1" cy="42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8" name="Line 360"/>
            <p:cNvSpPr>
              <a:spLocks noChangeShapeType="1"/>
            </p:cNvSpPr>
            <p:nvPr/>
          </p:nvSpPr>
          <p:spPr bwMode="auto">
            <a:xfrm flipV="1">
              <a:off x="5051" y="2748"/>
              <a:ext cx="1" cy="42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9" name="Rectangle 361"/>
            <p:cNvSpPr>
              <a:spLocks noChangeArrowheads="1"/>
            </p:cNvSpPr>
            <p:nvPr/>
          </p:nvSpPr>
          <p:spPr bwMode="auto">
            <a:xfrm rot="10800000" flipV="1">
              <a:off x="5196" y="2902"/>
              <a:ext cx="442" cy="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120V</a:t>
              </a:r>
              <a:endParaRPr lang="ko-KR" altLang="ko-KR" dirty="0"/>
            </a:p>
          </p:txBody>
        </p:sp>
        <p:sp>
          <p:nvSpPr>
            <p:cNvPr id="150" name="Line 362"/>
            <p:cNvSpPr>
              <a:spLocks noChangeShapeType="1"/>
            </p:cNvSpPr>
            <p:nvPr/>
          </p:nvSpPr>
          <p:spPr bwMode="auto">
            <a:xfrm flipV="1">
              <a:off x="5208" y="3016"/>
              <a:ext cx="420" cy="2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52" name="Group 365"/>
            <p:cNvGrpSpPr>
              <a:grpSpLocks/>
            </p:cNvGrpSpPr>
            <p:nvPr/>
          </p:nvGrpSpPr>
          <p:grpSpPr bwMode="auto">
            <a:xfrm>
              <a:off x="4941" y="3175"/>
              <a:ext cx="108" cy="60"/>
              <a:chOff x="4620" y="2520"/>
              <a:chExt cx="110" cy="52"/>
            </a:xfrm>
          </p:grpSpPr>
          <p:sp>
            <p:nvSpPr>
              <p:cNvPr id="202" name="Line 366"/>
              <p:cNvSpPr>
                <a:spLocks noChangeShapeType="1"/>
              </p:cNvSpPr>
              <p:nvPr/>
            </p:nvSpPr>
            <p:spPr bwMode="auto">
              <a:xfrm>
                <a:off x="4620" y="2520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3" name="Line 367"/>
              <p:cNvSpPr>
                <a:spLocks noChangeShapeType="1"/>
              </p:cNvSpPr>
              <p:nvPr/>
            </p:nvSpPr>
            <p:spPr bwMode="auto">
              <a:xfrm flipH="1">
                <a:off x="4685" y="2526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53" name="Line 368"/>
            <p:cNvSpPr>
              <a:spLocks noChangeShapeType="1"/>
            </p:cNvSpPr>
            <p:nvPr/>
          </p:nvSpPr>
          <p:spPr bwMode="auto">
            <a:xfrm flipV="1">
              <a:off x="5208" y="3018"/>
              <a:ext cx="0" cy="210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4" name="Line 369"/>
            <p:cNvSpPr>
              <a:spLocks noChangeShapeType="1"/>
            </p:cNvSpPr>
            <p:nvPr/>
          </p:nvSpPr>
          <p:spPr bwMode="auto">
            <a:xfrm>
              <a:off x="4633" y="2747"/>
              <a:ext cx="327" cy="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5" name="Line 411"/>
            <p:cNvSpPr>
              <a:spLocks noChangeShapeType="1"/>
            </p:cNvSpPr>
            <p:nvPr/>
          </p:nvSpPr>
          <p:spPr bwMode="auto">
            <a:xfrm flipV="1">
              <a:off x="4871" y="2884"/>
              <a:ext cx="1213" cy="0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9" name="Line 423"/>
            <p:cNvSpPr>
              <a:spLocks noChangeShapeType="1"/>
            </p:cNvSpPr>
            <p:nvPr/>
          </p:nvSpPr>
          <p:spPr bwMode="auto">
            <a:xfrm flipH="1">
              <a:off x="4870" y="2884"/>
              <a:ext cx="1" cy="318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0" name="Rectangle 426"/>
            <p:cNvSpPr>
              <a:spLocks noChangeArrowheads="1"/>
            </p:cNvSpPr>
            <p:nvPr/>
          </p:nvSpPr>
          <p:spPr bwMode="auto">
            <a:xfrm rot="10800000" flipV="1">
              <a:off x="5130" y="2772"/>
              <a:ext cx="816" cy="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161" name="Line 428"/>
            <p:cNvSpPr>
              <a:spLocks noChangeShapeType="1"/>
            </p:cNvSpPr>
            <p:nvPr/>
          </p:nvSpPr>
          <p:spPr bwMode="auto">
            <a:xfrm>
              <a:off x="2592" y="1403"/>
              <a:ext cx="0" cy="30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2" name="Line 430"/>
            <p:cNvSpPr>
              <a:spLocks noChangeShapeType="1"/>
            </p:cNvSpPr>
            <p:nvPr/>
          </p:nvSpPr>
          <p:spPr bwMode="auto">
            <a:xfrm>
              <a:off x="2728" y="1403"/>
              <a:ext cx="0" cy="39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4" name="Line 433"/>
            <p:cNvSpPr>
              <a:spLocks noChangeShapeType="1"/>
            </p:cNvSpPr>
            <p:nvPr/>
          </p:nvSpPr>
          <p:spPr bwMode="auto">
            <a:xfrm>
              <a:off x="6356" y="2748"/>
              <a:ext cx="814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5" name="Rectangle 434"/>
            <p:cNvSpPr>
              <a:spLocks noChangeArrowheads="1"/>
            </p:cNvSpPr>
            <p:nvPr/>
          </p:nvSpPr>
          <p:spPr bwMode="auto">
            <a:xfrm>
              <a:off x="5932" y="3225"/>
              <a:ext cx="726" cy="521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sp>
          <p:nvSpPr>
            <p:cNvPr id="166" name="Line 435"/>
            <p:cNvSpPr>
              <a:spLocks noChangeShapeType="1"/>
            </p:cNvSpPr>
            <p:nvPr/>
          </p:nvSpPr>
          <p:spPr bwMode="auto">
            <a:xfrm flipV="1">
              <a:off x="6265" y="2748"/>
              <a:ext cx="1" cy="42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7" name="Line 436"/>
            <p:cNvSpPr>
              <a:spLocks noChangeShapeType="1"/>
            </p:cNvSpPr>
            <p:nvPr/>
          </p:nvSpPr>
          <p:spPr bwMode="auto">
            <a:xfrm flipV="1">
              <a:off x="6356" y="2748"/>
              <a:ext cx="1" cy="42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8" name="Rectangle 437"/>
            <p:cNvSpPr>
              <a:spLocks noChangeArrowheads="1"/>
            </p:cNvSpPr>
            <p:nvPr/>
          </p:nvSpPr>
          <p:spPr bwMode="auto">
            <a:xfrm rot="10800000" flipV="1">
              <a:off x="6501" y="2902"/>
              <a:ext cx="442" cy="8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120V</a:t>
              </a:r>
              <a:endParaRPr lang="ko-KR" altLang="ko-KR" dirty="0"/>
            </a:p>
          </p:txBody>
        </p:sp>
        <p:sp>
          <p:nvSpPr>
            <p:cNvPr id="169" name="Line 438"/>
            <p:cNvSpPr>
              <a:spLocks noChangeShapeType="1"/>
            </p:cNvSpPr>
            <p:nvPr/>
          </p:nvSpPr>
          <p:spPr bwMode="auto">
            <a:xfrm flipV="1">
              <a:off x="6513" y="3016"/>
              <a:ext cx="420" cy="2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71" name="Group 440"/>
            <p:cNvGrpSpPr>
              <a:grpSpLocks/>
            </p:cNvGrpSpPr>
            <p:nvPr/>
          </p:nvGrpSpPr>
          <p:grpSpPr bwMode="auto">
            <a:xfrm>
              <a:off x="6261" y="3153"/>
              <a:ext cx="106" cy="54"/>
              <a:chOff x="4636" y="2511"/>
              <a:chExt cx="108" cy="47"/>
            </a:xfrm>
          </p:grpSpPr>
          <p:sp>
            <p:nvSpPr>
              <p:cNvPr id="197" name="Line 441"/>
              <p:cNvSpPr>
                <a:spLocks noChangeShapeType="1"/>
              </p:cNvSpPr>
              <p:nvPr/>
            </p:nvSpPr>
            <p:spPr bwMode="auto">
              <a:xfrm>
                <a:off x="4636" y="2511"/>
                <a:ext cx="46" cy="4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8" name="Line 442"/>
              <p:cNvSpPr>
                <a:spLocks noChangeShapeType="1"/>
              </p:cNvSpPr>
              <p:nvPr/>
            </p:nvSpPr>
            <p:spPr bwMode="auto">
              <a:xfrm flipH="1">
                <a:off x="4699" y="2512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72" name="Line 443"/>
            <p:cNvSpPr>
              <a:spLocks noChangeShapeType="1"/>
            </p:cNvSpPr>
            <p:nvPr/>
          </p:nvSpPr>
          <p:spPr bwMode="auto">
            <a:xfrm flipV="1">
              <a:off x="6513" y="3018"/>
              <a:ext cx="0" cy="210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3" name="Line 445"/>
            <p:cNvSpPr>
              <a:spLocks noChangeShapeType="1"/>
            </p:cNvSpPr>
            <p:nvPr/>
          </p:nvSpPr>
          <p:spPr bwMode="auto">
            <a:xfrm>
              <a:off x="6176" y="2884"/>
              <a:ext cx="994" cy="0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" name="Line 446"/>
            <p:cNvSpPr>
              <a:spLocks noChangeShapeType="1"/>
            </p:cNvSpPr>
            <p:nvPr/>
          </p:nvSpPr>
          <p:spPr bwMode="auto">
            <a:xfrm flipH="1">
              <a:off x="6084" y="2884"/>
              <a:ext cx="1" cy="326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 type="arrow" w="med" len="lg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75" name="Group 447"/>
            <p:cNvGrpSpPr>
              <a:grpSpLocks/>
            </p:cNvGrpSpPr>
            <p:nvPr/>
          </p:nvGrpSpPr>
          <p:grpSpPr bwMode="auto">
            <a:xfrm>
              <a:off x="6084" y="3208"/>
              <a:ext cx="91" cy="92"/>
              <a:chOff x="3651" y="1572"/>
              <a:chExt cx="136" cy="92"/>
            </a:xfrm>
          </p:grpSpPr>
          <p:sp>
            <p:nvSpPr>
              <p:cNvPr id="194" name="Line 448"/>
              <p:cNvSpPr>
                <a:spLocks noChangeShapeType="1"/>
              </p:cNvSpPr>
              <p:nvPr/>
            </p:nvSpPr>
            <p:spPr bwMode="auto">
              <a:xfrm flipH="1">
                <a:off x="3651" y="1663"/>
                <a:ext cx="136" cy="1"/>
              </a:xfrm>
              <a:prstGeom prst="line">
                <a:avLst/>
              </a:prstGeom>
              <a:noFill/>
              <a:ln w="254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5" name="Line 449"/>
              <p:cNvSpPr>
                <a:spLocks noChangeShapeType="1"/>
              </p:cNvSpPr>
              <p:nvPr/>
            </p:nvSpPr>
            <p:spPr bwMode="auto">
              <a:xfrm flipH="1">
                <a:off x="3651" y="1572"/>
                <a:ext cx="0" cy="92"/>
              </a:xfrm>
              <a:prstGeom prst="line">
                <a:avLst/>
              </a:prstGeom>
              <a:noFill/>
              <a:ln w="254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96" name="Line 450"/>
              <p:cNvSpPr>
                <a:spLocks noChangeShapeType="1"/>
              </p:cNvSpPr>
              <p:nvPr/>
            </p:nvSpPr>
            <p:spPr bwMode="auto">
              <a:xfrm flipH="1">
                <a:off x="3787" y="1572"/>
                <a:ext cx="0" cy="92"/>
              </a:xfrm>
              <a:prstGeom prst="line">
                <a:avLst/>
              </a:prstGeom>
              <a:noFill/>
              <a:ln w="2540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76" name="Line 451"/>
            <p:cNvSpPr>
              <a:spLocks noChangeShapeType="1"/>
            </p:cNvSpPr>
            <p:nvPr/>
          </p:nvSpPr>
          <p:spPr bwMode="auto">
            <a:xfrm flipH="1">
              <a:off x="6175" y="2884"/>
              <a:ext cx="1" cy="318"/>
            </a:xfrm>
            <a:prstGeom prst="line">
              <a:avLst/>
            </a:prstGeom>
            <a:noFill/>
            <a:ln w="25400">
              <a:solidFill>
                <a:srgbClr val="333399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7" name="Rectangle 452"/>
            <p:cNvSpPr>
              <a:spLocks noChangeArrowheads="1"/>
            </p:cNvSpPr>
            <p:nvPr/>
          </p:nvSpPr>
          <p:spPr bwMode="auto">
            <a:xfrm rot="10800000" flipV="1">
              <a:off x="6395" y="2760"/>
              <a:ext cx="816" cy="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178" name="Rectangle 453"/>
            <p:cNvSpPr>
              <a:spLocks noChangeArrowheads="1"/>
            </p:cNvSpPr>
            <p:nvPr/>
          </p:nvSpPr>
          <p:spPr bwMode="auto">
            <a:xfrm rot="10800000" flipV="1">
              <a:off x="6308" y="2635"/>
              <a:ext cx="817" cy="5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RS485 for LCD PID</a:t>
              </a:r>
              <a:endParaRPr lang="ko-KR" altLang="ko-KR" dirty="0"/>
            </a:p>
          </p:txBody>
        </p:sp>
        <p:sp>
          <p:nvSpPr>
            <p:cNvPr id="181" name="Line 457"/>
            <p:cNvSpPr>
              <a:spLocks noChangeShapeType="1"/>
            </p:cNvSpPr>
            <p:nvPr/>
          </p:nvSpPr>
          <p:spPr bwMode="auto">
            <a:xfrm>
              <a:off x="1276" y="2475"/>
              <a:ext cx="31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2" name="Line 458"/>
            <p:cNvSpPr>
              <a:spLocks noChangeShapeType="1"/>
            </p:cNvSpPr>
            <p:nvPr/>
          </p:nvSpPr>
          <p:spPr bwMode="auto">
            <a:xfrm>
              <a:off x="1276" y="2475"/>
              <a:ext cx="0" cy="108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3" name="Line 459"/>
            <p:cNvSpPr>
              <a:spLocks noChangeShapeType="1"/>
            </p:cNvSpPr>
            <p:nvPr/>
          </p:nvSpPr>
          <p:spPr bwMode="auto">
            <a:xfrm>
              <a:off x="1276" y="3564"/>
              <a:ext cx="31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4" name="Rectangle 461"/>
            <p:cNvSpPr>
              <a:spLocks noChangeArrowheads="1"/>
            </p:cNvSpPr>
            <p:nvPr/>
          </p:nvSpPr>
          <p:spPr bwMode="auto">
            <a:xfrm rot="-5400000">
              <a:off x="1094" y="2949"/>
              <a:ext cx="272" cy="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solidFill>
                    <a:srgbClr val="800000"/>
                  </a:solidFill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185" name="Rectangle 462"/>
            <p:cNvSpPr>
              <a:spLocks noChangeArrowheads="1"/>
            </p:cNvSpPr>
            <p:nvPr/>
          </p:nvSpPr>
          <p:spPr bwMode="auto">
            <a:xfrm rot="-5400000">
              <a:off x="913" y="2586"/>
              <a:ext cx="272" cy="5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solidFill>
                    <a:srgbClr val="336600"/>
                  </a:solidFill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186" name="Line 464"/>
            <p:cNvSpPr>
              <a:spLocks noChangeShapeType="1"/>
            </p:cNvSpPr>
            <p:nvPr/>
          </p:nvSpPr>
          <p:spPr bwMode="auto">
            <a:xfrm>
              <a:off x="4270" y="1976"/>
              <a:ext cx="363" cy="77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1" name="Rectangle 477"/>
            <p:cNvSpPr>
              <a:spLocks noChangeArrowheads="1"/>
            </p:cNvSpPr>
            <p:nvPr/>
          </p:nvSpPr>
          <p:spPr bwMode="auto">
            <a:xfrm>
              <a:off x="2158" y="4008"/>
              <a:ext cx="542" cy="5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(OLD) PA Audio TL</a:t>
              </a:r>
              <a:endParaRPr lang="ko-KR" altLang="ko-KR" dirty="0"/>
            </a:p>
          </p:txBody>
        </p:sp>
      </p:grpSp>
      <p:sp>
        <p:nvSpPr>
          <p:cNvPr id="223" name="TextBox 222"/>
          <p:cNvSpPr txBox="1"/>
          <p:nvPr/>
        </p:nvSpPr>
        <p:spPr>
          <a:xfrm>
            <a:off x="611560" y="404664"/>
            <a:ext cx="25202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 smtClean="0"/>
              <a:t>B</a:t>
            </a:r>
            <a:endParaRPr lang="ko-KR" altLang="en-US" sz="1000" dirty="0"/>
          </a:p>
        </p:txBody>
      </p:sp>
      <p:pic>
        <p:nvPicPr>
          <p:cNvPr id="224" name="그림 223" descr="denver_mini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9632" y="3933056"/>
            <a:ext cx="747361" cy="432048"/>
          </a:xfrm>
          <a:prstGeom prst="rect">
            <a:avLst/>
          </a:prstGeom>
        </p:spPr>
      </p:pic>
      <p:pic>
        <p:nvPicPr>
          <p:cNvPr id="225" name="그림 224" descr="denver_mini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26556" y="3933056"/>
            <a:ext cx="747361" cy="432048"/>
          </a:xfrm>
          <a:prstGeom prst="rect">
            <a:avLst/>
          </a:prstGeom>
        </p:spPr>
      </p:pic>
      <p:grpSp>
        <p:nvGrpSpPr>
          <p:cNvPr id="188" name="그룹 236"/>
          <p:cNvGrpSpPr/>
          <p:nvPr/>
        </p:nvGrpSpPr>
        <p:grpSpPr>
          <a:xfrm>
            <a:off x="2756560" y="5392706"/>
            <a:ext cx="865295" cy="620962"/>
            <a:chOff x="7092280" y="4917542"/>
            <a:chExt cx="865295" cy="620962"/>
          </a:xfrm>
        </p:grpSpPr>
        <p:sp>
          <p:nvSpPr>
            <p:cNvPr id="257" name="Rectangle 358"/>
            <p:cNvSpPr>
              <a:spLocks noChangeArrowheads="1"/>
            </p:cNvSpPr>
            <p:nvPr/>
          </p:nvSpPr>
          <p:spPr bwMode="auto">
            <a:xfrm>
              <a:off x="7092280" y="4917542"/>
              <a:ext cx="865295" cy="620962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pic>
          <p:nvPicPr>
            <p:cNvPr id="258" name="그림 25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4288" y="4989550"/>
              <a:ext cx="747361" cy="432048"/>
            </a:xfrm>
            <a:prstGeom prst="rect">
              <a:avLst/>
            </a:prstGeom>
          </p:spPr>
        </p:pic>
      </p:grpSp>
      <p:grpSp>
        <p:nvGrpSpPr>
          <p:cNvPr id="189" name="그룹 245"/>
          <p:cNvGrpSpPr/>
          <p:nvPr/>
        </p:nvGrpSpPr>
        <p:grpSpPr>
          <a:xfrm>
            <a:off x="1187995" y="5392706"/>
            <a:ext cx="865295" cy="620962"/>
            <a:chOff x="3563888" y="3861048"/>
            <a:chExt cx="865295" cy="620962"/>
          </a:xfrm>
        </p:grpSpPr>
        <p:sp>
          <p:nvSpPr>
            <p:cNvPr id="255" name="Rectangle 358"/>
            <p:cNvSpPr>
              <a:spLocks noChangeArrowheads="1"/>
            </p:cNvSpPr>
            <p:nvPr/>
          </p:nvSpPr>
          <p:spPr bwMode="auto">
            <a:xfrm>
              <a:off x="3563888" y="3861048"/>
              <a:ext cx="865295" cy="620962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endParaRPr lang="ko-KR" altLang="ko-KR"/>
            </a:p>
          </p:txBody>
        </p:sp>
        <p:pic>
          <p:nvPicPr>
            <p:cNvPr id="256" name="그림 255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5896" y="3933056"/>
              <a:ext cx="747361" cy="432048"/>
            </a:xfrm>
            <a:prstGeom prst="rect">
              <a:avLst/>
            </a:prstGeom>
          </p:spPr>
        </p:pic>
      </p:grpSp>
      <p:sp>
        <p:nvSpPr>
          <p:cNvPr id="190" name="Line 412"/>
          <p:cNvSpPr>
            <a:spLocks noChangeShapeType="1"/>
          </p:cNvSpPr>
          <p:nvPr/>
        </p:nvSpPr>
        <p:spPr bwMode="auto">
          <a:xfrm>
            <a:off x="883980" y="4975096"/>
            <a:ext cx="431038" cy="1480"/>
          </a:xfrm>
          <a:prstGeom prst="line">
            <a:avLst/>
          </a:prstGeom>
          <a:noFill/>
          <a:ln w="25400">
            <a:solidFill>
              <a:srgbClr val="333399"/>
            </a:solidFill>
            <a:round/>
            <a:headEnd type="arrow"/>
            <a:tailEnd type="none" w="med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Line 418"/>
          <p:cNvSpPr>
            <a:spLocks noChangeShapeType="1"/>
          </p:cNvSpPr>
          <p:nvPr/>
        </p:nvSpPr>
        <p:spPr bwMode="auto">
          <a:xfrm flipH="1">
            <a:off x="1315017" y="4976577"/>
            <a:ext cx="1192" cy="388548"/>
          </a:xfrm>
          <a:prstGeom prst="line">
            <a:avLst/>
          </a:prstGeom>
          <a:noFill/>
          <a:ln w="25400">
            <a:solidFill>
              <a:srgbClr val="333399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Line 420"/>
          <p:cNvSpPr>
            <a:spLocks noChangeShapeType="1"/>
          </p:cNvSpPr>
          <p:nvPr/>
        </p:nvSpPr>
        <p:spPr bwMode="auto">
          <a:xfrm flipH="1">
            <a:off x="1315017" y="5447650"/>
            <a:ext cx="108460" cy="907"/>
          </a:xfrm>
          <a:prstGeom prst="line">
            <a:avLst/>
          </a:prstGeom>
          <a:noFill/>
          <a:ln w="25400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Line 421"/>
          <p:cNvSpPr>
            <a:spLocks noChangeShapeType="1"/>
          </p:cNvSpPr>
          <p:nvPr/>
        </p:nvSpPr>
        <p:spPr bwMode="auto">
          <a:xfrm flipH="1">
            <a:off x="1315017" y="5365126"/>
            <a:ext cx="0" cy="83431"/>
          </a:xfrm>
          <a:prstGeom prst="line">
            <a:avLst/>
          </a:prstGeom>
          <a:noFill/>
          <a:ln w="25400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Line 422"/>
          <p:cNvSpPr>
            <a:spLocks noChangeShapeType="1"/>
          </p:cNvSpPr>
          <p:nvPr/>
        </p:nvSpPr>
        <p:spPr bwMode="auto">
          <a:xfrm flipH="1">
            <a:off x="1423477" y="5365126"/>
            <a:ext cx="0" cy="83431"/>
          </a:xfrm>
          <a:prstGeom prst="line">
            <a:avLst/>
          </a:prstGeom>
          <a:noFill/>
          <a:ln w="25400">
            <a:solidFill>
              <a:srgbClr val="333399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Line 423"/>
          <p:cNvSpPr>
            <a:spLocks noChangeShapeType="1"/>
          </p:cNvSpPr>
          <p:nvPr/>
        </p:nvSpPr>
        <p:spPr bwMode="auto">
          <a:xfrm flipH="1">
            <a:off x="1424668" y="4976577"/>
            <a:ext cx="1192" cy="379014"/>
          </a:xfrm>
          <a:prstGeom prst="line">
            <a:avLst/>
          </a:prstGeom>
          <a:noFill/>
          <a:ln w="25400">
            <a:solidFill>
              <a:srgbClr val="333399"/>
            </a:solidFill>
            <a:round/>
            <a:headEnd/>
            <a:tailEnd type="arrow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Line 418"/>
          <p:cNvSpPr>
            <a:spLocks noChangeShapeType="1"/>
          </p:cNvSpPr>
          <p:nvPr/>
        </p:nvSpPr>
        <p:spPr bwMode="auto">
          <a:xfrm flipH="1">
            <a:off x="2883582" y="4976577"/>
            <a:ext cx="1192" cy="388548"/>
          </a:xfrm>
          <a:prstGeom prst="line">
            <a:avLst/>
          </a:prstGeom>
          <a:noFill/>
          <a:ln w="25400">
            <a:solidFill>
              <a:srgbClr val="333399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0" name="Line 411"/>
          <p:cNvSpPr>
            <a:spLocks noChangeShapeType="1"/>
          </p:cNvSpPr>
          <p:nvPr/>
        </p:nvSpPr>
        <p:spPr bwMode="auto">
          <a:xfrm flipV="1">
            <a:off x="1437556" y="4971648"/>
            <a:ext cx="1445734" cy="0"/>
          </a:xfrm>
          <a:prstGeom prst="line">
            <a:avLst/>
          </a:prstGeom>
          <a:noFill/>
          <a:ln w="25400">
            <a:solidFill>
              <a:srgbClr val="333399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Rectangle 361"/>
          <p:cNvSpPr>
            <a:spLocks noChangeArrowheads="1"/>
          </p:cNvSpPr>
          <p:nvPr/>
        </p:nvSpPr>
        <p:spPr bwMode="auto">
          <a:xfrm rot="10800000" flipV="1">
            <a:off x="1869715" y="4977048"/>
            <a:ext cx="526805" cy="1048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89" tIns="60894" rIns="121789" bIns="60894" anchor="ctr"/>
          <a:lstStyle/>
          <a:p>
            <a:pPr algn="ctr"/>
            <a:r>
              <a:rPr lang="en-US" altLang="ko-KR" sz="800" dirty="0">
                <a:latin typeface="Arial" charset="0"/>
              </a:rPr>
              <a:t>AC </a:t>
            </a:r>
            <a:r>
              <a:rPr lang="en-US" altLang="ko-KR" sz="800" dirty="0" smtClean="0">
                <a:latin typeface="Arial" charset="0"/>
              </a:rPr>
              <a:t>120V</a:t>
            </a:r>
            <a:endParaRPr lang="ko-KR" altLang="ko-KR" dirty="0"/>
          </a:p>
        </p:txBody>
      </p:sp>
      <p:sp>
        <p:nvSpPr>
          <p:cNvPr id="233" name="Line 362"/>
          <p:cNvSpPr>
            <a:spLocks noChangeShapeType="1"/>
          </p:cNvSpPr>
          <p:nvPr/>
        </p:nvSpPr>
        <p:spPr bwMode="auto">
          <a:xfrm flipV="1">
            <a:off x="1884017" y="5112921"/>
            <a:ext cx="500584" cy="2384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Line 368"/>
          <p:cNvSpPr>
            <a:spLocks noChangeShapeType="1"/>
          </p:cNvSpPr>
          <p:nvPr/>
        </p:nvSpPr>
        <p:spPr bwMode="auto">
          <a:xfrm flipV="1">
            <a:off x="1884017" y="5115304"/>
            <a:ext cx="0" cy="250292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 type="arrow" w="med" len="med"/>
            <a:tailEnd type="none" w="med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" name="Rectangle 361"/>
          <p:cNvSpPr>
            <a:spLocks noChangeArrowheads="1"/>
          </p:cNvSpPr>
          <p:nvPr/>
        </p:nvSpPr>
        <p:spPr bwMode="auto">
          <a:xfrm rot="10800000" flipV="1">
            <a:off x="3404632" y="5005556"/>
            <a:ext cx="526805" cy="1048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89" tIns="60894" rIns="121789" bIns="60894" anchor="ctr"/>
          <a:lstStyle/>
          <a:p>
            <a:pPr algn="ctr"/>
            <a:r>
              <a:rPr lang="en-US" altLang="ko-KR" sz="800" dirty="0">
                <a:latin typeface="Arial" charset="0"/>
              </a:rPr>
              <a:t>AC </a:t>
            </a:r>
            <a:r>
              <a:rPr lang="en-US" altLang="ko-KR" sz="800" dirty="0" smtClean="0">
                <a:latin typeface="Arial" charset="0"/>
              </a:rPr>
              <a:t>120V</a:t>
            </a:r>
            <a:endParaRPr lang="ko-KR" altLang="ko-KR" dirty="0"/>
          </a:p>
        </p:txBody>
      </p:sp>
      <p:sp>
        <p:nvSpPr>
          <p:cNvPr id="236" name="Line 362"/>
          <p:cNvSpPr>
            <a:spLocks noChangeShapeType="1"/>
          </p:cNvSpPr>
          <p:nvPr/>
        </p:nvSpPr>
        <p:spPr bwMode="auto">
          <a:xfrm flipV="1">
            <a:off x="3418934" y="5141429"/>
            <a:ext cx="500584" cy="2384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Line 368"/>
          <p:cNvSpPr>
            <a:spLocks noChangeShapeType="1"/>
          </p:cNvSpPr>
          <p:nvPr/>
        </p:nvSpPr>
        <p:spPr bwMode="auto">
          <a:xfrm flipV="1">
            <a:off x="3418934" y="5143812"/>
            <a:ext cx="0" cy="250292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 type="arrow" w="med" len="med"/>
            <a:tailEnd type="none" w="med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Line 347"/>
          <p:cNvSpPr>
            <a:spLocks noChangeShapeType="1"/>
          </p:cNvSpPr>
          <p:nvPr/>
        </p:nvSpPr>
        <p:spPr bwMode="auto">
          <a:xfrm flipV="1">
            <a:off x="1680165" y="4805407"/>
            <a:ext cx="1448118" cy="119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39" name="그룹 283"/>
          <p:cNvGrpSpPr/>
          <p:nvPr/>
        </p:nvGrpSpPr>
        <p:grpSpPr>
          <a:xfrm>
            <a:off x="3120191" y="4819299"/>
            <a:ext cx="109652" cy="572096"/>
            <a:chOff x="7459086" y="4654328"/>
            <a:chExt cx="109652" cy="572096"/>
          </a:xfrm>
        </p:grpSpPr>
        <p:sp>
          <p:nvSpPr>
            <p:cNvPr id="251" name="Line 435"/>
            <p:cNvSpPr>
              <a:spLocks noChangeShapeType="1"/>
            </p:cNvSpPr>
            <p:nvPr/>
          </p:nvSpPr>
          <p:spPr bwMode="auto">
            <a:xfrm flipV="1">
              <a:off x="7459086" y="4654328"/>
              <a:ext cx="1192" cy="50892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" name="Line 436"/>
            <p:cNvSpPr>
              <a:spLocks noChangeShapeType="1"/>
            </p:cNvSpPr>
            <p:nvPr/>
          </p:nvSpPr>
          <p:spPr bwMode="auto">
            <a:xfrm flipV="1">
              <a:off x="7567546" y="4654328"/>
              <a:ext cx="1192" cy="50892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3" name="Line 441"/>
            <p:cNvSpPr>
              <a:spLocks noChangeShapeType="1"/>
            </p:cNvSpPr>
            <p:nvPr/>
          </p:nvSpPr>
          <p:spPr bwMode="auto">
            <a:xfrm>
              <a:off x="7459086" y="5163255"/>
              <a:ext cx="54223" cy="63169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4" name="Line 442"/>
            <p:cNvSpPr>
              <a:spLocks noChangeShapeType="1"/>
            </p:cNvSpPr>
            <p:nvPr/>
          </p:nvSpPr>
          <p:spPr bwMode="auto">
            <a:xfrm flipH="1">
              <a:off x="7513309" y="5163255"/>
              <a:ext cx="53045" cy="63169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40" name="그룹 284"/>
          <p:cNvGrpSpPr/>
          <p:nvPr/>
        </p:nvGrpSpPr>
        <p:grpSpPr>
          <a:xfrm>
            <a:off x="1569963" y="4821282"/>
            <a:ext cx="109652" cy="572096"/>
            <a:chOff x="5902508" y="4653136"/>
            <a:chExt cx="109652" cy="572096"/>
          </a:xfrm>
        </p:grpSpPr>
        <p:sp>
          <p:nvSpPr>
            <p:cNvPr id="247" name="Line 435"/>
            <p:cNvSpPr>
              <a:spLocks noChangeShapeType="1"/>
            </p:cNvSpPr>
            <p:nvPr/>
          </p:nvSpPr>
          <p:spPr bwMode="auto">
            <a:xfrm flipV="1">
              <a:off x="5902508" y="4653136"/>
              <a:ext cx="1192" cy="50892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8" name="Line 436"/>
            <p:cNvSpPr>
              <a:spLocks noChangeShapeType="1"/>
            </p:cNvSpPr>
            <p:nvPr/>
          </p:nvSpPr>
          <p:spPr bwMode="auto">
            <a:xfrm flipV="1">
              <a:off x="6010968" y="4653136"/>
              <a:ext cx="1192" cy="50892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9" name="Line 441"/>
            <p:cNvSpPr>
              <a:spLocks noChangeShapeType="1"/>
            </p:cNvSpPr>
            <p:nvPr/>
          </p:nvSpPr>
          <p:spPr bwMode="auto">
            <a:xfrm>
              <a:off x="5902508" y="5162063"/>
              <a:ext cx="54223" cy="63169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0" name="Line 442"/>
            <p:cNvSpPr>
              <a:spLocks noChangeShapeType="1"/>
            </p:cNvSpPr>
            <p:nvPr/>
          </p:nvSpPr>
          <p:spPr bwMode="auto">
            <a:xfrm flipH="1">
              <a:off x="5956731" y="5162063"/>
              <a:ext cx="53045" cy="63169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41" name="Line 347"/>
          <p:cNvSpPr>
            <a:spLocks noChangeShapeType="1"/>
          </p:cNvSpPr>
          <p:nvPr/>
        </p:nvSpPr>
        <p:spPr bwMode="auto">
          <a:xfrm flipV="1">
            <a:off x="3228201" y="4806820"/>
            <a:ext cx="783154" cy="5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2" name="Line 374"/>
          <p:cNvSpPr>
            <a:spLocks noChangeShapeType="1"/>
          </p:cNvSpPr>
          <p:nvPr/>
        </p:nvSpPr>
        <p:spPr bwMode="auto">
          <a:xfrm flipV="1">
            <a:off x="571500" y="4797152"/>
            <a:ext cx="995441" cy="344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 w="med" len="med"/>
            <a:tailEnd type="none" w="med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3" name="Rectangle 426"/>
          <p:cNvSpPr>
            <a:spLocks noChangeArrowheads="1"/>
          </p:cNvSpPr>
          <p:nvPr/>
        </p:nvSpPr>
        <p:spPr bwMode="auto">
          <a:xfrm rot="10800000" flipV="1">
            <a:off x="1748449" y="4826279"/>
            <a:ext cx="972563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89" tIns="60894" rIns="121789" bIns="60894" anchor="ctr"/>
          <a:lstStyle/>
          <a:p>
            <a:pPr algn="ctr"/>
            <a:r>
              <a:rPr lang="en-US" altLang="ko-KR" sz="8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44" name="Rectangle 426"/>
          <p:cNvSpPr>
            <a:spLocks noChangeArrowheads="1"/>
          </p:cNvSpPr>
          <p:nvPr/>
        </p:nvSpPr>
        <p:spPr bwMode="auto">
          <a:xfrm rot="10800000" flipV="1">
            <a:off x="3296165" y="4826279"/>
            <a:ext cx="972563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89" tIns="60894" rIns="121789" bIns="60894" anchor="ctr"/>
          <a:lstStyle/>
          <a:p>
            <a:pPr algn="ctr"/>
            <a:r>
              <a:rPr lang="en-US" altLang="ko-KR" sz="8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45" name="Rectangle 426"/>
          <p:cNvSpPr>
            <a:spLocks noChangeArrowheads="1"/>
          </p:cNvSpPr>
          <p:nvPr/>
        </p:nvSpPr>
        <p:spPr bwMode="auto">
          <a:xfrm rot="10800000" flipV="1">
            <a:off x="1135925" y="6050415"/>
            <a:ext cx="972563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89" tIns="60894" rIns="121789" bIns="60894" anchor="ctr"/>
          <a:lstStyle/>
          <a:p>
            <a:pPr algn="ctr"/>
            <a:r>
              <a:rPr lang="en-US" altLang="ko-KR" sz="800" dirty="0" smtClean="0"/>
              <a:t>LCD Display Type A</a:t>
            </a:r>
            <a:endParaRPr lang="ko-KR" altLang="ko-KR" sz="800" dirty="0"/>
          </a:p>
        </p:txBody>
      </p:sp>
      <p:sp>
        <p:nvSpPr>
          <p:cNvPr id="246" name="Rectangle 426"/>
          <p:cNvSpPr>
            <a:spLocks noChangeArrowheads="1"/>
          </p:cNvSpPr>
          <p:nvPr/>
        </p:nvSpPr>
        <p:spPr bwMode="auto">
          <a:xfrm rot="10800000" flipV="1">
            <a:off x="2720101" y="6050415"/>
            <a:ext cx="972563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89" tIns="60894" rIns="121789" bIns="60894" anchor="ctr"/>
          <a:lstStyle/>
          <a:p>
            <a:pPr algn="ctr"/>
            <a:r>
              <a:rPr lang="en-US" altLang="ko-KR" sz="800" dirty="0" smtClean="0"/>
              <a:t>LCD Display Type B X 2</a:t>
            </a:r>
            <a:endParaRPr lang="ko-KR" altLang="ko-KR" sz="800" dirty="0"/>
          </a:p>
        </p:txBody>
      </p:sp>
      <p:sp>
        <p:nvSpPr>
          <p:cNvPr id="259" name="Line 374"/>
          <p:cNvSpPr>
            <a:spLocks noChangeShapeType="1"/>
          </p:cNvSpPr>
          <p:nvPr/>
        </p:nvSpPr>
        <p:spPr bwMode="auto">
          <a:xfrm flipV="1">
            <a:off x="581025" y="3276599"/>
            <a:ext cx="9525" cy="153352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 w="med" len="med"/>
            <a:tailEnd type="none" w="med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0" name="Line 202"/>
          <p:cNvSpPr>
            <a:spLocks noChangeShapeType="1"/>
          </p:cNvSpPr>
          <p:nvPr/>
        </p:nvSpPr>
        <p:spPr bwMode="auto">
          <a:xfrm flipH="1">
            <a:off x="7391401" y="4043364"/>
            <a:ext cx="100011" cy="9143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1" name="Rectangle 426"/>
          <p:cNvSpPr>
            <a:spLocks noChangeArrowheads="1"/>
          </p:cNvSpPr>
          <p:nvPr/>
        </p:nvSpPr>
        <p:spPr bwMode="auto">
          <a:xfrm rot="10800000" flipV="1">
            <a:off x="1079157" y="4509120"/>
            <a:ext cx="972563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89" tIns="60894" rIns="121789" bIns="60894" anchor="ctr"/>
          <a:lstStyle/>
          <a:p>
            <a:pPr algn="ctr"/>
            <a:r>
              <a:rPr lang="en-US" altLang="ko-KR" sz="800" dirty="0" smtClean="0"/>
              <a:t>LCD Display Type A</a:t>
            </a:r>
            <a:endParaRPr lang="ko-KR" altLang="ko-KR" sz="800" dirty="0"/>
          </a:p>
        </p:txBody>
      </p:sp>
      <p:sp>
        <p:nvSpPr>
          <p:cNvPr id="262" name="Rectangle 426"/>
          <p:cNvSpPr>
            <a:spLocks noChangeArrowheads="1"/>
          </p:cNvSpPr>
          <p:nvPr/>
        </p:nvSpPr>
        <p:spPr bwMode="auto">
          <a:xfrm rot="10800000" flipV="1">
            <a:off x="2663333" y="4509120"/>
            <a:ext cx="972563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89" tIns="60894" rIns="121789" bIns="60894" anchor="ctr"/>
          <a:lstStyle/>
          <a:p>
            <a:pPr algn="ctr"/>
            <a:r>
              <a:rPr lang="en-US" altLang="ko-KR" sz="800" dirty="0" smtClean="0"/>
              <a:t>LCD Display Type B X 2</a:t>
            </a:r>
            <a:endParaRPr lang="ko-KR" altLang="ko-KR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259632" y="1412776"/>
          <a:ext cx="6624736" cy="4757344"/>
        </p:xfrm>
        <a:graphic>
          <a:graphicData uri="http://schemas.openxmlformats.org/drawingml/2006/table">
            <a:tbl>
              <a:tblPr/>
              <a:tblGrid>
                <a:gridCol w="845048"/>
                <a:gridCol w="2179288"/>
                <a:gridCol w="1152128"/>
                <a:gridCol w="2448272"/>
              </a:tblGrid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7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b="1" kern="100" spc="-3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8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ud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</a:t>
                      </a:r>
                      <a:r>
                        <a:rPr lang="en-US" sz="900" kern="100" spc="-4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mpli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f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ier 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oar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G</a:t>
                      </a:r>
                      <a:r>
                        <a:rPr lang="en-US" sz="900" b="1" kern="100" spc="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3500">
                        <a:spcBef>
                          <a:spcPts val="28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GPS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er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f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spc="-5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ss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mbly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3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b="1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NS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 dirty="0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-5" dirty="0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dirty="0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 (Ambient Noise Sensing)</a:t>
                      </a:r>
                      <a:r>
                        <a:rPr lang="en-US" sz="900" kern="100" spc="10" dirty="0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Mi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rophon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b="1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er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ior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pea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k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3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b="1" kern="100" spc="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F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 spc="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es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ag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F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le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r>
                        <a:rPr lang="en-US" sz="900" b="1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 dirty="0" err="1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Lo</a:t>
                      </a:r>
                      <a:r>
                        <a:rPr lang="en-US" sz="900" kern="100" spc="-15" dirty="0" err="1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10" dirty="0" err="1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W</a:t>
                      </a:r>
                      <a:r>
                        <a:rPr lang="en-US" sz="900" kern="100" spc="-5" dirty="0" err="1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ork</a:t>
                      </a:r>
                      <a:r>
                        <a:rPr lang="en-US" sz="900" kern="100" dirty="0" err="1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spc="-1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f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Car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28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9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b="1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V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 spc="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4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V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eh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le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Lo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at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2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y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st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-4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b="1" kern="100" spc="-3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ub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lic</a:t>
                      </a:r>
                      <a:r>
                        <a:rPr lang="en-US" sz="900" kern="100" spc="-4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ddres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Co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ll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BZ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uzze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PID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LC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as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enge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f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r>
                        <a:rPr lang="en-US" sz="900" kern="100" spc="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y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246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ZP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uzze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h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ut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b="1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as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enge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f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r>
                        <a:rPr lang="en-US" sz="900" kern="100" spc="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2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y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st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7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Z</a:t>
                      </a:r>
                      <a:r>
                        <a:rPr lang="en-US" sz="900" b="1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8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uzze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h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ut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x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b="1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8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as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enge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 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me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rgen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y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er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CBZ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un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uzze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PII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enge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f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r>
                        <a:rPr lang="en-US" sz="900" kern="100" spc="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nd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 dirty="0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CCH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Co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un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1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 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Con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ro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5" dirty="0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Head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b="1" kern="100" spc="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w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upp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ly</a:t>
                      </a:r>
                      <a:r>
                        <a:rPr lang="en-US" sz="900" kern="100" spc="-4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spc="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ly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CDT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un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 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ia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gn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st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8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b="1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ide 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Des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in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at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nd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CNCS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Con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en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&amp; 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Con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ro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erve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b="1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F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5905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2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rans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f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 spc="-1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r>
                        <a:rPr lang="en-US" sz="900" kern="100" spc="1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246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b="1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Condu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 </a:t>
                      </a:r>
                      <a:r>
                        <a:rPr lang="en-US" sz="900" kern="100" spc="-7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-4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pera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x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V</a:t>
                      </a:r>
                      <a:r>
                        <a:rPr lang="en-US" sz="900" b="1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X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230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V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id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ig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na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2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ra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7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b="1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8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Co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un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1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 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r>
                        <a:rPr lang="en-US" sz="900" kern="100" spc="-1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k</a:t>
                      </a:r>
                      <a:r>
                        <a:rPr lang="en-US" sz="900" kern="100" spc="-4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V</a:t>
                      </a:r>
                      <a:r>
                        <a:rPr lang="en-US" sz="900" b="1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b="1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X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230">
                        <a:spcBef>
                          <a:spcPts val="28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V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id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 spc="-2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TX</a:t>
                      </a:r>
                      <a:r>
                        <a:rPr lang="en-US" sz="900" kern="100" spc="-1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oar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28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CRB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un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 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k B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WG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6040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2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W</a:t>
                      </a:r>
                      <a:r>
                        <a:rPr lang="en-US" sz="900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re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r>
                        <a:rPr lang="en-US" sz="900" kern="100" spc="-1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 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/ G</a:t>
                      </a:r>
                      <a:r>
                        <a:rPr lang="en-US" sz="900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5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enn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CS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un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ys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WL</a:t>
                      </a:r>
                      <a:r>
                        <a:rPr lang="en-US" sz="900" b="1" kern="100" spc="-4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b="1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6040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2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W</a:t>
                      </a:r>
                      <a:r>
                        <a:rPr lang="en-US" sz="900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re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r>
                        <a:rPr lang="en-US" sz="900" kern="100" spc="-1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 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2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y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st</a:t>
                      </a:r>
                      <a:r>
                        <a:rPr lang="en-US" sz="900" kern="100" spc="-1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b="1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Ca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S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pea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k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n-US" sz="900" b="1" kern="100" spc="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W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LR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6040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2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W</a:t>
                      </a:r>
                      <a:r>
                        <a:rPr lang="en-US" sz="900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re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r>
                        <a:rPr lang="en-US" sz="900" kern="100" spc="-1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 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L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</a:t>
                      </a:r>
                      <a:r>
                        <a:rPr lang="en-US" sz="900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Rou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246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DBZ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Doo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uzze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b="1" kern="100" dirty="0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SCB</a:t>
                      </a:r>
                      <a:endParaRPr lang="en-US" sz="900" b="1" kern="100" dirty="0">
                        <a:solidFill>
                          <a:srgbClr val="000000"/>
                        </a:solidFill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 Signal Connection Board</a:t>
                      </a:r>
                      <a:endParaRPr lang="en-US" sz="900" kern="100" dirty="0">
                        <a:solidFill>
                          <a:srgbClr val="000000"/>
                        </a:solidFill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7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</a:t>
                      </a:r>
                      <a:r>
                        <a:rPr lang="en-US" sz="900" b="1" kern="100" spc="2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8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Dr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ve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 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rophon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spc="-4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Ass</a:t>
                      </a:r>
                      <a:r>
                        <a:rPr lang="en-US" sz="900" kern="100" spc="-1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mbly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b="1" kern="100" dirty="0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ATA</a:t>
                      </a:r>
                      <a:endParaRPr lang="en-US" sz="900" b="1" kern="100" dirty="0">
                        <a:solidFill>
                          <a:srgbClr val="000000"/>
                        </a:solidFill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 ATA (Advanced Technology Attachment) Bus Type</a:t>
                      </a:r>
                      <a:endParaRPr lang="en-US" sz="900" kern="100" dirty="0">
                        <a:solidFill>
                          <a:srgbClr val="000000"/>
                        </a:solidFill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</a:t>
                      </a:r>
                      <a:r>
                        <a:rPr lang="en-US" sz="900" b="1" kern="100" spc="1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J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Dr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ve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 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M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rophon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J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ac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k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b="1" kern="100" dirty="0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Old PA</a:t>
                      </a:r>
                      <a:r>
                        <a:rPr lang="en-US" sz="900" b="1" kern="100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Control TL</a:t>
                      </a:r>
                      <a:endParaRPr lang="en-US" sz="900" b="1" kern="100" dirty="0">
                        <a:solidFill>
                          <a:srgbClr val="000000"/>
                        </a:solidFill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kern="100" baseline="0" dirty="0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 Old PA Control </a:t>
                      </a:r>
                      <a:r>
                        <a:rPr lang="en-US" sz="900" kern="100" baseline="0" dirty="0" err="1" smtClean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Trainline</a:t>
                      </a:r>
                      <a:endParaRPr lang="en-US" sz="900" kern="100" dirty="0">
                        <a:solidFill>
                          <a:srgbClr val="000000"/>
                        </a:solidFill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</a:t>
                      </a:r>
                      <a:r>
                        <a:rPr lang="en-US" sz="900" b="1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159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Dr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ve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 </a:t>
                      </a:r>
                      <a:r>
                        <a:rPr lang="en-US" sz="900" kern="100" spc="-5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-4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pera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</a:t>
                      </a:r>
                      <a:r>
                        <a:rPr lang="en-US" sz="900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B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x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altLang="ko-KR" sz="900" b="1" kern="100" dirty="0" smtClean="0">
                          <a:latin typeface="Times New Roman"/>
                          <a:ea typeface="바탕"/>
                          <a:cs typeface="Traditional Arabic"/>
                        </a:rPr>
                        <a:t>LVDS</a:t>
                      </a:r>
                      <a:endParaRPr lang="ko-KR" sz="900" b="1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3500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00" dirty="0" smtClean="0">
                          <a:latin typeface="Times New Roman"/>
                          <a:ea typeface="바탕"/>
                          <a:cs typeface="Traditional Arabic"/>
                        </a:rPr>
                        <a:t>Low</a:t>
                      </a:r>
                      <a:r>
                        <a:rPr lang="ko-KR" altLang="en-US" sz="900" kern="100" baseline="0" dirty="0" smtClean="0">
                          <a:latin typeface="Times New Roman"/>
                          <a:ea typeface="바탕"/>
                          <a:cs typeface="Traditional Arabic"/>
                        </a:rPr>
                        <a:t> </a:t>
                      </a:r>
                      <a:r>
                        <a:rPr lang="en-US" altLang="ko-KR" sz="900" kern="100" baseline="0" dirty="0" smtClean="0">
                          <a:latin typeface="Times New Roman"/>
                          <a:ea typeface="바탕"/>
                          <a:cs typeface="Traditional Arabic"/>
                        </a:rPr>
                        <a:t>Voltage Differential Signaling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b="1" kern="100" spc="-1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b="1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2865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 spc="-2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x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er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ior 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S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pea</a:t>
                      </a:r>
                      <a:r>
                        <a:rPr lang="en-US" sz="900" kern="100" spc="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k</a:t>
                      </a:r>
                      <a:r>
                        <a:rPr lang="en-US" sz="900" kern="100" spc="-5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e</a:t>
                      </a:r>
                      <a:r>
                        <a:rPr lang="en-US" sz="900" kern="10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altLang="ko-KR" sz="900" b="1" kern="100" dirty="0" smtClean="0">
                          <a:latin typeface="Times New Roman"/>
                          <a:ea typeface="바탕"/>
                          <a:cs typeface="Traditional Arabic"/>
                        </a:rPr>
                        <a:t>F/R</a:t>
                      </a:r>
                      <a:endParaRPr lang="ko-KR" sz="900" b="1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3500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100" dirty="0" smtClean="0">
                          <a:latin typeface="Times New Roman"/>
                          <a:ea typeface="바탕"/>
                          <a:cs typeface="Traditional Arabic"/>
                        </a:rPr>
                        <a:t>Forward/ Reverse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607">
                <a:tc>
                  <a:txBody>
                    <a:bodyPr/>
                    <a:lstStyle/>
                    <a:p>
                      <a:pPr algn="ctr">
                        <a:spcBef>
                          <a:spcPts val="265"/>
                        </a:spcBef>
                        <a:spcAft>
                          <a:spcPts val="0"/>
                        </a:spcAft>
                        <a:tabLst>
                          <a:tab pos="481330" algn="l"/>
                        </a:tabLst>
                      </a:pPr>
                      <a:r>
                        <a:rPr lang="en-US" sz="900" b="1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F</a:t>
                      </a:r>
                      <a:r>
                        <a:rPr lang="en-US" sz="900" b="1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</a:t>
                      </a:r>
                      <a:r>
                        <a:rPr lang="en-US" sz="900" b="1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3500">
                        <a:spcBef>
                          <a:spcPts val="275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F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ron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Des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in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ion</a:t>
                      </a:r>
                      <a:r>
                        <a:rPr lang="en-US" sz="900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nd</a:t>
                      </a:r>
                      <a:r>
                        <a:rPr lang="en-US" sz="900" kern="100" spc="-1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i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c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a</a:t>
                      </a:r>
                      <a:r>
                        <a:rPr lang="en-US" sz="900" kern="100" spc="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t</a:t>
                      </a:r>
                      <a:r>
                        <a:rPr lang="en-US" sz="900" kern="100" spc="-5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o</a:t>
                      </a:r>
                      <a:r>
                        <a:rPr lang="en-US" sz="900" kern="100" dirty="0">
                          <a:solidFill>
                            <a:srgbClr val="000000"/>
                          </a:solidFill>
                          <a:latin typeface="Times New Roman"/>
                          <a:ea typeface="맑은 고딕"/>
                          <a:cs typeface="Times New Roman"/>
                        </a:rPr>
                        <a:t>r</a:t>
                      </a:r>
                      <a:endParaRPr lang="ko-KR" sz="900" kern="100" dirty="0">
                        <a:latin typeface="Times New Roman"/>
                        <a:ea typeface="바탕"/>
                        <a:cs typeface="Traditional Arab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259632" y="692696"/>
            <a:ext cx="1800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635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81013" algn="l"/>
              </a:tabLst>
            </a:pPr>
            <a:r>
              <a:rPr kumimoji="1" lang="en-US" altLang="ko-K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바탕" pitchFamily="18" charset="-127"/>
                <a:cs typeface="Times New Roman" pitchFamily="18" charset="0"/>
              </a:rPr>
              <a:t>Abbreviations</a:t>
            </a:r>
            <a:endParaRPr kumimoji="1" lang="en-US" altLang="ko-K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43808" y="274638"/>
            <a:ext cx="3456384" cy="706090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Requirements</a:t>
            </a:r>
            <a:endParaRPr lang="ko-KR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Autofit/>
          </a:bodyPr>
          <a:lstStyle/>
          <a:p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altLang="ko-KR" sz="1600" b="1" dirty="0" smtClean="0">
                <a:latin typeface="Times New Roman" pitchFamily="18" charset="0"/>
                <a:cs typeface="Times New Roman" pitchFamily="18" charset="0"/>
              </a:rPr>
              <a:t>PA System</a:t>
            </a:r>
          </a:p>
          <a:p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- permit the train operator and crew to make announcements to passengers</a:t>
            </a:r>
          </a:p>
          <a:p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- permit the train crew to make announcements to and to page other train crew members</a:t>
            </a:r>
          </a:p>
          <a:p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- accommodate recorded or digitized human speech messages for announcements or other passenger information in accordance with the requirements of 49 CFR 38</a:t>
            </a:r>
          </a:p>
          <a:p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- interface announcements with the interior destination sign for visual broadcasting</a:t>
            </a:r>
          </a:p>
          <a:p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- record all PA announcements made on each car</a:t>
            </a:r>
          </a:p>
          <a:p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2. a </a:t>
            </a:r>
            <a:r>
              <a:rPr lang="en-US" altLang="ko-KR" sz="1600" b="1" dirty="0" smtClean="0">
                <a:latin typeface="Times New Roman" pitchFamily="18" charset="0"/>
                <a:cs typeface="Times New Roman" pitchFamily="18" charset="0"/>
              </a:rPr>
              <a:t>crew intercom system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, which shall permit private two-way intercommunication between any two or more communication control panels within the train</a:t>
            </a:r>
          </a:p>
          <a:p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3. a </a:t>
            </a:r>
            <a:r>
              <a:rPr lang="en-US" altLang="ko-KR" sz="1600" b="1" dirty="0" smtClean="0">
                <a:latin typeface="Times New Roman" pitchFamily="18" charset="0"/>
                <a:cs typeface="Times New Roman" pitchFamily="18" charset="0"/>
              </a:rPr>
              <a:t>passenger emergency intercom system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, which shall provide capability for Passengers to communicate with the train crew members and train operator</a:t>
            </a:r>
          </a:p>
          <a:p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4. a </a:t>
            </a:r>
            <a:r>
              <a:rPr lang="en-US" altLang="ko-KR" sz="1600" b="1" dirty="0" smtClean="0">
                <a:latin typeface="Times New Roman" pitchFamily="18" charset="0"/>
                <a:cs typeface="Times New Roman" pitchFamily="18" charset="0"/>
              </a:rPr>
              <a:t>destination sign system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, compliant with the requirements of 49 CFR 38</a:t>
            </a:r>
          </a:p>
          <a:p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5. a </a:t>
            </a:r>
            <a:r>
              <a:rPr lang="en-US" altLang="ko-KR" sz="1600" b="1" dirty="0" smtClean="0">
                <a:latin typeface="Times New Roman" pitchFamily="18" charset="0"/>
                <a:cs typeface="Times New Roman" pitchFamily="18" charset="0"/>
              </a:rPr>
              <a:t>passenger information/automatic station identification system </a:t>
            </a:r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which shall</a:t>
            </a:r>
          </a:p>
          <a:p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- inform passengers of the approaching station, current station, and any other audio or visual messages that RTD wishes to make</a:t>
            </a:r>
          </a:p>
          <a:p>
            <a:r>
              <a:rPr lang="en-US" altLang="ko-KR" sz="1600" dirty="0" smtClean="0">
                <a:latin typeface="Times New Roman" pitchFamily="18" charset="0"/>
                <a:cs typeface="Times New Roman" pitchFamily="18" charset="0"/>
              </a:rPr>
              <a:t>- give information in the form of PA announcements and visual displays</a:t>
            </a:r>
            <a:endParaRPr lang="ko-KR" alt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1231</Words>
  <Application>Microsoft Office PowerPoint</Application>
  <PresentationFormat>화면 슬라이드 쇼(4:3)</PresentationFormat>
  <Paragraphs>470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Requirements</vt:lpstr>
    </vt:vector>
  </TitlesOfParts>
  <Company>Your Company 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Your User Name</dc:creator>
  <cp:lastModifiedBy>Your User Name</cp:lastModifiedBy>
  <cp:revision>84</cp:revision>
  <dcterms:created xsi:type="dcterms:W3CDTF">2011-01-03T04:31:47Z</dcterms:created>
  <dcterms:modified xsi:type="dcterms:W3CDTF">2011-01-05T09:12:44Z</dcterms:modified>
</cp:coreProperties>
</file>