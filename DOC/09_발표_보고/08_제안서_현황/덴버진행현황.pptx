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9" r:id="rId4"/>
    <p:sldId id="261" r:id="rId5"/>
    <p:sldId id="262" r:id="rId6"/>
    <p:sldId id="267" r:id="rId7"/>
    <p:sldId id="268" r:id="rId8"/>
    <p:sldId id="269" r:id="rId9"/>
    <p:sldId id="264" r:id="rId10"/>
    <p:sldId id="265" r:id="rId11"/>
    <p:sldId id="266" r:id="rId12"/>
    <p:sldId id="271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25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2011-10-18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2011-10-18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2011-10-18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2011-10-18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2011-10-18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2011-10-18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2011-10-18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2011-10-18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2011-10-18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2011-10-18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2011-10-18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3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B811B-9147-4F45-B4EC-AB69EFD27CA6}" type="datetimeFigureOut">
              <a:rPr lang="ko-KR" altLang="en-US" smtClean="0"/>
              <a:pPr/>
              <a:t>2011-10-18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0" y="-1"/>
            <a:ext cx="9144000" cy="6858001"/>
            <a:chOff x="0" y="-1"/>
            <a:chExt cx="9144000" cy="6858001"/>
          </a:xfrm>
        </p:grpSpPr>
        <p:sp>
          <p:nvSpPr>
            <p:cNvPr id="5" name="직사각형 4"/>
            <p:cNvSpPr/>
            <p:nvPr/>
          </p:nvSpPr>
          <p:spPr>
            <a:xfrm>
              <a:off x="0" y="6165304"/>
              <a:ext cx="9144000" cy="692696"/>
            </a:xfrm>
            <a:prstGeom prst="rect">
              <a:avLst/>
            </a:prstGeom>
            <a:solidFill>
              <a:srgbClr val="2251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 descr="배경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9144000" cy="6669361"/>
            </a:xfrm>
            <a:prstGeom prst="rect">
              <a:avLst/>
            </a:prstGeom>
          </p:spPr>
        </p:pic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512" y="188640"/>
              <a:ext cx="1932072" cy="569363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2483768" y="44624"/>
              <a:ext cx="662473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b="1" dirty="0" smtClean="0">
                  <a:solidFill>
                    <a:schemeClr val="bg1"/>
                  </a:solidFill>
                  <a:latin typeface="Calibri" pitchFamily="34" charset="0"/>
                </a:rPr>
                <a:t>Denver Project Process Status</a:t>
              </a:r>
            </a:p>
            <a:p>
              <a:pPr algn="r"/>
              <a:r>
                <a:rPr lang="en-US" altLang="ko-KR" sz="4000" b="1" dirty="0" smtClean="0">
                  <a:solidFill>
                    <a:schemeClr val="bg1"/>
                  </a:solidFill>
                  <a:latin typeface="Calibri" pitchFamily="34" charset="0"/>
                </a:rPr>
                <a:t>October 19</a:t>
              </a:r>
              <a:r>
                <a:rPr lang="en-US" altLang="ko-KR" sz="4000" b="1" baseline="30000" dirty="0" smtClean="0">
                  <a:solidFill>
                    <a:schemeClr val="bg1"/>
                  </a:solidFill>
                  <a:latin typeface="Calibri" pitchFamily="34" charset="0"/>
                </a:rPr>
                <a:t>th</a:t>
              </a:r>
              <a:r>
                <a:rPr lang="en-US" altLang="ko-KR" sz="4000" b="1" dirty="0" smtClean="0">
                  <a:solidFill>
                    <a:schemeClr val="bg1"/>
                  </a:solidFill>
                  <a:latin typeface="Calibri" pitchFamily="34" charset="0"/>
                </a:rPr>
                <a:t>, 2011</a:t>
              </a:r>
              <a:endParaRPr lang="ko-KR" altLang="en-US" sz="4000" b="1" dirty="0">
                <a:solidFill>
                  <a:schemeClr val="bg1"/>
                </a:solidFill>
                <a:latin typeface="Calibri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35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4" name="직사각형 3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" name="그림 4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6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직사각형 6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771800" y="772276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 smtClean="0"/>
              <a:t>덴버</a:t>
            </a:r>
            <a:r>
              <a:rPr lang="ko-KR" altLang="en-US" sz="2800" dirty="0" smtClean="0"/>
              <a:t> 전체 진행 사항</a:t>
            </a:r>
            <a:r>
              <a:rPr lang="en-US" altLang="ko-KR" sz="2800" dirty="0" smtClean="0"/>
              <a:t>.</a:t>
            </a:r>
            <a:endParaRPr lang="ko-KR" altLang="en-US" sz="2800" dirty="0"/>
          </a:p>
        </p:txBody>
      </p:sp>
      <p:sp>
        <p:nvSpPr>
          <p:cNvPr id="13" name="직사각형 12"/>
          <p:cNvSpPr/>
          <p:nvPr/>
        </p:nvSpPr>
        <p:spPr>
          <a:xfrm>
            <a:off x="1333150" y="3186264"/>
            <a:ext cx="158417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ysClr val="windowText" lastClr="000000"/>
                </a:solidFill>
              </a:rPr>
              <a:t>설</a:t>
            </a:r>
            <a:r>
              <a:rPr lang="ko-KR" altLang="en-US" dirty="0">
                <a:solidFill>
                  <a:sysClr val="windowText" lastClr="000000"/>
                </a:solidFill>
              </a:rPr>
              <a:t>계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333150" y="3690320"/>
            <a:ext cx="158417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ysClr val="windowText" lastClr="000000"/>
                </a:solidFill>
              </a:rPr>
              <a:t>제</a:t>
            </a:r>
            <a:r>
              <a:rPr lang="ko-KR" altLang="en-US" dirty="0">
                <a:solidFill>
                  <a:sysClr val="windowText" lastClr="000000"/>
                </a:solidFill>
              </a:rPr>
              <a:t>작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333150" y="4194376"/>
            <a:ext cx="1584176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ysClr val="windowText" lastClr="000000"/>
                </a:solidFill>
              </a:rPr>
              <a:t>기능 </a:t>
            </a:r>
            <a:r>
              <a:rPr lang="en-US" altLang="ko-KR" dirty="0" smtClean="0">
                <a:solidFill>
                  <a:sysClr val="windowText" lastClr="000000"/>
                </a:solidFill>
              </a:rPr>
              <a:t>TEST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4788024" y="2934236"/>
            <a:ext cx="0" cy="1944216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658722" y="2934236"/>
            <a:ext cx="0" cy="1944216"/>
          </a:xfrm>
          <a:prstGeom prst="line">
            <a:avLst/>
          </a:prstGeom>
          <a:ln w="28575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73154" y="2564904"/>
            <a:ext cx="71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50%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299730" y="2564904"/>
            <a:ext cx="864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100%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2917326" y="3294276"/>
            <a:ext cx="374139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100%</a:t>
            </a:r>
            <a:endParaRPr lang="ko-KR" altLang="en-US" dirty="0"/>
          </a:p>
        </p:txBody>
      </p:sp>
      <p:sp>
        <p:nvSpPr>
          <p:cNvPr id="30" name="직사각형 29"/>
          <p:cNvSpPr/>
          <p:nvPr/>
        </p:nvSpPr>
        <p:spPr>
          <a:xfrm>
            <a:off x="2917326" y="3798332"/>
            <a:ext cx="2734794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80%</a:t>
            </a:r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2917326" y="4302388"/>
            <a:ext cx="1555828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40%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DENVER20111018그림\CRA20111018.bm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95" y="1104128"/>
            <a:ext cx="7711467" cy="400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411760" y="5229200"/>
            <a:ext cx="4104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altLang="ko-KR" dirty="0" smtClean="0"/>
              <a:t>AMP </a:t>
            </a:r>
            <a:r>
              <a:rPr lang="ko-KR" altLang="en-US" dirty="0" smtClean="0"/>
              <a:t>출력 보강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en-US" altLang="ko-KR" dirty="0" smtClean="0"/>
              <a:t>VOIP </a:t>
            </a:r>
            <a:r>
              <a:rPr lang="ko-KR" altLang="en-US" dirty="0" smtClean="0"/>
              <a:t>기능</a:t>
            </a:r>
            <a:r>
              <a:rPr lang="en-US" altLang="ko-KR" dirty="0"/>
              <a:t> </a:t>
            </a:r>
            <a:r>
              <a:rPr lang="ko-KR" altLang="en-US" dirty="0" smtClean="0"/>
              <a:t>추가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en-US" altLang="ko-KR" dirty="0" smtClean="0"/>
              <a:t>REC 72 </a:t>
            </a:r>
            <a:r>
              <a:rPr lang="ko-KR" altLang="en-US" dirty="0" smtClean="0"/>
              <a:t>시간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5" name="타원 14"/>
          <p:cNvSpPr/>
          <p:nvPr/>
        </p:nvSpPr>
        <p:spPr>
          <a:xfrm>
            <a:off x="7092280" y="3933056"/>
            <a:ext cx="227346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4541655" y="3284984"/>
            <a:ext cx="227346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4769001" y="3371816"/>
            <a:ext cx="227346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제목 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smtClean="0">
                <a:latin typeface="Calibri" pitchFamily="34" charset="0"/>
              </a:rPr>
              <a:t>Communication Rack A (CRA)</a:t>
            </a:r>
            <a:endParaRPr lang="ko-KR" altLang="en-US" b="1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6" dur="100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100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1" dur="100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100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100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0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6" dur="100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" dur="100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100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100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DENVER20111018그림\CCP20111018.bm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703436"/>
            <a:ext cx="5571975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4" name="직사각형 3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" name="그림 4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6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직사각형 6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모서리가 둥근 직사각형 1"/>
          <p:cNvSpPr/>
          <p:nvPr/>
        </p:nvSpPr>
        <p:spPr>
          <a:xfrm rot="732494">
            <a:off x="4355976" y="4395282"/>
            <a:ext cx="1872208" cy="36004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5076056" y="3356992"/>
            <a:ext cx="216024" cy="21602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427687" y="5304301"/>
            <a:ext cx="4104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ko-KR" altLang="en-US" dirty="0" smtClean="0"/>
              <a:t>터치 스크린을 통한 </a:t>
            </a:r>
            <a:r>
              <a:rPr lang="en-US" altLang="ko-KR" dirty="0" smtClean="0"/>
              <a:t>UI.</a:t>
            </a:r>
          </a:p>
          <a:p>
            <a:pPr marL="285750" indent="-285750">
              <a:buFont typeface="Arial" charset="0"/>
              <a:buChar char="•"/>
            </a:pPr>
            <a:r>
              <a:rPr lang="ko-KR" altLang="en-US" dirty="0" smtClean="0"/>
              <a:t>차량의 모든 정보를 모니터링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ko-KR" altLang="en-US" dirty="0" smtClean="0"/>
              <a:t>유지 보수 편의성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1" name="제목 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smtClean="0">
                <a:latin typeface="Calibri" pitchFamily="34" charset="0"/>
              </a:rPr>
              <a:t>Communication Control Panel (CCP)</a:t>
            </a:r>
            <a:endParaRPr lang="ko-KR" altLang="en-US" b="1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453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9" dur="10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" dur="10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10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DENVER20111018그림\PID1 20111018.bm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28" y="1417638"/>
            <a:ext cx="3672408" cy="224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그룹 3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5" name="직사각형 4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7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직사각형 7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제목 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smtClean="0">
                <a:latin typeface="Calibri" pitchFamily="34" charset="0"/>
              </a:rPr>
              <a:t>Passenger Information Display (PID)</a:t>
            </a:r>
            <a:endParaRPr lang="ko-KR" altLang="en-US" b="1" dirty="0">
              <a:latin typeface="Calibri" pitchFamily="34" charset="0"/>
            </a:endParaRPr>
          </a:p>
        </p:txBody>
      </p:sp>
      <p:pic>
        <p:nvPicPr>
          <p:cNvPr id="10" name="Picture 2" descr="E:\DENVER20111018그림\PID2 20111018.bmp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28" y="3681929"/>
            <a:ext cx="3669036" cy="252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타원 1"/>
          <p:cNvSpPr/>
          <p:nvPr/>
        </p:nvSpPr>
        <p:spPr>
          <a:xfrm>
            <a:off x="2554630" y="2312876"/>
            <a:ext cx="216024" cy="21602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2815042" y="4922187"/>
            <a:ext cx="216024" cy="21602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503606" y="2061844"/>
            <a:ext cx="43462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altLang="ko-KR" dirty="0" smtClean="0"/>
              <a:t>LCD </a:t>
            </a:r>
            <a:r>
              <a:rPr lang="ko-KR" altLang="en-US" dirty="0" smtClean="0"/>
              <a:t>스크린을 통한 동영상 정보  표출</a:t>
            </a:r>
            <a:endParaRPr lang="en-US" altLang="ko-KR" dirty="0" smtClean="0"/>
          </a:p>
          <a:p>
            <a:pPr marL="285750" indent="-285750">
              <a:buFont typeface="Arial" charset="0"/>
              <a:buChar char="•"/>
            </a:pPr>
            <a:r>
              <a:rPr lang="ko-KR" altLang="en-US" dirty="0" smtClean="0"/>
              <a:t>설치 위치에 따른 장치 특성을 반영한 디자인</a:t>
            </a:r>
            <a:r>
              <a:rPr lang="en-US" altLang="ko-KR" dirty="0" smtClean="0"/>
              <a:t>.</a:t>
            </a:r>
          </a:p>
        </p:txBody>
      </p:sp>
      <p:sp>
        <p:nvSpPr>
          <p:cNvPr id="3" name="원형 화살표 2"/>
          <p:cNvSpPr/>
          <p:nvPr/>
        </p:nvSpPr>
        <p:spPr>
          <a:xfrm rot="17614694">
            <a:off x="1385659" y="2134485"/>
            <a:ext cx="978408" cy="778439"/>
          </a:xfrm>
          <a:prstGeom prst="circular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12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6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1" dur="10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10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10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4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E:\DENVER20111018그림\FDI20111018.bm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417638"/>
            <a:ext cx="6050104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그룹 3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5" name="직사각형 4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7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직사각형 7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제목 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smtClean="0">
                <a:latin typeface="Calibri" pitchFamily="34" charset="0"/>
              </a:rPr>
              <a:t>Front Destination Indicator (FDI)</a:t>
            </a:r>
            <a:endParaRPr lang="ko-KR" altLang="en-US" b="1" dirty="0">
              <a:latin typeface="Calibri" pitchFamily="34" charset="0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4411204" y="2334497"/>
            <a:ext cx="216024" cy="21602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6444208" y="3429000"/>
            <a:ext cx="216024" cy="21602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313966" y="5157192"/>
            <a:ext cx="4634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ko-KR" altLang="en-US" dirty="0" smtClean="0"/>
              <a:t>주변 밝기를 반영한 </a:t>
            </a:r>
            <a:r>
              <a:rPr lang="en-US" altLang="ko-KR" dirty="0" smtClean="0"/>
              <a:t>LED </a:t>
            </a:r>
            <a:r>
              <a:rPr lang="ko-KR" altLang="en-US" dirty="0" smtClean="0"/>
              <a:t>밝기 조절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ko-KR" altLang="en-US" dirty="0" smtClean="0"/>
              <a:t>칼라 </a:t>
            </a:r>
            <a:r>
              <a:rPr lang="en-US" altLang="ko-KR" dirty="0" smtClean="0"/>
              <a:t>LED</a:t>
            </a:r>
            <a:r>
              <a:rPr lang="ko-KR" altLang="en-US" dirty="0" smtClean="0"/>
              <a:t>를</a:t>
            </a:r>
            <a:r>
              <a:rPr lang="en-US" altLang="ko-KR" dirty="0"/>
              <a:t> </a:t>
            </a:r>
            <a:r>
              <a:rPr lang="ko-KR" altLang="en-US" dirty="0" smtClean="0"/>
              <a:t>통한 다양한 표출 정보 가능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469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6" dur="100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100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1" dur="10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10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10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E:\DENVER20111018그림\SDI20111018.bm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225" y="1387853"/>
            <a:ext cx="6135779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4" name="직사각형 3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" name="그림 4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6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직사각형 6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제목 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smtClean="0">
                <a:latin typeface="Calibri" pitchFamily="34" charset="0"/>
              </a:rPr>
              <a:t>Side</a:t>
            </a:r>
            <a:r>
              <a:rPr lang="ko-KR" altLang="en-US" b="1" smtClean="0">
                <a:latin typeface="Calibri" pitchFamily="34" charset="0"/>
              </a:rPr>
              <a:t> </a:t>
            </a:r>
            <a:r>
              <a:rPr lang="en-US" altLang="ko-KR" b="1" smtClean="0">
                <a:latin typeface="Calibri" pitchFamily="34" charset="0"/>
              </a:rPr>
              <a:t>Destination Indicator (SDI)</a:t>
            </a:r>
            <a:endParaRPr lang="ko-KR" altLang="en-US" b="1" dirty="0">
              <a:latin typeface="Calibri" pitchFamily="34" charset="0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6696236" y="3284984"/>
            <a:ext cx="216024" cy="21602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4067944" y="2780928"/>
            <a:ext cx="216024" cy="21602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313966" y="5157192"/>
            <a:ext cx="4634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ko-KR" altLang="en-US" dirty="0" smtClean="0"/>
              <a:t>주변 밝기를 반영한 </a:t>
            </a:r>
            <a:r>
              <a:rPr lang="en-US" altLang="ko-KR" dirty="0" smtClean="0"/>
              <a:t>LED </a:t>
            </a:r>
            <a:r>
              <a:rPr lang="ko-KR" altLang="en-US" dirty="0" smtClean="0"/>
              <a:t>밝기 조절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ko-KR" altLang="en-US" dirty="0" smtClean="0"/>
              <a:t>칼라 </a:t>
            </a:r>
            <a:r>
              <a:rPr lang="en-US" altLang="ko-KR" dirty="0" smtClean="0"/>
              <a:t>LED</a:t>
            </a:r>
            <a:r>
              <a:rPr lang="ko-KR" altLang="en-US" dirty="0" smtClean="0"/>
              <a:t>를</a:t>
            </a:r>
            <a:r>
              <a:rPr lang="en-US" altLang="ko-KR" dirty="0"/>
              <a:t> </a:t>
            </a:r>
            <a:r>
              <a:rPr lang="ko-KR" altLang="en-US" dirty="0" smtClean="0"/>
              <a:t>통한 다양한 표출 정보 가능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5618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6" dur="10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10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1" dur="100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100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100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0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E:\DENVER20111018그림\P1120111018.bm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254" y="1340768"/>
            <a:ext cx="6725491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그룹 3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5" name="직사각형 4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7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직사각형 7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제목 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smtClean="0">
                <a:latin typeface="Calibri" pitchFamily="34" charset="0"/>
              </a:rPr>
              <a:t>Passenger Information Indicator (PII)</a:t>
            </a:r>
            <a:endParaRPr lang="ko-KR" altLang="en-US" b="1" dirty="0">
              <a:latin typeface="Calibri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13966" y="5157192"/>
            <a:ext cx="5354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ko-KR" altLang="en-US" dirty="0" smtClean="0"/>
              <a:t>실시간 문자 표출이 가능한 실내 안내 표시기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en-US" altLang="ko-KR" dirty="0" smtClean="0"/>
              <a:t>DC </a:t>
            </a:r>
            <a:r>
              <a:rPr lang="ko-KR" altLang="en-US" dirty="0" smtClean="0"/>
              <a:t>전원 설계를 통한 비상 안내 표출 기능 강화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483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E:\DENVER20111018그림\DPO 20111018.bm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260" y="1403648"/>
            <a:ext cx="5273077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그룹 3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5" name="직사각형 4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7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직사각형 7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제목 2"/>
          <p:cNvSpPr txBox="1">
            <a:spLocks/>
          </p:cNvSpPr>
          <p:nvPr/>
        </p:nvSpPr>
        <p:spPr>
          <a:xfrm>
            <a:off x="616658" y="26064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smtClean="0">
                <a:latin typeface="Calibri" pitchFamily="34" charset="0"/>
              </a:rPr>
              <a:t>Driver PA Operation Box (DPO)</a:t>
            </a:r>
            <a:endParaRPr lang="ko-KR" altLang="en-US" b="1" dirty="0">
              <a:latin typeface="Calibri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92748" y="5157192"/>
            <a:ext cx="53543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altLang="ko-KR" dirty="0" smtClean="0"/>
              <a:t>Handset </a:t>
            </a:r>
            <a:r>
              <a:rPr lang="ko-KR" altLang="en-US" dirty="0" smtClean="0"/>
              <a:t>마이크를</a:t>
            </a:r>
            <a:r>
              <a:rPr lang="en-US" altLang="ko-KR" dirty="0" smtClean="0"/>
              <a:t> </a:t>
            </a:r>
            <a:r>
              <a:rPr lang="ko-KR" altLang="en-US" dirty="0" smtClean="0"/>
              <a:t>통한 방송 기능 강화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en-US" altLang="ko-KR" dirty="0" smtClean="0"/>
              <a:t>OCC </a:t>
            </a:r>
            <a:r>
              <a:rPr lang="ko-KR" altLang="en-US" dirty="0" smtClean="0"/>
              <a:t>통화 버튼을 통한 사령 통화 기능 강화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en-US" altLang="ko-KR" dirty="0" smtClean="0"/>
              <a:t>Dual Tone </a:t>
            </a:r>
            <a:r>
              <a:rPr lang="ko-KR" altLang="en-US" dirty="0" smtClean="0"/>
              <a:t>방식에 깨끗한 음질 보장</a:t>
            </a:r>
            <a:r>
              <a:rPr lang="en-US" altLang="ko-KR" dirty="0" smtClean="0"/>
              <a:t>.</a:t>
            </a:r>
          </a:p>
        </p:txBody>
      </p:sp>
      <p:sp>
        <p:nvSpPr>
          <p:cNvPr id="11" name="타원 10"/>
          <p:cNvSpPr/>
          <p:nvPr/>
        </p:nvSpPr>
        <p:spPr>
          <a:xfrm>
            <a:off x="6156176" y="3609020"/>
            <a:ext cx="216024" cy="21602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5436096" y="2888940"/>
            <a:ext cx="216024" cy="21602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83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6" dur="10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10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1" dur="10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10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10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 descr="E:\DENVER20111018그림\DPH 20111018.bm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614" y="1416256"/>
            <a:ext cx="6369536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 smtClean="0">
                <a:latin typeface="Calibri" pitchFamily="34" charset="0"/>
              </a:rPr>
              <a:t>Driver PA Handset (DPH)</a:t>
            </a:r>
            <a:endParaRPr lang="ko-KR" altLang="en-US" b="1" dirty="0">
              <a:latin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92748" y="5157192"/>
            <a:ext cx="5354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ko-KR" altLang="en-US" dirty="0" smtClean="0"/>
              <a:t>운전자의 차량 방송 기능을 강화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en-US" altLang="ko-KR" dirty="0" smtClean="0"/>
              <a:t>Handset MIC</a:t>
            </a:r>
            <a:r>
              <a:rPr lang="ko-KR" altLang="en-US" dirty="0" smtClean="0"/>
              <a:t>을 통한 방송 기능 강화</a:t>
            </a:r>
            <a:r>
              <a:rPr lang="en-US" altLang="ko-KR" dirty="0" smtClean="0"/>
              <a:t>.</a:t>
            </a:r>
          </a:p>
        </p:txBody>
      </p:sp>
      <p:sp>
        <p:nvSpPr>
          <p:cNvPr id="14" name="타원 13"/>
          <p:cNvSpPr/>
          <p:nvPr/>
        </p:nvSpPr>
        <p:spPr>
          <a:xfrm>
            <a:off x="4353880" y="3000232"/>
            <a:ext cx="216024" cy="21602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83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6" dur="100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100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E:\DENVER20111018그림\EMB 20111018.bm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417638"/>
            <a:ext cx="6502119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그룹 3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5" name="직사각형 4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7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직사각형 7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제목 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Calibri" pitchFamily="34" charset="0"/>
              </a:rPr>
              <a:t>Emergency</a:t>
            </a:r>
            <a:r>
              <a:rPr lang="en-US" altLang="ko-KR" b="1" dirty="0" smtClean="0">
                <a:latin typeface="Calibri" pitchFamily="34" charset="0"/>
              </a:rPr>
              <a:t> Microphone Box(EMB)</a:t>
            </a:r>
            <a:endParaRPr lang="ko-KR" altLang="en-US" b="1" dirty="0">
              <a:latin typeface="Calibri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37032" y="5122274"/>
            <a:ext cx="6394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ko-KR" altLang="en-US" dirty="0" smtClean="0"/>
              <a:t>비상</a:t>
            </a:r>
            <a:r>
              <a:rPr lang="en-US" altLang="ko-KR" dirty="0"/>
              <a:t> </a:t>
            </a:r>
            <a:r>
              <a:rPr lang="ko-KR" altLang="en-US" dirty="0" smtClean="0"/>
              <a:t>상황에 대한 외부 대응 능력을 강화 하기 위해 설치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ko-KR" altLang="en-US" dirty="0" smtClean="0"/>
              <a:t>방수 기능을 통한 외부 환경조건 반영</a:t>
            </a:r>
            <a:r>
              <a:rPr lang="en-US" altLang="ko-KR" dirty="0" smtClean="0"/>
              <a:t>.</a:t>
            </a:r>
          </a:p>
        </p:txBody>
      </p:sp>
      <p:sp>
        <p:nvSpPr>
          <p:cNvPr id="11" name="타원 10"/>
          <p:cNvSpPr/>
          <p:nvPr/>
        </p:nvSpPr>
        <p:spPr>
          <a:xfrm>
            <a:off x="4569904" y="3501008"/>
            <a:ext cx="216024" cy="21602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69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6" dur="10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10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E:\DENVER20111018그림\PEI1 20111018.bm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68760"/>
            <a:ext cx="3545905" cy="201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그룹 3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5" name="직사각형 4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7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직사각형 7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제목 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000" b="1" dirty="0" smtClean="0">
                <a:latin typeface="Calibri" pitchFamily="34" charset="0"/>
              </a:rPr>
              <a:t>Passenger Emergency Intercom (PEI)</a:t>
            </a:r>
            <a:endParaRPr lang="ko-KR" altLang="en-US" sz="4000" b="1" dirty="0">
              <a:latin typeface="Calibri" pitchFamily="34" charset="0"/>
            </a:endParaRPr>
          </a:p>
        </p:txBody>
      </p:sp>
      <p:pic>
        <p:nvPicPr>
          <p:cNvPr id="10" name="Picture 2" descr="E:\DENVER20111018그림\PEI2 20111018.bmp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61" y="3645024"/>
            <a:ext cx="3465472" cy="248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452580" y="1772816"/>
            <a:ext cx="43936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altLang="ko-KR" dirty="0" smtClean="0"/>
              <a:t>2</a:t>
            </a:r>
            <a:r>
              <a:rPr lang="ko-KR" altLang="en-US" dirty="0" smtClean="0"/>
              <a:t>가지 타입에 </a:t>
            </a:r>
            <a:r>
              <a:rPr lang="en-US" altLang="ko-KR" dirty="0" smtClean="0"/>
              <a:t>PEI</a:t>
            </a:r>
            <a:r>
              <a:rPr lang="ko-KR" altLang="en-US" dirty="0" smtClean="0"/>
              <a:t>를</a:t>
            </a:r>
            <a:r>
              <a:rPr lang="en-US" altLang="ko-KR" dirty="0" smtClean="0"/>
              <a:t>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285750" indent="-285750">
              <a:buFont typeface="Arial" charset="0"/>
              <a:buChar char="•"/>
            </a:pPr>
            <a:r>
              <a:rPr lang="ko-KR" altLang="en-US" dirty="0" smtClean="0"/>
              <a:t>설치 장소에 따른 사용자 변의성 강화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ko-KR" altLang="en-US" dirty="0" smtClean="0"/>
              <a:t>비상 상황에 대한 </a:t>
            </a:r>
            <a:r>
              <a:rPr lang="ko-KR" altLang="en-US" dirty="0" err="1" smtClean="0"/>
              <a:t>사령실</a:t>
            </a:r>
            <a:r>
              <a:rPr lang="ko-KR" altLang="en-US" dirty="0" smtClean="0"/>
              <a:t> 음성 모니터 기능 추가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ko-KR" altLang="en-US" dirty="0" smtClean="0"/>
              <a:t>효율적 기구 설계와 음성 처리 기술을 적용하여 효율적인 </a:t>
            </a:r>
            <a:r>
              <a:rPr lang="ko-KR" altLang="en-US" dirty="0" err="1" smtClean="0"/>
              <a:t>하울링</a:t>
            </a:r>
            <a:r>
              <a:rPr lang="ko-KR" altLang="en-US" dirty="0"/>
              <a:t> </a:t>
            </a:r>
            <a:r>
              <a:rPr lang="ko-KR" altLang="en-US" dirty="0" smtClean="0"/>
              <a:t>처리 방법 적용</a:t>
            </a:r>
            <a:r>
              <a:rPr lang="en-US" altLang="ko-KR" dirty="0" smtClean="0"/>
              <a:t>.</a:t>
            </a:r>
          </a:p>
          <a:p>
            <a:pPr marL="285750" indent="-285750">
              <a:buFont typeface="Arial" charset="0"/>
              <a:buChar char="•"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19483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267</Words>
  <Application>Microsoft Office PowerPoint</Application>
  <PresentationFormat>화면 슬라이드 쇼(4:3)</PresentationFormat>
  <Paragraphs>46</Paragraphs>
  <Slides>12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(주)우진산전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진미화</dc:creator>
  <cp:lastModifiedBy>JDS_SSD</cp:lastModifiedBy>
  <cp:revision>17</cp:revision>
  <dcterms:created xsi:type="dcterms:W3CDTF">2011-03-30T10:53:50Z</dcterms:created>
  <dcterms:modified xsi:type="dcterms:W3CDTF">2011-10-18T09:14:40Z</dcterms:modified>
</cp:coreProperties>
</file>