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267" r:id="rId2"/>
    <p:sldId id="269" r:id="rId3"/>
    <p:sldId id="270" r:id="rId4"/>
  </p:sldIdLst>
  <p:sldSz cx="9144000" cy="6858000" type="screen4x3"/>
  <p:notesSz cx="9144000" cy="6858000"/>
  <p:defaultTextStyle>
    <a:defPPr>
      <a:defRPr lang="ko-KR"/>
    </a:defPPr>
    <a:lvl1pPr marL="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00FF"/>
    <a:srgbClr val="FF3300"/>
    <a:srgbClr val="99CC00"/>
    <a:srgbClr val="3399FF"/>
    <a:srgbClr val="008000"/>
    <a:srgbClr val="FF6600"/>
    <a:srgbClr val="993366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8" autoAdjust="0"/>
    <p:restoredTop sz="94606" autoAdjust="0"/>
  </p:normalViewPr>
  <p:slideViewPr>
    <p:cSldViewPr>
      <p:cViewPr varScale="1">
        <p:scale>
          <a:sx n="91" d="100"/>
          <a:sy n="91" d="100"/>
        </p:scale>
        <p:origin x="-137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1BDDF-14CC-49F4-B688-73EFBAB57565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383B5-CCD1-4DDD-93B1-7BB9D567C9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9790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5" indent="0">
              <a:buNone/>
              <a:defRPr sz="2800"/>
            </a:lvl2pPr>
            <a:lvl3pPr marL="914290" indent="0">
              <a:buNone/>
              <a:defRPr sz="2400"/>
            </a:lvl3pPr>
            <a:lvl4pPr marL="1371435" indent="0">
              <a:buNone/>
              <a:defRPr sz="2000"/>
            </a:lvl4pPr>
            <a:lvl5pPr marL="1828581" indent="0">
              <a:buNone/>
              <a:defRPr sz="2000"/>
            </a:lvl5pPr>
            <a:lvl6pPr marL="2285726" indent="0">
              <a:buNone/>
              <a:defRPr sz="2000"/>
            </a:lvl6pPr>
            <a:lvl7pPr marL="2742871" indent="0">
              <a:buNone/>
              <a:defRPr sz="2000"/>
            </a:lvl7pPr>
            <a:lvl8pPr marL="3200016" indent="0">
              <a:buNone/>
              <a:defRPr sz="2000"/>
            </a:lvl8pPr>
            <a:lvl9pPr marL="365716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A7D5D-D33C-41F4-8F31-E20F40419BB1}" type="datetimeFigureOut">
              <a:rPr lang="ko-KR" altLang="en-US" smtClean="0"/>
              <a:pPr/>
              <a:t>2012-11-19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9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9" indent="-342859" algn="l" defTabSz="91429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defTabSz="91429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defTabSz="91429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defTabSz="91429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wmf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wmf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>
            <a:lvl1pPr algn="ctr" defTabSz="91429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DENVER/ SEPTA </a:t>
            </a:r>
            <a:r>
              <a:rPr lang="ko-KR" altLang="en-US" dirty="0" smtClean="0"/>
              <a:t>보완 사항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826976"/>
            <a:ext cx="3610744" cy="82068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SEPTA </a:t>
            </a:r>
            <a:r>
              <a:rPr lang="ko-KR" altLang="en-US" dirty="0" smtClean="0"/>
              <a:t>지적 사항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4572000" y="1772816"/>
            <a:ext cx="4184104" cy="730831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dirty="0" smtClean="0"/>
              <a:t>DENVER </a:t>
            </a:r>
            <a:r>
              <a:rPr lang="ko-KR" altLang="en-US" dirty="0" smtClean="0"/>
              <a:t>보완 사항</a:t>
            </a:r>
            <a:r>
              <a:rPr lang="en-US" altLang="ko-KR" dirty="0" smtClean="0"/>
              <a:t>.</a:t>
            </a:r>
          </a:p>
          <a:p>
            <a:pPr marL="0" indent="0">
              <a:buFont typeface="Arial" pitchFamily="34" charset="0"/>
              <a:buNone/>
            </a:pP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115616" y="2523863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1. AMP </a:t>
            </a:r>
            <a:r>
              <a:rPr lang="ko-KR" altLang="en-US" sz="1800" dirty="0" smtClean="0"/>
              <a:t>용량 부족</a:t>
            </a:r>
            <a:r>
              <a:rPr lang="en-US" altLang="ko-KR" sz="1800" dirty="0" smtClean="0"/>
              <a:t>(125W).</a:t>
            </a:r>
            <a:endParaRPr lang="ko-KR" altLang="en-US" sz="1800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115616" y="2934206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2. CRA </a:t>
            </a:r>
            <a:r>
              <a:rPr lang="en-US" altLang="ko-KR" sz="1600" dirty="0" smtClean="0"/>
              <a:t>BACK</a:t>
            </a:r>
            <a:r>
              <a:rPr lang="en-US" altLang="ko-KR" sz="1800" dirty="0" smtClean="0"/>
              <a:t> UP </a:t>
            </a:r>
            <a:r>
              <a:rPr lang="ko-KR" altLang="en-US" sz="1800" dirty="0" smtClean="0"/>
              <a:t>불가능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1115616" y="3223727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3</a:t>
            </a:r>
            <a:r>
              <a:rPr lang="en-US" altLang="ko-KR" sz="1800" dirty="0" smtClean="0"/>
              <a:t>. PA </a:t>
            </a:r>
            <a:r>
              <a:rPr lang="ko-KR" altLang="en-US" sz="1800" dirty="0" smtClean="0"/>
              <a:t>장치 </a:t>
            </a:r>
            <a:r>
              <a:rPr lang="ko-KR" altLang="en-US" sz="1800" dirty="0" err="1" smtClean="0"/>
              <a:t>하울링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1115616" y="3655841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4. PA ANSM </a:t>
            </a:r>
            <a:r>
              <a:rPr lang="ko-KR" altLang="en-US" sz="1800" dirty="0" smtClean="0"/>
              <a:t>인식 기능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115616" y="4109528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5</a:t>
            </a:r>
            <a:r>
              <a:rPr lang="en-US" altLang="ko-KR" sz="1800" dirty="0" smtClean="0"/>
              <a:t>. PA Tone </a:t>
            </a:r>
            <a:r>
              <a:rPr lang="ko-KR" altLang="en-US" sz="1800" dirty="0" smtClean="0"/>
              <a:t>기능 인식 문재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115616" y="4519871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925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 smtClean="0"/>
              <a:t>6. INTERCOM </a:t>
            </a:r>
            <a:r>
              <a:rPr lang="ko-KR" altLang="en-US" sz="1600" dirty="0" smtClean="0"/>
              <a:t>인식 불가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1115616" y="4963730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/>
              <a:t>7</a:t>
            </a:r>
            <a:r>
              <a:rPr lang="en-US" altLang="ko-KR" sz="1600" dirty="0" smtClean="0"/>
              <a:t>. CCP H/W, S/W.</a:t>
            </a:r>
            <a:endParaRPr lang="ko-KR" altLang="en-US" sz="1600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4473302" y="2503646"/>
            <a:ext cx="230425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77500" lnSpcReduction="2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1. AMP </a:t>
            </a:r>
            <a:r>
              <a:rPr lang="ko-KR" altLang="en-US" sz="1800" dirty="0" smtClean="0"/>
              <a:t>용량 증가</a:t>
            </a:r>
            <a:r>
              <a:rPr lang="en-US" altLang="ko-KR" sz="1800" dirty="0" smtClean="0"/>
              <a:t>(300W).</a:t>
            </a:r>
            <a:endParaRPr lang="ko-KR" altLang="en-US" sz="1800" dirty="0"/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4473302" y="2913989"/>
            <a:ext cx="3627090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2. CRA </a:t>
            </a:r>
            <a:r>
              <a:rPr lang="en-US" altLang="ko-KR" sz="1600" dirty="0" smtClean="0"/>
              <a:t>– CRA BACK UP </a:t>
            </a:r>
            <a:r>
              <a:rPr lang="ko-KR" altLang="en-US" sz="1600" dirty="0" smtClean="0"/>
              <a:t>가능 하도록 설계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473302" y="3203510"/>
            <a:ext cx="3987130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3</a:t>
            </a:r>
            <a:r>
              <a:rPr lang="en-US" altLang="ko-KR" sz="1800" dirty="0" smtClean="0"/>
              <a:t>. PA </a:t>
            </a:r>
            <a:r>
              <a:rPr lang="ko-KR" altLang="en-US" sz="1800" dirty="0" smtClean="0"/>
              <a:t>장치 </a:t>
            </a:r>
            <a:r>
              <a:rPr lang="ko-KR" altLang="en-US" sz="1800" dirty="0" err="1" smtClean="0"/>
              <a:t>하울링</a:t>
            </a:r>
            <a:r>
              <a:rPr lang="ko-KR" altLang="en-US" sz="1800" dirty="0" smtClean="0"/>
              <a:t> 제거 회로 추가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6" name="내용 개체 틀 2"/>
          <p:cNvSpPr txBox="1">
            <a:spLocks/>
          </p:cNvSpPr>
          <p:nvPr/>
        </p:nvSpPr>
        <p:spPr>
          <a:xfrm>
            <a:off x="4473302" y="3635624"/>
            <a:ext cx="3843114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 smtClean="0"/>
              <a:t>4. PA ANSM </a:t>
            </a:r>
            <a:r>
              <a:rPr lang="ko-KR" altLang="en-US" sz="1800" dirty="0" smtClean="0"/>
              <a:t>마이크 추</a:t>
            </a:r>
            <a:r>
              <a:rPr lang="ko-KR" altLang="en-US" sz="1800" dirty="0"/>
              <a:t>가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7" name="내용 개체 틀 2"/>
          <p:cNvSpPr txBox="1">
            <a:spLocks/>
          </p:cNvSpPr>
          <p:nvPr/>
        </p:nvSpPr>
        <p:spPr>
          <a:xfrm>
            <a:off x="4473302" y="4089311"/>
            <a:ext cx="3195042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800" dirty="0"/>
              <a:t>5</a:t>
            </a:r>
            <a:r>
              <a:rPr lang="en-US" altLang="ko-KR" sz="1800" dirty="0" smtClean="0"/>
              <a:t>. PA Dual Tone </a:t>
            </a:r>
            <a:r>
              <a:rPr lang="ko-KR" altLang="en-US" sz="1800" dirty="0" smtClean="0"/>
              <a:t>기능으로</a:t>
            </a:r>
            <a:r>
              <a:rPr lang="en-US" altLang="ko-KR" sz="1800" dirty="0"/>
              <a:t> </a:t>
            </a:r>
            <a:r>
              <a:rPr lang="ko-KR" altLang="en-US" sz="1800" dirty="0" smtClean="0"/>
              <a:t>변경 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18" name="내용 개체 틀 2"/>
          <p:cNvSpPr txBox="1">
            <a:spLocks/>
          </p:cNvSpPr>
          <p:nvPr/>
        </p:nvSpPr>
        <p:spPr>
          <a:xfrm>
            <a:off x="4473302" y="4499654"/>
            <a:ext cx="3051026" cy="410343"/>
          </a:xfrm>
          <a:prstGeom prst="rect">
            <a:avLst/>
          </a:prstGeom>
        </p:spPr>
        <p:txBody>
          <a:bodyPr vert="horz" lIns="91429" tIns="45715" rIns="91429" bIns="45715" rtlCol="0">
            <a:normAutofit fontScale="85000" lnSpcReduction="10000"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 smtClean="0"/>
              <a:t>6. INTERCOM </a:t>
            </a:r>
            <a:r>
              <a:rPr lang="ko-KR" altLang="en-US" sz="1600" dirty="0" smtClean="0"/>
              <a:t>인식 불가</a:t>
            </a:r>
            <a:r>
              <a:rPr lang="en-US" altLang="ko-KR" sz="1600" dirty="0" smtClean="0"/>
              <a:t>(PCB </a:t>
            </a:r>
            <a:r>
              <a:rPr lang="ko-KR" altLang="en-US" sz="1600" dirty="0" smtClean="0"/>
              <a:t>보완</a:t>
            </a:r>
            <a:r>
              <a:rPr lang="en-US" altLang="ko-KR" sz="1600" dirty="0" smtClean="0"/>
              <a:t>).</a:t>
            </a:r>
            <a:endParaRPr lang="ko-KR" altLang="en-US" sz="1600" dirty="0"/>
          </a:p>
        </p:txBody>
      </p:sp>
      <p:sp>
        <p:nvSpPr>
          <p:cNvPr id="19" name="내용 개체 틀 2"/>
          <p:cNvSpPr txBox="1">
            <a:spLocks/>
          </p:cNvSpPr>
          <p:nvPr/>
        </p:nvSpPr>
        <p:spPr>
          <a:xfrm>
            <a:off x="4473302" y="4943513"/>
            <a:ext cx="3411066" cy="41034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>
            <a:lvl1pPr marL="342859" indent="-342859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61" indent="-285716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6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5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98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43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89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34" indent="-228573" algn="l" defTabSz="91429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dirty="0"/>
              <a:t>7</a:t>
            </a:r>
            <a:r>
              <a:rPr lang="en-US" altLang="ko-KR" sz="1600" dirty="0" smtClean="0"/>
              <a:t>. CCP H/W, S/W.(</a:t>
            </a:r>
            <a:r>
              <a:rPr lang="ko-KR" altLang="en-US" sz="1600" dirty="0" smtClean="0"/>
              <a:t>우진 재설계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610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54582" y="908720"/>
            <a:ext cx="8229600" cy="1143000"/>
          </a:xfrm>
        </p:spPr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Denver Inter com </a:t>
            </a:r>
            <a:r>
              <a:rPr lang="ko-KR" altLang="en-US" b="1" dirty="0" smtClean="0">
                <a:latin typeface="Calibri" pitchFamily="34" charset="0"/>
              </a:rPr>
              <a:t>구성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641189" y="1967240"/>
            <a:ext cx="8139482" cy="4764590"/>
            <a:chOff x="841046" y="1256697"/>
            <a:chExt cx="8139482" cy="4764590"/>
          </a:xfrm>
        </p:grpSpPr>
        <p:pic>
          <p:nvPicPr>
            <p:cNvPr id="12" name="Picture 3" descr="C:\Users\JDS_SSD\AppData\Local\Microsoft\Windows\Temporary Internet Files\Content.IE5\RUVW944P\MP900178474[1].jpg"/>
            <p:cNvPicPr>
              <a:picLocks noChangeAspect="1" noChangeArrowheads="1"/>
            </p:cNvPicPr>
            <p:nvPr/>
          </p:nvPicPr>
          <p:blipFill>
            <a:blip r:embed="rId2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046" y="1487663"/>
              <a:ext cx="1728192" cy="1146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1231255" y="1256697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RRDCC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pic>
          <p:nvPicPr>
            <p:cNvPr id="14" name="Picture 6" descr="C:\Users\JDS_SSD\AppData\Local\Microsoft\Windows\Temporary Internet Files\Content.IE5\9B095FD2\MC900428967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90605">
              <a:off x="2888963" y="2153383"/>
              <a:ext cx="2255722" cy="497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C:\Users\JDS_SSD\AppData\Local\Microsoft\Windows\Temporary Internet Files\Content.IE5\YX6H6F4E\MC900339344[1].wm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9937" y="1988840"/>
              <a:ext cx="904342" cy="905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445" y="4687208"/>
              <a:ext cx="1589967" cy="1334079"/>
            </a:xfrm>
            <a:prstGeom prst="rect">
              <a:avLst/>
            </a:prstGeom>
          </p:spPr>
        </p:pic>
        <p:pic>
          <p:nvPicPr>
            <p:cNvPr id="17" name="_x207736992" descr="EMB00000c7c436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99" t="27728" r="23422" b="20822"/>
            <a:stretch>
              <a:fillRect/>
            </a:stretch>
          </p:blipFill>
          <p:spPr bwMode="auto">
            <a:xfrm>
              <a:off x="4752478" y="3535730"/>
              <a:ext cx="1547714" cy="13140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왼쪽/오른쪽 화살표 17"/>
            <p:cNvSpPr/>
            <p:nvPr/>
          </p:nvSpPr>
          <p:spPr>
            <a:xfrm rot="1691659">
              <a:off x="6263977" y="4566050"/>
              <a:ext cx="928120" cy="242317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3939280" y="1876181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①</a:t>
              </a: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404812" y="2896437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②</a:t>
              </a:r>
            </a:p>
          </p:txBody>
        </p:sp>
        <p:sp>
          <p:nvSpPr>
            <p:cNvPr id="23" name="위쪽/아래쪽 화살표 22"/>
            <p:cNvSpPr/>
            <p:nvPr/>
          </p:nvSpPr>
          <p:spPr>
            <a:xfrm rot="2297340">
              <a:off x="5769659" y="2809396"/>
              <a:ext cx="319840" cy="896417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34135" y="465044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③</a:t>
              </a:r>
            </a:p>
          </p:txBody>
        </p:sp>
        <p:pic>
          <p:nvPicPr>
            <p:cNvPr id="1027" name="Picture 3" descr="C:\Users\JDS_SSD\Desktop\JDS_PRO\덴버\설계\DENVER 그림\DPH(1).bmp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1335" y="3396075"/>
              <a:ext cx="977074" cy="8846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6706" y="4437112"/>
              <a:ext cx="427730" cy="1026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0568" y="5088945"/>
              <a:ext cx="598671" cy="93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위쪽 화살표 26"/>
            <p:cNvSpPr/>
            <p:nvPr/>
          </p:nvSpPr>
          <p:spPr>
            <a:xfrm rot="5400000">
              <a:off x="4156297" y="3454662"/>
              <a:ext cx="296919" cy="65551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위쪽 화살표 31"/>
            <p:cNvSpPr/>
            <p:nvPr/>
          </p:nvSpPr>
          <p:spPr>
            <a:xfrm rot="3068814">
              <a:off x="4437584" y="4307299"/>
              <a:ext cx="296919" cy="65551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위쪽 화살표 32"/>
            <p:cNvSpPr/>
            <p:nvPr/>
          </p:nvSpPr>
          <p:spPr>
            <a:xfrm rot="2130286">
              <a:off x="4915226" y="4675725"/>
              <a:ext cx="296919" cy="655516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714618" y="3623714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DPH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331601" y="3782420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DPO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570021" y="4750268"/>
              <a:ext cx="14105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ko-KR" sz="1000" dirty="0" smtClean="0"/>
                <a:t>PEI</a:t>
              </a:r>
              <a:endParaRPr lang="ko-KR" altLang="ko-KR" sz="1000" dirty="0"/>
            </a:p>
            <a:p>
              <a:endParaRPr lang="ko-KR" altLang="en-US" sz="1000" b="1" dirty="0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3212123" y="3211409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④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494130" y="477161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 smtClean="0"/>
                <a:t>⑤</a:t>
              </a:r>
              <a:endParaRPr lang="ko-KR" altLang="en-US" dirty="0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498389" y="5463534"/>
              <a:ext cx="4972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dirty="0"/>
                <a:t>⑥ </a:t>
              </a:r>
              <a:endParaRPr lang="ko-KR" altLang="en-US" dirty="0"/>
            </a:p>
          </p:txBody>
        </p:sp>
      </p:grpSp>
      <p:sp>
        <p:nvSpPr>
          <p:cNvPr id="34" name="제목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>
            <a:lvl1pPr algn="ctr" defTabSz="91429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DENVER/ SEPTA </a:t>
            </a:r>
            <a:r>
              <a:rPr lang="ko-KR" altLang="en-US" dirty="0" smtClean="0"/>
              <a:t>차이점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29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DENVER/ SEPTA </a:t>
            </a:r>
            <a:r>
              <a:rPr lang="ko-KR" altLang="en-US" dirty="0" smtClean="0"/>
              <a:t>차이</a:t>
            </a:r>
            <a:r>
              <a:rPr lang="ko-KR" altLang="en-US" dirty="0"/>
              <a:t>점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7937" y="1340768"/>
            <a:ext cx="79810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circleNumDbPlain"/>
            </a:pPr>
            <a:r>
              <a:rPr lang="en-US" altLang="ko-KR" dirty="0" err="1" smtClean="0"/>
              <a:t>Wimax</a:t>
            </a:r>
            <a:r>
              <a:rPr lang="en-US" altLang="ko-KR" dirty="0" smtClean="0"/>
              <a:t> </a:t>
            </a:r>
            <a:r>
              <a:rPr lang="ko-KR" altLang="ko-KR" dirty="0"/>
              <a:t>를 이용한 </a:t>
            </a:r>
            <a:r>
              <a:rPr lang="en-US" altLang="ko-KR" dirty="0"/>
              <a:t>VOIP(voice over IP) </a:t>
            </a:r>
            <a:r>
              <a:rPr lang="ko-KR" altLang="ko-KR" dirty="0"/>
              <a:t>음성 </a:t>
            </a:r>
            <a:r>
              <a:rPr lang="ko-KR" altLang="en-US" dirty="0" err="1" smtClean="0"/>
              <a:t>사령실</a:t>
            </a:r>
            <a:r>
              <a:rPr lang="ko-KR" altLang="en-US" dirty="0" smtClean="0"/>
              <a:t> 음성 </a:t>
            </a:r>
            <a:r>
              <a:rPr lang="ko-KR" altLang="ko-KR" dirty="0" smtClean="0"/>
              <a:t>통화</a:t>
            </a:r>
            <a:r>
              <a:rPr lang="ko-KR" altLang="en-US" dirty="0" smtClean="0"/>
              <a:t>기능</a:t>
            </a:r>
            <a:r>
              <a:rPr lang="en-US" altLang="ko-KR" dirty="0" smtClean="0"/>
              <a:t>.</a:t>
            </a:r>
            <a:endParaRPr lang="ko-KR" altLang="ko-KR" dirty="0"/>
          </a:p>
          <a:p>
            <a:r>
              <a:rPr lang="ko-KR" altLang="en-US" dirty="0"/>
              <a:t>② </a:t>
            </a:r>
            <a:r>
              <a:rPr lang="ko-KR" altLang="ko-KR" dirty="0"/>
              <a:t>음성 </a:t>
            </a:r>
            <a:r>
              <a:rPr lang="en-US" altLang="ko-KR" dirty="0"/>
              <a:t>RECODR </a:t>
            </a:r>
            <a:r>
              <a:rPr lang="ko-KR" altLang="ko-KR" dirty="0" smtClean="0"/>
              <a:t>기능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모든 음성 신호를 </a:t>
            </a:r>
            <a:r>
              <a:rPr lang="en-US" altLang="ko-KR" dirty="0" smtClean="0"/>
              <a:t>72</a:t>
            </a:r>
            <a:r>
              <a:rPr lang="ko-KR" altLang="en-US" dirty="0" smtClean="0"/>
              <a:t>시간 기록</a:t>
            </a:r>
            <a:r>
              <a:rPr lang="en-US" altLang="ko-KR" dirty="0" smtClean="0"/>
              <a:t>.</a:t>
            </a:r>
          </a:p>
          <a:p>
            <a:pPr marL="342900" lvl="0" indent="-342900">
              <a:buAutoNum type="circleNumDbPlain" startAt="3"/>
            </a:pPr>
            <a:r>
              <a:rPr lang="ko-KR" altLang="ko-KR" dirty="0" smtClean="0"/>
              <a:t>장치간 </a:t>
            </a:r>
            <a:r>
              <a:rPr lang="ko-KR" altLang="ko-KR" dirty="0"/>
              <a:t>통신 </a:t>
            </a:r>
            <a:r>
              <a:rPr lang="ko-KR" altLang="ko-KR" dirty="0" smtClean="0"/>
              <a:t>기능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 SEPTA</a:t>
            </a:r>
            <a:r>
              <a:rPr lang="ko-KR" altLang="ko-KR" dirty="0"/>
              <a:t>에서 문제가 되었던 </a:t>
            </a:r>
            <a:r>
              <a:rPr lang="en-US" altLang="ko-KR" dirty="0"/>
              <a:t>TONE </a:t>
            </a:r>
            <a:r>
              <a:rPr lang="ko-KR" altLang="ko-KR" dirty="0"/>
              <a:t>방식을 </a:t>
            </a:r>
            <a:r>
              <a:rPr lang="en-US" altLang="ko-KR" dirty="0"/>
              <a:t>Dual-Tone </a:t>
            </a:r>
            <a:r>
              <a:rPr lang="ko-KR" altLang="ko-KR" dirty="0"/>
              <a:t>방식으로 변경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ko-KR" dirty="0" smtClean="0"/>
              <a:t>단</a:t>
            </a:r>
            <a:r>
              <a:rPr lang="en-US" altLang="ko-KR" dirty="0" smtClean="0"/>
              <a:t> </a:t>
            </a:r>
            <a:r>
              <a:rPr lang="ko-KR" altLang="ko-KR" dirty="0" smtClean="0"/>
              <a:t>방향 </a:t>
            </a:r>
            <a:r>
              <a:rPr lang="ko-KR" altLang="ko-KR" dirty="0"/>
              <a:t>음성 통화에서 </a:t>
            </a:r>
            <a:r>
              <a:rPr lang="ko-KR" altLang="ko-KR" dirty="0" smtClean="0"/>
              <a:t>양</a:t>
            </a:r>
            <a:r>
              <a:rPr lang="en-US" altLang="ko-KR" dirty="0" smtClean="0"/>
              <a:t> </a:t>
            </a:r>
            <a:r>
              <a:rPr lang="ko-KR" altLang="ko-KR" dirty="0" smtClean="0"/>
              <a:t>방향 </a:t>
            </a:r>
            <a:r>
              <a:rPr lang="ko-KR" altLang="ko-KR" dirty="0"/>
              <a:t>음성 통화로 변경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r>
              <a:rPr lang="en-US" altLang="ko-KR" dirty="0" smtClean="0"/>
              <a:t>④ </a:t>
            </a:r>
            <a:r>
              <a:rPr lang="en-US" altLang="ko-KR" dirty="0"/>
              <a:t>DPH(</a:t>
            </a:r>
            <a:r>
              <a:rPr lang="en-US" altLang="ko-KR" b="1" dirty="0"/>
              <a:t>Driver PA Handset</a:t>
            </a:r>
            <a:r>
              <a:rPr lang="en-US" altLang="ko-KR" b="1" dirty="0" smtClean="0"/>
              <a:t>)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DPO </a:t>
            </a:r>
            <a:r>
              <a:rPr lang="ko-KR" altLang="en-US" dirty="0" smtClean="0"/>
              <a:t>장치에 </a:t>
            </a:r>
            <a:r>
              <a:rPr lang="ko-KR" altLang="ko-KR" dirty="0" smtClean="0"/>
              <a:t>운전실 </a:t>
            </a:r>
            <a:r>
              <a:rPr lang="ko-KR" altLang="ko-KR" dirty="0"/>
              <a:t>보조 방송 장치 추가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r>
              <a:rPr lang="en-US" altLang="ko-KR" dirty="0" smtClean="0"/>
              <a:t>⑤ </a:t>
            </a:r>
            <a:r>
              <a:rPr lang="en-US" altLang="ko-KR" dirty="0"/>
              <a:t>Handset Microphone.</a:t>
            </a:r>
            <a:endParaRPr lang="ko-KR" altLang="ko-KR" dirty="0"/>
          </a:p>
          <a:p>
            <a:pPr lvl="0"/>
            <a:r>
              <a:rPr lang="en-US" altLang="ko-KR" dirty="0" smtClean="0"/>
              <a:t>    - </a:t>
            </a:r>
            <a:r>
              <a:rPr lang="en-US" altLang="ko-KR" dirty="0"/>
              <a:t>DPO </a:t>
            </a:r>
            <a:r>
              <a:rPr lang="ko-KR" altLang="ko-KR" dirty="0"/>
              <a:t>장치에</a:t>
            </a:r>
            <a:r>
              <a:rPr lang="en-US" altLang="ko-KR" dirty="0"/>
              <a:t> Handset Microphone </a:t>
            </a:r>
            <a:r>
              <a:rPr lang="ko-KR" altLang="ko-KR" dirty="0"/>
              <a:t>기능 추가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r>
              <a:rPr lang="en-US" altLang="ko-KR" dirty="0" smtClean="0"/>
              <a:t>⑥ </a:t>
            </a:r>
            <a:r>
              <a:rPr lang="en-US" altLang="ko-KR" b="1" dirty="0"/>
              <a:t>Gooseneck Microphone.</a:t>
            </a:r>
            <a:endParaRPr lang="ko-KR" altLang="ko-KR" dirty="0"/>
          </a:p>
          <a:p>
            <a:pPr lvl="0"/>
            <a:r>
              <a:rPr lang="en-US" altLang="ko-KR" dirty="0" smtClean="0"/>
              <a:t>    - </a:t>
            </a:r>
            <a:r>
              <a:rPr lang="en-US" altLang="ko-KR" dirty="0"/>
              <a:t>DPO </a:t>
            </a:r>
            <a:r>
              <a:rPr lang="ko-KR" altLang="ko-KR" dirty="0"/>
              <a:t>장치에 </a:t>
            </a:r>
            <a:r>
              <a:rPr lang="en-US" altLang="ko-KR" dirty="0"/>
              <a:t>Gooseneck Microphone </a:t>
            </a:r>
            <a:r>
              <a:rPr lang="ko-KR" altLang="ko-KR" dirty="0"/>
              <a:t>기능 추가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r>
              <a:rPr lang="en-US" altLang="ko-KR" dirty="0" smtClean="0"/>
              <a:t>⑦ </a:t>
            </a:r>
            <a:r>
              <a:rPr lang="ko-KR" altLang="en-US" dirty="0" err="1" smtClean="0"/>
              <a:t>하울링</a:t>
            </a:r>
            <a:r>
              <a:rPr lang="ko-KR" altLang="en-US" dirty="0"/>
              <a:t> </a:t>
            </a:r>
            <a:r>
              <a:rPr lang="ko-KR" altLang="en-US" dirty="0" smtClean="0"/>
              <a:t>제거 기능 추가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PEI / DPO </a:t>
            </a:r>
            <a:r>
              <a:rPr lang="ko-KR" altLang="en-US" dirty="0" smtClean="0"/>
              <a:t>장치 마이크 입력 부분에 </a:t>
            </a:r>
            <a:r>
              <a:rPr lang="ko-KR" altLang="en-US" dirty="0" err="1" smtClean="0"/>
              <a:t>하울링</a:t>
            </a:r>
            <a:r>
              <a:rPr lang="ko-KR" altLang="en-US" dirty="0"/>
              <a:t> </a:t>
            </a:r>
            <a:r>
              <a:rPr lang="ko-KR" altLang="en-US" dirty="0" smtClean="0"/>
              <a:t>제거 기능 추가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 smtClean="0"/>
              <a:t>⑧ </a:t>
            </a:r>
            <a:r>
              <a:rPr lang="en-US" altLang="ko-KR" dirty="0" err="1"/>
              <a:t>Wimax</a:t>
            </a:r>
            <a:r>
              <a:rPr lang="en-US" altLang="ko-KR" dirty="0"/>
              <a:t> </a:t>
            </a:r>
            <a:r>
              <a:rPr lang="ko-KR" altLang="ko-KR" dirty="0"/>
              <a:t>를 </a:t>
            </a:r>
            <a:r>
              <a:rPr lang="ko-KR" altLang="ko-KR" dirty="0" smtClean="0"/>
              <a:t>이용한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비상 음성</a:t>
            </a:r>
            <a:r>
              <a:rPr lang="en-US" altLang="ko-KR" dirty="0"/>
              <a:t> </a:t>
            </a:r>
            <a:r>
              <a:rPr lang="ko-KR" altLang="en-US" dirty="0" smtClean="0"/>
              <a:t>모니터링 기능</a:t>
            </a:r>
            <a:r>
              <a:rPr lang="en-US" altLang="ko-KR" dirty="0" smtClean="0"/>
              <a:t>.</a:t>
            </a:r>
          </a:p>
          <a:p>
            <a:pPr lvl="0"/>
            <a:r>
              <a:rPr lang="en-US" altLang="ko-KR" dirty="0"/>
              <a:t> </a:t>
            </a:r>
            <a:r>
              <a:rPr lang="en-US" altLang="ko-KR" dirty="0" smtClean="0"/>
              <a:t>   - </a:t>
            </a:r>
            <a:r>
              <a:rPr lang="ko-KR" altLang="en-US" dirty="0" smtClean="0"/>
              <a:t>비상 발생시 사령에서 </a:t>
            </a:r>
            <a:r>
              <a:rPr lang="en-US" altLang="ko-KR" dirty="0" smtClean="0"/>
              <a:t>PEI</a:t>
            </a:r>
            <a:r>
              <a:rPr lang="ko-KR" altLang="en-US" dirty="0" smtClean="0"/>
              <a:t>를 통한 음성 모니터링 기능 추가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endParaRPr lang="ko-KR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336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2012</TotalTime>
  <Words>286</Words>
  <Application>Microsoft Office PowerPoint</Application>
  <PresentationFormat>화면 슬라이드 쇼(4:3)</PresentationFormat>
  <Paragraphs>46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PowerPoint 프레젠테이션</vt:lpstr>
      <vt:lpstr>Denver Inter com 구성</vt:lpstr>
      <vt:lpstr>DENVER/ SEPTA 차이점.</vt:lpstr>
    </vt:vector>
  </TitlesOfParts>
  <Company>Your Company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Your User Name</dc:creator>
  <cp:lastModifiedBy>JDS</cp:lastModifiedBy>
  <cp:revision>158</cp:revision>
  <dcterms:created xsi:type="dcterms:W3CDTF">2011-01-03T04:31:47Z</dcterms:created>
  <dcterms:modified xsi:type="dcterms:W3CDTF">2012-11-19T00:07:29Z</dcterms:modified>
</cp:coreProperties>
</file>