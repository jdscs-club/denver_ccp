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4" r:id="rId4"/>
    <p:sldId id="267" r:id="rId5"/>
    <p:sldId id="261" r:id="rId6"/>
    <p:sldId id="265" r:id="rId7"/>
    <p:sldId id="266" r:id="rId8"/>
    <p:sldId id="262" r:id="rId9"/>
    <p:sldId id="268" r:id="rId10"/>
    <p:sldId id="263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561" autoAdjust="0"/>
  </p:normalViewPr>
  <p:slideViewPr>
    <p:cSldViewPr>
      <p:cViewPr varScale="1">
        <p:scale>
          <a:sx n="93" d="100"/>
          <a:sy n="93" d="100"/>
        </p:scale>
        <p:origin x="-75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2012-06-22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0" y="-1"/>
            <a:ext cx="9144000" cy="6858001"/>
            <a:chOff x="0" y="-1"/>
            <a:chExt cx="9144000" cy="6858001"/>
          </a:xfrm>
        </p:grpSpPr>
        <p:sp>
          <p:nvSpPr>
            <p:cNvPr id="5" name="직사각형 4"/>
            <p:cNvSpPr/>
            <p:nvPr/>
          </p:nvSpPr>
          <p:spPr>
            <a:xfrm>
              <a:off x="0" y="6165304"/>
              <a:ext cx="9144000" cy="692696"/>
            </a:xfrm>
            <a:prstGeom prst="rect">
              <a:avLst/>
            </a:prstGeom>
            <a:solidFill>
              <a:srgbClr val="2251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배경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144000" cy="6669361"/>
            </a:xfrm>
            <a:prstGeom prst="rect">
              <a:avLst/>
            </a:prstGeom>
          </p:spPr>
        </p:pic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512" y="188640"/>
              <a:ext cx="1932072" cy="56936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572000" y="404664"/>
              <a:ext cx="4536504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b="1" dirty="0" smtClean="0">
                  <a:latin typeface="Calibri" pitchFamily="34" charset="0"/>
                  <a:cs typeface="Calibri" pitchFamily="34" charset="0"/>
                </a:rPr>
                <a:t>Denver 2nd</a:t>
              </a:r>
            </a:p>
            <a:p>
              <a:pPr algn="ctr"/>
              <a:r>
                <a:rPr lang="en-US" altLang="ko-KR" sz="4000" b="1" dirty="0" smtClean="0">
                  <a:latin typeface="Calibri" pitchFamily="34" charset="0"/>
                  <a:cs typeface="Calibri" pitchFamily="34" charset="0"/>
                </a:rPr>
                <a:t>FAI and Type Test</a:t>
              </a:r>
            </a:p>
            <a:p>
              <a:pPr algn="ctr"/>
              <a:endParaRPr lang="en-US" altLang="ko-KR" sz="4000" b="1" dirty="0" smtClean="0">
                <a:latin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altLang="ko-KR" sz="4000" b="1" dirty="0" smtClean="0">
                  <a:latin typeface="Calibri" pitchFamily="34" charset="0"/>
                  <a:cs typeface="Calibri" pitchFamily="34" charset="0"/>
                </a:rPr>
                <a:t>2012 June 25, 26</a:t>
              </a:r>
              <a:endParaRPr lang="ko-KR" altLang="en-US" sz="4000" b="1" dirty="0">
                <a:latin typeface="Calibri" pitchFamily="34" charset="0"/>
                <a:cs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영문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Main Unit Label </a:t>
            </a:r>
            <a:r>
              <a:rPr lang="ko-KR" altLang="en-US" smtClean="0"/>
              <a:t>변경</a:t>
            </a:r>
            <a:endParaRPr lang="ko-KR" altLang="en-US" dirty="0"/>
          </a:p>
        </p:txBody>
      </p:sp>
      <p:pic>
        <p:nvPicPr>
          <p:cNvPr id="4" name="내용 개체 틀 3" descr="IMG_20120504_11224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9552" y="1772816"/>
            <a:ext cx="3906506" cy="2929880"/>
          </a:xfrm>
          <a:prstGeom prst="rect">
            <a:avLst/>
          </a:prstGeom>
        </p:spPr>
      </p:pic>
      <p:pic>
        <p:nvPicPr>
          <p:cNvPr id="5" name="그림 4" descr="IMG_20120504_112400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16016" y="1772816"/>
            <a:ext cx="3888432" cy="2916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552" y="4869160"/>
            <a:ext cx="698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DPO, DPH</a:t>
            </a:r>
            <a:r>
              <a:rPr lang="ko-KR" altLang="en-US" sz="2400" dirty="0" smtClean="0"/>
              <a:t>에서 </a:t>
            </a:r>
            <a:r>
              <a:rPr lang="en-US" altLang="ko-KR" sz="2400" dirty="0" smtClean="0"/>
              <a:t>Driver </a:t>
            </a:r>
            <a:r>
              <a:rPr lang="ko-KR" altLang="en-US" sz="2400" dirty="0" smtClean="0"/>
              <a:t>삭제</a:t>
            </a:r>
            <a:endParaRPr lang="ko-KR" altLang="en-US" sz="2400" dirty="0"/>
          </a:p>
        </p:txBody>
      </p:sp>
      <p:sp>
        <p:nvSpPr>
          <p:cNvPr id="7" name="직사각형 6"/>
          <p:cNvSpPr/>
          <p:nvPr/>
        </p:nvSpPr>
        <p:spPr>
          <a:xfrm>
            <a:off x="1259632" y="1772816"/>
            <a:ext cx="2592288" cy="5760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436096" y="1772816"/>
            <a:ext cx="2880320" cy="5760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:\Users\JDS_SSD\Desktop\JDS_PRO\DENVER\자료\사진\Inter Com Upgrade 사진\IMG_1080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409588" y="2311570"/>
            <a:ext cx="3734602" cy="212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DPO </a:t>
            </a:r>
            <a:r>
              <a:rPr lang="ko-KR" altLang="en-US" dirty="0" smtClean="0"/>
              <a:t>배선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타원 3"/>
          <p:cNvSpPr/>
          <p:nvPr/>
        </p:nvSpPr>
        <p:spPr>
          <a:xfrm>
            <a:off x="1115616" y="2256323"/>
            <a:ext cx="2304256" cy="22360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03" b="4297"/>
          <a:stretch/>
        </p:blipFill>
        <p:spPr bwMode="auto">
          <a:xfrm rot="10800000">
            <a:off x="4772214" y="2129069"/>
            <a:ext cx="3886358" cy="249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타원 4"/>
          <p:cNvSpPr/>
          <p:nvPr/>
        </p:nvSpPr>
        <p:spPr>
          <a:xfrm>
            <a:off x="5076056" y="1844824"/>
            <a:ext cx="3384376" cy="27747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>
            <a:off x="3923928" y="298990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영문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DP</a:t>
            </a:r>
            <a:r>
              <a:rPr lang="en-US" altLang="ko-KR" dirty="0" smtClean="0"/>
              <a:t>H </a:t>
            </a:r>
            <a:r>
              <a:rPr lang="ko-KR" altLang="en-US" dirty="0" smtClean="0"/>
              <a:t>설계 변경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4932040" y="1484784"/>
            <a:ext cx="3600000" cy="3659504"/>
            <a:chOff x="457200" y="1558027"/>
            <a:chExt cx="3600000" cy="365950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0" r="15494"/>
            <a:stretch/>
          </p:blipFill>
          <p:spPr bwMode="auto">
            <a:xfrm rot="5400000">
              <a:off x="427448" y="1587779"/>
              <a:ext cx="3659504" cy="360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타원 1"/>
            <p:cNvSpPr/>
            <p:nvPr/>
          </p:nvSpPr>
          <p:spPr>
            <a:xfrm>
              <a:off x="2833464" y="2854171"/>
              <a:ext cx="216024" cy="2160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2149188" y="4118785"/>
              <a:ext cx="792288" cy="46357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2945950" y="4171335"/>
              <a:ext cx="216024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4" t="5415" r="19798" b="25938"/>
          <a:stretch/>
        </p:blipFill>
        <p:spPr bwMode="auto">
          <a:xfrm rot="10800000">
            <a:off x="395535" y="1857614"/>
            <a:ext cx="4005217" cy="3286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타원 6"/>
          <p:cNvSpPr/>
          <p:nvPr/>
        </p:nvSpPr>
        <p:spPr>
          <a:xfrm>
            <a:off x="323528" y="1988840"/>
            <a:ext cx="1008112" cy="2376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영문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9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영문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DPH</a:t>
            </a:r>
            <a:r>
              <a:rPr lang="ko-KR" altLang="en-US" dirty="0" smtClean="0"/>
              <a:t>에 와이어 </a:t>
            </a:r>
            <a:r>
              <a:rPr lang="ko-KR" altLang="en-US" dirty="0" err="1" smtClean="0"/>
              <a:t>서포트</a:t>
            </a:r>
            <a:r>
              <a:rPr lang="ko-KR" altLang="en-US" dirty="0" smtClean="0"/>
              <a:t> 추가</a:t>
            </a:r>
            <a:endParaRPr lang="ko-KR" altLang="en-US" dirty="0"/>
          </a:p>
        </p:txBody>
      </p:sp>
      <p:pic>
        <p:nvPicPr>
          <p:cNvPr id="4" name="내용 개체 틀 3" descr="IMG_20120504_11292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7704" y="1484784"/>
            <a:ext cx="5523665" cy="4142749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 rot="16200000">
            <a:off x="4644008" y="-315416"/>
            <a:ext cx="792088" cy="46805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5" t="21901" r="2624" b="34504"/>
          <a:stretch/>
        </p:blipFill>
        <p:spPr bwMode="auto">
          <a:xfrm rot="5400000">
            <a:off x="2136635" y="2624005"/>
            <a:ext cx="4590732" cy="1880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PEI </a:t>
            </a:r>
            <a:r>
              <a:rPr lang="ko-KR" altLang="en-US" dirty="0" smtClean="0"/>
              <a:t>변경 내용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3711921" y="3487259"/>
            <a:ext cx="1440160" cy="12048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영문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1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DS_SSD\Documents\네이트온 받은 파일\Befo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183709"/>
            <a:ext cx="288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JDS_SSD\Documents\네이트온 받은 파일\Afte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183709"/>
            <a:ext cx="288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볼트 길이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 내용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" name="타원 1"/>
          <p:cNvSpPr/>
          <p:nvPr/>
        </p:nvSpPr>
        <p:spPr>
          <a:xfrm>
            <a:off x="1547664" y="2183709"/>
            <a:ext cx="792088" cy="216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6516216" y="2183709"/>
            <a:ext cx="792088" cy="216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오른쪽 화살표 2"/>
          <p:cNvSpPr/>
          <p:nvPr/>
        </p:nvSpPr>
        <p:spPr>
          <a:xfrm>
            <a:off x="3779912" y="326370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영문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9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영문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 smtClean="0"/>
              <a:t>PID1 </a:t>
            </a:r>
            <a:r>
              <a:rPr lang="ko-KR" altLang="en-US" sz="3600" dirty="0" smtClean="0"/>
              <a:t>외부 </a:t>
            </a:r>
            <a:r>
              <a:rPr lang="ko-KR" altLang="en-US" sz="3600" dirty="0" err="1" smtClean="0"/>
              <a:t>스크류</a:t>
            </a:r>
            <a:r>
              <a:rPr lang="ko-KR" altLang="en-US" sz="3600" dirty="0" smtClean="0"/>
              <a:t> 육각으로 변경</a:t>
            </a:r>
            <a:endParaRPr lang="ko-KR" altLang="en-US" sz="3600" dirty="0"/>
          </a:p>
        </p:txBody>
      </p:sp>
      <p:pic>
        <p:nvPicPr>
          <p:cNvPr id="4" name="내용 개체 틀 3" descr="IMG_20120504_11393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0583" y="1219200"/>
            <a:ext cx="6582833" cy="4937125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5119186" y="2247994"/>
            <a:ext cx="1152128" cy="115212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영문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9" t="13884" r="10001" b="14711"/>
          <a:stretch/>
        </p:blipFill>
        <p:spPr bwMode="auto">
          <a:xfrm rot="10800000">
            <a:off x="2195736" y="1556792"/>
            <a:ext cx="4725000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 smtClean="0"/>
              <a:t>CSP </a:t>
            </a:r>
            <a:r>
              <a:rPr lang="ko-KR" altLang="en-US" sz="3600" dirty="0" smtClean="0"/>
              <a:t>볼륨 조절 스위치 삭제</a:t>
            </a:r>
            <a:r>
              <a:rPr lang="en-US" altLang="ko-KR" sz="3600" dirty="0" smtClean="0"/>
              <a:t>.</a:t>
            </a:r>
            <a:endParaRPr lang="ko-KR" altLang="en-US" sz="3600" dirty="0"/>
          </a:p>
        </p:txBody>
      </p:sp>
      <p:sp>
        <p:nvSpPr>
          <p:cNvPr id="3" name="타원 2"/>
          <p:cNvSpPr/>
          <p:nvPr/>
        </p:nvSpPr>
        <p:spPr>
          <a:xfrm>
            <a:off x="2987824" y="3861048"/>
            <a:ext cx="864096" cy="8640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384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영문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92280" y="6165304"/>
            <a:ext cx="1932072" cy="569363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ESP </a:t>
            </a:r>
            <a:r>
              <a:rPr lang="ko-KR" altLang="en-US" dirty="0" smtClean="0"/>
              <a:t>빗물 구멍 변경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772816"/>
            <a:ext cx="3667125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1772816"/>
            <a:ext cx="4267200" cy="372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835696" y="5661248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Before</a:t>
            </a:r>
            <a:endParaRPr lang="ko-KR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372200" y="5733256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After</a:t>
            </a:r>
            <a:endParaRPr lang="ko-KR" altLang="en-US" sz="2400" dirty="0"/>
          </a:p>
        </p:txBody>
      </p:sp>
      <p:sp>
        <p:nvSpPr>
          <p:cNvPr id="8" name="타원 7"/>
          <p:cNvSpPr/>
          <p:nvPr/>
        </p:nvSpPr>
        <p:spPr>
          <a:xfrm>
            <a:off x="2195736" y="4293096"/>
            <a:ext cx="28803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6608881" y="4509120"/>
            <a:ext cx="28803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아래쪽 화살표 9"/>
          <p:cNvSpPr/>
          <p:nvPr/>
        </p:nvSpPr>
        <p:spPr>
          <a:xfrm rot="16200000">
            <a:off x="4206677" y="4005064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60</Words>
  <Application>Microsoft Office PowerPoint</Application>
  <PresentationFormat>화면 슬라이드 쇼(4:3)</PresentationFormat>
  <Paragraphs>16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15</cp:revision>
  <dcterms:created xsi:type="dcterms:W3CDTF">2011-03-30T10:53:50Z</dcterms:created>
  <dcterms:modified xsi:type="dcterms:W3CDTF">2012-06-22T08:35:59Z</dcterms:modified>
</cp:coreProperties>
</file>