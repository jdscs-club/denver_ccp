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2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ds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22" autoAdjust="0"/>
    <p:restoredTop sz="94635" autoAdjust="0"/>
  </p:normalViewPr>
  <p:slideViewPr>
    <p:cSldViewPr>
      <p:cViewPr>
        <p:scale>
          <a:sx n="80" d="100"/>
          <a:sy n="80" d="100"/>
        </p:scale>
        <p:origin x="-1236" y="-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wmf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wmf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14415" y="18123"/>
            <a:ext cx="8229600" cy="1143000"/>
          </a:xfrm>
        </p:spPr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Denver Inter com </a:t>
            </a:r>
            <a:r>
              <a:rPr lang="ko-KR" altLang="en-US" b="1" dirty="0" smtClean="0">
                <a:latin typeface="Calibri" pitchFamily="34" charset="0"/>
              </a:rPr>
              <a:t>구성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682737" y="1198446"/>
            <a:ext cx="8139482" cy="4764590"/>
            <a:chOff x="841046" y="1256697"/>
            <a:chExt cx="8139482" cy="4764590"/>
          </a:xfrm>
        </p:grpSpPr>
        <p:pic>
          <p:nvPicPr>
            <p:cNvPr id="12" name="Picture 3" descr="C:\Users\JDS_SSD\AppData\Local\Microsoft\Windows\Temporary Internet Files\Content.IE5\RUVW944P\MP900178474[1].jpg"/>
            <p:cNvPicPr>
              <a:picLocks noChangeAspect="1" noChangeArrowheads="1"/>
            </p:cNvPicPr>
            <p:nvPr/>
          </p:nvPicPr>
          <p:blipFill>
            <a:blip r:embed="rId2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046" y="1487663"/>
              <a:ext cx="1728192" cy="1146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1231255" y="1256697"/>
              <a:ext cx="1410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000" dirty="0" smtClean="0"/>
                <a:t>RRDCC</a:t>
              </a:r>
              <a:endParaRPr lang="ko-KR" altLang="ko-KR" sz="1000" dirty="0"/>
            </a:p>
            <a:p>
              <a:endParaRPr lang="ko-KR" altLang="en-US" sz="1000" b="1" dirty="0"/>
            </a:p>
          </p:txBody>
        </p:sp>
        <p:pic>
          <p:nvPicPr>
            <p:cNvPr id="14" name="Picture 6" descr="C:\Users\JDS_SSD\AppData\Local\Microsoft\Windows\Temporary Internet Files\Content.IE5\9B095FD2\MC900428967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90605">
              <a:off x="2888963" y="2153383"/>
              <a:ext cx="2255722" cy="497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C:\Users\JDS_SSD\AppData\Local\Microsoft\Windows\Temporary Internet Files\Content.IE5\YX6H6F4E\MC900339344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9937" y="1988840"/>
              <a:ext cx="904342" cy="90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445" y="4687208"/>
              <a:ext cx="1589967" cy="1334079"/>
            </a:xfrm>
            <a:prstGeom prst="rect">
              <a:avLst/>
            </a:prstGeom>
          </p:spPr>
        </p:pic>
        <p:pic>
          <p:nvPicPr>
            <p:cNvPr id="17" name="_x207736992" descr="EMB00000c7c436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99" t="27728" r="23422" b="20822"/>
            <a:stretch>
              <a:fillRect/>
            </a:stretch>
          </p:blipFill>
          <p:spPr bwMode="auto">
            <a:xfrm>
              <a:off x="4752478" y="3535730"/>
              <a:ext cx="1547714" cy="1314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왼쪽/오른쪽 화살표 17"/>
            <p:cNvSpPr/>
            <p:nvPr/>
          </p:nvSpPr>
          <p:spPr>
            <a:xfrm rot="1691659">
              <a:off x="6263977" y="4566050"/>
              <a:ext cx="928120" cy="242317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939280" y="1876181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①</a:t>
              </a: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404812" y="2896437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②</a:t>
              </a:r>
            </a:p>
          </p:txBody>
        </p:sp>
        <p:sp>
          <p:nvSpPr>
            <p:cNvPr id="23" name="위쪽/아래쪽 화살표 22"/>
            <p:cNvSpPr/>
            <p:nvPr/>
          </p:nvSpPr>
          <p:spPr>
            <a:xfrm rot="2297340">
              <a:off x="5769659" y="2809396"/>
              <a:ext cx="319840" cy="896417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334135" y="4650446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③</a:t>
              </a:r>
            </a:p>
          </p:txBody>
        </p:sp>
        <p:pic>
          <p:nvPicPr>
            <p:cNvPr id="1027" name="Picture 3" descr="C:\Users\JDS_SSD\Desktop\JDS_PRO\덴버\설계\DENVER 그림\DPH(1).bmp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1335" y="3396075"/>
              <a:ext cx="977074" cy="8846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6706" y="4437112"/>
              <a:ext cx="427730" cy="1026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0568" y="5088945"/>
              <a:ext cx="598671" cy="93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위쪽 화살표 26"/>
            <p:cNvSpPr/>
            <p:nvPr/>
          </p:nvSpPr>
          <p:spPr>
            <a:xfrm rot="5400000">
              <a:off x="4156297" y="3454662"/>
              <a:ext cx="296919" cy="655516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위쪽 화살표 31"/>
            <p:cNvSpPr/>
            <p:nvPr/>
          </p:nvSpPr>
          <p:spPr>
            <a:xfrm rot="3068814">
              <a:off x="4437584" y="4307299"/>
              <a:ext cx="296919" cy="655516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위쪽 화살표 32"/>
            <p:cNvSpPr/>
            <p:nvPr/>
          </p:nvSpPr>
          <p:spPr>
            <a:xfrm rot="2130286">
              <a:off x="4915226" y="4675725"/>
              <a:ext cx="296919" cy="655516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정육면체 27"/>
            <p:cNvSpPr/>
            <p:nvPr/>
          </p:nvSpPr>
          <p:spPr>
            <a:xfrm>
              <a:off x="1806564" y="4384516"/>
              <a:ext cx="576064" cy="531860"/>
            </a:xfrm>
            <a:prstGeom prst="cube">
              <a:avLst>
                <a:gd name="adj" fmla="val 116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714618" y="3623714"/>
              <a:ext cx="1410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000" dirty="0" smtClean="0"/>
                <a:t>DPH</a:t>
              </a:r>
              <a:endParaRPr lang="ko-KR" altLang="ko-KR" sz="1000" dirty="0"/>
            </a:p>
            <a:p>
              <a:endParaRPr lang="ko-KR" altLang="en-US" sz="1000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922531" y="4487153"/>
              <a:ext cx="4600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000" dirty="0" smtClean="0"/>
                <a:t>EMJ</a:t>
              </a:r>
              <a:endParaRPr lang="ko-KR" altLang="ko-KR" sz="1000" dirty="0"/>
            </a:p>
            <a:p>
              <a:endParaRPr lang="ko-KR" altLang="en-US" sz="1000" b="1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31601" y="3782420"/>
              <a:ext cx="1410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000" dirty="0" smtClean="0"/>
                <a:t>DPO</a:t>
              </a:r>
              <a:endParaRPr lang="ko-KR" altLang="ko-KR" sz="1000" dirty="0"/>
            </a:p>
            <a:p>
              <a:endParaRPr lang="ko-KR" altLang="en-US" sz="1000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570021" y="4750268"/>
              <a:ext cx="1410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000" dirty="0" smtClean="0"/>
                <a:t>PEI</a:t>
              </a:r>
              <a:endParaRPr lang="ko-KR" altLang="ko-KR" sz="1000" dirty="0"/>
            </a:p>
            <a:p>
              <a:endParaRPr lang="ko-KR" altLang="en-US" sz="1000" b="1" dirty="0"/>
            </a:p>
          </p:txBody>
        </p:sp>
        <p:sp>
          <p:nvSpPr>
            <p:cNvPr id="40" name="위쪽 화살표 39"/>
            <p:cNvSpPr/>
            <p:nvPr/>
          </p:nvSpPr>
          <p:spPr>
            <a:xfrm rot="4559574">
              <a:off x="3477539" y="3281997"/>
              <a:ext cx="296919" cy="215835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3212123" y="3211409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④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922531" y="4038454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⑤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494130" y="4771616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⑥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4498389" y="5463534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DENVER/ SEPTA </a:t>
            </a:r>
            <a:r>
              <a:rPr lang="ko-KR" altLang="en-US" dirty="0" smtClean="0"/>
              <a:t>차이</a:t>
            </a:r>
            <a:r>
              <a:rPr lang="ko-KR" altLang="en-US" dirty="0"/>
              <a:t>점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7937" y="1340768"/>
            <a:ext cx="798107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circleNumDbPlain"/>
            </a:pPr>
            <a:r>
              <a:rPr lang="en-US" altLang="ko-KR" dirty="0" err="1" smtClean="0"/>
              <a:t>Wimax</a:t>
            </a:r>
            <a:r>
              <a:rPr lang="en-US" altLang="ko-KR" dirty="0" smtClean="0"/>
              <a:t> </a:t>
            </a:r>
            <a:r>
              <a:rPr lang="ko-KR" altLang="ko-KR" dirty="0"/>
              <a:t>를 이용한 </a:t>
            </a:r>
            <a:r>
              <a:rPr lang="en-US" altLang="ko-KR" dirty="0"/>
              <a:t>VOIP(voice over IP) </a:t>
            </a:r>
            <a:r>
              <a:rPr lang="ko-KR" altLang="ko-KR" dirty="0"/>
              <a:t>음성 </a:t>
            </a:r>
            <a:r>
              <a:rPr lang="ko-KR" altLang="en-US" dirty="0" err="1" smtClean="0"/>
              <a:t>사령실</a:t>
            </a:r>
            <a:r>
              <a:rPr lang="ko-KR" altLang="en-US" dirty="0" smtClean="0"/>
              <a:t> 음성 </a:t>
            </a:r>
            <a:r>
              <a:rPr lang="ko-KR" altLang="ko-KR" dirty="0" smtClean="0"/>
              <a:t>통화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.</a:t>
            </a:r>
            <a:endParaRPr lang="ko-KR" altLang="ko-KR" dirty="0"/>
          </a:p>
          <a:p>
            <a:r>
              <a:rPr lang="ko-KR" altLang="en-US" dirty="0"/>
              <a:t>② </a:t>
            </a:r>
            <a:r>
              <a:rPr lang="ko-KR" altLang="ko-KR" dirty="0"/>
              <a:t>음성 </a:t>
            </a:r>
            <a:r>
              <a:rPr lang="en-US" altLang="ko-KR" dirty="0"/>
              <a:t>RECODR </a:t>
            </a:r>
            <a:r>
              <a:rPr lang="ko-KR" altLang="ko-KR" dirty="0" smtClean="0"/>
              <a:t>기능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모든 음성 신호를 </a:t>
            </a:r>
            <a:r>
              <a:rPr lang="en-US" altLang="ko-KR" dirty="0" smtClean="0"/>
              <a:t>72</a:t>
            </a:r>
            <a:r>
              <a:rPr lang="ko-KR" altLang="en-US" dirty="0" smtClean="0"/>
              <a:t>시간 기록</a:t>
            </a:r>
            <a:r>
              <a:rPr lang="en-US" altLang="ko-KR" dirty="0" smtClean="0"/>
              <a:t>.</a:t>
            </a:r>
          </a:p>
          <a:p>
            <a:pPr marL="342900" lvl="0" indent="-342900">
              <a:buAutoNum type="circleNumDbPlain" startAt="3"/>
            </a:pPr>
            <a:r>
              <a:rPr lang="ko-KR" altLang="ko-KR" dirty="0" smtClean="0"/>
              <a:t>장치간 </a:t>
            </a:r>
            <a:r>
              <a:rPr lang="ko-KR" altLang="ko-KR" dirty="0"/>
              <a:t>통신 </a:t>
            </a:r>
            <a:r>
              <a:rPr lang="ko-KR" altLang="ko-KR" dirty="0" smtClean="0"/>
              <a:t>기능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 SEPTA</a:t>
            </a:r>
            <a:r>
              <a:rPr lang="ko-KR" altLang="ko-KR" dirty="0"/>
              <a:t>에서 문제가 되었던 </a:t>
            </a:r>
            <a:r>
              <a:rPr lang="en-US" altLang="ko-KR" dirty="0"/>
              <a:t>TONE </a:t>
            </a:r>
            <a:r>
              <a:rPr lang="ko-KR" altLang="ko-KR" dirty="0"/>
              <a:t>방식을 </a:t>
            </a:r>
            <a:r>
              <a:rPr lang="en-US" altLang="ko-KR" dirty="0"/>
              <a:t>Dual-Tone </a:t>
            </a:r>
            <a:r>
              <a:rPr lang="ko-KR" altLang="ko-KR" dirty="0"/>
              <a:t>방식으로 변경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ko-KR" dirty="0" smtClean="0"/>
              <a:t>단</a:t>
            </a:r>
            <a:r>
              <a:rPr lang="en-US" altLang="ko-KR" dirty="0" smtClean="0"/>
              <a:t> </a:t>
            </a:r>
            <a:r>
              <a:rPr lang="ko-KR" altLang="ko-KR" dirty="0" smtClean="0"/>
              <a:t>방향 </a:t>
            </a:r>
            <a:r>
              <a:rPr lang="ko-KR" altLang="ko-KR" dirty="0"/>
              <a:t>음성 통화에서 </a:t>
            </a:r>
            <a:r>
              <a:rPr lang="ko-KR" altLang="ko-KR" dirty="0" smtClean="0"/>
              <a:t>양</a:t>
            </a:r>
            <a:r>
              <a:rPr lang="en-US" altLang="ko-KR" dirty="0" smtClean="0"/>
              <a:t> </a:t>
            </a:r>
            <a:r>
              <a:rPr lang="ko-KR" altLang="ko-KR" dirty="0" smtClean="0"/>
              <a:t>방향 </a:t>
            </a:r>
            <a:r>
              <a:rPr lang="ko-KR" altLang="ko-KR" dirty="0"/>
              <a:t>음성 통화로 변경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en-US" altLang="ko-KR" dirty="0" smtClean="0"/>
              <a:t>④ </a:t>
            </a:r>
            <a:r>
              <a:rPr lang="en-US" altLang="ko-KR" dirty="0"/>
              <a:t>DPH(</a:t>
            </a:r>
            <a:r>
              <a:rPr lang="en-US" altLang="ko-KR" b="1" dirty="0"/>
              <a:t>Driver PA Handset</a:t>
            </a:r>
            <a:r>
              <a:rPr lang="en-US" altLang="ko-KR" b="1" dirty="0" smtClean="0"/>
              <a:t>)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/>
              <a:t> </a:t>
            </a:r>
            <a:r>
              <a:rPr lang="en-US" altLang="ko-KR" dirty="0" smtClean="0"/>
              <a:t>   - DPO </a:t>
            </a:r>
            <a:r>
              <a:rPr lang="ko-KR" altLang="en-US" dirty="0" smtClean="0"/>
              <a:t>장치에 </a:t>
            </a:r>
            <a:r>
              <a:rPr lang="ko-KR" altLang="ko-KR" dirty="0" smtClean="0"/>
              <a:t>운전실 </a:t>
            </a:r>
            <a:r>
              <a:rPr lang="ko-KR" altLang="ko-KR" dirty="0"/>
              <a:t>보조 방송 장치 추가</a:t>
            </a:r>
            <a:r>
              <a:rPr lang="en-US" altLang="ko-KR" dirty="0"/>
              <a:t>.</a:t>
            </a:r>
            <a:endParaRPr lang="ko-KR" altLang="ko-KR" dirty="0"/>
          </a:p>
          <a:p>
            <a:pPr lvl="0"/>
            <a:r>
              <a:rPr lang="en-US" altLang="ko-KR" dirty="0" smtClean="0"/>
              <a:t>⑤ </a:t>
            </a:r>
            <a:r>
              <a:rPr lang="ko-KR" altLang="ko-KR" dirty="0"/>
              <a:t> </a:t>
            </a:r>
            <a:r>
              <a:rPr lang="en-US" altLang="ko-KR" dirty="0"/>
              <a:t>EMJ(Emergency </a:t>
            </a:r>
            <a:r>
              <a:rPr lang="en-US" altLang="ko-KR" b="1" dirty="0"/>
              <a:t>Microphone jack)</a:t>
            </a:r>
            <a:endParaRPr lang="ko-KR" altLang="ko-KR" dirty="0"/>
          </a:p>
          <a:p>
            <a:pPr lvl="0"/>
            <a:r>
              <a:rPr lang="en-US" altLang="ko-KR" dirty="0" smtClean="0"/>
              <a:t>    - DPO </a:t>
            </a:r>
            <a:r>
              <a:rPr lang="ko-KR" altLang="en-US" dirty="0" smtClean="0"/>
              <a:t>장치에 </a:t>
            </a:r>
            <a:r>
              <a:rPr lang="ko-KR" altLang="ko-KR" dirty="0" smtClean="0"/>
              <a:t>비상 </a:t>
            </a:r>
            <a:r>
              <a:rPr lang="ko-KR" altLang="ko-KR" dirty="0"/>
              <a:t>음성 통화 장치 추가</a:t>
            </a:r>
            <a:r>
              <a:rPr lang="en-US" altLang="ko-KR" dirty="0"/>
              <a:t>.</a:t>
            </a:r>
            <a:endParaRPr lang="ko-KR" altLang="ko-KR" dirty="0"/>
          </a:p>
          <a:p>
            <a:pPr lvl="0"/>
            <a:r>
              <a:rPr lang="en-US" altLang="ko-KR" dirty="0" smtClean="0"/>
              <a:t>⑥ </a:t>
            </a:r>
            <a:r>
              <a:rPr lang="en-US" altLang="ko-KR" dirty="0"/>
              <a:t>Handset Microphone.</a:t>
            </a:r>
            <a:endParaRPr lang="ko-KR" altLang="ko-KR" dirty="0"/>
          </a:p>
          <a:p>
            <a:pPr lvl="0"/>
            <a:r>
              <a:rPr lang="en-US" altLang="ko-KR" dirty="0" smtClean="0"/>
              <a:t>    - </a:t>
            </a:r>
            <a:r>
              <a:rPr lang="en-US" altLang="ko-KR" dirty="0"/>
              <a:t>DPO </a:t>
            </a:r>
            <a:r>
              <a:rPr lang="ko-KR" altLang="ko-KR" dirty="0"/>
              <a:t>장치에</a:t>
            </a:r>
            <a:r>
              <a:rPr lang="en-US" altLang="ko-KR" dirty="0"/>
              <a:t> Handset Microphone </a:t>
            </a:r>
            <a:r>
              <a:rPr lang="ko-KR" altLang="ko-KR" dirty="0"/>
              <a:t>기능 추가</a:t>
            </a:r>
            <a:r>
              <a:rPr lang="en-US" altLang="ko-KR" dirty="0"/>
              <a:t>.</a:t>
            </a:r>
            <a:endParaRPr lang="ko-KR" altLang="ko-KR" dirty="0"/>
          </a:p>
          <a:p>
            <a:pPr lvl="0"/>
            <a:r>
              <a:rPr lang="en-US" altLang="ko-KR" dirty="0" smtClean="0"/>
              <a:t>⑦ </a:t>
            </a:r>
            <a:r>
              <a:rPr lang="en-US" altLang="ko-KR" b="1" dirty="0"/>
              <a:t>Gooseneck Microphone.</a:t>
            </a:r>
            <a:endParaRPr lang="ko-KR" altLang="ko-KR" dirty="0"/>
          </a:p>
          <a:p>
            <a:pPr lvl="0"/>
            <a:r>
              <a:rPr lang="en-US" altLang="ko-KR" dirty="0" smtClean="0"/>
              <a:t>    - </a:t>
            </a:r>
            <a:r>
              <a:rPr lang="en-US" altLang="ko-KR" dirty="0"/>
              <a:t>DPO </a:t>
            </a:r>
            <a:r>
              <a:rPr lang="ko-KR" altLang="ko-KR" dirty="0"/>
              <a:t>장치에 </a:t>
            </a:r>
            <a:r>
              <a:rPr lang="en-US" altLang="ko-KR" dirty="0"/>
              <a:t>Gooseneck Microphone </a:t>
            </a:r>
            <a:r>
              <a:rPr lang="ko-KR" altLang="ko-KR" dirty="0"/>
              <a:t>기능 추가</a:t>
            </a:r>
            <a:r>
              <a:rPr lang="en-US" altLang="ko-KR" dirty="0"/>
              <a:t>.</a:t>
            </a:r>
            <a:endParaRPr lang="ko-KR" altLang="ko-KR" dirty="0"/>
          </a:p>
          <a:p>
            <a:pPr lvl="0"/>
            <a:r>
              <a:rPr lang="en-US" altLang="ko-KR" dirty="0" smtClean="0"/>
              <a:t>⑧ </a:t>
            </a:r>
            <a:r>
              <a:rPr lang="ko-KR" altLang="en-US" dirty="0" err="1" smtClean="0"/>
              <a:t>하울링</a:t>
            </a:r>
            <a:r>
              <a:rPr lang="ko-KR" altLang="en-US" dirty="0"/>
              <a:t> </a:t>
            </a:r>
            <a:r>
              <a:rPr lang="ko-KR" altLang="en-US" dirty="0" smtClean="0"/>
              <a:t>제거 기능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/>
              <a:t> </a:t>
            </a:r>
            <a:r>
              <a:rPr lang="en-US" altLang="ko-KR" dirty="0" smtClean="0"/>
              <a:t>   - PEI / DPO </a:t>
            </a:r>
            <a:r>
              <a:rPr lang="ko-KR" altLang="en-US" dirty="0" smtClean="0"/>
              <a:t>장치 마이크 입력 부분에 </a:t>
            </a:r>
            <a:r>
              <a:rPr lang="ko-KR" altLang="en-US" dirty="0" err="1" smtClean="0"/>
              <a:t>하울링</a:t>
            </a:r>
            <a:r>
              <a:rPr lang="ko-KR" altLang="en-US" dirty="0"/>
              <a:t> </a:t>
            </a:r>
            <a:r>
              <a:rPr lang="ko-KR" altLang="en-US" dirty="0" smtClean="0"/>
              <a:t>제거 기능 추가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 smtClean="0"/>
              <a:t>⑨ </a:t>
            </a:r>
            <a:r>
              <a:rPr lang="en-US" altLang="ko-KR" dirty="0" err="1"/>
              <a:t>Wimax</a:t>
            </a:r>
            <a:r>
              <a:rPr lang="en-US" altLang="ko-KR" dirty="0"/>
              <a:t> </a:t>
            </a:r>
            <a:r>
              <a:rPr lang="ko-KR" altLang="ko-KR" dirty="0"/>
              <a:t>를 </a:t>
            </a:r>
            <a:r>
              <a:rPr lang="ko-KR" altLang="ko-KR" dirty="0" smtClean="0"/>
              <a:t>이용한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비상 음성</a:t>
            </a:r>
            <a:r>
              <a:rPr lang="en-US" altLang="ko-KR" dirty="0"/>
              <a:t> </a:t>
            </a:r>
            <a:r>
              <a:rPr lang="ko-KR" altLang="en-US" dirty="0" smtClean="0"/>
              <a:t>모니터링 기능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비상 발생시 사령에서 </a:t>
            </a:r>
            <a:r>
              <a:rPr lang="en-US" altLang="ko-KR" dirty="0" smtClean="0"/>
              <a:t>PEI</a:t>
            </a:r>
            <a:r>
              <a:rPr lang="ko-KR" altLang="en-US" dirty="0" smtClean="0"/>
              <a:t>를 통한 음성 모니터링 기능 추가</a:t>
            </a:r>
            <a:r>
              <a:rPr lang="en-US" altLang="ko-KR" dirty="0" smtClean="0"/>
              <a:t>. </a:t>
            </a:r>
            <a:r>
              <a:rPr lang="ko-KR" altLang="en-US" dirty="0" smtClean="0"/>
              <a:t> </a:t>
            </a:r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456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DENVER/ SEPTA </a:t>
            </a:r>
            <a:r>
              <a:rPr lang="ko-KR" altLang="en-US" dirty="0" smtClean="0"/>
              <a:t>공통점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276872"/>
            <a:ext cx="1589967" cy="13340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11760" y="3655295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PEI : </a:t>
            </a:r>
            <a:r>
              <a:rPr lang="ko-KR" altLang="en-US" dirty="0" smtClean="0"/>
              <a:t>외관 사이즈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750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2566</TotalTime>
  <Words>183</Words>
  <Application>Microsoft Office PowerPoint</Application>
  <PresentationFormat>화면 슬라이드 쇼(4:3)</PresentationFormat>
  <Paragraphs>34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Denver Inter com 구성</vt:lpstr>
      <vt:lpstr>DENVER/ SEPTA 차이점.</vt:lpstr>
      <vt:lpstr>DENVER/ SEPTA 공통점.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JDS_SSD</cp:lastModifiedBy>
  <cp:revision>138</cp:revision>
  <dcterms:created xsi:type="dcterms:W3CDTF">2011-03-30T10:53:50Z</dcterms:created>
  <dcterms:modified xsi:type="dcterms:W3CDTF">2011-09-05T07:17:47Z</dcterms:modified>
</cp:coreProperties>
</file>