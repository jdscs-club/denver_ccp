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26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5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49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9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50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07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98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24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63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4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58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5C4EA-2BF0-4C26-930E-FADFF6CFA1D3}" type="datetimeFigureOut">
              <a:rPr lang="ko-KR" altLang="en-US" smtClean="0"/>
              <a:t>2013-05-08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39F9C-C349-4502-9BCD-DB6EAC162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90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\Desktop\IMG_199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123728" y="1340768"/>
            <a:ext cx="4819834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JDS\Desktop\IMG_199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835696" y="1412776"/>
            <a:ext cx="4819835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2915816" y="3140968"/>
            <a:ext cx="936104" cy="1224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DS\Desktop\IMG_199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7" y="1700808"/>
            <a:ext cx="4819835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"/>
          <p:cNvSpPr/>
          <p:nvPr/>
        </p:nvSpPr>
        <p:spPr>
          <a:xfrm>
            <a:off x="4067944" y="2276872"/>
            <a:ext cx="1152128" cy="22322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1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827584" y="764704"/>
            <a:ext cx="7116048" cy="5328592"/>
            <a:chOff x="827584" y="764704"/>
            <a:chExt cx="7116048" cy="5328592"/>
          </a:xfrm>
        </p:grpSpPr>
        <p:pic>
          <p:nvPicPr>
            <p:cNvPr id="4098" name="Picture 2" descr="IMG_20130508_09593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764704"/>
              <a:ext cx="7116048" cy="532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모서리가 둥근 직사각형 3"/>
            <p:cNvSpPr/>
            <p:nvPr/>
          </p:nvSpPr>
          <p:spPr>
            <a:xfrm>
              <a:off x="2051720" y="5229200"/>
              <a:ext cx="5472608" cy="2880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491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화면 슬라이드 쇼(4:3)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3</cp:revision>
  <dcterms:created xsi:type="dcterms:W3CDTF">2013-05-08T00:37:03Z</dcterms:created>
  <dcterms:modified xsi:type="dcterms:W3CDTF">2013-05-08T01:58:37Z</dcterms:modified>
</cp:coreProperties>
</file>