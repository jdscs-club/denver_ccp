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4" autoAdjust="0"/>
    <p:restoredTop sz="94660"/>
  </p:normalViewPr>
  <p:slideViewPr>
    <p:cSldViewPr snapToGrid="0">
      <p:cViewPr varScale="1">
        <p:scale>
          <a:sx n="83" d="100"/>
          <a:sy n="83" d="100"/>
        </p:scale>
        <p:origin x="7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smtClean="0"/>
              <a:t>Click to edit Master subtitle style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4B06-346B-454E-88DD-E6073B2DB4FA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1F3D0-228C-47A4-8E18-AF1562049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106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4B06-346B-454E-88DD-E6073B2DB4FA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1F3D0-228C-47A4-8E18-AF1562049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487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6226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4B06-346B-454E-88DD-E6073B2DB4FA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1F3D0-228C-47A4-8E18-AF1562049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512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4B06-346B-454E-88DD-E6073B2DB4FA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1F3D0-228C-47A4-8E18-AF1562049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738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638"/>
            <a:ext cx="10515600" cy="1143000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0" y="2193925"/>
            <a:ext cx="515620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3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3" y="2193925"/>
            <a:ext cx="5157787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4B06-346B-454E-88DD-E6073B2DB4FA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1F3D0-228C-47A4-8E18-AF1562049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114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4B06-346B-454E-88DD-E6073B2DB4FA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1F3D0-228C-47A4-8E18-AF1562049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009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4B06-346B-454E-88DD-E6073B2DB4FA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1F3D0-228C-47A4-8E18-AF1562049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628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4B06-346B-454E-88DD-E6073B2DB4FA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1F3D0-228C-47A4-8E18-AF1562049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600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4B06-346B-454E-88DD-E6073B2DB4FA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1F3D0-228C-47A4-8E18-AF1562049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836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4B06-346B-454E-88DD-E6073B2DB4FA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1F3D0-228C-47A4-8E18-AF1562049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648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4B06-346B-454E-88DD-E6073B2DB4FA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1F3D0-228C-47A4-8E18-AF1562049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725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64B06-346B-454E-88DD-E6073B2DB4FA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1F3D0-228C-47A4-8E18-AF1562049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943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34" b="15000"/>
          <a:stretch/>
        </p:blipFill>
        <p:spPr>
          <a:xfrm>
            <a:off x="766656" y="605790"/>
            <a:ext cx="5122333" cy="426339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67" r="24917" b="20500"/>
          <a:stretch/>
        </p:blipFill>
        <p:spPr>
          <a:xfrm>
            <a:off x="7115387" y="605790"/>
            <a:ext cx="3845983" cy="413766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7" name="Rounded Rectangle 6"/>
          <p:cNvSpPr/>
          <p:nvPr/>
        </p:nvSpPr>
        <p:spPr>
          <a:xfrm rot="20161941">
            <a:off x="3006091" y="1200151"/>
            <a:ext cx="1017270" cy="277749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ounded Rectangle 7"/>
          <p:cNvSpPr/>
          <p:nvPr/>
        </p:nvSpPr>
        <p:spPr>
          <a:xfrm rot="1465472">
            <a:off x="9022082" y="1285875"/>
            <a:ext cx="1017270" cy="277749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Group 10"/>
          <p:cNvGrpSpPr/>
          <p:nvPr/>
        </p:nvGrpSpPr>
        <p:grpSpPr>
          <a:xfrm>
            <a:off x="4757418" y="5737860"/>
            <a:ext cx="3129281" cy="612648"/>
            <a:chOff x="5888989" y="5875020"/>
            <a:chExt cx="914400" cy="612648"/>
          </a:xfrm>
        </p:grpSpPr>
        <p:sp>
          <p:nvSpPr>
            <p:cNvPr id="9" name="Rectangular Callout 8"/>
            <p:cNvSpPr/>
            <p:nvPr/>
          </p:nvSpPr>
          <p:spPr>
            <a:xfrm>
              <a:off x="5888989" y="5875020"/>
              <a:ext cx="914400" cy="612648"/>
            </a:xfrm>
            <a:prstGeom prst="wedgeRectCallout">
              <a:avLst>
                <a:gd name="adj1" fmla="val -70378"/>
                <a:gd name="adj2" fmla="val -35976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Rectangular Callout 9"/>
            <p:cNvSpPr/>
            <p:nvPr/>
          </p:nvSpPr>
          <p:spPr>
            <a:xfrm>
              <a:off x="5888989" y="5875020"/>
              <a:ext cx="914400" cy="612648"/>
            </a:xfrm>
            <a:prstGeom prst="wedgeRectCallout">
              <a:avLst>
                <a:gd name="adj1" fmla="val 79711"/>
                <a:gd name="adj2" fmla="val -3479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 smtClean="0">
                  <a:solidFill>
                    <a:schemeClr val="tx1"/>
                  </a:solidFill>
                </a:rPr>
                <a:t>컨넥터</a:t>
              </a:r>
              <a:r>
                <a:rPr lang="ko-KR" altLang="en-US" dirty="0" smtClean="0">
                  <a:solidFill>
                    <a:schemeClr val="tx1"/>
                  </a:solidFill>
                </a:rPr>
                <a:t> 배선을 잡아주는 부분을 체결해야 합니다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.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5111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JDS</dc:creator>
  <cp:lastModifiedBy>JDS</cp:lastModifiedBy>
  <cp:revision>2</cp:revision>
  <dcterms:created xsi:type="dcterms:W3CDTF">2013-01-16T06:30:42Z</dcterms:created>
  <dcterms:modified xsi:type="dcterms:W3CDTF">2013-01-16T06:37:41Z</dcterms:modified>
</cp:coreProperties>
</file>