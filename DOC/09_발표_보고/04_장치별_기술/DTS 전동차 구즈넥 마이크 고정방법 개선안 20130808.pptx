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652" r:id="rId1"/>
  </p:sldMasterIdLst>
  <p:notesMasterIdLst>
    <p:notesMasterId r:id="rId6"/>
  </p:notesMasterIdLst>
  <p:handoutMasterIdLst>
    <p:handoutMasterId r:id="rId7"/>
  </p:handoutMasterIdLst>
  <p:sldIdLst>
    <p:sldId id="1654" r:id="rId2"/>
    <p:sldId id="1655" r:id="rId3"/>
    <p:sldId id="1725" r:id="rId4"/>
    <p:sldId id="1728" r:id="rId5"/>
  </p:sldIdLst>
  <p:sldSz cx="9144000" cy="6858000" type="screen4x3"/>
  <p:notesSz cx="9939338" cy="6807200"/>
  <p:defaultTextStyle>
    <a:defPPr>
      <a:defRPr lang="en-US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rgbClr val="FF3300"/>
        </a:solidFill>
        <a:latin typeface="HY견고딕" pitchFamily="18" charset="-127"/>
        <a:ea typeface="HY견고딕" pitchFamily="18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rgbClr val="FF3300"/>
        </a:solidFill>
        <a:latin typeface="HY견고딕" pitchFamily="18" charset="-127"/>
        <a:ea typeface="HY견고딕" pitchFamily="18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rgbClr val="FF3300"/>
        </a:solidFill>
        <a:latin typeface="HY견고딕" pitchFamily="18" charset="-127"/>
        <a:ea typeface="HY견고딕" pitchFamily="18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rgbClr val="FF3300"/>
        </a:solidFill>
        <a:latin typeface="HY견고딕" pitchFamily="18" charset="-127"/>
        <a:ea typeface="HY견고딕" pitchFamily="18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rgbClr val="FF3300"/>
        </a:solidFill>
        <a:latin typeface="HY견고딕" pitchFamily="18" charset="-127"/>
        <a:ea typeface="HY견고딕" pitchFamily="18" charset="-127"/>
        <a:cs typeface="+mn-cs"/>
      </a:defRPr>
    </a:lvl5pPr>
    <a:lvl6pPr marL="2286000" algn="l" defTabSz="914400" rtl="0" eaLnBrk="1" latinLnBrk="1" hangingPunct="1">
      <a:defRPr kumimoji="1" kern="1200">
        <a:solidFill>
          <a:srgbClr val="FF3300"/>
        </a:solidFill>
        <a:latin typeface="HY견고딕" pitchFamily="18" charset="-127"/>
        <a:ea typeface="HY견고딕" pitchFamily="18" charset="-127"/>
        <a:cs typeface="+mn-cs"/>
      </a:defRPr>
    </a:lvl6pPr>
    <a:lvl7pPr marL="2743200" algn="l" defTabSz="914400" rtl="0" eaLnBrk="1" latinLnBrk="1" hangingPunct="1">
      <a:defRPr kumimoji="1" kern="1200">
        <a:solidFill>
          <a:srgbClr val="FF3300"/>
        </a:solidFill>
        <a:latin typeface="HY견고딕" pitchFamily="18" charset="-127"/>
        <a:ea typeface="HY견고딕" pitchFamily="18" charset="-127"/>
        <a:cs typeface="+mn-cs"/>
      </a:defRPr>
    </a:lvl7pPr>
    <a:lvl8pPr marL="3200400" algn="l" defTabSz="914400" rtl="0" eaLnBrk="1" latinLnBrk="1" hangingPunct="1">
      <a:defRPr kumimoji="1" kern="1200">
        <a:solidFill>
          <a:srgbClr val="FF3300"/>
        </a:solidFill>
        <a:latin typeface="HY견고딕" pitchFamily="18" charset="-127"/>
        <a:ea typeface="HY견고딕" pitchFamily="18" charset="-127"/>
        <a:cs typeface="+mn-cs"/>
      </a:defRPr>
    </a:lvl8pPr>
    <a:lvl9pPr marL="3657600" algn="l" defTabSz="914400" rtl="0" eaLnBrk="1" latinLnBrk="1" hangingPunct="1">
      <a:defRPr kumimoji="1" kern="1200">
        <a:solidFill>
          <a:srgbClr val="FF3300"/>
        </a:solidFill>
        <a:latin typeface="HY견고딕" pitchFamily="18" charset="-127"/>
        <a:ea typeface="HY견고딕" pitchFamily="18" charset="-127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0710"/>
    <a:srgbClr val="FF0000"/>
    <a:srgbClr val="FFFFCC"/>
    <a:srgbClr val="FFFFFF"/>
    <a:srgbClr val="A6FCE1"/>
    <a:srgbClr val="FFFF66"/>
    <a:srgbClr val="349E34"/>
    <a:srgbClr val="C40E9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257" autoAdjust="0"/>
    <p:restoredTop sz="99877" autoAdjust="0"/>
  </p:normalViewPr>
  <p:slideViewPr>
    <p:cSldViewPr>
      <p:cViewPr varScale="1">
        <p:scale>
          <a:sx n="97" d="100"/>
          <a:sy n="97" d="100"/>
        </p:scale>
        <p:origin x="-816" y="-84"/>
      </p:cViewPr>
      <p:guideLst>
        <p:guide orient="horz" pos="4110"/>
        <p:guide orient="horz" pos="3748"/>
        <p:guide pos="295"/>
        <p:guide pos="2880"/>
        <p:guide pos="551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91" d="100"/>
          <a:sy n="91" d="100"/>
        </p:scale>
        <p:origin x="-708" y="-102"/>
      </p:cViewPr>
      <p:guideLst>
        <p:guide orient="horz" pos="2143"/>
        <p:guide pos="3129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043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308475" cy="341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312" tIns="45654" rIns="91312" bIns="45654" numCol="1" anchor="t" anchorCtr="0" compatLnSpc="1">
            <a:prstTxWarp prst="textNoShape">
              <a:avLst/>
            </a:prstTxWarp>
          </a:bodyPr>
          <a:lstStyle>
            <a:lvl1pPr defTabSz="879475" latinLnBrk="0">
              <a:defRPr kumimoji="0" sz="1200">
                <a:solidFill>
                  <a:schemeClr val="tx1"/>
                </a:solidFill>
                <a:latin typeface="Arial" charset="0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45043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627688" y="0"/>
            <a:ext cx="4310062" cy="341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312" tIns="45654" rIns="91312" bIns="45654" numCol="1" anchor="t" anchorCtr="0" compatLnSpc="1">
            <a:prstTxWarp prst="textNoShape">
              <a:avLst/>
            </a:prstTxWarp>
          </a:bodyPr>
          <a:lstStyle>
            <a:lvl1pPr algn="r" defTabSz="879475" latinLnBrk="0">
              <a:defRPr kumimoji="0" sz="1200">
                <a:solidFill>
                  <a:schemeClr val="tx1"/>
                </a:solidFill>
                <a:latin typeface="Arial" charset="0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45043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6464300"/>
            <a:ext cx="4308475" cy="341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312" tIns="45654" rIns="91312" bIns="45654" numCol="1" anchor="b" anchorCtr="0" compatLnSpc="1">
            <a:prstTxWarp prst="textNoShape">
              <a:avLst/>
            </a:prstTxWarp>
          </a:bodyPr>
          <a:lstStyle>
            <a:lvl1pPr defTabSz="879475" latinLnBrk="0">
              <a:defRPr kumimoji="0" sz="1200">
                <a:solidFill>
                  <a:schemeClr val="tx1"/>
                </a:solidFill>
                <a:latin typeface="Arial" charset="0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45043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627688" y="6464300"/>
            <a:ext cx="4310062" cy="341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312" tIns="45654" rIns="91312" bIns="45654" numCol="1" anchor="b" anchorCtr="0" compatLnSpc="1">
            <a:prstTxWarp prst="textNoShape">
              <a:avLst/>
            </a:prstTxWarp>
          </a:bodyPr>
          <a:lstStyle>
            <a:lvl1pPr algn="r" defTabSz="879475" latinLnBrk="0">
              <a:defRPr kumimoji="0" sz="1200">
                <a:solidFill>
                  <a:schemeClr val="tx1"/>
                </a:solidFill>
                <a:latin typeface="Arial" charset="0"/>
                <a:ea typeface="굴림" pitchFamily="50" charset="-127"/>
              </a:defRPr>
            </a:lvl1pPr>
          </a:lstStyle>
          <a:p>
            <a:pPr>
              <a:defRPr/>
            </a:pPr>
            <a:fld id="{922E11E4-040B-4A28-94E9-7D358CEBBCAB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49619683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308475" cy="341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348" tIns="46170" rIns="92348" bIns="46170" numCol="1" anchor="t" anchorCtr="0" compatLnSpc="1">
            <a:prstTxWarp prst="textNoShape">
              <a:avLst/>
            </a:prstTxWarp>
          </a:bodyPr>
          <a:lstStyle>
            <a:lvl1pPr defTabSz="923925" latinLnBrk="0">
              <a:defRPr kumimoji="0" sz="1200">
                <a:solidFill>
                  <a:schemeClr val="tx1"/>
                </a:solidFill>
                <a:latin typeface="Arial" charset="0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32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627688" y="0"/>
            <a:ext cx="4310062" cy="341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348" tIns="46170" rIns="92348" bIns="46170" numCol="1" anchor="t" anchorCtr="0" compatLnSpc="1">
            <a:prstTxWarp prst="textNoShape">
              <a:avLst/>
            </a:prstTxWarp>
          </a:bodyPr>
          <a:lstStyle>
            <a:lvl1pPr algn="r" defTabSz="923925" latinLnBrk="0">
              <a:defRPr kumimoji="0" sz="1200">
                <a:solidFill>
                  <a:schemeClr val="tx1"/>
                </a:solidFill>
                <a:latin typeface="Arial" charset="0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19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278188" y="509588"/>
            <a:ext cx="3402012" cy="255111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32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95363" y="3232150"/>
            <a:ext cx="7948612" cy="3065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348" tIns="46170" rIns="92348" bIns="4617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 smtClean="0"/>
              <a:t>마스터 텍스트 스타일을 편집합니다</a:t>
            </a:r>
          </a:p>
          <a:p>
            <a:pPr lvl="1"/>
            <a:r>
              <a:rPr lang="ko-KR" altLang="en-US" noProof="0" smtClean="0"/>
              <a:t>둘째 수준</a:t>
            </a:r>
          </a:p>
          <a:p>
            <a:pPr lvl="2"/>
            <a:r>
              <a:rPr lang="ko-KR" altLang="en-US" noProof="0" smtClean="0"/>
              <a:t>셋째 수준</a:t>
            </a:r>
          </a:p>
          <a:p>
            <a:pPr lvl="3"/>
            <a:r>
              <a:rPr lang="ko-KR" altLang="en-US" noProof="0" smtClean="0"/>
              <a:t>넷째 수준</a:t>
            </a:r>
          </a:p>
          <a:p>
            <a:pPr lvl="4"/>
            <a:r>
              <a:rPr lang="ko-KR" altLang="en-US" noProof="0" smtClean="0"/>
              <a:t>다섯째 수준</a:t>
            </a:r>
          </a:p>
        </p:txBody>
      </p:sp>
      <p:sp>
        <p:nvSpPr>
          <p:cNvPr id="132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464300"/>
            <a:ext cx="4308475" cy="341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348" tIns="46170" rIns="92348" bIns="46170" numCol="1" anchor="b" anchorCtr="0" compatLnSpc="1">
            <a:prstTxWarp prst="textNoShape">
              <a:avLst/>
            </a:prstTxWarp>
          </a:bodyPr>
          <a:lstStyle>
            <a:lvl1pPr defTabSz="923925" latinLnBrk="0">
              <a:defRPr kumimoji="0" sz="1200">
                <a:solidFill>
                  <a:schemeClr val="tx1"/>
                </a:solidFill>
                <a:latin typeface="Arial" charset="0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32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27688" y="6464300"/>
            <a:ext cx="4310062" cy="341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348" tIns="46170" rIns="92348" bIns="46170" numCol="1" anchor="b" anchorCtr="0" compatLnSpc="1">
            <a:prstTxWarp prst="textNoShape">
              <a:avLst/>
            </a:prstTxWarp>
          </a:bodyPr>
          <a:lstStyle>
            <a:lvl1pPr algn="r" defTabSz="923925" latinLnBrk="0">
              <a:defRPr kumimoji="0" sz="1200">
                <a:solidFill>
                  <a:schemeClr val="tx1"/>
                </a:solidFill>
                <a:latin typeface="Arial" charset="0"/>
                <a:ea typeface="굴림" pitchFamily="50" charset="-127"/>
              </a:defRPr>
            </a:lvl1pPr>
          </a:lstStyle>
          <a:p>
            <a:pPr>
              <a:defRPr/>
            </a:pPr>
            <a:fld id="{54B90B33-E0B7-4CF5-86CE-621044D0CB2B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78077191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ko-KR" altLang="en-US" smtClean="0">
              <a:latin typeface="굴림" charset="-127"/>
              <a:ea typeface="굴림" charset="-127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ko-KR" altLang="en-US" smtClean="0">
              <a:latin typeface="굴림" charset="-127"/>
              <a:ea typeface="굴림" charset="-127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ko-KR" altLang="en-US" smtClean="0">
              <a:latin typeface="굴림" charset="-127"/>
              <a:ea typeface="굴림" charset="-127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ko-KR" altLang="en-US" smtClean="0">
              <a:latin typeface="굴림" charset="-127"/>
              <a:ea typeface="굴림" charset="-127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 userDrawn="1"/>
        </p:nvSpPr>
        <p:spPr bwMode="invGray">
          <a:xfrm>
            <a:off x="0" y="620713"/>
            <a:ext cx="9144000" cy="71437"/>
          </a:xfrm>
          <a:prstGeom prst="rect">
            <a:avLst/>
          </a:prstGeom>
          <a:solidFill>
            <a:srgbClr val="0000FF"/>
          </a:solidFill>
          <a:ln w="0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latinLnBrk="0">
              <a:spcBef>
                <a:spcPct val="50000"/>
              </a:spcBef>
              <a:defRPr/>
            </a:pPr>
            <a:endParaRPr kumimoji="0" lang="ko-KR" altLang="en-US" sz="2000"/>
          </a:p>
        </p:txBody>
      </p:sp>
      <p:sp>
        <p:nvSpPr>
          <p:cNvPr id="1027" name="Line 3"/>
          <p:cNvSpPr>
            <a:spLocks noChangeShapeType="1"/>
          </p:cNvSpPr>
          <p:nvPr userDrawn="1"/>
        </p:nvSpPr>
        <p:spPr bwMode="gray">
          <a:xfrm>
            <a:off x="120650" y="6524625"/>
            <a:ext cx="8893175" cy="0"/>
          </a:xfrm>
          <a:prstGeom prst="line">
            <a:avLst/>
          </a:prstGeom>
          <a:noFill/>
          <a:ln w="0">
            <a:solidFill>
              <a:schemeClr val="tx2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1028" name="Text Box 12"/>
          <p:cNvSpPr txBox="1">
            <a:spLocks noChangeArrowheads="1"/>
          </p:cNvSpPr>
          <p:nvPr userDrawn="1"/>
        </p:nvSpPr>
        <p:spPr bwMode="auto">
          <a:xfrm>
            <a:off x="4140200" y="6643688"/>
            <a:ext cx="863600" cy="204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54000" tIns="10800" rIns="54000" bIns="10800">
            <a:spAutoFit/>
          </a:bodyPr>
          <a:lstStyle/>
          <a:p>
            <a:pPr algn="ctr">
              <a:defRPr/>
            </a:pPr>
            <a:r>
              <a:rPr lang="en-US" altLang="ko-KR" sz="1200">
                <a:solidFill>
                  <a:schemeClr val="tx1"/>
                </a:solidFill>
                <a:latin typeface="HY헤드라인M" pitchFamily="18" charset="-127"/>
                <a:ea typeface="HY헤드라인M" pitchFamily="18" charset="-127"/>
              </a:rPr>
              <a:t>-</a:t>
            </a:r>
            <a:fld id="{45F9C585-0833-4797-976E-20376CEBAD35}" type="slidenum">
              <a:rPr lang="en-US" altLang="ko-KR" sz="1200">
                <a:solidFill>
                  <a:schemeClr val="tx1"/>
                </a:solidFill>
                <a:latin typeface="HY헤드라인M" pitchFamily="18" charset="-127"/>
                <a:ea typeface="HY헤드라인M" pitchFamily="18" charset="-127"/>
              </a:rPr>
              <a:pPr algn="ctr">
                <a:defRPr/>
              </a:pPr>
              <a:t>‹#›</a:t>
            </a:fld>
            <a:r>
              <a:rPr lang="en-US" altLang="ko-KR" sz="1200">
                <a:solidFill>
                  <a:schemeClr val="tx1"/>
                </a:solidFill>
                <a:latin typeface="HY헤드라인M" pitchFamily="18" charset="-127"/>
                <a:ea typeface="HY헤드라인M" pitchFamily="18" charset="-127"/>
              </a:rPr>
              <a:t>-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3200">
          <a:solidFill>
            <a:schemeClr val="bg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3200">
          <a:solidFill>
            <a:schemeClr val="bg1"/>
          </a:solidFill>
          <a:latin typeface="굴림" pitchFamily="50" charset="-127"/>
          <a:ea typeface="굴림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3200">
          <a:solidFill>
            <a:schemeClr val="bg1"/>
          </a:solidFill>
          <a:latin typeface="굴림" pitchFamily="50" charset="-127"/>
          <a:ea typeface="굴림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3200">
          <a:solidFill>
            <a:schemeClr val="bg1"/>
          </a:solidFill>
          <a:latin typeface="굴림" pitchFamily="50" charset="-127"/>
          <a:ea typeface="굴림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3200">
          <a:solidFill>
            <a:schemeClr val="bg1"/>
          </a:solidFill>
          <a:latin typeface="굴림" pitchFamily="50" charset="-127"/>
          <a:ea typeface="굴림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3200">
          <a:solidFill>
            <a:schemeClr val="bg1"/>
          </a:solidFill>
          <a:latin typeface="굴림" pitchFamily="50" charset="-127"/>
          <a:ea typeface="굴림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3200">
          <a:solidFill>
            <a:schemeClr val="bg1"/>
          </a:solidFill>
          <a:latin typeface="굴림" pitchFamily="50" charset="-127"/>
          <a:ea typeface="굴림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3200">
          <a:solidFill>
            <a:schemeClr val="bg1"/>
          </a:solidFill>
          <a:latin typeface="굴림" pitchFamily="50" charset="-127"/>
          <a:ea typeface="굴림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3200">
          <a:solidFill>
            <a:schemeClr val="bg1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lr>
          <a:schemeClr val="hlink"/>
        </a:buClr>
        <a:buFont typeface="Wingdings" pitchFamily="2" charset="2"/>
        <a:buChar char="v"/>
        <a:defRPr kumimoji="1"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0258" name="AutoShape 2"/>
          <p:cNvSpPr>
            <a:spLocks noChangeArrowheads="1"/>
          </p:cNvSpPr>
          <p:nvPr/>
        </p:nvSpPr>
        <p:spPr bwMode="ltGray">
          <a:xfrm>
            <a:off x="1187450" y="1628775"/>
            <a:ext cx="6769100" cy="1571625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38100" algn="ctr">
            <a:solidFill>
              <a:schemeClr val="bg1"/>
            </a:solidFill>
            <a:round/>
            <a:headEnd/>
            <a:tailEnd/>
          </a:ln>
          <a:effectLst>
            <a:outerShdw dist="107763" dir="2700000" algn="ctr" rotWithShape="0">
              <a:srgbClr val="808080">
                <a:alpha val="50000"/>
              </a:srgbClr>
            </a:outerShdw>
          </a:effectLst>
        </p:spPr>
        <p:txBody>
          <a:bodyPr wrap="none" anchor="ctr"/>
          <a:lstStyle/>
          <a:p>
            <a:pPr algn="ctr" latinLnBrk="0">
              <a:spcBef>
                <a:spcPct val="50000"/>
              </a:spcBef>
              <a:defRPr/>
            </a:pPr>
            <a:r>
              <a:rPr kumimoji="0" lang="en-US" altLang="ko-KR" sz="30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Y헤드라인M" pitchFamily="18" charset="-127"/>
                <a:ea typeface="HY헤드라인M" pitchFamily="18" charset="-127"/>
              </a:rPr>
              <a:t>DTS </a:t>
            </a:r>
            <a:r>
              <a:rPr kumimoji="0" lang="ko-KR" altLang="en-US" sz="30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Y헤드라인M" pitchFamily="18" charset="-127"/>
                <a:ea typeface="HY헤드라인M" pitchFamily="18" charset="-127"/>
              </a:rPr>
              <a:t>전동차 </a:t>
            </a:r>
            <a:r>
              <a:rPr kumimoji="0" lang="ko-KR" altLang="en-US" sz="30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Y헤드라인M" pitchFamily="18" charset="-127"/>
                <a:ea typeface="HY헤드라인M" pitchFamily="18" charset="-127"/>
              </a:rPr>
              <a:t>구즈넥</a:t>
            </a:r>
            <a:r>
              <a:rPr kumimoji="0" lang="ko-KR" altLang="en-US" sz="30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Y헤드라인M" pitchFamily="18" charset="-127"/>
                <a:ea typeface="HY헤드라인M" pitchFamily="18" charset="-127"/>
              </a:rPr>
              <a:t> 마이크 </a:t>
            </a:r>
            <a:endParaRPr kumimoji="0" lang="en-US" altLang="ko-KR" sz="3000" b="1" dirty="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HY헤드라인M" pitchFamily="18" charset="-127"/>
              <a:ea typeface="HY헤드라인M" pitchFamily="18" charset="-127"/>
            </a:endParaRPr>
          </a:p>
          <a:p>
            <a:pPr algn="ctr" latinLnBrk="0">
              <a:spcBef>
                <a:spcPct val="50000"/>
              </a:spcBef>
              <a:defRPr/>
            </a:pPr>
            <a:r>
              <a:rPr kumimoji="0" lang="ko-KR" altLang="en-US" sz="30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Y헤드라인M" pitchFamily="18" charset="-127"/>
                <a:ea typeface="HY헤드라인M" pitchFamily="18" charset="-127"/>
              </a:rPr>
              <a:t>고정방법 개선안</a:t>
            </a:r>
            <a:endParaRPr kumimoji="0" lang="ko-KR" altLang="en-US" sz="3000" b="1" dirty="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2051" name="Text Box 3"/>
          <p:cNvSpPr txBox="1">
            <a:spLocks noChangeArrowheads="1"/>
          </p:cNvSpPr>
          <p:nvPr/>
        </p:nvSpPr>
        <p:spPr bwMode="auto">
          <a:xfrm>
            <a:off x="3203575" y="4071938"/>
            <a:ext cx="27368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latinLnBrk="0">
              <a:spcBef>
                <a:spcPct val="50000"/>
              </a:spcBef>
            </a:pPr>
            <a:r>
              <a:rPr kumimoji="0" lang="en-US" altLang="ko-KR" sz="2400" b="1">
                <a:solidFill>
                  <a:srgbClr val="000000"/>
                </a:solidFill>
                <a:latin typeface="HY헤드라인M" pitchFamily="18" charset="-127"/>
                <a:ea typeface="HY헤드라인M" pitchFamily="18" charset="-127"/>
              </a:rPr>
              <a:t>2013. 08.08</a:t>
            </a:r>
          </a:p>
        </p:txBody>
      </p:sp>
      <p:sp>
        <p:nvSpPr>
          <p:cNvPr id="2052" name="Text Box 3"/>
          <p:cNvSpPr txBox="1">
            <a:spLocks noChangeArrowheads="1"/>
          </p:cNvSpPr>
          <p:nvPr/>
        </p:nvSpPr>
        <p:spPr bwMode="auto">
          <a:xfrm>
            <a:off x="3275013" y="4941888"/>
            <a:ext cx="27368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latinLnBrk="0">
              <a:spcBef>
                <a:spcPct val="50000"/>
              </a:spcBef>
            </a:pPr>
            <a:r>
              <a:rPr kumimoji="0" lang="ko-KR" altLang="en-US" sz="2400" b="1">
                <a:solidFill>
                  <a:srgbClr val="000000"/>
                </a:solidFill>
                <a:latin typeface="HY헤드라인M" pitchFamily="18" charset="-127"/>
                <a:ea typeface="HY헤드라인M" pitchFamily="18" charset="-127"/>
              </a:rPr>
              <a:t>제어기개발팀</a:t>
            </a:r>
            <a:endParaRPr kumimoji="0" lang="en-US" altLang="ko-KR" sz="2400" b="1">
              <a:solidFill>
                <a:srgbClr val="000000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3"/>
          <p:cNvSpPr>
            <a:spLocks noChangeArrowheads="1"/>
          </p:cNvSpPr>
          <p:nvPr/>
        </p:nvSpPr>
        <p:spPr bwMode="auto">
          <a:xfrm>
            <a:off x="827088" y="1268413"/>
            <a:ext cx="8107362" cy="5227637"/>
          </a:xfrm>
          <a:prstGeom prst="rect">
            <a:avLst/>
          </a:prstGeom>
          <a:noFill/>
          <a:ln>
            <a:noFill/>
          </a:ln>
          <a:extLst/>
        </p:spPr>
        <p:txBody>
          <a:bodyPr lIns="103205" tIns="51603" rIns="103205" bIns="51603"/>
          <a:lstStyle/>
          <a:p>
            <a:pPr marL="457200" indent="-457200" eaLnBrk="0" latinLnBrk="0" hangingPunct="0">
              <a:lnSpc>
                <a:spcPct val="110000"/>
              </a:lnSpc>
              <a:defRPr/>
            </a:pPr>
            <a:r>
              <a:rPr kumimoji="0" lang="en-US" altLang="ko-KR" sz="1600" b="1" dirty="0">
                <a:solidFill>
                  <a:srgbClr val="040710"/>
                </a:solidFill>
                <a:latin typeface="굴림체" pitchFamily="49" charset="-127"/>
                <a:ea typeface="굴림체" pitchFamily="49" charset="-127"/>
              </a:rPr>
              <a:t>1. </a:t>
            </a:r>
            <a:r>
              <a:rPr kumimoji="0" lang="ko-KR" altLang="en-US" sz="1600" b="1" dirty="0" err="1" smtClean="0">
                <a:solidFill>
                  <a:srgbClr val="040710"/>
                </a:solidFill>
                <a:latin typeface="굴림체" pitchFamily="49" charset="-127"/>
                <a:ea typeface="굴림체" pitchFamily="49" charset="-127"/>
              </a:rPr>
              <a:t>구즈넥</a:t>
            </a:r>
            <a:r>
              <a:rPr kumimoji="0" lang="ko-KR" altLang="en-US" sz="1600" b="1" dirty="0" smtClean="0">
                <a:solidFill>
                  <a:srgbClr val="040710"/>
                </a:solidFill>
                <a:latin typeface="굴림체" pitchFamily="49" charset="-127"/>
                <a:ea typeface="굴림체" pitchFamily="49" charset="-127"/>
              </a:rPr>
              <a:t> </a:t>
            </a:r>
            <a:r>
              <a:rPr kumimoji="0" lang="en-US" altLang="ko-KR" sz="1600" b="1" dirty="0" smtClean="0">
                <a:solidFill>
                  <a:srgbClr val="040710"/>
                </a:solidFill>
                <a:latin typeface="굴림체" pitchFamily="49" charset="-127"/>
                <a:ea typeface="굴림체" pitchFamily="49" charset="-127"/>
              </a:rPr>
              <a:t>MIC. </a:t>
            </a:r>
            <a:r>
              <a:rPr kumimoji="0" lang="ko-KR" altLang="en-US" sz="1600" b="1" dirty="0" smtClean="0">
                <a:solidFill>
                  <a:srgbClr val="040710"/>
                </a:solidFill>
                <a:latin typeface="굴림체" pitchFamily="49" charset="-127"/>
                <a:ea typeface="굴림체" pitchFamily="49" charset="-127"/>
              </a:rPr>
              <a:t>고정 방법 개선안</a:t>
            </a:r>
            <a:endParaRPr kumimoji="0" lang="en-US" altLang="ko-KR" sz="1600" b="1" dirty="0">
              <a:solidFill>
                <a:srgbClr val="040710"/>
              </a:solidFill>
              <a:latin typeface="굴림체" pitchFamily="49" charset="-127"/>
              <a:ea typeface="굴림체" pitchFamily="49" charset="-127"/>
            </a:endParaRPr>
          </a:p>
          <a:p>
            <a:pPr marL="457200" indent="-457200" eaLnBrk="0" latinLnBrk="0" hangingPunct="0">
              <a:lnSpc>
                <a:spcPct val="110000"/>
              </a:lnSpc>
              <a:defRPr/>
            </a:pPr>
            <a:r>
              <a:rPr kumimoji="0" lang="en-US" altLang="ko-KR" sz="1600" b="1" dirty="0">
                <a:solidFill>
                  <a:srgbClr val="040710"/>
                </a:solidFill>
                <a:latin typeface="굴림체" pitchFamily="49" charset="-127"/>
                <a:ea typeface="굴림체" pitchFamily="49" charset="-127"/>
              </a:rPr>
              <a:t>    1-1. </a:t>
            </a:r>
            <a:r>
              <a:rPr kumimoji="0" lang="ko-KR" altLang="en-US" sz="1600" b="1" dirty="0">
                <a:solidFill>
                  <a:srgbClr val="040710"/>
                </a:solidFill>
                <a:latin typeface="굴림체" pitchFamily="49" charset="-127"/>
                <a:ea typeface="굴림체" pitchFamily="49" charset="-127"/>
              </a:rPr>
              <a:t>현상</a:t>
            </a:r>
            <a:endParaRPr kumimoji="0" lang="en-US" altLang="ko-KR" sz="1600" b="1" dirty="0">
              <a:solidFill>
                <a:srgbClr val="040710"/>
              </a:solidFill>
              <a:latin typeface="굴림체" pitchFamily="49" charset="-127"/>
              <a:ea typeface="굴림체" pitchFamily="49" charset="-127"/>
            </a:endParaRPr>
          </a:p>
          <a:p>
            <a:pPr marL="457200" indent="-457200" eaLnBrk="0" latinLnBrk="0" hangingPunct="0">
              <a:lnSpc>
                <a:spcPct val="110000"/>
              </a:lnSpc>
              <a:defRPr/>
            </a:pPr>
            <a:r>
              <a:rPr kumimoji="0" lang="en-US" altLang="ko-KR" sz="1600" b="1" dirty="0">
                <a:solidFill>
                  <a:srgbClr val="040710"/>
                </a:solidFill>
                <a:latin typeface="굴림체" pitchFamily="49" charset="-127"/>
                <a:ea typeface="굴림체" pitchFamily="49" charset="-127"/>
              </a:rPr>
              <a:t>    1-2. </a:t>
            </a:r>
            <a:r>
              <a:rPr kumimoji="0" lang="ko-KR" altLang="en-US" sz="1600" b="1" dirty="0" smtClean="0">
                <a:solidFill>
                  <a:srgbClr val="040710"/>
                </a:solidFill>
                <a:latin typeface="굴림체" pitchFamily="49" charset="-127"/>
                <a:ea typeface="굴림체" pitchFamily="49" charset="-127"/>
              </a:rPr>
              <a:t>원인</a:t>
            </a:r>
            <a:endParaRPr kumimoji="0" lang="en-US" altLang="ko-KR" sz="1600" b="1" dirty="0" smtClean="0">
              <a:solidFill>
                <a:srgbClr val="040710"/>
              </a:solidFill>
              <a:latin typeface="굴림체" pitchFamily="49" charset="-127"/>
              <a:ea typeface="굴림체" pitchFamily="49" charset="-127"/>
            </a:endParaRPr>
          </a:p>
          <a:p>
            <a:pPr marL="457200" indent="-457200" eaLnBrk="0" latinLnBrk="0" hangingPunct="0">
              <a:lnSpc>
                <a:spcPct val="110000"/>
              </a:lnSpc>
              <a:defRPr/>
            </a:pPr>
            <a:r>
              <a:rPr kumimoji="0" lang="en-US" altLang="ko-KR" sz="1600" b="1" dirty="0">
                <a:solidFill>
                  <a:srgbClr val="040710"/>
                </a:solidFill>
                <a:latin typeface="굴림체" pitchFamily="49" charset="-127"/>
                <a:ea typeface="굴림체" pitchFamily="49" charset="-127"/>
              </a:rPr>
              <a:t> </a:t>
            </a:r>
            <a:r>
              <a:rPr kumimoji="0" lang="en-US" altLang="ko-KR" sz="1600" b="1" dirty="0" smtClean="0">
                <a:solidFill>
                  <a:srgbClr val="040710"/>
                </a:solidFill>
                <a:latin typeface="굴림체" pitchFamily="49" charset="-127"/>
                <a:ea typeface="굴림체" pitchFamily="49" charset="-127"/>
              </a:rPr>
              <a:t>   1-3. </a:t>
            </a:r>
            <a:r>
              <a:rPr kumimoji="0" lang="ko-KR" altLang="en-US" sz="1600" b="1" dirty="0" smtClean="0">
                <a:solidFill>
                  <a:srgbClr val="040710"/>
                </a:solidFill>
                <a:latin typeface="굴림체" pitchFamily="49" charset="-127"/>
                <a:ea typeface="굴림체" pitchFamily="49" charset="-127"/>
              </a:rPr>
              <a:t>대책</a:t>
            </a:r>
            <a:endParaRPr kumimoji="0" lang="en-US" altLang="ko-KR" sz="1600" b="1" dirty="0">
              <a:solidFill>
                <a:srgbClr val="040710"/>
              </a:solidFill>
              <a:latin typeface="굴림체" pitchFamily="49" charset="-127"/>
              <a:ea typeface="굴림체" pitchFamily="49" charset="-127"/>
            </a:endParaRPr>
          </a:p>
          <a:p>
            <a:pPr marL="457200" indent="-457200" eaLnBrk="0" latinLnBrk="0" hangingPunct="0">
              <a:lnSpc>
                <a:spcPct val="110000"/>
              </a:lnSpc>
              <a:defRPr/>
            </a:pPr>
            <a:r>
              <a:rPr kumimoji="0" lang="en-US" altLang="ko-KR" sz="1600" b="1" dirty="0">
                <a:solidFill>
                  <a:srgbClr val="040710"/>
                </a:solidFill>
                <a:latin typeface="굴림체" pitchFamily="49" charset="-127"/>
                <a:ea typeface="굴림체" pitchFamily="49" charset="-127"/>
              </a:rPr>
              <a:t>    </a:t>
            </a:r>
          </a:p>
          <a:p>
            <a:pPr marL="457200" indent="-457200" eaLnBrk="0" latinLnBrk="0" hangingPunct="0">
              <a:lnSpc>
                <a:spcPct val="110000"/>
              </a:lnSpc>
              <a:defRPr/>
            </a:pPr>
            <a:r>
              <a:rPr kumimoji="0" lang="en-US" altLang="ko-KR" sz="1600" b="1" dirty="0">
                <a:solidFill>
                  <a:srgbClr val="040710"/>
                </a:solidFill>
                <a:latin typeface="굴림체" pitchFamily="49" charset="-127"/>
                <a:ea typeface="굴림체" pitchFamily="49" charset="-127"/>
              </a:rPr>
              <a:t>2. </a:t>
            </a:r>
            <a:r>
              <a:rPr kumimoji="0" lang="ko-KR" altLang="en-US" sz="1600" b="1" dirty="0" err="1" smtClean="0">
                <a:solidFill>
                  <a:srgbClr val="040710"/>
                </a:solidFill>
                <a:latin typeface="굴림체" pitchFamily="49" charset="-127"/>
                <a:ea typeface="굴림체" pitchFamily="49" charset="-127"/>
              </a:rPr>
              <a:t>개선품</a:t>
            </a:r>
            <a:r>
              <a:rPr kumimoji="0" lang="ko-KR" altLang="en-US" sz="1600" b="1" dirty="0" smtClean="0">
                <a:solidFill>
                  <a:srgbClr val="040710"/>
                </a:solidFill>
                <a:latin typeface="굴림체" pitchFamily="49" charset="-127"/>
                <a:ea typeface="굴림체" pitchFamily="49" charset="-127"/>
              </a:rPr>
              <a:t> 적용 일정</a:t>
            </a:r>
            <a:endParaRPr kumimoji="0" lang="en-US" altLang="ko-KR" sz="1600" b="1" dirty="0">
              <a:solidFill>
                <a:srgbClr val="040710"/>
              </a:solidFill>
              <a:latin typeface="굴림체" pitchFamily="49" charset="-127"/>
              <a:ea typeface="굴림체" pitchFamily="49" charset="-127"/>
            </a:endParaRPr>
          </a:p>
          <a:p>
            <a:pPr marL="457200" indent="-457200" eaLnBrk="0" latinLnBrk="0" hangingPunct="0">
              <a:lnSpc>
                <a:spcPct val="110000"/>
              </a:lnSpc>
              <a:defRPr/>
            </a:pPr>
            <a:r>
              <a:rPr kumimoji="0" lang="en-US" altLang="ko-KR" sz="1600" b="1" dirty="0">
                <a:solidFill>
                  <a:srgbClr val="040710"/>
                </a:solidFill>
                <a:latin typeface="굴림체" pitchFamily="49" charset="-127"/>
                <a:ea typeface="굴림체" pitchFamily="49" charset="-127"/>
              </a:rPr>
              <a:t>    2-1. </a:t>
            </a:r>
            <a:r>
              <a:rPr kumimoji="0" lang="en-US" altLang="ko-KR" sz="1600" b="1" dirty="0" smtClean="0">
                <a:solidFill>
                  <a:srgbClr val="040710"/>
                </a:solidFill>
                <a:latin typeface="굴림체" pitchFamily="49" charset="-127"/>
                <a:ea typeface="굴림체" pitchFamily="49" charset="-127"/>
              </a:rPr>
              <a:t>SAMPLE </a:t>
            </a:r>
            <a:r>
              <a:rPr kumimoji="0" lang="ko-KR" altLang="en-US" sz="1600" b="1" dirty="0" smtClean="0">
                <a:solidFill>
                  <a:srgbClr val="040710"/>
                </a:solidFill>
                <a:latin typeface="굴림체" pitchFamily="49" charset="-127"/>
                <a:ea typeface="굴림체" pitchFamily="49" charset="-127"/>
              </a:rPr>
              <a:t>제작 일정</a:t>
            </a:r>
            <a:r>
              <a:rPr kumimoji="0" lang="en-US" altLang="ko-KR" sz="1600" b="1" dirty="0" smtClean="0">
                <a:solidFill>
                  <a:srgbClr val="040710"/>
                </a:solidFill>
                <a:latin typeface="굴림체" pitchFamily="49" charset="-127"/>
                <a:ea typeface="굴림체" pitchFamily="49" charset="-127"/>
              </a:rPr>
              <a:t>(</a:t>
            </a:r>
            <a:r>
              <a:rPr kumimoji="0" lang="ko-KR" altLang="en-US" sz="1600" b="1" dirty="0" smtClean="0">
                <a:solidFill>
                  <a:srgbClr val="040710"/>
                </a:solidFill>
                <a:latin typeface="굴림체" pitchFamily="49" charset="-127"/>
                <a:ea typeface="굴림체" pitchFamily="49" charset="-127"/>
              </a:rPr>
              <a:t>제작사</a:t>
            </a:r>
            <a:r>
              <a:rPr kumimoji="0" lang="en-US" altLang="ko-KR" sz="1600" b="1" dirty="0" smtClean="0">
                <a:solidFill>
                  <a:srgbClr val="040710"/>
                </a:solidFill>
                <a:latin typeface="굴림체" pitchFamily="49" charset="-127"/>
                <a:ea typeface="굴림체" pitchFamily="49" charset="-127"/>
              </a:rPr>
              <a:t>)</a:t>
            </a:r>
          </a:p>
          <a:p>
            <a:pPr marL="457200" indent="-457200" eaLnBrk="0" latinLnBrk="0" hangingPunct="0">
              <a:lnSpc>
                <a:spcPct val="110000"/>
              </a:lnSpc>
              <a:defRPr/>
            </a:pPr>
            <a:r>
              <a:rPr kumimoji="0" lang="en-US" altLang="ko-KR" sz="1600" b="1" dirty="0">
                <a:solidFill>
                  <a:srgbClr val="040710"/>
                </a:solidFill>
                <a:latin typeface="굴림체" pitchFamily="49" charset="-127"/>
                <a:ea typeface="굴림체" pitchFamily="49" charset="-127"/>
              </a:rPr>
              <a:t> </a:t>
            </a:r>
            <a:r>
              <a:rPr kumimoji="0" lang="en-US" altLang="ko-KR" sz="1600" b="1" dirty="0" smtClean="0">
                <a:solidFill>
                  <a:srgbClr val="040710"/>
                </a:solidFill>
                <a:latin typeface="굴림체" pitchFamily="49" charset="-127"/>
                <a:ea typeface="굴림체" pitchFamily="49" charset="-127"/>
              </a:rPr>
              <a:t>   2-2. </a:t>
            </a:r>
            <a:r>
              <a:rPr kumimoji="0" lang="ko-KR" altLang="en-US" sz="1600" b="1" dirty="0" err="1" smtClean="0">
                <a:solidFill>
                  <a:srgbClr val="040710"/>
                </a:solidFill>
                <a:latin typeface="굴림체" pitchFamily="49" charset="-127"/>
                <a:ea typeface="굴림체" pitchFamily="49" charset="-127"/>
              </a:rPr>
              <a:t>개선품</a:t>
            </a:r>
            <a:r>
              <a:rPr kumimoji="0" lang="ko-KR" altLang="en-US" sz="1600" b="1" dirty="0" smtClean="0">
                <a:solidFill>
                  <a:srgbClr val="040710"/>
                </a:solidFill>
                <a:latin typeface="굴림체" pitchFamily="49" charset="-127"/>
                <a:ea typeface="굴림체" pitchFamily="49" charset="-127"/>
              </a:rPr>
              <a:t> 적용 일정</a:t>
            </a:r>
            <a:endParaRPr kumimoji="0" lang="en-US" altLang="ko-KR" sz="1600" b="1" dirty="0">
              <a:solidFill>
                <a:srgbClr val="040710"/>
              </a:solidFill>
              <a:latin typeface="굴림체" pitchFamily="49" charset="-127"/>
              <a:ea typeface="굴림체" pitchFamily="49" charset="-127"/>
            </a:endParaRPr>
          </a:p>
          <a:p>
            <a:pPr marL="457200" indent="-457200" eaLnBrk="0" latinLnBrk="0" hangingPunct="0">
              <a:lnSpc>
                <a:spcPct val="110000"/>
              </a:lnSpc>
              <a:defRPr/>
            </a:pPr>
            <a:r>
              <a:rPr kumimoji="0" lang="en-US" altLang="ko-KR" sz="1600" b="1" dirty="0">
                <a:solidFill>
                  <a:srgbClr val="040710"/>
                </a:solidFill>
                <a:latin typeface="굴림체" pitchFamily="49" charset="-127"/>
                <a:ea typeface="굴림체" pitchFamily="49" charset="-127"/>
              </a:rPr>
              <a:t>    </a:t>
            </a:r>
          </a:p>
          <a:p>
            <a:pPr marL="381000" indent="-381000" eaLnBrk="0" latinLnBrk="0" hangingPunct="0">
              <a:lnSpc>
                <a:spcPct val="110000"/>
              </a:lnSpc>
              <a:defRPr/>
            </a:pPr>
            <a:endParaRPr kumimoji="0" lang="en-US" altLang="ko-KR" sz="2400" b="1" dirty="0">
              <a:solidFill>
                <a:srgbClr val="040710"/>
              </a:solidFill>
              <a:latin typeface="굴림체" pitchFamily="49" charset="-127"/>
              <a:ea typeface="굴림체" pitchFamily="49" charset="-127"/>
            </a:endParaRPr>
          </a:p>
          <a:p>
            <a:pPr marL="381000" indent="-381000" eaLnBrk="0" latinLnBrk="0" hangingPunct="0">
              <a:lnSpc>
                <a:spcPct val="110000"/>
              </a:lnSpc>
              <a:defRPr/>
            </a:pPr>
            <a:endParaRPr kumimoji="0" lang="en-US" altLang="ko-KR" sz="2400" b="1" dirty="0">
              <a:solidFill>
                <a:srgbClr val="040710"/>
              </a:solidFill>
              <a:latin typeface="굴림체" pitchFamily="49" charset="-127"/>
              <a:ea typeface="굴림체" pitchFamily="49" charset="-127"/>
            </a:endParaRPr>
          </a:p>
          <a:p>
            <a:pPr marL="381000" indent="-381000" eaLnBrk="0" latinLnBrk="0" hangingPunct="0">
              <a:lnSpc>
                <a:spcPct val="110000"/>
              </a:lnSpc>
              <a:defRPr/>
            </a:pPr>
            <a:endParaRPr kumimoji="0" lang="en-US" altLang="ko-KR" sz="2400" b="1" dirty="0">
              <a:solidFill>
                <a:srgbClr val="040710"/>
              </a:solidFill>
              <a:latin typeface="굴림체" pitchFamily="49" charset="-127"/>
              <a:ea typeface="굴림체" pitchFamily="49" charset="-127"/>
            </a:endParaRPr>
          </a:p>
          <a:p>
            <a:pPr marL="381000" indent="-381000" eaLnBrk="0" latinLnBrk="0" hangingPunct="0">
              <a:lnSpc>
                <a:spcPct val="110000"/>
              </a:lnSpc>
              <a:defRPr/>
            </a:pPr>
            <a:endParaRPr kumimoji="0" lang="en-US" altLang="ko-KR" sz="2400" b="1" dirty="0">
              <a:solidFill>
                <a:srgbClr val="040710"/>
              </a:solidFill>
              <a:latin typeface="굴림체" pitchFamily="49" charset="-127"/>
              <a:ea typeface="굴림체" pitchFamily="49" charset="-127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141288" y="44450"/>
            <a:ext cx="6015037" cy="576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marL="457200" indent="-457200" eaLnBrk="0" latinLnBrk="0" hangingPunct="0">
              <a:lnSpc>
                <a:spcPct val="110000"/>
              </a:lnSpc>
            </a:pPr>
            <a:r>
              <a:rPr kumimoji="0" lang="ko-KR" altLang="en-US" sz="2000" b="1" dirty="0">
                <a:solidFill>
                  <a:srgbClr val="040710"/>
                </a:solidFill>
                <a:latin typeface="굴림체" pitchFamily="49" charset="-127"/>
                <a:ea typeface="굴림체" pitchFamily="49" charset="-127"/>
              </a:rPr>
              <a:t>목 차</a:t>
            </a:r>
            <a:endParaRPr kumimoji="0" lang="en-US" altLang="ko-KR" sz="2000" b="1" dirty="0">
              <a:solidFill>
                <a:srgbClr val="040710"/>
              </a:solidFill>
              <a:latin typeface="굴림체" pitchFamily="49" charset="-127"/>
              <a:ea typeface="굴림체" pitchFamily="49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88810" name="Group 42"/>
          <p:cNvGraphicFramePr>
            <a:graphicFrameLocks noGrp="1"/>
          </p:cNvGraphicFramePr>
          <p:nvPr/>
        </p:nvGraphicFramePr>
        <p:xfrm>
          <a:off x="827088" y="3289300"/>
          <a:ext cx="7849368" cy="3124200"/>
        </p:xfrm>
        <a:graphic>
          <a:graphicData uri="http://schemas.openxmlformats.org/drawingml/2006/table">
            <a:tbl>
              <a:tblPr/>
              <a:tblGrid>
                <a:gridCol w="4104952"/>
                <a:gridCol w="3744416"/>
              </a:tblGrid>
              <a:tr h="2873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BEFORE</a:t>
                      </a:r>
                      <a:endParaRPr kumimoji="1" lang="ko-KR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1" dirty="0" smtClean="0">
                          <a:latin typeface="+mj-lt"/>
                        </a:rPr>
                        <a:t>AFTER</a:t>
                      </a:r>
                      <a:endParaRPr lang="ko-KR" altLang="en-US" sz="1400" b="1" dirty="0">
                        <a:latin typeface="+mj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</a:tr>
              <a:tr h="278722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lang="ko-KR" altLang="en-US" sz="11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             </a:t>
                      </a: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               </a:t>
                      </a: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                                                  &lt;FIG-1&gt;                           </a:t>
                      </a:r>
                      <a:endParaRPr kumimoji="1" lang="ko-KR" altLang="en-US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lang="en-US" altLang="ko-KR" sz="11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lang="en-US" altLang="ko-KR" sz="11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lang="en-US" altLang="ko-KR" sz="11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lang="en-US" altLang="ko-KR" sz="11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lang="en-US" altLang="ko-KR" sz="11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lang="en-US" altLang="ko-KR" sz="11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lang="en-US" altLang="ko-KR" sz="11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lang="en-US" altLang="ko-KR" sz="11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lang="en-US" altLang="ko-KR" sz="11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lang="en-US" altLang="ko-KR" sz="11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lang="en-US" altLang="ko-KR" sz="11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lang="en-US" altLang="ko-KR" sz="11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lang="en-US" altLang="ko-KR" sz="11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                                     &lt;FIG-2&gt;           </a:t>
                      </a:r>
                      <a:endParaRPr kumimoji="1" lang="ko-KR" altLang="en-US" sz="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4109" name="Rectangle 2"/>
          <p:cNvSpPr>
            <a:spLocks noChangeArrowheads="1"/>
          </p:cNvSpPr>
          <p:nvPr/>
        </p:nvSpPr>
        <p:spPr bwMode="auto">
          <a:xfrm>
            <a:off x="141288" y="44450"/>
            <a:ext cx="6951662" cy="576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marL="457200" indent="-457200" eaLnBrk="0" latinLnBrk="0" hangingPunct="0">
              <a:lnSpc>
                <a:spcPct val="110000"/>
              </a:lnSpc>
            </a:pPr>
            <a:r>
              <a:rPr kumimoji="0" lang="en-US" altLang="ko-KR" sz="2000" b="1" dirty="0">
                <a:solidFill>
                  <a:srgbClr val="040710"/>
                </a:solidFill>
                <a:latin typeface="굴림체" pitchFamily="49" charset="-127"/>
                <a:ea typeface="굴림체" pitchFamily="49" charset="-127"/>
              </a:rPr>
              <a:t>1. </a:t>
            </a:r>
            <a:r>
              <a:rPr kumimoji="0" lang="en-US" altLang="ko-KR" sz="2000" b="1" dirty="0" smtClean="0">
                <a:solidFill>
                  <a:srgbClr val="040710"/>
                </a:solidFill>
                <a:latin typeface="굴림체" pitchFamily="49" charset="-127"/>
                <a:ea typeface="굴림체" pitchFamily="49" charset="-127"/>
              </a:rPr>
              <a:t>GOOSENECK</a:t>
            </a:r>
            <a:r>
              <a:rPr kumimoji="0" lang="ko-KR" altLang="en-US" sz="2000" b="1" dirty="0" smtClean="0">
                <a:solidFill>
                  <a:srgbClr val="040710"/>
                </a:solidFill>
                <a:latin typeface="굴림체" pitchFamily="49" charset="-127"/>
                <a:ea typeface="굴림체" pitchFamily="49" charset="-127"/>
              </a:rPr>
              <a:t> </a:t>
            </a:r>
            <a:r>
              <a:rPr kumimoji="0" lang="en-US" altLang="ko-KR" sz="2000" b="1" dirty="0" smtClean="0">
                <a:solidFill>
                  <a:srgbClr val="040710"/>
                </a:solidFill>
                <a:latin typeface="굴림체" pitchFamily="49" charset="-127"/>
                <a:ea typeface="굴림체" pitchFamily="49" charset="-127"/>
              </a:rPr>
              <a:t>MIC. </a:t>
            </a:r>
            <a:r>
              <a:rPr kumimoji="0" lang="ko-KR" altLang="en-US" sz="2000" b="1" dirty="0" smtClean="0">
                <a:solidFill>
                  <a:srgbClr val="040710"/>
                </a:solidFill>
                <a:latin typeface="굴림체" pitchFamily="49" charset="-127"/>
                <a:ea typeface="굴림체" pitchFamily="49" charset="-127"/>
              </a:rPr>
              <a:t>고정 방법 개선안</a:t>
            </a:r>
            <a:endParaRPr kumimoji="0" lang="en-US" altLang="ko-KR" sz="1600" b="1" dirty="0">
              <a:solidFill>
                <a:srgbClr val="040710"/>
              </a:solidFill>
              <a:latin typeface="굴림체" pitchFamily="49" charset="-127"/>
              <a:ea typeface="굴림체" pitchFamily="49" charset="-127"/>
            </a:endParaRPr>
          </a:p>
        </p:txBody>
      </p:sp>
      <p:sp>
        <p:nvSpPr>
          <p:cNvPr id="4110" name="Rectangle 3"/>
          <p:cNvSpPr>
            <a:spLocks noChangeArrowheads="1"/>
          </p:cNvSpPr>
          <p:nvPr/>
        </p:nvSpPr>
        <p:spPr bwMode="auto">
          <a:xfrm>
            <a:off x="467544" y="881020"/>
            <a:ext cx="8424936" cy="2169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marL="228600" indent="-228600"/>
            <a:r>
              <a:rPr lang="en-US" altLang="ko-KR" sz="1400" b="1" dirty="0" smtClean="0">
                <a:solidFill>
                  <a:srgbClr val="040710"/>
                </a:solidFill>
                <a:latin typeface="굴림체" pitchFamily="49" charset="-127"/>
                <a:ea typeface="굴림체" pitchFamily="49" charset="-127"/>
                <a:cs typeface="Times New Roman" pitchFamily="18" charset="0"/>
              </a:rPr>
              <a:t>1-1 </a:t>
            </a:r>
            <a:r>
              <a:rPr lang="ko-KR" altLang="en-US" sz="1400" b="1" dirty="0">
                <a:solidFill>
                  <a:srgbClr val="040710"/>
                </a:solidFill>
                <a:latin typeface="굴림체" pitchFamily="49" charset="-127"/>
                <a:ea typeface="굴림체" pitchFamily="49" charset="-127"/>
                <a:cs typeface="Times New Roman" pitchFamily="18" charset="0"/>
              </a:rPr>
              <a:t>현상</a:t>
            </a:r>
            <a:endParaRPr lang="en-US" altLang="ko-KR" sz="1400" b="1" dirty="0">
              <a:solidFill>
                <a:srgbClr val="040710"/>
              </a:solidFill>
              <a:latin typeface="굴림체" pitchFamily="49" charset="-127"/>
              <a:ea typeface="굴림체" pitchFamily="49" charset="-127"/>
              <a:cs typeface="Times New Roman" pitchFamily="18" charset="0"/>
            </a:endParaRPr>
          </a:p>
          <a:p>
            <a:pPr marL="228600" indent="-228600"/>
            <a:r>
              <a:rPr lang="en-US" altLang="ko-KR" sz="1100" b="1" dirty="0">
                <a:solidFill>
                  <a:srgbClr val="040710"/>
                </a:solidFill>
                <a:latin typeface="굴림체" pitchFamily="49" charset="-127"/>
                <a:ea typeface="굴림체" pitchFamily="49" charset="-127"/>
                <a:cs typeface="Times New Roman" pitchFamily="18" charset="0"/>
              </a:rPr>
              <a:t>    </a:t>
            </a:r>
            <a:r>
              <a:rPr lang="en-US" altLang="ko-KR" sz="1100" b="1" dirty="0" smtClean="0">
                <a:solidFill>
                  <a:srgbClr val="040710"/>
                </a:solidFill>
                <a:latin typeface="굴림체" pitchFamily="49" charset="-127"/>
                <a:ea typeface="굴림체" pitchFamily="49" charset="-127"/>
                <a:cs typeface="Times New Roman" pitchFamily="18" charset="0"/>
              </a:rPr>
              <a:t>1) GOOSENECK MIC.</a:t>
            </a:r>
            <a:r>
              <a:rPr lang="ko-KR" altLang="en-US" sz="1100" b="1" dirty="0">
                <a:solidFill>
                  <a:srgbClr val="040710"/>
                </a:solidFill>
                <a:latin typeface="굴림체" pitchFamily="49" charset="-127"/>
                <a:ea typeface="굴림체" pitchFamily="49" charset="-127"/>
                <a:cs typeface="Times New Roman" pitchFamily="18" charset="0"/>
              </a:rPr>
              <a:t>를 </a:t>
            </a:r>
            <a:r>
              <a:rPr lang="ko-KR" altLang="en-US" sz="1100" b="1" dirty="0" smtClean="0">
                <a:solidFill>
                  <a:srgbClr val="040710"/>
                </a:solidFill>
                <a:latin typeface="굴림체" pitchFamily="49" charset="-127"/>
                <a:ea typeface="굴림체" pitchFamily="49" charset="-127"/>
                <a:cs typeface="Times New Roman" pitchFamily="18" charset="0"/>
              </a:rPr>
              <a:t>체결 후 </a:t>
            </a:r>
            <a:r>
              <a:rPr lang="en-US" altLang="ko-KR" sz="1100" b="1" dirty="0" smtClean="0">
                <a:solidFill>
                  <a:srgbClr val="040710"/>
                </a:solidFill>
                <a:latin typeface="굴림체" pitchFamily="49" charset="-127"/>
                <a:ea typeface="굴림체" pitchFamily="49" charset="-127"/>
                <a:cs typeface="Times New Roman" pitchFamily="18" charset="0"/>
              </a:rPr>
              <a:t>MIC</a:t>
            </a:r>
            <a:r>
              <a:rPr lang="ko-KR" altLang="en-US" sz="1100" b="1" dirty="0" smtClean="0">
                <a:solidFill>
                  <a:srgbClr val="040710"/>
                </a:solidFill>
                <a:latin typeface="굴림체" pitchFamily="49" charset="-127"/>
                <a:ea typeface="굴림체" pitchFamily="49" charset="-127"/>
                <a:cs typeface="Times New Roman" pitchFamily="18" charset="0"/>
              </a:rPr>
              <a:t>를 계속 흔들면  </a:t>
            </a:r>
            <a:r>
              <a:rPr lang="en-US" altLang="ko-KR" sz="1100" b="1" dirty="0" smtClean="0">
                <a:solidFill>
                  <a:srgbClr val="040710"/>
                </a:solidFill>
                <a:latin typeface="굴림체" pitchFamily="49" charset="-127"/>
                <a:ea typeface="굴림체" pitchFamily="49" charset="-127"/>
                <a:cs typeface="Times New Roman" pitchFamily="18" charset="0"/>
              </a:rPr>
              <a:t>LOCK NUT </a:t>
            </a:r>
            <a:r>
              <a:rPr lang="ko-KR" altLang="en-US" sz="1100" b="1" dirty="0" smtClean="0">
                <a:solidFill>
                  <a:srgbClr val="040710"/>
                </a:solidFill>
                <a:latin typeface="굴림체" pitchFamily="49" charset="-127"/>
                <a:ea typeface="굴림체" pitchFamily="49" charset="-127"/>
                <a:cs typeface="Times New Roman" pitchFamily="18" charset="0"/>
              </a:rPr>
              <a:t>풀림에 의하여 </a:t>
            </a:r>
            <a:r>
              <a:rPr lang="en-US" altLang="ko-KR" sz="1100" b="1" dirty="0" smtClean="0">
                <a:solidFill>
                  <a:srgbClr val="040710"/>
                </a:solidFill>
                <a:latin typeface="굴림체" pitchFamily="49" charset="-127"/>
                <a:ea typeface="굴림체" pitchFamily="49" charset="-127"/>
                <a:cs typeface="Times New Roman" pitchFamily="18" charset="0"/>
              </a:rPr>
              <a:t>MIC. </a:t>
            </a:r>
            <a:r>
              <a:rPr lang="ko-KR" altLang="en-US" sz="1100" b="1" dirty="0">
                <a:solidFill>
                  <a:srgbClr val="040710"/>
                </a:solidFill>
                <a:latin typeface="굴림체" pitchFamily="49" charset="-127"/>
                <a:ea typeface="굴림체" pitchFamily="49" charset="-127"/>
                <a:cs typeface="Times New Roman" pitchFamily="18" charset="0"/>
              </a:rPr>
              <a:t>가 </a:t>
            </a:r>
            <a:r>
              <a:rPr lang="ko-KR" altLang="en-US" sz="1100" b="1" dirty="0" smtClean="0">
                <a:solidFill>
                  <a:srgbClr val="040710"/>
                </a:solidFill>
                <a:latin typeface="굴림체" pitchFamily="49" charset="-127"/>
                <a:ea typeface="굴림체" pitchFamily="49" charset="-127"/>
                <a:cs typeface="Times New Roman" pitchFamily="18" charset="0"/>
              </a:rPr>
              <a:t>흔들림</a:t>
            </a:r>
            <a:r>
              <a:rPr lang="en-US" altLang="ko-KR" sz="1100" b="1" dirty="0" smtClean="0">
                <a:solidFill>
                  <a:srgbClr val="040710"/>
                </a:solidFill>
                <a:latin typeface="굴림체" pitchFamily="49" charset="-127"/>
                <a:ea typeface="굴림체" pitchFamily="49" charset="-127"/>
                <a:cs typeface="Times New Roman" pitchFamily="18" charset="0"/>
              </a:rPr>
              <a:t>.</a:t>
            </a:r>
            <a:endParaRPr lang="en-US" altLang="ko-KR" sz="1100" b="1" dirty="0">
              <a:solidFill>
                <a:srgbClr val="040710"/>
              </a:solidFill>
              <a:latin typeface="굴림체" pitchFamily="49" charset="-127"/>
              <a:ea typeface="굴림체" pitchFamily="49" charset="-127"/>
              <a:cs typeface="Times New Roman" pitchFamily="18" charset="0"/>
            </a:endParaRPr>
          </a:p>
          <a:p>
            <a:pPr marL="228600" indent="-228600"/>
            <a:r>
              <a:rPr lang="en-US" altLang="ko-KR" sz="1400" b="1" dirty="0" smtClean="0">
                <a:solidFill>
                  <a:srgbClr val="040710"/>
                </a:solidFill>
                <a:latin typeface="굴림체" pitchFamily="49" charset="-127"/>
                <a:ea typeface="굴림체" pitchFamily="49" charset="-127"/>
                <a:cs typeface="Times New Roman" pitchFamily="18" charset="0"/>
              </a:rPr>
              <a:t>1-2 </a:t>
            </a:r>
            <a:r>
              <a:rPr lang="ko-KR" altLang="en-US" sz="1400" b="1" dirty="0">
                <a:solidFill>
                  <a:srgbClr val="040710"/>
                </a:solidFill>
                <a:latin typeface="굴림체" pitchFamily="49" charset="-127"/>
                <a:ea typeface="굴림체" pitchFamily="49" charset="-127"/>
                <a:cs typeface="Times New Roman" pitchFamily="18" charset="0"/>
              </a:rPr>
              <a:t>원인</a:t>
            </a:r>
            <a:endParaRPr lang="en-US" altLang="ko-KR" sz="1400" b="1" dirty="0">
              <a:solidFill>
                <a:srgbClr val="040710"/>
              </a:solidFill>
              <a:latin typeface="굴림체" pitchFamily="49" charset="-127"/>
              <a:ea typeface="굴림체" pitchFamily="49" charset="-127"/>
              <a:cs typeface="Times New Roman" pitchFamily="18" charset="0"/>
            </a:endParaRPr>
          </a:p>
          <a:p>
            <a:pPr marL="228600" indent="-228600" eaLnBrk="0" hangingPunct="0">
              <a:spcBef>
                <a:spcPct val="20000"/>
              </a:spcBef>
              <a:buClr>
                <a:schemeClr val="hlink"/>
              </a:buClr>
            </a:pPr>
            <a:r>
              <a:rPr lang="en-US" altLang="ko-KR" sz="1100" b="1" dirty="0">
                <a:solidFill>
                  <a:srgbClr val="040710"/>
                </a:solidFill>
                <a:latin typeface="굴림체" pitchFamily="49" charset="-127"/>
                <a:ea typeface="굴림체" pitchFamily="49" charset="-127"/>
                <a:cs typeface="Times New Roman" pitchFamily="18" charset="0"/>
              </a:rPr>
              <a:t> </a:t>
            </a:r>
            <a:r>
              <a:rPr lang="en-US" altLang="ko-KR" sz="1100" b="1" dirty="0" smtClean="0">
                <a:solidFill>
                  <a:srgbClr val="040710"/>
                </a:solidFill>
                <a:latin typeface="굴림체" pitchFamily="49" charset="-127"/>
                <a:ea typeface="굴림체" pitchFamily="49" charset="-127"/>
                <a:cs typeface="Times New Roman" pitchFamily="18" charset="0"/>
              </a:rPr>
              <a:t>  -. </a:t>
            </a:r>
            <a:r>
              <a:rPr lang="en-US" altLang="ko-KR" sz="1100" b="1" dirty="0">
                <a:solidFill>
                  <a:srgbClr val="040710"/>
                </a:solidFill>
                <a:latin typeface="굴림체" pitchFamily="49" charset="-127"/>
                <a:ea typeface="굴림체" pitchFamily="49" charset="-127"/>
                <a:cs typeface="Times New Roman" pitchFamily="18" charset="0"/>
              </a:rPr>
              <a:t>GOOSENECK MIC</a:t>
            </a:r>
            <a:r>
              <a:rPr lang="en-US" altLang="ko-KR" sz="1100" b="1" dirty="0" smtClean="0">
                <a:solidFill>
                  <a:srgbClr val="040710"/>
                </a:solidFill>
                <a:latin typeface="굴림체" pitchFamily="49" charset="-127"/>
                <a:ea typeface="굴림체" pitchFamily="49" charset="-127"/>
                <a:cs typeface="Times New Roman" pitchFamily="18" charset="0"/>
              </a:rPr>
              <a:t>.</a:t>
            </a:r>
            <a:r>
              <a:rPr lang="ko-KR" altLang="en-US" sz="1100" b="1" dirty="0" smtClean="0">
                <a:solidFill>
                  <a:srgbClr val="040710"/>
                </a:solidFill>
                <a:latin typeface="굴림체" pitchFamily="49" charset="-127"/>
                <a:ea typeface="굴림체" pitchFamily="49" charset="-127"/>
                <a:cs typeface="Times New Roman" pitchFamily="18" charset="0"/>
              </a:rPr>
              <a:t>의</a:t>
            </a:r>
            <a:r>
              <a:rPr lang="en-US" altLang="ko-KR" sz="1100" b="1" dirty="0" smtClean="0">
                <a:solidFill>
                  <a:srgbClr val="040710"/>
                </a:solidFill>
                <a:latin typeface="굴림체" pitchFamily="49" charset="-127"/>
                <a:ea typeface="굴림체" pitchFamily="49" charset="-127"/>
                <a:cs typeface="Times New Roman" pitchFamily="18" charset="0"/>
              </a:rPr>
              <a:t> </a:t>
            </a:r>
            <a:r>
              <a:rPr lang="ko-KR" altLang="en-US" sz="1100" b="1" dirty="0" smtClean="0">
                <a:solidFill>
                  <a:srgbClr val="040710"/>
                </a:solidFill>
                <a:latin typeface="굴림체" pitchFamily="49" charset="-127"/>
                <a:ea typeface="굴림체" pitchFamily="49" charset="-127"/>
                <a:cs typeface="Times New Roman" pitchFamily="18" charset="0"/>
              </a:rPr>
              <a:t>자중</a:t>
            </a:r>
            <a:r>
              <a:rPr lang="en-US" altLang="ko-KR" sz="1100" b="1" dirty="0" smtClean="0">
                <a:solidFill>
                  <a:srgbClr val="040710"/>
                </a:solidFill>
                <a:latin typeface="굴림체" pitchFamily="49" charset="-127"/>
                <a:ea typeface="굴림체" pitchFamily="49" charset="-127"/>
                <a:cs typeface="Times New Roman" pitchFamily="18" charset="0"/>
              </a:rPr>
              <a:t>(0.5kg) </a:t>
            </a:r>
            <a:r>
              <a:rPr lang="ko-KR" altLang="en-US" sz="1100" b="1" dirty="0" smtClean="0">
                <a:solidFill>
                  <a:srgbClr val="040710"/>
                </a:solidFill>
                <a:latin typeface="굴림체" pitchFamily="49" charset="-127"/>
                <a:ea typeface="굴림체" pitchFamily="49" charset="-127"/>
                <a:cs typeface="Times New Roman" pitchFamily="18" charset="0"/>
              </a:rPr>
              <a:t>및 </a:t>
            </a:r>
            <a:r>
              <a:rPr lang="en-US" altLang="ko-KR" sz="1100" b="1" dirty="0" smtClean="0">
                <a:solidFill>
                  <a:srgbClr val="040710"/>
                </a:solidFill>
                <a:latin typeface="굴림체" pitchFamily="49" charset="-127"/>
                <a:ea typeface="굴림체" pitchFamily="49" charset="-127"/>
                <a:cs typeface="Times New Roman" pitchFamily="18" charset="0"/>
              </a:rPr>
              <a:t>FLEXIBLE PIPE  </a:t>
            </a:r>
            <a:r>
              <a:rPr lang="ko-KR" altLang="en-US" sz="1100" b="1" dirty="0" smtClean="0">
                <a:solidFill>
                  <a:srgbClr val="040710"/>
                </a:solidFill>
                <a:latin typeface="굴림체" pitchFamily="49" charset="-127"/>
                <a:ea typeface="굴림체" pitchFamily="49" charset="-127"/>
                <a:cs typeface="Times New Roman" pitchFamily="18" charset="0"/>
              </a:rPr>
              <a:t>길이</a:t>
            </a:r>
            <a:r>
              <a:rPr lang="en-US" altLang="ko-KR" sz="1100" b="1" dirty="0" smtClean="0">
                <a:solidFill>
                  <a:srgbClr val="040710"/>
                </a:solidFill>
                <a:latin typeface="굴림체" pitchFamily="49" charset="-127"/>
                <a:ea typeface="굴림체" pitchFamily="49" charset="-127"/>
                <a:cs typeface="Times New Roman" pitchFamily="18" charset="0"/>
              </a:rPr>
              <a:t>(L=330mm)</a:t>
            </a:r>
            <a:r>
              <a:rPr lang="ko-KR" altLang="en-US" sz="1100" b="1" dirty="0" smtClean="0">
                <a:solidFill>
                  <a:srgbClr val="040710"/>
                </a:solidFill>
                <a:latin typeface="굴림체" pitchFamily="49" charset="-127"/>
                <a:ea typeface="굴림체" pitchFamily="49" charset="-127"/>
                <a:cs typeface="Times New Roman" pitchFamily="18" charset="0"/>
              </a:rPr>
              <a:t>가 원인이 되어 </a:t>
            </a:r>
            <a:r>
              <a:rPr lang="en-US" altLang="ko-KR" sz="1100" b="1" dirty="0" smtClean="0">
                <a:solidFill>
                  <a:srgbClr val="040710"/>
                </a:solidFill>
                <a:latin typeface="굴림체" pitchFamily="49" charset="-127"/>
                <a:ea typeface="굴림체" pitchFamily="49" charset="-127"/>
                <a:cs typeface="Times New Roman" pitchFamily="18" charset="0"/>
              </a:rPr>
              <a:t>LOCK NUT(a)</a:t>
            </a:r>
            <a:r>
              <a:rPr lang="ko-KR" altLang="en-US" sz="1100" b="1" dirty="0" smtClean="0">
                <a:solidFill>
                  <a:srgbClr val="040710"/>
                </a:solidFill>
                <a:latin typeface="굴림체" pitchFamily="49" charset="-127"/>
                <a:ea typeface="굴림체" pitchFamily="49" charset="-127"/>
                <a:cs typeface="Times New Roman" pitchFamily="18" charset="0"/>
              </a:rPr>
              <a:t>부가 풀림</a:t>
            </a:r>
            <a:r>
              <a:rPr lang="en-US" altLang="ko-KR" sz="1100" b="1" dirty="0" smtClean="0">
                <a:solidFill>
                  <a:srgbClr val="040710"/>
                </a:solidFill>
                <a:latin typeface="굴림체" pitchFamily="49" charset="-127"/>
                <a:ea typeface="굴림체" pitchFamily="49" charset="-127"/>
                <a:cs typeface="Times New Roman" pitchFamily="18" charset="0"/>
              </a:rPr>
              <a:t>.&lt;FIG-1&gt; </a:t>
            </a:r>
          </a:p>
          <a:p>
            <a:pPr marL="228600" indent="-228600" eaLnBrk="0" hangingPunct="0">
              <a:spcBef>
                <a:spcPct val="20000"/>
              </a:spcBef>
              <a:buClr>
                <a:schemeClr val="hlink"/>
              </a:buClr>
            </a:pPr>
            <a:r>
              <a:rPr lang="en-US" altLang="ko-KR" sz="1100" b="1" dirty="0">
                <a:solidFill>
                  <a:srgbClr val="040710"/>
                </a:solidFill>
                <a:latin typeface="굴림체" pitchFamily="49" charset="-127"/>
                <a:ea typeface="굴림체" pitchFamily="49" charset="-127"/>
                <a:cs typeface="Times New Roman" pitchFamily="18" charset="0"/>
              </a:rPr>
              <a:t> </a:t>
            </a:r>
            <a:r>
              <a:rPr lang="en-US" altLang="ko-KR" sz="1100" b="1" dirty="0" smtClean="0">
                <a:solidFill>
                  <a:srgbClr val="040710"/>
                </a:solidFill>
                <a:latin typeface="굴림체" pitchFamily="49" charset="-127"/>
                <a:ea typeface="굴림체" pitchFamily="49" charset="-127"/>
                <a:cs typeface="Times New Roman" pitchFamily="18" charset="0"/>
              </a:rPr>
              <a:t>  -. LOCK NUT(a)</a:t>
            </a:r>
            <a:r>
              <a:rPr lang="ko-KR" altLang="en-US" sz="1100" b="1" dirty="0" smtClean="0">
                <a:solidFill>
                  <a:srgbClr val="040710"/>
                </a:solidFill>
                <a:latin typeface="굴림체" pitchFamily="49" charset="-127"/>
                <a:ea typeface="굴림체" pitchFamily="49" charset="-127"/>
                <a:cs typeface="Times New Roman" pitchFamily="18" charset="0"/>
              </a:rPr>
              <a:t>부가  풀리면서 </a:t>
            </a:r>
            <a:r>
              <a:rPr lang="en-US" altLang="ko-KR" sz="1100" b="1" dirty="0" smtClean="0">
                <a:solidFill>
                  <a:srgbClr val="040710"/>
                </a:solidFill>
                <a:latin typeface="굴림체" pitchFamily="49" charset="-127"/>
                <a:ea typeface="굴림체" pitchFamily="49" charset="-127"/>
                <a:cs typeface="Times New Roman" pitchFamily="18" charset="0"/>
              </a:rPr>
              <a:t>NUT b)</a:t>
            </a:r>
            <a:r>
              <a:rPr lang="ko-KR" altLang="en-US" sz="1100" b="1" dirty="0" smtClean="0">
                <a:solidFill>
                  <a:srgbClr val="040710"/>
                </a:solidFill>
                <a:latin typeface="굴림체" pitchFamily="49" charset="-127"/>
                <a:ea typeface="굴림체" pitchFamily="49" charset="-127"/>
                <a:cs typeface="Times New Roman" pitchFamily="18" charset="0"/>
              </a:rPr>
              <a:t>와 </a:t>
            </a:r>
            <a:r>
              <a:rPr lang="en-US" altLang="ko-KR" sz="1100" b="1" dirty="0" smtClean="0">
                <a:solidFill>
                  <a:srgbClr val="040710"/>
                </a:solidFill>
                <a:latin typeface="굴림체" pitchFamily="49" charset="-127"/>
                <a:ea typeface="굴림체" pitchFamily="49" charset="-127"/>
                <a:cs typeface="Times New Roman" pitchFamily="18" charset="0"/>
              </a:rPr>
              <a:t>SLEEVE NUT c)</a:t>
            </a:r>
            <a:r>
              <a:rPr lang="ko-KR" altLang="en-US" sz="1100" b="1" dirty="0" smtClean="0">
                <a:solidFill>
                  <a:srgbClr val="040710"/>
                </a:solidFill>
                <a:latin typeface="굴림체" pitchFamily="49" charset="-127"/>
                <a:ea typeface="굴림체" pitchFamily="49" charset="-127"/>
                <a:cs typeface="Times New Roman" pitchFamily="18" charset="0"/>
              </a:rPr>
              <a:t>가 동시에 풀리는 현상이 나타남</a:t>
            </a:r>
            <a:r>
              <a:rPr lang="en-US" altLang="ko-KR" sz="1100" b="1" dirty="0" smtClean="0">
                <a:solidFill>
                  <a:srgbClr val="040710"/>
                </a:solidFill>
                <a:latin typeface="굴림체" pitchFamily="49" charset="-127"/>
                <a:ea typeface="굴림체" pitchFamily="49" charset="-127"/>
                <a:cs typeface="Times New Roman" pitchFamily="18" charset="0"/>
              </a:rPr>
              <a:t>.&lt;FIG-1&gt;</a:t>
            </a:r>
          </a:p>
          <a:p>
            <a:pPr marL="228600" indent="-228600" eaLnBrk="0" hangingPunct="0">
              <a:spcBef>
                <a:spcPct val="20000"/>
              </a:spcBef>
              <a:buClr>
                <a:schemeClr val="hlink"/>
              </a:buClr>
            </a:pPr>
            <a:r>
              <a:rPr lang="en-US" altLang="ko-KR" sz="1400" b="1" dirty="0" smtClean="0">
                <a:solidFill>
                  <a:srgbClr val="040710"/>
                </a:solidFill>
                <a:latin typeface="굴림체" pitchFamily="49" charset="-127"/>
                <a:ea typeface="굴림체" pitchFamily="49" charset="-127"/>
                <a:cs typeface="Times New Roman" pitchFamily="18" charset="0"/>
              </a:rPr>
              <a:t>1-3 </a:t>
            </a:r>
            <a:r>
              <a:rPr lang="ko-KR" altLang="en-US" sz="1400" b="1" dirty="0" smtClean="0">
                <a:solidFill>
                  <a:srgbClr val="040710"/>
                </a:solidFill>
                <a:latin typeface="굴림체" pitchFamily="49" charset="-127"/>
                <a:ea typeface="굴림체" pitchFamily="49" charset="-127"/>
                <a:cs typeface="Times New Roman" pitchFamily="18" charset="0"/>
              </a:rPr>
              <a:t>대책</a:t>
            </a:r>
            <a:endParaRPr lang="en-US" altLang="ko-KR" sz="1400" b="1" dirty="0" smtClean="0">
              <a:solidFill>
                <a:srgbClr val="040710"/>
              </a:solidFill>
              <a:latin typeface="굴림체" pitchFamily="49" charset="-127"/>
              <a:ea typeface="굴림체" pitchFamily="49" charset="-127"/>
              <a:cs typeface="Times New Roman" pitchFamily="18" charset="0"/>
            </a:endParaRPr>
          </a:p>
          <a:p>
            <a:pPr marL="228600" indent="-228600" eaLnBrk="0" hangingPunct="0">
              <a:spcBef>
                <a:spcPct val="20000"/>
              </a:spcBef>
              <a:buClr>
                <a:schemeClr val="hlink"/>
              </a:buClr>
            </a:pPr>
            <a:r>
              <a:rPr lang="en-US" altLang="ko-KR" sz="1100" b="1" dirty="0">
                <a:solidFill>
                  <a:srgbClr val="040710"/>
                </a:solidFill>
                <a:latin typeface="굴림체" pitchFamily="49" charset="-127"/>
                <a:ea typeface="굴림체" pitchFamily="49" charset="-127"/>
                <a:cs typeface="Times New Roman" pitchFamily="18" charset="0"/>
              </a:rPr>
              <a:t> </a:t>
            </a:r>
            <a:r>
              <a:rPr lang="en-US" altLang="ko-KR" sz="1100" b="1" dirty="0" smtClean="0">
                <a:solidFill>
                  <a:srgbClr val="040710"/>
                </a:solidFill>
                <a:latin typeface="굴림체" pitchFamily="49" charset="-127"/>
                <a:ea typeface="굴림체" pitchFamily="49" charset="-127"/>
                <a:cs typeface="Times New Roman" pitchFamily="18" charset="0"/>
              </a:rPr>
              <a:t>  -. GOOSENECK MIC.</a:t>
            </a:r>
            <a:r>
              <a:rPr lang="ko-KR" altLang="en-US" sz="1100" b="1" dirty="0" smtClean="0">
                <a:solidFill>
                  <a:srgbClr val="040710"/>
                </a:solidFill>
                <a:latin typeface="굴림체" pitchFamily="49" charset="-127"/>
                <a:ea typeface="굴림체" pitchFamily="49" charset="-127"/>
                <a:cs typeface="Times New Roman" pitchFamily="18" charset="0"/>
              </a:rPr>
              <a:t>를 </a:t>
            </a:r>
            <a:r>
              <a:rPr lang="ko-KR" altLang="en-US" sz="1100" b="1" dirty="0" err="1" smtClean="0">
                <a:solidFill>
                  <a:srgbClr val="040710"/>
                </a:solidFill>
                <a:latin typeface="굴림체" pitchFamily="49" charset="-127"/>
                <a:ea typeface="굴림체" pitchFamily="49" charset="-127"/>
                <a:cs typeface="Times New Roman" pitchFamily="18" charset="0"/>
              </a:rPr>
              <a:t>흔들었을때</a:t>
            </a:r>
            <a:r>
              <a:rPr lang="ko-KR" altLang="en-US" sz="1100" b="1" dirty="0" smtClean="0">
                <a:solidFill>
                  <a:srgbClr val="040710"/>
                </a:solidFill>
                <a:latin typeface="굴림체" pitchFamily="49" charset="-127"/>
                <a:ea typeface="굴림체" pitchFamily="49" charset="-127"/>
                <a:cs typeface="Times New Roman" pitchFamily="18" charset="0"/>
              </a:rPr>
              <a:t> </a:t>
            </a:r>
            <a:r>
              <a:rPr lang="ko-KR" altLang="en-US" sz="1100" b="1" dirty="0" err="1" smtClean="0">
                <a:solidFill>
                  <a:srgbClr val="040710"/>
                </a:solidFill>
                <a:latin typeface="굴림체" pitchFamily="49" charset="-127"/>
                <a:ea typeface="굴림체" pitchFamily="49" charset="-127"/>
                <a:cs typeface="Times New Roman" pitchFamily="18" charset="0"/>
              </a:rPr>
              <a:t>풀리지않게</a:t>
            </a:r>
            <a:r>
              <a:rPr lang="ko-KR" altLang="en-US" sz="1100" b="1" dirty="0" smtClean="0">
                <a:solidFill>
                  <a:srgbClr val="040710"/>
                </a:solidFill>
                <a:latin typeface="굴림체" pitchFamily="49" charset="-127"/>
                <a:ea typeface="굴림체" pitchFamily="49" charset="-127"/>
                <a:cs typeface="Times New Roman" pitchFamily="18" charset="0"/>
              </a:rPr>
              <a:t> </a:t>
            </a:r>
            <a:r>
              <a:rPr lang="en-US" altLang="ko-KR" sz="1100" b="1" dirty="0" smtClean="0">
                <a:solidFill>
                  <a:srgbClr val="040710"/>
                </a:solidFill>
                <a:latin typeface="굴림체" pitchFamily="49" charset="-127"/>
                <a:ea typeface="굴림체" pitchFamily="49" charset="-127"/>
                <a:cs typeface="Times New Roman" pitchFamily="18" charset="0"/>
              </a:rPr>
              <a:t>LOCK NUT(a)</a:t>
            </a:r>
            <a:r>
              <a:rPr lang="ko-KR" altLang="en-US" sz="1100" b="1" dirty="0" smtClean="0">
                <a:solidFill>
                  <a:srgbClr val="040710"/>
                </a:solidFill>
                <a:latin typeface="굴림체" pitchFamily="49" charset="-127"/>
                <a:ea typeface="굴림체" pitchFamily="49" charset="-127"/>
                <a:cs typeface="Times New Roman" pitchFamily="18" charset="0"/>
              </a:rPr>
              <a:t>부에 </a:t>
            </a:r>
            <a:r>
              <a:rPr lang="ko-KR" altLang="en-US" sz="1100" b="1" dirty="0" err="1" smtClean="0">
                <a:solidFill>
                  <a:srgbClr val="040710"/>
                </a:solidFill>
                <a:latin typeface="굴림체" pitchFamily="49" charset="-127"/>
                <a:ea typeface="굴림체" pitchFamily="49" charset="-127"/>
                <a:cs typeface="Times New Roman" pitchFamily="18" charset="0"/>
              </a:rPr>
              <a:t>무두</a:t>
            </a:r>
            <a:r>
              <a:rPr lang="ko-KR" altLang="en-US" sz="1100" b="1" dirty="0" smtClean="0">
                <a:solidFill>
                  <a:srgbClr val="040710"/>
                </a:solidFill>
                <a:latin typeface="굴림체" pitchFamily="49" charset="-127"/>
                <a:ea typeface="굴림체" pitchFamily="49" charset="-127"/>
                <a:cs typeface="Times New Roman" pitchFamily="18" charset="0"/>
              </a:rPr>
              <a:t> </a:t>
            </a:r>
            <a:r>
              <a:rPr lang="en-US" altLang="ko-KR" sz="1100" b="1" dirty="0" smtClean="0">
                <a:solidFill>
                  <a:srgbClr val="040710"/>
                </a:solidFill>
                <a:latin typeface="굴림체" pitchFamily="49" charset="-127"/>
                <a:ea typeface="굴림체" pitchFamily="49" charset="-127"/>
                <a:cs typeface="Times New Roman" pitchFamily="18" charset="0"/>
              </a:rPr>
              <a:t>WRENCH BOLT(d) 3</a:t>
            </a:r>
            <a:r>
              <a:rPr lang="ko-KR" altLang="en-US" sz="1100" b="1" dirty="0" smtClean="0">
                <a:solidFill>
                  <a:srgbClr val="040710"/>
                </a:solidFill>
                <a:latin typeface="굴림체" pitchFamily="49" charset="-127"/>
                <a:ea typeface="굴림체" pitchFamily="49" charset="-127"/>
                <a:cs typeface="Times New Roman" pitchFamily="18" charset="0"/>
              </a:rPr>
              <a:t>개소 설치 및 </a:t>
            </a:r>
            <a:endParaRPr lang="en-US" altLang="ko-KR" sz="1100" b="1" dirty="0" smtClean="0">
              <a:solidFill>
                <a:srgbClr val="040710"/>
              </a:solidFill>
              <a:latin typeface="굴림체" pitchFamily="49" charset="-127"/>
              <a:ea typeface="굴림체" pitchFamily="49" charset="-127"/>
              <a:cs typeface="Times New Roman" pitchFamily="18" charset="0"/>
            </a:endParaRPr>
          </a:p>
          <a:p>
            <a:pPr marL="228600" indent="-228600" eaLnBrk="0" hangingPunct="0">
              <a:spcBef>
                <a:spcPct val="20000"/>
              </a:spcBef>
              <a:buClr>
                <a:schemeClr val="hlink"/>
              </a:buClr>
            </a:pPr>
            <a:r>
              <a:rPr lang="en-US" altLang="ko-KR" sz="1100" b="1" dirty="0">
                <a:solidFill>
                  <a:srgbClr val="040710"/>
                </a:solidFill>
                <a:latin typeface="굴림체" pitchFamily="49" charset="-127"/>
                <a:ea typeface="굴림체" pitchFamily="49" charset="-127"/>
                <a:cs typeface="Times New Roman" pitchFamily="18" charset="0"/>
              </a:rPr>
              <a:t> </a:t>
            </a:r>
            <a:r>
              <a:rPr lang="en-US" altLang="ko-KR" sz="1100" b="1" dirty="0" smtClean="0">
                <a:solidFill>
                  <a:srgbClr val="040710"/>
                </a:solidFill>
                <a:latin typeface="굴림체" pitchFamily="49" charset="-127"/>
                <a:ea typeface="굴림체" pitchFamily="49" charset="-127"/>
                <a:cs typeface="Times New Roman" pitchFamily="18" charset="0"/>
              </a:rPr>
              <a:t>     </a:t>
            </a:r>
            <a:r>
              <a:rPr lang="ko-KR" altLang="en-US" sz="1100" b="1" dirty="0" err="1" smtClean="0">
                <a:solidFill>
                  <a:srgbClr val="040710"/>
                </a:solidFill>
                <a:latin typeface="굴림체" pitchFamily="49" charset="-127"/>
                <a:ea typeface="굴림체" pitchFamily="49" charset="-127"/>
                <a:cs typeface="Times New Roman" pitchFamily="18" charset="0"/>
              </a:rPr>
              <a:t>무두</a:t>
            </a:r>
            <a:r>
              <a:rPr lang="ko-KR" altLang="en-US" sz="1100" b="1" dirty="0" smtClean="0">
                <a:solidFill>
                  <a:srgbClr val="040710"/>
                </a:solidFill>
                <a:latin typeface="굴림체" pitchFamily="49" charset="-127"/>
                <a:ea typeface="굴림체" pitchFamily="49" charset="-127"/>
                <a:cs typeface="Times New Roman" pitchFamily="18" charset="0"/>
              </a:rPr>
              <a:t> </a:t>
            </a:r>
            <a:r>
              <a:rPr lang="en-US" altLang="ko-KR" sz="1100" b="1" dirty="0" smtClean="0">
                <a:solidFill>
                  <a:srgbClr val="040710"/>
                </a:solidFill>
                <a:latin typeface="굴림체" pitchFamily="49" charset="-127"/>
                <a:ea typeface="굴림체" pitchFamily="49" charset="-127"/>
                <a:cs typeface="Times New Roman" pitchFamily="18" charset="0"/>
              </a:rPr>
              <a:t>WRENCH BOLT </a:t>
            </a:r>
            <a:r>
              <a:rPr lang="ko-KR" altLang="en-US" sz="1100" b="1" dirty="0" err="1" smtClean="0">
                <a:solidFill>
                  <a:srgbClr val="040710"/>
                </a:solidFill>
                <a:latin typeface="굴림체" pitchFamily="49" charset="-127"/>
                <a:ea typeface="굴림체" pitchFamily="49" charset="-127"/>
                <a:cs typeface="Times New Roman" pitchFamily="18" charset="0"/>
              </a:rPr>
              <a:t>설치부를</a:t>
            </a:r>
            <a:r>
              <a:rPr lang="ko-KR" altLang="en-US" sz="1100" b="1" dirty="0" smtClean="0">
                <a:solidFill>
                  <a:srgbClr val="040710"/>
                </a:solidFill>
                <a:latin typeface="굴림체" pitchFamily="49" charset="-127"/>
                <a:ea typeface="굴림체" pitchFamily="49" charset="-127"/>
                <a:cs typeface="Times New Roman" pitchFamily="18" charset="0"/>
              </a:rPr>
              <a:t> 기존대비 </a:t>
            </a:r>
            <a:r>
              <a:rPr lang="en-US" altLang="ko-KR" sz="1100" b="1" dirty="0" smtClean="0">
                <a:solidFill>
                  <a:srgbClr val="040710"/>
                </a:solidFill>
                <a:latin typeface="굴림체" pitchFamily="49" charset="-127"/>
                <a:ea typeface="굴림체" pitchFamily="49" charset="-127"/>
                <a:cs typeface="Times New Roman" pitchFamily="18" charset="0"/>
              </a:rPr>
              <a:t>2mm</a:t>
            </a:r>
            <a:r>
              <a:rPr lang="ko-KR" altLang="en-US" sz="1100" b="1" dirty="0" smtClean="0">
                <a:solidFill>
                  <a:srgbClr val="040710"/>
                </a:solidFill>
                <a:latin typeface="굴림체" pitchFamily="49" charset="-127"/>
                <a:ea typeface="굴림체" pitchFamily="49" charset="-127"/>
                <a:cs typeface="Times New Roman" pitchFamily="18" charset="0"/>
              </a:rPr>
              <a:t>연장하여 접촉면적을 최대화 시킴</a:t>
            </a:r>
            <a:r>
              <a:rPr lang="en-US" altLang="ko-KR" sz="1100" b="1" dirty="0" smtClean="0">
                <a:solidFill>
                  <a:srgbClr val="040710"/>
                </a:solidFill>
                <a:latin typeface="굴림체" pitchFamily="49" charset="-127"/>
                <a:ea typeface="굴림체" pitchFamily="49" charset="-127"/>
                <a:cs typeface="Times New Roman" pitchFamily="18" charset="0"/>
              </a:rPr>
              <a:t>.&lt;FIG-2&gt;</a:t>
            </a:r>
          </a:p>
          <a:p>
            <a:pPr marL="228600" indent="-228600" eaLnBrk="0" hangingPunct="0">
              <a:spcBef>
                <a:spcPct val="20000"/>
              </a:spcBef>
              <a:buClr>
                <a:schemeClr val="hlink"/>
              </a:buClr>
            </a:pPr>
            <a:r>
              <a:rPr lang="en-US" altLang="ko-KR" sz="1100" b="1" dirty="0">
                <a:solidFill>
                  <a:srgbClr val="040710"/>
                </a:solidFill>
                <a:latin typeface="굴림체" pitchFamily="49" charset="-127"/>
                <a:ea typeface="굴림체" pitchFamily="49" charset="-127"/>
                <a:cs typeface="Times New Roman" pitchFamily="18" charset="0"/>
              </a:rPr>
              <a:t> </a:t>
            </a:r>
            <a:r>
              <a:rPr lang="en-US" altLang="ko-KR" sz="1100" b="1" dirty="0" smtClean="0">
                <a:solidFill>
                  <a:srgbClr val="040710"/>
                </a:solidFill>
                <a:latin typeface="굴림체" pitchFamily="49" charset="-127"/>
                <a:ea typeface="굴림체" pitchFamily="49" charset="-127"/>
                <a:cs typeface="Times New Roman" pitchFamily="18" charset="0"/>
              </a:rPr>
              <a:t>  -. b) </a:t>
            </a:r>
            <a:r>
              <a:rPr lang="ko-KR" altLang="en-US" sz="1100" b="1" dirty="0" smtClean="0">
                <a:solidFill>
                  <a:srgbClr val="040710"/>
                </a:solidFill>
                <a:latin typeface="굴림체" pitchFamily="49" charset="-127"/>
                <a:ea typeface="굴림체" pitchFamily="49" charset="-127"/>
                <a:cs typeface="Times New Roman" pitchFamily="18" charset="0"/>
              </a:rPr>
              <a:t>와 </a:t>
            </a:r>
            <a:r>
              <a:rPr lang="en-US" altLang="ko-KR" sz="1100" b="1" dirty="0" smtClean="0">
                <a:solidFill>
                  <a:srgbClr val="040710"/>
                </a:solidFill>
                <a:latin typeface="굴림체" pitchFamily="49" charset="-127"/>
                <a:ea typeface="굴림체" pitchFamily="49" charset="-127"/>
                <a:cs typeface="Times New Roman" pitchFamily="18" charset="0"/>
              </a:rPr>
              <a:t>c)</a:t>
            </a:r>
            <a:r>
              <a:rPr lang="ko-KR" altLang="en-US" sz="1100" b="1" dirty="0" smtClean="0">
                <a:solidFill>
                  <a:srgbClr val="040710"/>
                </a:solidFill>
                <a:latin typeface="굴림체" pitchFamily="49" charset="-127"/>
                <a:ea typeface="굴림체" pitchFamily="49" charset="-127"/>
                <a:cs typeface="Times New Roman" pitchFamily="18" charset="0"/>
              </a:rPr>
              <a:t> 분리 </a:t>
            </a:r>
            <a:r>
              <a:rPr lang="en-US" altLang="ko-KR" sz="1100" b="1" dirty="0" smtClean="0">
                <a:solidFill>
                  <a:srgbClr val="040710"/>
                </a:solidFill>
                <a:latin typeface="굴림체" pitchFamily="49" charset="-127"/>
                <a:ea typeface="굴림체" pitchFamily="49" charset="-127"/>
                <a:cs typeface="Times New Roman" pitchFamily="18" charset="0"/>
              </a:rPr>
              <a:t>TYPE</a:t>
            </a:r>
            <a:r>
              <a:rPr lang="ko-KR" altLang="en-US" sz="1100" b="1" dirty="0" smtClean="0">
                <a:solidFill>
                  <a:srgbClr val="040710"/>
                </a:solidFill>
                <a:latin typeface="굴림체" pitchFamily="49" charset="-127"/>
                <a:ea typeface="굴림체" pitchFamily="49" charset="-127"/>
                <a:cs typeface="Times New Roman" pitchFamily="18" charset="0"/>
              </a:rPr>
              <a:t>을 일체형으로 제작</a:t>
            </a:r>
            <a:r>
              <a:rPr lang="en-US" altLang="ko-KR" sz="1100" b="1" dirty="0" smtClean="0">
                <a:solidFill>
                  <a:srgbClr val="FF0000"/>
                </a:solidFill>
                <a:latin typeface="굴림체" pitchFamily="49" charset="-127"/>
                <a:ea typeface="굴림체" pitchFamily="49" charset="-127"/>
                <a:cs typeface="Times New Roman" pitchFamily="18" charset="0"/>
              </a:rPr>
              <a:t>(NUT b)</a:t>
            </a:r>
            <a:r>
              <a:rPr lang="ko-KR" altLang="en-US" sz="1100" b="1" dirty="0" smtClean="0">
                <a:solidFill>
                  <a:srgbClr val="FF0000"/>
                </a:solidFill>
                <a:latin typeface="굴림체" pitchFamily="49" charset="-127"/>
                <a:ea typeface="굴림체" pitchFamily="49" charset="-127"/>
                <a:cs typeface="Times New Roman" pitchFamily="18" charset="0"/>
              </a:rPr>
              <a:t>삭제</a:t>
            </a:r>
            <a:r>
              <a:rPr lang="en-US" altLang="ko-KR" sz="1100" b="1" dirty="0" smtClean="0">
                <a:solidFill>
                  <a:srgbClr val="FF0000"/>
                </a:solidFill>
                <a:latin typeface="굴림체" pitchFamily="49" charset="-127"/>
                <a:ea typeface="굴림체" pitchFamily="49" charset="-127"/>
                <a:cs typeface="Times New Roman" pitchFamily="18" charset="0"/>
              </a:rPr>
              <a:t>)</a:t>
            </a:r>
            <a:r>
              <a:rPr lang="ko-KR" altLang="en-US" sz="1100" b="1" dirty="0" smtClean="0">
                <a:solidFill>
                  <a:srgbClr val="040710"/>
                </a:solidFill>
                <a:latin typeface="굴림체" pitchFamily="49" charset="-127"/>
                <a:ea typeface="굴림체" pitchFamily="49" charset="-127"/>
                <a:cs typeface="Times New Roman" pitchFamily="18" charset="0"/>
              </a:rPr>
              <a:t>하여 </a:t>
            </a:r>
            <a:r>
              <a:rPr lang="en-US" altLang="ko-KR" sz="1100" b="1" dirty="0" smtClean="0">
                <a:solidFill>
                  <a:srgbClr val="040710"/>
                </a:solidFill>
                <a:latin typeface="굴림체" pitchFamily="49" charset="-127"/>
                <a:ea typeface="굴림체" pitchFamily="49" charset="-127"/>
                <a:cs typeface="Times New Roman" pitchFamily="18" charset="0"/>
              </a:rPr>
              <a:t>M17</a:t>
            </a:r>
            <a:r>
              <a:rPr lang="ko-KR" altLang="en-US" sz="1100" b="1" dirty="0" smtClean="0">
                <a:solidFill>
                  <a:srgbClr val="040710"/>
                </a:solidFill>
                <a:latin typeface="굴림체" pitchFamily="49" charset="-127"/>
                <a:ea typeface="굴림체" pitchFamily="49" charset="-127"/>
                <a:cs typeface="Times New Roman" pitchFamily="18" charset="0"/>
              </a:rPr>
              <a:t>볼트 </a:t>
            </a:r>
            <a:r>
              <a:rPr lang="ko-KR" altLang="en-US" sz="1100" b="1" dirty="0" err="1" smtClean="0">
                <a:solidFill>
                  <a:srgbClr val="040710"/>
                </a:solidFill>
                <a:latin typeface="굴림체" pitchFamily="49" charset="-127"/>
                <a:ea typeface="굴림체" pitchFamily="49" charset="-127"/>
                <a:cs typeface="Times New Roman" pitchFamily="18" charset="0"/>
              </a:rPr>
              <a:t>체결부에</a:t>
            </a:r>
            <a:r>
              <a:rPr lang="ko-KR" altLang="en-US" sz="1100" b="1" dirty="0" smtClean="0">
                <a:solidFill>
                  <a:srgbClr val="040710"/>
                </a:solidFill>
                <a:latin typeface="굴림체" pitchFamily="49" charset="-127"/>
                <a:ea typeface="굴림체" pitchFamily="49" charset="-127"/>
                <a:cs typeface="Times New Roman" pitchFamily="18" charset="0"/>
              </a:rPr>
              <a:t> 최대한 접촉면적을 증대</a:t>
            </a:r>
            <a:r>
              <a:rPr lang="en-US" altLang="ko-KR" sz="1100" b="1" dirty="0" smtClean="0">
                <a:solidFill>
                  <a:srgbClr val="040710"/>
                </a:solidFill>
                <a:latin typeface="굴림체" pitchFamily="49" charset="-127"/>
                <a:ea typeface="굴림체" pitchFamily="49" charset="-127"/>
                <a:cs typeface="Times New Roman" pitchFamily="18" charset="0"/>
              </a:rPr>
              <a:t>(</a:t>
            </a:r>
            <a:r>
              <a:rPr lang="ko-KR" altLang="en-US" sz="1100" b="1" dirty="0" smtClean="0">
                <a:solidFill>
                  <a:srgbClr val="040710"/>
                </a:solidFill>
                <a:latin typeface="굴림체" pitchFamily="49" charset="-127"/>
                <a:ea typeface="굴림체" pitchFamily="49" charset="-127"/>
                <a:cs typeface="Times New Roman" pitchFamily="18" charset="0"/>
              </a:rPr>
              <a:t>나사산의 걸리는 </a:t>
            </a:r>
            <a:endParaRPr lang="en-US" altLang="ko-KR" sz="1100" b="1" dirty="0" smtClean="0">
              <a:solidFill>
                <a:srgbClr val="040710"/>
              </a:solidFill>
              <a:latin typeface="굴림체" pitchFamily="49" charset="-127"/>
              <a:ea typeface="굴림체" pitchFamily="49" charset="-127"/>
              <a:cs typeface="Times New Roman" pitchFamily="18" charset="0"/>
            </a:endParaRPr>
          </a:p>
          <a:p>
            <a:pPr marL="228600" indent="-228600" eaLnBrk="0" hangingPunct="0">
              <a:spcBef>
                <a:spcPct val="20000"/>
              </a:spcBef>
              <a:buClr>
                <a:schemeClr val="hlink"/>
              </a:buClr>
            </a:pPr>
            <a:r>
              <a:rPr lang="en-US" altLang="ko-KR" sz="1100" b="1" dirty="0">
                <a:solidFill>
                  <a:srgbClr val="040710"/>
                </a:solidFill>
                <a:latin typeface="굴림체" pitchFamily="49" charset="-127"/>
                <a:ea typeface="굴림체" pitchFamily="49" charset="-127"/>
                <a:cs typeface="Times New Roman" pitchFamily="18" charset="0"/>
              </a:rPr>
              <a:t> </a:t>
            </a:r>
            <a:r>
              <a:rPr lang="en-US" altLang="ko-KR" sz="1100" b="1" dirty="0" smtClean="0">
                <a:solidFill>
                  <a:srgbClr val="040710"/>
                </a:solidFill>
                <a:latin typeface="굴림체" pitchFamily="49" charset="-127"/>
                <a:ea typeface="굴림체" pitchFamily="49" charset="-127"/>
                <a:cs typeface="Times New Roman" pitchFamily="18" charset="0"/>
              </a:rPr>
              <a:t>    </a:t>
            </a:r>
            <a:r>
              <a:rPr lang="ko-KR" altLang="en-US" sz="1100" b="1" dirty="0" smtClean="0">
                <a:solidFill>
                  <a:srgbClr val="040710"/>
                </a:solidFill>
                <a:latin typeface="굴림체" pitchFamily="49" charset="-127"/>
                <a:ea typeface="굴림체" pitchFamily="49" charset="-127"/>
                <a:cs typeface="Times New Roman" pitchFamily="18" charset="0"/>
              </a:rPr>
              <a:t>양 증대</a:t>
            </a:r>
            <a:r>
              <a:rPr lang="en-US" altLang="ko-KR" sz="1100" b="1" dirty="0" smtClean="0">
                <a:solidFill>
                  <a:srgbClr val="040710"/>
                </a:solidFill>
                <a:latin typeface="굴림체" pitchFamily="49" charset="-127"/>
                <a:ea typeface="굴림체" pitchFamily="49" charset="-127"/>
                <a:cs typeface="Times New Roman" pitchFamily="18" charset="0"/>
              </a:rPr>
              <a:t>)</a:t>
            </a:r>
            <a:r>
              <a:rPr lang="ko-KR" altLang="en-US" sz="1100" b="1" dirty="0" smtClean="0">
                <a:solidFill>
                  <a:srgbClr val="040710"/>
                </a:solidFill>
                <a:latin typeface="굴림체" pitchFamily="49" charset="-127"/>
                <a:ea typeface="굴림체" pitchFamily="49" charset="-127"/>
                <a:cs typeface="Times New Roman" pitchFamily="18" charset="0"/>
              </a:rPr>
              <a:t>시키고 </a:t>
            </a:r>
            <a:r>
              <a:rPr lang="ko-KR" altLang="en-US" sz="1100" b="1" dirty="0" err="1" smtClean="0">
                <a:solidFill>
                  <a:srgbClr val="040710"/>
                </a:solidFill>
                <a:latin typeface="굴림체" pitchFamily="49" charset="-127"/>
                <a:ea typeface="굴림체" pitchFamily="49" charset="-127"/>
                <a:cs typeface="Times New Roman" pitchFamily="18" charset="0"/>
              </a:rPr>
              <a:t>무두</a:t>
            </a:r>
            <a:r>
              <a:rPr lang="ko-KR" altLang="en-US" sz="1100" b="1" dirty="0" smtClean="0">
                <a:solidFill>
                  <a:srgbClr val="040710"/>
                </a:solidFill>
                <a:latin typeface="굴림체" pitchFamily="49" charset="-127"/>
                <a:ea typeface="굴림체" pitchFamily="49" charset="-127"/>
                <a:cs typeface="Times New Roman" pitchFamily="18" charset="0"/>
              </a:rPr>
              <a:t> </a:t>
            </a:r>
            <a:r>
              <a:rPr lang="en-US" altLang="ko-KR" sz="1100" b="1" dirty="0" smtClean="0">
                <a:solidFill>
                  <a:srgbClr val="040710"/>
                </a:solidFill>
                <a:latin typeface="굴림체" pitchFamily="49" charset="-127"/>
                <a:ea typeface="굴림체" pitchFamily="49" charset="-127"/>
                <a:cs typeface="Times New Roman" pitchFamily="18" charset="0"/>
              </a:rPr>
              <a:t>WRENCH BOLT 3</a:t>
            </a:r>
            <a:r>
              <a:rPr lang="ko-KR" altLang="en-US" sz="1100" b="1" dirty="0" smtClean="0">
                <a:solidFill>
                  <a:srgbClr val="040710"/>
                </a:solidFill>
                <a:latin typeface="굴림체" pitchFamily="49" charset="-127"/>
                <a:ea typeface="굴림체" pitchFamily="49" charset="-127"/>
                <a:cs typeface="Times New Roman" pitchFamily="18" charset="0"/>
              </a:rPr>
              <a:t>개소</a:t>
            </a:r>
            <a:r>
              <a:rPr lang="en-US" altLang="ko-KR" sz="1100" b="1" dirty="0" smtClean="0">
                <a:solidFill>
                  <a:srgbClr val="040710"/>
                </a:solidFill>
                <a:latin typeface="굴림체" pitchFamily="49" charset="-127"/>
                <a:ea typeface="굴림체" pitchFamily="49" charset="-127"/>
                <a:cs typeface="Times New Roman" pitchFamily="18" charset="0"/>
              </a:rPr>
              <a:t>(e)</a:t>
            </a:r>
            <a:r>
              <a:rPr lang="ko-KR" altLang="en-US" sz="1100" b="1" dirty="0" smtClean="0">
                <a:solidFill>
                  <a:srgbClr val="040710"/>
                </a:solidFill>
                <a:latin typeface="굴림체" pitchFamily="49" charset="-127"/>
                <a:ea typeface="굴림체" pitchFamily="49" charset="-127"/>
                <a:cs typeface="Times New Roman" pitchFamily="18" charset="0"/>
              </a:rPr>
              <a:t>를 추가 </a:t>
            </a:r>
            <a:r>
              <a:rPr lang="en-US" altLang="ko-KR" sz="1100" b="1" dirty="0" smtClean="0">
                <a:solidFill>
                  <a:srgbClr val="040710"/>
                </a:solidFill>
                <a:latin typeface="굴림체" pitchFamily="49" charset="-127"/>
                <a:ea typeface="굴림체" pitchFamily="49" charset="-127"/>
                <a:cs typeface="Times New Roman" pitchFamily="18" charset="0"/>
              </a:rPr>
              <a:t>SLEEVE NUT(c) </a:t>
            </a:r>
            <a:r>
              <a:rPr lang="ko-KR" altLang="en-US" sz="1100" b="1" dirty="0" smtClean="0">
                <a:solidFill>
                  <a:srgbClr val="040710"/>
                </a:solidFill>
                <a:latin typeface="굴림체" pitchFamily="49" charset="-127"/>
                <a:ea typeface="굴림체" pitchFamily="49" charset="-127"/>
                <a:cs typeface="Times New Roman" pitchFamily="18" charset="0"/>
              </a:rPr>
              <a:t>가 풀리는것을 방지함</a:t>
            </a:r>
            <a:r>
              <a:rPr lang="en-US" altLang="ko-KR" sz="1100" b="1" dirty="0" smtClean="0">
                <a:solidFill>
                  <a:srgbClr val="040710"/>
                </a:solidFill>
                <a:latin typeface="굴림체" pitchFamily="49" charset="-127"/>
                <a:ea typeface="굴림체" pitchFamily="49" charset="-127"/>
                <a:cs typeface="Times New Roman" pitchFamily="18" charset="0"/>
              </a:rPr>
              <a:t>.</a:t>
            </a:r>
            <a:endParaRPr lang="en-US" altLang="ko-KR" sz="1100" b="1" dirty="0">
              <a:solidFill>
                <a:srgbClr val="040710"/>
              </a:solidFill>
              <a:latin typeface="굴림체" pitchFamily="49" charset="-127"/>
              <a:ea typeface="굴림체" pitchFamily="49" charset="-127"/>
              <a:cs typeface="Times New Roman" pitchFamily="18" charset="0"/>
            </a:endParaRPr>
          </a:p>
        </p:txBody>
      </p:sp>
      <p:sp>
        <p:nvSpPr>
          <p:cNvPr id="4117" name="TextBox 21"/>
          <p:cNvSpPr txBox="1">
            <a:spLocks noChangeArrowheads="1"/>
          </p:cNvSpPr>
          <p:nvPr/>
        </p:nvSpPr>
        <p:spPr bwMode="auto">
          <a:xfrm>
            <a:off x="957770" y="5445224"/>
            <a:ext cx="1309974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ko-KR" sz="800" dirty="0" smtClean="0">
                <a:solidFill>
                  <a:srgbClr val="040710"/>
                </a:solidFill>
              </a:rPr>
              <a:t>c)SLEEVE NUT(M17)</a:t>
            </a:r>
            <a:endParaRPr lang="ko-KR" altLang="en-US" sz="800" dirty="0">
              <a:solidFill>
                <a:srgbClr val="040710"/>
              </a:solidFill>
            </a:endParaRPr>
          </a:p>
        </p:txBody>
      </p:sp>
      <p:pic>
        <p:nvPicPr>
          <p:cNvPr id="18" name="그림 17" descr="G1.bmp"/>
          <p:cNvPicPr>
            <a:picLocks noChangeAspect="1"/>
          </p:cNvPicPr>
          <p:nvPr/>
        </p:nvPicPr>
        <p:blipFill>
          <a:blip r:embed="rId3" cstate="print"/>
          <a:srcRect l="16845" r="17882"/>
          <a:stretch>
            <a:fillRect/>
          </a:stretch>
        </p:blipFill>
        <p:spPr>
          <a:xfrm>
            <a:off x="6300192" y="3645024"/>
            <a:ext cx="2232248" cy="2228782"/>
          </a:xfrm>
          <a:prstGeom prst="rect">
            <a:avLst/>
          </a:prstGeom>
        </p:spPr>
      </p:pic>
      <p:pic>
        <p:nvPicPr>
          <p:cNvPr id="19" name="그림 18" descr="G2.bmp"/>
          <p:cNvPicPr>
            <a:picLocks noChangeAspect="1"/>
          </p:cNvPicPr>
          <p:nvPr/>
        </p:nvPicPr>
        <p:blipFill>
          <a:blip r:embed="rId4" cstate="print"/>
          <a:srcRect l="16981" r="16981"/>
          <a:stretch>
            <a:fillRect/>
          </a:stretch>
        </p:blipFill>
        <p:spPr>
          <a:xfrm>
            <a:off x="2455055" y="3861048"/>
            <a:ext cx="2188953" cy="2160240"/>
          </a:xfrm>
          <a:prstGeom prst="rect">
            <a:avLst/>
          </a:prstGeom>
        </p:spPr>
      </p:pic>
      <p:sp>
        <p:nvSpPr>
          <p:cNvPr id="20" name="TextBox 21"/>
          <p:cNvSpPr txBox="1">
            <a:spLocks noChangeArrowheads="1"/>
          </p:cNvSpPr>
          <p:nvPr/>
        </p:nvSpPr>
        <p:spPr bwMode="auto">
          <a:xfrm>
            <a:off x="971600" y="3933056"/>
            <a:ext cx="1263487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ko-KR" sz="800" dirty="0" smtClean="0">
                <a:solidFill>
                  <a:srgbClr val="040710"/>
                </a:solidFill>
              </a:rPr>
              <a:t>a) LOCK NUT (M19)</a:t>
            </a:r>
            <a:endParaRPr lang="ko-KR" altLang="en-US" sz="800" dirty="0">
              <a:solidFill>
                <a:srgbClr val="040710"/>
              </a:solidFill>
            </a:endParaRPr>
          </a:p>
        </p:txBody>
      </p:sp>
      <p:sp>
        <p:nvSpPr>
          <p:cNvPr id="21" name="TextBox 21"/>
          <p:cNvSpPr txBox="1">
            <a:spLocks noChangeArrowheads="1"/>
          </p:cNvSpPr>
          <p:nvPr/>
        </p:nvSpPr>
        <p:spPr bwMode="auto">
          <a:xfrm>
            <a:off x="971600" y="5157192"/>
            <a:ext cx="875561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ko-KR" sz="800" dirty="0" smtClean="0">
                <a:solidFill>
                  <a:srgbClr val="040710"/>
                </a:solidFill>
              </a:rPr>
              <a:t>b)NUT (M17)</a:t>
            </a:r>
            <a:endParaRPr lang="ko-KR" altLang="en-US" sz="800" dirty="0">
              <a:solidFill>
                <a:srgbClr val="040710"/>
              </a:solidFill>
            </a:endParaRPr>
          </a:p>
        </p:txBody>
      </p:sp>
      <p:cxnSp>
        <p:nvCxnSpPr>
          <p:cNvPr id="22" name="Shape 23"/>
          <p:cNvCxnSpPr>
            <a:cxnSpLocks noChangeShapeType="1"/>
          </p:cNvCxnSpPr>
          <p:nvPr/>
        </p:nvCxnSpPr>
        <p:spPr bwMode="auto">
          <a:xfrm flipV="1">
            <a:off x="1763688" y="5085184"/>
            <a:ext cx="1152128" cy="144016"/>
          </a:xfrm>
          <a:prstGeom prst="curvedConnector3">
            <a:avLst>
              <a:gd name="adj1" fmla="val 50000"/>
            </a:avLst>
          </a:prstGeom>
          <a:noFill/>
          <a:ln w="28575" algn="ctr">
            <a:solidFill>
              <a:srgbClr val="FF0000"/>
            </a:solidFill>
            <a:round/>
            <a:headEnd/>
            <a:tailEnd type="arrow" w="med" len="med"/>
          </a:ln>
        </p:spPr>
      </p:cxnSp>
      <p:cxnSp>
        <p:nvCxnSpPr>
          <p:cNvPr id="23" name="Shape 23"/>
          <p:cNvCxnSpPr>
            <a:cxnSpLocks noChangeShapeType="1"/>
          </p:cNvCxnSpPr>
          <p:nvPr/>
        </p:nvCxnSpPr>
        <p:spPr bwMode="auto">
          <a:xfrm flipV="1">
            <a:off x="2195736" y="5301208"/>
            <a:ext cx="648072" cy="288032"/>
          </a:xfrm>
          <a:prstGeom prst="curvedConnector3">
            <a:avLst>
              <a:gd name="adj1" fmla="val 50000"/>
            </a:avLst>
          </a:prstGeom>
          <a:noFill/>
          <a:ln w="28575" algn="ctr">
            <a:solidFill>
              <a:srgbClr val="FF0000"/>
            </a:solidFill>
            <a:round/>
            <a:headEnd/>
            <a:tailEnd type="arrow" w="med" len="med"/>
          </a:ln>
        </p:spPr>
      </p:cxnSp>
      <p:cxnSp>
        <p:nvCxnSpPr>
          <p:cNvPr id="4114" name="Shape 23"/>
          <p:cNvCxnSpPr>
            <a:cxnSpLocks noChangeShapeType="1"/>
            <a:stCxn id="20" idx="3"/>
          </p:cNvCxnSpPr>
          <p:nvPr/>
        </p:nvCxnSpPr>
        <p:spPr bwMode="auto">
          <a:xfrm>
            <a:off x="2235087" y="4040778"/>
            <a:ext cx="968761" cy="396334"/>
          </a:xfrm>
          <a:prstGeom prst="curvedConnector3">
            <a:avLst>
              <a:gd name="adj1" fmla="val 50000"/>
            </a:avLst>
          </a:prstGeom>
          <a:noFill/>
          <a:ln w="28575" algn="ctr">
            <a:solidFill>
              <a:srgbClr val="FF0000"/>
            </a:solidFill>
            <a:round/>
            <a:headEnd/>
            <a:tailEnd type="arrow" w="med" len="med"/>
          </a:ln>
        </p:spPr>
      </p:cxnSp>
      <p:sp>
        <p:nvSpPr>
          <p:cNvPr id="29" name="TextBox 21"/>
          <p:cNvSpPr txBox="1">
            <a:spLocks noChangeArrowheads="1"/>
          </p:cNvSpPr>
          <p:nvPr/>
        </p:nvSpPr>
        <p:spPr bwMode="auto">
          <a:xfrm>
            <a:off x="4932040" y="5445224"/>
            <a:ext cx="1309974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ko-KR" sz="800" dirty="0" smtClean="0">
                <a:solidFill>
                  <a:srgbClr val="040710"/>
                </a:solidFill>
              </a:rPr>
              <a:t>c)SLEEVE NUT(M17)</a:t>
            </a:r>
            <a:endParaRPr lang="ko-KR" altLang="en-US" sz="800" dirty="0">
              <a:solidFill>
                <a:srgbClr val="040710"/>
              </a:solidFill>
            </a:endParaRPr>
          </a:p>
        </p:txBody>
      </p:sp>
      <p:sp>
        <p:nvSpPr>
          <p:cNvPr id="30" name="TextBox 21"/>
          <p:cNvSpPr txBox="1">
            <a:spLocks noChangeArrowheads="1"/>
          </p:cNvSpPr>
          <p:nvPr/>
        </p:nvSpPr>
        <p:spPr bwMode="auto">
          <a:xfrm>
            <a:off x="4932040" y="3933056"/>
            <a:ext cx="1229824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ko-KR" sz="800" dirty="0" smtClean="0">
                <a:solidFill>
                  <a:srgbClr val="040710"/>
                </a:solidFill>
              </a:rPr>
              <a:t>a)LOCK NUT (M19)</a:t>
            </a:r>
            <a:endParaRPr lang="ko-KR" altLang="en-US" sz="800" dirty="0">
              <a:solidFill>
                <a:srgbClr val="040710"/>
              </a:solidFill>
            </a:endParaRPr>
          </a:p>
        </p:txBody>
      </p:sp>
      <p:cxnSp>
        <p:nvCxnSpPr>
          <p:cNvPr id="31" name="Shape 23"/>
          <p:cNvCxnSpPr>
            <a:cxnSpLocks noChangeShapeType="1"/>
          </p:cNvCxnSpPr>
          <p:nvPr/>
        </p:nvCxnSpPr>
        <p:spPr bwMode="auto">
          <a:xfrm flipV="1">
            <a:off x="6228184" y="5301208"/>
            <a:ext cx="648072" cy="288032"/>
          </a:xfrm>
          <a:prstGeom prst="curvedConnector3">
            <a:avLst>
              <a:gd name="adj1" fmla="val 50000"/>
            </a:avLst>
          </a:prstGeom>
          <a:noFill/>
          <a:ln w="28575" algn="ctr">
            <a:solidFill>
              <a:srgbClr val="FF0000"/>
            </a:solidFill>
            <a:round/>
            <a:headEnd/>
            <a:tailEnd type="arrow" w="med" len="med"/>
          </a:ln>
        </p:spPr>
      </p:cxnSp>
      <p:cxnSp>
        <p:nvCxnSpPr>
          <p:cNvPr id="32" name="Shape 23"/>
          <p:cNvCxnSpPr>
            <a:cxnSpLocks noChangeShapeType="1"/>
            <a:stCxn id="30" idx="3"/>
          </p:cNvCxnSpPr>
          <p:nvPr/>
        </p:nvCxnSpPr>
        <p:spPr bwMode="auto">
          <a:xfrm>
            <a:off x="6161864" y="4040778"/>
            <a:ext cx="930416" cy="108302"/>
          </a:xfrm>
          <a:prstGeom prst="curvedConnector3">
            <a:avLst>
              <a:gd name="adj1" fmla="val 50000"/>
            </a:avLst>
          </a:prstGeom>
          <a:noFill/>
          <a:ln w="28575" algn="ctr">
            <a:solidFill>
              <a:srgbClr val="FF0000"/>
            </a:solidFill>
            <a:round/>
            <a:headEnd/>
            <a:tailEnd type="arrow" w="med" len="med"/>
          </a:ln>
        </p:spPr>
      </p:cxnSp>
      <p:sp>
        <p:nvSpPr>
          <p:cNvPr id="34" name="TextBox 21"/>
          <p:cNvSpPr txBox="1">
            <a:spLocks noChangeArrowheads="1"/>
          </p:cNvSpPr>
          <p:nvPr/>
        </p:nvSpPr>
        <p:spPr bwMode="auto">
          <a:xfrm>
            <a:off x="4932040" y="4293096"/>
            <a:ext cx="1595309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ko-KR" sz="800" smtClean="0">
                <a:solidFill>
                  <a:srgbClr val="040710"/>
                </a:solidFill>
              </a:rPr>
              <a:t>d)</a:t>
            </a:r>
            <a:r>
              <a:rPr lang="ko-KR" altLang="en-US" sz="800" dirty="0" err="1" smtClean="0">
                <a:solidFill>
                  <a:srgbClr val="040710"/>
                </a:solidFill>
              </a:rPr>
              <a:t>무두</a:t>
            </a:r>
            <a:r>
              <a:rPr lang="en-US" altLang="ko-KR" sz="800" dirty="0" smtClean="0">
                <a:solidFill>
                  <a:srgbClr val="040710"/>
                </a:solidFill>
              </a:rPr>
              <a:t>WRENCH BOLT(M3)</a:t>
            </a:r>
            <a:endParaRPr lang="ko-KR" altLang="en-US" sz="800" dirty="0">
              <a:solidFill>
                <a:srgbClr val="040710"/>
              </a:solidFill>
            </a:endParaRPr>
          </a:p>
        </p:txBody>
      </p:sp>
      <p:cxnSp>
        <p:nvCxnSpPr>
          <p:cNvPr id="35" name="Shape 23"/>
          <p:cNvCxnSpPr>
            <a:cxnSpLocks noChangeShapeType="1"/>
            <a:stCxn id="46" idx="3"/>
          </p:cNvCxnSpPr>
          <p:nvPr/>
        </p:nvCxnSpPr>
        <p:spPr bwMode="auto">
          <a:xfrm>
            <a:off x="6522540" y="4976882"/>
            <a:ext cx="569740" cy="252318"/>
          </a:xfrm>
          <a:prstGeom prst="curvedConnector3">
            <a:avLst>
              <a:gd name="adj1" fmla="val 50000"/>
            </a:avLst>
          </a:prstGeom>
          <a:noFill/>
          <a:ln w="28575" algn="ctr">
            <a:solidFill>
              <a:srgbClr val="FF0000"/>
            </a:solidFill>
            <a:round/>
            <a:headEnd/>
            <a:tailEnd type="arrow" w="med" len="med"/>
          </a:ln>
        </p:spPr>
      </p:cxnSp>
      <p:cxnSp>
        <p:nvCxnSpPr>
          <p:cNvPr id="38" name="Shape 23"/>
          <p:cNvCxnSpPr>
            <a:cxnSpLocks noChangeShapeType="1"/>
            <a:stCxn id="34" idx="3"/>
          </p:cNvCxnSpPr>
          <p:nvPr/>
        </p:nvCxnSpPr>
        <p:spPr bwMode="auto">
          <a:xfrm flipV="1">
            <a:off x="6527349" y="4365104"/>
            <a:ext cx="564931" cy="35714"/>
          </a:xfrm>
          <a:prstGeom prst="curvedConnector3">
            <a:avLst>
              <a:gd name="adj1" fmla="val 50000"/>
            </a:avLst>
          </a:prstGeom>
          <a:noFill/>
          <a:ln w="28575" algn="ctr">
            <a:solidFill>
              <a:srgbClr val="FF0000"/>
            </a:solidFill>
            <a:round/>
            <a:headEnd/>
            <a:tailEnd type="arrow" w="med" len="med"/>
          </a:ln>
        </p:spPr>
      </p:cxnSp>
      <p:sp>
        <p:nvSpPr>
          <p:cNvPr id="46" name="TextBox 21"/>
          <p:cNvSpPr txBox="1">
            <a:spLocks noChangeArrowheads="1"/>
          </p:cNvSpPr>
          <p:nvPr/>
        </p:nvSpPr>
        <p:spPr bwMode="auto">
          <a:xfrm>
            <a:off x="4932040" y="4869160"/>
            <a:ext cx="1590500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ko-KR" sz="800" dirty="0" smtClean="0">
                <a:solidFill>
                  <a:srgbClr val="040710"/>
                </a:solidFill>
              </a:rPr>
              <a:t>e)</a:t>
            </a:r>
            <a:r>
              <a:rPr lang="ko-KR" altLang="en-US" sz="800" dirty="0" err="1" smtClean="0">
                <a:solidFill>
                  <a:srgbClr val="040710"/>
                </a:solidFill>
              </a:rPr>
              <a:t>무두</a:t>
            </a:r>
            <a:r>
              <a:rPr lang="en-US" altLang="ko-KR" sz="800" dirty="0" smtClean="0">
                <a:solidFill>
                  <a:srgbClr val="040710"/>
                </a:solidFill>
              </a:rPr>
              <a:t>WRENCH BOLT(M3)</a:t>
            </a:r>
            <a:endParaRPr lang="ko-KR" altLang="en-US" sz="800" dirty="0">
              <a:solidFill>
                <a:srgbClr val="040710"/>
              </a:solidFill>
            </a:endParaRPr>
          </a:p>
        </p:txBody>
      </p:sp>
      <p:cxnSp>
        <p:nvCxnSpPr>
          <p:cNvPr id="50" name="직선 연결선 49"/>
          <p:cNvCxnSpPr/>
          <p:nvPr/>
        </p:nvCxnSpPr>
        <p:spPr bwMode="auto">
          <a:xfrm>
            <a:off x="8028384" y="4797152"/>
            <a:ext cx="576064" cy="360040"/>
          </a:xfrm>
          <a:prstGeom prst="line">
            <a:avLst/>
          </a:prstGeom>
          <a:solidFill>
            <a:srgbClr val="FFFF00"/>
          </a:solidFill>
          <a:ln w="12700" cap="flat" cmpd="sng" algn="ctr">
            <a:solidFill>
              <a:srgbClr val="04071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1" name="직선 연결선 50"/>
          <p:cNvCxnSpPr/>
          <p:nvPr/>
        </p:nvCxnSpPr>
        <p:spPr bwMode="auto">
          <a:xfrm>
            <a:off x="7956376" y="4941168"/>
            <a:ext cx="576064" cy="360040"/>
          </a:xfrm>
          <a:prstGeom prst="line">
            <a:avLst/>
          </a:prstGeom>
          <a:solidFill>
            <a:srgbClr val="FFFF00"/>
          </a:solidFill>
          <a:ln w="12700" cap="flat" cmpd="sng" algn="ctr">
            <a:solidFill>
              <a:srgbClr val="04071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6" name="직선 화살표 연결선 55"/>
          <p:cNvCxnSpPr/>
          <p:nvPr/>
        </p:nvCxnSpPr>
        <p:spPr bwMode="auto">
          <a:xfrm flipH="1">
            <a:off x="8460432" y="4869160"/>
            <a:ext cx="144016" cy="216024"/>
          </a:xfrm>
          <a:prstGeom prst="straightConnector1">
            <a:avLst/>
          </a:prstGeom>
          <a:solidFill>
            <a:srgbClr val="FFFF00"/>
          </a:solidFill>
          <a:ln w="12700" cap="flat" cmpd="sng" algn="ctr">
            <a:solidFill>
              <a:srgbClr val="04071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58" name="직선 화살표 연결선 57"/>
          <p:cNvCxnSpPr/>
          <p:nvPr/>
        </p:nvCxnSpPr>
        <p:spPr bwMode="auto">
          <a:xfrm flipV="1">
            <a:off x="7884368" y="5229200"/>
            <a:ext cx="504056" cy="936104"/>
          </a:xfrm>
          <a:prstGeom prst="straightConnector1">
            <a:avLst/>
          </a:prstGeom>
          <a:solidFill>
            <a:srgbClr val="FFFF00"/>
          </a:solidFill>
          <a:ln w="12700" cap="flat" cmpd="sng" algn="ctr">
            <a:solidFill>
              <a:srgbClr val="040710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59" name="TextBox 58"/>
          <p:cNvSpPr txBox="1"/>
          <p:nvPr/>
        </p:nvSpPr>
        <p:spPr>
          <a:xfrm rot="17926101">
            <a:off x="7568330" y="5769877"/>
            <a:ext cx="5760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smtClean="0"/>
              <a:t>2mm</a:t>
            </a:r>
            <a:endParaRPr lang="ko-KR" altLang="en-US" sz="1200" dirty="0"/>
          </a:p>
        </p:txBody>
      </p:sp>
      <p:pic>
        <p:nvPicPr>
          <p:cNvPr id="63" name="그림 62" descr="G3.bmp"/>
          <p:cNvPicPr>
            <a:picLocks noChangeAspect="1"/>
          </p:cNvPicPr>
          <p:nvPr/>
        </p:nvPicPr>
        <p:blipFill>
          <a:blip r:embed="rId5" cstate="print"/>
          <a:srcRect l="30435" t="48313" r="35749" b="16762"/>
          <a:stretch>
            <a:fillRect/>
          </a:stretch>
        </p:blipFill>
        <p:spPr>
          <a:xfrm>
            <a:off x="3995936" y="5733256"/>
            <a:ext cx="832093" cy="576064"/>
          </a:xfrm>
          <a:prstGeom prst="rect">
            <a:avLst/>
          </a:prstGeom>
        </p:spPr>
      </p:pic>
      <p:sp>
        <p:nvSpPr>
          <p:cNvPr id="64" name="TextBox 21"/>
          <p:cNvSpPr txBox="1">
            <a:spLocks noChangeArrowheads="1"/>
          </p:cNvSpPr>
          <p:nvPr/>
        </p:nvSpPr>
        <p:spPr bwMode="auto">
          <a:xfrm>
            <a:off x="2915816" y="6021868"/>
            <a:ext cx="864096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ko-KR" sz="800" dirty="0" smtClean="0">
                <a:solidFill>
                  <a:srgbClr val="040710"/>
                </a:solidFill>
              </a:rPr>
              <a:t>M17 BOLT</a:t>
            </a:r>
            <a:r>
              <a:rPr lang="ko-KR" altLang="en-US" sz="800" dirty="0" smtClean="0">
                <a:solidFill>
                  <a:srgbClr val="040710"/>
                </a:solidFill>
              </a:rPr>
              <a:t>부</a:t>
            </a:r>
            <a:r>
              <a:rPr lang="en-US" altLang="ko-KR" sz="800" dirty="0" smtClean="0">
                <a:solidFill>
                  <a:srgbClr val="040710"/>
                </a:solidFill>
              </a:rPr>
              <a:t>)</a:t>
            </a:r>
            <a:endParaRPr lang="ko-KR" altLang="en-US" sz="800" dirty="0">
              <a:solidFill>
                <a:srgbClr val="040710"/>
              </a:solidFill>
            </a:endParaRPr>
          </a:p>
        </p:txBody>
      </p:sp>
      <p:cxnSp>
        <p:nvCxnSpPr>
          <p:cNvPr id="65" name="Shape 23"/>
          <p:cNvCxnSpPr>
            <a:cxnSpLocks noChangeShapeType="1"/>
          </p:cNvCxnSpPr>
          <p:nvPr/>
        </p:nvCxnSpPr>
        <p:spPr bwMode="auto">
          <a:xfrm flipV="1">
            <a:off x="3721734" y="5877272"/>
            <a:ext cx="346210" cy="216024"/>
          </a:xfrm>
          <a:prstGeom prst="curvedConnector3">
            <a:avLst>
              <a:gd name="adj1" fmla="val 50000"/>
            </a:avLst>
          </a:prstGeom>
          <a:noFill/>
          <a:ln w="28575" algn="ctr">
            <a:solidFill>
              <a:srgbClr val="FF0000"/>
            </a:solidFill>
            <a:round/>
            <a:headEnd/>
            <a:tailEnd type="arrow" w="med" len="med"/>
          </a:ln>
        </p:spPr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1" name="Rectangle 2"/>
          <p:cNvSpPr>
            <a:spLocks noChangeArrowheads="1"/>
          </p:cNvSpPr>
          <p:nvPr/>
        </p:nvSpPr>
        <p:spPr bwMode="auto">
          <a:xfrm>
            <a:off x="141288" y="44450"/>
            <a:ext cx="6951662" cy="576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marL="457200" indent="-457200" eaLnBrk="0" latinLnBrk="0" hangingPunct="0">
              <a:lnSpc>
                <a:spcPct val="110000"/>
              </a:lnSpc>
            </a:pPr>
            <a:r>
              <a:rPr kumimoji="0" lang="en-US" altLang="ko-KR" sz="2000" b="1" dirty="0" smtClean="0">
                <a:solidFill>
                  <a:srgbClr val="040710"/>
                </a:solidFill>
                <a:latin typeface="굴림체" pitchFamily="49" charset="-127"/>
                <a:ea typeface="굴림체" pitchFamily="49" charset="-127"/>
              </a:rPr>
              <a:t>2. </a:t>
            </a:r>
            <a:r>
              <a:rPr kumimoji="0" lang="ko-KR" altLang="en-US" sz="2000" b="1" dirty="0" err="1" smtClean="0">
                <a:solidFill>
                  <a:srgbClr val="040710"/>
                </a:solidFill>
                <a:latin typeface="굴림체" pitchFamily="49" charset="-127"/>
                <a:ea typeface="굴림체" pitchFamily="49" charset="-127"/>
              </a:rPr>
              <a:t>개선품</a:t>
            </a:r>
            <a:r>
              <a:rPr kumimoji="0" lang="ko-KR" altLang="en-US" sz="2000" b="1" dirty="0" smtClean="0">
                <a:solidFill>
                  <a:srgbClr val="040710"/>
                </a:solidFill>
                <a:latin typeface="굴림체" pitchFamily="49" charset="-127"/>
                <a:ea typeface="굴림체" pitchFamily="49" charset="-127"/>
              </a:rPr>
              <a:t> 적용 일정</a:t>
            </a:r>
            <a:endParaRPr kumimoji="0" lang="en-US" altLang="ko-KR" sz="2000" b="1" dirty="0">
              <a:solidFill>
                <a:srgbClr val="040710"/>
              </a:solidFill>
              <a:latin typeface="굴림체" pitchFamily="49" charset="-127"/>
              <a:ea typeface="굴림체" pitchFamily="49" charset="-127"/>
            </a:endParaRPr>
          </a:p>
        </p:txBody>
      </p:sp>
      <p:sp>
        <p:nvSpPr>
          <p:cNvPr id="7182" name="Rectangle 3"/>
          <p:cNvSpPr>
            <a:spLocks noChangeArrowheads="1"/>
          </p:cNvSpPr>
          <p:nvPr/>
        </p:nvSpPr>
        <p:spPr bwMode="auto">
          <a:xfrm>
            <a:off x="467544" y="1052736"/>
            <a:ext cx="8186737" cy="14373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marL="228600" indent="-228600"/>
            <a:r>
              <a:rPr lang="en-US" altLang="ko-KR" sz="1400" b="1" dirty="0" smtClean="0">
                <a:solidFill>
                  <a:srgbClr val="040710"/>
                </a:solidFill>
                <a:latin typeface="굴림체" pitchFamily="49" charset="-127"/>
                <a:ea typeface="굴림체" pitchFamily="49" charset="-127"/>
                <a:cs typeface="Times New Roman" pitchFamily="18" charset="0"/>
              </a:rPr>
              <a:t>2-1</a:t>
            </a:r>
            <a:r>
              <a:rPr lang="en-US" altLang="ko-KR" sz="1400" b="1" dirty="0">
                <a:solidFill>
                  <a:srgbClr val="040710"/>
                </a:solidFill>
                <a:latin typeface="굴림체" pitchFamily="49" charset="-127"/>
                <a:ea typeface="굴림체" pitchFamily="49" charset="-127"/>
                <a:cs typeface="Times New Roman" pitchFamily="18" charset="0"/>
              </a:rPr>
              <a:t>. </a:t>
            </a:r>
            <a:r>
              <a:rPr lang="ko-KR" altLang="en-US" sz="1400" b="1" dirty="0" err="1" smtClean="0">
                <a:solidFill>
                  <a:srgbClr val="040710"/>
                </a:solidFill>
                <a:latin typeface="굴림체" pitchFamily="49" charset="-127"/>
                <a:ea typeface="굴림체" pitchFamily="49" charset="-127"/>
                <a:cs typeface="Times New Roman" pitchFamily="18" charset="0"/>
              </a:rPr>
              <a:t>개선품</a:t>
            </a:r>
            <a:r>
              <a:rPr lang="ko-KR" altLang="en-US" sz="1400" b="1" dirty="0" smtClean="0">
                <a:solidFill>
                  <a:srgbClr val="040710"/>
                </a:solidFill>
                <a:latin typeface="굴림체" pitchFamily="49" charset="-127"/>
                <a:ea typeface="굴림체" pitchFamily="49" charset="-127"/>
                <a:cs typeface="Times New Roman" pitchFamily="18" charset="0"/>
              </a:rPr>
              <a:t> 제작 일정</a:t>
            </a:r>
            <a:endParaRPr lang="en-US" altLang="ko-KR" sz="1400" b="1" dirty="0">
              <a:solidFill>
                <a:srgbClr val="040710"/>
              </a:solidFill>
              <a:latin typeface="굴림체" pitchFamily="49" charset="-127"/>
              <a:ea typeface="굴림체" pitchFamily="49" charset="-127"/>
              <a:cs typeface="Times New Roman" pitchFamily="18" charset="0"/>
            </a:endParaRPr>
          </a:p>
          <a:p>
            <a:pPr marL="228600" indent="-228600"/>
            <a:r>
              <a:rPr lang="en-US" altLang="ko-KR" sz="1100" b="1" dirty="0">
                <a:solidFill>
                  <a:srgbClr val="040710"/>
                </a:solidFill>
                <a:latin typeface="굴림체" pitchFamily="49" charset="-127"/>
                <a:ea typeface="굴림체" pitchFamily="49" charset="-127"/>
                <a:cs typeface="Times New Roman" pitchFamily="18" charset="0"/>
              </a:rPr>
              <a:t>    -. </a:t>
            </a:r>
            <a:r>
              <a:rPr lang="ko-KR" altLang="en-US" sz="1100" b="1" dirty="0" smtClean="0">
                <a:solidFill>
                  <a:srgbClr val="040710"/>
                </a:solidFill>
                <a:latin typeface="굴림체" pitchFamily="49" charset="-127"/>
                <a:ea typeface="굴림체" pitchFamily="49" charset="-127"/>
                <a:cs typeface="Times New Roman" pitchFamily="18" charset="0"/>
              </a:rPr>
              <a:t>설계                                   </a:t>
            </a:r>
            <a:r>
              <a:rPr lang="en-US" altLang="ko-KR" sz="1100" b="1" dirty="0" smtClean="0">
                <a:solidFill>
                  <a:srgbClr val="040710"/>
                </a:solidFill>
                <a:latin typeface="굴림체" pitchFamily="49" charset="-127"/>
                <a:ea typeface="굴림체" pitchFamily="49" charset="-127"/>
                <a:cs typeface="Times New Roman" pitchFamily="18" charset="0"/>
              </a:rPr>
              <a:t>:  ~‘13.08.08</a:t>
            </a:r>
          </a:p>
          <a:p>
            <a:pPr marL="228600" indent="-228600"/>
            <a:r>
              <a:rPr lang="en-US" altLang="ko-KR" sz="1100" b="1" dirty="0">
                <a:solidFill>
                  <a:srgbClr val="040710"/>
                </a:solidFill>
                <a:latin typeface="굴림체" pitchFamily="49" charset="-127"/>
                <a:ea typeface="굴림체" pitchFamily="49" charset="-127"/>
                <a:cs typeface="Times New Roman" pitchFamily="18" charset="0"/>
              </a:rPr>
              <a:t> </a:t>
            </a:r>
            <a:r>
              <a:rPr lang="en-US" altLang="ko-KR" sz="1100" b="1" dirty="0" smtClean="0">
                <a:solidFill>
                  <a:srgbClr val="040710"/>
                </a:solidFill>
                <a:latin typeface="굴림체" pitchFamily="49" charset="-127"/>
                <a:ea typeface="굴림체" pitchFamily="49" charset="-127"/>
                <a:cs typeface="Times New Roman" pitchFamily="18" charset="0"/>
              </a:rPr>
              <a:t>   -. SAMPLE </a:t>
            </a:r>
            <a:r>
              <a:rPr lang="ko-KR" altLang="en-US" sz="1100" b="1" dirty="0" smtClean="0">
                <a:solidFill>
                  <a:srgbClr val="040710"/>
                </a:solidFill>
                <a:latin typeface="굴림체" pitchFamily="49" charset="-127"/>
                <a:ea typeface="굴림체" pitchFamily="49" charset="-127"/>
                <a:cs typeface="Times New Roman" pitchFamily="18" charset="0"/>
              </a:rPr>
              <a:t>제작                            </a:t>
            </a:r>
            <a:r>
              <a:rPr lang="en-US" altLang="ko-KR" sz="1100" b="1" dirty="0" smtClean="0">
                <a:solidFill>
                  <a:srgbClr val="040710"/>
                </a:solidFill>
                <a:latin typeface="굴림체" pitchFamily="49" charset="-127"/>
                <a:ea typeface="굴림체" pitchFamily="49" charset="-127"/>
                <a:cs typeface="Times New Roman" pitchFamily="18" charset="0"/>
              </a:rPr>
              <a:t>:  ~‘13.08.13</a:t>
            </a:r>
          </a:p>
          <a:p>
            <a:pPr marL="228600" indent="-228600"/>
            <a:r>
              <a:rPr lang="en-US" altLang="ko-KR" sz="1100" b="1" dirty="0">
                <a:solidFill>
                  <a:srgbClr val="040710"/>
                </a:solidFill>
                <a:latin typeface="굴림체" pitchFamily="49" charset="-127"/>
                <a:ea typeface="굴림체" pitchFamily="49" charset="-127"/>
                <a:cs typeface="Times New Roman" pitchFamily="18" charset="0"/>
              </a:rPr>
              <a:t> </a:t>
            </a:r>
            <a:r>
              <a:rPr lang="en-US" altLang="ko-KR" sz="1100" b="1" dirty="0" smtClean="0">
                <a:solidFill>
                  <a:srgbClr val="040710"/>
                </a:solidFill>
                <a:latin typeface="굴림체" pitchFamily="49" charset="-127"/>
                <a:ea typeface="굴림체" pitchFamily="49" charset="-127"/>
                <a:cs typeface="Times New Roman" pitchFamily="18" charset="0"/>
              </a:rPr>
              <a:t>   </a:t>
            </a:r>
            <a:endParaRPr lang="en-US" altLang="ko-KR" sz="1100" b="1" dirty="0">
              <a:solidFill>
                <a:srgbClr val="040710"/>
              </a:solidFill>
              <a:latin typeface="굴림체" pitchFamily="49" charset="-127"/>
              <a:ea typeface="굴림체" pitchFamily="49" charset="-127"/>
              <a:cs typeface="Times New Roman" pitchFamily="18" charset="0"/>
            </a:endParaRPr>
          </a:p>
          <a:p>
            <a:pPr marL="228600" indent="-228600"/>
            <a:r>
              <a:rPr lang="en-US" altLang="ko-KR" sz="1400" b="1" dirty="0" smtClean="0">
                <a:solidFill>
                  <a:srgbClr val="040710"/>
                </a:solidFill>
                <a:latin typeface="굴림체" pitchFamily="49" charset="-127"/>
                <a:ea typeface="굴림체" pitchFamily="49" charset="-127"/>
                <a:cs typeface="Times New Roman" pitchFamily="18" charset="0"/>
              </a:rPr>
              <a:t>2-2</a:t>
            </a:r>
            <a:r>
              <a:rPr lang="en-US" altLang="ko-KR" sz="1400" b="1" dirty="0">
                <a:solidFill>
                  <a:srgbClr val="040710"/>
                </a:solidFill>
                <a:latin typeface="굴림체" pitchFamily="49" charset="-127"/>
                <a:ea typeface="굴림체" pitchFamily="49" charset="-127"/>
                <a:cs typeface="Times New Roman" pitchFamily="18" charset="0"/>
              </a:rPr>
              <a:t>. </a:t>
            </a:r>
            <a:r>
              <a:rPr lang="ko-KR" altLang="en-US" sz="1400" b="1" dirty="0" err="1" smtClean="0">
                <a:solidFill>
                  <a:srgbClr val="040710"/>
                </a:solidFill>
                <a:latin typeface="굴림체" pitchFamily="49" charset="-127"/>
                <a:ea typeface="굴림체" pitchFamily="49" charset="-127"/>
                <a:cs typeface="Times New Roman" pitchFamily="18" charset="0"/>
              </a:rPr>
              <a:t>개선품</a:t>
            </a:r>
            <a:r>
              <a:rPr lang="ko-KR" altLang="en-US" sz="1400" b="1" dirty="0" smtClean="0">
                <a:solidFill>
                  <a:srgbClr val="040710"/>
                </a:solidFill>
                <a:latin typeface="굴림체" pitchFamily="49" charset="-127"/>
                <a:ea typeface="굴림체" pitchFamily="49" charset="-127"/>
                <a:cs typeface="Times New Roman" pitchFamily="18" charset="0"/>
              </a:rPr>
              <a:t> 적용 일정</a:t>
            </a:r>
            <a:endParaRPr lang="en-US" altLang="ko-KR" sz="1400" b="1" dirty="0">
              <a:solidFill>
                <a:srgbClr val="040710"/>
              </a:solidFill>
              <a:latin typeface="굴림체" pitchFamily="49" charset="-127"/>
              <a:ea typeface="굴림체" pitchFamily="49" charset="-127"/>
              <a:cs typeface="Times New Roman" pitchFamily="18" charset="0"/>
            </a:endParaRPr>
          </a:p>
          <a:p>
            <a:pPr marL="228600" indent="-228600" eaLnBrk="0" hangingPunct="0">
              <a:spcBef>
                <a:spcPct val="20000"/>
              </a:spcBef>
              <a:buClr>
                <a:schemeClr val="hlink"/>
              </a:buClr>
            </a:pPr>
            <a:r>
              <a:rPr lang="en-US" altLang="ko-KR" sz="1100" b="1" dirty="0">
                <a:solidFill>
                  <a:srgbClr val="040710"/>
                </a:solidFill>
                <a:latin typeface="굴림체" pitchFamily="49" charset="-127"/>
                <a:ea typeface="굴림체" pitchFamily="49" charset="-127"/>
                <a:cs typeface="Times New Roman" pitchFamily="18" charset="0"/>
              </a:rPr>
              <a:t>    -. </a:t>
            </a:r>
            <a:r>
              <a:rPr lang="en-US" altLang="ko-KR" sz="1100" b="1" dirty="0" smtClean="0">
                <a:solidFill>
                  <a:srgbClr val="040710"/>
                </a:solidFill>
                <a:latin typeface="굴림체" pitchFamily="49" charset="-127"/>
                <a:ea typeface="굴림체" pitchFamily="49" charset="-127"/>
                <a:cs typeface="Times New Roman" pitchFamily="18" charset="0"/>
              </a:rPr>
              <a:t>HYUNDAI ROTEM </a:t>
            </a:r>
            <a:r>
              <a:rPr lang="ko-KR" altLang="en-US" sz="1100" b="1" dirty="0" smtClean="0">
                <a:solidFill>
                  <a:srgbClr val="040710"/>
                </a:solidFill>
                <a:latin typeface="굴림체" pitchFamily="49" charset="-127"/>
                <a:ea typeface="굴림체" pitchFamily="49" charset="-127"/>
                <a:cs typeface="Times New Roman" pitchFamily="18" charset="0"/>
              </a:rPr>
              <a:t>창원공장 </a:t>
            </a:r>
            <a:r>
              <a:rPr lang="ko-KR" altLang="en-US" sz="1100" b="1" dirty="0" err="1" smtClean="0">
                <a:solidFill>
                  <a:srgbClr val="040710"/>
                </a:solidFill>
                <a:latin typeface="굴림체" pitchFamily="49" charset="-127"/>
                <a:ea typeface="굴림체" pitchFamily="49" charset="-127"/>
                <a:cs typeface="Times New Roman" pitchFamily="18" charset="0"/>
              </a:rPr>
              <a:t>개선품</a:t>
            </a:r>
            <a:r>
              <a:rPr lang="ko-KR" altLang="en-US" sz="1100" b="1" dirty="0" smtClean="0">
                <a:solidFill>
                  <a:srgbClr val="040710"/>
                </a:solidFill>
                <a:latin typeface="굴림체" pitchFamily="49" charset="-127"/>
                <a:ea typeface="굴림체" pitchFamily="49" charset="-127"/>
                <a:cs typeface="Times New Roman" pitchFamily="18" charset="0"/>
              </a:rPr>
              <a:t> </a:t>
            </a:r>
            <a:r>
              <a:rPr lang="en-US" altLang="ko-KR" sz="1100" b="1" dirty="0" smtClean="0">
                <a:solidFill>
                  <a:srgbClr val="040710"/>
                </a:solidFill>
                <a:latin typeface="굴림체" pitchFamily="49" charset="-127"/>
                <a:ea typeface="굴림체" pitchFamily="49" charset="-127"/>
                <a:cs typeface="Times New Roman" pitchFamily="18" charset="0"/>
              </a:rPr>
              <a:t>TRY </a:t>
            </a:r>
            <a:r>
              <a:rPr lang="ko-KR" altLang="en-US" sz="1100" b="1" dirty="0" smtClean="0">
                <a:solidFill>
                  <a:srgbClr val="040710"/>
                </a:solidFill>
                <a:latin typeface="굴림체" pitchFamily="49" charset="-127"/>
                <a:ea typeface="굴림체" pitchFamily="49" charset="-127"/>
                <a:cs typeface="Times New Roman" pitchFamily="18" charset="0"/>
              </a:rPr>
              <a:t>일정 </a:t>
            </a:r>
            <a:r>
              <a:rPr lang="en-US" altLang="ko-KR" sz="1100" b="1" dirty="0" smtClean="0">
                <a:solidFill>
                  <a:srgbClr val="040710"/>
                </a:solidFill>
                <a:latin typeface="굴림체" pitchFamily="49" charset="-127"/>
                <a:ea typeface="굴림체" pitchFamily="49" charset="-127"/>
                <a:cs typeface="Times New Roman" pitchFamily="18" charset="0"/>
              </a:rPr>
              <a:t>: </a:t>
            </a:r>
            <a:r>
              <a:rPr lang="ko-KR" altLang="en-US" sz="1100" b="1" dirty="0" smtClean="0">
                <a:solidFill>
                  <a:srgbClr val="040710"/>
                </a:solidFill>
                <a:latin typeface="굴림체" pitchFamily="49" charset="-127"/>
                <a:ea typeface="굴림체" pitchFamily="49" charset="-127"/>
                <a:cs typeface="Times New Roman" pitchFamily="18" charset="0"/>
              </a:rPr>
              <a:t>창원 </a:t>
            </a:r>
            <a:r>
              <a:rPr lang="ko-KR" altLang="en-US" sz="1100" b="1" dirty="0" err="1" smtClean="0">
                <a:solidFill>
                  <a:srgbClr val="040710"/>
                </a:solidFill>
                <a:latin typeface="굴림체" pitchFamily="49" charset="-127"/>
                <a:ea typeface="굴림체" pitchFamily="49" charset="-127"/>
                <a:cs typeface="Times New Roman" pitchFamily="18" charset="0"/>
              </a:rPr>
              <a:t>로템</a:t>
            </a:r>
            <a:r>
              <a:rPr lang="ko-KR" altLang="en-US" sz="1100" b="1" dirty="0" smtClean="0">
                <a:solidFill>
                  <a:srgbClr val="040710"/>
                </a:solidFill>
                <a:latin typeface="굴림체" pitchFamily="49" charset="-127"/>
                <a:ea typeface="굴림체" pitchFamily="49" charset="-127"/>
                <a:cs typeface="Times New Roman" pitchFamily="18" charset="0"/>
              </a:rPr>
              <a:t> </a:t>
            </a:r>
            <a:r>
              <a:rPr lang="en-US" altLang="ko-KR" sz="1100" b="1" dirty="0" smtClean="0">
                <a:solidFill>
                  <a:srgbClr val="040710"/>
                </a:solidFill>
                <a:latin typeface="굴림체" pitchFamily="49" charset="-127"/>
                <a:ea typeface="굴림체" pitchFamily="49" charset="-127"/>
                <a:cs typeface="Times New Roman" pitchFamily="18" charset="0"/>
              </a:rPr>
              <a:t>QC </a:t>
            </a:r>
            <a:r>
              <a:rPr lang="ko-KR" altLang="en-US" sz="1100" b="1" dirty="0" smtClean="0">
                <a:solidFill>
                  <a:srgbClr val="040710"/>
                </a:solidFill>
                <a:latin typeface="굴림체" pitchFamily="49" charset="-127"/>
                <a:ea typeface="굴림체" pitchFamily="49" charset="-127"/>
                <a:cs typeface="Times New Roman" pitchFamily="18" charset="0"/>
              </a:rPr>
              <a:t>은상희 대리가 차후 일정 회신</a:t>
            </a:r>
            <a:r>
              <a:rPr lang="en-US" altLang="ko-KR" sz="1100" b="1" dirty="0" smtClean="0">
                <a:solidFill>
                  <a:srgbClr val="040710"/>
                </a:solidFill>
                <a:latin typeface="굴림체" pitchFamily="49" charset="-127"/>
                <a:ea typeface="굴림체" pitchFamily="49" charset="-127"/>
                <a:cs typeface="Times New Roman" pitchFamily="18" charset="0"/>
              </a:rPr>
              <a:t> </a:t>
            </a:r>
            <a:r>
              <a:rPr lang="ko-KR" altLang="en-US" sz="1100" b="1" dirty="0" smtClean="0">
                <a:solidFill>
                  <a:srgbClr val="040710"/>
                </a:solidFill>
                <a:latin typeface="굴림체" pitchFamily="49" charset="-127"/>
                <a:ea typeface="굴림체" pitchFamily="49" charset="-127"/>
                <a:cs typeface="Times New Roman" pitchFamily="18" charset="0"/>
              </a:rPr>
              <a:t>해 </a:t>
            </a:r>
            <a:r>
              <a:rPr lang="ko-KR" altLang="en-US" sz="1100" b="1" dirty="0" err="1" smtClean="0">
                <a:solidFill>
                  <a:srgbClr val="040710"/>
                </a:solidFill>
                <a:latin typeface="굴림체" pitchFamily="49" charset="-127"/>
                <a:ea typeface="굴림체" pitchFamily="49" charset="-127"/>
                <a:cs typeface="Times New Roman" pitchFamily="18" charset="0"/>
              </a:rPr>
              <a:t>주기로함</a:t>
            </a:r>
            <a:r>
              <a:rPr lang="en-US" altLang="ko-KR" sz="1100" b="1" dirty="0" smtClean="0">
                <a:solidFill>
                  <a:srgbClr val="040710"/>
                </a:solidFill>
                <a:latin typeface="굴림체" pitchFamily="49" charset="-127"/>
                <a:ea typeface="굴림체" pitchFamily="49" charset="-127"/>
                <a:cs typeface="Times New Roman" pitchFamily="18" charset="0"/>
              </a:rPr>
              <a:t>.</a:t>
            </a:r>
            <a:r>
              <a:rPr lang="ko-KR" altLang="en-US" sz="1100" b="1" dirty="0" smtClean="0">
                <a:solidFill>
                  <a:srgbClr val="040710"/>
                </a:solidFill>
                <a:latin typeface="굴림체" pitchFamily="49" charset="-127"/>
                <a:ea typeface="굴림체" pitchFamily="49" charset="-127"/>
                <a:cs typeface="Times New Roman" pitchFamily="18" charset="0"/>
              </a:rPr>
              <a:t> </a:t>
            </a:r>
            <a:endParaRPr lang="en-US" altLang="ko-KR" sz="1100" b="1" dirty="0" smtClean="0">
              <a:solidFill>
                <a:srgbClr val="040710"/>
              </a:solidFill>
              <a:latin typeface="굴림체" pitchFamily="49" charset="-127"/>
              <a:ea typeface="굴림체" pitchFamily="49" charset="-127"/>
              <a:cs typeface="Times New Roman" pitchFamily="18" charset="0"/>
            </a:endParaRPr>
          </a:p>
          <a:p>
            <a:pPr marL="228600" indent="-228600" eaLnBrk="0" hangingPunct="0">
              <a:spcBef>
                <a:spcPct val="20000"/>
              </a:spcBef>
              <a:buClr>
                <a:schemeClr val="hlink"/>
              </a:buClr>
            </a:pPr>
            <a:r>
              <a:rPr lang="en-US" altLang="ko-KR" sz="1100" b="1" dirty="0">
                <a:solidFill>
                  <a:srgbClr val="040710"/>
                </a:solidFill>
                <a:latin typeface="굴림체" pitchFamily="49" charset="-127"/>
                <a:ea typeface="굴림체" pitchFamily="49" charset="-127"/>
                <a:cs typeface="Times New Roman" pitchFamily="18" charset="0"/>
              </a:rPr>
              <a:t> </a:t>
            </a:r>
            <a:r>
              <a:rPr lang="en-US" altLang="ko-KR" sz="1100" b="1" dirty="0" smtClean="0">
                <a:solidFill>
                  <a:srgbClr val="040710"/>
                </a:solidFill>
                <a:latin typeface="굴림체" pitchFamily="49" charset="-127"/>
                <a:ea typeface="굴림체" pitchFamily="49" charset="-127"/>
                <a:cs typeface="Times New Roman" pitchFamily="18" charset="0"/>
              </a:rPr>
              <a:t>   -. </a:t>
            </a:r>
            <a:r>
              <a:rPr lang="ko-KR" altLang="en-US" sz="1100" b="1" dirty="0" err="1" smtClean="0">
                <a:solidFill>
                  <a:srgbClr val="040710"/>
                </a:solidFill>
                <a:latin typeface="굴림체" pitchFamily="49" charset="-127"/>
                <a:ea typeface="굴림체" pitchFamily="49" charset="-127"/>
                <a:cs typeface="Times New Roman" pitchFamily="18" charset="0"/>
              </a:rPr>
              <a:t>양산품</a:t>
            </a:r>
            <a:r>
              <a:rPr lang="ko-KR" altLang="en-US" sz="1100" b="1" dirty="0" smtClean="0">
                <a:solidFill>
                  <a:srgbClr val="040710"/>
                </a:solidFill>
                <a:latin typeface="굴림체" pitchFamily="49" charset="-127"/>
                <a:ea typeface="굴림체" pitchFamily="49" charset="-127"/>
                <a:cs typeface="Times New Roman" pitchFamily="18" charset="0"/>
              </a:rPr>
              <a:t> 적용                            </a:t>
            </a:r>
            <a:r>
              <a:rPr lang="en-US" altLang="ko-KR" sz="1100" b="1" dirty="0" smtClean="0">
                <a:solidFill>
                  <a:srgbClr val="040710"/>
                </a:solidFill>
                <a:latin typeface="굴림체" pitchFamily="49" charset="-127"/>
                <a:ea typeface="굴림체" pitchFamily="49" charset="-127"/>
                <a:cs typeface="Times New Roman" pitchFamily="18" charset="0"/>
              </a:rPr>
              <a:t>: TRY OK</a:t>
            </a:r>
            <a:r>
              <a:rPr lang="ko-KR" altLang="en-US" sz="1100" b="1" dirty="0" smtClean="0">
                <a:solidFill>
                  <a:srgbClr val="040710"/>
                </a:solidFill>
                <a:latin typeface="굴림체" pitchFamily="49" charset="-127"/>
                <a:ea typeface="굴림체" pitchFamily="49" charset="-127"/>
                <a:cs typeface="Times New Roman" pitchFamily="18" charset="0"/>
              </a:rPr>
              <a:t>시</a:t>
            </a:r>
            <a:r>
              <a:rPr lang="en-US" altLang="ko-KR" sz="1100" b="1" dirty="0" smtClean="0">
                <a:solidFill>
                  <a:srgbClr val="040710"/>
                </a:solidFill>
                <a:latin typeface="굴림체" pitchFamily="49" charset="-127"/>
                <a:ea typeface="굴림체" pitchFamily="49" charset="-127"/>
                <a:cs typeface="Times New Roman" pitchFamily="18" charset="0"/>
              </a:rPr>
              <a:t>(D) + 10(DAY)</a:t>
            </a:r>
            <a:endParaRPr lang="en-US" altLang="ko-KR" sz="1100" b="1" dirty="0">
              <a:solidFill>
                <a:srgbClr val="040710"/>
              </a:solidFill>
              <a:latin typeface="굴림체" pitchFamily="49" charset="-127"/>
              <a:ea typeface="굴림체" pitchFamily="49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3_cdb2004134l">
  <a:themeElements>
    <a:clrScheme name="3_cdb2004134l 2">
      <a:dk1>
        <a:srgbClr val="23387D"/>
      </a:dk1>
      <a:lt1>
        <a:srgbClr val="FFFFFF"/>
      </a:lt1>
      <a:dk2>
        <a:srgbClr val="1A3D97"/>
      </a:dk2>
      <a:lt2>
        <a:srgbClr val="DDDDDD"/>
      </a:lt2>
      <a:accent1>
        <a:srgbClr val="4972BB"/>
      </a:accent1>
      <a:accent2>
        <a:srgbClr val="6A99D8"/>
      </a:accent2>
      <a:accent3>
        <a:srgbClr val="FFFFFF"/>
      </a:accent3>
      <a:accent4>
        <a:srgbClr val="1C2E6A"/>
      </a:accent4>
      <a:accent5>
        <a:srgbClr val="B1BCDA"/>
      </a:accent5>
      <a:accent6>
        <a:srgbClr val="5F8AC4"/>
      </a:accent6>
      <a:hlink>
        <a:srgbClr val="96B1E6"/>
      </a:hlink>
      <a:folHlink>
        <a:srgbClr val="99C25C"/>
      </a:folHlink>
    </a:clrScheme>
    <a:fontScheme name="3_cdb2004134l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00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07763" dir="2700000" algn="ctr" rotWithShape="0">
            <a:srgbClr val="808080">
              <a:alpha val="50000"/>
            </a:srgbClr>
          </a:outerShdw>
        </a:effectLst>
      </a:spPr>
      <a:bodyPr vert="horz" wrap="square" lIns="91440" tIns="45720" rIns="91440" bIns="45720" numCol="1" anchor="ctr" anchorCtr="1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rgbClr val="FF3300"/>
            </a:solidFill>
            <a:effectLst/>
            <a:latin typeface="HY견고딕" pitchFamily="18" charset="-127"/>
            <a:ea typeface="HY견고딕" pitchFamily="18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00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07763" dir="2700000" algn="ctr" rotWithShape="0">
            <a:srgbClr val="808080">
              <a:alpha val="50000"/>
            </a:srgbClr>
          </a:outerShdw>
        </a:effectLst>
      </a:spPr>
      <a:bodyPr vert="horz" wrap="square" lIns="91440" tIns="45720" rIns="91440" bIns="45720" numCol="1" anchor="ctr" anchorCtr="1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rgbClr val="FF3300"/>
            </a:solidFill>
            <a:effectLst/>
            <a:latin typeface="HY견고딕" pitchFamily="18" charset="-127"/>
            <a:ea typeface="HY견고딕" pitchFamily="18" charset="-127"/>
          </a:defRPr>
        </a:defPPr>
      </a:lstStyle>
    </a:lnDef>
  </a:objectDefaults>
  <a:extraClrSchemeLst>
    <a:extraClrScheme>
      <a:clrScheme name="3_cdb2004134l 1">
        <a:dk1>
          <a:srgbClr val="1D4940"/>
        </a:dk1>
        <a:lt1>
          <a:srgbClr val="FFFFFF"/>
        </a:lt1>
        <a:dk2>
          <a:srgbClr val="3F716F"/>
        </a:dk2>
        <a:lt2>
          <a:srgbClr val="DDDDDD"/>
        </a:lt2>
        <a:accent1>
          <a:srgbClr val="669E86"/>
        </a:accent1>
        <a:accent2>
          <a:srgbClr val="A2CAB4"/>
        </a:accent2>
        <a:accent3>
          <a:srgbClr val="FFFFFF"/>
        </a:accent3>
        <a:accent4>
          <a:srgbClr val="173D35"/>
        </a:accent4>
        <a:accent5>
          <a:srgbClr val="B8CCC3"/>
        </a:accent5>
        <a:accent6>
          <a:srgbClr val="92B7A3"/>
        </a:accent6>
        <a:hlink>
          <a:srgbClr val="8CA35F"/>
        </a:hlink>
        <a:folHlink>
          <a:srgbClr val="C1B05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db2004134l 2">
        <a:dk1>
          <a:srgbClr val="23387D"/>
        </a:dk1>
        <a:lt1>
          <a:srgbClr val="FFFFFF"/>
        </a:lt1>
        <a:dk2>
          <a:srgbClr val="1A3D97"/>
        </a:dk2>
        <a:lt2>
          <a:srgbClr val="DDDDDD"/>
        </a:lt2>
        <a:accent1>
          <a:srgbClr val="4972BB"/>
        </a:accent1>
        <a:accent2>
          <a:srgbClr val="6A99D8"/>
        </a:accent2>
        <a:accent3>
          <a:srgbClr val="FFFFFF"/>
        </a:accent3>
        <a:accent4>
          <a:srgbClr val="1C2E6A"/>
        </a:accent4>
        <a:accent5>
          <a:srgbClr val="B1BCDA"/>
        </a:accent5>
        <a:accent6>
          <a:srgbClr val="5F8AC4"/>
        </a:accent6>
        <a:hlink>
          <a:srgbClr val="96B1E6"/>
        </a:hlink>
        <a:folHlink>
          <a:srgbClr val="99C25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db2004134l 3">
        <a:dk1>
          <a:srgbClr val="23387D"/>
        </a:dk1>
        <a:lt1>
          <a:srgbClr val="FFFFFF"/>
        </a:lt1>
        <a:dk2>
          <a:srgbClr val="1A3D97"/>
        </a:dk2>
        <a:lt2>
          <a:srgbClr val="DDDDDD"/>
        </a:lt2>
        <a:accent1>
          <a:srgbClr val="6E51A7"/>
        </a:accent1>
        <a:accent2>
          <a:srgbClr val="8C8EE0"/>
        </a:accent2>
        <a:accent3>
          <a:srgbClr val="FFFFFF"/>
        </a:accent3>
        <a:accent4>
          <a:srgbClr val="1C2E6A"/>
        </a:accent4>
        <a:accent5>
          <a:srgbClr val="BAB3D0"/>
        </a:accent5>
        <a:accent6>
          <a:srgbClr val="7E80CB"/>
        </a:accent6>
        <a:hlink>
          <a:srgbClr val="96B1E6"/>
        </a:hlink>
        <a:folHlink>
          <a:srgbClr val="7BB32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51570</TotalTime>
  <Words>339</Words>
  <Application>Microsoft Office PowerPoint</Application>
  <PresentationFormat>화면 슬라이드 쇼(4:3)</PresentationFormat>
  <Paragraphs>78</Paragraphs>
  <Slides>4</Slides>
  <Notes>4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5" baseType="lpstr">
      <vt:lpstr>3_cdb2004134l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ROTEM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 Template</dc:title>
  <dc:creator>조종렬</dc:creator>
  <cp:lastModifiedBy>JDS</cp:lastModifiedBy>
  <cp:revision>1447</cp:revision>
  <dcterms:created xsi:type="dcterms:W3CDTF">2006-03-08T22:58:10Z</dcterms:created>
  <dcterms:modified xsi:type="dcterms:W3CDTF">2013-08-09T00:34:57Z</dcterms:modified>
</cp:coreProperties>
</file>