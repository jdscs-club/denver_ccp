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한쪽 모서리는 잘리고 다른 쪽 모서리는 둥근 사각형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각 삼각형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10" name="자유형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84C4D2-041B-4039-A992-4AE19115CE2D}" type="datetimeFigureOut">
              <a:rPr lang="ko-KR" altLang="en-US" smtClean="0"/>
              <a:pPr/>
              <a:t>2011-11-10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03D5372-2F2C-406B-A91F-042D2881C8D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자유형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자유형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1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1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AVL Automated Audio Announcement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2011. 11. 10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41504" y="6329201"/>
            <a:ext cx="9068085" cy="493436"/>
            <a:chOff x="41504" y="6329201"/>
            <a:chExt cx="9068085" cy="493436"/>
          </a:xfrm>
        </p:grpSpPr>
        <p:sp>
          <p:nvSpPr>
            <p:cNvPr id="15" name="직사각형 14"/>
            <p:cNvSpPr/>
            <p:nvPr/>
          </p:nvSpPr>
          <p:spPr>
            <a:xfrm>
              <a:off x="52748" y="6376610"/>
              <a:ext cx="9036496" cy="43676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  <p:pic>
          <p:nvPicPr>
            <p:cNvPr id="16" name="그림 15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3643" y="6375285"/>
              <a:ext cx="1465946" cy="435545"/>
            </a:xfrm>
            <a:prstGeom prst="rect">
              <a:avLst/>
            </a:prstGeom>
          </p:spPr>
        </p:pic>
        <p:pic>
          <p:nvPicPr>
            <p:cNvPr id="17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04" y="6387092"/>
              <a:ext cx="880243" cy="435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직사각형 17"/>
            <p:cNvSpPr/>
            <p:nvPr/>
          </p:nvSpPr>
          <p:spPr>
            <a:xfrm flipV="1">
              <a:off x="43132" y="6329201"/>
              <a:ext cx="9057736" cy="45719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41504" y="6329201"/>
            <a:ext cx="9068085" cy="493436"/>
            <a:chOff x="41504" y="6329201"/>
            <a:chExt cx="9068085" cy="493436"/>
          </a:xfrm>
        </p:grpSpPr>
        <p:sp>
          <p:nvSpPr>
            <p:cNvPr id="5" name="직사각형 4"/>
            <p:cNvSpPr/>
            <p:nvPr/>
          </p:nvSpPr>
          <p:spPr>
            <a:xfrm>
              <a:off x="52748" y="6376610"/>
              <a:ext cx="9036496" cy="436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3643" y="6375285"/>
              <a:ext cx="1465946" cy="435545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04" y="6387092"/>
              <a:ext cx="880243" cy="435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43132" y="6329201"/>
              <a:ext cx="9057736" cy="45719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6" y="1124744"/>
            <a:ext cx="822960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275856" y="260648"/>
            <a:ext cx="186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AVL </a:t>
            </a:r>
            <a:r>
              <a:rPr lang="ko-KR" altLang="en-US" dirty="0" smtClean="0"/>
              <a:t>시스템 구성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41504" y="6329201"/>
            <a:ext cx="9068085" cy="493436"/>
            <a:chOff x="41504" y="6329201"/>
            <a:chExt cx="9068085" cy="493436"/>
          </a:xfrm>
        </p:grpSpPr>
        <p:sp>
          <p:nvSpPr>
            <p:cNvPr id="5" name="직사각형 4"/>
            <p:cNvSpPr/>
            <p:nvPr/>
          </p:nvSpPr>
          <p:spPr>
            <a:xfrm>
              <a:off x="52748" y="6376610"/>
              <a:ext cx="9036496" cy="436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3643" y="6375285"/>
              <a:ext cx="1465946" cy="435545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04" y="6387092"/>
              <a:ext cx="880243" cy="435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43132" y="6329201"/>
              <a:ext cx="9057736" cy="45719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onstantia" pitchFamily="18" charset="0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39" y="836712"/>
            <a:ext cx="4295775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45997" y="1264224"/>
            <a:ext cx="30125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/>
              <a:t>CCP</a:t>
            </a:r>
            <a:r>
              <a:rPr lang="ko-KR" altLang="en-US" sz="1400" dirty="0" smtClean="0"/>
              <a:t>는 차량 </a:t>
            </a:r>
            <a:r>
              <a:rPr lang="ko-KR" altLang="en-US" sz="1400" dirty="0" err="1" smtClean="0"/>
              <a:t>이동시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CMU</a:t>
            </a:r>
            <a:r>
              <a:rPr lang="ko-KR" altLang="en-US" sz="1400" dirty="0" smtClean="0"/>
              <a:t>로 부터 수신한</a:t>
            </a:r>
            <a:r>
              <a:rPr lang="en-US" altLang="ko-KR" sz="1400" dirty="0" smtClean="0"/>
              <a:t>GPS DATA</a:t>
            </a:r>
            <a:r>
              <a:rPr lang="ko-KR" altLang="en-US" sz="1400" dirty="0" smtClean="0"/>
              <a:t>이용하여 현재 위치를 계산 한다</a:t>
            </a:r>
            <a:r>
              <a:rPr lang="en-US" altLang="ko-KR" sz="1400" dirty="0" smtClean="0"/>
              <a:t>. 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GPS </a:t>
            </a:r>
            <a:r>
              <a:rPr lang="ko-KR" altLang="en-US" sz="1400" dirty="0" smtClean="0"/>
              <a:t>데이터를 사용자가 미리 입력한 스케줄 </a:t>
            </a:r>
            <a:r>
              <a:rPr lang="en-US" altLang="ko-KR" sz="1400" dirty="0" smtClean="0"/>
              <a:t>DATA </a:t>
            </a:r>
            <a:r>
              <a:rPr lang="ko-KR" altLang="en-US" sz="1400" dirty="0" smtClean="0"/>
              <a:t>와 비교 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현재 위치가 스케줄 </a:t>
            </a:r>
            <a:r>
              <a:rPr lang="en-US" altLang="ko-KR" sz="1400" dirty="0" smtClean="0"/>
              <a:t>DATA</a:t>
            </a:r>
            <a:r>
              <a:rPr lang="ko-KR" altLang="en-US" sz="1400" dirty="0" smtClean="0"/>
              <a:t>와 일치 할 경우</a:t>
            </a:r>
            <a:r>
              <a:rPr lang="en-US" altLang="ko-KR" sz="1400" dirty="0" smtClean="0"/>
              <a:t>PAC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이용하여 방송 및 </a:t>
            </a:r>
            <a:r>
              <a:rPr lang="en-US" altLang="ko-KR" sz="1400" dirty="0" smtClean="0"/>
              <a:t>LED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표출</a:t>
            </a:r>
            <a:r>
              <a:rPr lang="en-US" altLang="ko-KR" sz="1400" dirty="0" smtClean="0"/>
              <a:t>, CNCS</a:t>
            </a:r>
            <a:r>
              <a:rPr lang="ko-KR" altLang="en-US" sz="1400" dirty="0" smtClean="0"/>
              <a:t>를 이용하여 </a:t>
            </a:r>
            <a:r>
              <a:rPr lang="en-US" altLang="ko-KR" sz="1400" dirty="0" smtClean="0"/>
              <a:t>LCD</a:t>
            </a:r>
            <a:r>
              <a:rPr lang="ko-KR" altLang="en-US" sz="1400" dirty="0" smtClean="0"/>
              <a:t>에 동영상을 표출 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* GPS </a:t>
            </a:r>
            <a:r>
              <a:rPr lang="ko-KR" altLang="en-US" sz="1400" dirty="0" smtClean="0"/>
              <a:t>수신 데이터와 </a:t>
            </a:r>
            <a:r>
              <a:rPr lang="ko-KR" altLang="en-US" sz="1400" dirty="0" err="1" smtClean="0"/>
              <a:t>함계</a:t>
            </a:r>
            <a:r>
              <a:rPr lang="ko-KR" altLang="en-US" sz="1400" dirty="0" smtClean="0"/>
              <a:t> 정확도를 높이기 위해 차량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타코</a:t>
            </a:r>
            <a:r>
              <a:rPr lang="ko-KR" altLang="en-US" sz="1400" dirty="0" smtClean="0"/>
              <a:t> 신호를 사용 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</a:t>
            </a:r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707904" y="260648"/>
            <a:ext cx="2446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AVL </a:t>
            </a:r>
            <a:r>
              <a:rPr lang="ko-KR" altLang="en-US" dirty="0" smtClean="0"/>
              <a:t>블록 </a:t>
            </a:r>
            <a:r>
              <a:rPr lang="ko-KR" altLang="en-US" dirty="0" err="1" smtClean="0"/>
              <a:t>다이어</a:t>
            </a:r>
            <a:r>
              <a:rPr lang="ko-KR" altLang="en-US" dirty="0" smtClean="0"/>
              <a:t> 그램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1340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흐름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249</TotalTime>
  <Words>83</Words>
  <Application>Microsoft Office PowerPoint</Application>
  <PresentationFormat>화면 슬라이드 쇼(4:3)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흐름</vt:lpstr>
      <vt:lpstr>AVL Automated Audio Announcement</vt:lpstr>
      <vt:lpstr>PowerPoint 프레젠테이션</vt:lpstr>
      <vt:lpstr>PowerPoint 프레젠테이션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Automated Audio Announcement</dc:title>
  <dc:creator>Your User Name</dc:creator>
  <cp:lastModifiedBy>JDS_SSD</cp:lastModifiedBy>
  <cp:revision>26</cp:revision>
  <dcterms:created xsi:type="dcterms:W3CDTF">2011-11-10T00:56:52Z</dcterms:created>
  <dcterms:modified xsi:type="dcterms:W3CDTF">2011-11-10T08:32:54Z</dcterms:modified>
</cp:coreProperties>
</file>