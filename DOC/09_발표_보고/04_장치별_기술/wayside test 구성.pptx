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1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61D2-F278-4895-8A96-A1D828F2E7F5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9C849-55BF-438F-9DED-C5BF99F619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06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61D2-F278-4895-8A96-A1D828F2E7F5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9C849-55BF-438F-9DED-C5BF99F619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29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61D2-F278-4895-8A96-A1D828F2E7F5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9C849-55BF-438F-9DED-C5BF99F619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647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61D2-F278-4895-8A96-A1D828F2E7F5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9C849-55BF-438F-9DED-C5BF99F619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422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61D2-F278-4895-8A96-A1D828F2E7F5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9C849-55BF-438F-9DED-C5BF99F619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738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61D2-F278-4895-8A96-A1D828F2E7F5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9C849-55BF-438F-9DED-C5BF99F619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870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61D2-F278-4895-8A96-A1D828F2E7F5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9C849-55BF-438F-9DED-C5BF99F619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94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61D2-F278-4895-8A96-A1D828F2E7F5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9C849-55BF-438F-9DED-C5BF99F619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181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61D2-F278-4895-8A96-A1D828F2E7F5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9C849-55BF-438F-9DED-C5BF99F619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29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61D2-F278-4895-8A96-A1D828F2E7F5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9C849-55BF-438F-9DED-C5BF99F619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31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61D2-F278-4895-8A96-A1D828F2E7F5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9C849-55BF-438F-9DED-C5BF99F619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704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361D2-F278-4895-8A96-A1D828F2E7F5}" type="datetimeFigureOut">
              <a:rPr lang="ko-KR" altLang="en-US" smtClean="0"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9C849-55BF-438F-9DED-C5BF99F619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67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26597" y="4160060"/>
            <a:ext cx="27224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MDS </a:t>
            </a:r>
            <a:r>
              <a:rPr lang="ko-KR" altLang="en-US" dirty="0" smtClean="0"/>
              <a:t>파일</a:t>
            </a:r>
            <a:r>
              <a:rPr lang="en-US" altLang="ko-KR" dirty="0" smtClean="0"/>
              <a:t> </a:t>
            </a:r>
            <a:r>
              <a:rPr lang="ko-KR" altLang="en-US" dirty="0" smtClean="0"/>
              <a:t>전송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VOIP </a:t>
            </a:r>
            <a:r>
              <a:rPr lang="ko-KR" altLang="en-US" dirty="0" smtClean="0"/>
              <a:t>음성</a:t>
            </a:r>
            <a:r>
              <a:rPr lang="en-US" altLang="ko-KR" dirty="0" smtClean="0"/>
              <a:t> </a:t>
            </a:r>
            <a:r>
              <a:rPr lang="ko-KR" altLang="en-US" dirty="0" smtClean="0"/>
              <a:t>통화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/>
            </a:pPr>
            <a:r>
              <a:rPr lang="en-US" altLang="ko-KR" dirty="0" smtClean="0"/>
              <a:t>TEXT </a:t>
            </a:r>
            <a:r>
              <a:rPr lang="ko-KR" altLang="en-US" dirty="0" smtClean="0"/>
              <a:t>전송</a:t>
            </a:r>
            <a:r>
              <a:rPr lang="en-US" altLang="ko-KR" dirty="0" smtClean="0"/>
              <a:t> </a:t>
            </a:r>
            <a:r>
              <a:rPr lang="ko-KR" altLang="en-US" dirty="0" smtClean="0"/>
              <a:t>형식 정의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pSp>
        <p:nvGrpSpPr>
          <p:cNvPr id="23" name="그룹 22"/>
          <p:cNvGrpSpPr/>
          <p:nvPr/>
        </p:nvGrpSpPr>
        <p:grpSpPr>
          <a:xfrm>
            <a:off x="1066831" y="328709"/>
            <a:ext cx="6025449" cy="2651545"/>
            <a:chOff x="1066831" y="328709"/>
            <a:chExt cx="6025449" cy="2651545"/>
          </a:xfrm>
        </p:grpSpPr>
        <p:sp>
          <p:nvSpPr>
            <p:cNvPr id="20" name="직사각형 19"/>
            <p:cNvSpPr/>
            <p:nvPr/>
          </p:nvSpPr>
          <p:spPr>
            <a:xfrm>
              <a:off x="3310097" y="379953"/>
              <a:ext cx="2810769" cy="923330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96000"/>
                </a:schemeClr>
              </a:glow>
              <a:softEdge rad="88900"/>
            </a:effectLst>
          </p:spPr>
          <p:txBody>
            <a:bodyPr wrap="none" lIns="91440" tIns="45720" rIns="91440" bIns="45720">
              <a:spAutoFit/>
              <a:scene3d>
                <a:camera prst="orthographicFront"/>
                <a:lightRig rig="flat" dir="tl"/>
              </a:scene3d>
              <a:sp3d contourW="19050" prstMaterial="clear">
                <a:bevelT w="50800" h="50800"/>
                <a:contourClr>
                  <a:schemeClr val="accent5">
                    <a:tint val="70000"/>
                    <a:satMod val="180000"/>
                    <a:alpha val="70000"/>
                  </a:schemeClr>
                </a:contourClr>
              </a:sp3d>
            </a:bodyPr>
            <a:lstStyle/>
            <a:p>
              <a:pPr algn="ctr"/>
              <a:r>
                <a:rPr lang="en-US" altLang="ko-KR" sz="5400" dirty="0"/>
                <a:t>WABTEC</a:t>
              </a:r>
              <a:endParaRPr lang="en-US" altLang="ko-KR" sz="5400" b="1" cap="none" spc="0" dirty="0">
                <a:ln/>
                <a:solidFill>
                  <a:schemeClr val="accent5">
                    <a:tint val="50000"/>
                    <a:satMod val="180000"/>
                  </a:schemeClr>
                </a:solidFill>
                <a:effectLst/>
              </a:endParaRPr>
            </a:p>
          </p:txBody>
        </p:sp>
        <p:pic>
          <p:nvPicPr>
            <p:cNvPr id="1027" name="Picture 3" descr="C:\Users\JDS_SSD\Desktop\JDS_PRO\DENVER\설계\DENVER 그림\DENVER20111018그림\CRA20111018.bmp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094"/>
            <a:stretch/>
          </p:blipFill>
          <p:spPr bwMode="auto">
            <a:xfrm>
              <a:off x="1066831" y="1772816"/>
              <a:ext cx="1765664" cy="12074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그림 8"/>
            <p:cNvPicPr/>
            <p:nvPr/>
          </p:nvPicPr>
          <p:blipFill>
            <a:blip r:embed="rId3"/>
            <a:stretch>
              <a:fillRect/>
            </a:stretch>
          </p:blipFill>
          <p:spPr>
            <a:xfrm rot="19760010">
              <a:off x="4213831" y="328709"/>
              <a:ext cx="1003300" cy="750887"/>
            </a:xfrm>
            <a:prstGeom prst="rect">
              <a:avLst/>
            </a:prstGeom>
          </p:spPr>
        </p:pic>
        <p:sp>
          <p:nvSpPr>
            <p:cNvPr id="16" name="직사각형 15"/>
            <p:cNvSpPr/>
            <p:nvPr/>
          </p:nvSpPr>
          <p:spPr>
            <a:xfrm>
              <a:off x="2809272" y="1063144"/>
              <a:ext cx="720080" cy="21297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CMU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>
              <a:off x="1828800" y="1303283"/>
              <a:ext cx="1429323" cy="1229710"/>
            </a:xfrm>
            <a:custGeom>
              <a:avLst/>
              <a:gdLst>
                <a:gd name="connsiteX0" fmla="*/ 1313793 w 1429323"/>
                <a:gd name="connsiteY0" fmla="*/ 0 h 1229710"/>
                <a:gd name="connsiteX1" fmla="*/ 1334814 w 1429323"/>
                <a:gd name="connsiteY1" fmla="*/ 420414 h 1229710"/>
                <a:gd name="connsiteX2" fmla="*/ 283779 w 1429323"/>
                <a:gd name="connsiteY2" fmla="*/ 294289 h 1229710"/>
                <a:gd name="connsiteX3" fmla="*/ 0 w 1429323"/>
                <a:gd name="connsiteY3" fmla="*/ 1229710 h 12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9323" h="1229710">
                  <a:moveTo>
                    <a:pt x="1313793" y="0"/>
                  </a:moveTo>
                  <a:cubicBezTo>
                    <a:pt x="1410138" y="185683"/>
                    <a:pt x="1506483" y="371366"/>
                    <a:pt x="1334814" y="420414"/>
                  </a:cubicBezTo>
                  <a:cubicBezTo>
                    <a:pt x="1163145" y="469462"/>
                    <a:pt x="506248" y="159406"/>
                    <a:pt x="283779" y="294289"/>
                  </a:cubicBezTo>
                  <a:cubicBezTo>
                    <a:pt x="61310" y="429172"/>
                    <a:pt x="30655" y="829441"/>
                    <a:pt x="0" y="122971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8" name="구름 17"/>
            <p:cNvSpPr/>
            <p:nvPr/>
          </p:nvSpPr>
          <p:spPr>
            <a:xfrm>
              <a:off x="2338684" y="332656"/>
              <a:ext cx="4753596" cy="1224136"/>
            </a:xfrm>
            <a:prstGeom prst="cloud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8" name="Picture 4" descr="C:\Users\JDS_SSD\AppData\Local\Microsoft\Windows\Temporary Internet Files\Content.IE5\4WK9I4JO\MC900428969[1].wm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1048" y="460004"/>
              <a:ext cx="488470" cy="677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/>
            <p:cNvSpPr txBox="1"/>
            <p:nvPr/>
          </p:nvSpPr>
          <p:spPr>
            <a:xfrm>
              <a:off x="1796037" y="1519289"/>
              <a:ext cx="10081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E-Net cable</a:t>
              </a:r>
              <a:endParaRPr lang="ko-KR" altLang="en-US" sz="10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40580" y="1069784"/>
              <a:ext cx="6480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Server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8359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17</Words>
  <Application>Microsoft Office PowerPoint</Application>
  <PresentationFormat>화면 슬라이드 쇼(4:3)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5</cp:revision>
  <dcterms:created xsi:type="dcterms:W3CDTF">2012-06-22T04:21:10Z</dcterms:created>
  <dcterms:modified xsi:type="dcterms:W3CDTF">2012-06-22T05:54:23Z</dcterms:modified>
</cp:coreProperties>
</file>