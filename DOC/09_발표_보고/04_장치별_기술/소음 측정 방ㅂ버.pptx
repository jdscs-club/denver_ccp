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912" y="-6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406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91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13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1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6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238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51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52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982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15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22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41411-EE8C-460D-A27D-494734881E42}" type="datetimeFigureOut">
              <a:rPr lang="ko-KR" altLang="en-US" smtClean="0"/>
              <a:t>2012-02-02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62227-533B-4D8A-B59C-1B02B76DC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07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616684" y="402928"/>
            <a:ext cx="7830786" cy="5532013"/>
            <a:chOff x="616684" y="402928"/>
            <a:chExt cx="7830786" cy="5532013"/>
          </a:xfrm>
        </p:grpSpPr>
        <p:pic>
          <p:nvPicPr>
            <p:cNvPr id="1029" name="Picture 5" descr="C:\Users\JDS_SSD\Desktop\JDS_PRO\DENVER\설계\DENVER 그림\DENVER20111018그림\ISP 20111018.bmp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93" t="5519" b="10318"/>
            <a:stretch/>
          </p:blipFill>
          <p:spPr bwMode="auto">
            <a:xfrm flipH="1">
              <a:off x="1115616" y="792122"/>
              <a:ext cx="1571214" cy="1399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그룹 11"/>
            <p:cNvGrpSpPr/>
            <p:nvPr/>
          </p:nvGrpSpPr>
          <p:grpSpPr>
            <a:xfrm rot="5400000">
              <a:off x="4747642" y="3491036"/>
              <a:ext cx="1460029" cy="904875"/>
              <a:chOff x="6215980" y="1083965"/>
              <a:chExt cx="1460029" cy="904875"/>
            </a:xfrm>
          </p:grpSpPr>
          <p:sp>
            <p:nvSpPr>
              <p:cNvPr id="6" name="Sound"/>
              <p:cNvSpPr>
                <a:spLocks noEditPoints="1" noChangeArrowheads="1"/>
              </p:cNvSpPr>
              <p:nvPr/>
            </p:nvSpPr>
            <p:spPr bwMode="auto">
              <a:xfrm rot="10800000">
                <a:off x="6215980" y="1162842"/>
                <a:ext cx="1236340" cy="735808"/>
              </a:xfrm>
              <a:custGeom>
                <a:avLst/>
                <a:gdLst>
                  <a:gd name="T0" fmla="*/ 11164 w 21600"/>
                  <a:gd name="T1" fmla="*/ 21159 h 21600"/>
                  <a:gd name="T2" fmla="*/ 11164 w 21600"/>
                  <a:gd name="T3" fmla="*/ 0 h 21600"/>
                  <a:gd name="T4" fmla="*/ 0 w 21600"/>
                  <a:gd name="T5" fmla="*/ 10800 h 21600"/>
                  <a:gd name="T6" fmla="*/ 21600 w 21600"/>
                  <a:gd name="T7" fmla="*/ 10800 h 21600"/>
                  <a:gd name="T8" fmla="*/ 761 w 21600"/>
                  <a:gd name="T9" fmla="*/ 22454 h 21600"/>
                  <a:gd name="T10" fmla="*/ 21069 w 21600"/>
                  <a:gd name="T11" fmla="*/ 2828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7273"/>
                    </a:moveTo>
                    <a:lnTo>
                      <a:pt x="5824" y="7273"/>
                    </a:lnTo>
                    <a:lnTo>
                      <a:pt x="11164" y="0"/>
                    </a:lnTo>
                    <a:lnTo>
                      <a:pt x="11164" y="21159"/>
                    </a:lnTo>
                    <a:lnTo>
                      <a:pt x="5824" y="13885"/>
                    </a:lnTo>
                    <a:lnTo>
                      <a:pt x="0" y="13885"/>
                    </a:lnTo>
                    <a:lnTo>
                      <a:pt x="0" y="7273"/>
                    </a:lnTo>
                    <a:close/>
                  </a:path>
                  <a:path w="21600" h="21600">
                    <a:moveTo>
                      <a:pt x="13024" y="7273"/>
                    </a:moveTo>
                    <a:lnTo>
                      <a:pt x="13591" y="6722"/>
                    </a:lnTo>
                    <a:lnTo>
                      <a:pt x="13833" y="7548"/>
                    </a:lnTo>
                    <a:lnTo>
                      <a:pt x="14076" y="8485"/>
                    </a:lnTo>
                    <a:lnTo>
                      <a:pt x="14157" y="9367"/>
                    </a:lnTo>
                    <a:lnTo>
                      <a:pt x="14197" y="10524"/>
                    </a:lnTo>
                    <a:lnTo>
                      <a:pt x="14197" y="11406"/>
                    </a:lnTo>
                    <a:lnTo>
                      <a:pt x="14116" y="12012"/>
                    </a:lnTo>
                    <a:lnTo>
                      <a:pt x="13995" y="12728"/>
                    </a:lnTo>
                    <a:lnTo>
                      <a:pt x="13833" y="13444"/>
                    </a:lnTo>
                    <a:lnTo>
                      <a:pt x="13712" y="14106"/>
                    </a:lnTo>
                    <a:lnTo>
                      <a:pt x="13591" y="14546"/>
                    </a:lnTo>
                    <a:lnTo>
                      <a:pt x="13065" y="13885"/>
                    </a:lnTo>
                    <a:lnTo>
                      <a:pt x="13307" y="12893"/>
                    </a:lnTo>
                    <a:lnTo>
                      <a:pt x="13469" y="11791"/>
                    </a:lnTo>
                    <a:lnTo>
                      <a:pt x="13550" y="10910"/>
                    </a:lnTo>
                    <a:lnTo>
                      <a:pt x="13591" y="10138"/>
                    </a:lnTo>
                    <a:lnTo>
                      <a:pt x="13469" y="9367"/>
                    </a:lnTo>
                    <a:lnTo>
                      <a:pt x="13388" y="8595"/>
                    </a:lnTo>
                    <a:lnTo>
                      <a:pt x="13267" y="7934"/>
                    </a:lnTo>
                    <a:lnTo>
                      <a:pt x="13024" y="7273"/>
                    </a:lnTo>
                    <a:close/>
                  </a:path>
                  <a:path w="21600" h="21600">
                    <a:moveTo>
                      <a:pt x="16382" y="3967"/>
                    </a:moveTo>
                    <a:lnTo>
                      <a:pt x="16786" y="5179"/>
                    </a:lnTo>
                    <a:lnTo>
                      <a:pt x="17150" y="6612"/>
                    </a:lnTo>
                    <a:lnTo>
                      <a:pt x="17474" y="8651"/>
                    </a:lnTo>
                    <a:lnTo>
                      <a:pt x="17595" y="9753"/>
                    </a:lnTo>
                    <a:lnTo>
                      <a:pt x="17635" y="12012"/>
                    </a:lnTo>
                    <a:lnTo>
                      <a:pt x="17393" y="13665"/>
                    </a:lnTo>
                    <a:lnTo>
                      <a:pt x="17150" y="15208"/>
                    </a:lnTo>
                    <a:lnTo>
                      <a:pt x="16786" y="16310"/>
                    </a:lnTo>
                    <a:lnTo>
                      <a:pt x="16341" y="17687"/>
                    </a:lnTo>
                    <a:lnTo>
                      <a:pt x="15815" y="17081"/>
                    </a:lnTo>
                    <a:lnTo>
                      <a:pt x="16503" y="14602"/>
                    </a:lnTo>
                    <a:lnTo>
                      <a:pt x="16786" y="13169"/>
                    </a:lnTo>
                    <a:lnTo>
                      <a:pt x="16867" y="12012"/>
                    </a:lnTo>
                    <a:lnTo>
                      <a:pt x="16867" y="9642"/>
                    </a:lnTo>
                    <a:lnTo>
                      <a:pt x="16705" y="7989"/>
                    </a:lnTo>
                    <a:lnTo>
                      <a:pt x="16422" y="6612"/>
                    </a:lnTo>
                    <a:lnTo>
                      <a:pt x="16220" y="5675"/>
                    </a:lnTo>
                    <a:lnTo>
                      <a:pt x="15856" y="4518"/>
                    </a:lnTo>
                    <a:lnTo>
                      <a:pt x="16382" y="3967"/>
                    </a:lnTo>
                    <a:close/>
                  </a:path>
                  <a:path w="21600" h="21600">
                    <a:moveTo>
                      <a:pt x="18889" y="1377"/>
                    </a:moveTo>
                    <a:lnTo>
                      <a:pt x="19415" y="826"/>
                    </a:lnTo>
                    <a:lnTo>
                      <a:pt x="20194" y="2576"/>
                    </a:lnTo>
                    <a:lnTo>
                      <a:pt x="20831" y="4683"/>
                    </a:lnTo>
                    <a:lnTo>
                      <a:pt x="21357" y="7204"/>
                    </a:lnTo>
                    <a:lnTo>
                      <a:pt x="21650" y="9450"/>
                    </a:lnTo>
                    <a:lnTo>
                      <a:pt x="21600" y="12301"/>
                    </a:lnTo>
                    <a:lnTo>
                      <a:pt x="21215" y="15938"/>
                    </a:lnTo>
                    <a:lnTo>
                      <a:pt x="20629" y="18348"/>
                    </a:lnTo>
                    <a:lnTo>
                      <a:pt x="19415" y="21655"/>
                    </a:lnTo>
                    <a:lnTo>
                      <a:pt x="18889" y="21159"/>
                    </a:lnTo>
                    <a:lnTo>
                      <a:pt x="19901" y="18404"/>
                    </a:lnTo>
                    <a:lnTo>
                      <a:pt x="20467" y="15593"/>
                    </a:lnTo>
                    <a:lnTo>
                      <a:pt x="20791" y="12342"/>
                    </a:lnTo>
                    <a:lnTo>
                      <a:pt x="20871" y="9532"/>
                    </a:lnTo>
                    <a:lnTo>
                      <a:pt x="20629" y="7411"/>
                    </a:lnTo>
                    <a:lnTo>
                      <a:pt x="20062" y="4628"/>
                    </a:lnTo>
                    <a:lnTo>
                      <a:pt x="19415" y="2810"/>
                    </a:lnTo>
                    <a:lnTo>
                      <a:pt x="18889" y="1377"/>
                    </a:lnTo>
                    <a:close/>
                  </a:path>
                </a:pathLst>
              </a:custGeom>
              <a:solidFill>
                <a:srgbClr val="FFBE7D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" name="정육면체 4"/>
              <p:cNvSpPr/>
              <p:nvPr/>
            </p:nvSpPr>
            <p:spPr>
              <a:xfrm>
                <a:off x="6804248" y="1083965"/>
                <a:ext cx="871761" cy="904875"/>
              </a:xfrm>
              <a:prstGeom prst="cube">
                <a:avLst>
                  <a:gd name="adj" fmla="val 1168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5339851" y="821901"/>
              <a:ext cx="256054" cy="1401931"/>
              <a:chOff x="1934024" y="548680"/>
              <a:chExt cx="256054" cy="1401931"/>
            </a:xfrm>
          </p:grpSpPr>
          <p:grpSp>
            <p:nvGrpSpPr>
              <p:cNvPr id="13" name="그룹 12"/>
              <p:cNvGrpSpPr/>
              <p:nvPr/>
            </p:nvGrpSpPr>
            <p:grpSpPr>
              <a:xfrm>
                <a:off x="2101795" y="548680"/>
                <a:ext cx="88283" cy="1399551"/>
                <a:chOff x="7411417" y="1438356"/>
                <a:chExt cx="88283" cy="1399551"/>
              </a:xfrm>
            </p:grpSpPr>
            <p:sp>
              <p:nvSpPr>
                <p:cNvPr id="17" name="Rectangle 575" descr="60%"/>
                <p:cNvSpPr>
                  <a:spLocks noChangeArrowheads="1"/>
                </p:cNvSpPr>
                <p:nvPr/>
              </p:nvSpPr>
              <p:spPr bwMode="auto">
                <a:xfrm rot="10800000">
                  <a:off x="7411899" y="2787715"/>
                  <a:ext cx="87801" cy="50192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18" name="Rectangle 576"/>
                <p:cNvSpPr>
                  <a:spLocks noChangeArrowheads="1"/>
                </p:cNvSpPr>
                <p:nvPr/>
              </p:nvSpPr>
              <p:spPr bwMode="auto">
                <a:xfrm rot="10800000">
                  <a:off x="7411417" y="2675401"/>
                  <a:ext cx="87801" cy="111902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19" name="Line 572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6840517" y="2051345"/>
                  <a:ext cx="1228272" cy="2293"/>
                </a:xfrm>
                <a:prstGeom prst="line">
                  <a:avLst/>
                </a:prstGeom>
                <a:noFill/>
                <a:ln w="25400">
                  <a:solidFill>
                    <a:srgbClr val="808000"/>
                  </a:solidFill>
                  <a:round/>
                  <a:headEnd/>
                  <a:tailEnd type="none" w="med" len="lg"/>
                </a:ln>
              </p:spPr>
              <p:txBody>
                <a:bodyPr lIns="91416" tIns="45708" rIns="91416" bIns="45708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21" name="그룹 20"/>
              <p:cNvGrpSpPr/>
              <p:nvPr/>
            </p:nvGrpSpPr>
            <p:grpSpPr>
              <a:xfrm>
                <a:off x="1934024" y="551060"/>
                <a:ext cx="88283" cy="1399551"/>
                <a:chOff x="7411417" y="1438356"/>
                <a:chExt cx="88283" cy="1399551"/>
              </a:xfrm>
            </p:grpSpPr>
            <p:sp>
              <p:nvSpPr>
                <p:cNvPr id="22" name="Rectangle 575" descr="60%"/>
                <p:cNvSpPr>
                  <a:spLocks noChangeArrowheads="1"/>
                </p:cNvSpPr>
                <p:nvPr/>
              </p:nvSpPr>
              <p:spPr bwMode="auto">
                <a:xfrm rot="10800000">
                  <a:off x="7411899" y="2787715"/>
                  <a:ext cx="87801" cy="50192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3" name="Rectangle 576"/>
                <p:cNvSpPr>
                  <a:spLocks noChangeArrowheads="1"/>
                </p:cNvSpPr>
                <p:nvPr/>
              </p:nvSpPr>
              <p:spPr bwMode="auto">
                <a:xfrm rot="10800000">
                  <a:off x="7411417" y="2675401"/>
                  <a:ext cx="87801" cy="111902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4" name="Line 572"/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6840517" y="2051345"/>
                  <a:ext cx="1228272" cy="2293"/>
                </a:xfrm>
                <a:prstGeom prst="line">
                  <a:avLst/>
                </a:prstGeom>
                <a:noFill/>
                <a:ln w="25400">
                  <a:solidFill>
                    <a:srgbClr val="808000"/>
                  </a:solidFill>
                  <a:round/>
                  <a:headEnd/>
                  <a:tailEnd type="none" w="med" len="lg"/>
                </a:ln>
              </p:spPr>
              <p:txBody>
                <a:bodyPr lIns="91416" tIns="45708" rIns="91416" bIns="45708"/>
                <a:lstStyle/>
                <a:p>
                  <a:endParaRPr lang="ko-KR" altLang="en-US"/>
                </a:p>
              </p:txBody>
            </p:sp>
          </p:grpSp>
        </p:grpSp>
        <p:pic>
          <p:nvPicPr>
            <p:cNvPr id="25" name="Picture 2" descr="C:\Users\JDS_SSD\Pictures\untitled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5448" y="2644224"/>
              <a:ext cx="97155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오른쪽 화살표 14"/>
            <p:cNvSpPr/>
            <p:nvPr/>
          </p:nvSpPr>
          <p:spPr>
            <a:xfrm>
              <a:off x="3182370" y="2602214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8" name="Picture 5" descr="C:\Users\JDS_SSD\Desktop\JDS_PRO\DENVER\설계\DENVER 그림\DENVER20111018그림\ISP 20111018.bmp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093" t="5519" b="10318"/>
            <a:stretch/>
          </p:blipFill>
          <p:spPr bwMode="auto">
            <a:xfrm flipH="1">
              <a:off x="6876256" y="931516"/>
              <a:ext cx="1571214" cy="1399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" descr="C:\Users\JDS_SSD\Pictures\untitled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6183" y="2437674"/>
              <a:ext cx="971550" cy="1809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설명선 1 15"/>
            <p:cNvSpPr/>
            <p:nvPr/>
          </p:nvSpPr>
          <p:spPr>
            <a:xfrm>
              <a:off x="616684" y="5322293"/>
              <a:ext cx="1597528" cy="612648"/>
            </a:xfrm>
            <a:prstGeom prst="borderCallout1">
              <a:avLst>
                <a:gd name="adj1" fmla="val -12048"/>
                <a:gd name="adj2" fmla="val 70711"/>
                <a:gd name="adj3" fmla="val -340000"/>
                <a:gd name="adj4" fmla="val 7504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일반적인 방송 출력 측정</a:t>
              </a:r>
              <a:r>
                <a:rPr lang="en-US" altLang="ko-KR" sz="1200" dirty="0" smtClean="0"/>
                <a:t>.</a:t>
              </a:r>
              <a:endParaRPr lang="ko-KR" altLang="en-US" sz="1200" dirty="0"/>
            </a:p>
          </p:txBody>
        </p:sp>
        <p:sp>
          <p:nvSpPr>
            <p:cNvPr id="31" name="설명선 1 30"/>
            <p:cNvSpPr/>
            <p:nvPr/>
          </p:nvSpPr>
          <p:spPr>
            <a:xfrm>
              <a:off x="3786706" y="5322293"/>
              <a:ext cx="1597528" cy="612648"/>
            </a:xfrm>
            <a:prstGeom prst="borderCallout1">
              <a:avLst>
                <a:gd name="adj1" fmla="val -12048"/>
                <a:gd name="adj2" fmla="val 70711"/>
                <a:gd name="adj3" fmla="val -103089"/>
                <a:gd name="adj4" fmla="val 859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소음 발생 </a:t>
              </a:r>
              <a:endParaRPr lang="en-US" altLang="ko-KR" sz="1200" dirty="0" smtClean="0"/>
            </a:p>
          </p:txBody>
        </p:sp>
        <p:sp>
          <p:nvSpPr>
            <p:cNvPr id="32" name="설명선 1 31"/>
            <p:cNvSpPr/>
            <p:nvPr/>
          </p:nvSpPr>
          <p:spPr>
            <a:xfrm>
              <a:off x="6617419" y="5322293"/>
              <a:ext cx="1597528" cy="612648"/>
            </a:xfrm>
            <a:prstGeom prst="borderCallout1">
              <a:avLst>
                <a:gd name="adj1" fmla="val -12048"/>
                <a:gd name="adj2" fmla="val 70711"/>
                <a:gd name="adj3" fmla="val -313940"/>
                <a:gd name="adj4" fmla="val 8049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/>
                <a:t>소음 발생에 다른 출력 </a:t>
              </a:r>
              <a:r>
                <a:rPr lang="ko-KR" altLang="en-US" sz="1200" dirty="0"/>
                <a:t>변</a:t>
              </a:r>
              <a:r>
                <a:rPr lang="ko-KR" altLang="en-US" sz="1200" dirty="0" smtClean="0"/>
                <a:t>화 측정</a:t>
              </a:r>
              <a:r>
                <a:rPr lang="en-US" altLang="ko-KR" dirty="0" smtClean="0"/>
                <a:t>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07285" y="3831628"/>
              <a:ext cx="9048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Talk Box </a:t>
              </a:r>
              <a:endParaRPr lang="ko-KR" alt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004048" y="402928"/>
              <a:ext cx="1224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ANSM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4607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17</Words>
  <Application>Microsoft Office PowerPoint</Application>
  <PresentationFormat>화면 슬라이드 쇼(4:3)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6</cp:revision>
  <dcterms:created xsi:type="dcterms:W3CDTF">2012-02-02T13:11:59Z</dcterms:created>
  <dcterms:modified xsi:type="dcterms:W3CDTF">2012-02-02T14:24:54Z</dcterms:modified>
</cp:coreProperties>
</file>