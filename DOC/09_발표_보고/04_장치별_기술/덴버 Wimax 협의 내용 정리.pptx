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79" r:id="rId4"/>
    <p:sldId id="281" r:id="rId5"/>
    <p:sldId id="280" r:id="rId6"/>
    <p:sldId id="282" r:id="rId7"/>
    <p:sldId id="275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ds" initials="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22" autoAdjust="0"/>
    <p:restoredTop sz="94635" autoAdjust="0"/>
  </p:normalViewPr>
  <p:slideViewPr>
    <p:cSldViewPr>
      <p:cViewPr varScale="1">
        <p:scale>
          <a:sx n="91" d="100"/>
          <a:sy n="91" d="100"/>
        </p:scale>
        <p:origin x="-240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1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B811B-9147-4F45-B4EC-AB69EFD27CA6}" type="datetimeFigureOut">
              <a:rPr lang="ko-KR" altLang="en-US" smtClean="0"/>
              <a:pPr/>
              <a:t>2011-07-22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7.w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gi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gif"/><Relationship Id="rId3" Type="http://schemas.openxmlformats.org/officeDocument/2006/relationships/image" Target="../media/image4.jpeg"/><Relationship Id="rId7" Type="http://schemas.openxmlformats.org/officeDocument/2006/relationships/image" Target="../media/image7.w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wmf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gif"/><Relationship Id="rId3" Type="http://schemas.openxmlformats.org/officeDocument/2006/relationships/image" Target="../media/image4.jpeg"/><Relationship Id="rId7" Type="http://schemas.openxmlformats.org/officeDocument/2006/relationships/image" Target="../media/image7.w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3"/>
            <a:ext cx="8229600" cy="391703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" y="5517232"/>
            <a:ext cx="9144000" cy="13407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배경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" y="-1211"/>
            <a:ext cx="9144000" cy="5518444"/>
          </a:xfrm>
          <a:prstGeom prst="rect">
            <a:avLst/>
          </a:prstGeom>
        </p:spPr>
      </p:pic>
      <p:pic>
        <p:nvPicPr>
          <p:cNvPr id="7" name="그림 6" descr="영문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37765" y="6237312"/>
            <a:ext cx="2092869" cy="6167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116632"/>
            <a:ext cx="910850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4400" b="1" dirty="0" smtClean="0">
                <a:latin typeface="Arial Black" pitchFamily="34" charset="0"/>
              </a:rPr>
              <a:t>DENVER RTD </a:t>
            </a:r>
          </a:p>
          <a:p>
            <a:pPr algn="r"/>
            <a:r>
              <a:rPr lang="en-US" altLang="ko-KR" sz="4400" b="1" dirty="0" err="1" smtClean="0">
                <a:latin typeface="Arial Black" pitchFamily="34" charset="0"/>
              </a:rPr>
              <a:t>Wimax</a:t>
            </a:r>
            <a:r>
              <a:rPr lang="en-US" altLang="ko-KR" sz="4400" b="1" dirty="0" smtClean="0">
                <a:latin typeface="Arial Black" pitchFamily="34" charset="0"/>
              </a:rPr>
              <a:t> </a:t>
            </a:r>
            <a:r>
              <a:rPr lang="ko-KR" altLang="en-US" sz="4400" b="1" dirty="0" smtClean="0">
                <a:latin typeface="Arial Black" pitchFamily="34" charset="0"/>
              </a:rPr>
              <a:t>기술 협의</a:t>
            </a:r>
            <a:endParaRPr lang="en-US" altLang="ko-KR" sz="4400" b="1" dirty="0" smtClean="0">
              <a:latin typeface="Arial Black" pitchFamily="34" charset="0"/>
            </a:endParaRPr>
          </a:p>
          <a:p>
            <a:pPr algn="r"/>
            <a:r>
              <a:rPr lang="en-US" altLang="ko-KR" sz="4400" b="1" dirty="0" smtClean="0">
                <a:latin typeface="Arial Black" pitchFamily="34" charset="0"/>
              </a:rPr>
              <a:t>2011. </a:t>
            </a:r>
            <a:r>
              <a:rPr lang="en-US" altLang="ko-KR" sz="4400" b="1" dirty="0" smtClean="0">
                <a:latin typeface="Arial Black" pitchFamily="34" charset="0"/>
              </a:rPr>
              <a:t>7. 27</a:t>
            </a:r>
            <a:endParaRPr lang="en-US" altLang="ko-KR" sz="4400" b="1" dirty="0" smtClean="0">
              <a:latin typeface="Arial Black" pitchFamily="34" charset="0"/>
            </a:endParaRPr>
          </a:p>
        </p:txBody>
      </p:sp>
      <p:pic>
        <p:nvPicPr>
          <p:cNvPr id="9" name="그림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" y="6234656"/>
            <a:ext cx="1259629" cy="618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0" y="5517232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smtClean="0">
                <a:latin typeface="Arial Black" pitchFamily="34" charset="0"/>
              </a:rPr>
              <a:t>Communication System</a:t>
            </a:r>
            <a:endParaRPr lang="ko-KR" altLang="en-US" sz="4400" b="1" dirty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latin typeface="Calibri" pitchFamily="34" charset="0"/>
              </a:rPr>
              <a:t>Contents</a:t>
            </a:r>
            <a:endParaRPr lang="ko-KR" altLang="en-US" b="1" dirty="0">
              <a:latin typeface="Calibri" pitchFamily="34" charset="0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1" y="1268760"/>
            <a:ext cx="6131024" cy="4857403"/>
          </a:xfrm>
        </p:spPr>
        <p:txBody>
          <a:bodyPr>
            <a:normAutofit/>
          </a:bodyPr>
          <a:lstStyle/>
          <a:p>
            <a:r>
              <a:rPr lang="ko-KR" altLang="en-US" sz="3400" b="1" dirty="0" smtClean="0">
                <a:latin typeface="Constantia" pitchFamily="18" charset="0"/>
              </a:rPr>
              <a:t>서버 관리</a:t>
            </a:r>
            <a:r>
              <a:rPr lang="en-US" altLang="ko-KR" sz="3400" b="1" dirty="0" smtClean="0">
                <a:latin typeface="Constantia" pitchFamily="18" charset="0"/>
              </a:rPr>
              <a:t>.</a:t>
            </a:r>
          </a:p>
          <a:p>
            <a:r>
              <a:rPr lang="ko-KR" altLang="en-US" sz="3400" b="1" dirty="0" smtClean="0">
                <a:latin typeface="Constantia" pitchFamily="18" charset="0"/>
              </a:rPr>
              <a:t>실시간 문자 전송</a:t>
            </a:r>
            <a:r>
              <a:rPr lang="en-US" altLang="ko-KR" sz="3400" b="1" dirty="0" smtClean="0">
                <a:latin typeface="Constantia" pitchFamily="18" charset="0"/>
              </a:rPr>
              <a:t>.</a:t>
            </a:r>
          </a:p>
          <a:p>
            <a:r>
              <a:rPr lang="ko-KR" altLang="en-US" sz="3400" b="1" dirty="0" smtClean="0">
                <a:latin typeface="Constantia" pitchFamily="18" charset="0"/>
              </a:rPr>
              <a:t>긴급 상황 발생시 사령에서 음성 신호 모니터</a:t>
            </a:r>
            <a:r>
              <a:rPr lang="en-US" altLang="ko-KR" sz="3400" b="1" dirty="0" smtClean="0">
                <a:latin typeface="Constantia" pitchFamily="18" charset="0"/>
              </a:rPr>
              <a:t>.</a:t>
            </a:r>
          </a:p>
          <a:p>
            <a:r>
              <a:rPr lang="ko-KR" altLang="en-US" sz="3400" b="1" dirty="0" smtClean="0">
                <a:latin typeface="Constantia" pitchFamily="18" charset="0"/>
              </a:rPr>
              <a:t>비상 방송</a:t>
            </a:r>
            <a:r>
              <a:rPr lang="en-US" altLang="ko-KR" sz="3400" b="1" dirty="0" smtClean="0">
                <a:latin typeface="Constantia" pitchFamily="18" charset="0"/>
              </a:rPr>
              <a:t>.</a:t>
            </a:r>
            <a:endParaRPr lang="en-US" altLang="ko-KR" sz="3400" b="1" dirty="0" smtClean="0">
              <a:latin typeface="Constantia" pitchFamily="18" charset="0"/>
            </a:endParaRPr>
          </a:p>
          <a:p>
            <a:pPr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>
                <a:latin typeface="Calibri" pitchFamily="34" charset="0"/>
              </a:rPr>
              <a:t>서버 관리</a:t>
            </a:r>
            <a:r>
              <a:rPr lang="en-US" altLang="ko-KR" b="1" dirty="0" smtClean="0">
                <a:latin typeface="Calibri" pitchFamily="34" charset="0"/>
              </a:rPr>
              <a:t>.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7" name="Picture 3" descr="C:\Users\JDS_SSD\AppData\Local\Microsoft\Windows\Temporary Internet Files\Content.IE5\LAE5H5AU\MC900428971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484784"/>
            <a:ext cx="1207922" cy="176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aptop"/>
          <p:cNvSpPr>
            <a:spLocks noEditPoints="1" noChangeArrowheads="1"/>
          </p:cNvSpPr>
          <p:nvPr/>
        </p:nvSpPr>
        <p:spPr bwMode="auto">
          <a:xfrm>
            <a:off x="6706149" y="3775859"/>
            <a:ext cx="1440717" cy="848647"/>
          </a:xfrm>
          <a:custGeom>
            <a:avLst/>
            <a:gdLst>
              <a:gd name="T0" fmla="*/ 3362 w 21600"/>
              <a:gd name="T1" fmla="*/ 0 h 21600"/>
              <a:gd name="T2" fmla="*/ 3362 w 21600"/>
              <a:gd name="T3" fmla="*/ 7173 h 21600"/>
              <a:gd name="T4" fmla="*/ 18327 w 21600"/>
              <a:gd name="T5" fmla="*/ 0 h 21600"/>
              <a:gd name="T6" fmla="*/ 18327 w 21600"/>
              <a:gd name="T7" fmla="*/ 7173 h 21600"/>
              <a:gd name="T8" fmla="*/ 10800 w 21600"/>
              <a:gd name="T9" fmla="*/ 0 h 21600"/>
              <a:gd name="T10" fmla="*/ 10800 w 21600"/>
              <a:gd name="T11" fmla="*/ 21600 h 21600"/>
              <a:gd name="T12" fmla="*/ 0 w 21600"/>
              <a:gd name="T13" fmla="*/ 21600 h 21600"/>
              <a:gd name="T14" fmla="*/ 21600 w 21600"/>
              <a:gd name="T15" fmla="*/ 21600 h 21600"/>
              <a:gd name="T16" fmla="*/ 4445 w 21600"/>
              <a:gd name="T17" fmla="*/ 1858 h 21600"/>
              <a:gd name="T18" fmla="*/ 17311 w 21600"/>
              <a:gd name="T19" fmla="*/ 1232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 extrusionOk="0">
                <a:moveTo>
                  <a:pt x="3362" y="0"/>
                </a:moveTo>
                <a:lnTo>
                  <a:pt x="18327" y="0"/>
                </a:lnTo>
                <a:lnTo>
                  <a:pt x="18327" y="14347"/>
                </a:lnTo>
                <a:lnTo>
                  <a:pt x="3362" y="14347"/>
                </a:lnTo>
                <a:lnTo>
                  <a:pt x="3362" y="0"/>
                </a:lnTo>
                <a:close/>
              </a:path>
              <a:path w="21600" h="21600" extrusionOk="0">
                <a:moveTo>
                  <a:pt x="3340" y="15068"/>
                </a:moveTo>
                <a:lnTo>
                  <a:pt x="0" y="19877"/>
                </a:lnTo>
                <a:lnTo>
                  <a:pt x="21600" y="19877"/>
                </a:lnTo>
                <a:lnTo>
                  <a:pt x="18327" y="15068"/>
                </a:lnTo>
                <a:lnTo>
                  <a:pt x="3340" y="15068"/>
                </a:lnTo>
                <a:close/>
              </a:path>
              <a:path w="21600" h="21600" extrusionOk="0">
                <a:moveTo>
                  <a:pt x="0" y="19877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19877"/>
                </a:lnTo>
                <a:lnTo>
                  <a:pt x="0" y="19877"/>
                </a:lnTo>
                <a:close/>
              </a:path>
              <a:path w="21600" h="21600" extrusionOk="0">
                <a:moveTo>
                  <a:pt x="4186" y="1523"/>
                </a:moveTo>
                <a:lnTo>
                  <a:pt x="17547" y="1523"/>
                </a:lnTo>
                <a:lnTo>
                  <a:pt x="17547" y="12744"/>
                </a:lnTo>
                <a:lnTo>
                  <a:pt x="4186" y="12744"/>
                </a:lnTo>
                <a:lnTo>
                  <a:pt x="4186" y="1523"/>
                </a:lnTo>
                <a:close/>
              </a:path>
              <a:path w="21600" h="21600" extrusionOk="0">
                <a:moveTo>
                  <a:pt x="3318" y="15549"/>
                </a:moveTo>
                <a:lnTo>
                  <a:pt x="2917" y="16110"/>
                </a:lnTo>
                <a:lnTo>
                  <a:pt x="18727" y="16110"/>
                </a:lnTo>
                <a:lnTo>
                  <a:pt x="18327" y="15549"/>
                </a:lnTo>
                <a:lnTo>
                  <a:pt x="3318" y="15549"/>
                </a:lnTo>
                <a:close/>
              </a:path>
              <a:path w="21600" h="21600" extrusionOk="0">
                <a:moveTo>
                  <a:pt x="6213" y="18314"/>
                </a:moveTo>
                <a:lnTo>
                  <a:pt x="5946" y="18875"/>
                </a:lnTo>
                <a:lnTo>
                  <a:pt x="15766" y="18875"/>
                </a:lnTo>
                <a:lnTo>
                  <a:pt x="15499" y="18314"/>
                </a:lnTo>
                <a:lnTo>
                  <a:pt x="6213" y="18314"/>
                </a:lnTo>
                <a:close/>
              </a:path>
              <a:path w="21600" h="21600" extrusionOk="0">
                <a:moveTo>
                  <a:pt x="2828" y="16471"/>
                </a:moveTo>
                <a:lnTo>
                  <a:pt x="2405" y="17072"/>
                </a:lnTo>
                <a:lnTo>
                  <a:pt x="19284" y="17072"/>
                </a:lnTo>
                <a:lnTo>
                  <a:pt x="18839" y="16471"/>
                </a:lnTo>
                <a:lnTo>
                  <a:pt x="2828" y="16471"/>
                </a:lnTo>
                <a:close/>
              </a:path>
              <a:path w="21600" h="21600" extrusionOk="0">
                <a:moveTo>
                  <a:pt x="2316" y="17352"/>
                </a:moveTo>
                <a:lnTo>
                  <a:pt x="1871" y="17953"/>
                </a:lnTo>
                <a:lnTo>
                  <a:pt x="19863" y="17953"/>
                </a:lnTo>
                <a:lnTo>
                  <a:pt x="19395" y="17352"/>
                </a:lnTo>
                <a:lnTo>
                  <a:pt x="2316" y="17352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4" name="Picture 2" descr="C:\Users\JDS_SSD\AppData\Local\Microsoft\Windows\Temporary Internet Files\Content.IE5\YX6H6F4E\MC900339344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444836"/>
            <a:ext cx="904342" cy="905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JDS_SSD\AppData\Local\Microsoft\Windows\Temporary Internet Files\Content.IE5\9B095FD2\MC900428967[1].wm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76785">
            <a:off x="1332495" y="2986644"/>
            <a:ext cx="1789481" cy="526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자유형 1039"/>
          <p:cNvSpPr/>
          <p:nvPr/>
        </p:nvSpPr>
        <p:spPr>
          <a:xfrm>
            <a:off x="5108028" y="2575034"/>
            <a:ext cx="1685831" cy="1748008"/>
          </a:xfrm>
          <a:custGeom>
            <a:avLst/>
            <a:gdLst>
              <a:gd name="connsiteX0" fmla="*/ 0 w 1685831"/>
              <a:gd name="connsiteY0" fmla="*/ 0 h 1748008"/>
              <a:gd name="connsiteX1" fmla="*/ 788275 w 1685831"/>
              <a:gd name="connsiteY1" fmla="*/ 420414 h 1748008"/>
              <a:gd name="connsiteX2" fmla="*/ 357351 w 1685831"/>
              <a:gd name="connsiteY2" fmla="*/ 872359 h 1748008"/>
              <a:gd name="connsiteX3" fmla="*/ 1566041 w 1685831"/>
              <a:gd name="connsiteY3" fmla="*/ 1671145 h 1748008"/>
              <a:gd name="connsiteX4" fmla="*/ 1576551 w 1685831"/>
              <a:gd name="connsiteY4" fmla="*/ 1671145 h 174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5831" h="1748008">
                <a:moveTo>
                  <a:pt x="0" y="0"/>
                </a:moveTo>
                <a:cubicBezTo>
                  <a:pt x="364358" y="137510"/>
                  <a:pt x="728717" y="275021"/>
                  <a:pt x="788275" y="420414"/>
                </a:cubicBezTo>
                <a:cubicBezTo>
                  <a:pt x="847833" y="565807"/>
                  <a:pt x="227723" y="663904"/>
                  <a:pt x="357351" y="872359"/>
                </a:cubicBezTo>
                <a:cubicBezTo>
                  <a:pt x="486979" y="1080814"/>
                  <a:pt x="1362841" y="1538014"/>
                  <a:pt x="1566041" y="1671145"/>
                </a:cubicBezTo>
                <a:cubicBezTo>
                  <a:pt x="1769241" y="1804276"/>
                  <a:pt x="1672896" y="1737710"/>
                  <a:pt x="1576551" y="1671145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6000" b="1" dirty="0"/>
          </a:p>
        </p:txBody>
      </p:sp>
      <p:sp>
        <p:nvSpPr>
          <p:cNvPr id="1041" name="TextBox 1040"/>
          <p:cNvSpPr txBox="1"/>
          <p:nvPr/>
        </p:nvSpPr>
        <p:spPr>
          <a:xfrm>
            <a:off x="6555964" y="4710122"/>
            <a:ext cx="17410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800" dirty="0"/>
              <a:t>동영상 파일</a:t>
            </a:r>
            <a:r>
              <a:rPr lang="en-US" altLang="ko-KR" sz="800" dirty="0"/>
              <a:t>, </a:t>
            </a:r>
            <a:r>
              <a:rPr lang="ko-KR" altLang="ko-KR" sz="800" dirty="0"/>
              <a:t>차량 스케줄 </a:t>
            </a:r>
            <a:r>
              <a:rPr lang="ko-KR" altLang="ko-KR" sz="800" dirty="0" smtClean="0"/>
              <a:t>파일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각 장치 업데이트 파일</a:t>
            </a:r>
            <a:r>
              <a:rPr lang="en-US" altLang="ko-KR" sz="800" dirty="0" smtClean="0"/>
              <a:t>.</a:t>
            </a:r>
            <a:endParaRPr lang="ko-KR" altLang="en-US" sz="800" dirty="0"/>
          </a:p>
        </p:txBody>
      </p:sp>
      <p:sp>
        <p:nvSpPr>
          <p:cNvPr id="50" name="TextBox 49"/>
          <p:cNvSpPr txBox="1"/>
          <p:nvPr/>
        </p:nvSpPr>
        <p:spPr>
          <a:xfrm>
            <a:off x="359484" y="5360929"/>
            <a:ext cx="11204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MDS </a:t>
            </a:r>
            <a:r>
              <a:rPr lang="ko-KR" altLang="en-US" sz="800" dirty="0" smtClean="0"/>
              <a:t>고장 데이터</a:t>
            </a:r>
            <a:r>
              <a:rPr lang="en-US" altLang="ko-KR" sz="800" dirty="0" smtClean="0"/>
              <a:t>.</a:t>
            </a:r>
            <a:endParaRPr lang="ko-KR" altLang="en-US" sz="800" dirty="0"/>
          </a:p>
        </p:txBody>
      </p:sp>
      <p:sp>
        <p:nvSpPr>
          <p:cNvPr id="1042" name="TextBox 1041"/>
          <p:cNvSpPr txBox="1"/>
          <p:nvPr/>
        </p:nvSpPr>
        <p:spPr>
          <a:xfrm>
            <a:off x="1355316" y="4000127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MDS</a:t>
            </a:r>
            <a:r>
              <a:rPr lang="ko-KR" altLang="ko-KR" sz="1000" dirty="0"/>
              <a:t>로부터 받은 차량 기록파일 확인 </a:t>
            </a:r>
            <a:r>
              <a:rPr lang="ko-KR" altLang="ko-KR" sz="1000" dirty="0" smtClean="0"/>
              <a:t>방법</a:t>
            </a:r>
            <a:r>
              <a:rPr lang="en-US" altLang="ko-KR" sz="1000" dirty="0" smtClean="0"/>
              <a:t> ? </a:t>
            </a:r>
            <a:endParaRPr lang="ko-KR" altLang="en-US" sz="1000" b="1" dirty="0"/>
          </a:p>
        </p:txBody>
      </p:sp>
      <p:sp>
        <p:nvSpPr>
          <p:cNvPr id="1043" name="TextBox 1042"/>
          <p:cNvSpPr txBox="1"/>
          <p:nvPr/>
        </p:nvSpPr>
        <p:spPr>
          <a:xfrm>
            <a:off x="909842" y="2390356"/>
            <a:ext cx="24380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 smtClean="0"/>
              <a:t>Voip</a:t>
            </a:r>
            <a:r>
              <a:rPr lang="en-US" altLang="ko-KR" sz="1000" dirty="0" smtClean="0"/>
              <a:t> </a:t>
            </a:r>
            <a:r>
              <a:rPr lang="ko-KR" altLang="en-US" sz="1000" dirty="0" err="1" smtClean="0"/>
              <a:t>코덱</a:t>
            </a:r>
            <a:r>
              <a:rPr lang="en-US" altLang="ko-KR" sz="1000" dirty="0" smtClean="0"/>
              <a:t>? </a:t>
            </a:r>
          </a:p>
          <a:p>
            <a:r>
              <a:rPr lang="en-US" altLang="ko-KR" sz="1000" dirty="0" smtClean="0"/>
              <a:t>Content </a:t>
            </a:r>
            <a:r>
              <a:rPr lang="ko-KR" altLang="en-US" sz="1000" dirty="0" smtClean="0"/>
              <a:t>다운로드 방식</a:t>
            </a:r>
            <a:r>
              <a:rPr lang="en-US" altLang="ko-KR" sz="1000" dirty="0" smtClean="0"/>
              <a:t>?(</a:t>
            </a:r>
            <a:r>
              <a:rPr lang="en-US" altLang="ko-KR" sz="1000" dirty="0" err="1" smtClean="0"/>
              <a:t>Wifi</a:t>
            </a:r>
            <a:r>
              <a:rPr lang="en-US" altLang="ko-KR" sz="1000" dirty="0" smtClean="0"/>
              <a:t> or </a:t>
            </a:r>
            <a:r>
              <a:rPr lang="en-US" altLang="ko-KR" sz="1000" dirty="0" err="1" smtClean="0"/>
              <a:t>wimax</a:t>
            </a:r>
            <a:r>
              <a:rPr lang="en-US" altLang="ko-KR" sz="1000" dirty="0" smtClean="0"/>
              <a:t>) </a:t>
            </a:r>
            <a:endParaRPr lang="ko-KR" altLang="en-US" sz="1000" dirty="0"/>
          </a:p>
        </p:txBody>
      </p:sp>
      <p:sp>
        <p:nvSpPr>
          <p:cNvPr id="54" name="TextBox 53"/>
          <p:cNvSpPr txBox="1"/>
          <p:nvPr/>
        </p:nvSpPr>
        <p:spPr>
          <a:xfrm>
            <a:off x="3347864" y="3248983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000" dirty="0"/>
              <a:t>특정한 날짜 및 특정 편성에 다운로드 하는 방식 </a:t>
            </a:r>
            <a:r>
              <a:rPr lang="ko-KR" altLang="ko-KR" sz="1000" dirty="0" smtClean="0"/>
              <a:t>협의</a:t>
            </a:r>
            <a:r>
              <a:rPr lang="en-US" altLang="ko-KR" sz="1000" dirty="0" smtClean="0"/>
              <a:t> ?</a:t>
            </a:r>
            <a:endParaRPr lang="ko-KR" altLang="en-US" sz="10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6444208" y="3207870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000" dirty="0"/>
              <a:t>관리자가 생성한</a:t>
            </a:r>
            <a:r>
              <a:rPr lang="en-US" altLang="ko-KR" sz="1000" dirty="0"/>
              <a:t> Content </a:t>
            </a:r>
            <a:r>
              <a:rPr lang="ko-KR" altLang="ko-KR" sz="1000" dirty="0"/>
              <a:t>파일을 서버에 올려 주는 </a:t>
            </a:r>
            <a:r>
              <a:rPr lang="ko-KR" altLang="ko-KR" sz="1000" dirty="0" smtClean="0"/>
              <a:t>방법</a:t>
            </a:r>
            <a:r>
              <a:rPr lang="en-US" altLang="ko-KR" sz="1000" dirty="0" smtClean="0"/>
              <a:t> ?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919978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>
                <a:latin typeface="Calibri" pitchFamily="34" charset="0"/>
              </a:rPr>
              <a:t>실시간 문자 전송</a:t>
            </a:r>
            <a:r>
              <a:rPr lang="en-US" altLang="ko-KR" b="1" dirty="0" smtClean="0">
                <a:latin typeface="Calibri" pitchFamily="34" charset="0"/>
              </a:rPr>
              <a:t>.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7" name="Picture 3" descr="C:\Users\JDS_SSD\AppData\Local\Microsoft\Windows\Temporary Internet Files\Content.IE5\LAE5H5AU\MC900428971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442594"/>
            <a:ext cx="1207922" cy="176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JDS_SSD\AppData\Local\Microsoft\Windows\Temporary Internet Files\Content.IE5\YX6H6F4E\MC900339344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444836"/>
            <a:ext cx="904342" cy="905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그룹 11"/>
          <p:cNvGrpSpPr/>
          <p:nvPr/>
        </p:nvGrpSpPr>
        <p:grpSpPr>
          <a:xfrm>
            <a:off x="5952306" y="2505584"/>
            <a:ext cx="1416051" cy="1776412"/>
            <a:chOff x="4643438" y="3132138"/>
            <a:chExt cx="1416051" cy="1776412"/>
          </a:xfrm>
        </p:grpSpPr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5383213" y="4051300"/>
              <a:ext cx="652463" cy="819150"/>
            </a:xfrm>
            <a:custGeom>
              <a:avLst/>
              <a:gdLst>
                <a:gd name="T0" fmla="*/ 100 w 824"/>
                <a:gd name="T1" fmla="*/ 68 h 1032"/>
                <a:gd name="T2" fmla="*/ 176 w 824"/>
                <a:gd name="T3" fmla="*/ 16 h 1032"/>
                <a:gd name="T4" fmla="*/ 276 w 824"/>
                <a:gd name="T5" fmla="*/ 0 h 1032"/>
                <a:gd name="T6" fmla="*/ 424 w 824"/>
                <a:gd name="T7" fmla="*/ 141 h 1032"/>
                <a:gd name="T8" fmla="*/ 425 w 824"/>
                <a:gd name="T9" fmla="*/ 141 h 1032"/>
                <a:gd name="T10" fmla="*/ 426 w 824"/>
                <a:gd name="T11" fmla="*/ 141 h 1032"/>
                <a:gd name="T12" fmla="*/ 429 w 824"/>
                <a:gd name="T13" fmla="*/ 142 h 1032"/>
                <a:gd name="T14" fmla="*/ 433 w 824"/>
                <a:gd name="T15" fmla="*/ 143 h 1032"/>
                <a:gd name="T16" fmla="*/ 439 w 824"/>
                <a:gd name="T17" fmla="*/ 145 h 1032"/>
                <a:gd name="T18" fmla="*/ 447 w 824"/>
                <a:gd name="T19" fmla="*/ 150 h 1032"/>
                <a:gd name="T20" fmla="*/ 455 w 824"/>
                <a:gd name="T21" fmla="*/ 156 h 1032"/>
                <a:gd name="T22" fmla="*/ 465 w 824"/>
                <a:gd name="T23" fmla="*/ 164 h 1032"/>
                <a:gd name="T24" fmla="*/ 477 w 824"/>
                <a:gd name="T25" fmla="*/ 174 h 1032"/>
                <a:gd name="T26" fmla="*/ 490 w 824"/>
                <a:gd name="T27" fmla="*/ 187 h 1032"/>
                <a:gd name="T28" fmla="*/ 505 w 824"/>
                <a:gd name="T29" fmla="*/ 203 h 1032"/>
                <a:gd name="T30" fmla="*/ 522 w 824"/>
                <a:gd name="T31" fmla="*/ 222 h 1032"/>
                <a:gd name="T32" fmla="*/ 540 w 824"/>
                <a:gd name="T33" fmla="*/ 245 h 1032"/>
                <a:gd name="T34" fmla="*/ 561 w 824"/>
                <a:gd name="T35" fmla="*/ 273 h 1032"/>
                <a:gd name="T36" fmla="*/ 584 w 824"/>
                <a:gd name="T37" fmla="*/ 304 h 1032"/>
                <a:gd name="T38" fmla="*/ 608 w 824"/>
                <a:gd name="T39" fmla="*/ 340 h 1032"/>
                <a:gd name="T40" fmla="*/ 824 w 824"/>
                <a:gd name="T41" fmla="*/ 687 h 1032"/>
                <a:gd name="T42" fmla="*/ 807 w 824"/>
                <a:gd name="T43" fmla="*/ 852 h 1032"/>
                <a:gd name="T44" fmla="*/ 715 w 824"/>
                <a:gd name="T45" fmla="*/ 988 h 1032"/>
                <a:gd name="T46" fmla="*/ 464 w 824"/>
                <a:gd name="T47" fmla="*/ 1032 h 1032"/>
                <a:gd name="T48" fmla="*/ 287 w 824"/>
                <a:gd name="T49" fmla="*/ 888 h 1032"/>
                <a:gd name="T50" fmla="*/ 119 w 824"/>
                <a:gd name="T51" fmla="*/ 616 h 1032"/>
                <a:gd name="T52" fmla="*/ 25 w 824"/>
                <a:gd name="T53" fmla="*/ 324 h 1032"/>
                <a:gd name="T54" fmla="*/ 0 w 824"/>
                <a:gd name="T55" fmla="*/ 168 h 1032"/>
                <a:gd name="T56" fmla="*/ 100 w 824"/>
                <a:gd name="T57" fmla="*/ 68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24" h="1032">
                  <a:moveTo>
                    <a:pt x="100" y="68"/>
                  </a:moveTo>
                  <a:lnTo>
                    <a:pt x="176" y="16"/>
                  </a:lnTo>
                  <a:lnTo>
                    <a:pt x="276" y="0"/>
                  </a:lnTo>
                  <a:lnTo>
                    <a:pt x="424" y="141"/>
                  </a:lnTo>
                  <a:lnTo>
                    <a:pt x="425" y="141"/>
                  </a:lnTo>
                  <a:lnTo>
                    <a:pt x="426" y="141"/>
                  </a:lnTo>
                  <a:lnTo>
                    <a:pt x="429" y="142"/>
                  </a:lnTo>
                  <a:lnTo>
                    <a:pt x="433" y="143"/>
                  </a:lnTo>
                  <a:lnTo>
                    <a:pt x="439" y="145"/>
                  </a:lnTo>
                  <a:lnTo>
                    <a:pt x="447" y="150"/>
                  </a:lnTo>
                  <a:lnTo>
                    <a:pt x="455" y="156"/>
                  </a:lnTo>
                  <a:lnTo>
                    <a:pt x="465" y="164"/>
                  </a:lnTo>
                  <a:lnTo>
                    <a:pt x="477" y="174"/>
                  </a:lnTo>
                  <a:lnTo>
                    <a:pt x="490" y="187"/>
                  </a:lnTo>
                  <a:lnTo>
                    <a:pt x="505" y="203"/>
                  </a:lnTo>
                  <a:lnTo>
                    <a:pt x="522" y="222"/>
                  </a:lnTo>
                  <a:lnTo>
                    <a:pt x="540" y="245"/>
                  </a:lnTo>
                  <a:lnTo>
                    <a:pt x="561" y="273"/>
                  </a:lnTo>
                  <a:lnTo>
                    <a:pt x="584" y="304"/>
                  </a:lnTo>
                  <a:lnTo>
                    <a:pt x="608" y="340"/>
                  </a:lnTo>
                  <a:lnTo>
                    <a:pt x="824" y="687"/>
                  </a:lnTo>
                  <a:lnTo>
                    <a:pt x="807" y="852"/>
                  </a:lnTo>
                  <a:lnTo>
                    <a:pt x="715" y="988"/>
                  </a:lnTo>
                  <a:lnTo>
                    <a:pt x="464" y="1032"/>
                  </a:lnTo>
                  <a:lnTo>
                    <a:pt x="287" y="888"/>
                  </a:lnTo>
                  <a:lnTo>
                    <a:pt x="119" y="616"/>
                  </a:lnTo>
                  <a:lnTo>
                    <a:pt x="25" y="324"/>
                  </a:lnTo>
                  <a:lnTo>
                    <a:pt x="0" y="168"/>
                  </a:lnTo>
                  <a:lnTo>
                    <a:pt x="100" y="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4662488" y="3138488"/>
              <a:ext cx="814388" cy="603250"/>
            </a:xfrm>
            <a:custGeom>
              <a:avLst/>
              <a:gdLst>
                <a:gd name="T0" fmla="*/ 12 w 1027"/>
                <a:gd name="T1" fmla="*/ 272 h 760"/>
                <a:gd name="T2" fmla="*/ 76 w 1027"/>
                <a:gd name="T3" fmla="*/ 180 h 760"/>
                <a:gd name="T4" fmla="*/ 112 w 1027"/>
                <a:gd name="T5" fmla="*/ 73 h 760"/>
                <a:gd name="T6" fmla="*/ 112 w 1027"/>
                <a:gd name="T7" fmla="*/ 73 h 760"/>
                <a:gd name="T8" fmla="*/ 112 w 1027"/>
                <a:gd name="T9" fmla="*/ 73 h 760"/>
                <a:gd name="T10" fmla="*/ 112 w 1027"/>
                <a:gd name="T11" fmla="*/ 73 h 760"/>
                <a:gd name="T12" fmla="*/ 112 w 1027"/>
                <a:gd name="T13" fmla="*/ 73 h 760"/>
                <a:gd name="T14" fmla="*/ 113 w 1027"/>
                <a:gd name="T15" fmla="*/ 73 h 760"/>
                <a:gd name="T16" fmla="*/ 115 w 1027"/>
                <a:gd name="T17" fmla="*/ 73 h 760"/>
                <a:gd name="T18" fmla="*/ 120 w 1027"/>
                <a:gd name="T19" fmla="*/ 73 h 760"/>
                <a:gd name="T20" fmla="*/ 126 w 1027"/>
                <a:gd name="T21" fmla="*/ 73 h 760"/>
                <a:gd name="T22" fmla="*/ 134 w 1027"/>
                <a:gd name="T23" fmla="*/ 73 h 760"/>
                <a:gd name="T24" fmla="*/ 145 w 1027"/>
                <a:gd name="T25" fmla="*/ 73 h 760"/>
                <a:gd name="T26" fmla="*/ 159 w 1027"/>
                <a:gd name="T27" fmla="*/ 73 h 760"/>
                <a:gd name="T28" fmla="*/ 176 w 1027"/>
                <a:gd name="T29" fmla="*/ 73 h 760"/>
                <a:gd name="T30" fmla="*/ 197 w 1027"/>
                <a:gd name="T31" fmla="*/ 73 h 760"/>
                <a:gd name="T32" fmla="*/ 221 w 1027"/>
                <a:gd name="T33" fmla="*/ 73 h 760"/>
                <a:gd name="T34" fmla="*/ 250 w 1027"/>
                <a:gd name="T35" fmla="*/ 73 h 760"/>
                <a:gd name="T36" fmla="*/ 284 w 1027"/>
                <a:gd name="T37" fmla="*/ 73 h 760"/>
                <a:gd name="T38" fmla="*/ 286 w 1027"/>
                <a:gd name="T39" fmla="*/ 73 h 760"/>
                <a:gd name="T40" fmla="*/ 295 w 1027"/>
                <a:gd name="T41" fmla="*/ 73 h 760"/>
                <a:gd name="T42" fmla="*/ 308 w 1027"/>
                <a:gd name="T43" fmla="*/ 71 h 760"/>
                <a:gd name="T44" fmla="*/ 325 w 1027"/>
                <a:gd name="T45" fmla="*/ 71 h 760"/>
                <a:gd name="T46" fmla="*/ 348 w 1027"/>
                <a:gd name="T47" fmla="*/ 70 h 760"/>
                <a:gd name="T48" fmla="*/ 374 w 1027"/>
                <a:gd name="T49" fmla="*/ 69 h 760"/>
                <a:gd name="T50" fmla="*/ 404 w 1027"/>
                <a:gd name="T51" fmla="*/ 68 h 760"/>
                <a:gd name="T52" fmla="*/ 437 w 1027"/>
                <a:gd name="T53" fmla="*/ 66 h 760"/>
                <a:gd name="T54" fmla="*/ 473 w 1027"/>
                <a:gd name="T55" fmla="*/ 65 h 760"/>
                <a:gd name="T56" fmla="*/ 511 w 1027"/>
                <a:gd name="T57" fmla="*/ 61 h 760"/>
                <a:gd name="T58" fmla="*/ 551 w 1027"/>
                <a:gd name="T59" fmla="*/ 59 h 760"/>
                <a:gd name="T60" fmla="*/ 593 w 1027"/>
                <a:gd name="T61" fmla="*/ 55 h 760"/>
                <a:gd name="T62" fmla="*/ 636 w 1027"/>
                <a:gd name="T63" fmla="*/ 51 h 760"/>
                <a:gd name="T64" fmla="*/ 681 w 1027"/>
                <a:gd name="T65" fmla="*/ 46 h 760"/>
                <a:gd name="T66" fmla="*/ 726 w 1027"/>
                <a:gd name="T67" fmla="*/ 42 h 760"/>
                <a:gd name="T68" fmla="*/ 772 w 1027"/>
                <a:gd name="T69" fmla="*/ 36 h 760"/>
                <a:gd name="T70" fmla="*/ 884 w 1027"/>
                <a:gd name="T71" fmla="*/ 16 h 760"/>
                <a:gd name="T72" fmla="*/ 933 w 1027"/>
                <a:gd name="T73" fmla="*/ 0 h 760"/>
                <a:gd name="T74" fmla="*/ 979 w 1027"/>
                <a:gd name="T75" fmla="*/ 68 h 760"/>
                <a:gd name="T76" fmla="*/ 1016 w 1027"/>
                <a:gd name="T77" fmla="*/ 124 h 760"/>
                <a:gd name="T78" fmla="*/ 1027 w 1027"/>
                <a:gd name="T79" fmla="*/ 309 h 760"/>
                <a:gd name="T80" fmla="*/ 1011 w 1027"/>
                <a:gd name="T81" fmla="*/ 588 h 760"/>
                <a:gd name="T82" fmla="*/ 1011 w 1027"/>
                <a:gd name="T83" fmla="*/ 692 h 760"/>
                <a:gd name="T84" fmla="*/ 440 w 1027"/>
                <a:gd name="T85" fmla="*/ 700 h 760"/>
                <a:gd name="T86" fmla="*/ 160 w 1027"/>
                <a:gd name="T87" fmla="*/ 728 h 760"/>
                <a:gd name="T88" fmla="*/ 157 w 1027"/>
                <a:gd name="T89" fmla="*/ 729 h 760"/>
                <a:gd name="T90" fmla="*/ 146 w 1027"/>
                <a:gd name="T91" fmla="*/ 733 h 760"/>
                <a:gd name="T92" fmla="*/ 131 w 1027"/>
                <a:gd name="T93" fmla="*/ 739 h 760"/>
                <a:gd name="T94" fmla="*/ 113 w 1027"/>
                <a:gd name="T95" fmla="*/ 745 h 760"/>
                <a:gd name="T96" fmla="*/ 92 w 1027"/>
                <a:gd name="T97" fmla="*/ 751 h 760"/>
                <a:gd name="T98" fmla="*/ 70 w 1027"/>
                <a:gd name="T99" fmla="*/ 756 h 760"/>
                <a:gd name="T100" fmla="*/ 51 w 1027"/>
                <a:gd name="T101" fmla="*/ 760 h 760"/>
                <a:gd name="T102" fmla="*/ 32 w 1027"/>
                <a:gd name="T103" fmla="*/ 760 h 760"/>
                <a:gd name="T104" fmla="*/ 0 w 1027"/>
                <a:gd name="T105" fmla="*/ 484 h 760"/>
                <a:gd name="T106" fmla="*/ 12 w 1027"/>
                <a:gd name="T107" fmla="*/ 272 h 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27" h="760">
                  <a:moveTo>
                    <a:pt x="12" y="272"/>
                  </a:moveTo>
                  <a:lnTo>
                    <a:pt x="76" y="180"/>
                  </a:lnTo>
                  <a:lnTo>
                    <a:pt x="112" y="73"/>
                  </a:lnTo>
                  <a:lnTo>
                    <a:pt x="112" y="73"/>
                  </a:lnTo>
                  <a:lnTo>
                    <a:pt x="112" y="73"/>
                  </a:lnTo>
                  <a:lnTo>
                    <a:pt x="112" y="73"/>
                  </a:lnTo>
                  <a:lnTo>
                    <a:pt x="112" y="73"/>
                  </a:lnTo>
                  <a:lnTo>
                    <a:pt x="113" y="73"/>
                  </a:lnTo>
                  <a:lnTo>
                    <a:pt x="115" y="73"/>
                  </a:lnTo>
                  <a:lnTo>
                    <a:pt x="120" y="73"/>
                  </a:lnTo>
                  <a:lnTo>
                    <a:pt x="126" y="73"/>
                  </a:lnTo>
                  <a:lnTo>
                    <a:pt x="134" y="73"/>
                  </a:lnTo>
                  <a:lnTo>
                    <a:pt x="145" y="73"/>
                  </a:lnTo>
                  <a:lnTo>
                    <a:pt x="159" y="73"/>
                  </a:lnTo>
                  <a:lnTo>
                    <a:pt x="176" y="73"/>
                  </a:lnTo>
                  <a:lnTo>
                    <a:pt x="197" y="73"/>
                  </a:lnTo>
                  <a:lnTo>
                    <a:pt x="221" y="73"/>
                  </a:lnTo>
                  <a:lnTo>
                    <a:pt x="250" y="73"/>
                  </a:lnTo>
                  <a:lnTo>
                    <a:pt x="284" y="73"/>
                  </a:lnTo>
                  <a:lnTo>
                    <a:pt x="286" y="73"/>
                  </a:lnTo>
                  <a:lnTo>
                    <a:pt x="295" y="73"/>
                  </a:lnTo>
                  <a:lnTo>
                    <a:pt x="308" y="71"/>
                  </a:lnTo>
                  <a:lnTo>
                    <a:pt x="325" y="71"/>
                  </a:lnTo>
                  <a:lnTo>
                    <a:pt x="348" y="70"/>
                  </a:lnTo>
                  <a:lnTo>
                    <a:pt x="374" y="69"/>
                  </a:lnTo>
                  <a:lnTo>
                    <a:pt x="404" y="68"/>
                  </a:lnTo>
                  <a:lnTo>
                    <a:pt x="437" y="66"/>
                  </a:lnTo>
                  <a:lnTo>
                    <a:pt x="473" y="65"/>
                  </a:lnTo>
                  <a:lnTo>
                    <a:pt x="511" y="61"/>
                  </a:lnTo>
                  <a:lnTo>
                    <a:pt x="551" y="59"/>
                  </a:lnTo>
                  <a:lnTo>
                    <a:pt x="593" y="55"/>
                  </a:lnTo>
                  <a:lnTo>
                    <a:pt x="636" y="51"/>
                  </a:lnTo>
                  <a:lnTo>
                    <a:pt x="681" y="46"/>
                  </a:lnTo>
                  <a:lnTo>
                    <a:pt x="726" y="42"/>
                  </a:lnTo>
                  <a:lnTo>
                    <a:pt x="772" y="36"/>
                  </a:lnTo>
                  <a:lnTo>
                    <a:pt x="884" y="16"/>
                  </a:lnTo>
                  <a:lnTo>
                    <a:pt x="933" y="0"/>
                  </a:lnTo>
                  <a:lnTo>
                    <a:pt x="979" y="68"/>
                  </a:lnTo>
                  <a:lnTo>
                    <a:pt x="1016" y="124"/>
                  </a:lnTo>
                  <a:lnTo>
                    <a:pt x="1027" y="309"/>
                  </a:lnTo>
                  <a:lnTo>
                    <a:pt x="1011" y="588"/>
                  </a:lnTo>
                  <a:lnTo>
                    <a:pt x="1011" y="692"/>
                  </a:lnTo>
                  <a:lnTo>
                    <a:pt x="440" y="700"/>
                  </a:lnTo>
                  <a:lnTo>
                    <a:pt x="160" y="728"/>
                  </a:lnTo>
                  <a:lnTo>
                    <a:pt x="157" y="729"/>
                  </a:lnTo>
                  <a:lnTo>
                    <a:pt x="146" y="733"/>
                  </a:lnTo>
                  <a:lnTo>
                    <a:pt x="131" y="739"/>
                  </a:lnTo>
                  <a:lnTo>
                    <a:pt x="113" y="745"/>
                  </a:lnTo>
                  <a:lnTo>
                    <a:pt x="92" y="751"/>
                  </a:lnTo>
                  <a:lnTo>
                    <a:pt x="70" y="756"/>
                  </a:lnTo>
                  <a:lnTo>
                    <a:pt x="51" y="760"/>
                  </a:lnTo>
                  <a:lnTo>
                    <a:pt x="32" y="760"/>
                  </a:lnTo>
                  <a:lnTo>
                    <a:pt x="0" y="484"/>
                  </a:lnTo>
                  <a:lnTo>
                    <a:pt x="12" y="2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5327651" y="3492500"/>
              <a:ext cx="152400" cy="633412"/>
            </a:xfrm>
            <a:custGeom>
              <a:avLst/>
              <a:gdLst>
                <a:gd name="T0" fmla="*/ 153 w 194"/>
                <a:gd name="T1" fmla="*/ 764 h 796"/>
                <a:gd name="T2" fmla="*/ 148 w 194"/>
                <a:gd name="T3" fmla="*/ 760 h 796"/>
                <a:gd name="T4" fmla="*/ 135 w 194"/>
                <a:gd name="T5" fmla="*/ 741 h 796"/>
                <a:gd name="T6" fmla="*/ 118 w 194"/>
                <a:gd name="T7" fmla="*/ 714 h 796"/>
                <a:gd name="T8" fmla="*/ 105 w 194"/>
                <a:gd name="T9" fmla="*/ 671 h 796"/>
                <a:gd name="T10" fmla="*/ 97 w 194"/>
                <a:gd name="T11" fmla="*/ 626 h 796"/>
                <a:gd name="T12" fmla="*/ 100 w 194"/>
                <a:gd name="T13" fmla="*/ 564 h 796"/>
                <a:gd name="T14" fmla="*/ 113 w 194"/>
                <a:gd name="T15" fmla="*/ 488 h 796"/>
                <a:gd name="T16" fmla="*/ 151 w 194"/>
                <a:gd name="T17" fmla="*/ 404 h 796"/>
                <a:gd name="T18" fmla="*/ 158 w 194"/>
                <a:gd name="T19" fmla="*/ 392 h 796"/>
                <a:gd name="T20" fmla="*/ 171 w 194"/>
                <a:gd name="T21" fmla="*/ 368 h 796"/>
                <a:gd name="T22" fmla="*/ 186 w 194"/>
                <a:gd name="T23" fmla="*/ 328 h 796"/>
                <a:gd name="T24" fmla="*/ 194 w 194"/>
                <a:gd name="T25" fmla="*/ 276 h 796"/>
                <a:gd name="T26" fmla="*/ 186 w 194"/>
                <a:gd name="T27" fmla="*/ 213 h 796"/>
                <a:gd name="T28" fmla="*/ 158 w 194"/>
                <a:gd name="T29" fmla="*/ 146 h 796"/>
                <a:gd name="T30" fmla="*/ 100 w 194"/>
                <a:gd name="T31" fmla="*/ 73 h 796"/>
                <a:gd name="T32" fmla="*/ 0 w 194"/>
                <a:gd name="T33" fmla="*/ 0 h 796"/>
                <a:gd name="T34" fmla="*/ 11 w 194"/>
                <a:gd name="T35" fmla="*/ 9 h 796"/>
                <a:gd name="T36" fmla="*/ 39 w 194"/>
                <a:gd name="T37" fmla="*/ 29 h 796"/>
                <a:gd name="T38" fmla="*/ 74 w 194"/>
                <a:gd name="T39" fmla="*/ 63 h 796"/>
                <a:gd name="T40" fmla="*/ 111 w 194"/>
                <a:gd name="T41" fmla="*/ 108 h 796"/>
                <a:gd name="T42" fmla="*/ 141 w 194"/>
                <a:gd name="T43" fmla="*/ 164 h 796"/>
                <a:gd name="T44" fmla="*/ 156 w 194"/>
                <a:gd name="T45" fmla="*/ 232 h 796"/>
                <a:gd name="T46" fmla="*/ 145 w 194"/>
                <a:gd name="T47" fmla="*/ 308 h 796"/>
                <a:gd name="T48" fmla="*/ 108 w 194"/>
                <a:gd name="T49" fmla="*/ 390 h 796"/>
                <a:gd name="T50" fmla="*/ 103 w 194"/>
                <a:gd name="T51" fmla="*/ 400 h 796"/>
                <a:gd name="T52" fmla="*/ 84 w 194"/>
                <a:gd name="T53" fmla="*/ 430 h 796"/>
                <a:gd name="T54" fmla="*/ 64 w 194"/>
                <a:gd name="T55" fmla="*/ 474 h 796"/>
                <a:gd name="T56" fmla="*/ 46 w 194"/>
                <a:gd name="T57" fmla="*/ 528 h 796"/>
                <a:gd name="T58" fmla="*/ 37 w 194"/>
                <a:gd name="T59" fmla="*/ 594 h 796"/>
                <a:gd name="T60" fmla="*/ 43 w 194"/>
                <a:gd name="T61" fmla="*/ 658 h 796"/>
                <a:gd name="T62" fmla="*/ 74 w 194"/>
                <a:gd name="T63" fmla="*/ 728 h 796"/>
                <a:gd name="T64" fmla="*/ 132 w 194"/>
                <a:gd name="T65" fmla="*/ 796 h 796"/>
                <a:gd name="T66" fmla="*/ 153 w 194"/>
                <a:gd name="T67" fmla="*/ 764 h 796"/>
                <a:gd name="T68" fmla="*/ 153 w 194"/>
                <a:gd name="T69" fmla="*/ 764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4" h="796">
                  <a:moveTo>
                    <a:pt x="153" y="764"/>
                  </a:moveTo>
                  <a:lnTo>
                    <a:pt x="148" y="760"/>
                  </a:lnTo>
                  <a:lnTo>
                    <a:pt x="135" y="741"/>
                  </a:lnTo>
                  <a:lnTo>
                    <a:pt x="118" y="714"/>
                  </a:lnTo>
                  <a:lnTo>
                    <a:pt x="105" y="671"/>
                  </a:lnTo>
                  <a:lnTo>
                    <a:pt x="97" y="626"/>
                  </a:lnTo>
                  <a:lnTo>
                    <a:pt x="100" y="564"/>
                  </a:lnTo>
                  <a:lnTo>
                    <a:pt x="113" y="488"/>
                  </a:lnTo>
                  <a:lnTo>
                    <a:pt x="151" y="404"/>
                  </a:lnTo>
                  <a:lnTo>
                    <a:pt x="158" y="392"/>
                  </a:lnTo>
                  <a:lnTo>
                    <a:pt x="171" y="368"/>
                  </a:lnTo>
                  <a:lnTo>
                    <a:pt x="186" y="328"/>
                  </a:lnTo>
                  <a:lnTo>
                    <a:pt x="194" y="276"/>
                  </a:lnTo>
                  <a:lnTo>
                    <a:pt x="186" y="213"/>
                  </a:lnTo>
                  <a:lnTo>
                    <a:pt x="158" y="146"/>
                  </a:lnTo>
                  <a:lnTo>
                    <a:pt x="100" y="73"/>
                  </a:lnTo>
                  <a:lnTo>
                    <a:pt x="0" y="0"/>
                  </a:lnTo>
                  <a:lnTo>
                    <a:pt x="11" y="9"/>
                  </a:lnTo>
                  <a:lnTo>
                    <a:pt x="39" y="29"/>
                  </a:lnTo>
                  <a:lnTo>
                    <a:pt x="74" y="63"/>
                  </a:lnTo>
                  <a:lnTo>
                    <a:pt x="111" y="108"/>
                  </a:lnTo>
                  <a:lnTo>
                    <a:pt x="141" y="164"/>
                  </a:lnTo>
                  <a:lnTo>
                    <a:pt x="156" y="232"/>
                  </a:lnTo>
                  <a:lnTo>
                    <a:pt x="145" y="308"/>
                  </a:lnTo>
                  <a:lnTo>
                    <a:pt x="108" y="390"/>
                  </a:lnTo>
                  <a:lnTo>
                    <a:pt x="103" y="400"/>
                  </a:lnTo>
                  <a:lnTo>
                    <a:pt x="84" y="430"/>
                  </a:lnTo>
                  <a:lnTo>
                    <a:pt x="64" y="474"/>
                  </a:lnTo>
                  <a:lnTo>
                    <a:pt x="46" y="528"/>
                  </a:lnTo>
                  <a:lnTo>
                    <a:pt x="37" y="594"/>
                  </a:lnTo>
                  <a:lnTo>
                    <a:pt x="43" y="658"/>
                  </a:lnTo>
                  <a:lnTo>
                    <a:pt x="74" y="728"/>
                  </a:lnTo>
                  <a:lnTo>
                    <a:pt x="132" y="796"/>
                  </a:lnTo>
                  <a:lnTo>
                    <a:pt x="153" y="764"/>
                  </a:lnTo>
                  <a:lnTo>
                    <a:pt x="153" y="7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5340351" y="4030663"/>
              <a:ext cx="719138" cy="877887"/>
            </a:xfrm>
            <a:custGeom>
              <a:avLst/>
              <a:gdLst>
                <a:gd name="T0" fmla="*/ 489 w 906"/>
                <a:gd name="T1" fmla="*/ 145 h 1106"/>
                <a:gd name="T2" fmla="*/ 438 w 906"/>
                <a:gd name="T3" fmla="*/ 99 h 1106"/>
                <a:gd name="T4" fmla="*/ 396 w 906"/>
                <a:gd name="T5" fmla="*/ 53 h 1106"/>
                <a:gd name="T6" fmla="*/ 369 w 906"/>
                <a:gd name="T7" fmla="*/ 20 h 1106"/>
                <a:gd name="T8" fmla="*/ 345 w 906"/>
                <a:gd name="T9" fmla="*/ 2 h 1106"/>
                <a:gd name="T10" fmla="*/ 297 w 906"/>
                <a:gd name="T11" fmla="*/ 0 h 1106"/>
                <a:gd name="T12" fmla="*/ 235 w 906"/>
                <a:gd name="T13" fmla="*/ 10 h 1106"/>
                <a:gd name="T14" fmla="*/ 178 w 906"/>
                <a:gd name="T15" fmla="*/ 28 h 1106"/>
                <a:gd name="T16" fmla="*/ 118 w 906"/>
                <a:gd name="T17" fmla="*/ 64 h 1106"/>
                <a:gd name="T18" fmla="*/ 43 w 906"/>
                <a:gd name="T19" fmla="*/ 139 h 1106"/>
                <a:gd name="T20" fmla="*/ 0 w 906"/>
                <a:gd name="T21" fmla="*/ 218 h 1106"/>
                <a:gd name="T22" fmla="*/ 41 w 906"/>
                <a:gd name="T23" fmla="*/ 363 h 1106"/>
                <a:gd name="T24" fmla="*/ 97 w 906"/>
                <a:gd name="T25" fmla="*/ 495 h 1106"/>
                <a:gd name="T26" fmla="*/ 148 w 906"/>
                <a:gd name="T27" fmla="*/ 632 h 1106"/>
                <a:gd name="T28" fmla="*/ 205 w 906"/>
                <a:gd name="T29" fmla="*/ 765 h 1106"/>
                <a:gd name="T30" fmla="*/ 264 w 906"/>
                <a:gd name="T31" fmla="*/ 877 h 1106"/>
                <a:gd name="T32" fmla="*/ 340 w 906"/>
                <a:gd name="T33" fmla="*/ 981 h 1106"/>
                <a:gd name="T34" fmla="*/ 451 w 906"/>
                <a:gd name="T35" fmla="*/ 1054 h 1106"/>
                <a:gd name="T36" fmla="*/ 593 w 906"/>
                <a:gd name="T37" fmla="*/ 1101 h 1106"/>
                <a:gd name="T38" fmla="*/ 735 w 906"/>
                <a:gd name="T39" fmla="*/ 1085 h 1106"/>
                <a:gd name="T40" fmla="*/ 826 w 906"/>
                <a:gd name="T41" fmla="*/ 1012 h 1106"/>
                <a:gd name="T42" fmla="*/ 880 w 906"/>
                <a:gd name="T43" fmla="*/ 924 h 1106"/>
                <a:gd name="T44" fmla="*/ 906 w 906"/>
                <a:gd name="T45" fmla="*/ 827 h 1106"/>
                <a:gd name="T46" fmla="*/ 874 w 906"/>
                <a:gd name="T47" fmla="*/ 650 h 1106"/>
                <a:gd name="T48" fmla="*/ 800 w 906"/>
                <a:gd name="T49" fmla="*/ 507 h 1106"/>
                <a:gd name="T50" fmla="*/ 709 w 906"/>
                <a:gd name="T51" fmla="*/ 392 h 1106"/>
                <a:gd name="T52" fmla="*/ 611 w 906"/>
                <a:gd name="T53" fmla="*/ 286 h 1106"/>
                <a:gd name="T54" fmla="*/ 567 w 906"/>
                <a:gd name="T55" fmla="*/ 237 h 1106"/>
                <a:gd name="T56" fmla="*/ 605 w 906"/>
                <a:gd name="T57" fmla="*/ 297 h 1106"/>
                <a:gd name="T58" fmla="*/ 773 w 906"/>
                <a:gd name="T59" fmla="*/ 593 h 1106"/>
                <a:gd name="T60" fmla="*/ 823 w 906"/>
                <a:gd name="T61" fmla="*/ 887 h 1106"/>
                <a:gd name="T62" fmla="*/ 806 w 906"/>
                <a:gd name="T63" fmla="*/ 916 h 1106"/>
                <a:gd name="T64" fmla="*/ 753 w 906"/>
                <a:gd name="T65" fmla="*/ 972 h 1106"/>
                <a:gd name="T66" fmla="*/ 664 w 906"/>
                <a:gd name="T67" fmla="*/ 1017 h 1106"/>
                <a:gd name="T68" fmla="*/ 542 w 906"/>
                <a:gd name="T69" fmla="*/ 1007 h 1106"/>
                <a:gd name="T70" fmla="*/ 388 w 906"/>
                <a:gd name="T71" fmla="*/ 901 h 1106"/>
                <a:gd name="T72" fmla="*/ 301 w 906"/>
                <a:gd name="T73" fmla="*/ 791 h 1106"/>
                <a:gd name="T74" fmla="*/ 201 w 906"/>
                <a:gd name="T75" fmla="*/ 603 h 1106"/>
                <a:gd name="T76" fmla="*/ 102 w 906"/>
                <a:gd name="T77" fmla="*/ 351 h 1106"/>
                <a:gd name="T78" fmla="*/ 105 w 906"/>
                <a:gd name="T79" fmla="*/ 199 h 1106"/>
                <a:gd name="T80" fmla="*/ 187 w 906"/>
                <a:gd name="T81" fmla="*/ 96 h 1106"/>
                <a:gd name="T82" fmla="*/ 324 w 906"/>
                <a:gd name="T83" fmla="*/ 53 h 1106"/>
                <a:gd name="T84" fmla="*/ 476 w 906"/>
                <a:gd name="T85" fmla="*/ 231 h 1106"/>
                <a:gd name="T86" fmla="*/ 426 w 906"/>
                <a:gd name="T87" fmla="*/ 363 h 1106"/>
                <a:gd name="T88" fmla="*/ 230 w 906"/>
                <a:gd name="T89" fmla="*/ 530 h 1106"/>
                <a:gd name="T90" fmla="*/ 335 w 906"/>
                <a:gd name="T91" fmla="*/ 479 h 1106"/>
                <a:gd name="T92" fmla="*/ 491 w 906"/>
                <a:gd name="T93" fmla="*/ 324 h 1106"/>
                <a:gd name="T94" fmla="*/ 517 w 906"/>
                <a:gd name="T95" fmla="*/ 174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06" h="1106">
                  <a:moveTo>
                    <a:pt x="517" y="174"/>
                  </a:moveTo>
                  <a:lnTo>
                    <a:pt x="504" y="161"/>
                  </a:lnTo>
                  <a:lnTo>
                    <a:pt x="489" y="145"/>
                  </a:lnTo>
                  <a:lnTo>
                    <a:pt x="474" y="130"/>
                  </a:lnTo>
                  <a:lnTo>
                    <a:pt x="456" y="114"/>
                  </a:lnTo>
                  <a:lnTo>
                    <a:pt x="438" y="99"/>
                  </a:lnTo>
                  <a:lnTo>
                    <a:pt x="421" y="83"/>
                  </a:lnTo>
                  <a:lnTo>
                    <a:pt x="406" y="68"/>
                  </a:lnTo>
                  <a:lnTo>
                    <a:pt x="396" y="53"/>
                  </a:lnTo>
                  <a:lnTo>
                    <a:pt x="385" y="40"/>
                  </a:lnTo>
                  <a:lnTo>
                    <a:pt x="377" y="28"/>
                  </a:lnTo>
                  <a:lnTo>
                    <a:pt x="369" y="20"/>
                  </a:lnTo>
                  <a:lnTo>
                    <a:pt x="362" y="12"/>
                  </a:lnTo>
                  <a:lnTo>
                    <a:pt x="355" y="7"/>
                  </a:lnTo>
                  <a:lnTo>
                    <a:pt x="345" y="2"/>
                  </a:lnTo>
                  <a:lnTo>
                    <a:pt x="332" y="0"/>
                  </a:lnTo>
                  <a:lnTo>
                    <a:pt x="316" y="0"/>
                  </a:lnTo>
                  <a:lnTo>
                    <a:pt x="297" y="0"/>
                  </a:lnTo>
                  <a:lnTo>
                    <a:pt x="277" y="2"/>
                  </a:lnTo>
                  <a:lnTo>
                    <a:pt x="256" y="5"/>
                  </a:lnTo>
                  <a:lnTo>
                    <a:pt x="235" y="10"/>
                  </a:lnTo>
                  <a:lnTo>
                    <a:pt x="216" y="15"/>
                  </a:lnTo>
                  <a:lnTo>
                    <a:pt x="197" y="20"/>
                  </a:lnTo>
                  <a:lnTo>
                    <a:pt x="178" y="28"/>
                  </a:lnTo>
                  <a:lnTo>
                    <a:pt x="159" y="37"/>
                  </a:lnTo>
                  <a:lnTo>
                    <a:pt x="140" y="46"/>
                  </a:lnTo>
                  <a:lnTo>
                    <a:pt x="118" y="64"/>
                  </a:lnTo>
                  <a:lnTo>
                    <a:pt x="92" y="85"/>
                  </a:lnTo>
                  <a:lnTo>
                    <a:pt x="68" y="110"/>
                  </a:lnTo>
                  <a:lnTo>
                    <a:pt x="43" y="139"/>
                  </a:lnTo>
                  <a:lnTo>
                    <a:pt x="23" y="169"/>
                  </a:lnTo>
                  <a:lnTo>
                    <a:pt x="8" y="195"/>
                  </a:lnTo>
                  <a:lnTo>
                    <a:pt x="0" y="218"/>
                  </a:lnTo>
                  <a:lnTo>
                    <a:pt x="3" y="267"/>
                  </a:lnTo>
                  <a:lnTo>
                    <a:pt x="18" y="317"/>
                  </a:lnTo>
                  <a:lnTo>
                    <a:pt x="41" y="363"/>
                  </a:lnTo>
                  <a:lnTo>
                    <a:pt x="64" y="405"/>
                  </a:lnTo>
                  <a:lnTo>
                    <a:pt x="81" y="449"/>
                  </a:lnTo>
                  <a:lnTo>
                    <a:pt x="97" y="495"/>
                  </a:lnTo>
                  <a:lnTo>
                    <a:pt x="116" y="538"/>
                  </a:lnTo>
                  <a:lnTo>
                    <a:pt x="129" y="584"/>
                  </a:lnTo>
                  <a:lnTo>
                    <a:pt x="148" y="632"/>
                  </a:lnTo>
                  <a:lnTo>
                    <a:pt x="164" y="677"/>
                  </a:lnTo>
                  <a:lnTo>
                    <a:pt x="185" y="720"/>
                  </a:lnTo>
                  <a:lnTo>
                    <a:pt x="205" y="765"/>
                  </a:lnTo>
                  <a:lnTo>
                    <a:pt x="224" y="802"/>
                  </a:lnTo>
                  <a:lnTo>
                    <a:pt x="244" y="840"/>
                  </a:lnTo>
                  <a:lnTo>
                    <a:pt x="264" y="877"/>
                  </a:lnTo>
                  <a:lnTo>
                    <a:pt x="287" y="913"/>
                  </a:lnTo>
                  <a:lnTo>
                    <a:pt x="312" y="949"/>
                  </a:lnTo>
                  <a:lnTo>
                    <a:pt x="340" y="981"/>
                  </a:lnTo>
                  <a:lnTo>
                    <a:pt x="369" y="1007"/>
                  </a:lnTo>
                  <a:lnTo>
                    <a:pt x="406" y="1031"/>
                  </a:lnTo>
                  <a:lnTo>
                    <a:pt x="451" y="1054"/>
                  </a:lnTo>
                  <a:lnTo>
                    <a:pt x="496" y="1075"/>
                  </a:lnTo>
                  <a:lnTo>
                    <a:pt x="546" y="1091"/>
                  </a:lnTo>
                  <a:lnTo>
                    <a:pt x="593" y="1101"/>
                  </a:lnTo>
                  <a:lnTo>
                    <a:pt x="641" y="1106"/>
                  </a:lnTo>
                  <a:lnTo>
                    <a:pt x="690" y="1101"/>
                  </a:lnTo>
                  <a:lnTo>
                    <a:pt x="735" y="1085"/>
                  </a:lnTo>
                  <a:lnTo>
                    <a:pt x="781" y="1056"/>
                  </a:lnTo>
                  <a:lnTo>
                    <a:pt x="804" y="1036"/>
                  </a:lnTo>
                  <a:lnTo>
                    <a:pt x="826" y="1012"/>
                  </a:lnTo>
                  <a:lnTo>
                    <a:pt x="846" y="984"/>
                  </a:lnTo>
                  <a:lnTo>
                    <a:pt x="864" y="955"/>
                  </a:lnTo>
                  <a:lnTo>
                    <a:pt x="880" y="924"/>
                  </a:lnTo>
                  <a:lnTo>
                    <a:pt x="891" y="893"/>
                  </a:lnTo>
                  <a:lnTo>
                    <a:pt x="902" y="858"/>
                  </a:lnTo>
                  <a:lnTo>
                    <a:pt x="906" y="827"/>
                  </a:lnTo>
                  <a:lnTo>
                    <a:pt x="906" y="765"/>
                  </a:lnTo>
                  <a:lnTo>
                    <a:pt x="896" y="707"/>
                  </a:lnTo>
                  <a:lnTo>
                    <a:pt x="874" y="650"/>
                  </a:lnTo>
                  <a:lnTo>
                    <a:pt x="849" y="594"/>
                  </a:lnTo>
                  <a:lnTo>
                    <a:pt x="826" y="552"/>
                  </a:lnTo>
                  <a:lnTo>
                    <a:pt x="800" y="507"/>
                  </a:lnTo>
                  <a:lnTo>
                    <a:pt x="773" y="471"/>
                  </a:lnTo>
                  <a:lnTo>
                    <a:pt x="743" y="430"/>
                  </a:lnTo>
                  <a:lnTo>
                    <a:pt x="709" y="392"/>
                  </a:lnTo>
                  <a:lnTo>
                    <a:pt x="677" y="357"/>
                  </a:lnTo>
                  <a:lnTo>
                    <a:pt x="644" y="320"/>
                  </a:lnTo>
                  <a:lnTo>
                    <a:pt x="611" y="286"/>
                  </a:lnTo>
                  <a:lnTo>
                    <a:pt x="595" y="270"/>
                  </a:lnTo>
                  <a:lnTo>
                    <a:pt x="582" y="252"/>
                  </a:lnTo>
                  <a:lnTo>
                    <a:pt x="567" y="237"/>
                  </a:lnTo>
                  <a:lnTo>
                    <a:pt x="552" y="218"/>
                  </a:lnTo>
                  <a:lnTo>
                    <a:pt x="567" y="239"/>
                  </a:lnTo>
                  <a:lnTo>
                    <a:pt x="605" y="297"/>
                  </a:lnTo>
                  <a:lnTo>
                    <a:pt x="659" y="380"/>
                  </a:lnTo>
                  <a:lnTo>
                    <a:pt x="720" y="481"/>
                  </a:lnTo>
                  <a:lnTo>
                    <a:pt x="773" y="593"/>
                  </a:lnTo>
                  <a:lnTo>
                    <a:pt x="816" y="703"/>
                  </a:lnTo>
                  <a:lnTo>
                    <a:pt x="836" y="804"/>
                  </a:lnTo>
                  <a:lnTo>
                    <a:pt x="823" y="887"/>
                  </a:lnTo>
                  <a:lnTo>
                    <a:pt x="821" y="890"/>
                  </a:lnTo>
                  <a:lnTo>
                    <a:pt x="816" y="901"/>
                  </a:lnTo>
                  <a:lnTo>
                    <a:pt x="806" y="916"/>
                  </a:lnTo>
                  <a:lnTo>
                    <a:pt x="790" y="934"/>
                  </a:lnTo>
                  <a:lnTo>
                    <a:pt x="773" y="955"/>
                  </a:lnTo>
                  <a:lnTo>
                    <a:pt x="753" y="972"/>
                  </a:lnTo>
                  <a:lnTo>
                    <a:pt x="724" y="991"/>
                  </a:lnTo>
                  <a:lnTo>
                    <a:pt x="697" y="1007"/>
                  </a:lnTo>
                  <a:lnTo>
                    <a:pt x="664" y="1017"/>
                  </a:lnTo>
                  <a:lnTo>
                    <a:pt x="625" y="1023"/>
                  </a:lnTo>
                  <a:lnTo>
                    <a:pt x="585" y="1020"/>
                  </a:lnTo>
                  <a:lnTo>
                    <a:pt x="542" y="1007"/>
                  </a:lnTo>
                  <a:lnTo>
                    <a:pt x="494" y="986"/>
                  </a:lnTo>
                  <a:lnTo>
                    <a:pt x="443" y="949"/>
                  </a:lnTo>
                  <a:lnTo>
                    <a:pt x="388" y="901"/>
                  </a:lnTo>
                  <a:lnTo>
                    <a:pt x="330" y="835"/>
                  </a:lnTo>
                  <a:lnTo>
                    <a:pt x="322" y="825"/>
                  </a:lnTo>
                  <a:lnTo>
                    <a:pt x="301" y="791"/>
                  </a:lnTo>
                  <a:lnTo>
                    <a:pt x="273" y="742"/>
                  </a:lnTo>
                  <a:lnTo>
                    <a:pt x="238" y="679"/>
                  </a:lnTo>
                  <a:lnTo>
                    <a:pt x="201" y="603"/>
                  </a:lnTo>
                  <a:lnTo>
                    <a:pt x="162" y="522"/>
                  </a:lnTo>
                  <a:lnTo>
                    <a:pt x="129" y="437"/>
                  </a:lnTo>
                  <a:lnTo>
                    <a:pt x="102" y="351"/>
                  </a:lnTo>
                  <a:lnTo>
                    <a:pt x="89" y="235"/>
                  </a:lnTo>
                  <a:lnTo>
                    <a:pt x="92" y="223"/>
                  </a:lnTo>
                  <a:lnTo>
                    <a:pt x="105" y="199"/>
                  </a:lnTo>
                  <a:lnTo>
                    <a:pt x="125" y="167"/>
                  </a:lnTo>
                  <a:lnTo>
                    <a:pt x="152" y="130"/>
                  </a:lnTo>
                  <a:lnTo>
                    <a:pt x="187" y="96"/>
                  </a:lnTo>
                  <a:lnTo>
                    <a:pt x="227" y="68"/>
                  </a:lnTo>
                  <a:lnTo>
                    <a:pt x="273" y="51"/>
                  </a:lnTo>
                  <a:lnTo>
                    <a:pt x="324" y="53"/>
                  </a:lnTo>
                  <a:lnTo>
                    <a:pt x="476" y="197"/>
                  </a:lnTo>
                  <a:lnTo>
                    <a:pt x="476" y="205"/>
                  </a:lnTo>
                  <a:lnTo>
                    <a:pt x="476" y="231"/>
                  </a:lnTo>
                  <a:lnTo>
                    <a:pt x="469" y="267"/>
                  </a:lnTo>
                  <a:lnTo>
                    <a:pt x="453" y="312"/>
                  </a:lnTo>
                  <a:lnTo>
                    <a:pt x="426" y="363"/>
                  </a:lnTo>
                  <a:lnTo>
                    <a:pt x="380" y="421"/>
                  </a:lnTo>
                  <a:lnTo>
                    <a:pt x="316" y="476"/>
                  </a:lnTo>
                  <a:lnTo>
                    <a:pt x="230" y="530"/>
                  </a:lnTo>
                  <a:lnTo>
                    <a:pt x="246" y="525"/>
                  </a:lnTo>
                  <a:lnTo>
                    <a:pt x="282" y="506"/>
                  </a:lnTo>
                  <a:lnTo>
                    <a:pt x="335" y="479"/>
                  </a:lnTo>
                  <a:lnTo>
                    <a:pt x="390" y="437"/>
                  </a:lnTo>
                  <a:lnTo>
                    <a:pt x="445" y="386"/>
                  </a:lnTo>
                  <a:lnTo>
                    <a:pt x="491" y="324"/>
                  </a:lnTo>
                  <a:lnTo>
                    <a:pt x="517" y="254"/>
                  </a:lnTo>
                  <a:lnTo>
                    <a:pt x="517" y="174"/>
                  </a:lnTo>
                  <a:lnTo>
                    <a:pt x="517" y="17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4730751" y="3132138"/>
              <a:ext cx="757238" cy="614362"/>
            </a:xfrm>
            <a:custGeom>
              <a:avLst/>
              <a:gdLst>
                <a:gd name="T0" fmla="*/ 941 w 954"/>
                <a:gd name="T1" fmla="*/ 627 h 774"/>
                <a:gd name="T2" fmla="*/ 947 w 954"/>
                <a:gd name="T3" fmla="*/ 720 h 774"/>
                <a:gd name="T4" fmla="*/ 862 w 954"/>
                <a:gd name="T5" fmla="*/ 710 h 774"/>
                <a:gd name="T6" fmla="*/ 741 w 954"/>
                <a:gd name="T7" fmla="*/ 710 h 774"/>
                <a:gd name="T8" fmla="*/ 404 w 954"/>
                <a:gd name="T9" fmla="*/ 725 h 774"/>
                <a:gd name="T10" fmla="*/ 259 w 954"/>
                <a:gd name="T11" fmla="*/ 733 h 774"/>
                <a:gd name="T12" fmla="*/ 91 w 954"/>
                <a:gd name="T13" fmla="*/ 758 h 774"/>
                <a:gd name="T14" fmla="*/ 19 w 954"/>
                <a:gd name="T15" fmla="*/ 763 h 774"/>
                <a:gd name="T16" fmla="*/ 9 w 954"/>
                <a:gd name="T17" fmla="*/ 687 h 774"/>
                <a:gd name="T18" fmla="*/ 76 w 954"/>
                <a:gd name="T19" fmla="*/ 503 h 774"/>
                <a:gd name="T20" fmla="*/ 76 w 954"/>
                <a:gd name="T21" fmla="*/ 374 h 774"/>
                <a:gd name="T22" fmla="*/ 56 w 954"/>
                <a:gd name="T23" fmla="*/ 161 h 774"/>
                <a:gd name="T24" fmla="*/ 126 w 954"/>
                <a:gd name="T25" fmla="*/ 424 h 774"/>
                <a:gd name="T26" fmla="*/ 215 w 954"/>
                <a:gd name="T27" fmla="*/ 429 h 774"/>
                <a:gd name="T28" fmla="*/ 285 w 954"/>
                <a:gd name="T29" fmla="*/ 419 h 774"/>
                <a:gd name="T30" fmla="*/ 374 w 954"/>
                <a:gd name="T31" fmla="*/ 411 h 774"/>
                <a:gd name="T32" fmla="*/ 511 w 954"/>
                <a:gd name="T33" fmla="*/ 404 h 774"/>
                <a:gd name="T34" fmla="*/ 597 w 954"/>
                <a:gd name="T35" fmla="*/ 388 h 774"/>
                <a:gd name="T36" fmla="*/ 675 w 954"/>
                <a:gd name="T37" fmla="*/ 376 h 774"/>
                <a:gd name="T38" fmla="*/ 790 w 954"/>
                <a:gd name="T39" fmla="*/ 380 h 774"/>
                <a:gd name="T40" fmla="*/ 856 w 954"/>
                <a:gd name="T41" fmla="*/ 420 h 774"/>
                <a:gd name="T42" fmla="*/ 804 w 954"/>
                <a:gd name="T43" fmla="*/ 432 h 774"/>
                <a:gd name="T44" fmla="*/ 732 w 954"/>
                <a:gd name="T45" fmla="*/ 429 h 774"/>
                <a:gd name="T46" fmla="*/ 649 w 954"/>
                <a:gd name="T47" fmla="*/ 437 h 774"/>
                <a:gd name="T48" fmla="*/ 529 w 954"/>
                <a:gd name="T49" fmla="*/ 455 h 774"/>
                <a:gd name="T50" fmla="*/ 378 w 954"/>
                <a:gd name="T51" fmla="*/ 469 h 774"/>
                <a:gd name="T52" fmla="*/ 235 w 954"/>
                <a:gd name="T53" fmla="*/ 489 h 774"/>
                <a:gd name="T54" fmla="*/ 133 w 954"/>
                <a:gd name="T55" fmla="*/ 464 h 774"/>
                <a:gd name="T56" fmla="*/ 124 w 954"/>
                <a:gd name="T57" fmla="*/ 458 h 774"/>
                <a:gd name="T58" fmla="*/ 72 w 954"/>
                <a:gd name="T59" fmla="*/ 671 h 774"/>
                <a:gd name="T60" fmla="*/ 162 w 954"/>
                <a:gd name="T61" fmla="*/ 693 h 774"/>
                <a:gd name="T62" fmla="*/ 243 w 954"/>
                <a:gd name="T63" fmla="*/ 682 h 774"/>
                <a:gd name="T64" fmla="*/ 330 w 954"/>
                <a:gd name="T65" fmla="*/ 677 h 774"/>
                <a:gd name="T66" fmla="*/ 425 w 954"/>
                <a:gd name="T67" fmla="*/ 668 h 774"/>
                <a:gd name="T68" fmla="*/ 503 w 954"/>
                <a:gd name="T69" fmla="*/ 656 h 774"/>
                <a:gd name="T70" fmla="*/ 583 w 954"/>
                <a:gd name="T71" fmla="*/ 655 h 774"/>
                <a:gd name="T72" fmla="*/ 732 w 954"/>
                <a:gd name="T73" fmla="*/ 655 h 774"/>
                <a:gd name="T74" fmla="*/ 886 w 954"/>
                <a:gd name="T75" fmla="*/ 665 h 774"/>
                <a:gd name="T76" fmla="*/ 904 w 954"/>
                <a:gd name="T77" fmla="*/ 563 h 774"/>
                <a:gd name="T78" fmla="*/ 907 w 954"/>
                <a:gd name="T79" fmla="*/ 424 h 774"/>
                <a:gd name="T80" fmla="*/ 915 w 954"/>
                <a:gd name="T81" fmla="*/ 299 h 774"/>
                <a:gd name="T82" fmla="*/ 894 w 954"/>
                <a:gd name="T83" fmla="*/ 114 h 774"/>
                <a:gd name="T84" fmla="*/ 885 w 954"/>
                <a:gd name="T85" fmla="*/ 286 h 774"/>
                <a:gd name="T86" fmla="*/ 864 w 954"/>
                <a:gd name="T87" fmla="*/ 317 h 774"/>
                <a:gd name="T88" fmla="*/ 854 w 954"/>
                <a:gd name="T89" fmla="*/ 58 h 774"/>
                <a:gd name="T90" fmla="*/ 785 w 954"/>
                <a:gd name="T91" fmla="*/ 48 h 774"/>
                <a:gd name="T92" fmla="*/ 675 w 954"/>
                <a:gd name="T93" fmla="*/ 73 h 774"/>
                <a:gd name="T94" fmla="*/ 507 w 954"/>
                <a:gd name="T95" fmla="*/ 108 h 774"/>
                <a:gd name="T96" fmla="*/ 240 w 954"/>
                <a:gd name="T97" fmla="*/ 124 h 774"/>
                <a:gd name="T98" fmla="*/ 78 w 954"/>
                <a:gd name="T99" fmla="*/ 64 h 774"/>
                <a:gd name="T100" fmla="*/ 80 w 954"/>
                <a:gd name="T101" fmla="*/ 37 h 774"/>
                <a:gd name="T102" fmla="*/ 148 w 954"/>
                <a:gd name="T103" fmla="*/ 64 h 774"/>
                <a:gd name="T104" fmla="*/ 262 w 954"/>
                <a:gd name="T105" fmla="*/ 67 h 774"/>
                <a:gd name="T106" fmla="*/ 454 w 954"/>
                <a:gd name="T107" fmla="*/ 62 h 774"/>
                <a:gd name="T108" fmla="*/ 511 w 954"/>
                <a:gd name="T109" fmla="*/ 51 h 774"/>
                <a:gd name="T110" fmla="*/ 583 w 954"/>
                <a:gd name="T111" fmla="*/ 39 h 774"/>
                <a:gd name="T112" fmla="*/ 712 w 954"/>
                <a:gd name="T113" fmla="*/ 10 h 774"/>
                <a:gd name="T114" fmla="*/ 812 w 954"/>
                <a:gd name="T115" fmla="*/ 2 h 774"/>
                <a:gd name="T116" fmla="*/ 874 w 954"/>
                <a:gd name="T117" fmla="*/ 26 h 774"/>
                <a:gd name="T118" fmla="*/ 939 w 954"/>
                <a:gd name="T119" fmla="*/ 11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54" h="774">
                  <a:moveTo>
                    <a:pt x="947" y="351"/>
                  </a:moveTo>
                  <a:lnTo>
                    <a:pt x="945" y="411"/>
                  </a:lnTo>
                  <a:lnTo>
                    <a:pt x="941" y="471"/>
                  </a:lnTo>
                  <a:lnTo>
                    <a:pt x="945" y="528"/>
                  </a:lnTo>
                  <a:lnTo>
                    <a:pt x="945" y="586"/>
                  </a:lnTo>
                  <a:lnTo>
                    <a:pt x="941" y="609"/>
                  </a:lnTo>
                  <a:lnTo>
                    <a:pt x="941" y="627"/>
                  </a:lnTo>
                  <a:lnTo>
                    <a:pt x="939" y="648"/>
                  </a:lnTo>
                  <a:lnTo>
                    <a:pt x="945" y="668"/>
                  </a:lnTo>
                  <a:lnTo>
                    <a:pt x="947" y="679"/>
                  </a:lnTo>
                  <a:lnTo>
                    <a:pt x="949" y="696"/>
                  </a:lnTo>
                  <a:lnTo>
                    <a:pt x="949" y="710"/>
                  </a:lnTo>
                  <a:lnTo>
                    <a:pt x="947" y="717"/>
                  </a:lnTo>
                  <a:lnTo>
                    <a:pt x="947" y="720"/>
                  </a:lnTo>
                  <a:lnTo>
                    <a:pt x="947" y="723"/>
                  </a:lnTo>
                  <a:lnTo>
                    <a:pt x="929" y="720"/>
                  </a:lnTo>
                  <a:lnTo>
                    <a:pt x="915" y="715"/>
                  </a:lnTo>
                  <a:lnTo>
                    <a:pt x="899" y="713"/>
                  </a:lnTo>
                  <a:lnTo>
                    <a:pt x="885" y="710"/>
                  </a:lnTo>
                  <a:lnTo>
                    <a:pt x="872" y="710"/>
                  </a:lnTo>
                  <a:lnTo>
                    <a:pt x="862" y="710"/>
                  </a:lnTo>
                  <a:lnTo>
                    <a:pt x="851" y="710"/>
                  </a:lnTo>
                  <a:lnTo>
                    <a:pt x="838" y="710"/>
                  </a:lnTo>
                  <a:lnTo>
                    <a:pt x="827" y="710"/>
                  </a:lnTo>
                  <a:lnTo>
                    <a:pt x="815" y="710"/>
                  </a:lnTo>
                  <a:lnTo>
                    <a:pt x="802" y="713"/>
                  </a:lnTo>
                  <a:lnTo>
                    <a:pt x="790" y="713"/>
                  </a:lnTo>
                  <a:lnTo>
                    <a:pt x="741" y="710"/>
                  </a:lnTo>
                  <a:lnTo>
                    <a:pt x="693" y="710"/>
                  </a:lnTo>
                  <a:lnTo>
                    <a:pt x="646" y="710"/>
                  </a:lnTo>
                  <a:lnTo>
                    <a:pt x="597" y="713"/>
                  </a:lnTo>
                  <a:lnTo>
                    <a:pt x="549" y="715"/>
                  </a:lnTo>
                  <a:lnTo>
                    <a:pt x="501" y="717"/>
                  </a:lnTo>
                  <a:lnTo>
                    <a:pt x="454" y="720"/>
                  </a:lnTo>
                  <a:lnTo>
                    <a:pt x="404" y="725"/>
                  </a:lnTo>
                  <a:lnTo>
                    <a:pt x="385" y="725"/>
                  </a:lnTo>
                  <a:lnTo>
                    <a:pt x="361" y="725"/>
                  </a:lnTo>
                  <a:lnTo>
                    <a:pt x="341" y="728"/>
                  </a:lnTo>
                  <a:lnTo>
                    <a:pt x="321" y="728"/>
                  </a:lnTo>
                  <a:lnTo>
                    <a:pt x="298" y="728"/>
                  </a:lnTo>
                  <a:lnTo>
                    <a:pt x="277" y="731"/>
                  </a:lnTo>
                  <a:lnTo>
                    <a:pt x="259" y="733"/>
                  </a:lnTo>
                  <a:lnTo>
                    <a:pt x="238" y="737"/>
                  </a:lnTo>
                  <a:lnTo>
                    <a:pt x="212" y="739"/>
                  </a:lnTo>
                  <a:lnTo>
                    <a:pt x="187" y="745"/>
                  </a:lnTo>
                  <a:lnTo>
                    <a:pt x="164" y="747"/>
                  </a:lnTo>
                  <a:lnTo>
                    <a:pt x="138" y="749"/>
                  </a:lnTo>
                  <a:lnTo>
                    <a:pt x="114" y="753"/>
                  </a:lnTo>
                  <a:lnTo>
                    <a:pt x="91" y="758"/>
                  </a:lnTo>
                  <a:lnTo>
                    <a:pt x="65" y="763"/>
                  </a:lnTo>
                  <a:lnTo>
                    <a:pt x="43" y="769"/>
                  </a:lnTo>
                  <a:lnTo>
                    <a:pt x="38" y="771"/>
                  </a:lnTo>
                  <a:lnTo>
                    <a:pt x="33" y="774"/>
                  </a:lnTo>
                  <a:lnTo>
                    <a:pt x="29" y="774"/>
                  </a:lnTo>
                  <a:lnTo>
                    <a:pt x="27" y="771"/>
                  </a:lnTo>
                  <a:lnTo>
                    <a:pt x="19" y="763"/>
                  </a:lnTo>
                  <a:lnTo>
                    <a:pt x="12" y="754"/>
                  </a:lnTo>
                  <a:lnTo>
                    <a:pt x="4" y="747"/>
                  </a:lnTo>
                  <a:lnTo>
                    <a:pt x="2" y="739"/>
                  </a:lnTo>
                  <a:lnTo>
                    <a:pt x="0" y="725"/>
                  </a:lnTo>
                  <a:lnTo>
                    <a:pt x="2" y="713"/>
                  </a:lnTo>
                  <a:lnTo>
                    <a:pt x="4" y="701"/>
                  </a:lnTo>
                  <a:lnTo>
                    <a:pt x="9" y="687"/>
                  </a:lnTo>
                  <a:lnTo>
                    <a:pt x="19" y="656"/>
                  </a:lnTo>
                  <a:lnTo>
                    <a:pt x="29" y="630"/>
                  </a:lnTo>
                  <a:lnTo>
                    <a:pt x="40" y="603"/>
                  </a:lnTo>
                  <a:lnTo>
                    <a:pt x="48" y="574"/>
                  </a:lnTo>
                  <a:lnTo>
                    <a:pt x="58" y="551"/>
                  </a:lnTo>
                  <a:lnTo>
                    <a:pt x="68" y="528"/>
                  </a:lnTo>
                  <a:lnTo>
                    <a:pt x="76" y="503"/>
                  </a:lnTo>
                  <a:lnTo>
                    <a:pt x="80" y="475"/>
                  </a:lnTo>
                  <a:lnTo>
                    <a:pt x="78" y="464"/>
                  </a:lnTo>
                  <a:lnTo>
                    <a:pt x="78" y="447"/>
                  </a:lnTo>
                  <a:lnTo>
                    <a:pt x="78" y="435"/>
                  </a:lnTo>
                  <a:lnTo>
                    <a:pt x="76" y="419"/>
                  </a:lnTo>
                  <a:lnTo>
                    <a:pt x="76" y="396"/>
                  </a:lnTo>
                  <a:lnTo>
                    <a:pt x="76" y="374"/>
                  </a:lnTo>
                  <a:lnTo>
                    <a:pt x="76" y="351"/>
                  </a:lnTo>
                  <a:lnTo>
                    <a:pt x="72" y="330"/>
                  </a:lnTo>
                  <a:lnTo>
                    <a:pt x="70" y="291"/>
                  </a:lnTo>
                  <a:lnTo>
                    <a:pt x="65" y="252"/>
                  </a:lnTo>
                  <a:lnTo>
                    <a:pt x="62" y="213"/>
                  </a:lnTo>
                  <a:lnTo>
                    <a:pt x="58" y="176"/>
                  </a:lnTo>
                  <a:lnTo>
                    <a:pt x="56" y="161"/>
                  </a:lnTo>
                  <a:lnTo>
                    <a:pt x="56" y="143"/>
                  </a:lnTo>
                  <a:lnTo>
                    <a:pt x="61" y="127"/>
                  </a:lnTo>
                  <a:lnTo>
                    <a:pt x="70" y="119"/>
                  </a:lnTo>
                  <a:lnTo>
                    <a:pt x="95" y="184"/>
                  </a:lnTo>
                  <a:lnTo>
                    <a:pt x="114" y="262"/>
                  </a:lnTo>
                  <a:lnTo>
                    <a:pt x="124" y="348"/>
                  </a:lnTo>
                  <a:lnTo>
                    <a:pt x="126" y="424"/>
                  </a:lnTo>
                  <a:lnTo>
                    <a:pt x="138" y="427"/>
                  </a:lnTo>
                  <a:lnTo>
                    <a:pt x="152" y="429"/>
                  </a:lnTo>
                  <a:lnTo>
                    <a:pt x="164" y="429"/>
                  </a:lnTo>
                  <a:lnTo>
                    <a:pt x="177" y="429"/>
                  </a:lnTo>
                  <a:lnTo>
                    <a:pt x="190" y="429"/>
                  </a:lnTo>
                  <a:lnTo>
                    <a:pt x="201" y="429"/>
                  </a:lnTo>
                  <a:lnTo>
                    <a:pt x="215" y="429"/>
                  </a:lnTo>
                  <a:lnTo>
                    <a:pt x="228" y="429"/>
                  </a:lnTo>
                  <a:lnTo>
                    <a:pt x="238" y="427"/>
                  </a:lnTo>
                  <a:lnTo>
                    <a:pt x="249" y="427"/>
                  </a:lnTo>
                  <a:lnTo>
                    <a:pt x="259" y="424"/>
                  </a:lnTo>
                  <a:lnTo>
                    <a:pt x="265" y="424"/>
                  </a:lnTo>
                  <a:lnTo>
                    <a:pt x="275" y="420"/>
                  </a:lnTo>
                  <a:lnTo>
                    <a:pt x="285" y="419"/>
                  </a:lnTo>
                  <a:lnTo>
                    <a:pt x="298" y="416"/>
                  </a:lnTo>
                  <a:lnTo>
                    <a:pt x="311" y="413"/>
                  </a:lnTo>
                  <a:lnTo>
                    <a:pt x="327" y="413"/>
                  </a:lnTo>
                  <a:lnTo>
                    <a:pt x="338" y="413"/>
                  </a:lnTo>
                  <a:lnTo>
                    <a:pt x="351" y="413"/>
                  </a:lnTo>
                  <a:lnTo>
                    <a:pt x="361" y="413"/>
                  </a:lnTo>
                  <a:lnTo>
                    <a:pt x="374" y="411"/>
                  </a:lnTo>
                  <a:lnTo>
                    <a:pt x="390" y="408"/>
                  </a:lnTo>
                  <a:lnTo>
                    <a:pt x="412" y="406"/>
                  </a:lnTo>
                  <a:lnTo>
                    <a:pt x="435" y="404"/>
                  </a:lnTo>
                  <a:lnTo>
                    <a:pt x="458" y="404"/>
                  </a:lnTo>
                  <a:lnTo>
                    <a:pt x="478" y="404"/>
                  </a:lnTo>
                  <a:lnTo>
                    <a:pt x="499" y="404"/>
                  </a:lnTo>
                  <a:lnTo>
                    <a:pt x="511" y="404"/>
                  </a:lnTo>
                  <a:lnTo>
                    <a:pt x="526" y="397"/>
                  </a:lnTo>
                  <a:lnTo>
                    <a:pt x="544" y="391"/>
                  </a:lnTo>
                  <a:lnTo>
                    <a:pt x="562" y="391"/>
                  </a:lnTo>
                  <a:lnTo>
                    <a:pt x="577" y="391"/>
                  </a:lnTo>
                  <a:lnTo>
                    <a:pt x="583" y="390"/>
                  </a:lnTo>
                  <a:lnTo>
                    <a:pt x="590" y="390"/>
                  </a:lnTo>
                  <a:lnTo>
                    <a:pt x="597" y="388"/>
                  </a:lnTo>
                  <a:lnTo>
                    <a:pt x="605" y="388"/>
                  </a:lnTo>
                  <a:lnTo>
                    <a:pt x="612" y="385"/>
                  </a:lnTo>
                  <a:lnTo>
                    <a:pt x="625" y="385"/>
                  </a:lnTo>
                  <a:lnTo>
                    <a:pt x="638" y="382"/>
                  </a:lnTo>
                  <a:lnTo>
                    <a:pt x="643" y="380"/>
                  </a:lnTo>
                  <a:lnTo>
                    <a:pt x="659" y="376"/>
                  </a:lnTo>
                  <a:lnTo>
                    <a:pt x="675" y="376"/>
                  </a:lnTo>
                  <a:lnTo>
                    <a:pt x="691" y="376"/>
                  </a:lnTo>
                  <a:lnTo>
                    <a:pt x="708" y="376"/>
                  </a:lnTo>
                  <a:lnTo>
                    <a:pt x="725" y="376"/>
                  </a:lnTo>
                  <a:lnTo>
                    <a:pt x="741" y="376"/>
                  </a:lnTo>
                  <a:lnTo>
                    <a:pt x="757" y="380"/>
                  </a:lnTo>
                  <a:lnTo>
                    <a:pt x="772" y="380"/>
                  </a:lnTo>
                  <a:lnTo>
                    <a:pt x="790" y="380"/>
                  </a:lnTo>
                  <a:lnTo>
                    <a:pt x="810" y="376"/>
                  </a:lnTo>
                  <a:lnTo>
                    <a:pt x="827" y="380"/>
                  </a:lnTo>
                  <a:lnTo>
                    <a:pt x="846" y="385"/>
                  </a:lnTo>
                  <a:lnTo>
                    <a:pt x="854" y="390"/>
                  </a:lnTo>
                  <a:lnTo>
                    <a:pt x="858" y="401"/>
                  </a:lnTo>
                  <a:lnTo>
                    <a:pt x="858" y="411"/>
                  </a:lnTo>
                  <a:lnTo>
                    <a:pt x="856" y="420"/>
                  </a:lnTo>
                  <a:lnTo>
                    <a:pt x="851" y="427"/>
                  </a:lnTo>
                  <a:lnTo>
                    <a:pt x="846" y="429"/>
                  </a:lnTo>
                  <a:lnTo>
                    <a:pt x="841" y="429"/>
                  </a:lnTo>
                  <a:lnTo>
                    <a:pt x="835" y="432"/>
                  </a:lnTo>
                  <a:lnTo>
                    <a:pt x="825" y="432"/>
                  </a:lnTo>
                  <a:lnTo>
                    <a:pt x="815" y="432"/>
                  </a:lnTo>
                  <a:lnTo>
                    <a:pt x="804" y="432"/>
                  </a:lnTo>
                  <a:lnTo>
                    <a:pt x="794" y="432"/>
                  </a:lnTo>
                  <a:lnTo>
                    <a:pt x="785" y="432"/>
                  </a:lnTo>
                  <a:lnTo>
                    <a:pt x="775" y="429"/>
                  </a:lnTo>
                  <a:lnTo>
                    <a:pt x="765" y="429"/>
                  </a:lnTo>
                  <a:lnTo>
                    <a:pt x="755" y="429"/>
                  </a:lnTo>
                  <a:lnTo>
                    <a:pt x="744" y="429"/>
                  </a:lnTo>
                  <a:lnTo>
                    <a:pt x="732" y="429"/>
                  </a:lnTo>
                  <a:lnTo>
                    <a:pt x="722" y="429"/>
                  </a:lnTo>
                  <a:lnTo>
                    <a:pt x="708" y="429"/>
                  </a:lnTo>
                  <a:lnTo>
                    <a:pt x="698" y="429"/>
                  </a:lnTo>
                  <a:lnTo>
                    <a:pt x="685" y="432"/>
                  </a:lnTo>
                  <a:lnTo>
                    <a:pt x="675" y="432"/>
                  </a:lnTo>
                  <a:lnTo>
                    <a:pt x="662" y="435"/>
                  </a:lnTo>
                  <a:lnTo>
                    <a:pt x="649" y="437"/>
                  </a:lnTo>
                  <a:lnTo>
                    <a:pt x="630" y="440"/>
                  </a:lnTo>
                  <a:lnTo>
                    <a:pt x="615" y="442"/>
                  </a:lnTo>
                  <a:lnTo>
                    <a:pt x="597" y="443"/>
                  </a:lnTo>
                  <a:lnTo>
                    <a:pt x="583" y="447"/>
                  </a:lnTo>
                  <a:lnTo>
                    <a:pt x="564" y="450"/>
                  </a:lnTo>
                  <a:lnTo>
                    <a:pt x="546" y="452"/>
                  </a:lnTo>
                  <a:lnTo>
                    <a:pt x="529" y="455"/>
                  </a:lnTo>
                  <a:lnTo>
                    <a:pt x="507" y="455"/>
                  </a:lnTo>
                  <a:lnTo>
                    <a:pt x="486" y="458"/>
                  </a:lnTo>
                  <a:lnTo>
                    <a:pt x="463" y="460"/>
                  </a:lnTo>
                  <a:lnTo>
                    <a:pt x="443" y="464"/>
                  </a:lnTo>
                  <a:lnTo>
                    <a:pt x="420" y="464"/>
                  </a:lnTo>
                  <a:lnTo>
                    <a:pt x="396" y="466"/>
                  </a:lnTo>
                  <a:lnTo>
                    <a:pt x="378" y="469"/>
                  </a:lnTo>
                  <a:lnTo>
                    <a:pt x="353" y="471"/>
                  </a:lnTo>
                  <a:lnTo>
                    <a:pt x="334" y="473"/>
                  </a:lnTo>
                  <a:lnTo>
                    <a:pt x="317" y="475"/>
                  </a:lnTo>
                  <a:lnTo>
                    <a:pt x="296" y="478"/>
                  </a:lnTo>
                  <a:lnTo>
                    <a:pt x="275" y="484"/>
                  </a:lnTo>
                  <a:lnTo>
                    <a:pt x="255" y="487"/>
                  </a:lnTo>
                  <a:lnTo>
                    <a:pt x="235" y="489"/>
                  </a:lnTo>
                  <a:lnTo>
                    <a:pt x="217" y="489"/>
                  </a:lnTo>
                  <a:lnTo>
                    <a:pt x="197" y="489"/>
                  </a:lnTo>
                  <a:lnTo>
                    <a:pt x="179" y="489"/>
                  </a:lnTo>
                  <a:lnTo>
                    <a:pt x="162" y="487"/>
                  </a:lnTo>
                  <a:lnTo>
                    <a:pt x="146" y="478"/>
                  </a:lnTo>
                  <a:lnTo>
                    <a:pt x="136" y="466"/>
                  </a:lnTo>
                  <a:lnTo>
                    <a:pt x="133" y="464"/>
                  </a:lnTo>
                  <a:lnTo>
                    <a:pt x="133" y="460"/>
                  </a:lnTo>
                  <a:lnTo>
                    <a:pt x="133" y="458"/>
                  </a:lnTo>
                  <a:lnTo>
                    <a:pt x="131" y="455"/>
                  </a:lnTo>
                  <a:lnTo>
                    <a:pt x="129" y="455"/>
                  </a:lnTo>
                  <a:lnTo>
                    <a:pt x="126" y="455"/>
                  </a:lnTo>
                  <a:lnTo>
                    <a:pt x="126" y="458"/>
                  </a:lnTo>
                  <a:lnTo>
                    <a:pt x="124" y="458"/>
                  </a:lnTo>
                  <a:lnTo>
                    <a:pt x="124" y="487"/>
                  </a:lnTo>
                  <a:lnTo>
                    <a:pt x="124" y="512"/>
                  </a:lnTo>
                  <a:lnTo>
                    <a:pt x="119" y="538"/>
                  </a:lnTo>
                  <a:lnTo>
                    <a:pt x="114" y="563"/>
                  </a:lnTo>
                  <a:lnTo>
                    <a:pt x="101" y="593"/>
                  </a:lnTo>
                  <a:lnTo>
                    <a:pt x="86" y="633"/>
                  </a:lnTo>
                  <a:lnTo>
                    <a:pt x="72" y="671"/>
                  </a:lnTo>
                  <a:lnTo>
                    <a:pt x="68" y="703"/>
                  </a:lnTo>
                  <a:lnTo>
                    <a:pt x="86" y="701"/>
                  </a:lnTo>
                  <a:lnTo>
                    <a:pt x="103" y="696"/>
                  </a:lnTo>
                  <a:lnTo>
                    <a:pt x="124" y="696"/>
                  </a:lnTo>
                  <a:lnTo>
                    <a:pt x="141" y="695"/>
                  </a:lnTo>
                  <a:lnTo>
                    <a:pt x="152" y="693"/>
                  </a:lnTo>
                  <a:lnTo>
                    <a:pt x="162" y="693"/>
                  </a:lnTo>
                  <a:lnTo>
                    <a:pt x="169" y="690"/>
                  </a:lnTo>
                  <a:lnTo>
                    <a:pt x="179" y="690"/>
                  </a:lnTo>
                  <a:lnTo>
                    <a:pt x="190" y="687"/>
                  </a:lnTo>
                  <a:lnTo>
                    <a:pt x="201" y="685"/>
                  </a:lnTo>
                  <a:lnTo>
                    <a:pt x="215" y="682"/>
                  </a:lnTo>
                  <a:lnTo>
                    <a:pt x="228" y="682"/>
                  </a:lnTo>
                  <a:lnTo>
                    <a:pt x="243" y="682"/>
                  </a:lnTo>
                  <a:lnTo>
                    <a:pt x="255" y="682"/>
                  </a:lnTo>
                  <a:lnTo>
                    <a:pt x="267" y="682"/>
                  </a:lnTo>
                  <a:lnTo>
                    <a:pt x="281" y="682"/>
                  </a:lnTo>
                  <a:lnTo>
                    <a:pt x="291" y="677"/>
                  </a:lnTo>
                  <a:lnTo>
                    <a:pt x="306" y="677"/>
                  </a:lnTo>
                  <a:lnTo>
                    <a:pt x="319" y="677"/>
                  </a:lnTo>
                  <a:lnTo>
                    <a:pt x="330" y="677"/>
                  </a:lnTo>
                  <a:lnTo>
                    <a:pt x="344" y="673"/>
                  </a:lnTo>
                  <a:lnTo>
                    <a:pt x="357" y="671"/>
                  </a:lnTo>
                  <a:lnTo>
                    <a:pt x="372" y="671"/>
                  </a:lnTo>
                  <a:lnTo>
                    <a:pt x="385" y="671"/>
                  </a:lnTo>
                  <a:lnTo>
                    <a:pt x="396" y="668"/>
                  </a:lnTo>
                  <a:lnTo>
                    <a:pt x="410" y="668"/>
                  </a:lnTo>
                  <a:lnTo>
                    <a:pt x="425" y="668"/>
                  </a:lnTo>
                  <a:lnTo>
                    <a:pt x="438" y="668"/>
                  </a:lnTo>
                  <a:lnTo>
                    <a:pt x="448" y="663"/>
                  </a:lnTo>
                  <a:lnTo>
                    <a:pt x="458" y="663"/>
                  </a:lnTo>
                  <a:lnTo>
                    <a:pt x="470" y="663"/>
                  </a:lnTo>
                  <a:lnTo>
                    <a:pt x="480" y="663"/>
                  </a:lnTo>
                  <a:lnTo>
                    <a:pt x="491" y="661"/>
                  </a:lnTo>
                  <a:lnTo>
                    <a:pt x="503" y="656"/>
                  </a:lnTo>
                  <a:lnTo>
                    <a:pt x="514" y="656"/>
                  </a:lnTo>
                  <a:lnTo>
                    <a:pt x="524" y="656"/>
                  </a:lnTo>
                  <a:lnTo>
                    <a:pt x="533" y="655"/>
                  </a:lnTo>
                  <a:lnTo>
                    <a:pt x="544" y="655"/>
                  </a:lnTo>
                  <a:lnTo>
                    <a:pt x="556" y="654"/>
                  </a:lnTo>
                  <a:lnTo>
                    <a:pt x="569" y="654"/>
                  </a:lnTo>
                  <a:lnTo>
                    <a:pt x="583" y="655"/>
                  </a:lnTo>
                  <a:lnTo>
                    <a:pt x="594" y="655"/>
                  </a:lnTo>
                  <a:lnTo>
                    <a:pt x="607" y="655"/>
                  </a:lnTo>
                  <a:lnTo>
                    <a:pt x="617" y="655"/>
                  </a:lnTo>
                  <a:lnTo>
                    <a:pt x="646" y="655"/>
                  </a:lnTo>
                  <a:lnTo>
                    <a:pt x="673" y="655"/>
                  </a:lnTo>
                  <a:lnTo>
                    <a:pt x="704" y="655"/>
                  </a:lnTo>
                  <a:lnTo>
                    <a:pt x="732" y="655"/>
                  </a:lnTo>
                  <a:lnTo>
                    <a:pt x="759" y="655"/>
                  </a:lnTo>
                  <a:lnTo>
                    <a:pt x="788" y="655"/>
                  </a:lnTo>
                  <a:lnTo>
                    <a:pt x="815" y="656"/>
                  </a:lnTo>
                  <a:lnTo>
                    <a:pt x="843" y="656"/>
                  </a:lnTo>
                  <a:lnTo>
                    <a:pt x="856" y="661"/>
                  </a:lnTo>
                  <a:lnTo>
                    <a:pt x="872" y="663"/>
                  </a:lnTo>
                  <a:lnTo>
                    <a:pt x="886" y="665"/>
                  </a:lnTo>
                  <a:lnTo>
                    <a:pt x="902" y="663"/>
                  </a:lnTo>
                  <a:lnTo>
                    <a:pt x="907" y="661"/>
                  </a:lnTo>
                  <a:lnTo>
                    <a:pt x="907" y="654"/>
                  </a:lnTo>
                  <a:lnTo>
                    <a:pt x="907" y="648"/>
                  </a:lnTo>
                  <a:lnTo>
                    <a:pt x="907" y="640"/>
                  </a:lnTo>
                  <a:lnTo>
                    <a:pt x="904" y="606"/>
                  </a:lnTo>
                  <a:lnTo>
                    <a:pt x="904" y="563"/>
                  </a:lnTo>
                  <a:lnTo>
                    <a:pt x="904" y="518"/>
                  </a:lnTo>
                  <a:lnTo>
                    <a:pt x="909" y="489"/>
                  </a:lnTo>
                  <a:lnTo>
                    <a:pt x="909" y="475"/>
                  </a:lnTo>
                  <a:lnTo>
                    <a:pt x="907" y="452"/>
                  </a:lnTo>
                  <a:lnTo>
                    <a:pt x="904" y="432"/>
                  </a:lnTo>
                  <a:lnTo>
                    <a:pt x="904" y="424"/>
                  </a:lnTo>
                  <a:lnTo>
                    <a:pt x="907" y="424"/>
                  </a:lnTo>
                  <a:lnTo>
                    <a:pt x="909" y="424"/>
                  </a:lnTo>
                  <a:lnTo>
                    <a:pt x="907" y="391"/>
                  </a:lnTo>
                  <a:lnTo>
                    <a:pt x="909" y="376"/>
                  </a:lnTo>
                  <a:lnTo>
                    <a:pt x="915" y="359"/>
                  </a:lnTo>
                  <a:lnTo>
                    <a:pt x="917" y="328"/>
                  </a:lnTo>
                  <a:lnTo>
                    <a:pt x="917" y="311"/>
                  </a:lnTo>
                  <a:lnTo>
                    <a:pt x="915" y="299"/>
                  </a:lnTo>
                  <a:lnTo>
                    <a:pt x="911" y="286"/>
                  </a:lnTo>
                  <a:lnTo>
                    <a:pt x="911" y="273"/>
                  </a:lnTo>
                  <a:lnTo>
                    <a:pt x="924" y="236"/>
                  </a:lnTo>
                  <a:lnTo>
                    <a:pt x="922" y="184"/>
                  </a:lnTo>
                  <a:lnTo>
                    <a:pt x="909" y="138"/>
                  </a:lnTo>
                  <a:lnTo>
                    <a:pt x="894" y="116"/>
                  </a:lnTo>
                  <a:lnTo>
                    <a:pt x="894" y="114"/>
                  </a:lnTo>
                  <a:lnTo>
                    <a:pt x="894" y="109"/>
                  </a:lnTo>
                  <a:lnTo>
                    <a:pt x="892" y="109"/>
                  </a:lnTo>
                  <a:lnTo>
                    <a:pt x="888" y="109"/>
                  </a:lnTo>
                  <a:lnTo>
                    <a:pt x="886" y="155"/>
                  </a:lnTo>
                  <a:lnTo>
                    <a:pt x="886" y="198"/>
                  </a:lnTo>
                  <a:lnTo>
                    <a:pt x="885" y="241"/>
                  </a:lnTo>
                  <a:lnTo>
                    <a:pt x="885" y="286"/>
                  </a:lnTo>
                  <a:lnTo>
                    <a:pt x="883" y="294"/>
                  </a:lnTo>
                  <a:lnTo>
                    <a:pt x="879" y="302"/>
                  </a:lnTo>
                  <a:lnTo>
                    <a:pt x="874" y="309"/>
                  </a:lnTo>
                  <a:lnTo>
                    <a:pt x="872" y="317"/>
                  </a:lnTo>
                  <a:lnTo>
                    <a:pt x="869" y="317"/>
                  </a:lnTo>
                  <a:lnTo>
                    <a:pt x="866" y="317"/>
                  </a:lnTo>
                  <a:lnTo>
                    <a:pt x="864" y="317"/>
                  </a:lnTo>
                  <a:lnTo>
                    <a:pt x="858" y="299"/>
                  </a:lnTo>
                  <a:lnTo>
                    <a:pt x="854" y="276"/>
                  </a:lnTo>
                  <a:lnTo>
                    <a:pt x="848" y="253"/>
                  </a:lnTo>
                  <a:lnTo>
                    <a:pt x="848" y="231"/>
                  </a:lnTo>
                  <a:lnTo>
                    <a:pt x="851" y="184"/>
                  </a:lnTo>
                  <a:lnTo>
                    <a:pt x="856" y="119"/>
                  </a:lnTo>
                  <a:lnTo>
                    <a:pt x="854" y="58"/>
                  </a:lnTo>
                  <a:lnTo>
                    <a:pt x="841" y="26"/>
                  </a:lnTo>
                  <a:lnTo>
                    <a:pt x="838" y="23"/>
                  </a:lnTo>
                  <a:lnTo>
                    <a:pt x="835" y="23"/>
                  </a:lnTo>
                  <a:lnTo>
                    <a:pt x="823" y="26"/>
                  </a:lnTo>
                  <a:lnTo>
                    <a:pt x="808" y="35"/>
                  </a:lnTo>
                  <a:lnTo>
                    <a:pt x="794" y="41"/>
                  </a:lnTo>
                  <a:lnTo>
                    <a:pt x="785" y="48"/>
                  </a:lnTo>
                  <a:lnTo>
                    <a:pt x="772" y="51"/>
                  </a:lnTo>
                  <a:lnTo>
                    <a:pt x="759" y="54"/>
                  </a:lnTo>
                  <a:lnTo>
                    <a:pt x="747" y="56"/>
                  </a:lnTo>
                  <a:lnTo>
                    <a:pt x="734" y="58"/>
                  </a:lnTo>
                  <a:lnTo>
                    <a:pt x="714" y="64"/>
                  </a:lnTo>
                  <a:lnTo>
                    <a:pt x="696" y="67"/>
                  </a:lnTo>
                  <a:lnTo>
                    <a:pt x="675" y="73"/>
                  </a:lnTo>
                  <a:lnTo>
                    <a:pt x="659" y="78"/>
                  </a:lnTo>
                  <a:lnTo>
                    <a:pt x="640" y="83"/>
                  </a:lnTo>
                  <a:lnTo>
                    <a:pt x="620" y="89"/>
                  </a:lnTo>
                  <a:lnTo>
                    <a:pt x="602" y="91"/>
                  </a:lnTo>
                  <a:lnTo>
                    <a:pt x="583" y="97"/>
                  </a:lnTo>
                  <a:lnTo>
                    <a:pt x="544" y="101"/>
                  </a:lnTo>
                  <a:lnTo>
                    <a:pt x="507" y="108"/>
                  </a:lnTo>
                  <a:lnTo>
                    <a:pt x="468" y="114"/>
                  </a:lnTo>
                  <a:lnTo>
                    <a:pt x="427" y="116"/>
                  </a:lnTo>
                  <a:lnTo>
                    <a:pt x="390" y="119"/>
                  </a:lnTo>
                  <a:lnTo>
                    <a:pt x="349" y="121"/>
                  </a:lnTo>
                  <a:lnTo>
                    <a:pt x="308" y="124"/>
                  </a:lnTo>
                  <a:lnTo>
                    <a:pt x="265" y="124"/>
                  </a:lnTo>
                  <a:lnTo>
                    <a:pt x="240" y="124"/>
                  </a:lnTo>
                  <a:lnTo>
                    <a:pt x="215" y="124"/>
                  </a:lnTo>
                  <a:lnTo>
                    <a:pt x="185" y="124"/>
                  </a:lnTo>
                  <a:lnTo>
                    <a:pt x="156" y="119"/>
                  </a:lnTo>
                  <a:lnTo>
                    <a:pt x="129" y="114"/>
                  </a:lnTo>
                  <a:lnTo>
                    <a:pt x="106" y="104"/>
                  </a:lnTo>
                  <a:lnTo>
                    <a:pt x="88" y="86"/>
                  </a:lnTo>
                  <a:lnTo>
                    <a:pt x="78" y="64"/>
                  </a:lnTo>
                  <a:lnTo>
                    <a:pt x="78" y="56"/>
                  </a:lnTo>
                  <a:lnTo>
                    <a:pt x="76" y="43"/>
                  </a:lnTo>
                  <a:lnTo>
                    <a:pt x="76" y="35"/>
                  </a:lnTo>
                  <a:lnTo>
                    <a:pt x="80" y="29"/>
                  </a:lnTo>
                  <a:lnTo>
                    <a:pt x="80" y="32"/>
                  </a:lnTo>
                  <a:lnTo>
                    <a:pt x="80" y="35"/>
                  </a:lnTo>
                  <a:lnTo>
                    <a:pt x="80" y="37"/>
                  </a:lnTo>
                  <a:lnTo>
                    <a:pt x="91" y="41"/>
                  </a:lnTo>
                  <a:lnTo>
                    <a:pt x="99" y="46"/>
                  </a:lnTo>
                  <a:lnTo>
                    <a:pt x="109" y="54"/>
                  </a:lnTo>
                  <a:lnTo>
                    <a:pt x="119" y="58"/>
                  </a:lnTo>
                  <a:lnTo>
                    <a:pt x="129" y="62"/>
                  </a:lnTo>
                  <a:lnTo>
                    <a:pt x="138" y="62"/>
                  </a:lnTo>
                  <a:lnTo>
                    <a:pt x="148" y="64"/>
                  </a:lnTo>
                  <a:lnTo>
                    <a:pt x="159" y="64"/>
                  </a:lnTo>
                  <a:lnTo>
                    <a:pt x="169" y="64"/>
                  </a:lnTo>
                  <a:lnTo>
                    <a:pt x="179" y="64"/>
                  </a:lnTo>
                  <a:lnTo>
                    <a:pt x="192" y="64"/>
                  </a:lnTo>
                  <a:lnTo>
                    <a:pt x="201" y="64"/>
                  </a:lnTo>
                  <a:lnTo>
                    <a:pt x="232" y="67"/>
                  </a:lnTo>
                  <a:lnTo>
                    <a:pt x="262" y="67"/>
                  </a:lnTo>
                  <a:lnTo>
                    <a:pt x="293" y="67"/>
                  </a:lnTo>
                  <a:lnTo>
                    <a:pt x="325" y="64"/>
                  </a:lnTo>
                  <a:lnTo>
                    <a:pt x="353" y="64"/>
                  </a:lnTo>
                  <a:lnTo>
                    <a:pt x="385" y="62"/>
                  </a:lnTo>
                  <a:lnTo>
                    <a:pt x="415" y="62"/>
                  </a:lnTo>
                  <a:lnTo>
                    <a:pt x="443" y="62"/>
                  </a:lnTo>
                  <a:lnTo>
                    <a:pt x="454" y="62"/>
                  </a:lnTo>
                  <a:lnTo>
                    <a:pt x="461" y="58"/>
                  </a:lnTo>
                  <a:lnTo>
                    <a:pt x="468" y="58"/>
                  </a:lnTo>
                  <a:lnTo>
                    <a:pt x="478" y="56"/>
                  </a:lnTo>
                  <a:lnTo>
                    <a:pt x="486" y="56"/>
                  </a:lnTo>
                  <a:lnTo>
                    <a:pt x="496" y="54"/>
                  </a:lnTo>
                  <a:lnTo>
                    <a:pt x="503" y="54"/>
                  </a:lnTo>
                  <a:lnTo>
                    <a:pt x="511" y="51"/>
                  </a:lnTo>
                  <a:lnTo>
                    <a:pt x="522" y="48"/>
                  </a:lnTo>
                  <a:lnTo>
                    <a:pt x="529" y="48"/>
                  </a:lnTo>
                  <a:lnTo>
                    <a:pt x="536" y="48"/>
                  </a:lnTo>
                  <a:lnTo>
                    <a:pt x="541" y="48"/>
                  </a:lnTo>
                  <a:lnTo>
                    <a:pt x="554" y="43"/>
                  </a:lnTo>
                  <a:lnTo>
                    <a:pt x="567" y="41"/>
                  </a:lnTo>
                  <a:lnTo>
                    <a:pt x="583" y="39"/>
                  </a:lnTo>
                  <a:lnTo>
                    <a:pt x="594" y="39"/>
                  </a:lnTo>
                  <a:lnTo>
                    <a:pt x="615" y="35"/>
                  </a:lnTo>
                  <a:lnTo>
                    <a:pt x="632" y="32"/>
                  </a:lnTo>
                  <a:lnTo>
                    <a:pt x="653" y="26"/>
                  </a:lnTo>
                  <a:lnTo>
                    <a:pt x="673" y="21"/>
                  </a:lnTo>
                  <a:lnTo>
                    <a:pt x="691" y="16"/>
                  </a:lnTo>
                  <a:lnTo>
                    <a:pt x="712" y="10"/>
                  </a:lnTo>
                  <a:lnTo>
                    <a:pt x="732" y="5"/>
                  </a:lnTo>
                  <a:lnTo>
                    <a:pt x="751" y="0"/>
                  </a:lnTo>
                  <a:lnTo>
                    <a:pt x="765" y="2"/>
                  </a:lnTo>
                  <a:lnTo>
                    <a:pt x="778" y="2"/>
                  </a:lnTo>
                  <a:lnTo>
                    <a:pt x="790" y="2"/>
                  </a:lnTo>
                  <a:lnTo>
                    <a:pt x="800" y="2"/>
                  </a:lnTo>
                  <a:lnTo>
                    <a:pt x="812" y="2"/>
                  </a:lnTo>
                  <a:lnTo>
                    <a:pt x="823" y="5"/>
                  </a:lnTo>
                  <a:lnTo>
                    <a:pt x="835" y="5"/>
                  </a:lnTo>
                  <a:lnTo>
                    <a:pt x="846" y="8"/>
                  </a:lnTo>
                  <a:lnTo>
                    <a:pt x="856" y="10"/>
                  </a:lnTo>
                  <a:lnTo>
                    <a:pt x="862" y="16"/>
                  </a:lnTo>
                  <a:lnTo>
                    <a:pt x="869" y="21"/>
                  </a:lnTo>
                  <a:lnTo>
                    <a:pt x="874" y="26"/>
                  </a:lnTo>
                  <a:lnTo>
                    <a:pt x="883" y="29"/>
                  </a:lnTo>
                  <a:lnTo>
                    <a:pt x="888" y="35"/>
                  </a:lnTo>
                  <a:lnTo>
                    <a:pt x="896" y="39"/>
                  </a:lnTo>
                  <a:lnTo>
                    <a:pt x="902" y="43"/>
                  </a:lnTo>
                  <a:lnTo>
                    <a:pt x="917" y="62"/>
                  </a:lnTo>
                  <a:lnTo>
                    <a:pt x="929" y="89"/>
                  </a:lnTo>
                  <a:lnTo>
                    <a:pt x="939" y="114"/>
                  </a:lnTo>
                  <a:lnTo>
                    <a:pt x="947" y="135"/>
                  </a:lnTo>
                  <a:lnTo>
                    <a:pt x="949" y="155"/>
                  </a:lnTo>
                  <a:lnTo>
                    <a:pt x="952" y="211"/>
                  </a:lnTo>
                  <a:lnTo>
                    <a:pt x="954" y="282"/>
                  </a:lnTo>
                  <a:lnTo>
                    <a:pt x="947" y="351"/>
                  </a:lnTo>
                  <a:lnTo>
                    <a:pt x="947" y="3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4643438" y="3187700"/>
              <a:ext cx="119063" cy="569912"/>
            </a:xfrm>
            <a:custGeom>
              <a:avLst/>
              <a:gdLst>
                <a:gd name="T0" fmla="*/ 125 w 150"/>
                <a:gd name="T1" fmla="*/ 0 h 718"/>
                <a:gd name="T2" fmla="*/ 135 w 150"/>
                <a:gd name="T3" fmla="*/ 12 h 718"/>
                <a:gd name="T4" fmla="*/ 143 w 150"/>
                <a:gd name="T5" fmla="*/ 20 h 718"/>
                <a:gd name="T6" fmla="*/ 148 w 150"/>
                <a:gd name="T7" fmla="*/ 30 h 718"/>
                <a:gd name="T8" fmla="*/ 150 w 150"/>
                <a:gd name="T9" fmla="*/ 40 h 718"/>
                <a:gd name="T10" fmla="*/ 145 w 150"/>
                <a:gd name="T11" fmla="*/ 74 h 718"/>
                <a:gd name="T12" fmla="*/ 133 w 150"/>
                <a:gd name="T13" fmla="*/ 126 h 718"/>
                <a:gd name="T14" fmla="*/ 114 w 150"/>
                <a:gd name="T15" fmla="*/ 175 h 718"/>
                <a:gd name="T16" fmla="*/ 100 w 150"/>
                <a:gd name="T17" fmla="*/ 204 h 718"/>
                <a:gd name="T18" fmla="*/ 90 w 150"/>
                <a:gd name="T19" fmla="*/ 214 h 718"/>
                <a:gd name="T20" fmla="*/ 74 w 150"/>
                <a:gd name="T21" fmla="*/ 219 h 718"/>
                <a:gd name="T22" fmla="*/ 59 w 150"/>
                <a:gd name="T23" fmla="*/ 225 h 718"/>
                <a:gd name="T24" fmla="*/ 46 w 150"/>
                <a:gd name="T25" fmla="*/ 228 h 718"/>
                <a:gd name="T26" fmla="*/ 48 w 150"/>
                <a:gd name="T27" fmla="*/ 253 h 718"/>
                <a:gd name="T28" fmla="*/ 48 w 150"/>
                <a:gd name="T29" fmla="*/ 282 h 718"/>
                <a:gd name="T30" fmla="*/ 46 w 150"/>
                <a:gd name="T31" fmla="*/ 307 h 718"/>
                <a:gd name="T32" fmla="*/ 46 w 150"/>
                <a:gd name="T33" fmla="*/ 337 h 718"/>
                <a:gd name="T34" fmla="*/ 48 w 150"/>
                <a:gd name="T35" fmla="*/ 378 h 718"/>
                <a:gd name="T36" fmla="*/ 48 w 150"/>
                <a:gd name="T37" fmla="*/ 418 h 718"/>
                <a:gd name="T38" fmla="*/ 51 w 150"/>
                <a:gd name="T39" fmla="*/ 459 h 718"/>
                <a:gd name="T40" fmla="*/ 51 w 150"/>
                <a:gd name="T41" fmla="*/ 502 h 718"/>
                <a:gd name="T42" fmla="*/ 53 w 150"/>
                <a:gd name="T43" fmla="*/ 534 h 718"/>
                <a:gd name="T44" fmla="*/ 56 w 150"/>
                <a:gd name="T45" fmla="*/ 569 h 718"/>
                <a:gd name="T46" fmla="*/ 59 w 150"/>
                <a:gd name="T47" fmla="*/ 604 h 718"/>
                <a:gd name="T48" fmla="*/ 61 w 150"/>
                <a:gd name="T49" fmla="*/ 639 h 718"/>
                <a:gd name="T50" fmla="*/ 67 w 150"/>
                <a:gd name="T51" fmla="*/ 648 h 718"/>
                <a:gd name="T52" fmla="*/ 69 w 150"/>
                <a:gd name="T53" fmla="*/ 662 h 718"/>
                <a:gd name="T54" fmla="*/ 74 w 150"/>
                <a:gd name="T55" fmla="*/ 672 h 718"/>
                <a:gd name="T56" fmla="*/ 76 w 150"/>
                <a:gd name="T57" fmla="*/ 684 h 718"/>
                <a:gd name="T58" fmla="*/ 76 w 150"/>
                <a:gd name="T59" fmla="*/ 692 h 718"/>
                <a:gd name="T60" fmla="*/ 76 w 150"/>
                <a:gd name="T61" fmla="*/ 702 h 718"/>
                <a:gd name="T62" fmla="*/ 76 w 150"/>
                <a:gd name="T63" fmla="*/ 710 h 718"/>
                <a:gd name="T64" fmla="*/ 76 w 150"/>
                <a:gd name="T65" fmla="*/ 718 h 718"/>
                <a:gd name="T66" fmla="*/ 63 w 150"/>
                <a:gd name="T67" fmla="*/ 718 h 718"/>
                <a:gd name="T68" fmla="*/ 51 w 150"/>
                <a:gd name="T69" fmla="*/ 718 h 718"/>
                <a:gd name="T70" fmla="*/ 40 w 150"/>
                <a:gd name="T71" fmla="*/ 714 h 718"/>
                <a:gd name="T72" fmla="*/ 31 w 150"/>
                <a:gd name="T73" fmla="*/ 705 h 718"/>
                <a:gd name="T74" fmla="*/ 16 w 150"/>
                <a:gd name="T75" fmla="*/ 670 h 718"/>
                <a:gd name="T76" fmla="*/ 10 w 150"/>
                <a:gd name="T77" fmla="*/ 632 h 718"/>
                <a:gd name="T78" fmla="*/ 8 w 150"/>
                <a:gd name="T79" fmla="*/ 587 h 718"/>
                <a:gd name="T80" fmla="*/ 8 w 150"/>
                <a:gd name="T81" fmla="*/ 550 h 718"/>
                <a:gd name="T82" fmla="*/ 3 w 150"/>
                <a:gd name="T83" fmla="*/ 462 h 718"/>
                <a:gd name="T84" fmla="*/ 0 w 150"/>
                <a:gd name="T85" fmla="*/ 368 h 718"/>
                <a:gd name="T86" fmla="*/ 3 w 150"/>
                <a:gd name="T87" fmla="*/ 279 h 718"/>
                <a:gd name="T88" fmla="*/ 16 w 150"/>
                <a:gd name="T89" fmla="*/ 193 h 718"/>
                <a:gd name="T90" fmla="*/ 24 w 150"/>
                <a:gd name="T91" fmla="*/ 177 h 718"/>
                <a:gd name="T92" fmla="*/ 37 w 150"/>
                <a:gd name="T93" fmla="*/ 162 h 718"/>
                <a:gd name="T94" fmla="*/ 51 w 150"/>
                <a:gd name="T95" fmla="*/ 150 h 718"/>
                <a:gd name="T96" fmla="*/ 61 w 150"/>
                <a:gd name="T97" fmla="*/ 132 h 718"/>
                <a:gd name="T98" fmla="*/ 67 w 150"/>
                <a:gd name="T99" fmla="*/ 121 h 718"/>
                <a:gd name="T100" fmla="*/ 71 w 150"/>
                <a:gd name="T101" fmla="*/ 105 h 718"/>
                <a:gd name="T102" fmla="*/ 76 w 150"/>
                <a:gd name="T103" fmla="*/ 92 h 718"/>
                <a:gd name="T104" fmla="*/ 82 w 150"/>
                <a:gd name="T105" fmla="*/ 80 h 718"/>
                <a:gd name="T106" fmla="*/ 92 w 150"/>
                <a:gd name="T107" fmla="*/ 58 h 718"/>
                <a:gd name="T108" fmla="*/ 103 w 150"/>
                <a:gd name="T109" fmla="*/ 38 h 718"/>
                <a:gd name="T110" fmla="*/ 112 w 150"/>
                <a:gd name="T111" fmla="*/ 20 h 718"/>
                <a:gd name="T112" fmla="*/ 125 w 150"/>
                <a:gd name="T113" fmla="*/ 0 h 718"/>
                <a:gd name="T114" fmla="*/ 125 w 150"/>
                <a:gd name="T115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50" h="718">
                  <a:moveTo>
                    <a:pt x="125" y="0"/>
                  </a:moveTo>
                  <a:lnTo>
                    <a:pt x="135" y="12"/>
                  </a:lnTo>
                  <a:lnTo>
                    <a:pt x="143" y="20"/>
                  </a:lnTo>
                  <a:lnTo>
                    <a:pt x="148" y="30"/>
                  </a:lnTo>
                  <a:lnTo>
                    <a:pt x="150" y="40"/>
                  </a:lnTo>
                  <a:lnTo>
                    <a:pt x="145" y="74"/>
                  </a:lnTo>
                  <a:lnTo>
                    <a:pt x="133" y="126"/>
                  </a:lnTo>
                  <a:lnTo>
                    <a:pt x="114" y="175"/>
                  </a:lnTo>
                  <a:lnTo>
                    <a:pt x="100" y="204"/>
                  </a:lnTo>
                  <a:lnTo>
                    <a:pt x="90" y="214"/>
                  </a:lnTo>
                  <a:lnTo>
                    <a:pt x="74" y="219"/>
                  </a:lnTo>
                  <a:lnTo>
                    <a:pt x="59" y="225"/>
                  </a:lnTo>
                  <a:lnTo>
                    <a:pt x="46" y="228"/>
                  </a:lnTo>
                  <a:lnTo>
                    <a:pt x="48" y="253"/>
                  </a:lnTo>
                  <a:lnTo>
                    <a:pt x="48" y="282"/>
                  </a:lnTo>
                  <a:lnTo>
                    <a:pt x="46" y="307"/>
                  </a:lnTo>
                  <a:lnTo>
                    <a:pt x="46" y="337"/>
                  </a:lnTo>
                  <a:lnTo>
                    <a:pt x="48" y="378"/>
                  </a:lnTo>
                  <a:lnTo>
                    <a:pt x="48" y="418"/>
                  </a:lnTo>
                  <a:lnTo>
                    <a:pt x="51" y="459"/>
                  </a:lnTo>
                  <a:lnTo>
                    <a:pt x="51" y="502"/>
                  </a:lnTo>
                  <a:lnTo>
                    <a:pt x="53" y="534"/>
                  </a:lnTo>
                  <a:lnTo>
                    <a:pt x="56" y="569"/>
                  </a:lnTo>
                  <a:lnTo>
                    <a:pt x="59" y="604"/>
                  </a:lnTo>
                  <a:lnTo>
                    <a:pt x="61" y="639"/>
                  </a:lnTo>
                  <a:lnTo>
                    <a:pt x="67" y="648"/>
                  </a:lnTo>
                  <a:lnTo>
                    <a:pt x="69" y="662"/>
                  </a:lnTo>
                  <a:lnTo>
                    <a:pt x="74" y="672"/>
                  </a:lnTo>
                  <a:lnTo>
                    <a:pt x="76" y="684"/>
                  </a:lnTo>
                  <a:lnTo>
                    <a:pt x="76" y="692"/>
                  </a:lnTo>
                  <a:lnTo>
                    <a:pt x="76" y="702"/>
                  </a:lnTo>
                  <a:lnTo>
                    <a:pt x="76" y="710"/>
                  </a:lnTo>
                  <a:lnTo>
                    <a:pt x="76" y="718"/>
                  </a:lnTo>
                  <a:lnTo>
                    <a:pt x="63" y="718"/>
                  </a:lnTo>
                  <a:lnTo>
                    <a:pt x="51" y="718"/>
                  </a:lnTo>
                  <a:lnTo>
                    <a:pt x="40" y="714"/>
                  </a:lnTo>
                  <a:lnTo>
                    <a:pt x="31" y="705"/>
                  </a:lnTo>
                  <a:lnTo>
                    <a:pt x="16" y="670"/>
                  </a:lnTo>
                  <a:lnTo>
                    <a:pt x="10" y="632"/>
                  </a:lnTo>
                  <a:lnTo>
                    <a:pt x="8" y="587"/>
                  </a:lnTo>
                  <a:lnTo>
                    <a:pt x="8" y="550"/>
                  </a:lnTo>
                  <a:lnTo>
                    <a:pt x="3" y="462"/>
                  </a:lnTo>
                  <a:lnTo>
                    <a:pt x="0" y="368"/>
                  </a:lnTo>
                  <a:lnTo>
                    <a:pt x="3" y="279"/>
                  </a:lnTo>
                  <a:lnTo>
                    <a:pt x="16" y="193"/>
                  </a:lnTo>
                  <a:lnTo>
                    <a:pt x="24" y="177"/>
                  </a:lnTo>
                  <a:lnTo>
                    <a:pt x="37" y="162"/>
                  </a:lnTo>
                  <a:lnTo>
                    <a:pt x="51" y="150"/>
                  </a:lnTo>
                  <a:lnTo>
                    <a:pt x="61" y="132"/>
                  </a:lnTo>
                  <a:lnTo>
                    <a:pt x="67" y="121"/>
                  </a:lnTo>
                  <a:lnTo>
                    <a:pt x="71" y="105"/>
                  </a:lnTo>
                  <a:lnTo>
                    <a:pt x="76" y="92"/>
                  </a:lnTo>
                  <a:lnTo>
                    <a:pt x="82" y="80"/>
                  </a:lnTo>
                  <a:lnTo>
                    <a:pt x="92" y="58"/>
                  </a:lnTo>
                  <a:lnTo>
                    <a:pt x="103" y="38"/>
                  </a:lnTo>
                  <a:lnTo>
                    <a:pt x="112" y="20"/>
                  </a:lnTo>
                  <a:lnTo>
                    <a:pt x="125" y="0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7"/>
            <p:cNvSpPr>
              <a:spLocks noEditPoints="1"/>
            </p:cNvSpPr>
            <p:nvPr/>
          </p:nvSpPr>
          <p:spPr bwMode="auto">
            <a:xfrm>
              <a:off x="4911726" y="3305175"/>
              <a:ext cx="80963" cy="87312"/>
            </a:xfrm>
            <a:custGeom>
              <a:avLst/>
              <a:gdLst>
                <a:gd name="T0" fmla="*/ 33 w 102"/>
                <a:gd name="T1" fmla="*/ 41 h 109"/>
                <a:gd name="T2" fmla="*/ 33 w 102"/>
                <a:gd name="T3" fmla="*/ 33 h 109"/>
                <a:gd name="T4" fmla="*/ 37 w 102"/>
                <a:gd name="T5" fmla="*/ 25 h 109"/>
                <a:gd name="T6" fmla="*/ 42 w 102"/>
                <a:gd name="T7" fmla="*/ 20 h 109"/>
                <a:gd name="T8" fmla="*/ 53 w 102"/>
                <a:gd name="T9" fmla="*/ 17 h 109"/>
                <a:gd name="T10" fmla="*/ 60 w 102"/>
                <a:gd name="T11" fmla="*/ 17 h 109"/>
                <a:gd name="T12" fmla="*/ 68 w 102"/>
                <a:gd name="T13" fmla="*/ 22 h 109"/>
                <a:gd name="T14" fmla="*/ 74 w 102"/>
                <a:gd name="T15" fmla="*/ 29 h 109"/>
                <a:gd name="T16" fmla="*/ 76 w 102"/>
                <a:gd name="T17" fmla="*/ 41 h 109"/>
                <a:gd name="T18" fmla="*/ 33 w 102"/>
                <a:gd name="T19" fmla="*/ 41 h 109"/>
                <a:gd name="T20" fmla="*/ 33 w 102"/>
                <a:gd name="T21" fmla="*/ 41 h 109"/>
                <a:gd name="T22" fmla="*/ 102 w 102"/>
                <a:gd name="T23" fmla="*/ 69 h 109"/>
                <a:gd name="T24" fmla="*/ 93 w 102"/>
                <a:gd name="T25" fmla="*/ 78 h 109"/>
                <a:gd name="T26" fmla="*/ 86 w 102"/>
                <a:gd name="T27" fmla="*/ 83 h 109"/>
                <a:gd name="T28" fmla="*/ 76 w 102"/>
                <a:gd name="T29" fmla="*/ 86 h 109"/>
                <a:gd name="T30" fmla="*/ 68 w 102"/>
                <a:gd name="T31" fmla="*/ 88 h 109"/>
                <a:gd name="T32" fmla="*/ 55 w 102"/>
                <a:gd name="T33" fmla="*/ 86 h 109"/>
                <a:gd name="T34" fmla="*/ 42 w 102"/>
                <a:gd name="T35" fmla="*/ 80 h 109"/>
                <a:gd name="T36" fmla="*/ 34 w 102"/>
                <a:gd name="T37" fmla="*/ 72 h 109"/>
                <a:gd name="T38" fmla="*/ 33 w 102"/>
                <a:gd name="T39" fmla="*/ 60 h 109"/>
                <a:gd name="T40" fmla="*/ 102 w 102"/>
                <a:gd name="T41" fmla="*/ 57 h 109"/>
                <a:gd name="T42" fmla="*/ 99 w 102"/>
                <a:gd name="T43" fmla="*/ 29 h 109"/>
                <a:gd name="T44" fmla="*/ 89 w 102"/>
                <a:gd name="T45" fmla="*/ 12 h 109"/>
                <a:gd name="T46" fmla="*/ 70 w 102"/>
                <a:gd name="T47" fmla="*/ 3 h 109"/>
                <a:gd name="T48" fmla="*/ 47 w 102"/>
                <a:gd name="T49" fmla="*/ 0 h 109"/>
                <a:gd name="T50" fmla="*/ 27 w 102"/>
                <a:gd name="T51" fmla="*/ 4 h 109"/>
                <a:gd name="T52" fmla="*/ 12 w 102"/>
                <a:gd name="T53" fmla="*/ 17 h 109"/>
                <a:gd name="T54" fmla="*/ 2 w 102"/>
                <a:gd name="T55" fmla="*/ 34 h 109"/>
                <a:gd name="T56" fmla="*/ 0 w 102"/>
                <a:gd name="T57" fmla="*/ 60 h 109"/>
                <a:gd name="T58" fmla="*/ 4 w 102"/>
                <a:gd name="T59" fmla="*/ 80 h 109"/>
                <a:gd name="T60" fmla="*/ 17 w 102"/>
                <a:gd name="T61" fmla="*/ 95 h 109"/>
                <a:gd name="T62" fmla="*/ 34 w 102"/>
                <a:gd name="T63" fmla="*/ 106 h 109"/>
                <a:gd name="T64" fmla="*/ 60 w 102"/>
                <a:gd name="T65" fmla="*/ 109 h 109"/>
                <a:gd name="T66" fmla="*/ 70 w 102"/>
                <a:gd name="T67" fmla="*/ 106 h 109"/>
                <a:gd name="T68" fmla="*/ 80 w 102"/>
                <a:gd name="T69" fmla="*/ 103 h 109"/>
                <a:gd name="T70" fmla="*/ 91 w 102"/>
                <a:gd name="T71" fmla="*/ 98 h 109"/>
                <a:gd name="T72" fmla="*/ 102 w 102"/>
                <a:gd name="T73" fmla="*/ 90 h 109"/>
                <a:gd name="T74" fmla="*/ 102 w 102"/>
                <a:gd name="T75" fmla="*/ 69 h 109"/>
                <a:gd name="T76" fmla="*/ 102 w 102"/>
                <a:gd name="T77" fmla="*/ 6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2" h="109">
                  <a:moveTo>
                    <a:pt x="33" y="41"/>
                  </a:moveTo>
                  <a:lnTo>
                    <a:pt x="33" y="33"/>
                  </a:lnTo>
                  <a:lnTo>
                    <a:pt x="37" y="25"/>
                  </a:lnTo>
                  <a:lnTo>
                    <a:pt x="42" y="20"/>
                  </a:lnTo>
                  <a:lnTo>
                    <a:pt x="53" y="17"/>
                  </a:lnTo>
                  <a:lnTo>
                    <a:pt x="60" y="17"/>
                  </a:lnTo>
                  <a:lnTo>
                    <a:pt x="68" y="22"/>
                  </a:lnTo>
                  <a:lnTo>
                    <a:pt x="74" y="29"/>
                  </a:lnTo>
                  <a:lnTo>
                    <a:pt x="76" y="41"/>
                  </a:lnTo>
                  <a:lnTo>
                    <a:pt x="33" y="41"/>
                  </a:lnTo>
                  <a:lnTo>
                    <a:pt x="33" y="41"/>
                  </a:lnTo>
                  <a:close/>
                  <a:moveTo>
                    <a:pt x="102" y="69"/>
                  </a:moveTo>
                  <a:lnTo>
                    <a:pt x="93" y="78"/>
                  </a:lnTo>
                  <a:lnTo>
                    <a:pt x="86" y="83"/>
                  </a:lnTo>
                  <a:lnTo>
                    <a:pt x="76" y="86"/>
                  </a:lnTo>
                  <a:lnTo>
                    <a:pt x="68" y="88"/>
                  </a:lnTo>
                  <a:lnTo>
                    <a:pt x="55" y="86"/>
                  </a:lnTo>
                  <a:lnTo>
                    <a:pt x="42" y="80"/>
                  </a:lnTo>
                  <a:lnTo>
                    <a:pt x="34" y="72"/>
                  </a:lnTo>
                  <a:lnTo>
                    <a:pt x="33" y="60"/>
                  </a:lnTo>
                  <a:lnTo>
                    <a:pt x="102" y="57"/>
                  </a:lnTo>
                  <a:lnTo>
                    <a:pt x="99" y="29"/>
                  </a:lnTo>
                  <a:lnTo>
                    <a:pt x="89" y="12"/>
                  </a:lnTo>
                  <a:lnTo>
                    <a:pt x="70" y="3"/>
                  </a:lnTo>
                  <a:lnTo>
                    <a:pt x="47" y="0"/>
                  </a:lnTo>
                  <a:lnTo>
                    <a:pt x="27" y="4"/>
                  </a:lnTo>
                  <a:lnTo>
                    <a:pt x="12" y="17"/>
                  </a:lnTo>
                  <a:lnTo>
                    <a:pt x="2" y="34"/>
                  </a:lnTo>
                  <a:lnTo>
                    <a:pt x="0" y="60"/>
                  </a:lnTo>
                  <a:lnTo>
                    <a:pt x="4" y="80"/>
                  </a:lnTo>
                  <a:lnTo>
                    <a:pt x="17" y="95"/>
                  </a:lnTo>
                  <a:lnTo>
                    <a:pt x="34" y="106"/>
                  </a:lnTo>
                  <a:lnTo>
                    <a:pt x="60" y="109"/>
                  </a:lnTo>
                  <a:lnTo>
                    <a:pt x="70" y="106"/>
                  </a:lnTo>
                  <a:lnTo>
                    <a:pt x="80" y="103"/>
                  </a:lnTo>
                  <a:lnTo>
                    <a:pt x="91" y="98"/>
                  </a:lnTo>
                  <a:lnTo>
                    <a:pt x="102" y="90"/>
                  </a:lnTo>
                  <a:lnTo>
                    <a:pt x="102" y="69"/>
                  </a:lnTo>
                  <a:lnTo>
                    <a:pt x="102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5006976" y="3297238"/>
              <a:ext cx="85725" cy="85725"/>
            </a:xfrm>
            <a:custGeom>
              <a:avLst/>
              <a:gdLst>
                <a:gd name="T0" fmla="*/ 33 w 107"/>
                <a:gd name="T1" fmla="*/ 16 h 109"/>
                <a:gd name="T2" fmla="*/ 41 w 107"/>
                <a:gd name="T3" fmla="*/ 11 h 109"/>
                <a:gd name="T4" fmla="*/ 47 w 107"/>
                <a:gd name="T5" fmla="*/ 5 h 109"/>
                <a:gd name="T6" fmla="*/ 55 w 107"/>
                <a:gd name="T7" fmla="*/ 0 h 109"/>
                <a:gd name="T8" fmla="*/ 66 w 107"/>
                <a:gd name="T9" fmla="*/ 0 h 109"/>
                <a:gd name="T10" fmla="*/ 78 w 107"/>
                <a:gd name="T11" fmla="*/ 0 h 109"/>
                <a:gd name="T12" fmla="*/ 91 w 107"/>
                <a:gd name="T13" fmla="*/ 5 h 109"/>
                <a:gd name="T14" fmla="*/ 99 w 107"/>
                <a:gd name="T15" fmla="*/ 16 h 109"/>
                <a:gd name="T16" fmla="*/ 105 w 107"/>
                <a:gd name="T17" fmla="*/ 36 h 109"/>
                <a:gd name="T18" fmla="*/ 107 w 107"/>
                <a:gd name="T19" fmla="*/ 103 h 109"/>
                <a:gd name="T20" fmla="*/ 78 w 107"/>
                <a:gd name="T21" fmla="*/ 106 h 109"/>
                <a:gd name="T22" fmla="*/ 74 w 107"/>
                <a:gd name="T23" fmla="*/ 40 h 109"/>
                <a:gd name="T24" fmla="*/ 71 w 107"/>
                <a:gd name="T25" fmla="*/ 31 h 109"/>
                <a:gd name="T26" fmla="*/ 68 w 107"/>
                <a:gd name="T27" fmla="*/ 26 h 109"/>
                <a:gd name="T28" fmla="*/ 63 w 107"/>
                <a:gd name="T29" fmla="*/ 21 h 109"/>
                <a:gd name="T30" fmla="*/ 55 w 107"/>
                <a:gd name="T31" fmla="*/ 21 h 109"/>
                <a:gd name="T32" fmla="*/ 51 w 107"/>
                <a:gd name="T33" fmla="*/ 23 h 109"/>
                <a:gd name="T34" fmla="*/ 45 w 107"/>
                <a:gd name="T35" fmla="*/ 26 h 109"/>
                <a:gd name="T36" fmla="*/ 41 w 107"/>
                <a:gd name="T37" fmla="*/ 33 h 109"/>
                <a:gd name="T38" fmla="*/ 36 w 107"/>
                <a:gd name="T39" fmla="*/ 40 h 109"/>
                <a:gd name="T40" fmla="*/ 41 w 107"/>
                <a:gd name="T41" fmla="*/ 106 h 109"/>
                <a:gd name="T42" fmla="*/ 8 w 107"/>
                <a:gd name="T43" fmla="*/ 109 h 109"/>
                <a:gd name="T44" fmla="*/ 0 w 107"/>
                <a:gd name="T45" fmla="*/ 5 h 109"/>
                <a:gd name="T46" fmla="*/ 33 w 107"/>
                <a:gd name="T47" fmla="*/ 3 h 109"/>
                <a:gd name="T48" fmla="*/ 33 w 107"/>
                <a:gd name="T49" fmla="*/ 16 h 109"/>
                <a:gd name="T50" fmla="*/ 33 w 107"/>
                <a:gd name="T51" fmla="*/ 16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7" h="109">
                  <a:moveTo>
                    <a:pt x="33" y="16"/>
                  </a:moveTo>
                  <a:lnTo>
                    <a:pt x="41" y="11"/>
                  </a:lnTo>
                  <a:lnTo>
                    <a:pt x="47" y="5"/>
                  </a:lnTo>
                  <a:lnTo>
                    <a:pt x="55" y="0"/>
                  </a:lnTo>
                  <a:lnTo>
                    <a:pt x="66" y="0"/>
                  </a:lnTo>
                  <a:lnTo>
                    <a:pt x="78" y="0"/>
                  </a:lnTo>
                  <a:lnTo>
                    <a:pt x="91" y="5"/>
                  </a:lnTo>
                  <a:lnTo>
                    <a:pt x="99" y="16"/>
                  </a:lnTo>
                  <a:lnTo>
                    <a:pt x="105" y="36"/>
                  </a:lnTo>
                  <a:lnTo>
                    <a:pt x="107" y="103"/>
                  </a:lnTo>
                  <a:lnTo>
                    <a:pt x="78" y="106"/>
                  </a:lnTo>
                  <a:lnTo>
                    <a:pt x="74" y="40"/>
                  </a:lnTo>
                  <a:lnTo>
                    <a:pt x="71" y="31"/>
                  </a:lnTo>
                  <a:lnTo>
                    <a:pt x="68" y="26"/>
                  </a:lnTo>
                  <a:lnTo>
                    <a:pt x="63" y="21"/>
                  </a:lnTo>
                  <a:lnTo>
                    <a:pt x="55" y="21"/>
                  </a:lnTo>
                  <a:lnTo>
                    <a:pt x="51" y="23"/>
                  </a:lnTo>
                  <a:lnTo>
                    <a:pt x="45" y="26"/>
                  </a:lnTo>
                  <a:lnTo>
                    <a:pt x="41" y="33"/>
                  </a:lnTo>
                  <a:lnTo>
                    <a:pt x="36" y="40"/>
                  </a:lnTo>
                  <a:lnTo>
                    <a:pt x="41" y="106"/>
                  </a:lnTo>
                  <a:lnTo>
                    <a:pt x="8" y="109"/>
                  </a:lnTo>
                  <a:lnTo>
                    <a:pt x="0" y="5"/>
                  </a:lnTo>
                  <a:lnTo>
                    <a:pt x="33" y="3"/>
                  </a:lnTo>
                  <a:lnTo>
                    <a:pt x="33" y="16"/>
                  </a:lnTo>
                  <a:lnTo>
                    <a:pt x="33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5102226" y="3267075"/>
              <a:ext cx="69850" cy="109537"/>
            </a:xfrm>
            <a:custGeom>
              <a:avLst/>
              <a:gdLst>
                <a:gd name="T0" fmla="*/ 84 w 88"/>
                <a:gd name="T1" fmla="*/ 53 h 138"/>
                <a:gd name="T2" fmla="*/ 46 w 88"/>
                <a:gd name="T3" fmla="*/ 55 h 138"/>
                <a:gd name="T4" fmla="*/ 49 w 88"/>
                <a:gd name="T5" fmla="*/ 99 h 138"/>
                <a:gd name="T6" fmla="*/ 51 w 88"/>
                <a:gd name="T7" fmla="*/ 107 h 138"/>
                <a:gd name="T8" fmla="*/ 54 w 88"/>
                <a:gd name="T9" fmla="*/ 110 h 138"/>
                <a:gd name="T10" fmla="*/ 58 w 88"/>
                <a:gd name="T11" fmla="*/ 114 h 138"/>
                <a:gd name="T12" fmla="*/ 65 w 88"/>
                <a:gd name="T13" fmla="*/ 114 h 138"/>
                <a:gd name="T14" fmla="*/ 71 w 88"/>
                <a:gd name="T15" fmla="*/ 114 h 138"/>
                <a:gd name="T16" fmla="*/ 76 w 88"/>
                <a:gd name="T17" fmla="*/ 113 h 138"/>
                <a:gd name="T18" fmla="*/ 78 w 88"/>
                <a:gd name="T19" fmla="*/ 110 h 138"/>
                <a:gd name="T20" fmla="*/ 86 w 88"/>
                <a:gd name="T21" fmla="*/ 107 h 138"/>
                <a:gd name="T22" fmla="*/ 88 w 88"/>
                <a:gd name="T23" fmla="*/ 130 h 138"/>
                <a:gd name="T24" fmla="*/ 81 w 88"/>
                <a:gd name="T25" fmla="*/ 133 h 138"/>
                <a:gd name="T26" fmla="*/ 73 w 88"/>
                <a:gd name="T27" fmla="*/ 136 h 138"/>
                <a:gd name="T28" fmla="*/ 65 w 88"/>
                <a:gd name="T29" fmla="*/ 138 h 138"/>
                <a:gd name="T30" fmla="*/ 58 w 88"/>
                <a:gd name="T31" fmla="*/ 138 h 138"/>
                <a:gd name="T32" fmla="*/ 43 w 88"/>
                <a:gd name="T33" fmla="*/ 138 h 138"/>
                <a:gd name="T34" fmla="*/ 31 w 88"/>
                <a:gd name="T35" fmla="*/ 133 h 138"/>
                <a:gd name="T36" fmla="*/ 23 w 88"/>
                <a:gd name="T37" fmla="*/ 122 h 138"/>
                <a:gd name="T38" fmla="*/ 18 w 88"/>
                <a:gd name="T39" fmla="*/ 104 h 138"/>
                <a:gd name="T40" fmla="*/ 12 w 88"/>
                <a:gd name="T41" fmla="*/ 55 h 138"/>
                <a:gd name="T42" fmla="*/ 0 w 88"/>
                <a:gd name="T43" fmla="*/ 55 h 138"/>
                <a:gd name="T44" fmla="*/ 0 w 88"/>
                <a:gd name="T45" fmla="*/ 53 h 138"/>
                <a:gd name="T46" fmla="*/ 39 w 88"/>
                <a:gd name="T47" fmla="*/ 3 h 138"/>
                <a:gd name="T48" fmla="*/ 41 w 88"/>
                <a:gd name="T49" fmla="*/ 0 h 138"/>
                <a:gd name="T50" fmla="*/ 43 w 88"/>
                <a:gd name="T51" fmla="*/ 32 h 138"/>
                <a:gd name="T52" fmla="*/ 81 w 88"/>
                <a:gd name="T53" fmla="*/ 31 h 138"/>
                <a:gd name="T54" fmla="*/ 84 w 88"/>
                <a:gd name="T55" fmla="*/ 53 h 138"/>
                <a:gd name="T56" fmla="*/ 84 w 88"/>
                <a:gd name="T57" fmla="*/ 53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8" h="138">
                  <a:moveTo>
                    <a:pt x="84" y="53"/>
                  </a:moveTo>
                  <a:lnTo>
                    <a:pt x="46" y="55"/>
                  </a:lnTo>
                  <a:lnTo>
                    <a:pt x="49" y="99"/>
                  </a:lnTo>
                  <a:lnTo>
                    <a:pt x="51" y="107"/>
                  </a:lnTo>
                  <a:lnTo>
                    <a:pt x="54" y="110"/>
                  </a:lnTo>
                  <a:lnTo>
                    <a:pt x="58" y="114"/>
                  </a:lnTo>
                  <a:lnTo>
                    <a:pt x="65" y="114"/>
                  </a:lnTo>
                  <a:lnTo>
                    <a:pt x="71" y="114"/>
                  </a:lnTo>
                  <a:lnTo>
                    <a:pt x="76" y="113"/>
                  </a:lnTo>
                  <a:lnTo>
                    <a:pt x="78" y="110"/>
                  </a:lnTo>
                  <a:lnTo>
                    <a:pt x="86" y="107"/>
                  </a:lnTo>
                  <a:lnTo>
                    <a:pt x="88" y="130"/>
                  </a:lnTo>
                  <a:lnTo>
                    <a:pt x="81" y="133"/>
                  </a:lnTo>
                  <a:lnTo>
                    <a:pt x="73" y="136"/>
                  </a:lnTo>
                  <a:lnTo>
                    <a:pt x="65" y="138"/>
                  </a:lnTo>
                  <a:lnTo>
                    <a:pt x="58" y="138"/>
                  </a:lnTo>
                  <a:lnTo>
                    <a:pt x="43" y="138"/>
                  </a:lnTo>
                  <a:lnTo>
                    <a:pt x="31" y="133"/>
                  </a:lnTo>
                  <a:lnTo>
                    <a:pt x="23" y="122"/>
                  </a:lnTo>
                  <a:lnTo>
                    <a:pt x="18" y="104"/>
                  </a:lnTo>
                  <a:lnTo>
                    <a:pt x="12" y="55"/>
                  </a:lnTo>
                  <a:lnTo>
                    <a:pt x="0" y="55"/>
                  </a:lnTo>
                  <a:lnTo>
                    <a:pt x="0" y="53"/>
                  </a:lnTo>
                  <a:lnTo>
                    <a:pt x="39" y="3"/>
                  </a:lnTo>
                  <a:lnTo>
                    <a:pt x="41" y="0"/>
                  </a:lnTo>
                  <a:lnTo>
                    <a:pt x="43" y="32"/>
                  </a:lnTo>
                  <a:lnTo>
                    <a:pt x="81" y="31"/>
                  </a:lnTo>
                  <a:lnTo>
                    <a:pt x="84" y="53"/>
                  </a:lnTo>
                  <a:lnTo>
                    <a:pt x="8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" name="Freeform 20"/>
            <p:cNvSpPr>
              <a:spLocks noEditPoints="1"/>
            </p:cNvSpPr>
            <p:nvPr/>
          </p:nvSpPr>
          <p:spPr bwMode="auto">
            <a:xfrm>
              <a:off x="5178426" y="3284538"/>
              <a:ext cx="84138" cy="85725"/>
            </a:xfrm>
            <a:custGeom>
              <a:avLst/>
              <a:gdLst>
                <a:gd name="T0" fmla="*/ 30 w 106"/>
                <a:gd name="T1" fmla="*/ 44 h 107"/>
                <a:gd name="T2" fmla="*/ 33 w 106"/>
                <a:gd name="T3" fmla="*/ 32 h 107"/>
                <a:gd name="T4" fmla="*/ 38 w 106"/>
                <a:gd name="T5" fmla="*/ 27 h 107"/>
                <a:gd name="T6" fmla="*/ 45 w 106"/>
                <a:gd name="T7" fmla="*/ 21 h 107"/>
                <a:gd name="T8" fmla="*/ 53 w 106"/>
                <a:gd name="T9" fmla="*/ 19 h 107"/>
                <a:gd name="T10" fmla="*/ 61 w 106"/>
                <a:gd name="T11" fmla="*/ 21 h 107"/>
                <a:gd name="T12" fmla="*/ 68 w 106"/>
                <a:gd name="T13" fmla="*/ 24 h 107"/>
                <a:gd name="T14" fmla="*/ 74 w 106"/>
                <a:gd name="T15" fmla="*/ 31 h 107"/>
                <a:gd name="T16" fmla="*/ 76 w 106"/>
                <a:gd name="T17" fmla="*/ 39 h 107"/>
                <a:gd name="T18" fmla="*/ 30 w 106"/>
                <a:gd name="T19" fmla="*/ 44 h 107"/>
                <a:gd name="T20" fmla="*/ 30 w 106"/>
                <a:gd name="T21" fmla="*/ 44 h 107"/>
                <a:gd name="T22" fmla="*/ 104 w 106"/>
                <a:gd name="T23" fmla="*/ 70 h 107"/>
                <a:gd name="T24" fmla="*/ 95 w 106"/>
                <a:gd name="T25" fmla="*/ 79 h 107"/>
                <a:gd name="T26" fmla="*/ 87 w 106"/>
                <a:gd name="T27" fmla="*/ 84 h 107"/>
                <a:gd name="T28" fmla="*/ 79 w 106"/>
                <a:gd name="T29" fmla="*/ 87 h 107"/>
                <a:gd name="T30" fmla="*/ 68 w 106"/>
                <a:gd name="T31" fmla="*/ 90 h 107"/>
                <a:gd name="T32" fmla="*/ 56 w 106"/>
                <a:gd name="T33" fmla="*/ 87 h 107"/>
                <a:gd name="T34" fmla="*/ 43 w 106"/>
                <a:gd name="T35" fmla="*/ 81 h 107"/>
                <a:gd name="T36" fmla="*/ 35 w 106"/>
                <a:gd name="T37" fmla="*/ 73 h 107"/>
                <a:gd name="T38" fmla="*/ 33 w 106"/>
                <a:gd name="T39" fmla="*/ 60 h 107"/>
                <a:gd name="T40" fmla="*/ 106 w 106"/>
                <a:gd name="T41" fmla="*/ 54 h 107"/>
                <a:gd name="T42" fmla="*/ 101 w 106"/>
                <a:gd name="T43" fmla="*/ 31 h 107"/>
                <a:gd name="T44" fmla="*/ 89 w 106"/>
                <a:gd name="T45" fmla="*/ 14 h 107"/>
                <a:gd name="T46" fmla="*/ 72 w 106"/>
                <a:gd name="T47" fmla="*/ 3 h 107"/>
                <a:gd name="T48" fmla="*/ 48 w 106"/>
                <a:gd name="T49" fmla="*/ 0 h 107"/>
                <a:gd name="T50" fmla="*/ 29 w 106"/>
                <a:gd name="T51" fmla="*/ 6 h 107"/>
                <a:gd name="T52" fmla="*/ 13 w 106"/>
                <a:gd name="T53" fmla="*/ 19 h 107"/>
                <a:gd name="T54" fmla="*/ 3 w 106"/>
                <a:gd name="T55" fmla="*/ 37 h 107"/>
                <a:gd name="T56" fmla="*/ 0 w 106"/>
                <a:gd name="T57" fmla="*/ 60 h 107"/>
                <a:gd name="T58" fmla="*/ 5 w 106"/>
                <a:gd name="T59" fmla="*/ 81 h 107"/>
                <a:gd name="T60" fmla="*/ 21 w 106"/>
                <a:gd name="T61" fmla="*/ 96 h 107"/>
                <a:gd name="T62" fmla="*/ 38 w 106"/>
                <a:gd name="T63" fmla="*/ 107 h 107"/>
                <a:gd name="T64" fmla="*/ 64 w 106"/>
                <a:gd name="T65" fmla="*/ 107 h 107"/>
                <a:gd name="T66" fmla="*/ 72 w 106"/>
                <a:gd name="T67" fmla="*/ 107 h 107"/>
                <a:gd name="T68" fmla="*/ 82 w 106"/>
                <a:gd name="T69" fmla="*/ 105 h 107"/>
                <a:gd name="T70" fmla="*/ 95 w 106"/>
                <a:gd name="T71" fmla="*/ 99 h 107"/>
                <a:gd name="T72" fmla="*/ 106 w 106"/>
                <a:gd name="T73" fmla="*/ 91 h 107"/>
                <a:gd name="T74" fmla="*/ 104 w 106"/>
                <a:gd name="T75" fmla="*/ 70 h 107"/>
                <a:gd name="T76" fmla="*/ 104 w 106"/>
                <a:gd name="T77" fmla="*/ 7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6" h="107">
                  <a:moveTo>
                    <a:pt x="30" y="44"/>
                  </a:moveTo>
                  <a:lnTo>
                    <a:pt x="33" y="32"/>
                  </a:lnTo>
                  <a:lnTo>
                    <a:pt x="38" y="27"/>
                  </a:lnTo>
                  <a:lnTo>
                    <a:pt x="45" y="21"/>
                  </a:lnTo>
                  <a:lnTo>
                    <a:pt x="53" y="19"/>
                  </a:lnTo>
                  <a:lnTo>
                    <a:pt x="61" y="21"/>
                  </a:lnTo>
                  <a:lnTo>
                    <a:pt x="68" y="24"/>
                  </a:lnTo>
                  <a:lnTo>
                    <a:pt x="74" y="31"/>
                  </a:lnTo>
                  <a:lnTo>
                    <a:pt x="76" y="39"/>
                  </a:lnTo>
                  <a:lnTo>
                    <a:pt x="30" y="44"/>
                  </a:lnTo>
                  <a:lnTo>
                    <a:pt x="30" y="44"/>
                  </a:lnTo>
                  <a:close/>
                  <a:moveTo>
                    <a:pt x="104" y="70"/>
                  </a:moveTo>
                  <a:lnTo>
                    <a:pt x="95" y="79"/>
                  </a:lnTo>
                  <a:lnTo>
                    <a:pt x="87" y="84"/>
                  </a:lnTo>
                  <a:lnTo>
                    <a:pt x="79" y="87"/>
                  </a:lnTo>
                  <a:lnTo>
                    <a:pt x="68" y="90"/>
                  </a:lnTo>
                  <a:lnTo>
                    <a:pt x="56" y="87"/>
                  </a:lnTo>
                  <a:lnTo>
                    <a:pt x="43" y="81"/>
                  </a:lnTo>
                  <a:lnTo>
                    <a:pt x="35" y="73"/>
                  </a:lnTo>
                  <a:lnTo>
                    <a:pt x="33" y="60"/>
                  </a:lnTo>
                  <a:lnTo>
                    <a:pt x="106" y="54"/>
                  </a:lnTo>
                  <a:lnTo>
                    <a:pt x="101" y="31"/>
                  </a:lnTo>
                  <a:lnTo>
                    <a:pt x="89" y="14"/>
                  </a:lnTo>
                  <a:lnTo>
                    <a:pt x="72" y="3"/>
                  </a:lnTo>
                  <a:lnTo>
                    <a:pt x="48" y="0"/>
                  </a:lnTo>
                  <a:lnTo>
                    <a:pt x="29" y="6"/>
                  </a:lnTo>
                  <a:lnTo>
                    <a:pt x="13" y="19"/>
                  </a:lnTo>
                  <a:lnTo>
                    <a:pt x="3" y="37"/>
                  </a:lnTo>
                  <a:lnTo>
                    <a:pt x="0" y="60"/>
                  </a:lnTo>
                  <a:lnTo>
                    <a:pt x="5" y="81"/>
                  </a:lnTo>
                  <a:lnTo>
                    <a:pt x="21" y="96"/>
                  </a:lnTo>
                  <a:lnTo>
                    <a:pt x="38" y="107"/>
                  </a:lnTo>
                  <a:lnTo>
                    <a:pt x="64" y="107"/>
                  </a:lnTo>
                  <a:lnTo>
                    <a:pt x="72" y="107"/>
                  </a:lnTo>
                  <a:lnTo>
                    <a:pt x="82" y="105"/>
                  </a:lnTo>
                  <a:lnTo>
                    <a:pt x="95" y="99"/>
                  </a:lnTo>
                  <a:lnTo>
                    <a:pt x="106" y="91"/>
                  </a:lnTo>
                  <a:lnTo>
                    <a:pt x="104" y="70"/>
                  </a:lnTo>
                  <a:lnTo>
                    <a:pt x="104" y="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5276851" y="3275013"/>
              <a:ext cx="69850" cy="90487"/>
            </a:xfrm>
            <a:custGeom>
              <a:avLst/>
              <a:gdLst>
                <a:gd name="T0" fmla="*/ 33 w 86"/>
                <a:gd name="T1" fmla="*/ 38 h 113"/>
                <a:gd name="T2" fmla="*/ 33 w 86"/>
                <a:gd name="T3" fmla="*/ 38 h 113"/>
                <a:gd name="T4" fmla="*/ 39 w 86"/>
                <a:gd name="T5" fmla="*/ 20 h 113"/>
                <a:gd name="T6" fmla="*/ 47 w 86"/>
                <a:gd name="T7" fmla="*/ 11 h 113"/>
                <a:gd name="T8" fmla="*/ 55 w 86"/>
                <a:gd name="T9" fmla="*/ 3 h 113"/>
                <a:gd name="T10" fmla="*/ 62 w 86"/>
                <a:gd name="T11" fmla="*/ 0 h 113"/>
                <a:gd name="T12" fmla="*/ 68 w 86"/>
                <a:gd name="T13" fmla="*/ 0 h 113"/>
                <a:gd name="T14" fmla="*/ 73 w 86"/>
                <a:gd name="T15" fmla="*/ 3 h 113"/>
                <a:gd name="T16" fmla="*/ 78 w 86"/>
                <a:gd name="T17" fmla="*/ 6 h 113"/>
                <a:gd name="T18" fmla="*/ 86 w 86"/>
                <a:gd name="T19" fmla="*/ 9 h 113"/>
                <a:gd name="T20" fmla="*/ 78 w 86"/>
                <a:gd name="T21" fmla="*/ 41 h 113"/>
                <a:gd name="T22" fmla="*/ 73 w 86"/>
                <a:gd name="T23" fmla="*/ 38 h 113"/>
                <a:gd name="T24" fmla="*/ 68 w 86"/>
                <a:gd name="T25" fmla="*/ 35 h 113"/>
                <a:gd name="T26" fmla="*/ 62 w 86"/>
                <a:gd name="T27" fmla="*/ 32 h 113"/>
                <a:gd name="T28" fmla="*/ 60 w 86"/>
                <a:gd name="T29" fmla="*/ 32 h 113"/>
                <a:gd name="T30" fmla="*/ 52 w 86"/>
                <a:gd name="T31" fmla="*/ 35 h 113"/>
                <a:gd name="T32" fmla="*/ 45 w 86"/>
                <a:gd name="T33" fmla="*/ 41 h 113"/>
                <a:gd name="T34" fmla="*/ 39 w 86"/>
                <a:gd name="T35" fmla="*/ 50 h 113"/>
                <a:gd name="T36" fmla="*/ 36 w 86"/>
                <a:gd name="T37" fmla="*/ 63 h 113"/>
                <a:gd name="T38" fmla="*/ 39 w 86"/>
                <a:gd name="T39" fmla="*/ 110 h 113"/>
                <a:gd name="T40" fmla="*/ 7 w 86"/>
                <a:gd name="T41" fmla="*/ 113 h 113"/>
                <a:gd name="T42" fmla="*/ 0 w 86"/>
                <a:gd name="T43" fmla="*/ 9 h 113"/>
                <a:gd name="T44" fmla="*/ 30 w 86"/>
                <a:gd name="T45" fmla="*/ 9 h 113"/>
                <a:gd name="T46" fmla="*/ 33 w 86"/>
                <a:gd name="T47" fmla="*/ 38 h 113"/>
                <a:gd name="T48" fmla="*/ 33 w 86"/>
                <a:gd name="T49" fmla="*/ 38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6" h="113">
                  <a:moveTo>
                    <a:pt x="33" y="38"/>
                  </a:moveTo>
                  <a:lnTo>
                    <a:pt x="33" y="38"/>
                  </a:lnTo>
                  <a:lnTo>
                    <a:pt x="39" y="20"/>
                  </a:lnTo>
                  <a:lnTo>
                    <a:pt x="47" y="11"/>
                  </a:lnTo>
                  <a:lnTo>
                    <a:pt x="55" y="3"/>
                  </a:lnTo>
                  <a:lnTo>
                    <a:pt x="62" y="0"/>
                  </a:lnTo>
                  <a:lnTo>
                    <a:pt x="68" y="0"/>
                  </a:lnTo>
                  <a:lnTo>
                    <a:pt x="73" y="3"/>
                  </a:lnTo>
                  <a:lnTo>
                    <a:pt x="78" y="6"/>
                  </a:lnTo>
                  <a:lnTo>
                    <a:pt x="86" y="9"/>
                  </a:lnTo>
                  <a:lnTo>
                    <a:pt x="78" y="41"/>
                  </a:lnTo>
                  <a:lnTo>
                    <a:pt x="73" y="38"/>
                  </a:lnTo>
                  <a:lnTo>
                    <a:pt x="68" y="35"/>
                  </a:lnTo>
                  <a:lnTo>
                    <a:pt x="62" y="32"/>
                  </a:lnTo>
                  <a:lnTo>
                    <a:pt x="60" y="32"/>
                  </a:lnTo>
                  <a:lnTo>
                    <a:pt x="52" y="35"/>
                  </a:lnTo>
                  <a:lnTo>
                    <a:pt x="45" y="41"/>
                  </a:lnTo>
                  <a:lnTo>
                    <a:pt x="39" y="50"/>
                  </a:lnTo>
                  <a:lnTo>
                    <a:pt x="36" y="63"/>
                  </a:lnTo>
                  <a:lnTo>
                    <a:pt x="39" y="110"/>
                  </a:lnTo>
                  <a:lnTo>
                    <a:pt x="7" y="113"/>
                  </a:lnTo>
                  <a:lnTo>
                    <a:pt x="0" y="9"/>
                  </a:lnTo>
                  <a:lnTo>
                    <a:pt x="30" y="9"/>
                  </a:lnTo>
                  <a:lnTo>
                    <a:pt x="33" y="38"/>
                  </a:lnTo>
                  <a:lnTo>
                    <a:pt x="33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5580112" y="1477549"/>
            <a:ext cx="1944216" cy="1015663"/>
            <a:chOff x="5580112" y="1477549"/>
            <a:chExt cx="1944216" cy="1015663"/>
          </a:xfrm>
        </p:grpSpPr>
        <p:pic>
          <p:nvPicPr>
            <p:cNvPr id="2051" name="Picture 3" descr="C:\Users\JDS_SSD\AppData\Local\Microsoft\Windows\Temporary Internet Files\Content.IE5\9B095FD2\MM900323811[1].gif"/>
            <p:cNvPicPr>
              <a:picLocks noChangeAspect="1" noChangeArrowheads="1" noCrop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0112" y="1509131"/>
              <a:ext cx="942975" cy="952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5844431" y="1477549"/>
              <a:ext cx="16798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0" b="1" dirty="0" smtClean="0">
                  <a:solidFill>
                    <a:srgbClr val="00B0F0"/>
                  </a:solidFill>
                </a:rPr>
                <a:t>?</a:t>
              </a:r>
              <a:endParaRPr lang="ko-KR" altLang="en-US" sz="6000" b="1" dirty="0">
                <a:solidFill>
                  <a:srgbClr val="00B0F0"/>
                </a:solidFill>
              </a:endParaRPr>
            </a:p>
          </p:txBody>
        </p:sp>
      </p:grpSp>
      <p:pic>
        <p:nvPicPr>
          <p:cNvPr id="26" name="Picture 6" descr="C:\Users\JDS_SSD\AppData\Local\Microsoft\Windows\Temporary Internet Files\Content.IE5\9B095FD2\MC900428967[1].wm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76785">
            <a:off x="1385453" y="3144067"/>
            <a:ext cx="1789481" cy="526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/>
          <p:cNvSpPr txBox="1"/>
          <p:nvPr/>
        </p:nvSpPr>
        <p:spPr>
          <a:xfrm>
            <a:off x="6620644" y="1912844"/>
            <a:ext cx="2088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ko-KR" sz="1000" dirty="0"/>
              <a:t>실시간 문자 전송 하는 </a:t>
            </a:r>
            <a:r>
              <a:rPr lang="ko-KR" altLang="ko-KR" sz="1000" dirty="0" smtClean="0"/>
              <a:t>프로그램</a:t>
            </a:r>
            <a:r>
              <a:rPr lang="en-US" altLang="ko-KR" sz="1000" dirty="0" smtClean="0"/>
              <a:t> ?</a:t>
            </a:r>
          </a:p>
          <a:p>
            <a:pPr lvl="0"/>
            <a:r>
              <a:rPr lang="en-US" altLang="ko-KR" sz="1000" dirty="0" smtClean="0"/>
              <a:t>(</a:t>
            </a:r>
            <a:r>
              <a:rPr lang="ko-KR" altLang="en-US" sz="1000" dirty="0" smtClean="0"/>
              <a:t>어떤 내용을 어떻게 전달 할지 협의가 필요</a:t>
            </a:r>
            <a:r>
              <a:rPr lang="en-US" altLang="ko-KR" sz="1000" dirty="0" smtClean="0"/>
              <a:t>)</a:t>
            </a:r>
            <a:r>
              <a:rPr lang="ko-KR" altLang="ko-KR" sz="1000" dirty="0" smtClean="0"/>
              <a:t> </a:t>
            </a:r>
            <a:endParaRPr lang="ko-KR" altLang="ko-KR" sz="1000" dirty="0"/>
          </a:p>
          <a:p>
            <a:endParaRPr lang="ko-KR" altLang="en-US" sz="10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269350" y="5350092"/>
            <a:ext cx="31762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000" dirty="0"/>
              <a:t>실시간 문자 전송에 따른 차량 동작 </a:t>
            </a:r>
            <a:r>
              <a:rPr lang="ko-KR" altLang="ko-KR" sz="1000" dirty="0" smtClean="0"/>
              <a:t>협의</a:t>
            </a:r>
            <a:r>
              <a:rPr lang="en-US" altLang="ko-KR" sz="1000" dirty="0" smtClean="0"/>
              <a:t> ?</a:t>
            </a:r>
            <a:r>
              <a:rPr lang="ko-KR" altLang="ko-KR" sz="1000" dirty="0" smtClean="0"/>
              <a:t> </a:t>
            </a:r>
            <a:endParaRPr lang="ko-KR" altLang="ko-KR" sz="1000" dirty="0"/>
          </a:p>
          <a:p>
            <a:endParaRPr lang="ko-KR" altLang="en-US" sz="10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619672" y="3834321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en-US" sz="1000" dirty="0" smtClean="0"/>
              <a:t>전송 문자 데이터 타입</a:t>
            </a:r>
            <a:r>
              <a:rPr lang="en-US" altLang="ko-KR" sz="1000" dirty="0" smtClean="0"/>
              <a:t>?</a:t>
            </a:r>
            <a:r>
              <a:rPr lang="ko-KR" altLang="ko-KR" sz="1000" dirty="0" smtClean="0"/>
              <a:t> </a:t>
            </a:r>
            <a:endParaRPr lang="ko-KR" altLang="ko-KR" sz="1000" dirty="0"/>
          </a:p>
          <a:p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7430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>
                <a:latin typeface="Calibri" pitchFamily="34" charset="0"/>
              </a:rPr>
              <a:t>긴급 상황 </a:t>
            </a:r>
            <a:r>
              <a:rPr lang="en-US" altLang="ko-KR" b="1" dirty="0" smtClean="0">
                <a:latin typeface="Calibri" pitchFamily="34" charset="0"/>
              </a:rPr>
              <a:t>1.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955" y="4261168"/>
            <a:ext cx="1589967" cy="1334079"/>
          </a:xfrm>
          <a:prstGeom prst="rect">
            <a:avLst/>
          </a:prstGeom>
        </p:spPr>
      </p:pic>
      <p:pic>
        <p:nvPicPr>
          <p:cNvPr id="3074" name="Picture 2" descr="C:\Users\JDS_SSD\AppData\Local\Microsoft\Windows\Temporary Internet Files\Content.IE5\YX6H6F4E\MC900346465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002" y="3933056"/>
            <a:ext cx="1857940" cy="1598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JDS_SSD\AppData\Local\Microsoft\Windows\Temporary Internet Files\Content.IE5\RUVW944P\MP900178474[1].jpg"/>
          <p:cNvPicPr>
            <a:picLocks noChangeAspect="1" noChangeArrowheads="1"/>
          </p:cNvPicPr>
          <p:nvPr/>
        </p:nvPicPr>
        <p:blipFill>
          <a:blip r:embed="rId6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800"/>
            <a:ext cx="1728192" cy="114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C:\Users\JDS_SSD\AppData\Local\Microsoft\Windows\Temporary Internet Files\Content.IE5\9B095FD2\MC900428967[1].wm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79070">
            <a:off x="2922943" y="3210323"/>
            <a:ext cx="1789481" cy="526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그룹 18"/>
          <p:cNvGrpSpPr/>
          <p:nvPr/>
        </p:nvGrpSpPr>
        <p:grpSpPr>
          <a:xfrm>
            <a:off x="3667171" y="1628800"/>
            <a:ext cx="1944216" cy="1015663"/>
            <a:chOff x="5580112" y="1477549"/>
            <a:chExt cx="1944216" cy="1015663"/>
          </a:xfrm>
        </p:grpSpPr>
        <p:pic>
          <p:nvPicPr>
            <p:cNvPr id="20" name="Picture 3" descr="C:\Users\JDS_SSD\AppData\Local\Microsoft\Windows\Temporary Internet Files\Content.IE5\9B095FD2\MM900323811[1].gif"/>
            <p:cNvPicPr>
              <a:picLocks noChangeAspect="1" noChangeArrowheads="1" noCrop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0112" y="1509131"/>
              <a:ext cx="942975" cy="952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/>
            <p:cNvSpPr txBox="1"/>
            <p:nvPr/>
          </p:nvSpPr>
          <p:spPr>
            <a:xfrm>
              <a:off x="5844431" y="1477549"/>
              <a:ext cx="16798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0" b="1" dirty="0" smtClean="0">
                  <a:solidFill>
                    <a:srgbClr val="00B0F0"/>
                  </a:solidFill>
                </a:rPr>
                <a:t>?</a:t>
              </a:r>
              <a:endParaRPr lang="ko-KR" altLang="en-US" sz="6000" b="1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4679223" y="2151897"/>
            <a:ext cx="629771" cy="993774"/>
            <a:chOff x="4643438" y="3132138"/>
            <a:chExt cx="1416051" cy="1776412"/>
          </a:xfrm>
        </p:grpSpPr>
        <p:sp>
          <p:nvSpPr>
            <p:cNvPr id="23" name="Freeform 11"/>
            <p:cNvSpPr>
              <a:spLocks/>
            </p:cNvSpPr>
            <p:nvPr/>
          </p:nvSpPr>
          <p:spPr bwMode="auto">
            <a:xfrm>
              <a:off x="5383213" y="4051300"/>
              <a:ext cx="652463" cy="819150"/>
            </a:xfrm>
            <a:custGeom>
              <a:avLst/>
              <a:gdLst>
                <a:gd name="T0" fmla="*/ 100 w 824"/>
                <a:gd name="T1" fmla="*/ 68 h 1032"/>
                <a:gd name="T2" fmla="*/ 176 w 824"/>
                <a:gd name="T3" fmla="*/ 16 h 1032"/>
                <a:gd name="T4" fmla="*/ 276 w 824"/>
                <a:gd name="T5" fmla="*/ 0 h 1032"/>
                <a:gd name="T6" fmla="*/ 424 w 824"/>
                <a:gd name="T7" fmla="*/ 141 h 1032"/>
                <a:gd name="T8" fmla="*/ 425 w 824"/>
                <a:gd name="T9" fmla="*/ 141 h 1032"/>
                <a:gd name="T10" fmla="*/ 426 w 824"/>
                <a:gd name="T11" fmla="*/ 141 h 1032"/>
                <a:gd name="T12" fmla="*/ 429 w 824"/>
                <a:gd name="T13" fmla="*/ 142 h 1032"/>
                <a:gd name="T14" fmla="*/ 433 w 824"/>
                <a:gd name="T15" fmla="*/ 143 h 1032"/>
                <a:gd name="T16" fmla="*/ 439 w 824"/>
                <a:gd name="T17" fmla="*/ 145 h 1032"/>
                <a:gd name="T18" fmla="*/ 447 w 824"/>
                <a:gd name="T19" fmla="*/ 150 h 1032"/>
                <a:gd name="T20" fmla="*/ 455 w 824"/>
                <a:gd name="T21" fmla="*/ 156 h 1032"/>
                <a:gd name="T22" fmla="*/ 465 w 824"/>
                <a:gd name="T23" fmla="*/ 164 h 1032"/>
                <a:gd name="T24" fmla="*/ 477 w 824"/>
                <a:gd name="T25" fmla="*/ 174 h 1032"/>
                <a:gd name="T26" fmla="*/ 490 w 824"/>
                <a:gd name="T27" fmla="*/ 187 h 1032"/>
                <a:gd name="T28" fmla="*/ 505 w 824"/>
                <a:gd name="T29" fmla="*/ 203 h 1032"/>
                <a:gd name="T30" fmla="*/ 522 w 824"/>
                <a:gd name="T31" fmla="*/ 222 h 1032"/>
                <a:gd name="T32" fmla="*/ 540 w 824"/>
                <a:gd name="T33" fmla="*/ 245 h 1032"/>
                <a:gd name="T34" fmla="*/ 561 w 824"/>
                <a:gd name="T35" fmla="*/ 273 h 1032"/>
                <a:gd name="T36" fmla="*/ 584 w 824"/>
                <a:gd name="T37" fmla="*/ 304 h 1032"/>
                <a:gd name="T38" fmla="*/ 608 w 824"/>
                <a:gd name="T39" fmla="*/ 340 h 1032"/>
                <a:gd name="T40" fmla="*/ 824 w 824"/>
                <a:gd name="T41" fmla="*/ 687 h 1032"/>
                <a:gd name="T42" fmla="*/ 807 w 824"/>
                <a:gd name="T43" fmla="*/ 852 h 1032"/>
                <a:gd name="T44" fmla="*/ 715 w 824"/>
                <a:gd name="T45" fmla="*/ 988 h 1032"/>
                <a:gd name="T46" fmla="*/ 464 w 824"/>
                <a:gd name="T47" fmla="*/ 1032 h 1032"/>
                <a:gd name="T48" fmla="*/ 287 w 824"/>
                <a:gd name="T49" fmla="*/ 888 h 1032"/>
                <a:gd name="T50" fmla="*/ 119 w 824"/>
                <a:gd name="T51" fmla="*/ 616 h 1032"/>
                <a:gd name="T52" fmla="*/ 25 w 824"/>
                <a:gd name="T53" fmla="*/ 324 h 1032"/>
                <a:gd name="T54" fmla="*/ 0 w 824"/>
                <a:gd name="T55" fmla="*/ 168 h 1032"/>
                <a:gd name="T56" fmla="*/ 100 w 824"/>
                <a:gd name="T57" fmla="*/ 68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24" h="1032">
                  <a:moveTo>
                    <a:pt x="100" y="68"/>
                  </a:moveTo>
                  <a:lnTo>
                    <a:pt x="176" y="16"/>
                  </a:lnTo>
                  <a:lnTo>
                    <a:pt x="276" y="0"/>
                  </a:lnTo>
                  <a:lnTo>
                    <a:pt x="424" y="141"/>
                  </a:lnTo>
                  <a:lnTo>
                    <a:pt x="425" y="141"/>
                  </a:lnTo>
                  <a:lnTo>
                    <a:pt x="426" y="141"/>
                  </a:lnTo>
                  <a:lnTo>
                    <a:pt x="429" y="142"/>
                  </a:lnTo>
                  <a:lnTo>
                    <a:pt x="433" y="143"/>
                  </a:lnTo>
                  <a:lnTo>
                    <a:pt x="439" y="145"/>
                  </a:lnTo>
                  <a:lnTo>
                    <a:pt x="447" y="150"/>
                  </a:lnTo>
                  <a:lnTo>
                    <a:pt x="455" y="156"/>
                  </a:lnTo>
                  <a:lnTo>
                    <a:pt x="465" y="164"/>
                  </a:lnTo>
                  <a:lnTo>
                    <a:pt x="477" y="174"/>
                  </a:lnTo>
                  <a:lnTo>
                    <a:pt x="490" y="187"/>
                  </a:lnTo>
                  <a:lnTo>
                    <a:pt x="505" y="203"/>
                  </a:lnTo>
                  <a:lnTo>
                    <a:pt x="522" y="222"/>
                  </a:lnTo>
                  <a:lnTo>
                    <a:pt x="540" y="245"/>
                  </a:lnTo>
                  <a:lnTo>
                    <a:pt x="561" y="273"/>
                  </a:lnTo>
                  <a:lnTo>
                    <a:pt x="584" y="304"/>
                  </a:lnTo>
                  <a:lnTo>
                    <a:pt x="608" y="340"/>
                  </a:lnTo>
                  <a:lnTo>
                    <a:pt x="824" y="687"/>
                  </a:lnTo>
                  <a:lnTo>
                    <a:pt x="807" y="852"/>
                  </a:lnTo>
                  <a:lnTo>
                    <a:pt x="715" y="988"/>
                  </a:lnTo>
                  <a:lnTo>
                    <a:pt x="464" y="1032"/>
                  </a:lnTo>
                  <a:lnTo>
                    <a:pt x="287" y="888"/>
                  </a:lnTo>
                  <a:lnTo>
                    <a:pt x="119" y="616"/>
                  </a:lnTo>
                  <a:lnTo>
                    <a:pt x="25" y="324"/>
                  </a:lnTo>
                  <a:lnTo>
                    <a:pt x="0" y="168"/>
                  </a:lnTo>
                  <a:lnTo>
                    <a:pt x="100" y="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12"/>
            <p:cNvSpPr>
              <a:spLocks/>
            </p:cNvSpPr>
            <p:nvPr/>
          </p:nvSpPr>
          <p:spPr bwMode="auto">
            <a:xfrm>
              <a:off x="4662488" y="3138488"/>
              <a:ext cx="814388" cy="603250"/>
            </a:xfrm>
            <a:custGeom>
              <a:avLst/>
              <a:gdLst>
                <a:gd name="T0" fmla="*/ 12 w 1027"/>
                <a:gd name="T1" fmla="*/ 272 h 760"/>
                <a:gd name="T2" fmla="*/ 76 w 1027"/>
                <a:gd name="T3" fmla="*/ 180 h 760"/>
                <a:gd name="T4" fmla="*/ 112 w 1027"/>
                <a:gd name="T5" fmla="*/ 73 h 760"/>
                <a:gd name="T6" fmla="*/ 112 w 1027"/>
                <a:gd name="T7" fmla="*/ 73 h 760"/>
                <a:gd name="T8" fmla="*/ 112 w 1027"/>
                <a:gd name="T9" fmla="*/ 73 h 760"/>
                <a:gd name="T10" fmla="*/ 112 w 1027"/>
                <a:gd name="T11" fmla="*/ 73 h 760"/>
                <a:gd name="T12" fmla="*/ 112 w 1027"/>
                <a:gd name="T13" fmla="*/ 73 h 760"/>
                <a:gd name="T14" fmla="*/ 113 w 1027"/>
                <a:gd name="T15" fmla="*/ 73 h 760"/>
                <a:gd name="T16" fmla="*/ 115 w 1027"/>
                <a:gd name="T17" fmla="*/ 73 h 760"/>
                <a:gd name="T18" fmla="*/ 120 w 1027"/>
                <a:gd name="T19" fmla="*/ 73 h 760"/>
                <a:gd name="T20" fmla="*/ 126 w 1027"/>
                <a:gd name="T21" fmla="*/ 73 h 760"/>
                <a:gd name="T22" fmla="*/ 134 w 1027"/>
                <a:gd name="T23" fmla="*/ 73 h 760"/>
                <a:gd name="T24" fmla="*/ 145 w 1027"/>
                <a:gd name="T25" fmla="*/ 73 h 760"/>
                <a:gd name="T26" fmla="*/ 159 w 1027"/>
                <a:gd name="T27" fmla="*/ 73 h 760"/>
                <a:gd name="T28" fmla="*/ 176 w 1027"/>
                <a:gd name="T29" fmla="*/ 73 h 760"/>
                <a:gd name="T30" fmla="*/ 197 w 1027"/>
                <a:gd name="T31" fmla="*/ 73 h 760"/>
                <a:gd name="T32" fmla="*/ 221 w 1027"/>
                <a:gd name="T33" fmla="*/ 73 h 760"/>
                <a:gd name="T34" fmla="*/ 250 w 1027"/>
                <a:gd name="T35" fmla="*/ 73 h 760"/>
                <a:gd name="T36" fmla="*/ 284 w 1027"/>
                <a:gd name="T37" fmla="*/ 73 h 760"/>
                <a:gd name="T38" fmla="*/ 286 w 1027"/>
                <a:gd name="T39" fmla="*/ 73 h 760"/>
                <a:gd name="T40" fmla="*/ 295 w 1027"/>
                <a:gd name="T41" fmla="*/ 73 h 760"/>
                <a:gd name="T42" fmla="*/ 308 w 1027"/>
                <a:gd name="T43" fmla="*/ 71 h 760"/>
                <a:gd name="T44" fmla="*/ 325 w 1027"/>
                <a:gd name="T45" fmla="*/ 71 h 760"/>
                <a:gd name="T46" fmla="*/ 348 w 1027"/>
                <a:gd name="T47" fmla="*/ 70 h 760"/>
                <a:gd name="T48" fmla="*/ 374 w 1027"/>
                <a:gd name="T49" fmla="*/ 69 h 760"/>
                <a:gd name="T50" fmla="*/ 404 w 1027"/>
                <a:gd name="T51" fmla="*/ 68 h 760"/>
                <a:gd name="T52" fmla="*/ 437 w 1027"/>
                <a:gd name="T53" fmla="*/ 66 h 760"/>
                <a:gd name="T54" fmla="*/ 473 w 1027"/>
                <a:gd name="T55" fmla="*/ 65 h 760"/>
                <a:gd name="T56" fmla="*/ 511 w 1027"/>
                <a:gd name="T57" fmla="*/ 61 h 760"/>
                <a:gd name="T58" fmla="*/ 551 w 1027"/>
                <a:gd name="T59" fmla="*/ 59 h 760"/>
                <a:gd name="T60" fmla="*/ 593 w 1027"/>
                <a:gd name="T61" fmla="*/ 55 h 760"/>
                <a:gd name="T62" fmla="*/ 636 w 1027"/>
                <a:gd name="T63" fmla="*/ 51 h 760"/>
                <a:gd name="T64" fmla="*/ 681 w 1027"/>
                <a:gd name="T65" fmla="*/ 46 h 760"/>
                <a:gd name="T66" fmla="*/ 726 w 1027"/>
                <a:gd name="T67" fmla="*/ 42 h 760"/>
                <a:gd name="T68" fmla="*/ 772 w 1027"/>
                <a:gd name="T69" fmla="*/ 36 h 760"/>
                <a:gd name="T70" fmla="*/ 884 w 1027"/>
                <a:gd name="T71" fmla="*/ 16 h 760"/>
                <a:gd name="T72" fmla="*/ 933 w 1027"/>
                <a:gd name="T73" fmla="*/ 0 h 760"/>
                <a:gd name="T74" fmla="*/ 979 w 1027"/>
                <a:gd name="T75" fmla="*/ 68 h 760"/>
                <a:gd name="T76" fmla="*/ 1016 w 1027"/>
                <a:gd name="T77" fmla="*/ 124 h 760"/>
                <a:gd name="T78" fmla="*/ 1027 w 1027"/>
                <a:gd name="T79" fmla="*/ 309 h 760"/>
                <a:gd name="T80" fmla="*/ 1011 w 1027"/>
                <a:gd name="T81" fmla="*/ 588 h 760"/>
                <a:gd name="T82" fmla="*/ 1011 w 1027"/>
                <a:gd name="T83" fmla="*/ 692 h 760"/>
                <a:gd name="T84" fmla="*/ 440 w 1027"/>
                <a:gd name="T85" fmla="*/ 700 h 760"/>
                <a:gd name="T86" fmla="*/ 160 w 1027"/>
                <a:gd name="T87" fmla="*/ 728 h 760"/>
                <a:gd name="T88" fmla="*/ 157 w 1027"/>
                <a:gd name="T89" fmla="*/ 729 h 760"/>
                <a:gd name="T90" fmla="*/ 146 w 1027"/>
                <a:gd name="T91" fmla="*/ 733 h 760"/>
                <a:gd name="T92" fmla="*/ 131 w 1027"/>
                <a:gd name="T93" fmla="*/ 739 h 760"/>
                <a:gd name="T94" fmla="*/ 113 w 1027"/>
                <a:gd name="T95" fmla="*/ 745 h 760"/>
                <a:gd name="T96" fmla="*/ 92 w 1027"/>
                <a:gd name="T97" fmla="*/ 751 h 760"/>
                <a:gd name="T98" fmla="*/ 70 w 1027"/>
                <a:gd name="T99" fmla="*/ 756 h 760"/>
                <a:gd name="T100" fmla="*/ 51 w 1027"/>
                <a:gd name="T101" fmla="*/ 760 h 760"/>
                <a:gd name="T102" fmla="*/ 32 w 1027"/>
                <a:gd name="T103" fmla="*/ 760 h 760"/>
                <a:gd name="T104" fmla="*/ 0 w 1027"/>
                <a:gd name="T105" fmla="*/ 484 h 760"/>
                <a:gd name="T106" fmla="*/ 12 w 1027"/>
                <a:gd name="T107" fmla="*/ 272 h 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27" h="760">
                  <a:moveTo>
                    <a:pt x="12" y="272"/>
                  </a:moveTo>
                  <a:lnTo>
                    <a:pt x="76" y="180"/>
                  </a:lnTo>
                  <a:lnTo>
                    <a:pt x="112" y="73"/>
                  </a:lnTo>
                  <a:lnTo>
                    <a:pt x="112" y="73"/>
                  </a:lnTo>
                  <a:lnTo>
                    <a:pt x="112" y="73"/>
                  </a:lnTo>
                  <a:lnTo>
                    <a:pt x="112" y="73"/>
                  </a:lnTo>
                  <a:lnTo>
                    <a:pt x="112" y="73"/>
                  </a:lnTo>
                  <a:lnTo>
                    <a:pt x="113" y="73"/>
                  </a:lnTo>
                  <a:lnTo>
                    <a:pt x="115" y="73"/>
                  </a:lnTo>
                  <a:lnTo>
                    <a:pt x="120" y="73"/>
                  </a:lnTo>
                  <a:lnTo>
                    <a:pt x="126" y="73"/>
                  </a:lnTo>
                  <a:lnTo>
                    <a:pt x="134" y="73"/>
                  </a:lnTo>
                  <a:lnTo>
                    <a:pt x="145" y="73"/>
                  </a:lnTo>
                  <a:lnTo>
                    <a:pt x="159" y="73"/>
                  </a:lnTo>
                  <a:lnTo>
                    <a:pt x="176" y="73"/>
                  </a:lnTo>
                  <a:lnTo>
                    <a:pt x="197" y="73"/>
                  </a:lnTo>
                  <a:lnTo>
                    <a:pt x="221" y="73"/>
                  </a:lnTo>
                  <a:lnTo>
                    <a:pt x="250" y="73"/>
                  </a:lnTo>
                  <a:lnTo>
                    <a:pt x="284" y="73"/>
                  </a:lnTo>
                  <a:lnTo>
                    <a:pt x="286" y="73"/>
                  </a:lnTo>
                  <a:lnTo>
                    <a:pt x="295" y="73"/>
                  </a:lnTo>
                  <a:lnTo>
                    <a:pt x="308" y="71"/>
                  </a:lnTo>
                  <a:lnTo>
                    <a:pt x="325" y="71"/>
                  </a:lnTo>
                  <a:lnTo>
                    <a:pt x="348" y="70"/>
                  </a:lnTo>
                  <a:lnTo>
                    <a:pt x="374" y="69"/>
                  </a:lnTo>
                  <a:lnTo>
                    <a:pt x="404" y="68"/>
                  </a:lnTo>
                  <a:lnTo>
                    <a:pt x="437" y="66"/>
                  </a:lnTo>
                  <a:lnTo>
                    <a:pt x="473" y="65"/>
                  </a:lnTo>
                  <a:lnTo>
                    <a:pt x="511" y="61"/>
                  </a:lnTo>
                  <a:lnTo>
                    <a:pt x="551" y="59"/>
                  </a:lnTo>
                  <a:lnTo>
                    <a:pt x="593" y="55"/>
                  </a:lnTo>
                  <a:lnTo>
                    <a:pt x="636" y="51"/>
                  </a:lnTo>
                  <a:lnTo>
                    <a:pt x="681" y="46"/>
                  </a:lnTo>
                  <a:lnTo>
                    <a:pt x="726" y="42"/>
                  </a:lnTo>
                  <a:lnTo>
                    <a:pt x="772" y="36"/>
                  </a:lnTo>
                  <a:lnTo>
                    <a:pt x="884" y="16"/>
                  </a:lnTo>
                  <a:lnTo>
                    <a:pt x="933" y="0"/>
                  </a:lnTo>
                  <a:lnTo>
                    <a:pt x="979" y="68"/>
                  </a:lnTo>
                  <a:lnTo>
                    <a:pt x="1016" y="124"/>
                  </a:lnTo>
                  <a:lnTo>
                    <a:pt x="1027" y="309"/>
                  </a:lnTo>
                  <a:lnTo>
                    <a:pt x="1011" y="588"/>
                  </a:lnTo>
                  <a:lnTo>
                    <a:pt x="1011" y="692"/>
                  </a:lnTo>
                  <a:lnTo>
                    <a:pt x="440" y="700"/>
                  </a:lnTo>
                  <a:lnTo>
                    <a:pt x="160" y="728"/>
                  </a:lnTo>
                  <a:lnTo>
                    <a:pt x="157" y="729"/>
                  </a:lnTo>
                  <a:lnTo>
                    <a:pt x="146" y="733"/>
                  </a:lnTo>
                  <a:lnTo>
                    <a:pt x="131" y="739"/>
                  </a:lnTo>
                  <a:lnTo>
                    <a:pt x="113" y="745"/>
                  </a:lnTo>
                  <a:lnTo>
                    <a:pt x="92" y="751"/>
                  </a:lnTo>
                  <a:lnTo>
                    <a:pt x="70" y="756"/>
                  </a:lnTo>
                  <a:lnTo>
                    <a:pt x="51" y="760"/>
                  </a:lnTo>
                  <a:lnTo>
                    <a:pt x="32" y="760"/>
                  </a:lnTo>
                  <a:lnTo>
                    <a:pt x="0" y="484"/>
                  </a:lnTo>
                  <a:lnTo>
                    <a:pt x="12" y="2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Freeform 13"/>
            <p:cNvSpPr>
              <a:spLocks/>
            </p:cNvSpPr>
            <p:nvPr/>
          </p:nvSpPr>
          <p:spPr bwMode="auto">
            <a:xfrm>
              <a:off x="5327651" y="3492500"/>
              <a:ext cx="152400" cy="633412"/>
            </a:xfrm>
            <a:custGeom>
              <a:avLst/>
              <a:gdLst>
                <a:gd name="T0" fmla="*/ 153 w 194"/>
                <a:gd name="T1" fmla="*/ 764 h 796"/>
                <a:gd name="T2" fmla="*/ 148 w 194"/>
                <a:gd name="T3" fmla="*/ 760 h 796"/>
                <a:gd name="T4" fmla="*/ 135 w 194"/>
                <a:gd name="T5" fmla="*/ 741 h 796"/>
                <a:gd name="T6" fmla="*/ 118 w 194"/>
                <a:gd name="T7" fmla="*/ 714 h 796"/>
                <a:gd name="T8" fmla="*/ 105 w 194"/>
                <a:gd name="T9" fmla="*/ 671 h 796"/>
                <a:gd name="T10" fmla="*/ 97 w 194"/>
                <a:gd name="T11" fmla="*/ 626 h 796"/>
                <a:gd name="T12" fmla="*/ 100 w 194"/>
                <a:gd name="T13" fmla="*/ 564 h 796"/>
                <a:gd name="T14" fmla="*/ 113 w 194"/>
                <a:gd name="T15" fmla="*/ 488 h 796"/>
                <a:gd name="T16" fmla="*/ 151 w 194"/>
                <a:gd name="T17" fmla="*/ 404 h 796"/>
                <a:gd name="T18" fmla="*/ 158 w 194"/>
                <a:gd name="T19" fmla="*/ 392 h 796"/>
                <a:gd name="T20" fmla="*/ 171 w 194"/>
                <a:gd name="T21" fmla="*/ 368 h 796"/>
                <a:gd name="T22" fmla="*/ 186 w 194"/>
                <a:gd name="T23" fmla="*/ 328 h 796"/>
                <a:gd name="T24" fmla="*/ 194 w 194"/>
                <a:gd name="T25" fmla="*/ 276 h 796"/>
                <a:gd name="T26" fmla="*/ 186 w 194"/>
                <a:gd name="T27" fmla="*/ 213 h 796"/>
                <a:gd name="T28" fmla="*/ 158 w 194"/>
                <a:gd name="T29" fmla="*/ 146 h 796"/>
                <a:gd name="T30" fmla="*/ 100 w 194"/>
                <a:gd name="T31" fmla="*/ 73 h 796"/>
                <a:gd name="T32" fmla="*/ 0 w 194"/>
                <a:gd name="T33" fmla="*/ 0 h 796"/>
                <a:gd name="T34" fmla="*/ 11 w 194"/>
                <a:gd name="T35" fmla="*/ 9 h 796"/>
                <a:gd name="T36" fmla="*/ 39 w 194"/>
                <a:gd name="T37" fmla="*/ 29 h 796"/>
                <a:gd name="T38" fmla="*/ 74 w 194"/>
                <a:gd name="T39" fmla="*/ 63 h 796"/>
                <a:gd name="T40" fmla="*/ 111 w 194"/>
                <a:gd name="T41" fmla="*/ 108 h 796"/>
                <a:gd name="T42" fmla="*/ 141 w 194"/>
                <a:gd name="T43" fmla="*/ 164 h 796"/>
                <a:gd name="T44" fmla="*/ 156 w 194"/>
                <a:gd name="T45" fmla="*/ 232 h 796"/>
                <a:gd name="T46" fmla="*/ 145 w 194"/>
                <a:gd name="T47" fmla="*/ 308 h 796"/>
                <a:gd name="T48" fmla="*/ 108 w 194"/>
                <a:gd name="T49" fmla="*/ 390 h 796"/>
                <a:gd name="T50" fmla="*/ 103 w 194"/>
                <a:gd name="T51" fmla="*/ 400 h 796"/>
                <a:gd name="T52" fmla="*/ 84 w 194"/>
                <a:gd name="T53" fmla="*/ 430 h 796"/>
                <a:gd name="T54" fmla="*/ 64 w 194"/>
                <a:gd name="T55" fmla="*/ 474 h 796"/>
                <a:gd name="T56" fmla="*/ 46 w 194"/>
                <a:gd name="T57" fmla="*/ 528 h 796"/>
                <a:gd name="T58" fmla="*/ 37 w 194"/>
                <a:gd name="T59" fmla="*/ 594 h 796"/>
                <a:gd name="T60" fmla="*/ 43 w 194"/>
                <a:gd name="T61" fmla="*/ 658 h 796"/>
                <a:gd name="T62" fmla="*/ 74 w 194"/>
                <a:gd name="T63" fmla="*/ 728 h 796"/>
                <a:gd name="T64" fmla="*/ 132 w 194"/>
                <a:gd name="T65" fmla="*/ 796 h 796"/>
                <a:gd name="T66" fmla="*/ 153 w 194"/>
                <a:gd name="T67" fmla="*/ 764 h 796"/>
                <a:gd name="T68" fmla="*/ 153 w 194"/>
                <a:gd name="T69" fmla="*/ 764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4" h="796">
                  <a:moveTo>
                    <a:pt x="153" y="764"/>
                  </a:moveTo>
                  <a:lnTo>
                    <a:pt x="148" y="760"/>
                  </a:lnTo>
                  <a:lnTo>
                    <a:pt x="135" y="741"/>
                  </a:lnTo>
                  <a:lnTo>
                    <a:pt x="118" y="714"/>
                  </a:lnTo>
                  <a:lnTo>
                    <a:pt x="105" y="671"/>
                  </a:lnTo>
                  <a:lnTo>
                    <a:pt x="97" y="626"/>
                  </a:lnTo>
                  <a:lnTo>
                    <a:pt x="100" y="564"/>
                  </a:lnTo>
                  <a:lnTo>
                    <a:pt x="113" y="488"/>
                  </a:lnTo>
                  <a:lnTo>
                    <a:pt x="151" y="404"/>
                  </a:lnTo>
                  <a:lnTo>
                    <a:pt x="158" y="392"/>
                  </a:lnTo>
                  <a:lnTo>
                    <a:pt x="171" y="368"/>
                  </a:lnTo>
                  <a:lnTo>
                    <a:pt x="186" y="328"/>
                  </a:lnTo>
                  <a:lnTo>
                    <a:pt x="194" y="276"/>
                  </a:lnTo>
                  <a:lnTo>
                    <a:pt x="186" y="213"/>
                  </a:lnTo>
                  <a:lnTo>
                    <a:pt x="158" y="146"/>
                  </a:lnTo>
                  <a:lnTo>
                    <a:pt x="100" y="73"/>
                  </a:lnTo>
                  <a:lnTo>
                    <a:pt x="0" y="0"/>
                  </a:lnTo>
                  <a:lnTo>
                    <a:pt x="11" y="9"/>
                  </a:lnTo>
                  <a:lnTo>
                    <a:pt x="39" y="29"/>
                  </a:lnTo>
                  <a:lnTo>
                    <a:pt x="74" y="63"/>
                  </a:lnTo>
                  <a:lnTo>
                    <a:pt x="111" y="108"/>
                  </a:lnTo>
                  <a:lnTo>
                    <a:pt x="141" y="164"/>
                  </a:lnTo>
                  <a:lnTo>
                    <a:pt x="156" y="232"/>
                  </a:lnTo>
                  <a:lnTo>
                    <a:pt x="145" y="308"/>
                  </a:lnTo>
                  <a:lnTo>
                    <a:pt x="108" y="390"/>
                  </a:lnTo>
                  <a:lnTo>
                    <a:pt x="103" y="400"/>
                  </a:lnTo>
                  <a:lnTo>
                    <a:pt x="84" y="430"/>
                  </a:lnTo>
                  <a:lnTo>
                    <a:pt x="64" y="474"/>
                  </a:lnTo>
                  <a:lnTo>
                    <a:pt x="46" y="528"/>
                  </a:lnTo>
                  <a:lnTo>
                    <a:pt x="37" y="594"/>
                  </a:lnTo>
                  <a:lnTo>
                    <a:pt x="43" y="658"/>
                  </a:lnTo>
                  <a:lnTo>
                    <a:pt x="74" y="728"/>
                  </a:lnTo>
                  <a:lnTo>
                    <a:pt x="132" y="796"/>
                  </a:lnTo>
                  <a:lnTo>
                    <a:pt x="153" y="764"/>
                  </a:lnTo>
                  <a:lnTo>
                    <a:pt x="153" y="7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14"/>
            <p:cNvSpPr>
              <a:spLocks/>
            </p:cNvSpPr>
            <p:nvPr/>
          </p:nvSpPr>
          <p:spPr bwMode="auto">
            <a:xfrm>
              <a:off x="5340351" y="4030663"/>
              <a:ext cx="719138" cy="877887"/>
            </a:xfrm>
            <a:custGeom>
              <a:avLst/>
              <a:gdLst>
                <a:gd name="T0" fmla="*/ 489 w 906"/>
                <a:gd name="T1" fmla="*/ 145 h 1106"/>
                <a:gd name="T2" fmla="*/ 438 w 906"/>
                <a:gd name="T3" fmla="*/ 99 h 1106"/>
                <a:gd name="T4" fmla="*/ 396 w 906"/>
                <a:gd name="T5" fmla="*/ 53 h 1106"/>
                <a:gd name="T6" fmla="*/ 369 w 906"/>
                <a:gd name="T7" fmla="*/ 20 h 1106"/>
                <a:gd name="T8" fmla="*/ 345 w 906"/>
                <a:gd name="T9" fmla="*/ 2 h 1106"/>
                <a:gd name="T10" fmla="*/ 297 w 906"/>
                <a:gd name="T11" fmla="*/ 0 h 1106"/>
                <a:gd name="T12" fmla="*/ 235 w 906"/>
                <a:gd name="T13" fmla="*/ 10 h 1106"/>
                <a:gd name="T14" fmla="*/ 178 w 906"/>
                <a:gd name="T15" fmla="*/ 28 h 1106"/>
                <a:gd name="T16" fmla="*/ 118 w 906"/>
                <a:gd name="T17" fmla="*/ 64 h 1106"/>
                <a:gd name="T18" fmla="*/ 43 w 906"/>
                <a:gd name="T19" fmla="*/ 139 h 1106"/>
                <a:gd name="T20" fmla="*/ 0 w 906"/>
                <a:gd name="T21" fmla="*/ 218 h 1106"/>
                <a:gd name="T22" fmla="*/ 41 w 906"/>
                <a:gd name="T23" fmla="*/ 363 h 1106"/>
                <a:gd name="T24" fmla="*/ 97 w 906"/>
                <a:gd name="T25" fmla="*/ 495 h 1106"/>
                <a:gd name="T26" fmla="*/ 148 w 906"/>
                <a:gd name="T27" fmla="*/ 632 h 1106"/>
                <a:gd name="T28" fmla="*/ 205 w 906"/>
                <a:gd name="T29" fmla="*/ 765 h 1106"/>
                <a:gd name="T30" fmla="*/ 264 w 906"/>
                <a:gd name="T31" fmla="*/ 877 h 1106"/>
                <a:gd name="T32" fmla="*/ 340 w 906"/>
                <a:gd name="T33" fmla="*/ 981 h 1106"/>
                <a:gd name="T34" fmla="*/ 451 w 906"/>
                <a:gd name="T35" fmla="*/ 1054 h 1106"/>
                <a:gd name="T36" fmla="*/ 593 w 906"/>
                <a:gd name="T37" fmla="*/ 1101 h 1106"/>
                <a:gd name="T38" fmla="*/ 735 w 906"/>
                <a:gd name="T39" fmla="*/ 1085 h 1106"/>
                <a:gd name="T40" fmla="*/ 826 w 906"/>
                <a:gd name="T41" fmla="*/ 1012 h 1106"/>
                <a:gd name="T42" fmla="*/ 880 w 906"/>
                <a:gd name="T43" fmla="*/ 924 h 1106"/>
                <a:gd name="T44" fmla="*/ 906 w 906"/>
                <a:gd name="T45" fmla="*/ 827 h 1106"/>
                <a:gd name="T46" fmla="*/ 874 w 906"/>
                <a:gd name="T47" fmla="*/ 650 h 1106"/>
                <a:gd name="T48" fmla="*/ 800 w 906"/>
                <a:gd name="T49" fmla="*/ 507 h 1106"/>
                <a:gd name="T50" fmla="*/ 709 w 906"/>
                <a:gd name="T51" fmla="*/ 392 h 1106"/>
                <a:gd name="T52" fmla="*/ 611 w 906"/>
                <a:gd name="T53" fmla="*/ 286 h 1106"/>
                <a:gd name="T54" fmla="*/ 567 w 906"/>
                <a:gd name="T55" fmla="*/ 237 h 1106"/>
                <a:gd name="T56" fmla="*/ 605 w 906"/>
                <a:gd name="T57" fmla="*/ 297 h 1106"/>
                <a:gd name="T58" fmla="*/ 773 w 906"/>
                <a:gd name="T59" fmla="*/ 593 h 1106"/>
                <a:gd name="T60" fmla="*/ 823 w 906"/>
                <a:gd name="T61" fmla="*/ 887 h 1106"/>
                <a:gd name="T62" fmla="*/ 806 w 906"/>
                <a:gd name="T63" fmla="*/ 916 h 1106"/>
                <a:gd name="T64" fmla="*/ 753 w 906"/>
                <a:gd name="T65" fmla="*/ 972 h 1106"/>
                <a:gd name="T66" fmla="*/ 664 w 906"/>
                <a:gd name="T67" fmla="*/ 1017 h 1106"/>
                <a:gd name="T68" fmla="*/ 542 w 906"/>
                <a:gd name="T69" fmla="*/ 1007 h 1106"/>
                <a:gd name="T70" fmla="*/ 388 w 906"/>
                <a:gd name="T71" fmla="*/ 901 h 1106"/>
                <a:gd name="T72" fmla="*/ 301 w 906"/>
                <a:gd name="T73" fmla="*/ 791 h 1106"/>
                <a:gd name="T74" fmla="*/ 201 w 906"/>
                <a:gd name="T75" fmla="*/ 603 h 1106"/>
                <a:gd name="T76" fmla="*/ 102 w 906"/>
                <a:gd name="T77" fmla="*/ 351 h 1106"/>
                <a:gd name="T78" fmla="*/ 105 w 906"/>
                <a:gd name="T79" fmla="*/ 199 h 1106"/>
                <a:gd name="T80" fmla="*/ 187 w 906"/>
                <a:gd name="T81" fmla="*/ 96 h 1106"/>
                <a:gd name="T82" fmla="*/ 324 w 906"/>
                <a:gd name="T83" fmla="*/ 53 h 1106"/>
                <a:gd name="T84" fmla="*/ 476 w 906"/>
                <a:gd name="T85" fmla="*/ 231 h 1106"/>
                <a:gd name="T86" fmla="*/ 426 w 906"/>
                <a:gd name="T87" fmla="*/ 363 h 1106"/>
                <a:gd name="T88" fmla="*/ 230 w 906"/>
                <a:gd name="T89" fmla="*/ 530 h 1106"/>
                <a:gd name="T90" fmla="*/ 335 w 906"/>
                <a:gd name="T91" fmla="*/ 479 h 1106"/>
                <a:gd name="T92" fmla="*/ 491 w 906"/>
                <a:gd name="T93" fmla="*/ 324 h 1106"/>
                <a:gd name="T94" fmla="*/ 517 w 906"/>
                <a:gd name="T95" fmla="*/ 174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06" h="1106">
                  <a:moveTo>
                    <a:pt x="517" y="174"/>
                  </a:moveTo>
                  <a:lnTo>
                    <a:pt x="504" y="161"/>
                  </a:lnTo>
                  <a:lnTo>
                    <a:pt x="489" y="145"/>
                  </a:lnTo>
                  <a:lnTo>
                    <a:pt x="474" y="130"/>
                  </a:lnTo>
                  <a:lnTo>
                    <a:pt x="456" y="114"/>
                  </a:lnTo>
                  <a:lnTo>
                    <a:pt x="438" y="99"/>
                  </a:lnTo>
                  <a:lnTo>
                    <a:pt x="421" y="83"/>
                  </a:lnTo>
                  <a:lnTo>
                    <a:pt x="406" y="68"/>
                  </a:lnTo>
                  <a:lnTo>
                    <a:pt x="396" y="53"/>
                  </a:lnTo>
                  <a:lnTo>
                    <a:pt x="385" y="40"/>
                  </a:lnTo>
                  <a:lnTo>
                    <a:pt x="377" y="28"/>
                  </a:lnTo>
                  <a:lnTo>
                    <a:pt x="369" y="20"/>
                  </a:lnTo>
                  <a:lnTo>
                    <a:pt x="362" y="12"/>
                  </a:lnTo>
                  <a:lnTo>
                    <a:pt x="355" y="7"/>
                  </a:lnTo>
                  <a:lnTo>
                    <a:pt x="345" y="2"/>
                  </a:lnTo>
                  <a:lnTo>
                    <a:pt x="332" y="0"/>
                  </a:lnTo>
                  <a:lnTo>
                    <a:pt x="316" y="0"/>
                  </a:lnTo>
                  <a:lnTo>
                    <a:pt x="297" y="0"/>
                  </a:lnTo>
                  <a:lnTo>
                    <a:pt x="277" y="2"/>
                  </a:lnTo>
                  <a:lnTo>
                    <a:pt x="256" y="5"/>
                  </a:lnTo>
                  <a:lnTo>
                    <a:pt x="235" y="10"/>
                  </a:lnTo>
                  <a:lnTo>
                    <a:pt x="216" y="15"/>
                  </a:lnTo>
                  <a:lnTo>
                    <a:pt x="197" y="20"/>
                  </a:lnTo>
                  <a:lnTo>
                    <a:pt x="178" y="28"/>
                  </a:lnTo>
                  <a:lnTo>
                    <a:pt x="159" y="37"/>
                  </a:lnTo>
                  <a:lnTo>
                    <a:pt x="140" y="46"/>
                  </a:lnTo>
                  <a:lnTo>
                    <a:pt x="118" y="64"/>
                  </a:lnTo>
                  <a:lnTo>
                    <a:pt x="92" y="85"/>
                  </a:lnTo>
                  <a:lnTo>
                    <a:pt x="68" y="110"/>
                  </a:lnTo>
                  <a:lnTo>
                    <a:pt x="43" y="139"/>
                  </a:lnTo>
                  <a:lnTo>
                    <a:pt x="23" y="169"/>
                  </a:lnTo>
                  <a:lnTo>
                    <a:pt x="8" y="195"/>
                  </a:lnTo>
                  <a:lnTo>
                    <a:pt x="0" y="218"/>
                  </a:lnTo>
                  <a:lnTo>
                    <a:pt x="3" y="267"/>
                  </a:lnTo>
                  <a:lnTo>
                    <a:pt x="18" y="317"/>
                  </a:lnTo>
                  <a:lnTo>
                    <a:pt x="41" y="363"/>
                  </a:lnTo>
                  <a:lnTo>
                    <a:pt x="64" y="405"/>
                  </a:lnTo>
                  <a:lnTo>
                    <a:pt x="81" y="449"/>
                  </a:lnTo>
                  <a:lnTo>
                    <a:pt x="97" y="495"/>
                  </a:lnTo>
                  <a:lnTo>
                    <a:pt x="116" y="538"/>
                  </a:lnTo>
                  <a:lnTo>
                    <a:pt x="129" y="584"/>
                  </a:lnTo>
                  <a:lnTo>
                    <a:pt x="148" y="632"/>
                  </a:lnTo>
                  <a:lnTo>
                    <a:pt x="164" y="677"/>
                  </a:lnTo>
                  <a:lnTo>
                    <a:pt x="185" y="720"/>
                  </a:lnTo>
                  <a:lnTo>
                    <a:pt x="205" y="765"/>
                  </a:lnTo>
                  <a:lnTo>
                    <a:pt x="224" y="802"/>
                  </a:lnTo>
                  <a:lnTo>
                    <a:pt x="244" y="840"/>
                  </a:lnTo>
                  <a:lnTo>
                    <a:pt x="264" y="877"/>
                  </a:lnTo>
                  <a:lnTo>
                    <a:pt x="287" y="913"/>
                  </a:lnTo>
                  <a:lnTo>
                    <a:pt x="312" y="949"/>
                  </a:lnTo>
                  <a:lnTo>
                    <a:pt x="340" y="981"/>
                  </a:lnTo>
                  <a:lnTo>
                    <a:pt x="369" y="1007"/>
                  </a:lnTo>
                  <a:lnTo>
                    <a:pt x="406" y="1031"/>
                  </a:lnTo>
                  <a:lnTo>
                    <a:pt x="451" y="1054"/>
                  </a:lnTo>
                  <a:lnTo>
                    <a:pt x="496" y="1075"/>
                  </a:lnTo>
                  <a:lnTo>
                    <a:pt x="546" y="1091"/>
                  </a:lnTo>
                  <a:lnTo>
                    <a:pt x="593" y="1101"/>
                  </a:lnTo>
                  <a:lnTo>
                    <a:pt x="641" y="1106"/>
                  </a:lnTo>
                  <a:lnTo>
                    <a:pt x="690" y="1101"/>
                  </a:lnTo>
                  <a:lnTo>
                    <a:pt x="735" y="1085"/>
                  </a:lnTo>
                  <a:lnTo>
                    <a:pt x="781" y="1056"/>
                  </a:lnTo>
                  <a:lnTo>
                    <a:pt x="804" y="1036"/>
                  </a:lnTo>
                  <a:lnTo>
                    <a:pt x="826" y="1012"/>
                  </a:lnTo>
                  <a:lnTo>
                    <a:pt x="846" y="984"/>
                  </a:lnTo>
                  <a:lnTo>
                    <a:pt x="864" y="955"/>
                  </a:lnTo>
                  <a:lnTo>
                    <a:pt x="880" y="924"/>
                  </a:lnTo>
                  <a:lnTo>
                    <a:pt x="891" y="893"/>
                  </a:lnTo>
                  <a:lnTo>
                    <a:pt x="902" y="858"/>
                  </a:lnTo>
                  <a:lnTo>
                    <a:pt x="906" y="827"/>
                  </a:lnTo>
                  <a:lnTo>
                    <a:pt x="906" y="765"/>
                  </a:lnTo>
                  <a:lnTo>
                    <a:pt x="896" y="707"/>
                  </a:lnTo>
                  <a:lnTo>
                    <a:pt x="874" y="650"/>
                  </a:lnTo>
                  <a:lnTo>
                    <a:pt x="849" y="594"/>
                  </a:lnTo>
                  <a:lnTo>
                    <a:pt x="826" y="552"/>
                  </a:lnTo>
                  <a:lnTo>
                    <a:pt x="800" y="507"/>
                  </a:lnTo>
                  <a:lnTo>
                    <a:pt x="773" y="471"/>
                  </a:lnTo>
                  <a:lnTo>
                    <a:pt x="743" y="430"/>
                  </a:lnTo>
                  <a:lnTo>
                    <a:pt x="709" y="392"/>
                  </a:lnTo>
                  <a:lnTo>
                    <a:pt x="677" y="357"/>
                  </a:lnTo>
                  <a:lnTo>
                    <a:pt x="644" y="320"/>
                  </a:lnTo>
                  <a:lnTo>
                    <a:pt x="611" y="286"/>
                  </a:lnTo>
                  <a:lnTo>
                    <a:pt x="595" y="270"/>
                  </a:lnTo>
                  <a:lnTo>
                    <a:pt x="582" y="252"/>
                  </a:lnTo>
                  <a:lnTo>
                    <a:pt x="567" y="237"/>
                  </a:lnTo>
                  <a:lnTo>
                    <a:pt x="552" y="218"/>
                  </a:lnTo>
                  <a:lnTo>
                    <a:pt x="567" y="239"/>
                  </a:lnTo>
                  <a:lnTo>
                    <a:pt x="605" y="297"/>
                  </a:lnTo>
                  <a:lnTo>
                    <a:pt x="659" y="380"/>
                  </a:lnTo>
                  <a:lnTo>
                    <a:pt x="720" y="481"/>
                  </a:lnTo>
                  <a:lnTo>
                    <a:pt x="773" y="593"/>
                  </a:lnTo>
                  <a:lnTo>
                    <a:pt x="816" y="703"/>
                  </a:lnTo>
                  <a:lnTo>
                    <a:pt x="836" y="804"/>
                  </a:lnTo>
                  <a:lnTo>
                    <a:pt x="823" y="887"/>
                  </a:lnTo>
                  <a:lnTo>
                    <a:pt x="821" y="890"/>
                  </a:lnTo>
                  <a:lnTo>
                    <a:pt x="816" y="901"/>
                  </a:lnTo>
                  <a:lnTo>
                    <a:pt x="806" y="916"/>
                  </a:lnTo>
                  <a:lnTo>
                    <a:pt x="790" y="934"/>
                  </a:lnTo>
                  <a:lnTo>
                    <a:pt x="773" y="955"/>
                  </a:lnTo>
                  <a:lnTo>
                    <a:pt x="753" y="972"/>
                  </a:lnTo>
                  <a:lnTo>
                    <a:pt x="724" y="991"/>
                  </a:lnTo>
                  <a:lnTo>
                    <a:pt x="697" y="1007"/>
                  </a:lnTo>
                  <a:lnTo>
                    <a:pt x="664" y="1017"/>
                  </a:lnTo>
                  <a:lnTo>
                    <a:pt x="625" y="1023"/>
                  </a:lnTo>
                  <a:lnTo>
                    <a:pt x="585" y="1020"/>
                  </a:lnTo>
                  <a:lnTo>
                    <a:pt x="542" y="1007"/>
                  </a:lnTo>
                  <a:lnTo>
                    <a:pt x="494" y="986"/>
                  </a:lnTo>
                  <a:lnTo>
                    <a:pt x="443" y="949"/>
                  </a:lnTo>
                  <a:lnTo>
                    <a:pt x="388" y="901"/>
                  </a:lnTo>
                  <a:lnTo>
                    <a:pt x="330" y="835"/>
                  </a:lnTo>
                  <a:lnTo>
                    <a:pt x="322" y="825"/>
                  </a:lnTo>
                  <a:lnTo>
                    <a:pt x="301" y="791"/>
                  </a:lnTo>
                  <a:lnTo>
                    <a:pt x="273" y="742"/>
                  </a:lnTo>
                  <a:lnTo>
                    <a:pt x="238" y="679"/>
                  </a:lnTo>
                  <a:lnTo>
                    <a:pt x="201" y="603"/>
                  </a:lnTo>
                  <a:lnTo>
                    <a:pt x="162" y="522"/>
                  </a:lnTo>
                  <a:lnTo>
                    <a:pt x="129" y="437"/>
                  </a:lnTo>
                  <a:lnTo>
                    <a:pt x="102" y="351"/>
                  </a:lnTo>
                  <a:lnTo>
                    <a:pt x="89" y="235"/>
                  </a:lnTo>
                  <a:lnTo>
                    <a:pt x="92" y="223"/>
                  </a:lnTo>
                  <a:lnTo>
                    <a:pt x="105" y="199"/>
                  </a:lnTo>
                  <a:lnTo>
                    <a:pt x="125" y="167"/>
                  </a:lnTo>
                  <a:lnTo>
                    <a:pt x="152" y="130"/>
                  </a:lnTo>
                  <a:lnTo>
                    <a:pt x="187" y="96"/>
                  </a:lnTo>
                  <a:lnTo>
                    <a:pt x="227" y="68"/>
                  </a:lnTo>
                  <a:lnTo>
                    <a:pt x="273" y="51"/>
                  </a:lnTo>
                  <a:lnTo>
                    <a:pt x="324" y="53"/>
                  </a:lnTo>
                  <a:lnTo>
                    <a:pt x="476" y="197"/>
                  </a:lnTo>
                  <a:lnTo>
                    <a:pt x="476" y="205"/>
                  </a:lnTo>
                  <a:lnTo>
                    <a:pt x="476" y="231"/>
                  </a:lnTo>
                  <a:lnTo>
                    <a:pt x="469" y="267"/>
                  </a:lnTo>
                  <a:lnTo>
                    <a:pt x="453" y="312"/>
                  </a:lnTo>
                  <a:lnTo>
                    <a:pt x="426" y="363"/>
                  </a:lnTo>
                  <a:lnTo>
                    <a:pt x="380" y="421"/>
                  </a:lnTo>
                  <a:lnTo>
                    <a:pt x="316" y="476"/>
                  </a:lnTo>
                  <a:lnTo>
                    <a:pt x="230" y="530"/>
                  </a:lnTo>
                  <a:lnTo>
                    <a:pt x="246" y="525"/>
                  </a:lnTo>
                  <a:lnTo>
                    <a:pt x="282" y="506"/>
                  </a:lnTo>
                  <a:lnTo>
                    <a:pt x="335" y="479"/>
                  </a:lnTo>
                  <a:lnTo>
                    <a:pt x="390" y="437"/>
                  </a:lnTo>
                  <a:lnTo>
                    <a:pt x="445" y="386"/>
                  </a:lnTo>
                  <a:lnTo>
                    <a:pt x="491" y="324"/>
                  </a:lnTo>
                  <a:lnTo>
                    <a:pt x="517" y="254"/>
                  </a:lnTo>
                  <a:lnTo>
                    <a:pt x="517" y="174"/>
                  </a:lnTo>
                  <a:lnTo>
                    <a:pt x="517" y="17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15"/>
            <p:cNvSpPr>
              <a:spLocks/>
            </p:cNvSpPr>
            <p:nvPr/>
          </p:nvSpPr>
          <p:spPr bwMode="auto">
            <a:xfrm>
              <a:off x="4730751" y="3132138"/>
              <a:ext cx="757238" cy="614362"/>
            </a:xfrm>
            <a:custGeom>
              <a:avLst/>
              <a:gdLst>
                <a:gd name="T0" fmla="*/ 941 w 954"/>
                <a:gd name="T1" fmla="*/ 627 h 774"/>
                <a:gd name="T2" fmla="*/ 947 w 954"/>
                <a:gd name="T3" fmla="*/ 720 h 774"/>
                <a:gd name="T4" fmla="*/ 862 w 954"/>
                <a:gd name="T5" fmla="*/ 710 h 774"/>
                <a:gd name="T6" fmla="*/ 741 w 954"/>
                <a:gd name="T7" fmla="*/ 710 h 774"/>
                <a:gd name="T8" fmla="*/ 404 w 954"/>
                <a:gd name="T9" fmla="*/ 725 h 774"/>
                <a:gd name="T10" fmla="*/ 259 w 954"/>
                <a:gd name="T11" fmla="*/ 733 h 774"/>
                <a:gd name="T12" fmla="*/ 91 w 954"/>
                <a:gd name="T13" fmla="*/ 758 h 774"/>
                <a:gd name="T14" fmla="*/ 19 w 954"/>
                <a:gd name="T15" fmla="*/ 763 h 774"/>
                <a:gd name="T16" fmla="*/ 9 w 954"/>
                <a:gd name="T17" fmla="*/ 687 h 774"/>
                <a:gd name="T18" fmla="*/ 76 w 954"/>
                <a:gd name="T19" fmla="*/ 503 h 774"/>
                <a:gd name="T20" fmla="*/ 76 w 954"/>
                <a:gd name="T21" fmla="*/ 374 h 774"/>
                <a:gd name="T22" fmla="*/ 56 w 954"/>
                <a:gd name="T23" fmla="*/ 161 h 774"/>
                <a:gd name="T24" fmla="*/ 126 w 954"/>
                <a:gd name="T25" fmla="*/ 424 h 774"/>
                <a:gd name="T26" fmla="*/ 215 w 954"/>
                <a:gd name="T27" fmla="*/ 429 h 774"/>
                <a:gd name="T28" fmla="*/ 285 w 954"/>
                <a:gd name="T29" fmla="*/ 419 h 774"/>
                <a:gd name="T30" fmla="*/ 374 w 954"/>
                <a:gd name="T31" fmla="*/ 411 h 774"/>
                <a:gd name="T32" fmla="*/ 511 w 954"/>
                <a:gd name="T33" fmla="*/ 404 h 774"/>
                <a:gd name="T34" fmla="*/ 597 w 954"/>
                <a:gd name="T35" fmla="*/ 388 h 774"/>
                <a:gd name="T36" fmla="*/ 675 w 954"/>
                <a:gd name="T37" fmla="*/ 376 h 774"/>
                <a:gd name="T38" fmla="*/ 790 w 954"/>
                <a:gd name="T39" fmla="*/ 380 h 774"/>
                <a:gd name="T40" fmla="*/ 856 w 954"/>
                <a:gd name="T41" fmla="*/ 420 h 774"/>
                <a:gd name="T42" fmla="*/ 804 w 954"/>
                <a:gd name="T43" fmla="*/ 432 h 774"/>
                <a:gd name="T44" fmla="*/ 732 w 954"/>
                <a:gd name="T45" fmla="*/ 429 h 774"/>
                <a:gd name="T46" fmla="*/ 649 w 954"/>
                <a:gd name="T47" fmla="*/ 437 h 774"/>
                <a:gd name="T48" fmla="*/ 529 w 954"/>
                <a:gd name="T49" fmla="*/ 455 h 774"/>
                <a:gd name="T50" fmla="*/ 378 w 954"/>
                <a:gd name="T51" fmla="*/ 469 h 774"/>
                <a:gd name="T52" fmla="*/ 235 w 954"/>
                <a:gd name="T53" fmla="*/ 489 h 774"/>
                <a:gd name="T54" fmla="*/ 133 w 954"/>
                <a:gd name="T55" fmla="*/ 464 h 774"/>
                <a:gd name="T56" fmla="*/ 124 w 954"/>
                <a:gd name="T57" fmla="*/ 458 h 774"/>
                <a:gd name="T58" fmla="*/ 72 w 954"/>
                <a:gd name="T59" fmla="*/ 671 h 774"/>
                <a:gd name="T60" fmla="*/ 162 w 954"/>
                <a:gd name="T61" fmla="*/ 693 h 774"/>
                <a:gd name="T62" fmla="*/ 243 w 954"/>
                <a:gd name="T63" fmla="*/ 682 h 774"/>
                <a:gd name="T64" fmla="*/ 330 w 954"/>
                <a:gd name="T65" fmla="*/ 677 h 774"/>
                <a:gd name="T66" fmla="*/ 425 w 954"/>
                <a:gd name="T67" fmla="*/ 668 h 774"/>
                <a:gd name="T68" fmla="*/ 503 w 954"/>
                <a:gd name="T69" fmla="*/ 656 h 774"/>
                <a:gd name="T70" fmla="*/ 583 w 954"/>
                <a:gd name="T71" fmla="*/ 655 h 774"/>
                <a:gd name="T72" fmla="*/ 732 w 954"/>
                <a:gd name="T73" fmla="*/ 655 h 774"/>
                <a:gd name="T74" fmla="*/ 886 w 954"/>
                <a:gd name="T75" fmla="*/ 665 h 774"/>
                <a:gd name="T76" fmla="*/ 904 w 954"/>
                <a:gd name="T77" fmla="*/ 563 h 774"/>
                <a:gd name="T78" fmla="*/ 907 w 954"/>
                <a:gd name="T79" fmla="*/ 424 h 774"/>
                <a:gd name="T80" fmla="*/ 915 w 954"/>
                <a:gd name="T81" fmla="*/ 299 h 774"/>
                <a:gd name="T82" fmla="*/ 894 w 954"/>
                <a:gd name="T83" fmla="*/ 114 h 774"/>
                <a:gd name="T84" fmla="*/ 885 w 954"/>
                <a:gd name="T85" fmla="*/ 286 h 774"/>
                <a:gd name="T86" fmla="*/ 864 w 954"/>
                <a:gd name="T87" fmla="*/ 317 h 774"/>
                <a:gd name="T88" fmla="*/ 854 w 954"/>
                <a:gd name="T89" fmla="*/ 58 h 774"/>
                <a:gd name="T90" fmla="*/ 785 w 954"/>
                <a:gd name="T91" fmla="*/ 48 h 774"/>
                <a:gd name="T92" fmla="*/ 675 w 954"/>
                <a:gd name="T93" fmla="*/ 73 h 774"/>
                <a:gd name="T94" fmla="*/ 507 w 954"/>
                <a:gd name="T95" fmla="*/ 108 h 774"/>
                <a:gd name="T96" fmla="*/ 240 w 954"/>
                <a:gd name="T97" fmla="*/ 124 h 774"/>
                <a:gd name="T98" fmla="*/ 78 w 954"/>
                <a:gd name="T99" fmla="*/ 64 h 774"/>
                <a:gd name="T100" fmla="*/ 80 w 954"/>
                <a:gd name="T101" fmla="*/ 37 h 774"/>
                <a:gd name="T102" fmla="*/ 148 w 954"/>
                <a:gd name="T103" fmla="*/ 64 h 774"/>
                <a:gd name="T104" fmla="*/ 262 w 954"/>
                <a:gd name="T105" fmla="*/ 67 h 774"/>
                <a:gd name="T106" fmla="*/ 454 w 954"/>
                <a:gd name="T107" fmla="*/ 62 h 774"/>
                <a:gd name="T108" fmla="*/ 511 w 954"/>
                <a:gd name="T109" fmla="*/ 51 h 774"/>
                <a:gd name="T110" fmla="*/ 583 w 954"/>
                <a:gd name="T111" fmla="*/ 39 h 774"/>
                <a:gd name="T112" fmla="*/ 712 w 954"/>
                <a:gd name="T113" fmla="*/ 10 h 774"/>
                <a:gd name="T114" fmla="*/ 812 w 954"/>
                <a:gd name="T115" fmla="*/ 2 h 774"/>
                <a:gd name="T116" fmla="*/ 874 w 954"/>
                <a:gd name="T117" fmla="*/ 26 h 774"/>
                <a:gd name="T118" fmla="*/ 939 w 954"/>
                <a:gd name="T119" fmla="*/ 11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54" h="774">
                  <a:moveTo>
                    <a:pt x="947" y="351"/>
                  </a:moveTo>
                  <a:lnTo>
                    <a:pt x="945" y="411"/>
                  </a:lnTo>
                  <a:lnTo>
                    <a:pt x="941" y="471"/>
                  </a:lnTo>
                  <a:lnTo>
                    <a:pt x="945" y="528"/>
                  </a:lnTo>
                  <a:lnTo>
                    <a:pt x="945" y="586"/>
                  </a:lnTo>
                  <a:lnTo>
                    <a:pt x="941" y="609"/>
                  </a:lnTo>
                  <a:lnTo>
                    <a:pt x="941" y="627"/>
                  </a:lnTo>
                  <a:lnTo>
                    <a:pt x="939" y="648"/>
                  </a:lnTo>
                  <a:lnTo>
                    <a:pt x="945" y="668"/>
                  </a:lnTo>
                  <a:lnTo>
                    <a:pt x="947" y="679"/>
                  </a:lnTo>
                  <a:lnTo>
                    <a:pt x="949" y="696"/>
                  </a:lnTo>
                  <a:lnTo>
                    <a:pt x="949" y="710"/>
                  </a:lnTo>
                  <a:lnTo>
                    <a:pt x="947" y="717"/>
                  </a:lnTo>
                  <a:lnTo>
                    <a:pt x="947" y="720"/>
                  </a:lnTo>
                  <a:lnTo>
                    <a:pt x="947" y="723"/>
                  </a:lnTo>
                  <a:lnTo>
                    <a:pt x="929" y="720"/>
                  </a:lnTo>
                  <a:lnTo>
                    <a:pt x="915" y="715"/>
                  </a:lnTo>
                  <a:lnTo>
                    <a:pt x="899" y="713"/>
                  </a:lnTo>
                  <a:lnTo>
                    <a:pt x="885" y="710"/>
                  </a:lnTo>
                  <a:lnTo>
                    <a:pt x="872" y="710"/>
                  </a:lnTo>
                  <a:lnTo>
                    <a:pt x="862" y="710"/>
                  </a:lnTo>
                  <a:lnTo>
                    <a:pt x="851" y="710"/>
                  </a:lnTo>
                  <a:lnTo>
                    <a:pt x="838" y="710"/>
                  </a:lnTo>
                  <a:lnTo>
                    <a:pt x="827" y="710"/>
                  </a:lnTo>
                  <a:lnTo>
                    <a:pt x="815" y="710"/>
                  </a:lnTo>
                  <a:lnTo>
                    <a:pt x="802" y="713"/>
                  </a:lnTo>
                  <a:lnTo>
                    <a:pt x="790" y="713"/>
                  </a:lnTo>
                  <a:lnTo>
                    <a:pt x="741" y="710"/>
                  </a:lnTo>
                  <a:lnTo>
                    <a:pt x="693" y="710"/>
                  </a:lnTo>
                  <a:lnTo>
                    <a:pt x="646" y="710"/>
                  </a:lnTo>
                  <a:lnTo>
                    <a:pt x="597" y="713"/>
                  </a:lnTo>
                  <a:lnTo>
                    <a:pt x="549" y="715"/>
                  </a:lnTo>
                  <a:lnTo>
                    <a:pt x="501" y="717"/>
                  </a:lnTo>
                  <a:lnTo>
                    <a:pt x="454" y="720"/>
                  </a:lnTo>
                  <a:lnTo>
                    <a:pt x="404" y="725"/>
                  </a:lnTo>
                  <a:lnTo>
                    <a:pt x="385" y="725"/>
                  </a:lnTo>
                  <a:lnTo>
                    <a:pt x="361" y="725"/>
                  </a:lnTo>
                  <a:lnTo>
                    <a:pt x="341" y="728"/>
                  </a:lnTo>
                  <a:lnTo>
                    <a:pt x="321" y="728"/>
                  </a:lnTo>
                  <a:lnTo>
                    <a:pt x="298" y="728"/>
                  </a:lnTo>
                  <a:lnTo>
                    <a:pt x="277" y="731"/>
                  </a:lnTo>
                  <a:lnTo>
                    <a:pt x="259" y="733"/>
                  </a:lnTo>
                  <a:lnTo>
                    <a:pt x="238" y="737"/>
                  </a:lnTo>
                  <a:lnTo>
                    <a:pt x="212" y="739"/>
                  </a:lnTo>
                  <a:lnTo>
                    <a:pt x="187" y="745"/>
                  </a:lnTo>
                  <a:lnTo>
                    <a:pt x="164" y="747"/>
                  </a:lnTo>
                  <a:lnTo>
                    <a:pt x="138" y="749"/>
                  </a:lnTo>
                  <a:lnTo>
                    <a:pt x="114" y="753"/>
                  </a:lnTo>
                  <a:lnTo>
                    <a:pt x="91" y="758"/>
                  </a:lnTo>
                  <a:lnTo>
                    <a:pt x="65" y="763"/>
                  </a:lnTo>
                  <a:lnTo>
                    <a:pt x="43" y="769"/>
                  </a:lnTo>
                  <a:lnTo>
                    <a:pt x="38" y="771"/>
                  </a:lnTo>
                  <a:lnTo>
                    <a:pt x="33" y="774"/>
                  </a:lnTo>
                  <a:lnTo>
                    <a:pt x="29" y="774"/>
                  </a:lnTo>
                  <a:lnTo>
                    <a:pt x="27" y="771"/>
                  </a:lnTo>
                  <a:lnTo>
                    <a:pt x="19" y="763"/>
                  </a:lnTo>
                  <a:lnTo>
                    <a:pt x="12" y="754"/>
                  </a:lnTo>
                  <a:lnTo>
                    <a:pt x="4" y="747"/>
                  </a:lnTo>
                  <a:lnTo>
                    <a:pt x="2" y="739"/>
                  </a:lnTo>
                  <a:lnTo>
                    <a:pt x="0" y="725"/>
                  </a:lnTo>
                  <a:lnTo>
                    <a:pt x="2" y="713"/>
                  </a:lnTo>
                  <a:lnTo>
                    <a:pt x="4" y="701"/>
                  </a:lnTo>
                  <a:lnTo>
                    <a:pt x="9" y="687"/>
                  </a:lnTo>
                  <a:lnTo>
                    <a:pt x="19" y="656"/>
                  </a:lnTo>
                  <a:lnTo>
                    <a:pt x="29" y="630"/>
                  </a:lnTo>
                  <a:lnTo>
                    <a:pt x="40" y="603"/>
                  </a:lnTo>
                  <a:lnTo>
                    <a:pt x="48" y="574"/>
                  </a:lnTo>
                  <a:lnTo>
                    <a:pt x="58" y="551"/>
                  </a:lnTo>
                  <a:lnTo>
                    <a:pt x="68" y="528"/>
                  </a:lnTo>
                  <a:lnTo>
                    <a:pt x="76" y="503"/>
                  </a:lnTo>
                  <a:lnTo>
                    <a:pt x="80" y="475"/>
                  </a:lnTo>
                  <a:lnTo>
                    <a:pt x="78" y="464"/>
                  </a:lnTo>
                  <a:lnTo>
                    <a:pt x="78" y="447"/>
                  </a:lnTo>
                  <a:lnTo>
                    <a:pt x="78" y="435"/>
                  </a:lnTo>
                  <a:lnTo>
                    <a:pt x="76" y="419"/>
                  </a:lnTo>
                  <a:lnTo>
                    <a:pt x="76" y="396"/>
                  </a:lnTo>
                  <a:lnTo>
                    <a:pt x="76" y="374"/>
                  </a:lnTo>
                  <a:lnTo>
                    <a:pt x="76" y="351"/>
                  </a:lnTo>
                  <a:lnTo>
                    <a:pt x="72" y="330"/>
                  </a:lnTo>
                  <a:lnTo>
                    <a:pt x="70" y="291"/>
                  </a:lnTo>
                  <a:lnTo>
                    <a:pt x="65" y="252"/>
                  </a:lnTo>
                  <a:lnTo>
                    <a:pt x="62" y="213"/>
                  </a:lnTo>
                  <a:lnTo>
                    <a:pt x="58" y="176"/>
                  </a:lnTo>
                  <a:lnTo>
                    <a:pt x="56" y="161"/>
                  </a:lnTo>
                  <a:lnTo>
                    <a:pt x="56" y="143"/>
                  </a:lnTo>
                  <a:lnTo>
                    <a:pt x="61" y="127"/>
                  </a:lnTo>
                  <a:lnTo>
                    <a:pt x="70" y="119"/>
                  </a:lnTo>
                  <a:lnTo>
                    <a:pt x="95" y="184"/>
                  </a:lnTo>
                  <a:lnTo>
                    <a:pt x="114" y="262"/>
                  </a:lnTo>
                  <a:lnTo>
                    <a:pt x="124" y="348"/>
                  </a:lnTo>
                  <a:lnTo>
                    <a:pt x="126" y="424"/>
                  </a:lnTo>
                  <a:lnTo>
                    <a:pt x="138" y="427"/>
                  </a:lnTo>
                  <a:lnTo>
                    <a:pt x="152" y="429"/>
                  </a:lnTo>
                  <a:lnTo>
                    <a:pt x="164" y="429"/>
                  </a:lnTo>
                  <a:lnTo>
                    <a:pt x="177" y="429"/>
                  </a:lnTo>
                  <a:lnTo>
                    <a:pt x="190" y="429"/>
                  </a:lnTo>
                  <a:lnTo>
                    <a:pt x="201" y="429"/>
                  </a:lnTo>
                  <a:lnTo>
                    <a:pt x="215" y="429"/>
                  </a:lnTo>
                  <a:lnTo>
                    <a:pt x="228" y="429"/>
                  </a:lnTo>
                  <a:lnTo>
                    <a:pt x="238" y="427"/>
                  </a:lnTo>
                  <a:lnTo>
                    <a:pt x="249" y="427"/>
                  </a:lnTo>
                  <a:lnTo>
                    <a:pt x="259" y="424"/>
                  </a:lnTo>
                  <a:lnTo>
                    <a:pt x="265" y="424"/>
                  </a:lnTo>
                  <a:lnTo>
                    <a:pt x="275" y="420"/>
                  </a:lnTo>
                  <a:lnTo>
                    <a:pt x="285" y="419"/>
                  </a:lnTo>
                  <a:lnTo>
                    <a:pt x="298" y="416"/>
                  </a:lnTo>
                  <a:lnTo>
                    <a:pt x="311" y="413"/>
                  </a:lnTo>
                  <a:lnTo>
                    <a:pt x="327" y="413"/>
                  </a:lnTo>
                  <a:lnTo>
                    <a:pt x="338" y="413"/>
                  </a:lnTo>
                  <a:lnTo>
                    <a:pt x="351" y="413"/>
                  </a:lnTo>
                  <a:lnTo>
                    <a:pt x="361" y="413"/>
                  </a:lnTo>
                  <a:lnTo>
                    <a:pt x="374" y="411"/>
                  </a:lnTo>
                  <a:lnTo>
                    <a:pt x="390" y="408"/>
                  </a:lnTo>
                  <a:lnTo>
                    <a:pt x="412" y="406"/>
                  </a:lnTo>
                  <a:lnTo>
                    <a:pt x="435" y="404"/>
                  </a:lnTo>
                  <a:lnTo>
                    <a:pt x="458" y="404"/>
                  </a:lnTo>
                  <a:lnTo>
                    <a:pt x="478" y="404"/>
                  </a:lnTo>
                  <a:lnTo>
                    <a:pt x="499" y="404"/>
                  </a:lnTo>
                  <a:lnTo>
                    <a:pt x="511" y="404"/>
                  </a:lnTo>
                  <a:lnTo>
                    <a:pt x="526" y="397"/>
                  </a:lnTo>
                  <a:lnTo>
                    <a:pt x="544" y="391"/>
                  </a:lnTo>
                  <a:lnTo>
                    <a:pt x="562" y="391"/>
                  </a:lnTo>
                  <a:lnTo>
                    <a:pt x="577" y="391"/>
                  </a:lnTo>
                  <a:lnTo>
                    <a:pt x="583" y="390"/>
                  </a:lnTo>
                  <a:lnTo>
                    <a:pt x="590" y="390"/>
                  </a:lnTo>
                  <a:lnTo>
                    <a:pt x="597" y="388"/>
                  </a:lnTo>
                  <a:lnTo>
                    <a:pt x="605" y="388"/>
                  </a:lnTo>
                  <a:lnTo>
                    <a:pt x="612" y="385"/>
                  </a:lnTo>
                  <a:lnTo>
                    <a:pt x="625" y="385"/>
                  </a:lnTo>
                  <a:lnTo>
                    <a:pt x="638" y="382"/>
                  </a:lnTo>
                  <a:lnTo>
                    <a:pt x="643" y="380"/>
                  </a:lnTo>
                  <a:lnTo>
                    <a:pt x="659" y="376"/>
                  </a:lnTo>
                  <a:lnTo>
                    <a:pt x="675" y="376"/>
                  </a:lnTo>
                  <a:lnTo>
                    <a:pt x="691" y="376"/>
                  </a:lnTo>
                  <a:lnTo>
                    <a:pt x="708" y="376"/>
                  </a:lnTo>
                  <a:lnTo>
                    <a:pt x="725" y="376"/>
                  </a:lnTo>
                  <a:lnTo>
                    <a:pt x="741" y="376"/>
                  </a:lnTo>
                  <a:lnTo>
                    <a:pt x="757" y="380"/>
                  </a:lnTo>
                  <a:lnTo>
                    <a:pt x="772" y="380"/>
                  </a:lnTo>
                  <a:lnTo>
                    <a:pt x="790" y="380"/>
                  </a:lnTo>
                  <a:lnTo>
                    <a:pt x="810" y="376"/>
                  </a:lnTo>
                  <a:lnTo>
                    <a:pt x="827" y="380"/>
                  </a:lnTo>
                  <a:lnTo>
                    <a:pt x="846" y="385"/>
                  </a:lnTo>
                  <a:lnTo>
                    <a:pt x="854" y="390"/>
                  </a:lnTo>
                  <a:lnTo>
                    <a:pt x="858" y="401"/>
                  </a:lnTo>
                  <a:lnTo>
                    <a:pt x="858" y="411"/>
                  </a:lnTo>
                  <a:lnTo>
                    <a:pt x="856" y="420"/>
                  </a:lnTo>
                  <a:lnTo>
                    <a:pt x="851" y="427"/>
                  </a:lnTo>
                  <a:lnTo>
                    <a:pt x="846" y="429"/>
                  </a:lnTo>
                  <a:lnTo>
                    <a:pt x="841" y="429"/>
                  </a:lnTo>
                  <a:lnTo>
                    <a:pt x="835" y="432"/>
                  </a:lnTo>
                  <a:lnTo>
                    <a:pt x="825" y="432"/>
                  </a:lnTo>
                  <a:lnTo>
                    <a:pt x="815" y="432"/>
                  </a:lnTo>
                  <a:lnTo>
                    <a:pt x="804" y="432"/>
                  </a:lnTo>
                  <a:lnTo>
                    <a:pt x="794" y="432"/>
                  </a:lnTo>
                  <a:lnTo>
                    <a:pt x="785" y="432"/>
                  </a:lnTo>
                  <a:lnTo>
                    <a:pt x="775" y="429"/>
                  </a:lnTo>
                  <a:lnTo>
                    <a:pt x="765" y="429"/>
                  </a:lnTo>
                  <a:lnTo>
                    <a:pt x="755" y="429"/>
                  </a:lnTo>
                  <a:lnTo>
                    <a:pt x="744" y="429"/>
                  </a:lnTo>
                  <a:lnTo>
                    <a:pt x="732" y="429"/>
                  </a:lnTo>
                  <a:lnTo>
                    <a:pt x="722" y="429"/>
                  </a:lnTo>
                  <a:lnTo>
                    <a:pt x="708" y="429"/>
                  </a:lnTo>
                  <a:lnTo>
                    <a:pt x="698" y="429"/>
                  </a:lnTo>
                  <a:lnTo>
                    <a:pt x="685" y="432"/>
                  </a:lnTo>
                  <a:lnTo>
                    <a:pt x="675" y="432"/>
                  </a:lnTo>
                  <a:lnTo>
                    <a:pt x="662" y="435"/>
                  </a:lnTo>
                  <a:lnTo>
                    <a:pt x="649" y="437"/>
                  </a:lnTo>
                  <a:lnTo>
                    <a:pt x="630" y="440"/>
                  </a:lnTo>
                  <a:lnTo>
                    <a:pt x="615" y="442"/>
                  </a:lnTo>
                  <a:lnTo>
                    <a:pt x="597" y="443"/>
                  </a:lnTo>
                  <a:lnTo>
                    <a:pt x="583" y="447"/>
                  </a:lnTo>
                  <a:lnTo>
                    <a:pt x="564" y="450"/>
                  </a:lnTo>
                  <a:lnTo>
                    <a:pt x="546" y="452"/>
                  </a:lnTo>
                  <a:lnTo>
                    <a:pt x="529" y="455"/>
                  </a:lnTo>
                  <a:lnTo>
                    <a:pt x="507" y="455"/>
                  </a:lnTo>
                  <a:lnTo>
                    <a:pt x="486" y="458"/>
                  </a:lnTo>
                  <a:lnTo>
                    <a:pt x="463" y="460"/>
                  </a:lnTo>
                  <a:lnTo>
                    <a:pt x="443" y="464"/>
                  </a:lnTo>
                  <a:lnTo>
                    <a:pt x="420" y="464"/>
                  </a:lnTo>
                  <a:lnTo>
                    <a:pt x="396" y="466"/>
                  </a:lnTo>
                  <a:lnTo>
                    <a:pt x="378" y="469"/>
                  </a:lnTo>
                  <a:lnTo>
                    <a:pt x="353" y="471"/>
                  </a:lnTo>
                  <a:lnTo>
                    <a:pt x="334" y="473"/>
                  </a:lnTo>
                  <a:lnTo>
                    <a:pt x="317" y="475"/>
                  </a:lnTo>
                  <a:lnTo>
                    <a:pt x="296" y="478"/>
                  </a:lnTo>
                  <a:lnTo>
                    <a:pt x="275" y="484"/>
                  </a:lnTo>
                  <a:lnTo>
                    <a:pt x="255" y="487"/>
                  </a:lnTo>
                  <a:lnTo>
                    <a:pt x="235" y="489"/>
                  </a:lnTo>
                  <a:lnTo>
                    <a:pt x="217" y="489"/>
                  </a:lnTo>
                  <a:lnTo>
                    <a:pt x="197" y="489"/>
                  </a:lnTo>
                  <a:lnTo>
                    <a:pt x="179" y="489"/>
                  </a:lnTo>
                  <a:lnTo>
                    <a:pt x="162" y="487"/>
                  </a:lnTo>
                  <a:lnTo>
                    <a:pt x="146" y="478"/>
                  </a:lnTo>
                  <a:lnTo>
                    <a:pt x="136" y="466"/>
                  </a:lnTo>
                  <a:lnTo>
                    <a:pt x="133" y="464"/>
                  </a:lnTo>
                  <a:lnTo>
                    <a:pt x="133" y="460"/>
                  </a:lnTo>
                  <a:lnTo>
                    <a:pt x="133" y="458"/>
                  </a:lnTo>
                  <a:lnTo>
                    <a:pt x="131" y="455"/>
                  </a:lnTo>
                  <a:lnTo>
                    <a:pt x="129" y="455"/>
                  </a:lnTo>
                  <a:lnTo>
                    <a:pt x="126" y="455"/>
                  </a:lnTo>
                  <a:lnTo>
                    <a:pt x="126" y="458"/>
                  </a:lnTo>
                  <a:lnTo>
                    <a:pt x="124" y="458"/>
                  </a:lnTo>
                  <a:lnTo>
                    <a:pt x="124" y="487"/>
                  </a:lnTo>
                  <a:lnTo>
                    <a:pt x="124" y="512"/>
                  </a:lnTo>
                  <a:lnTo>
                    <a:pt x="119" y="538"/>
                  </a:lnTo>
                  <a:lnTo>
                    <a:pt x="114" y="563"/>
                  </a:lnTo>
                  <a:lnTo>
                    <a:pt x="101" y="593"/>
                  </a:lnTo>
                  <a:lnTo>
                    <a:pt x="86" y="633"/>
                  </a:lnTo>
                  <a:lnTo>
                    <a:pt x="72" y="671"/>
                  </a:lnTo>
                  <a:lnTo>
                    <a:pt x="68" y="703"/>
                  </a:lnTo>
                  <a:lnTo>
                    <a:pt x="86" y="701"/>
                  </a:lnTo>
                  <a:lnTo>
                    <a:pt x="103" y="696"/>
                  </a:lnTo>
                  <a:lnTo>
                    <a:pt x="124" y="696"/>
                  </a:lnTo>
                  <a:lnTo>
                    <a:pt x="141" y="695"/>
                  </a:lnTo>
                  <a:lnTo>
                    <a:pt x="152" y="693"/>
                  </a:lnTo>
                  <a:lnTo>
                    <a:pt x="162" y="693"/>
                  </a:lnTo>
                  <a:lnTo>
                    <a:pt x="169" y="690"/>
                  </a:lnTo>
                  <a:lnTo>
                    <a:pt x="179" y="690"/>
                  </a:lnTo>
                  <a:lnTo>
                    <a:pt x="190" y="687"/>
                  </a:lnTo>
                  <a:lnTo>
                    <a:pt x="201" y="685"/>
                  </a:lnTo>
                  <a:lnTo>
                    <a:pt x="215" y="682"/>
                  </a:lnTo>
                  <a:lnTo>
                    <a:pt x="228" y="682"/>
                  </a:lnTo>
                  <a:lnTo>
                    <a:pt x="243" y="682"/>
                  </a:lnTo>
                  <a:lnTo>
                    <a:pt x="255" y="682"/>
                  </a:lnTo>
                  <a:lnTo>
                    <a:pt x="267" y="682"/>
                  </a:lnTo>
                  <a:lnTo>
                    <a:pt x="281" y="682"/>
                  </a:lnTo>
                  <a:lnTo>
                    <a:pt x="291" y="677"/>
                  </a:lnTo>
                  <a:lnTo>
                    <a:pt x="306" y="677"/>
                  </a:lnTo>
                  <a:lnTo>
                    <a:pt x="319" y="677"/>
                  </a:lnTo>
                  <a:lnTo>
                    <a:pt x="330" y="677"/>
                  </a:lnTo>
                  <a:lnTo>
                    <a:pt x="344" y="673"/>
                  </a:lnTo>
                  <a:lnTo>
                    <a:pt x="357" y="671"/>
                  </a:lnTo>
                  <a:lnTo>
                    <a:pt x="372" y="671"/>
                  </a:lnTo>
                  <a:lnTo>
                    <a:pt x="385" y="671"/>
                  </a:lnTo>
                  <a:lnTo>
                    <a:pt x="396" y="668"/>
                  </a:lnTo>
                  <a:lnTo>
                    <a:pt x="410" y="668"/>
                  </a:lnTo>
                  <a:lnTo>
                    <a:pt x="425" y="668"/>
                  </a:lnTo>
                  <a:lnTo>
                    <a:pt x="438" y="668"/>
                  </a:lnTo>
                  <a:lnTo>
                    <a:pt x="448" y="663"/>
                  </a:lnTo>
                  <a:lnTo>
                    <a:pt x="458" y="663"/>
                  </a:lnTo>
                  <a:lnTo>
                    <a:pt x="470" y="663"/>
                  </a:lnTo>
                  <a:lnTo>
                    <a:pt x="480" y="663"/>
                  </a:lnTo>
                  <a:lnTo>
                    <a:pt x="491" y="661"/>
                  </a:lnTo>
                  <a:lnTo>
                    <a:pt x="503" y="656"/>
                  </a:lnTo>
                  <a:lnTo>
                    <a:pt x="514" y="656"/>
                  </a:lnTo>
                  <a:lnTo>
                    <a:pt x="524" y="656"/>
                  </a:lnTo>
                  <a:lnTo>
                    <a:pt x="533" y="655"/>
                  </a:lnTo>
                  <a:lnTo>
                    <a:pt x="544" y="655"/>
                  </a:lnTo>
                  <a:lnTo>
                    <a:pt x="556" y="654"/>
                  </a:lnTo>
                  <a:lnTo>
                    <a:pt x="569" y="654"/>
                  </a:lnTo>
                  <a:lnTo>
                    <a:pt x="583" y="655"/>
                  </a:lnTo>
                  <a:lnTo>
                    <a:pt x="594" y="655"/>
                  </a:lnTo>
                  <a:lnTo>
                    <a:pt x="607" y="655"/>
                  </a:lnTo>
                  <a:lnTo>
                    <a:pt x="617" y="655"/>
                  </a:lnTo>
                  <a:lnTo>
                    <a:pt x="646" y="655"/>
                  </a:lnTo>
                  <a:lnTo>
                    <a:pt x="673" y="655"/>
                  </a:lnTo>
                  <a:lnTo>
                    <a:pt x="704" y="655"/>
                  </a:lnTo>
                  <a:lnTo>
                    <a:pt x="732" y="655"/>
                  </a:lnTo>
                  <a:lnTo>
                    <a:pt x="759" y="655"/>
                  </a:lnTo>
                  <a:lnTo>
                    <a:pt x="788" y="655"/>
                  </a:lnTo>
                  <a:lnTo>
                    <a:pt x="815" y="656"/>
                  </a:lnTo>
                  <a:lnTo>
                    <a:pt x="843" y="656"/>
                  </a:lnTo>
                  <a:lnTo>
                    <a:pt x="856" y="661"/>
                  </a:lnTo>
                  <a:lnTo>
                    <a:pt x="872" y="663"/>
                  </a:lnTo>
                  <a:lnTo>
                    <a:pt x="886" y="665"/>
                  </a:lnTo>
                  <a:lnTo>
                    <a:pt x="902" y="663"/>
                  </a:lnTo>
                  <a:lnTo>
                    <a:pt x="907" y="661"/>
                  </a:lnTo>
                  <a:lnTo>
                    <a:pt x="907" y="654"/>
                  </a:lnTo>
                  <a:lnTo>
                    <a:pt x="907" y="648"/>
                  </a:lnTo>
                  <a:lnTo>
                    <a:pt x="907" y="640"/>
                  </a:lnTo>
                  <a:lnTo>
                    <a:pt x="904" y="606"/>
                  </a:lnTo>
                  <a:lnTo>
                    <a:pt x="904" y="563"/>
                  </a:lnTo>
                  <a:lnTo>
                    <a:pt x="904" y="518"/>
                  </a:lnTo>
                  <a:lnTo>
                    <a:pt x="909" y="489"/>
                  </a:lnTo>
                  <a:lnTo>
                    <a:pt x="909" y="475"/>
                  </a:lnTo>
                  <a:lnTo>
                    <a:pt x="907" y="452"/>
                  </a:lnTo>
                  <a:lnTo>
                    <a:pt x="904" y="432"/>
                  </a:lnTo>
                  <a:lnTo>
                    <a:pt x="904" y="424"/>
                  </a:lnTo>
                  <a:lnTo>
                    <a:pt x="907" y="424"/>
                  </a:lnTo>
                  <a:lnTo>
                    <a:pt x="909" y="424"/>
                  </a:lnTo>
                  <a:lnTo>
                    <a:pt x="907" y="391"/>
                  </a:lnTo>
                  <a:lnTo>
                    <a:pt x="909" y="376"/>
                  </a:lnTo>
                  <a:lnTo>
                    <a:pt x="915" y="359"/>
                  </a:lnTo>
                  <a:lnTo>
                    <a:pt x="917" y="328"/>
                  </a:lnTo>
                  <a:lnTo>
                    <a:pt x="917" y="311"/>
                  </a:lnTo>
                  <a:lnTo>
                    <a:pt x="915" y="299"/>
                  </a:lnTo>
                  <a:lnTo>
                    <a:pt x="911" y="286"/>
                  </a:lnTo>
                  <a:lnTo>
                    <a:pt x="911" y="273"/>
                  </a:lnTo>
                  <a:lnTo>
                    <a:pt x="924" y="236"/>
                  </a:lnTo>
                  <a:lnTo>
                    <a:pt x="922" y="184"/>
                  </a:lnTo>
                  <a:lnTo>
                    <a:pt x="909" y="138"/>
                  </a:lnTo>
                  <a:lnTo>
                    <a:pt x="894" y="116"/>
                  </a:lnTo>
                  <a:lnTo>
                    <a:pt x="894" y="114"/>
                  </a:lnTo>
                  <a:lnTo>
                    <a:pt x="894" y="109"/>
                  </a:lnTo>
                  <a:lnTo>
                    <a:pt x="892" y="109"/>
                  </a:lnTo>
                  <a:lnTo>
                    <a:pt x="888" y="109"/>
                  </a:lnTo>
                  <a:lnTo>
                    <a:pt x="886" y="155"/>
                  </a:lnTo>
                  <a:lnTo>
                    <a:pt x="886" y="198"/>
                  </a:lnTo>
                  <a:lnTo>
                    <a:pt x="885" y="241"/>
                  </a:lnTo>
                  <a:lnTo>
                    <a:pt x="885" y="286"/>
                  </a:lnTo>
                  <a:lnTo>
                    <a:pt x="883" y="294"/>
                  </a:lnTo>
                  <a:lnTo>
                    <a:pt x="879" y="302"/>
                  </a:lnTo>
                  <a:lnTo>
                    <a:pt x="874" y="309"/>
                  </a:lnTo>
                  <a:lnTo>
                    <a:pt x="872" y="317"/>
                  </a:lnTo>
                  <a:lnTo>
                    <a:pt x="869" y="317"/>
                  </a:lnTo>
                  <a:lnTo>
                    <a:pt x="866" y="317"/>
                  </a:lnTo>
                  <a:lnTo>
                    <a:pt x="864" y="317"/>
                  </a:lnTo>
                  <a:lnTo>
                    <a:pt x="858" y="299"/>
                  </a:lnTo>
                  <a:lnTo>
                    <a:pt x="854" y="276"/>
                  </a:lnTo>
                  <a:lnTo>
                    <a:pt x="848" y="253"/>
                  </a:lnTo>
                  <a:lnTo>
                    <a:pt x="848" y="231"/>
                  </a:lnTo>
                  <a:lnTo>
                    <a:pt x="851" y="184"/>
                  </a:lnTo>
                  <a:lnTo>
                    <a:pt x="856" y="119"/>
                  </a:lnTo>
                  <a:lnTo>
                    <a:pt x="854" y="58"/>
                  </a:lnTo>
                  <a:lnTo>
                    <a:pt x="841" y="26"/>
                  </a:lnTo>
                  <a:lnTo>
                    <a:pt x="838" y="23"/>
                  </a:lnTo>
                  <a:lnTo>
                    <a:pt x="835" y="23"/>
                  </a:lnTo>
                  <a:lnTo>
                    <a:pt x="823" y="26"/>
                  </a:lnTo>
                  <a:lnTo>
                    <a:pt x="808" y="35"/>
                  </a:lnTo>
                  <a:lnTo>
                    <a:pt x="794" y="41"/>
                  </a:lnTo>
                  <a:lnTo>
                    <a:pt x="785" y="48"/>
                  </a:lnTo>
                  <a:lnTo>
                    <a:pt x="772" y="51"/>
                  </a:lnTo>
                  <a:lnTo>
                    <a:pt x="759" y="54"/>
                  </a:lnTo>
                  <a:lnTo>
                    <a:pt x="747" y="56"/>
                  </a:lnTo>
                  <a:lnTo>
                    <a:pt x="734" y="58"/>
                  </a:lnTo>
                  <a:lnTo>
                    <a:pt x="714" y="64"/>
                  </a:lnTo>
                  <a:lnTo>
                    <a:pt x="696" y="67"/>
                  </a:lnTo>
                  <a:lnTo>
                    <a:pt x="675" y="73"/>
                  </a:lnTo>
                  <a:lnTo>
                    <a:pt x="659" y="78"/>
                  </a:lnTo>
                  <a:lnTo>
                    <a:pt x="640" y="83"/>
                  </a:lnTo>
                  <a:lnTo>
                    <a:pt x="620" y="89"/>
                  </a:lnTo>
                  <a:lnTo>
                    <a:pt x="602" y="91"/>
                  </a:lnTo>
                  <a:lnTo>
                    <a:pt x="583" y="97"/>
                  </a:lnTo>
                  <a:lnTo>
                    <a:pt x="544" y="101"/>
                  </a:lnTo>
                  <a:lnTo>
                    <a:pt x="507" y="108"/>
                  </a:lnTo>
                  <a:lnTo>
                    <a:pt x="468" y="114"/>
                  </a:lnTo>
                  <a:lnTo>
                    <a:pt x="427" y="116"/>
                  </a:lnTo>
                  <a:lnTo>
                    <a:pt x="390" y="119"/>
                  </a:lnTo>
                  <a:lnTo>
                    <a:pt x="349" y="121"/>
                  </a:lnTo>
                  <a:lnTo>
                    <a:pt x="308" y="124"/>
                  </a:lnTo>
                  <a:lnTo>
                    <a:pt x="265" y="124"/>
                  </a:lnTo>
                  <a:lnTo>
                    <a:pt x="240" y="124"/>
                  </a:lnTo>
                  <a:lnTo>
                    <a:pt x="215" y="124"/>
                  </a:lnTo>
                  <a:lnTo>
                    <a:pt x="185" y="124"/>
                  </a:lnTo>
                  <a:lnTo>
                    <a:pt x="156" y="119"/>
                  </a:lnTo>
                  <a:lnTo>
                    <a:pt x="129" y="114"/>
                  </a:lnTo>
                  <a:lnTo>
                    <a:pt x="106" y="104"/>
                  </a:lnTo>
                  <a:lnTo>
                    <a:pt x="88" y="86"/>
                  </a:lnTo>
                  <a:lnTo>
                    <a:pt x="78" y="64"/>
                  </a:lnTo>
                  <a:lnTo>
                    <a:pt x="78" y="56"/>
                  </a:lnTo>
                  <a:lnTo>
                    <a:pt x="76" y="43"/>
                  </a:lnTo>
                  <a:lnTo>
                    <a:pt x="76" y="35"/>
                  </a:lnTo>
                  <a:lnTo>
                    <a:pt x="80" y="29"/>
                  </a:lnTo>
                  <a:lnTo>
                    <a:pt x="80" y="32"/>
                  </a:lnTo>
                  <a:lnTo>
                    <a:pt x="80" y="35"/>
                  </a:lnTo>
                  <a:lnTo>
                    <a:pt x="80" y="37"/>
                  </a:lnTo>
                  <a:lnTo>
                    <a:pt x="91" y="41"/>
                  </a:lnTo>
                  <a:lnTo>
                    <a:pt x="99" y="46"/>
                  </a:lnTo>
                  <a:lnTo>
                    <a:pt x="109" y="54"/>
                  </a:lnTo>
                  <a:lnTo>
                    <a:pt x="119" y="58"/>
                  </a:lnTo>
                  <a:lnTo>
                    <a:pt x="129" y="62"/>
                  </a:lnTo>
                  <a:lnTo>
                    <a:pt x="138" y="62"/>
                  </a:lnTo>
                  <a:lnTo>
                    <a:pt x="148" y="64"/>
                  </a:lnTo>
                  <a:lnTo>
                    <a:pt x="159" y="64"/>
                  </a:lnTo>
                  <a:lnTo>
                    <a:pt x="169" y="64"/>
                  </a:lnTo>
                  <a:lnTo>
                    <a:pt x="179" y="64"/>
                  </a:lnTo>
                  <a:lnTo>
                    <a:pt x="192" y="64"/>
                  </a:lnTo>
                  <a:lnTo>
                    <a:pt x="201" y="64"/>
                  </a:lnTo>
                  <a:lnTo>
                    <a:pt x="232" y="67"/>
                  </a:lnTo>
                  <a:lnTo>
                    <a:pt x="262" y="67"/>
                  </a:lnTo>
                  <a:lnTo>
                    <a:pt x="293" y="67"/>
                  </a:lnTo>
                  <a:lnTo>
                    <a:pt x="325" y="64"/>
                  </a:lnTo>
                  <a:lnTo>
                    <a:pt x="353" y="64"/>
                  </a:lnTo>
                  <a:lnTo>
                    <a:pt x="385" y="62"/>
                  </a:lnTo>
                  <a:lnTo>
                    <a:pt x="415" y="62"/>
                  </a:lnTo>
                  <a:lnTo>
                    <a:pt x="443" y="62"/>
                  </a:lnTo>
                  <a:lnTo>
                    <a:pt x="454" y="62"/>
                  </a:lnTo>
                  <a:lnTo>
                    <a:pt x="461" y="58"/>
                  </a:lnTo>
                  <a:lnTo>
                    <a:pt x="468" y="58"/>
                  </a:lnTo>
                  <a:lnTo>
                    <a:pt x="478" y="56"/>
                  </a:lnTo>
                  <a:lnTo>
                    <a:pt x="486" y="56"/>
                  </a:lnTo>
                  <a:lnTo>
                    <a:pt x="496" y="54"/>
                  </a:lnTo>
                  <a:lnTo>
                    <a:pt x="503" y="54"/>
                  </a:lnTo>
                  <a:lnTo>
                    <a:pt x="511" y="51"/>
                  </a:lnTo>
                  <a:lnTo>
                    <a:pt x="522" y="48"/>
                  </a:lnTo>
                  <a:lnTo>
                    <a:pt x="529" y="48"/>
                  </a:lnTo>
                  <a:lnTo>
                    <a:pt x="536" y="48"/>
                  </a:lnTo>
                  <a:lnTo>
                    <a:pt x="541" y="48"/>
                  </a:lnTo>
                  <a:lnTo>
                    <a:pt x="554" y="43"/>
                  </a:lnTo>
                  <a:lnTo>
                    <a:pt x="567" y="41"/>
                  </a:lnTo>
                  <a:lnTo>
                    <a:pt x="583" y="39"/>
                  </a:lnTo>
                  <a:lnTo>
                    <a:pt x="594" y="39"/>
                  </a:lnTo>
                  <a:lnTo>
                    <a:pt x="615" y="35"/>
                  </a:lnTo>
                  <a:lnTo>
                    <a:pt x="632" y="32"/>
                  </a:lnTo>
                  <a:lnTo>
                    <a:pt x="653" y="26"/>
                  </a:lnTo>
                  <a:lnTo>
                    <a:pt x="673" y="21"/>
                  </a:lnTo>
                  <a:lnTo>
                    <a:pt x="691" y="16"/>
                  </a:lnTo>
                  <a:lnTo>
                    <a:pt x="712" y="10"/>
                  </a:lnTo>
                  <a:lnTo>
                    <a:pt x="732" y="5"/>
                  </a:lnTo>
                  <a:lnTo>
                    <a:pt x="751" y="0"/>
                  </a:lnTo>
                  <a:lnTo>
                    <a:pt x="765" y="2"/>
                  </a:lnTo>
                  <a:lnTo>
                    <a:pt x="778" y="2"/>
                  </a:lnTo>
                  <a:lnTo>
                    <a:pt x="790" y="2"/>
                  </a:lnTo>
                  <a:lnTo>
                    <a:pt x="800" y="2"/>
                  </a:lnTo>
                  <a:lnTo>
                    <a:pt x="812" y="2"/>
                  </a:lnTo>
                  <a:lnTo>
                    <a:pt x="823" y="5"/>
                  </a:lnTo>
                  <a:lnTo>
                    <a:pt x="835" y="5"/>
                  </a:lnTo>
                  <a:lnTo>
                    <a:pt x="846" y="8"/>
                  </a:lnTo>
                  <a:lnTo>
                    <a:pt x="856" y="10"/>
                  </a:lnTo>
                  <a:lnTo>
                    <a:pt x="862" y="16"/>
                  </a:lnTo>
                  <a:lnTo>
                    <a:pt x="869" y="21"/>
                  </a:lnTo>
                  <a:lnTo>
                    <a:pt x="874" y="26"/>
                  </a:lnTo>
                  <a:lnTo>
                    <a:pt x="883" y="29"/>
                  </a:lnTo>
                  <a:lnTo>
                    <a:pt x="888" y="35"/>
                  </a:lnTo>
                  <a:lnTo>
                    <a:pt x="896" y="39"/>
                  </a:lnTo>
                  <a:lnTo>
                    <a:pt x="902" y="43"/>
                  </a:lnTo>
                  <a:lnTo>
                    <a:pt x="917" y="62"/>
                  </a:lnTo>
                  <a:lnTo>
                    <a:pt x="929" y="89"/>
                  </a:lnTo>
                  <a:lnTo>
                    <a:pt x="939" y="114"/>
                  </a:lnTo>
                  <a:lnTo>
                    <a:pt x="947" y="135"/>
                  </a:lnTo>
                  <a:lnTo>
                    <a:pt x="949" y="155"/>
                  </a:lnTo>
                  <a:lnTo>
                    <a:pt x="952" y="211"/>
                  </a:lnTo>
                  <a:lnTo>
                    <a:pt x="954" y="282"/>
                  </a:lnTo>
                  <a:lnTo>
                    <a:pt x="947" y="351"/>
                  </a:lnTo>
                  <a:lnTo>
                    <a:pt x="947" y="3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16"/>
            <p:cNvSpPr>
              <a:spLocks/>
            </p:cNvSpPr>
            <p:nvPr/>
          </p:nvSpPr>
          <p:spPr bwMode="auto">
            <a:xfrm>
              <a:off x="4643438" y="3187700"/>
              <a:ext cx="119063" cy="569912"/>
            </a:xfrm>
            <a:custGeom>
              <a:avLst/>
              <a:gdLst>
                <a:gd name="T0" fmla="*/ 125 w 150"/>
                <a:gd name="T1" fmla="*/ 0 h 718"/>
                <a:gd name="T2" fmla="*/ 135 w 150"/>
                <a:gd name="T3" fmla="*/ 12 h 718"/>
                <a:gd name="T4" fmla="*/ 143 w 150"/>
                <a:gd name="T5" fmla="*/ 20 h 718"/>
                <a:gd name="T6" fmla="*/ 148 w 150"/>
                <a:gd name="T7" fmla="*/ 30 h 718"/>
                <a:gd name="T8" fmla="*/ 150 w 150"/>
                <a:gd name="T9" fmla="*/ 40 h 718"/>
                <a:gd name="T10" fmla="*/ 145 w 150"/>
                <a:gd name="T11" fmla="*/ 74 h 718"/>
                <a:gd name="T12" fmla="*/ 133 w 150"/>
                <a:gd name="T13" fmla="*/ 126 h 718"/>
                <a:gd name="T14" fmla="*/ 114 w 150"/>
                <a:gd name="T15" fmla="*/ 175 h 718"/>
                <a:gd name="T16" fmla="*/ 100 w 150"/>
                <a:gd name="T17" fmla="*/ 204 h 718"/>
                <a:gd name="T18" fmla="*/ 90 w 150"/>
                <a:gd name="T19" fmla="*/ 214 h 718"/>
                <a:gd name="T20" fmla="*/ 74 w 150"/>
                <a:gd name="T21" fmla="*/ 219 h 718"/>
                <a:gd name="T22" fmla="*/ 59 w 150"/>
                <a:gd name="T23" fmla="*/ 225 h 718"/>
                <a:gd name="T24" fmla="*/ 46 w 150"/>
                <a:gd name="T25" fmla="*/ 228 h 718"/>
                <a:gd name="T26" fmla="*/ 48 w 150"/>
                <a:gd name="T27" fmla="*/ 253 h 718"/>
                <a:gd name="T28" fmla="*/ 48 w 150"/>
                <a:gd name="T29" fmla="*/ 282 h 718"/>
                <a:gd name="T30" fmla="*/ 46 w 150"/>
                <a:gd name="T31" fmla="*/ 307 h 718"/>
                <a:gd name="T32" fmla="*/ 46 w 150"/>
                <a:gd name="T33" fmla="*/ 337 h 718"/>
                <a:gd name="T34" fmla="*/ 48 w 150"/>
                <a:gd name="T35" fmla="*/ 378 h 718"/>
                <a:gd name="T36" fmla="*/ 48 w 150"/>
                <a:gd name="T37" fmla="*/ 418 h 718"/>
                <a:gd name="T38" fmla="*/ 51 w 150"/>
                <a:gd name="T39" fmla="*/ 459 h 718"/>
                <a:gd name="T40" fmla="*/ 51 w 150"/>
                <a:gd name="T41" fmla="*/ 502 h 718"/>
                <a:gd name="T42" fmla="*/ 53 w 150"/>
                <a:gd name="T43" fmla="*/ 534 h 718"/>
                <a:gd name="T44" fmla="*/ 56 w 150"/>
                <a:gd name="T45" fmla="*/ 569 h 718"/>
                <a:gd name="T46" fmla="*/ 59 w 150"/>
                <a:gd name="T47" fmla="*/ 604 h 718"/>
                <a:gd name="T48" fmla="*/ 61 w 150"/>
                <a:gd name="T49" fmla="*/ 639 h 718"/>
                <a:gd name="T50" fmla="*/ 67 w 150"/>
                <a:gd name="T51" fmla="*/ 648 h 718"/>
                <a:gd name="T52" fmla="*/ 69 w 150"/>
                <a:gd name="T53" fmla="*/ 662 h 718"/>
                <a:gd name="T54" fmla="*/ 74 w 150"/>
                <a:gd name="T55" fmla="*/ 672 h 718"/>
                <a:gd name="T56" fmla="*/ 76 w 150"/>
                <a:gd name="T57" fmla="*/ 684 h 718"/>
                <a:gd name="T58" fmla="*/ 76 w 150"/>
                <a:gd name="T59" fmla="*/ 692 h 718"/>
                <a:gd name="T60" fmla="*/ 76 w 150"/>
                <a:gd name="T61" fmla="*/ 702 h 718"/>
                <a:gd name="T62" fmla="*/ 76 w 150"/>
                <a:gd name="T63" fmla="*/ 710 h 718"/>
                <a:gd name="T64" fmla="*/ 76 w 150"/>
                <a:gd name="T65" fmla="*/ 718 h 718"/>
                <a:gd name="T66" fmla="*/ 63 w 150"/>
                <a:gd name="T67" fmla="*/ 718 h 718"/>
                <a:gd name="T68" fmla="*/ 51 w 150"/>
                <a:gd name="T69" fmla="*/ 718 h 718"/>
                <a:gd name="T70" fmla="*/ 40 w 150"/>
                <a:gd name="T71" fmla="*/ 714 h 718"/>
                <a:gd name="T72" fmla="*/ 31 w 150"/>
                <a:gd name="T73" fmla="*/ 705 h 718"/>
                <a:gd name="T74" fmla="*/ 16 w 150"/>
                <a:gd name="T75" fmla="*/ 670 h 718"/>
                <a:gd name="T76" fmla="*/ 10 w 150"/>
                <a:gd name="T77" fmla="*/ 632 h 718"/>
                <a:gd name="T78" fmla="*/ 8 w 150"/>
                <a:gd name="T79" fmla="*/ 587 h 718"/>
                <a:gd name="T80" fmla="*/ 8 w 150"/>
                <a:gd name="T81" fmla="*/ 550 h 718"/>
                <a:gd name="T82" fmla="*/ 3 w 150"/>
                <a:gd name="T83" fmla="*/ 462 h 718"/>
                <a:gd name="T84" fmla="*/ 0 w 150"/>
                <a:gd name="T85" fmla="*/ 368 h 718"/>
                <a:gd name="T86" fmla="*/ 3 w 150"/>
                <a:gd name="T87" fmla="*/ 279 h 718"/>
                <a:gd name="T88" fmla="*/ 16 w 150"/>
                <a:gd name="T89" fmla="*/ 193 h 718"/>
                <a:gd name="T90" fmla="*/ 24 w 150"/>
                <a:gd name="T91" fmla="*/ 177 h 718"/>
                <a:gd name="T92" fmla="*/ 37 w 150"/>
                <a:gd name="T93" fmla="*/ 162 h 718"/>
                <a:gd name="T94" fmla="*/ 51 w 150"/>
                <a:gd name="T95" fmla="*/ 150 h 718"/>
                <a:gd name="T96" fmla="*/ 61 w 150"/>
                <a:gd name="T97" fmla="*/ 132 h 718"/>
                <a:gd name="T98" fmla="*/ 67 w 150"/>
                <a:gd name="T99" fmla="*/ 121 h 718"/>
                <a:gd name="T100" fmla="*/ 71 w 150"/>
                <a:gd name="T101" fmla="*/ 105 h 718"/>
                <a:gd name="T102" fmla="*/ 76 w 150"/>
                <a:gd name="T103" fmla="*/ 92 h 718"/>
                <a:gd name="T104" fmla="*/ 82 w 150"/>
                <a:gd name="T105" fmla="*/ 80 h 718"/>
                <a:gd name="T106" fmla="*/ 92 w 150"/>
                <a:gd name="T107" fmla="*/ 58 h 718"/>
                <a:gd name="T108" fmla="*/ 103 w 150"/>
                <a:gd name="T109" fmla="*/ 38 h 718"/>
                <a:gd name="T110" fmla="*/ 112 w 150"/>
                <a:gd name="T111" fmla="*/ 20 h 718"/>
                <a:gd name="T112" fmla="*/ 125 w 150"/>
                <a:gd name="T113" fmla="*/ 0 h 718"/>
                <a:gd name="T114" fmla="*/ 125 w 150"/>
                <a:gd name="T115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50" h="718">
                  <a:moveTo>
                    <a:pt x="125" y="0"/>
                  </a:moveTo>
                  <a:lnTo>
                    <a:pt x="135" y="12"/>
                  </a:lnTo>
                  <a:lnTo>
                    <a:pt x="143" y="20"/>
                  </a:lnTo>
                  <a:lnTo>
                    <a:pt x="148" y="30"/>
                  </a:lnTo>
                  <a:lnTo>
                    <a:pt x="150" y="40"/>
                  </a:lnTo>
                  <a:lnTo>
                    <a:pt x="145" y="74"/>
                  </a:lnTo>
                  <a:lnTo>
                    <a:pt x="133" y="126"/>
                  </a:lnTo>
                  <a:lnTo>
                    <a:pt x="114" y="175"/>
                  </a:lnTo>
                  <a:lnTo>
                    <a:pt x="100" y="204"/>
                  </a:lnTo>
                  <a:lnTo>
                    <a:pt x="90" y="214"/>
                  </a:lnTo>
                  <a:lnTo>
                    <a:pt x="74" y="219"/>
                  </a:lnTo>
                  <a:lnTo>
                    <a:pt x="59" y="225"/>
                  </a:lnTo>
                  <a:lnTo>
                    <a:pt x="46" y="228"/>
                  </a:lnTo>
                  <a:lnTo>
                    <a:pt x="48" y="253"/>
                  </a:lnTo>
                  <a:lnTo>
                    <a:pt x="48" y="282"/>
                  </a:lnTo>
                  <a:lnTo>
                    <a:pt x="46" y="307"/>
                  </a:lnTo>
                  <a:lnTo>
                    <a:pt x="46" y="337"/>
                  </a:lnTo>
                  <a:lnTo>
                    <a:pt x="48" y="378"/>
                  </a:lnTo>
                  <a:lnTo>
                    <a:pt x="48" y="418"/>
                  </a:lnTo>
                  <a:lnTo>
                    <a:pt x="51" y="459"/>
                  </a:lnTo>
                  <a:lnTo>
                    <a:pt x="51" y="502"/>
                  </a:lnTo>
                  <a:lnTo>
                    <a:pt x="53" y="534"/>
                  </a:lnTo>
                  <a:lnTo>
                    <a:pt x="56" y="569"/>
                  </a:lnTo>
                  <a:lnTo>
                    <a:pt x="59" y="604"/>
                  </a:lnTo>
                  <a:lnTo>
                    <a:pt x="61" y="639"/>
                  </a:lnTo>
                  <a:lnTo>
                    <a:pt x="67" y="648"/>
                  </a:lnTo>
                  <a:lnTo>
                    <a:pt x="69" y="662"/>
                  </a:lnTo>
                  <a:lnTo>
                    <a:pt x="74" y="672"/>
                  </a:lnTo>
                  <a:lnTo>
                    <a:pt x="76" y="684"/>
                  </a:lnTo>
                  <a:lnTo>
                    <a:pt x="76" y="692"/>
                  </a:lnTo>
                  <a:lnTo>
                    <a:pt x="76" y="702"/>
                  </a:lnTo>
                  <a:lnTo>
                    <a:pt x="76" y="710"/>
                  </a:lnTo>
                  <a:lnTo>
                    <a:pt x="76" y="718"/>
                  </a:lnTo>
                  <a:lnTo>
                    <a:pt x="63" y="718"/>
                  </a:lnTo>
                  <a:lnTo>
                    <a:pt x="51" y="718"/>
                  </a:lnTo>
                  <a:lnTo>
                    <a:pt x="40" y="714"/>
                  </a:lnTo>
                  <a:lnTo>
                    <a:pt x="31" y="705"/>
                  </a:lnTo>
                  <a:lnTo>
                    <a:pt x="16" y="670"/>
                  </a:lnTo>
                  <a:lnTo>
                    <a:pt x="10" y="632"/>
                  </a:lnTo>
                  <a:lnTo>
                    <a:pt x="8" y="587"/>
                  </a:lnTo>
                  <a:lnTo>
                    <a:pt x="8" y="550"/>
                  </a:lnTo>
                  <a:lnTo>
                    <a:pt x="3" y="462"/>
                  </a:lnTo>
                  <a:lnTo>
                    <a:pt x="0" y="368"/>
                  </a:lnTo>
                  <a:lnTo>
                    <a:pt x="3" y="279"/>
                  </a:lnTo>
                  <a:lnTo>
                    <a:pt x="16" y="193"/>
                  </a:lnTo>
                  <a:lnTo>
                    <a:pt x="24" y="177"/>
                  </a:lnTo>
                  <a:lnTo>
                    <a:pt x="37" y="162"/>
                  </a:lnTo>
                  <a:lnTo>
                    <a:pt x="51" y="150"/>
                  </a:lnTo>
                  <a:lnTo>
                    <a:pt x="61" y="132"/>
                  </a:lnTo>
                  <a:lnTo>
                    <a:pt x="67" y="121"/>
                  </a:lnTo>
                  <a:lnTo>
                    <a:pt x="71" y="105"/>
                  </a:lnTo>
                  <a:lnTo>
                    <a:pt x="76" y="92"/>
                  </a:lnTo>
                  <a:lnTo>
                    <a:pt x="82" y="80"/>
                  </a:lnTo>
                  <a:lnTo>
                    <a:pt x="92" y="58"/>
                  </a:lnTo>
                  <a:lnTo>
                    <a:pt x="103" y="38"/>
                  </a:lnTo>
                  <a:lnTo>
                    <a:pt x="112" y="20"/>
                  </a:lnTo>
                  <a:lnTo>
                    <a:pt x="125" y="0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17"/>
            <p:cNvSpPr>
              <a:spLocks noEditPoints="1"/>
            </p:cNvSpPr>
            <p:nvPr/>
          </p:nvSpPr>
          <p:spPr bwMode="auto">
            <a:xfrm>
              <a:off x="4911726" y="3305175"/>
              <a:ext cx="80963" cy="87312"/>
            </a:xfrm>
            <a:custGeom>
              <a:avLst/>
              <a:gdLst>
                <a:gd name="T0" fmla="*/ 33 w 102"/>
                <a:gd name="T1" fmla="*/ 41 h 109"/>
                <a:gd name="T2" fmla="*/ 33 w 102"/>
                <a:gd name="T3" fmla="*/ 33 h 109"/>
                <a:gd name="T4" fmla="*/ 37 w 102"/>
                <a:gd name="T5" fmla="*/ 25 h 109"/>
                <a:gd name="T6" fmla="*/ 42 w 102"/>
                <a:gd name="T7" fmla="*/ 20 h 109"/>
                <a:gd name="T8" fmla="*/ 53 w 102"/>
                <a:gd name="T9" fmla="*/ 17 h 109"/>
                <a:gd name="T10" fmla="*/ 60 w 102"/>
                <a:gd name="T11" fmla="*/ 17 h 109"/>
                <a:gd name="T12" fmla="*/ 68 w 102"/>
                <a:gd name="T13" fmla="*/ 22 h 109"/>
                <a:gd name="T14" fmla="*/ 74 w 102"/>
                <a:gd name="T15" fmla="*/ 29 h 109"/>
                <a:gd name="T16" fmla="*/ 76 w 102"/>
                <a:gd name="T17" fmla="*/ 41 h 109"/>
                <a:gd name="T18" fmla="*/ 33 w 102"/>
                <a:gd name="T19" fmla="*/ 41 h 109"/>
                <a:gd name="T20" fmla="*/ 33 w 102"/>
                <a:gd name="T21" fmla="*/ 41 h 109"/>
                <a:gd name="T22" fmla="*/ 102 w 102"/>
                <a:gd name="T23" fmla="*/ 69 h 109"/>
                <a:gd name="T24" fmla="*/ 93 w 102"/>
                <a:gd name="T25" fmla="*/ 78 h 109"/>
                <a:gd name="T26" fmla="*/ 86 w 102"/>
                <a:gd name="T27" fmla="*/ 83 h 109"/>
                <a:gd name="T28" fmla="*/ 76 w 102"/>
                <a:gd name="T29" fmla="*/ 86 h 109"/>
                <a:gd name="T30" fmla="*/ 68 w 102"/>
                <a:gd name="T31" fmla="*/ 88 h 109"/>
                <a:gd name="T32" fmla="*/ 55 w 102"/>
                <a:gd name="T33" fmla="*/ 86 h 109"/>
                <a:gd name="T34" fmla="*/ 42 w 102"/>
                <a:gd name="T35" fmla="*/ 80 h 109"/>
                <a:gd name="T36" fmla="*/ 34 w 102"/>
                <a:gd name="T37" fmla="*/ 72 h 109"/>
                <a:gd name="T38" fmla="*/ 33 w 102"/>
                <a:gd name="T39" fmla="*/ 60 h 109"/>
                <a:gd name="T40" fmla="*/ 102 w 102"/>
                <a:gd name="T41" fmla="*/ 57 h 109"/>
                <a:gd name="T42" fmla="*/ 99 w 102"/>
                <a:gd name="T43" fmla="*/ 29 h 109"/>
                <a:gd name="T44" fmla="*/ 89 w 102"/>
                <a:gd name="T45" fmla="*/ 12 h 109"/>
                <a:gd name="T46" fmla="*/ 70 w 102"/>
                <a:gd name="T47" fmla="*/ 3 h 109"/>
                <a:gd name="T48" fmla="*/ 47 w 102"/>
                <a:gd name="T49" fmla="*/ 0 h 109"/>
                <a:gd name="T50" fmla="*/ 27 w 102"/>
                <a:gd name="T51" fmla="*/ 4 h 109"/>
                <a:gd name="T52" fmla="*/ 12 w 102"/>
                <a:gd name="T53" fmla="*/ 17 h 109"/>
                <a:gd name="T54" fmla="*/ 2 w 102"/>
                <a:gd name="T55" fmla="*/ 34 h 109"/>
                <a:gd name="T56" fmla="*/ 0 w 102"/>
                <a:gd name="T57" fmla="*/ 60 h 109"/>
                <a:gd name="T58" fmla="*/ 4 w 102"/>
                <a:gd name="T59" fmla="*/ 80 h 109"/>
                <a:gd name="T60" fmla="*/ 17 w 102"/>
                <a:gd name="T61" fmla="*/ 95 h 109"/>
                <a:gd name="T62" fmla="*/ 34 w 102"/>
                <a:gd name="T63" fmla="*/ 106 h 109"/>
                <a:gd name="T64" fmla="*/ 60 w 102"/>
                <a:gd name="T65" fmla="*/ 109 h 109"/>
                <a:gd name="T66" fmla="*/ 70 w 102"/>
                <a:gd name="T67" fmla="*/ 106 h 109"/>
                <a:gd name="T68" fmla="*/ 80 w 102"/>
                <a:gd name="T69" fmla="*/ 103 h 109"/>
                <a:gd name="T70" fmla="*/ 91 w 102"/>
                <a:gd name="T71" fmla="*/ 98 h 109"/>
                <a:gd name="T72" fmla="*/ 102 w 102"/>
                <a:gd name="T73" fmla="*/ 90 h 109"/>
                <a:gd name="T74" fmla="*/ 102 w 102"/>
                <a:gd name="T75" fmla="*/ 69 h 109"/>
                <a:gd name="T76" fmla="*/ 102 w 102"/>
                <a:gd name="T77" fmla="*/ 6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2" h="109">
                  <a:moveTo>
                    <a:pt x="33" y="41"/>
                  </a:moveTo>
                  <a:lnTo>
                    <a:pt x="33" y="33"/>
                  </a:lnTo>
                  <a:lnTo>
                    <a:pt x="37" y="25"/>
                  </a:lnTo>
                  <a:lnTo>
                    <a:pt x="42" y="20"/>
                  </a:lnTo>
                  <a:lnTo>
                    <a:pt x="53" y="17"/>
                  </a:lnTo>
                  <a:lnTo>
                    <a:pt x="60" y="17"/>
                  </a:lnTo>
                  <a:lnTo>
                    <a:pt x="68" y="22"/>
                  </a:lnTo>
                  <a:lnTo>
                    <a:pt x="74" y="29"/>
                  </a:lnTo>
                  <a:lnTo>
                    <a:pt x="76" y="41"/>
                  </a:lnTo>
                  <a:lnTo>
                    <a:pt x="33" y="41"/>
                  </a:lnTo>
                  <a:lnTo>
                    <a:pt x="33" y="41"/>
                  </a:lnTo>
                  <a:close/>
                  <a:moveTo>
                    <a:pt x="102" y="69"/>
                  </a:moveTo>
                  <a:lnTo>
                    <a:pt x="93" y="78"/>
                  </a:lnTo>
                  <a:lnTo>
                    <a:pt x="86" y="83"/>
                  </a:lnTo>
                  <a:lnTo>
                    <a:pt x="76" y="86"/>
                  </a:lnTo>
                  <a:lnTo>
                    <a:pt x="68" y="88"/>
                  </a:lnTo>
                  <a:lnTo>
                    <a:pt x="55" y="86"/>
                  </a:lnTo>
                  <a:lnTo>
                    <a:pt x="42" y="80"/>
                  </a:lnTo>
                  <a:lnTo>
                    <a:pt x="34" y="72"/>
                  </a:lnTo>
                  <a:lnTo>
                    <a:pt x="33" y="60"/>
                  </a:lnTo>
                  <a:lnTo>
                    <a:pt x="102" y="57"/>
                  </a:lnTo>
                  <a:lnTo>
                    <a:pt x="99" y="29"/>
                  </a:lnTo>
                  <a:lnTo>
                    <a:pt x="89" y="12"/>
                  </a:lnTo>
                  <a:lnTo>
                    <a:pt x="70" y="3"/>
                  </a:lnTo>
                  <a:lnTo>
                    <a:pt x="47" y="0"/>
                  </a:lnTo>
                  <a:lnTo>
                    <a:pt x="27" y="4"/>
                  </a:lnTo>
                  <a:lnTo>
                    <a:pt x="12" y="17"/>
                  </a:lnTo>
                  <a:lnTo>
                    <a:pt x="2" y="34"/>
                  </a:lnTo>
                  <a:lnTo>
                    <a:pt x="0" y="60"/>
                  </a:lnTo>
                  <a:lnTo>
                    <a:pt x="4" y="80"/>
                  </a:lnTo>
                  <a:lnTo>
                    <a:pt x="17" y="95"/>
                  </a:lnTo>
                  <a:lnTo>
                    <a:pt x="34" y="106"/>
                  </a:lnTo>
                  <a:lnTo>
                    <a:pt x="60" y="109"/>
                  </a:lnTo>
                  <a:lnTo>
                    <a:pt x="70" y="106"/>
                  </a:lnTo>
                  <a:lnTo>
                    <a:pt x="80" y="103"/>
                  </a:lnTo>
                  <a:lnTo>
                    <a:pt x="91" y="98"/>
                  </a:lnTo>
                  <a:lnTo>
                    <a:pt x="102" y="90"/>
                  </a:lnTo>
                  <a:lnTo>
                    <a:pt x="102" y="69"/>
                  </a:lnTo>
                  <a:lnTo>
                    <a:pt x="102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18"/>
            <p:cNvSpPr>
              <a:spLocks/>
            </p:cNvSpPr>
            <p:nvPr/>
          </p:nvSpPr>
          <p:spPr bwMode="auto">
            <a:xfrm>
              <a:off x="5006976" y="3297238"/>
              <a:ext cx="85725" cy="85725"/>
            </a:xfrm>
            <a:custGeom>
              <a:avLst/>
              <a:gdLst>
                <a:gd name="T0" fmla="*/ 33 w 107"/>
                <a:gd name="T1" fmla="*/ 16 h 109"/>
                <a:gd name="T2" fmla="*/ 41 w 107"/>
                <a:gd name="T3" fmla="*/ 11 h 109"/>
                <a:gd name="T4" fmla="*/ 47 w 107"/>
                <a:gd name="T5" fmla="*/ 5 h 109"/>
                <a:gd name="T6" fmla="*/ 55 w 107"/>
                <a:gd name="T7" fmla="*/ 0 h 109"/>
                <a:gd name="T8" fmla="*/ 66 w 107"/>
                <a:gd name="T9" fmla="*/ 0 h 109"/>
                <a:gd name="T10" fmla="*/ 78 w 107"/>
                <a:gd name="T11" fmla="*/ 0 h 109"/>
                <a:gd name="T12" fmla="*/ 91 w 107"/>
                <a:gd name="T13" fmla="*/ 5 h 109"/>
                <a:gd name="T14" fmla="*/ 99 w 107"/>
                <a:gd name="T15" fmla="*/ 16 h 109"/>
                <a:gd name="T16" fmla="*/ 105 w 107"/>
                <a:gd name="T17" fmla="*/ 36 h 109"/>
                <a:gd name="T18" fmla="*/ 107 w 107"/>
                <a:gd name="T19" fmla="*/ 103 h 109"/>
                <a:gd name="T20" fmla="*/ 78 w 107"/>
                <a:gd name="T21" fmla="*/ 106 h 109"/>
                <a:gd name="T22" fmla="*/ 74 w 107"/>
                <a:gd name="T23" fmla="*/ 40 h 109"/>
                <a:gd name="T24" fmla="*/ 71 w 107"/>
                <a:gd name="T25" fmla="*/ 31 h 109"/>
                <a:gd name="T26" fmla="*/ 68 w 107"/>
                <a:gd name="T27" fmla="*/ 26 h 109"/>
                <a:gd name="T28" fmla="*/ 63 w 107"/>
                <a:gd name="T29" fmla="*/ 21 h 109"/>
                <a:gd name="T30" fmla="*/ 55 w 107"/>
                <a:gd name="T31" fmla="*/ 21 h 109"/>
                <a:gd name="T32" fmla="*/ 51 w 107"/>
                <a:gd name="T33" fmla="*/ 23 h 109"/>
                <a:gd name="T34" fmla="*/ 45 w 107"/>
                <a:gd name="T35" fmla="*/ 26 h 109"/>
                <a:gd name="T36" fmla="*/ 41 w 107"/>
                <a:gd name="T37" fmla="*/ 33 h 109"/>
                <a:gd name="T38" fmla="*/ 36 w 107"/>
                <a:gd name="T39" fmla="*/ 40 h 109"/>
                <a:gd name="T40" fmla="*/ 41 w 107"/>
                <a:gd name="T41" fmla="*/ 106 h 109"/>
                <a:gd name="T42" fmla="*/ 8 w 107"/>
                <a:gd name="T43" fmla="*/ 109 h 109"/>
                <a:gd name="T44" fmla="*/ 0 w 107"/>
                <a:gd name="T45" fmla="*/ 5 h 109"/>
                <a:gd name="T46" fmla="*/ 33 w 107"/>
                <a:gd name="T47" fmla="*/ 3 h 109"/>
                <a:gd name="T48" fmla="*/ 33 w 107"/>
                <a:gd name="T49" fmla="*/ 16 h 109"/>
                <a:gd name="T50" fmla="*/ 33 w 107"/>
                <a:gd name="T51" fmla="*/ 16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7" h="109">
                  <a:moveTo>
                    <a:pt x="33" y="16"/>
                  </a:moveTo>
                  <a:lnTo>
                    <a:pt x="41" y="11"/>
                  </a:lnTo>
                  <a:lnTo>
                    <a:pt x="47" y="5"/>
                  </a:lnTo>
                  <a:lnTo>
                    <a:pt x="55" y="0"/>
                  </a:lnTo>
                  <a:lnTo>
                    <a:pt x="66" y="0"/>
                  </a:lnTo>
                  <a:lnTo>
                    <a:pt x="78" y="0"/>
                  </a:lnTo>
                  <a:lnTo>
                    <a:pt x="91" y="5"/>
                  </a:lnTo>
                  <a:lnTo>
                    <a:pt x="99" y="16"/>
                  </a:lnTo>
                  <a:lnTo>
                    <a:pt x="105" y="36"/>
                  </a:lnTo>
                  <a:lnTo>
                    <a:pt x="107" y="103"/>
                  </a:lnTo>
                  <a:lnTo>
                    <a:pt x="78" y="106"/>
                  </a:lnTo>
                  <a:lnTo>
                    <a:pt x="74" y="40"/>
                  </a:lnTo>
                  <a:lnTo>
                    <a:pt x="71" y="31"/>
                  </a:lnTo>
                  <a:lnTo>
                    <a:pt x="68" y="26"/>
                  </a:lnTo>
                  <a:lnTo>
                    <a:pt x="63" y="21"/>
                  </a:lnTo>
                  <a:lnTo>
                    <a:pt x="55" y="21"/>
                  </a:lnTo>
                  <a:lnTo>
                    <a:pt x="51" y="23"/>
                  </a:lnTo>
                  <a:lnTo>
                    <a:pt x="45" y="26"/>
                  </a:lnTo>
                  <a:lnTo>
                    <a:pt x="41" y="33"/>
                  </a:lnTo>
                  <a:lnTo>
                    <a:pt x="36" y="40"/>
                  </a:lnTo>
                  <a:lnTo>
                    <a:pt x="41" y="106"/>
                  </a:lnTo>
                  <a:lnTo>
                    <a:pt x="8" y="109"/>
                  </a:lnTo>
                  <a:lnTo>
                    <a:pt x="0" y="5"/>
                  </a:lnTo>
                  <a:lnTo>
                    <a:pt x="33" y="3"/>
                  </a:lnTo>
                  <a:lnTo>
                    <a:pt x="33" y="16"/>
                  </a:lnTo>
                  <a:lnTo>
                    <a:pt x="33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19"/>
            <p:cNvSpPr>
              <a:spLocks/>
            </p:cNvSpPr>
            <p:nvPr/>
          </p:nvSpPr>
          <p:spPr bwMode="auto">
            <a:xfrm>
              <a:off x="5102226" y="3267075"/>
              <a:ext cx="69850" cy="109537"/>
            </a:xfrm>
            <a:custGeom>
              <a:avLst/>
              <a:gdLst>
                <a:gd name="T0" fmla="*/ 84 w 88"/>
                <a:gd name="T1" fmla="*/ 53 h 138"/>
                <a:gd name="T2" fmla="*/ 46 w 88"/>
                <a:gd name="T3" fmla="*/ 55 h 138"/>
                <a:gd name="T4" fmla="*/ 49 w 88"/>
                <a:gd name="T5" fmla="*/ 99 h 138"/>
                <a:gd name="T6" fmla="*/ 51 w 88"/>
                <a:gd name="T7" fmla="*/ 107 h 138"/>
                <a:gd name="T8" fmla="*/ 54 w 88"/>
                <a:gd name="T9" fmla="*/ 110 h 138"/>
                <a:gd name="T10" fmla="*/ 58 w 88"/>
                <a:gd name="T11" fmla="*/ 114 h 138"/>
                <a:gd name="T12" fmla="*/ 65 w 88"/>
                <a:gd name="T13" fmla="*/ 114 h 138"/>
                <a:gd name="T14" fmla="*/ 71 w 88"/>
                <a:gd name="T15" fmla="*/ 114 h 138"/>
                <a:gd name="T16" fmla="*/ 76 w 88"/>
                <a:gd name="T17" fmla="*/ 113 h 138"/>
                <a:gd name="T18" fmla="*/ 78 w 88"/>
                <a:gd name="T19" fmla="*/ 110 h 138"/>
                <a:gd name="T20" fmla="*/ 86 w 88"/>
                <a:gd name="T21" fmla="*/ 107 h 138"/>
                <a:gd name="T22" fmla="*/ 88 w 88"/>
                <a:gd name="T23" fmla="*/ 130 h 138"/>
                <a:gd name="T24" fmla="*/ 81 w 88"/>
                <a:gd name="T25" fmla="*/ 133 h 138"/>
                <a:gd name="T26" fmla="*/ 73 w 88"/>
                <a:gd name="T27" fmla="*/ 136 h 138"/>
                <a:gd name="T28" fmla="*/ 65 w 88"/>
                <a:gd name="T29" fmla="*/ 138 h 138"/>
                <a:gd name="T30" fmla="*/ 58 w 88"/>
                <a:gd name="T31" fmla="*/ 138 h 138"/>
                <a:gd name="T32" fmla="*/ 43 w 88"/>
                <a:gd name="T33" fmla="*/ 138 h 138"/>
                <a:gd name="T34" fmla="*/ 31 w 88"/>
                <a:gd name="T35" fmla="*/ 133 h 138"/>
                <a:gd name="T36" fmla="*/ 23 w 88"/>
                <a:gd name="T37" fmla="*/ 122 h 138"/>
                <a:gd name="T38" fmla="*/ 18 w 88"/>
                <a:gd name="T39" fmla="*/ 104 h 138"/>
                <a:gd name="T40" fmla="*/ 12 w 88"/>
                <a:gd name="T41" fmla="*/ 55 h 138"/>
                <a:gd name="T42" fmla="*/ 0 w 88"/>
                <a:gd name="T43" fmla="*/ 55 h 138"/>
                <a:gd name="T44" fmla="*/ 0 w 88"/>
                <a:gd name="T45" fmla="*/ 53 h 138"/>
                <a:gd name="T46" fmla="*/ 39 w 88"/>
                <a:gd name="T47" fmla="*/ 3 h 138"/>
                <a:gd name="T48" fmla="*/ 41 w 88"/>
                <a:gd name="T49" fmla="*/ 0 h 138"/>
                <a:gd name="T50" fmla="*/ 43 w 88"/>
                <a:gd name="T51" fmla="*/ 32 h 138"/>
                <a:gd name="T52" fmla="*/ 81 w 88"/>
                <a:gd name="T53" fmla="*/ 31 h 138"/>
                <a:gd name="T54" fmla="*/ 84 w 88"/>
                <a:gd name="T55" fmla="*/ 53 h 138"/>
                <a:gd name="T56" fmla="*/ 84 w 88"/>
                <a:gd name="T57" fmla="*/ 53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8" h="138">
                  <a:moveTo>
                    <a:pt x="84" y="53"/>
                  </a:moveTo>
                  <a:lnTo>
                    <a:pt x="46" y="55"/>
                  </a:lnTo>
                  <a:lnTo>
                    <a:pt x="49" y="99"/>
                  </a:lnTo>
                  <a:lnTo>
                    <a:pt x="51" y="107"/>
                  </a:lnTo>
                  <a:lnTo>
                    <a:pt x="54" y="110"/>
                  </a:lnTo>
                  <a:lnTo>
                    <a:pt x="58" y="114"/>
                  </a:lnTo>
                  <a:lnTo>
                    <a:pt x="65" y="114"/>
                  </a:lnTo>
                  <a:lnTo>
                    <a:pt x="71" y="114"/>
                  </a:lnTo>
                  <a:lnTo>
                    <a:pt x="76" y="113"/>
                  </a:lnTo>
                  <a:lnTo>
                    <a:pt x="78" y="110"/>
                  </a:lnTo>
                  <a:lnTo>
                    <a:pt x="86" y="107"/>
                  </a:lnTo>
                  <a:lnTo>
                    <a:pt x="88" y="130"/>
                  </a:lnTo>
                  <a:lnTo>
                    <a:pt x="81" y="133"/>
                  </a:lnTo>
                  <a:lnTo>
                    <a:pt x="73" y="136"/>
                  </a:lnTo>
                  <a:lnTo>
                    <a:pt x="65" y="138"/>
                  </a:lnTo>
                  <a:lnTo>
                    <a:pt x="58" y="138"/>
                  </a:lnTo>
                  <a:lnTo>
                    <a:pt x="43" y="138"/>
                  </a:lnTo>
                  <a:lnTo>
                    <a:pt x="31" y="133"/>
                  </a:lnTo>
                  <a:lnTo>
                    <a:pt x="23" y="122"/>
                  </a:lnTo>
                  <a:lnTo>
                    <a:pt x="18" y="104"/>
                  </a:lnTo>
                  <a:lnTo>
                    <a:pt x="12" y="55"/>
                  </a:lnTo>
                  <a:lnTo>
                    <a:pt x="0" y="55"/>
                  </a:lnTo>
                  <a:lnTo>
                    <a:pt x="0" y="53"/>
                  </a:lnTo>
                  <a:lnTo>
                    <a:pt x="39" y="3"/>
                  </a:lnTo>
                  <a:lnTo>
                    <a:pt x="41" y="0"/>
                  </a:lnTo>
                  <a:lnTo>
                    <a:pt x="43" y="32"/>
                  </a:lnTo>
                  <a:lnTo>
                    <a:pt x="81" y="31"/>
                  </a:lnTo>
                  <a:lnTo>
                    <a:pt x="84" y="53"/>
                  </a:lnTo>
                  <a:lnTo>
                    <a:pt x="8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20"/>
            <p:cNvSpPr>
              <a:spLocks noEditPoints="1"/>
            </p:cNvSpPr>
            <p:nvPr/>
          </p:nvSpPr>
          <p:spPr bwMode="auto">
            <a:xfrm>
              <a:off x="5178426" y="3284538"/>
              <a:ext cx="84138" cy="85725"/>
            </a:xfrm>
            <a:custGeom>
              <a:avLst/>
              <a:gdLst>
                <a:gd name="T0" fmla="*/ 30 w 106"/>
                <a:gd name="T1" fmla="*/ 44 h 107"/>
                <a:gd name="T2" fmla="*/ 33 w 106"/>
                <a:gd name="T3" fmla="*/ 32 h 107"/>
                <a:gd name="T4" fmla="*/ 38 w 106"/>
                <a:gd name="T5" fmla="*/ 27 h 107"/>
                <a:gd name="T6" fmla="*/ 45 w 106"/>
                <a:gd name="T7" fmla="*/ 21 h 107"/>
                <a:gd name="T8" fmla="*/ 53 w 106"/>
                <a:gd name="T9" fmla="*/ 19 h 107"/>
                <a:gd name="T10" fmla="*/ 61 w 106"/>
                <a:gd name="T11" fmla="*/ 21 h 107"/>
                <a:gd name="T12" fmla="*/ 68 w 106"/>
                <a:gd name="T13" fmla="*/ 24 h 107"/>
                <a:gd name="T14" fmla="*/ 74 w 106"/>
                <a:gd name="T15" fmla="*/ 31 h 107"/>
                <a:gd name="T16" fmla="*/ 76 w 106"/>
                <a:gd name="T17" fmla="*/ 39 h 107"/>
                <a:gd name="T18" fmla="*/ 30 w 106"/>
                <a:gd name="T19" fmla="*/ 44 h 107"/>
                <a:gd name="T20" fmla="*/ 30 w 106"/>
                <a:gd name="T21" fmla="*/ 44 h 107"/>
                <a:gd name="T22" fmla="*/ 104 w 106"/>
                <a:gd name="T23" fmla="*/ 70 h 107"/>
                <a:gd name="T24" fmla="*/ 95 w 106"/>
                <a:gd name="T25" fmla="*/ 79 h 107"/>
                <a:gd name="T26" fmla="*/ 87 w 106"/>
                <a:gd name="T27" fmla="*/ 84 h 107"/>
                <a:gd name="T28" fmla="*/ 79 w 106"/>
                <a:gd name="T29" fmla="*/ 87 h 107"/>
                <a:gd name="T30" fmla="*/ 68 w 106"/>
                <a:gd name="T31" fmla="*/ 90 h 107"/>
                <a:gd name="T32" fmla="*/ 56 w 106"/>
                <a:gd name="T33" fmla="*/ 87 h 107"/>
                <a:gd name="T34" fmla="*/ 43 w 106"/>
                <a:gd name="T35" fmla="*/ 81 h 107"/>
                <a:gd name="T36" fmla="*/ 35 w 106"/>
                <a:gd name="T37" fmla="*/ 73 h 107"/>
                <a:gd name="T38" fmla="*/ 33 w 106"/>
                <a:gd name="T39" fmla="*/ 60 h 107"/>
                <a:gd name="T40" fmla="*/ 106 w 106"/>
                <a:gd name="T41" fmla="*/ 54 h 107"/>
                <a:gd name="T42" fmla="*/ 101 w 106"/>
                <a:gd name="T43" fmla="*/ 31 h 107"/>
                <a:gd name="T44" fmla="*/ 89 w 106"/>
                <a:gd name="T45" fmla="*/ 14 h 107"/>
                <a:gd name="T46" fmla="*/ 72 w 106"/>
                <a:gd name="T47" fmla="*/ 3 h 107"/>
                <a:gd name="T48" fmla="*/ 48 w 106"/>
                <a:gd name="T49" fmla="*/ 0 h 107"/>
                <a:gd name="T50" fmla="*/ 29 w 106"/>
                <a:gd name="T51" fmla="*/ 6 h 107"/>
                <a:gd name="T52" fmla="*/ 13 w 106"/>
                <a:gd name="T53" fmla="*/ 19 h 107"/>
                <a:gd name="T54" fmla="*/ 3 w 106"/>
                <a:gd name="T55" fmla="*/ 37 h 107"/>
                <a:gd name="T56" fmla="*/ 0 w 106"/>
                <a:gd name="T57" fmla="*/ 60 h 107"/>
                <a:gd name="T58" fmla="*/ 5 w 106"/>
                <a:gd name="T59" fmla="*/ 81 h 107"/>
                <a:gd name="T60" fmla="*/ 21 w 106"/>
                <a:gd name="T61" fmla="*/ 96 h 107"/>
                <a:gd name="T62" fmla="*/ 38 w 106"/>
                <a:gd name="T63" fmla="*/ 107 h 107"/>
                <a:gd name="T64" fmla="*/ 64 w 106"/>
                <a:gd name="T65" fmla="*/ 107 h 107"/>
                <a:gd name="T66" fmla="*/ 72 w 106"/>
                <a:gd name="T67" fmla="*/ 107 h 107"/>
                <a:gd name="T68" fmla="*/ 82 w 106"/>
                <a:gd name="T69" fmla="*/ 105 h 107"/>
                <a:gd name="T70" fmla="*/ 95 w 106"/>
                <a:gd name="T71" fmla="*/ 99 h 107"/>
                <a:gd name="T72" fmla="*/ 106 w 106"/>
                <a:gd name="T73" fmla="*/ 91 h 107"/>
                <a:gd name="T74" fmla="*/ 104 w 106"/>
                <a:gd name="T75" fmla="*/ 70 h 107"/>
                <a:gd name="T76" fmla="*/ 104 w 106"/>
                <a:gd name="T77" fmla="*/ 7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6" h="107">
                  <a:moveTo>
                    <a:pt x="30" y="44"/>
                  </a:moveTo>
                  <a:lnTo>
                    <a:pt x="33" y="32"/>
                  </a:lnTo>
                  <a:lnTo>
                    <a:pt x="38" y="27"/>
                  </a:lnTo>
                  <a:lnTo>
                    <a:pt x="45" y="21"/>
                  </a:lnTo>
                  <a:lnTo>
                    <a:pt x="53" y="19"/>
                  </a:lnTo>
                  <a:lnTo>
                    <a:pt x="61" y="21"/>
                  </a:lnTo>
                  <a:lnTo>
                    <a:pt x="68" y="24"/>
                  </a:lnTo>
                  <a:lnTo>
                    <a:pt x="74" y="31"/>
                  </a:lnTo>
                  <a:lnTo>
                    <a:pt x="76" y="39"/>
                  </a:lnTo>
                  <a:lnTo>
                    <a:pt x="30" y="44"/>
                  </a:lnTo>
                  <a:lnTo>
                    <a:pt x="30" y="44"/>
                  </a:lnTo>
                  <a:close/>
                  <a:moveTo>
                    <a:pt x="104" y="70"/>
                  </a:moveTo>
                  <a:lnTo>
                    <a:pt x="95" y="79"/>
                  </a:lnTo>
                  <a:lnTo>
                    <a:pt x="87" y="84"/>
                  </a:lnTo>
                  <a:lnTo>
                    <a:pt x="79" y="87"/>
                  </a:lnTo>
                  <a:lnTo>
                    <a:pt x="68" y="90"/>
                  </a:lnTo>
                  <a:lnTo>
                    <a:pt x="56" y="87"/>
                  </a:lnTo>
                  <a:lnTo>
                    <a:pt x="43" y="81"/>
                  </a:lnTo>
                  <a:lnTo>
                    <a:pt x="35" y="73"/>
                  </a:lnTo>
                  <a:lnTo>
                    <a:pt x="33" y="60"/>
                  </a:lnTo>
                  <a:lnTo>
                    <a:pt x="106" y="54"/>
                  </a:lnTo>
                  <a:lnTo>
                    <a:pt x="101" y="31"/>
                  </a:lnTo>
                  <a:lnTo>
                    <a:pt x="89" y="14"/>
                  </a:lnTo>
                  <a:lnTo>
                    <a:pt x="72" y="3"/>
                  </a:lnTo>
                  <a:lnTo>
                    <a:pt x="48" y="0"/>
                  </a:lnTo>
                  <a:lnTo>
                    <a:pt x="29" y="6"/>
                  </a:lnTo>
                  <a:lnTo>
                    <a:pt x="13" y="19"/>
                  </a:lnTo>
                  <a:lnTo>
                    <a:pt x="3" y="37"/>
                  </a:lnTo>
                  <a:lnTo>
                    <a:pt x="0" y="60"/>
                  </a:lnTo>
                  <a:lnTo>
                    <a:pt x="5" y="81"/>
                  </a:lnTo>
                  <a:lnTo>
                    <a:pt x="21" y="96"/>
                  </a:lnTo>
                  <a:lnTo>
                    <a:pt x="38" y="107"/>
                  </a:lnTo>
                  <a:lnTo>
                    <a:pt x="64" y="107"/>
                  </a:lnTo>
                  <a:lnTo>
                    <a:pt x="72" y="107"/>
                  </a:lnTo>
                  <a:lnTo>
                    <a:pt x="82" y="105"/>
                  </a:lnTo>
                  <a:lnTo>
                    <a:pt x="95" y="99"/>
                  </a:lnTo>
                  <a:lnTo>
                    <a:pt x="106" y="91"/>
                  </a:lnTo>
                  <a:lnTo>
                    <a:pt x="104" y="70"/>
                  </a:lnTo>
                  <a:lnTo>
                    <a:pt x="104" y="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Freeform 21"/>
            <p:cNvSpPr>
              <a:spLocks/>
            </p:cNvSpPr>
            <p:nvPr/>
          </p:nvSpPr>
          <p:spPr bwMode="auto">
            <a:xfrm>
              <a:off x="5276851" y="3275013"/>
              <a:ext cx="69850" cy="90487"/>
            </a:xfrm>
            <a:custGeom>
              <a:avLst/>
              <a:gdLst>
                <a:gd name="T0" fmla="*/ 33 w 86"/>
                <a:gd name="T1" fmla="*/ 38 h 113"/>
                <a:gd name="T2" fmla="*/ 33 w 86"/>
                <a:gd name="T3" fmla="*/ 38 h 113"/>
                <a:gd name="T4" fmla="*/ 39 w 86"/>
                <a:gd name="T5" fmla="*/ 20 h 113"/>
                <a:gd name="T6" fmla="*/ 47 w 86"/>
                <a:gd name="T7" fmla="*/ 11 h 113"/>
                <a:gd name="T8" fmla="*/ 55 w 86"/>
                <a:gd name="T9" fmla="*/ 3 h 113"/>
                <a:gd name="T10" fmla="*/ 62 w 86"/>
                <a:gd name="T11" fmla="*/ 0 h 113"/>
                <a:gd name="T12" fmla="*/ 68 w 86"/>
                <a:gd name="T13" fmla="*/ 0 h 113"/>
                <a:gd name="T14" fmla="*/ 73 w 86"/>
                <a:gd name="T15" fmla="*/ 3 h 113"/>
                <a:gd name="T16" fmla="*/ 78 w 86"/>
                <a:gd name="T17" fmla="*/ 6 h 113"/>
                <a:gd name="T18" fmla="*/ 86 w 86"/>
                <a:gd name="T19" fmla="*/ 9 h 113"/>
                <a:gd name="T20" fmla="*/ 78 w 86"/>
                <a:gd name="T21" fmla="*/ 41 h 113"/>
                <a:gd name="T22" fmla="*/ 73 w 86"/>
                <a:gd name="T23" fmla="*/ 38 h 113"/>
                <a:gd name="T24" fmla="*/ 68 w 86"/>
                <a:gd name="T25" fmla="*/ 35 h 113"/>
                <a:gd name="T26" fmla="*/ 62 w 86"/>
                <a:gd name="T27" fmla="*/ 32 h 113"/>
                <a:gd name="T28" fmla="*/ 60 w 86"/>
                <a:gd name="T29" fmla="*/ 32 h 113"/>
                <a:gd name="T30" fmla="*/ 52 w 86"/>
                <a:gd name="T31" fmla="*/ 35 h 113"/>
                <a:gd name="T32" fmla="*/ 45 w 86"/>
                <a:gd name="T33" fmla="*/ 41 h 113"/>
                <a:gd name="T34" fmla="*/ 39 w 86"/>
                <a:gd name="T35" fmla="*/ 50 h 113"/>
                <a:gd name="T36" fmla="*/ 36 w 86"/>
                <a:gd name="T37" fmla="*/ 63 h 113"/>
                <a:gd name="T38" fmla="*/ 39 w 86"/>
                <a:gd name="T39" fmla="*/ 110 h 113"/>
                <a:gd name="T40" fmla="*/ 7 w 86"/>
                <a:gd name="T41" fmla="*/ 113 h 113"/>
                <a:gd name="T42" fmla="*/ 0 w 86"/>
                <a:gd name="T43" fmla="*/ 9 h 113"/>
                <a:gd name="T44" fmla="*/ 30 w 86"/>
                <a:gd name="T45" fmla="*/ 9 h 113"/>
                <a:gd name="T46" fmla="*/ 33 w 86"/>
                <a:gd name="T47" fmla="*/ 38 h 113"/>
                <a:gd name="T48" fmla="*/ 33 w 86"/>
                <a:gd name="T49" fmla="*/ 38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6" h="113">
                  <a:moveTo>
                    <a:pt x="33" y="38"/>
                  </a:moveTo>
                  <a:lnTo>
                    <a:pt x="33" y="38"/>
                  </a:lnTo>
                  <a:lnTo>
                    <a:pt x="39" y="20"/>
                  </a:lnTo>
                  <a:lnTo>
                    <a:pt x="47" y="11"/>
                  </a:lnTo>
                  <a:lnTo>
                    <a:pt x="55" y="3"/>
                  </a:lnTo>
                  <a:lnTo>
                    <a:pt x="62" y="0"/>
                  </a:lnTo>
                  <a:lnTo>
                    <a:pt x="68" y="0"/>
                  </a:lnTo>
                  <a:lnTo>
                    <a:pt x="73" y="3"/>
                  </a:lnTo>
                  <a:lnTo>
                    <a:pt x="78" y="6"/>
                  </a:lnTo>
                  <a:lnTo>
                    <a:pt x="86" y="9"/>
                  </a:lnTo>
                  <a:lnTo>
                    <a:pt x="78" y="41"/>
                  </a:lnTo>
                  <a:lnTo>
                    <a:pt x="73" y="38"/>
                  </a:lnTo>
                  <a:lnTo>
                    <a:pt x="68" y="35"/>
                  </a:lnTo>
                  <a:lnTo>
                    <a:pt x="62" y="32"/>
                  </a:lnTo>
                  <a:lnTo>
                    <a:pt x="60" y="32"/>
                  </a:lnTo>
                  <a:lnTo>
                    <a:pt x="52" y="35"/>
                  </a:lnTo>
                  <a:lnTo>
                    <a:pt x="45" y="41"/>
                  </a:lnTo>
                  <a:lnTo>
                    <a:pt x="39" y="50"/>
                  </a:lnTo>
                  <a:lnTo>
                    <a:pt x="36" y="63"/>
                  </a:lnTo>
                  <a:lnTo>
                    <a:pt x="39" y="110"/>
                  </a:lnTo>
                  <a:lnTo>
                    <a:pt x="7" y="113"/>
                  </a:lnTo>
                  <a:lnTo>
                    <a:pt x="0" y="9"/>
                  </a:lnTo>
                  <a:lnTo>
                    <a:pt x="30" y="9"/>
                  </a:lnTo>
                  <a:lnTo>
                    <a:pt x="33" y="38"/>
                  </a:lnTo>
                  <a:lnTo>
                    <a:pt x="33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4798541" y="1634061"/>
            <a:ext cx="3239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긴급 상황 발생시 특정 차량 및 </a:t>
            </a:r>
            <a:r>
              <a:rPr lang="en-US" altLang="ko-KR" sz="1000" dirty="0" smtClean="0"/>
              <a:t>PEI</a:t>
            </a:r>
            <a:r>
              <a:rPr lang="ko-KR" altLang="en-US" sz="1000" dirty="0" smtClean="0"/>
              <a:t>만 선택하는 방법</a:t>
            </a:r>
            <a:r>
              <a:rPr lang="en-US" altLang="ko-KR" sz="1000" dirty="0"/>
              <a:t> </a:t>
            </a:r>
            <a:r>
              <a:rPr lang="en-US" altLang="ko-KR" sz="1000" dirty="0" smtClean="0"/>
              <a:t>?</a:t>
            </a:r>
            <a:endParaRPr lang="en-US" altLang="ko-KR" sz="1000" dirty="0"/>
          </a:p>
          <a:p>
            <a:r>
              <a:rPr lang="en-US" altLang="ko-KR" sz="1000" dirty="0" smtClean="0"/>
              <a:t>(</a:t>
            </a:r>
            <a:r>
              <a:rPr lang="ko-KR" altLang="en-US" sz="1000" dirty="0" smtClean="0"/>
              <a:t>프로그램 및 프로토콜</a:t>
            </a:r>
            <a:r>
              <a:rPr lang="en-US" altLang="ko-KR" sz="1000" dirty="0" smtClean="0"/>
              <a:t>)</a:t>
            </a:r>
            <a:endParaRPr lang="ko-KR" altLang="en-US" sz="1000" dirty="0"/>
          </a:p>
        </p:txBody>
      </p:sp>
      <p:sp>
        <p:nvSpPr>
          <p:cNvPr id="35" name="TextBox 34"/>
          <p:cNvSpPr txBox="1"/>
          <p:nvPr/>
        </p:nvSpPr>
        <p:spPr>
          <a:xfrm>
            <a:off x="5308994" y="5595253"/>
            <a:ext cx="3079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긴급 상황 발생시 인접한 </a:t>
            </a:r>
            <a:r>
              <a:rPr lang="en-US" altLang="ko-KR" sz="1000" dirty="0" smtClean="0"/>
              <a:t>PEI</a:t>
            </a:r>
            <a:r>
              <a:rPr lang="ko-KR" altLang="en-US" sz="1000" dirty="0" smtClean="0"/>
              <a:t>를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통해 음성 신호를 사령으로 전달 </a:t>
            </a:r>
            <a:r>
              <a:rPr lang="ko-KR" altLang="en-US" sz="1000" dirty="0" err="1" smtClean="0"/>
              <a:t>할려고</a:t>
            </a:r>
            <a:r>
              <a:rPr lang="ko-KR" altLang="en-US" sz="1000" dirty="0" smtClean="0"/>
              <a:t> 한다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36645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>
                <a:latin typeface="Calibri" pitchFamily="34" charset="0"/>
              </a:rPr>
              <a:t>긴급 상황 </a:t>
            </a:r>
            <a:r>
              <a:rPr lang="en-US" altLang="ko-KR" b="1" dirty="0">
                <a:latin typeface="Calibri" pitchFamily="34" charset="0"/>
              </a:rPr>
              <a:t>2</a:t>
            </a:r>
            <a:r>
              <a:rPr lang="en-US" altLang="ko-KR" b="1" dirty="0" smtClean="0">
                <a:latin typeface="Calibri" pitchFamily="34" charset="0"/>
              </a:rPr>
              <a:t>.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075" name="Picture 3" descr="C:\Users\JDS_SSD\AppData\Local\Microsoft\Windows\Temporary Internet Files\Content.IE5\RUVW944P\MP900178474[1].jpg"/>
          <p:cNvPicPr>
            <a:picLocks noChangeAspect="1" noChangeArrowheads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800"/>
            <a:ext cx="1728192" cy="114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071660"/>
            <a:ext cx="1589967" cy="1334079"/>
          </a:xfrm>
          <a:prstGeom prst="rect">
            <a:avLst/>
          </a:prstGeom>
        </p:spPr>
      </p:pic>
      <p:pic>
        <p:nvPicPr>
          <p:cNvPr id="17" name="_x207736992" descr="EMB00000c7c436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t="27728" r="23422" b="20822"/>
          <a:stretch>
            <a:fillRect/>
          </a:stretch>
        </p:blipFill>
        <p:spPr bwMode="auto">
          <a:xfrm>
            <a:off x="4283968" y="4054541"/>
            <a:ext cx="1547714" cy="1314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6" descr="C:\Users\JDS_SSD\AppData\Local\Microsoft\Windows\Temporary Internet Files\Content.IE5\9B095FD2\MC900428967[1].wm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79070">
            <a:off x="2962772" y="2992155"/>
            <a:ext cx="1789481" cy="526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왼쪽/오른쪽 화살표 3"/>
          <p:cNvSpPr/>
          <p:nvPr/>
        </p:nvSpPr>
        <p:spPr>
          <a:xfrm>
            <a:off x="5935863" y="4365104"/>
            <a:ext cx="1216152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299850" y="5405739"/>
            <a:ext cx="3079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DPO – PEI </a:t>
            </a:r>
            <a:r>
              <a:rPr lang="ko-KR" altLang="en-US" sz="1000" dirty="0" err="1" smtClean="0"/>
              <a:t>통화시</a:t>
            </a:r>
            <a:r>
              <a:rPr lang="ko-KR" altLang="en-US" sz="1000" dirty="0" smtClean="0"/>
              <a:t> 사령에서 원할 경우 음성 통화를 모니터링 할 수 있어야 한다</a:t>
            </a:r>
            <a:r>
              <a:rPr lang="en-US" altLang="ko-KR" sz="1000" dirty="0" smtClean="0"/>
              <a:t>..</a:t>
            </a:r>
            <a:endParaRPr lang="ko-KR" altLang="en-US" sz="1000" dirty="0"/>
          </a:p>
        </p:txBody>
      </p:sp>
      <p:grpSp>
        <p:nvGrpSpPr>
          <p:cNvPr id="21" name="그룹 20"/>
          <p:cNvGrpSpPr/>
          <p:nvPr/>
        </p:nvGrpSpPr>
        <p:grpSpPr>
          <a:xfrm>
            <a:off x="3667171" y="1628800"/>
            <a:ext cx="1944216" cy="1015663"/>
            <a:chOff x="5580112" y="1477549"/>
            <a:chExt cx="1944216" cy="1015663"/>
          </a:xfrm>
        </p:grpSpPr>
        <p:pic>
          <p:nvPicPr>
            <p:cNvPr id="22" name="Picture 3" descr="C:\Users\JDS_SSD\AppData\Local\Microsoft\Windows\Temporary Internet Files\Content.IE5\9B095FD2\MM900323811[1].gif"/>
            <p:cNvPicPr>
              <a:picLocks noChangeAspect="1" noChangeArrowheads="1" noCrop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0112" y="1509131"/>
              <a:ext cx="942975" cy="952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/>
            <p:cNvSpPr txBox="1"/>
            <p:nvPr/>
          </p:nvSpPr>
          <p:spPr>
            <a:xfrm>
              <a:off x="5844431" y="1477549"/>
              <a:ext cx="16798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0" b="1" dirty="0" smtClean="0">
                  <a:solidFill>
                    <a:srgbClr val="00B0F0"/>
                  </a:solidFill>
                </a:rPr>
                <a:t>?</a:t>
              </a:r>
              <a:endParaRPr lang="ko-KR" altLang="en-US" sz="6000" b="1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4679223" y="2151897"/>
            <a:ext cx="629771" cy="993774"/>
            <a:chOff x="4643438" y="3132138"/>
            <a:chExt cx="1416051" cy="1776412"/>
          </a:xfrm>
        </p:grpSpPr>
        <p:sp>
          <p:nvSpPr>
            <p:cNvPr id="25" name="Freeform 11"/>
            <p:cNvSpPr>
              <a:spLocks/>
            </p:cNvSpPr>
            <p:nvPr/>
          </p:nvSpPr>
          <p:spPr bwMode="auto">
            <a:xfrm>
              <a:off x="5383213" y="4051300"/>
              <a:ext cx="652463" cy="819150"/>
            </a:xfrm>
            <a:custGeom>
              <a:avLst/>
              <a:gdLst>
                <a:gd name="T0" fmla="*/ 100 w 824"/>
                <a:gd name="T1" fmla="*/ 68 h 1032"/>
                <a:gd name="T2" fmla="*/ 176 w 824"/>
                <a:gd name="T3" fmla="*/ 16 h 1032"/>
                <a:gd name="T4" fmla="*/ 276 w 824"/>
                <a:gd name="T5" fmla="*/ 0 h 1032"/>
                <a:gd name="T6" fmla="*/ 424 w 824"/>
                <a:gd name="T7" fmla="*/ 141 h 1032"/>
                <a:gd name="T8" fmla="*/ 425 w 824"/>
                <a:gd name="T9" fmla="*/ 141 h 1032"/>
                <a:gd name="T10" fmla="*/ 426 w 824"/>
                <a:gd name="T11" fmla="*/ 141 h 1032"/>
                <a:gd name="T12" fmla="*/ 429 w 824"/>
                <a:gd name="T13" fmla="*/ 142 h 1032"/>
                <a:gd name="T14" fmla="*/ 433 w 824"/>
                <a:gd name="T15" fmla="*/ 143 h 1032"/>
                <a:gd name="T16" fmla="*/ 439 w 824"/>
                <a:gd name="T17" fmla="*/ 145 h 1032"/>
                <a:gd name="T18" fmla="*/ 447 w 824"/>
                <a:gd name="T19" fmla="*/ 150 h 1032"/>
                <a:gd name="T20" fmla="*/ 455 w 824"/>
                <a:gd name="T21" fmla="*/ 156 h 1032"/>
                <a:gd name="T22" fmla="*/ 465 w 824"/>
                <a:gd name="T23" fmla="*/ 164 h 1032"/>
                <a:gd name="T24" fmla="*/ 477 w 824"/>
                <a:gd name="T25" fmla="*/ 174 h 1032"/>
                <a:gd name="T26" fmla="*/ 490 w 824"/>
                <a:gd name="T27" fmla="*/ 187 h 1032"/>
                <a:gd name="T28" fmla="*/ 505 w 824"/>
                <a:gd name="T29" fmla="*/ 203 h 1032"/>
                <a:gd name="T30" fmla="*/ 522 w 824"/>
                <a:gd name="T31" fmla="*/ 222 h 1032"/>
                <a:gd name="T32" fmla="*/ 540 w 824"/>
                <a:gd name="T33" fmla="*/ 245 h 1032"/>
                <a:gd name="T34" fmla="*/ 561 w 824"/>
                <a:gd name="T35" fmla="*/ 273 h 1032"/>
                <a:gd name="T36" fmla="*/ 584 w 824"/>
                <a:gd name="T37" fmla="*/ 304 h 1032"/>
                <a:gd name="T38" fmla="*/ 608 w 824"/>
                <a:gd name="T39" fmla="*/ 340 h 1032"/>
                <a:gd name="T40" fmla="*/ 824 w 824"/>
                <a:gd name="T41" fmla="*/ 687 h 1032"/>
                <a:gd name="T42" fmla="*/ 807 w 824"/>
                <a:gd name="T43" fmla="*/ 852 h 1032"/>
                <a:gd name="T44" fmla="*/ 715 w 824"/>
                <a:gd name="T45" fmla="*/ 988 h 1032"/>
                <a:gd name="T46" fmla="*/ 464 w 824"/>
                <a:gd name="T47" fmla="*/ 1032 h 1032"/>
                <a:gd name="T48" fmla="*/ 287 w 824"/>
                <a:gd name="T49" fmla="*/ 888 h 1032"/>
                <a:gd name="T50" fmla="*/ 119 w 824"/>
                <a:gd name="T51" fmla="*/ 616 h 1032"/>
                <a:gd name="T52" fmla="*/ 25 w 824"/>
                <a:gd name="T53" fmla="*/ 324 h 1032"/>
                <a:gd name="T54" fmla="*/ 0 w 824"/>
                <a:gd name="T55" fmla="*/ 168 h 1032"/>
                <a:gd name="T56" fmla="*/ 100 w 824"/>
                <a:gd name="T57" fmla="*/ 68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24" h="1032">
                  <a:moveTo>
                    <a:pt x="100" y="68"/>
                  </a:moveTo>
                  <a:lnTo>
                    <a:pt x="176" y="16"/>
                  </a:lnTo>
                  <a:lnTo>
                    <a:pt x="276" y="0"/>
                  </a:lnTo>
                  <a:lnTo>
                    <a:pt x="424" y="141"/>
                  </a:lnTo>
                  <a:lnTo>
                    <a:pt x="425" y="141"/>
                  </a:lnTo>
                  <a:lnTo>
                    <a:pt x="426" y="141"/>
                  </a:lnTo>
                  <a:lnTo>
                    <a:pt x="429" y="142"/>
                  </a:lnTo>
                  <a:lnTo>
                    <a:pt x="433" y="143"/>
                  </a:lnTo>
                  <a:lnTo>
                    <a:pt x="439" y="145"/>
                  </a:lnTo>
                  <a:lnTo>
                    <a:pt x="447" y="150"/>
                  </a:lnTo>
                  <a:lnTo>
                    <a:pt x="455" y="156"/>
                  </a:lnTo>
                  <a:lnTo>
                    <a:pt x="465" y="164"/>
                  </a:lnTo>
                  <a:lnTo>
                    <a:pt x="477" y="174"/>
                  </a:lnTo>
                  <a:lnTo>
                    <a:pt x="490" y="187"/>
                  </a:lnTo>
                  <a:lnTo>
                    <a:pt x="505" y="203"/>
                  </a:lnTo>
                  <a:lnTo>
                    <a:pt x="522" y="222"/>
                  </a:lnTo>
                  <a:lnTo>
                    <a:pt x="540" y="245"/>
                  </a:lnTo>
                  <a:lnTo>
                    <a:pt x="561" y="273"/>
                  </a:lnTo>
                  <a:lnTo>
                    <a:pt x="584" y="304"/>
                  </a:lnTo>
                  <a:lnTo>
                    <a:pt x="608" y="340"/>
                  </a:lnTo>
                  <a:lnTo>
                    <a:pt x="824" y="687"/>
                  </a:lnTo>
                  <a:lnTo>
                    <a:pt x="807" y="852"/>
                  </a:lnTo>
                  <a:lnTo>
                    <a:pt x="715" y="988"/>
                  </a:lnTo>
                  <a:lnTo>
                    <a:pt x="464" y="1032"/>
                  </a:lnTo>
                  <a:lnTo>
                    <a:pt x="287" y="888"/>
                  </a:lnTo>
                  <a:lnTo>
                    <a:pt x="119" y="616"/>
                  </a:lnTo>
                  <a:lnTo>
                    <a:pt x="25" y="324"/>
                  </a:lnTo>
                  <a:lnTo>
                    <a:pt x="0" y="168"/>
                  </a:lnTo>
                  <a:lnTo>
                    <a:pt x="100" y="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12"/>
            <p:cNvSpPr>
              <a:spLocks/>
            </p:cNvSpPr>
            <p:nvPr/>
          </p:nvSpPr>
          <p:spPr bwMode="auto">
            <a:xfrm>
              <a:off x="4662488" y="3138488"/>
              <a:ext cx="814388" cy="603250"/>
            </a:xfrm>
            <a:custGeom>
              <a:avLst/>
              <a:gdLst>
                <a:gd name="T0" fmla="*/ 12 w 1027"/>
                <a:gd name="T1" fmla="*/ 272 h 760"/>
                <a:gd name="T2" fmla="*/ 76 w 1027"/>
                <a:gd name="T3" fmla="*/ 180 h 760"/>
                <a:gd name="T4" fmla="*/ 112 w 1027"/>
                <a:gd name="T5" fmla="*/ 73 h 760"/>
                <a:gd name="T6" fmla="*/ 112 w 1027"/>
                <a:gd name="T7" fmla="*/ 73 h 760"/>
                <a:gd name="T8" fmla="*/ 112 w 1027"/>
                <a:gd name="T9" fmla="*/ 73 h 760"/>
                <a:gd name="T10" fmla="*/ 112 w 1027"/>
                <a:gd name="T11" fmla="*/ 73 h 760"/>
                <a:gd name="T12" fmla="*/ 112 w 1027"/>
                <a:gd name="T13" fmla="*/ 73 h 760"/>
                <a:gd name="T14" fmla="*/ 113 w 1027"/>
                <a:gd name="T15" fmla="*/ 73 h 760"/>
                <a:gd name="T16" fmla="*/ 115 w 1027"/>
                <a:gd name="T17" fmla="*/ 73 h 760"/>
                <a:gd name="T18" fmla="*/ 120 w 1027"/>
                <a:gd name="T19" fmla="*/ 73 h 760"/>
                <a:gd name="T20" fmla="*/ 126 w 1027"/>
                <a:gd name="T21" fmla="*/ 73 h 760"/>
                <a:gd name="T22" fmla="*/ 134 w 1027"/>
                <a:gd name="T23" fmla="*/ 73 h 760"/>
                <a:gd name="T24" fmla="*/ 145 w 1027"/>
                <a:gd name="T25" fmla="*/ 73 h 760"/>
                <a:gd name="T26" fmla="*/ 159 w 1027"/>
                <a:gd name="T27" fmla="*/ 73 h 760"/>
                <a:gd name="T28" fmla="*/ 176 w 1027"/>
                <a:gd name="T29" fmla="*/ 73 h 760"/>
                <a:gd name="T30" fmla="*/ 197 w 1027"/>
                <a:gd name="T31" fmla="*/ 73 h 760"/>
                <a:gd name="T32" fmla="*/ 221 w 1027"/>
                <a:gd name="T33" fmla="*/ 73 h 760"/>
                <a:gd name="T34" fmla="*/ 250 w 1027"/>
                <a:gd name="T35" fmla="*/ 73 h 760"/>
                <a:gd name="T36" fmla="*/ 284 w 1027"/>
                <a:gd name="T37" fmla="*/ 73 h 760"/>
                <a:gd name="T38" fmla="*/ 286 w 1027"/>
                <a:gd name="T39" fmla="*/ 73 h 760"/>
                <a:gd name="T40" fmla="*/ 295 w 1027"/>
                <a:gd name="T41" fmla="*/ 73 h 760"/>
                <a:gd name="T42" fmla="*/ 308 w 1027"/>
                <a:gd name="T43" fmla="*/ 71 h 760"/>
                <a:gd name="T44" fmla="*/ 325 w 1027"/>
                <a:gd name="T45" fmla="*/ 71 h 760"/>
                <a:gd name="T46" fmla="*/ 348 w 1027"/>
                <a:gd name="T47" fmla="*/ 70 h 760"/>
                <a:gd name="T48" fmla="*/ 374 w 1027"/>
                <a:gd name="T49" fmla="*/ 69 h 760"/>
                <a:gd name="T50" fmla="*/ 404 w 1027"/>
                <a:gd name="T51" fmla="*/ 68 h 760"/>
                <a:gd name="T52" fmla="*/ 437 w 1027"/>
                <a:gd name="T53" fmla="*/ 66 h 760"/>
                <a:gd name="T54" fmla="*/ 473 w 1027"/>
                <a:gd name="T55" fmla="*/ 65 h 760"/>
                <a:gd name="T56" fmla="*/ 511 w 1027"/>
                <a:gd name="T57" fmla="*/ 61 h 760"/>
                <a:gd name="T58" fmla="*/ 551 w 1027"/>
                <a:gd name="T59" fmla="*/ 59 h 760"/>
                <a:gd name="T60" fmla="*/ 593 w 1027"/>
                <a:gd name="T61" fmla="*/ 55 h 760"/>
                <a:gd name="T62" fmla="*/ 636 w 1027"/>
                <a:gd name="T63" fmla="*/ 51 h 760"/>
                <a:gd name="T64" fmla="*/ 681 w 1027"/>
                <a:gd name="T65" fmla="*/ 46 h 760"/>
                <a:gd name="T66" fmla="*/ 726 w 1027"/>
                <a:gd name="T67" fmla="*/ 42 h 760"/>
                <a:gd name="T68" fmla="*/ 772 w 1027"/>
                <a:gd name="T69" fmla="*/ 36 h 760"/>
                <a:gd name="T70" fmla="*/ 884 w 1027"/>
                <a:gd name="T71" fmla="*/ 16 h 760"/>
                <a:gd name="T72" fmla="*/ 933 w 1027"/>
                <a:gd name="T73" fmla="*/ 0 h 760"/>
                <a:gd name="T74" fmla="*/ 979 w 1027"/>
                <a:gd name="T75" fmla="*/ 68 h 760"/>
                <a:gd name="T76" fmla="*/ 1016 w 1027"/>
                <a:gd name="T77" fmla="*/ 124 h 760"/>
                <a:gd name="T78" fmla="*/ 1027 w 1027"/>
                <a:gd name="T79" fmla="*/ 309 h 760"/>
                <a:gd name="T80" fmla="*/ 1011 w 1027"/>
                <a:gd name="T81" fmla="*/ 588 h 760"/>
                <a:gd name="T82" fmla="*/ 1011 w 1027"/>
                <a:gd name="T83" fmla="*/ 692 h 760"/>
                <a:gd name="T84" fmla="*/ 440 w 1027"/>
                <a:gd name="T85" fmla="*/ 700 h 760"/>
                <a:gd name="T86" fmla="*/ 160 w 1027"/>
                <a:gd name="T87" fmla="*/ 728 h 760"/>
                <a:gd name="T88" fmla="*/ 157 w 1027"/>
                <a:gd name="T89" fmla="*/ 729 h 760"/>
                <a:gd name="T90" fmla="*/ 146 w 1027"/>
                <a:gd name="T91" fmla="*/ 733 h 760"/>
                <a:gd name="T92" fmla="*/ 131 w 1027"/>
                <a:gd name="T93" fmla="*/ 739 h 760"/>
                <a:gd name="T94" fmla="*/ 113 w 1027"/>
                <a:gd name="T95" fmla="*/ 745 h 760"/>
                <a:gd name="T96" fmla="*/ 92 w 1027"/>
                <a:gd name="T97" fmla="*/ 751 h 760"/>
                <a:gd name="T98" fmla="*/ 70 w 1027"/>
                <a:gd name="T99" fmla="*/ 756 h 760"/>
                <a:gd name="T100" fmla="*/ 51 w 1027"/>
                <a:gd name="T101" fmla="*/ 760 h 760"/>
                <a:gd name="T102" fmla="*/ 32 w 1027"/>
                <a:gd name="T103" fmla="*/ 760 h 760"/>
                <a:gd name="T104" fmla="*/ 0 w 1027"/>
                <a:gd name="T105" fmla="*/ 484 h 760"/>
                <a:gd name="T106" fmla="*/ 12 w 1027"/>
                <a:gd name="T107" fmla="*/ 272 h 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27" h="760">
                  <a:moveTo>
                    <a:pt x="12" y="272"/>
                  </a:moveTo>
                  <a:lnTo>
                    <a:pt x="76" y="180"/>
                  </a:lnTo>
                  <a:lnTo>
                    <a:pt x="112" y="73"/>
                  </a:lnTo>
                  <a:lnTo>
                    <a:pt x="112" y="73"/>
                  </a:lnTo>
                  <a:lnTo>
                    <a:pt x="112" y="73"/>
                  </a:lnTo>
                  <a:lnTo>
                    <a:pt x="112" y="73"/>
                  </a:lnTo>
                  <a:lnTo>
                    <a:pt x="112" y="73"/>
                  </a:lnTo>
                  <a:lnTo>
                    <a:pt x="113" y="73"/>
                  </a:lnTo>
                  <a:lnTo>
                    <a:pt x="115" y="73"/>
                  </a:lnTo>
                  <a:lnTo>
                    <a:pt x="120" y="73"/>
                  </a:lnTo>
                  <a:lnTo>
                    <a:pt x="126" y="73"/>
                  </a:lnTo>
                  <a:lnTo>
                    <a:pt x="134" y="73"/>
                  </a:lnTo>
                  <a:lnTo>
                    <a:pt x="145" y="73"/>
                  </a:lnTo>
                  <a:lnTo>
                    <a:pt x="159" y="73"/>
                  </a:lnTo>
                  <a:lnTo>
                    <a:pt x="176" y="73"/>
                  </a:lnTo>
                  <a:lnTo>
                    <a:pt x="197" y="73"/>
                  </a:lnTo>
                  <a:lnTo>
                    <a:pt x="221" y="73"/>
                  </a:lnTo>
                  <a:lnTo>
                    <a:pt x="250" y="73"/>
                  </a:lnTo>
                  <a:lnTo>
                    <a:pt x="284" y="73"/>
                  </a:lnTo>
                  <a:lnTo>
                    <a:pt x="286" y="73"/>
                  </a:lnTo>
                  <a:lnTo>
                    <a:pt x="295" y="73"/>
                  </a:lnTo>
                  <a:lnTo>
                    <a:pt x="308" y="71"/>
                  </a:lnTo>
                  <a:lnTo>
                    <a:pt x="325" y="71"/>
                  </a:lnTo>
                  <a:lnTo>
                    <a:pt x="348" y="70"/>
                  </a:lnTo>
                  <a:lnTo>
                    <a:pt x="374" y="69"/>
                  </a:lnTo>
                  <a:lnTo>
                    <a:pt x="404" y="68"/>
                  </a:lnTo>
                  <a:lnTo>
                    <a:pt x="437" y="66"/>
                  </a:lnTo>
                  <a:lnTo>
                    <a:pt x="473" y="65"/>
                  </a:lnTo>
                  <a:lnTo>
                    <a:pt x="511" y="61"/>
                  </a:lnTo>
                  <a:lnTo>
                    <a:pt x="551" y="59"/>
                  </a:lnTo>
                  <a:lnTo>
                    <a:pt x="593" y="55"/>
                  </a:lnTo>
                  <a:lnTo>
                    <a:pt x="636" y="51"/>
                  </a:lnTo>
                  <a:lnTo>
                    <a:pt x="681" y="46"/>
                  </a:lnTo>
                  <a:lnTo>
                    <a:pt x="726" y="42"/>
                  </a:lnTo>
                  <a:lnTo>
                    <a:pt x="772" y="36"/>
                  </a:lnTo>
                  <a:lnTo>
                    <a:pt x="884" y="16"/>
                  </a:lnTo>
                  <a:lnTo>
                    <a:pt x="933" y="0"/>
                  </a:lnTo>
                  <a:lnTo>
                    <a:pt x="979" y="68"/>
                  </a:lnTo>
                  <a:lnTo>
                    <a:pt x="1016" y="124"/>
                  </a:lnTo>
                  <a:lnTo>
                    <a:pt x="1027" y="309"/>
                  </a:lnTo>
                  <a:lnTo>
                    <a:pt x="1011" y="588"/>
                  </a:lnTo>
                  <a:lnTo>
                    <a:pt x="1011" y="692"/>
                  </a:lnTo>
                  <a:lnTo>
                    <a:pt x="440" y="700"/>
                  </a:lnTo>
                  <a:lnTo>
                    <a:pt x="160" y="728"/>
                  </a:lnTo>
                  <a:lnTo>
                    <a:pt x="157" y="729"/>
                  </a:lnTo>
                  <a:lnTo>
                    <a:pt x="146" y="733"/>
                  </a:lnTo>
                  <a:lnTo>
                    <a:pt x="131" y="739"/>
                  </a:lnTo>
                  <a:lnTo>
                    <a:pt x="113" y="745"/>
                  </a:lnTo>
                  <a:lnTo>
                    <a:pt x="92" y="751"/>
                  </a:lnTo>
                  <a:lnTo>
                    <a:pt x="70" y="756"/>
                  </a:lnTo>
                  <a:lnTo>
                    <a:pt x="51" y="760"/>
                  </a:lnTo>
                  <a:lnTo>
                    <a:pt x="32" y="760"/>
                  </a:lnTo>
                  <a:lnTo>
                    <a:pt x="0" y="484"/>
                  </a:lnTo>
                  <a:lnTo>
                    <a:pt x="12" y="2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13"/>
            <p:cNvSpPr>
              <a:spLocks/>
            </p:cNvSpPr>
            <p:nvPr/>
          </p:nvSpPr>
          <p:spPr bwMode="auto">
            <a:xfrm>
              <a:off x="5327651" y="3492500"/>
              <a:ext cx="152400" cy="633412"/>
            </a:xfrm>
            <a:custGeom>
              <a:avLst/>
              <a:gdLst>
                <a:gd name="T0" fmla="*/ 153 w 194"/>
                <a:gd name="T1" fmla="*/ 764 h 796"/>
                <a:gd name="T2" fmla="*/ 148 w 194"/>
                <a:gd name="T3" fmla="*/ 760 h 796"/>
                <a:gd name="T4" fmla="*/ 135 w 194"/>
                <a:gd name="T5" fmla="*/ 741 h 796"/>
                <a:gd name="T6" fmla="*/ 118 w 194"/>
                <a:gd name="T7" fmla="*/ 714 h 796"/>
                <a:gd name="T8" fmla="*/ 105 w 194"/>
                <a:gd name="T9" fmla="*/ 671 h 796"/>
                <a:gd name="T10" fmla="*/ 97 w 194"/>
                <a:gd name="T11" fmla="*/ 626 h 796"/>
                <a:gd name="T12" fmla="*/ 100 w 194"/>
                <a:gd name="T13" fmla="*/ 564 h 796"/>
                <a:gd name="T14" fmla="*/ 113 w 194"/>
                <a:gd name="T15" fmla="*/ 488 h 796"/>
                <a:gd name="T16" fmla="*/ 151 w 194"/>
                <a:gd name="T17" fmla="*/ 404 h 796"/>
                <a:gd name="T18" fmla="*/ 158 w 194"/>
                <a:gd name="T19" fmla="*/ 392 h 796"/>
                <a:gd name="T20" fmla="*/ 171 w 194"/>
                <a:gd name="T21" fmla="*/ 368 h 796"/>
                <a:gd name="T22" fmla="*/ 186 w 194"/>
                <a:gd name="T23" fmla="*/ 328 h 796"/>
                <a:gd name="T24" fmla="*/ 194 w 194"/>
                <a:gd name="T25" fmla="*/ 276 h 796"/>
                <a:gd name="T26" fmla="*/ 186 w 194"/>
                <a:gd name="T27" fmla="*/ 213 h 796"/>
                <a:gd name="T28" fmla="*/ 158 w 194"/>
                <a:gd name="T29" fmla="*/ 146 h 796"/>
                <a:gd name="T30" fmla="*/ 100 w 194"/>
                <a:gd name="T31" fmla="*/ 73 h 796"/>
                <a:gd name="T32" fmla="*/ 0 w 194"/>
                <a:gd name="T33" fmla="*/ 0 h 796"/>
                <a:gd name="T34" fmla="*/ 11 w 194"/>
                <a:gd name="T35" fmla="*/ 9 h 796"/>
                <a:gd name="T36" fmla="*/ 39 w 194"/>
                <a:gd name="T37" fmla="*/ 29 h 796"/>
                <a:gd name="T38" fmla="*/ 74 w 194"/>
                <a:gd name="T39" fmla="*/ 63 h 796"/>
                <a:gd name="T40" fmla="*/ 111 w 194"/>
                <a:gd name="T41" fmla="*/ 108 h 796"/>
                <a:gd name="T42" fmla="*/ 141 w 194"/>
                <a:gd name="T43" fmla="*/ 164 h 796"/>
                <a:gd name="T44" fmla="*/ 156 w 194"/>
                <a:gd name="T45" fmla="*/ 232 h 796"/>
                <a:gd name="T46" fmla="*/ 145 w 194"/>
                <a:gd name="T47" fmla="*/ 308 h 796"/>
                <a:gd name="T48" fmla="*/ 108 w 194"/>
                <a:gd name="T49" fmla="*/ 390 h 796"/>
                <a:gd name="T50" fmla="*/ 103 w 194"/>
                <a:gd name="T51" fmla="*/ 400 h 796"/>
                <a:gd name="T52" fmla="*/ 84 w 194"/>
                <a:gd name="T53" fmla="*/ 430 h 796"/>
                <a:gd name="T54" fmla="*/ 64 w 194"/>
                <a:gd name="T55" fmla="*/ 474 h 796"/>
                <a:gd name="T56" fmla="*/ 46 w 194"/>
                <a:gd name="T57" fmla="*/ 528 h 796"/>
                <a:gd name="T58" fmla="*/ 37 w 194"/>
                <a:gd name="T59" fmla="*/ 594 h 796"/>
                <a:gd name="T60" fmla="*/ 43 w 194"/>
                <a:gd name="T61" fmla="*/ 658 h 796"/>
                <a:gd name="T62" fmla="*/ 74 w 194"/>
                <a:gd name="T63" fmla="*/ 728 h 796"/>
                <a:gd name="T64" fmla="*/ 132 w 194"/>
                <a:gd name="T65" fmla="*/ 796 h 796"/>
                <a:gd name="T66" fmla="*/ 153 w 194"/>
                <a:gd name="T67" fmla="*/ 764 h 796"/>
                <a:gd name="T68" fmla="*/ 153 w 194"/>
                <a:gd name="T69" fmla="*/ 764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4" h="796">
                  <a:moveTo>
                    <a:pt x="153" y="764"/>
                  </a:moveTo>
                  <a:lnTo>
                    <a:pt x="148" y="760"/>
                  </a:lnTo>
                  <a:lnTo>
                    <a:pt x="135" y="741"/>
                  </a:lnTo>
                  <a:lnTo>
                    <a:pt x="118" y="714"/>
                  </a:lnTo>
                  <a:lnTo>
                    <a:pt x="105" y="671"/>
                  </a:lnTo>
                  <a:lnTo>
                    <a:pt x="97" y="626"/>
                  </a:lnTo>
                  <a:lnTo>
                    <a:pt x="100" y="564"/>
                  </a:lnTo>
                  <a:lnTo>
                    <a:pt x="113" y="488"/>
                  </a:lnTo>
                  <a:lnTo>
                    <a:pt x="151" y="404"/>
                  </a:lnTo>
                  <a:lnTo>
                    <a:pt x="158" y="392"/>
                  </a:lnTo>
                  <a:lnTo>
                    <a:pt x="171" y="368"/>
                  </a:lnTo>
                  <a:lnTo>
                    <a:pt x="186" y="328"/>
                  </a:lnTo>
                  <a:lnTo>
                    <a:pt x="194" y="276"/>
                  </a:lnTo>
                  <a:lnTo>
                    <a:pt x="186" y="213"/>
                  </a:lnTo>
                  <a:lnTo>
                    <a:pt x="158" y="146"/>
                  </a:lnTo>
                  <a:lnTo>
                    <a:pt x="100" y="73"/>
                  </a:lnTo>
                  <a:lnTo>
                    <a:pt x="0" y="0"/>
                  </a:lnTo>
                  <a:lnTo>
                    <a:pt x="11" y="9"/>
                  </a:lnTo>
                  <a:lnTo>
                    <a:pt x="39" y="29"/>
                  </a:lnTo>
                  <a:lnTo>
                    <a:pt x="74" y="63"/>
                  </a:lnTo>
                  <a:lnTo>
                    <a:pt x="111" y="108"/>
                  </a:lnTo>
                  <a:lnTo>
                    <a:pt x="141" y="164"/>
                  </a:lnTo>
                  <a:lnTo>
                    <a:pt x="156" y="232"/>
                  </a:lnTo>
                  <a:lnTo>
                    <a:pt x="145" y="308"/>
                  </a:lnTo>
                  <a:lnTo>
                    <a:pt x="108" y="390"/>
                  </a:lnTo>
                  <a:lnTo>
                    <a:pt x="103" y="400"/>
                  </a:lnTo>
                  <a:lnTo>
                    <a:pt x="84" y="430"/>
                  </a:lnTo>
                  <a:lnTo>
                    <a:pt x="64" y="474"/>
                  </a:lnTo>
                  <a:lnTo>
                    <a:pt x="46" y="528"/>
                  </a:lnTo>
                  <a:lnTo>
                    <a:pt x="37" y="594"/>
                  </a:lnTo>
                  <a:lnTo>
                    <a:pt x="43" y="658"/>
                  </a:lnTo>
                  <a:lnTo>
                    <a:pt x="74" y="728"/>
                  </a:lnTo>
                  <a:lnTo>
                    <a:pt x="132" y="796"/>
                  </a:lnTo>
                  <a:lnTo>
                    <a:pt x="153" y="764"/>
                  </a:lnTo>
                  <a:lnTo>
                    <a:pt x="153" y="7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14"/>
            <p:cNvSpPr>
              <a:spLocks/>
            </p:cNvSpPr>
            <p:nvPr/>
          </p:nvSpPr>
          <p:spPr bwMode="auto">
            <a:xfrm>
              <a:off x="5340351" y="4030663"/>
              <a:ext cx="719138" cy="877887"/>
            </a:xfrm>
            <a:custGeom>
              <a:avLst/>
              <a:gdLst>
                <a:gd name="T0" fmla="*/ 489 w 906"/>
                <a:gd name="T1" fmla="*/ 145 h 1106"/>
                <a:gd name="T2" fmla="*/ 438 w 906"/>
                <a:gd name="T3" fmla="*/ 99 h 1106"/>
                <a:gd name="T4" fmla="*/ 396 w 906"/>
                <a:gd name="T5" fmla="*/ 53 h 1106"/>
                <a:gd name="T6" fmla="*/ 369 w 906"/>
                <a:gd name="T7" fmla="*/ 20 h 1106"/>
                <a:gd name="T8" fmla="*/ 345 w 906"/>
                <a:gd name="T9" fmla="*/ 2 h 1106"/>
                <a:gd name="T10" fmla="*/ 297 w 906"/>
                <a:gd name="T11" fmla="*/ 0 h 1106"/>
                <a:gd name="T12" fmla="*/ 235 w 906"/>
                <a:gd name="T13" fmla="*/ 10 h 1106"/>
                <a:gd name="T14" fmla="*/ 178 w 906"/>
                <a:gd name="T15" fmla="*/ 28 h 1106"/>
                <a:gd name="T16" fmla="*/ 118 w 906"/>
                <a:gd name="T17" fmla="*/ 64 h 1106"/>
                <a:gd name="T18" fmla="*/ 43 w 906"/>
                <a:gd name="T19" fmla="*/ 139 h 1106"/>
                <a:gd name="T20" fmla="*/ 0 w 906"/>
                <a:gd name="T21" fmla="*/ 218 h 1106"/>
                <a:gd name="T22" fmla="*/ 41 w 906"/>
                <a:gd name="T23" fmla="*/ 363 h 1106"/>
                <a:gd name="T24" fmla="*/ 97 w 906"/>
                <a:gd name="T25" fmla="*/ 495 h 1106"/>
                <a:gd name="T26" fmla="*/ 148 w 906"/>
                <a:gd name="T27" fmla="*/ 632 h 1106"/>
                <a:gd name="T28" fmla="*/ 205 w 906"/>
                <a:gd name="T29" fmla="*/ 765 h 1106"/>
                <a:gd name="T30" fmla="*/ 264 w 906"/>
                <a:gd name="T31" fmla="*/ 877 h 1106"/>
                <a:gd name="T32" fmla="*/ 340 w 906"/>
                <a:gd name="T33" fmla="*/ 981 h 1106"/>
                <a:gd name="T34" fmla="*/ 451 w 906"/>
                <a:gd name="T35" fmla="*/ 1054 h 1106"/>
                <a:gd name="T36" fmla="*/ 593 w 906"/>
                <a:gd name="T37" fmla="*/ 1101 h 1106"/>
                <a:gd name="T38" fmla="*/ 735 w 906"/>
                <a:gd name="T39" fmla="*/ 1085 h 1106"/>
                <a:gd name="T40" fmla="*/ 826 w 906"/>
                <a:gd name="T41" fmla="*/ 1012 h 1106"/>
                <a:gd name="T42" fmla="*/ 880 w 906"/>
                <a:gd name="T43" fmla="*/ 924 h 1106"/>
                <a:gd name="T44" fmla="*/ 906 w 906"/>
                <a:gd name="T45" fmla="*/ 827 h 1106"/>
                <a:gd name="T46" fmla="*/ 874 w 906"/>
                <a:gd name="T47" fmla="*/ 650 h 1106"/>
                <a:gd name="T48" fmla="*/ 800 w 906"/>
                <a:gd name="T49" fmla="*/ 507 h 1106"/>
                <a:gd name="T50" fmla="*/ 709 w 906"/>
                <a:gd name="T51" fmla="*/ 392 h 1106"/>
                <a:gd name="T52" fmla="*/ 611 w 906"/>
                <a:gd name="T53" fmla="*/ 286 h 1106"/>
                <a:gd name="T54" fmla="*/ 567 w 906"/>
                <a:gd name="T55" fmla="*/ 237 h 1106"/>
                <a:gd name="T56" fmla="*/ 605 w 906"/>
                <a:gd name="T57" fmla="*/ 297 h 1106"/>
                <a:gd name="T58" fmla="*/ 773 w 906"/>
                <a:gd name="T59" fmla="*/ 593 h 1106"/>
                <a:gd name="T60" fmla="*/ 823 w 906"/>
                <a:gd name="T61" fmla="*/ 887 h 1106"/>
                <a:gd name="T62" fmla="*/ 806 w 906"/>
                <a:gd name="T63" fmla="*/ 916 h 1106"/>
                <a:gd name="T64" fmla="*/ 753 w 906"/>
                <a:gd name="T65" fmla="*/ 972 h 1106"/>
                <a:gd name="T66" fmla="*/ 664 w 906"/>
                <a:gd name="T67" fmla="*/ 1017 h 1106"/>
                <a:gd name="T68" fmla="*/ 542 w 906"/>
                <a:gd name="T69" fmla="*/ 1007 h 1106"/>
                <a:gd name="T70" fmla="*/ 388 w 906"/>
                <a:gd name="T71" fmla="*/ 901 h 1106"/>
                <a:gd name="T72" fmla="*/ 301 w 906"/>
                <a:gd name="T73" fmla="*/ 791 h 1106"/>
                <a:gd name="T74" fmla="*/ 201 w 906"/>
                <a:gd name="T75" fmla="*/ 603 h 1106"/>
                <a:gd name="T76" fmla="*/ 102 w 906"/>
                <a:gd name="T77" fmla="*/ 351 h 1106"/>
                <a:gd name="T78" fmla="*/ 105 w 906"/>
                <a:gd name="T79" fmla="*/ 199 h 1106"/>
                <a:gd name="T80" fmla="*/ 187 w 906"/>
                <a:gd name="T81" fmla="*/ 96 h 1106"/>
                <a:gd name="T82" fmla="*/ 324 w 906"/>
                <a:gd name="T83" fmla="*/ 53 h 1106"/>
                <a:gd name="T84" fmla="*/ 476 w 906"/>
                <a:gd name="T85" fmla="*/ 231 h 1106"/>
                <a:gd name="T86" fmla="*/ 426 w 906"/>
                <a:gd name="T87" fmla="*/ 363 h 1106"/>
                <a:gd name="T88" fmla="*/ 230 w 906"/>
                <a:gd name="T89" fmla="*/ 530 h 1106"/>
                <a:gd name="T90" fmla="*/ 335 w 906"/>
                <a:gd name="T91" fmla="*/ 479 h 1106"/>
                <a:gd name="T92" fmla="*/ 491 w 906"/>
                <a:gd name="T93" fmla="*/ 324 h 1106"/>
                <a:gd name="T94" fmla="*/ 517 w 906"/>
                <a:gd name="T95" fmla="*/ 174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06" h="1106">
                  <a:moveTo>
                    <a:pt x="517" y="174"/>
                  </a:moveTo>
                  <a:lnTo>
                    <a:pt x="504" y="161"/>
                  </a:lnTo>
                  <a:lnTo>
                    <a:pt x="489" y="145"/>
                  </a:lnTo>
                  <a:lnTo>
                    <a:pt x="474" y="130"/>
                  </a:lnTo>
                  <a:lnTo>
                    <a:pt x="456" y="114"/>
                  </a:lnTo>
                  <a:lnTo>
                    <a:pt x="438" y="99"/>
                  </a:lnTo>
                  <a:lnTo>
                    <a:pt x="421" y="83"/>
                  </a:lnTo>
                  <a:lnTo>
                    <a:pt x="406" y="68"/>
                  </a:lnTo>
                  <a:lnTo>
                    <a:pt x="396" y="53"/>
                  </a:lnTo>
                  <a:lnTo>
                    <a:pt x="385" y="40"/>
                  </a:lnTo>
                  <a:lnTo>
                    <a:pt x="377" y="28"/>
                  </a:lnTo>
                  <a:lnTo>
                    <a:pt x="369" y="20"/>
                  </a:lnTo>
                  <a:lnTo>
                    <a:pt x="362" y="12"/>
                  </a:lnTo>
                  <a:lnTo>
                    <a:pt x="355" y="7"/>
                  </a:lnTo>
                  <a:lnTo>
                    <a:pt x="345" y="2"/>
                  </a:lnTo>
                  <a:lnTo>
                    <a:pt x="332" y="0"/>
                  </a:lnTo>
                  <a:lnTo>
                    <a:pt x="316" y="0"/>
                  </a:lnTo>
                  <a:lnTo>
                    <a:pt x="297" y="0"/>
                  </a:lnTo>
                  <a:lnTo>
                    <a:pt x="277" y="2"/>
                  </a:lnTo>
                  <a:lnTo>
                    <a:pt x="256" y="5"/>
                  </a:lnTo>
                  <a:lnTo>
                    <a:pt x="235" y="10"/>
                  </a:lnTo>
                  <a:lnTo>
                    <a:pt x="216" y="15"/>
                  </a:lnTo>
                  <a:lnTo>
                    <a:pt x="197" y="20"/>
                  </a:lnTo>
                  <a:lnTo>
                    <a:pt x="178" y="28"/>
                  </a:lnTo>
                  <a:lnTo>
                    <a:pt x="159" y="37"/>
                  </a:lnTo>
                  <a:lnTo>
                    <a:pt x="140" y="46"/>
                  </a:lnTo>
                  <a:lnTo>
                    <a:pt x="118" y="64"/>
                  </a:lnTo>
                  <a:lnTo>
                    <a:pt x="92" y="85"/>
                  </a:lnTo>
                  <a:lnTo>
                    <a:pt x="68" y="110"/>
                  </a:lnTo>
                  <a:lnTo>
                    <a:pt x="43" y="139"/>
                  </a:lnTo>
                  <a:lnTo>
                    <a:pt x="23" y="169"/>
                  </a:lnTo>
                  <a:lnTo>
                    <a:pt x="8" y="195"/>
                  </a:lnTo>
                  <a:lnTo>
                    <a:pt x="0" y="218"/>
                  </a:lnTo>
                  <a:lnTo>
                    <a:pt x="3" y="267"/>
                  </a:lnTo>
                  <a:lnTo>
                    <a:pt x="18" y="317"/>
                  </a:lnTo>
                  <a:lnTo>
                    <a:pt x="41" y="363"/>
                  </a:lnTo>
                  <a:lnTo>
                    <a:pt x="64" y="405"/>
                  </a:lnTo>
                  <a:lnTo>
                    <a:pt x="81" y="449"/>
                  </a:lnTo>
                  <a:lnTo>
                    <a:pt x="97" y="495"/>
                  </a:lnTo>
                  <a:lnTo>
                    <a:pt x="116" y="538"/>
                  </a:lnTo>
                  <a:lnTo>
                    <a:pt x="129" y="584"/>
                  </a:lnTo>
                  <a:lnTo>
                    <a:pt x="148" y="632"/>
                  </a:lnTo>
                  <a:lnTo>
                    <a:pt x="164" y="677"/>
                  </a:lnTo>
                  <a:lnTo>
                    <a:pt x="185" y="720"/>
                  </a:lnTo>
                  <a:lnTo>
                    <a:pt x="205" y="765"/>
                  </a:lnTo>
                  <a:lnTo>
                    <a:pt x="224" y="802"/>
                  </a:lnTo>
                  <a:lnTo>
                    <a:pt x="244" y="840"/>
                  </a:lnTo>
                  <a:lnTo>
                    <a:pt x="264" y="877"/>
                  </a:lnTo>
                  <a:lnTo>
                    <a:pt x="287" y="913"/>
                  </a:lnTo>
                  <a:lnTo>
                    <a:pt x="312" y="949"/>
                  </a:lnTo>
                  <a:lnTo>
                    <a:pt x="340" y="981"/>
                  </a:lnTo>
                  <a:lnTo>
                    <a:pt x="369" y="1007"/>
                  </a:lnTo>
                  <a:lnTo>
                    <a:pt x="406" y="1031"/>
                  </a:lnTo>
                  <a:lnTo>
                    <a:pt x="451" y="1054"/>
                  </a:lnTo>
                  <a:lnTo>
                    <a:pt x="496" y="1075"/>
                  </a:lnTo>
                  <a:lnTo>
                    <a:pt x="546" y="1091"/>
                  </a:lnTo>
                  <a:lnTo>
                    <a:pt x="593" y="1101"/>
                  </a:lnTo>
                  <a:lnTo>
                    <a:pt x="641" y="1106"/>
                  </a:lnTo>
                  <a:lnTo>
                    <a:pt x="690" y="1101"/>
                  </a:lnTo>
                  <a:lnTo>
                    <a:pt x="735" y="1085"/>
                  </a:lnTo>
                  <a:lnTo>
                    <a:pt x="781" y="1056"/>
                  </a:lnTo>
                  <a:lnTo>
                    <a:pt x="804" y="1036"/>
                  </a:lnTo>
                  <a:lnTo>
                    <a:pt x="826" y="1012"/>
                  </a:lnTo>
                  <a:lnTo>
                    <a:pt x="846" y="984"/>
                  </a:lnTo>
                  <a:lnTo>
                    <a:pt x="864" y="955"/>
                  </a:lnTo>
                  <a:lnTo>
                    <a:pt x="880" y="924"/>
                  </a:lnTo>
                  <a:lnTo>
                    <a:pt x="891" y="893"/>
                  </a:lnTo>
                  <a:lnTo>
                    <a:pt x="902" y="858"/>
                  </a:lnTo>
                  <a:lnTo>
                    <a:pt x="906" y="827"/>
                  </a:lnTo>
                  <a:lnTo>
                    <a:pt x="906" y="765"/>
                  </a:lnTo>
                  <a:lnTo>
                    <a:pt x="896" y="707"/>
                  </a:lnTo>
                  <a:lnTo>
                    <a:pt x="874" y="650"/>
                  </a:lnTo>
                  <a:lnTo>
                    <a:pt x="849" y="594"/>
                  </a:lnTo>
                  <a:lnTo>
                    <a:pt x="826" y="552"/>
                  </a:lnTo>
                  <a:lnTo>
                    <a:pt x="800" y="507"/>
                  </a:lnTo>
                  <a:lnTo>
                    <a:pt x="773" y="471"/>
                  </a:lnTo>
                  <a:lnTo>
                    <a:pt x="743" y="430"/>
                  </a:lnTo>
                  <a:lnTo>
                    <a:pt x="709" y="392"/>
                  </a:lnTo>
                  <a:lnTo>
                    <a:pt x="677" y="357"/>
                  </a:lnTo>
                  <a:lnTo>
                    <a:pt x="644" y="320"/>
                  </a:lnTo>
                  <a:lnTo>
                    <a:pt x="611" y="286"/>
                  </a:lnTo>
                  <a:lnTo>
                    <a:pt x="595" y="270"/>
                  </a:lnTo>
                  <a:lnTo>
                    <a:pt x="582" y="252"/>
                  </a:lnTo>
                  <a:lnTo>
                    <a:pt x="567" y="237"/>
                  </a:lnTo>
                  <a:lnTo>
                    <a:pt x="552" y="218"/>
                  </a:lnTo>
                  <a:lnTo>
                    <a:pt x="567" y="239"/>
                  </a:lnTo>
                  <a:lnTo>
                    <a:pt x="605" y="297"/>
                  </a:lnTo>
                  <a:lnTo>
                    <a:pt x="659" y="380"/>
                  </a:lnTo>
                  <a:lnTo>
                    <a:pt x="720" y="481"/>
                  </a:lnTo>
                  <a:lnTo>
                    <a:pt x="773" y="593"/>
                  </a:lnTo>
                  <a:lnTo>
                    <a:pt x="816" y="703"/>
                  </a:lnTo>
                  <a:lnTo>
                    <a:pt x="836" y="804"/>
                  </a:lnTo>
                  <a:lnTo>
                    <a:pt x="823" y="887"/>
                  </a:lnTo>
                  <a:lnTo>
                    <a:pt x="821" y="890"/>
                  </a:lnTo>
                  <a:lnTo>
                    <a:pt x="816" y="901"/>
                  </a:lnTo>
                  <a:lnTo>
                    <a:pt x="806" y="916"/>
                  </a:lnTo>
                  <a:lnTo>
                    <a:pt x="790" y="934"/>
                  </a:lnTo>
                  <a:lnTo>
                    <a:pt x="773" y="955"/>
                  </a:lnTo>
                  <a:lnTo>
                    <a:pt x="753" y="972"/>
                  </a:lnTo>
                  <a:lnTo>
                    <a:pt x="724" y="991"/>
                  </a:lnTo>
                  <a:lnTo>
                    <a:pt x="697" y="1007"/>
                  </a:lnTo>
                  <a:lnTo>
                    <a:pt x="664" y="1017"/>
                  </a:lnTo>
                  <a:lnTo>
                    <a:pt x="625" y="1023"/>
                  </a:lnTo>
                  <a:lnTo>
                    <a:pt x="585" y="1020"/>
                  </a:lnTo>
                  <a:lnTo>
                    <a:pt x="542" y="1007"/>
                  </a:lnTo>
                  <a:lnTo>
                    <a:pt x="494" y="986"/>
                  </a:lnTo>
                  <a:lnTo>
                    <a:pt x="443" y="949"/>
                  </a:lnTo>
                  <a:lnTo>
                    <a:pt x="388" y="901"/>
                  </a:lnTo>
                  <a:lnTo>
                    <a:pt x="330" y="835"/>
                  </a:lnTo>
                  <a:lnTo>
                    <a:pt x="322" y="825"/>
                  </a:lnTo>
                  <a:lnTo>
                    <a:pt x="301" y="791"/>
                  </a:lnTo>
                  <a:lnTo>
                    <a:pt x="273" y="742"/>
                  </a:lnTo>
                  <a:lnTo>
                    <a:pt x="238" y="679"/>
                  </a:lnTo>
                  <a:lnTo>
                    <a:pt x="201" y="603"/>
                  </a:lnTo>
                  <a:lnTo>
                    <a:pt x="162" y="522"/>
                  </a:lnTo>
                  <a:lnTo>
                    <a:pt x="129" y="437"/>
                  </a:lnTo>
                  <a:lnTo>
                    <a:pt x="102" y="351"/>
                  </a:lnTo>
                  <a:lnTo>
                    <a:pt x="89" y="235"/>
                  </a:lnTo>
                  <a:lnTo>
                    <a:pt x="92" y="223"/>
                  </a:lnTo>
                  <a:lnTo>
                    <a:pt x="105" y="199"/>
                  </a:lnTo>
                  <a:lnTo>
                    <a:pt x="125" y="167"/>
                  </a:lnTo>
                  <a:lnTo>
                    <a:pt x="152" y="130"/>
                  </a:lnTo>
                  <a:lnTo>
                    <a:pt x="187" y="96"/>
                  </a:lnTo>
                  <a:lnTo>
                    <a:pt x="227" y="68"/>
                  </a:lnTo>
                  <a:lnTo>
                    <a:pt x="273" y="51"/>
                  </a:lnTo>
                  <a:lnTo>
                    <a:pt x="324" y="53"/>
                  </a:lnTo>
                  <a:lnTo>
                    <a:pt x="476" y="197"/>
                  </a:lnTo>
                  <a:lnTo>
                    <a:pt x="476" y="205"/>
                  </a:lnTo>
                  <a:lnTo>
                    <a:pt x="476" y="231"/>
                  </a:lnTo>
                  <a:lnTo>
                    <a:pt x="469" y="267"/>
                  </a:lnTo>
                  <a:lnTo>
                    <a:pt x="453" y="312"/>
                  </a:lnTo>
                  <a:lnTo>
                    <a:pt x="426" y="363"/>
                  </a:lnTo>
                  <a:lnTo>
                    <a:pt x="380" y="421"/>
                  </a:lnTo>
                  <a:lnTo>
                    <a:pt x="316" y="476"/>
                  </a:lnTo>
                  <a:lnTo>
                    <a:pt x="230" y="530"/>
                  </a:lnTo>
                  <a:lnTo>
                    <a:pt x="246" y="525"/>
                  </a:lnTo>
                  <a:lnTo>
                    <a:pt x="282" y="506"/>
                  </a:lnTo>
                  <a:lnTo>
                    <a:pt x="335" y="479"/>
                  </a:lnTo>
                  <a:lnTo>
                    <a:pt x="390" y="437"/>
                  </a:lnTo>
                  <a:lnTo>
                    <a:pt x="445" y="386"/>
                  </a:lnTo>
                  <a:lnTo>
                    <a:pt x="491" y="324"/>
                  </a:lnTo>
                  <a:lnTo>
                    <a:pt x="517" y="254"/>
                  </a:lnTo>
                  <a:lnTo>
                    <a:pt x="517" y="174"/>
                  </a:lnTo>
                  <a:lnTo>
                    <a:pt x="517" y="17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15"/>
            <p:cNvSpPr>
              <a:spLocks/>
            </p:cNvSpPr>
            <p:nvPr/>
          </p:nvSpPr>
          <p:spPr bwMode="auto">
            <a:xfrm>
              <a:off x="4730751" y="3132138"/>
              <a:ext cx="757238" cy="614362"/>
            </a:xfrm>
            <a:custGeom>
              <a:avLst/>
              <a:gdLst>
                <a:gd name="T0" fmla="*/ 941 w 954"/>
                <a:gd name="T1" fmla="*/ 627 h 774"/>
                <a:gd name="T2" fmla="*/ 947 w 954"/>
                <a:gd name="T3" fmla="*/ 720 h 774"/>
                <a:gd name="T4" fmla="*/ 862 w 954"/>
                <a:gd name="T5" fmla="*/ 710 h 774"/>
                <a:gd name="T6" fmla="*/ 741 w 954"/>
                <a:gd name="T7" fmla="*/ 710 h 774"/>
                <a:gd name="T8" fmla="*/ 404 w 954"/>
                <a:gd name="T9" fmla="*/ 725 h 774"/>
                <a:gd name="T10" fmla="*/ 259 w 954"/>
                <a:gd name="T11" fmla="*/ 733 h 774"/>
                <a:gd name="T12" fmla="*/ 91 w 954"/>
                <a:gd name="T13" fmla="*/ 758 h 774"/>
                <a:gd name="T14" fmla="*/ 19 w 954"/>
                <a:gd name="T15" fmla="*/ 763 h 774"/>
                <a:gd name="T16" fmla="*/ 9 w 954"/>
                <a:gd name="T17" fmla="*/ 687 h 774"/>
                <a:gd name="T18" fmla="*/ 76 w 954"/>
                <a:gd name="T19" fmla="*/ 503 h 774"/>
                <a:gd name="T20" fmla="*/ 76 w 954"/>
                <a:gd name="T21" fmla="*/ 374 h 774"/>
                <a:gd name="T22" fmla="*/ 56 w 954"/>
                <a:gd name="T23" fmla="*/ 161 h 774"/>
                <a:gd name="T24" fmla="*/ 126 w 954"/>
                <a:gd name="T25" fmla="*/ 424 h 774"/>
                <a:gd name="T26" fmla="*/ 215 w 954"/>
                <a:gd name="T27" fmla="*/ 429 h 774"/>
                <a:gd name="T28" fmla="*/ 285 w 954"/>
                <a:gd name="T29" fmla="*/ 419 h 774"/>
                <a:gd name="T30" fmla="*/ 374 w 954"/>
                <a:gd name="T31" fmla="*/ 411 h 774"/>
                <a:gd name="T32" fmla="*/ 511 w 954"/>
                <a:gd name="T33" fmla="*/ 404 h 774"/>
                <a:gd name="T34" fmla="*/ 597 w 954"/>
                <a:gd name="T35" fmla="*/ 388 h 774"/>
                <a:gd name="T36" fmla="*/ 675 w 954"/>
                <a:gd name="T37" fmla="*/ 376 h 774"/>
                <a:gd name="T38" fmla="*/ 790 w 954"/>
                <a:gd name="T39" fmla="*/ 380 h 774"/>
                <a:gd name="T40" fmla="*/ 856 w 954"/>
                <a:gd name="T41" fmla="*/ 420 h 774"/>
                <a:gd name="T42" fmla="*/ 804 w 954"/>
                <a:gd name="T43" fmla="*/ 432 h 774"/>
                <a:gd name="T44" fmla="*/ 732 w 954"/>
                <a:gd name="T45" fmla="*/ 429 h 774"/>
                <a:gd name="T46" fmla="*/ 649 w 954"/>
                <a:gd name="T47" fmla="*/ 437 h 774"/>
                <a:gd name="T48" fmla="*/ 529 w 954"/>
                <a:gd name="T49" fmla="*/ 455 h 774"/>
                <a:gd name="T50" fmla="*/ 378 w 954"/>
                <a:gd name="T51" fmla="*/ 469 h 774"/>
                <a:gd name="T52" fmla="*/ 235 w 954"/>
                <a:gd name="T53" fmla="*/ 489 h 774"/>
                <a:gd name="T54" fmla="*/ 133 w 954"/>
                <a:gd name="T55" fmla="*/ 464 h 774"/>
                <a:gd name="T56" fmla="*/ 124 w 954"/>
                <a:gd name="T57" fmla="*/ 458 h 774"/>
                <a:gd name="T58" fmla="*/ 72 w 954"/>
                <a:gd name="T59" fmla="*/ 671 h 774"/>
                <a:gd name="T60" fmla="*/ 162 w 954"/>
                <a:gd name="T61" fmla="*/ 693 h 774"/>
                <a:gd name="T62" fmla="*/ 243 w 954"/>
                <a:gd name="T63" fmla="*/ 682 h 774"/>
                <a:gd name="T64" fmla="*/ 330 w 954"/>
                <a:gd name="T65" fmla="*/ 677 h 774"/>
                <a:gd name="T66" fmla="*/ 425 w 954"/>
                <a:gd name="T67" fmla="*/ 668 h 774"/>
                <a:gd name="T68" fmla="*/ 503 w 954"/>
                <a:gd name="T69" fmla="*/ 656 h 774"/>
                <a:gd name="T70" fmla="*/ 583 w 954"/>
                <a:gd name="T71" fmla="*/ 655 h 774"/>
                <a:gd name="T72" fmla="*/ 732 w 954"/>
                <a:gd name="T73" fmla="*/ 655 h 774"/>
                <a:gd name="T74" fmla="*/ 886 w 954"/>
                <a:gd name="T75" fmla="*/ 665 h 774"/>
                <a:gd name="T76" fmla="*/ 904 w 954"/>
                <a:gd name="T77" fmla="*/ 563 h 774"/>
                <a:gd name="T78" fmla="*/ 907 w 954"/>
                <a:gd name="T79" fmla="*/ 424 h 774"/>
                <a:gd name="T80" fmla="*/ 915 w 954"/>
                <a:gd name="T81" fmla="*/ 299 h 774"/>
                <a:gd name="T82" fmla="*/ 894 w 954"/>
                <a:gd name="T83" fmla="*/ 114 h 774"/>
                <a:gd name="T84" fmla="*/ 885 w 954"/>
                <a:gd name="T85" fmla="*/ 286 h 774"/>
                <a:gd name="T86" fmla="*/ 864 w 954"/>
                <a:gd name="T87" fmla="*/ 317 h 774"/>
                <a:gd name="T88" fmla="*/ 854 w 954"/>
                <a:gd name="T89" fmla="*/ 58 h 774"/>
                <a:gd name="T90" fmla="*/ 785 w 954"/>
                <a:gd name="T91" fmla="*/ 48 h 774"/>
                <a:gd name="T92" fmla="*/ 675 w 954"/>
                <a:gd name="T93" fmla="*/ 73 h 774"/>
                <a:gd name="T94" fmla="*/ 507 w 954"/>
                <a:gd name="T95" fmla="*/ 108 h 774"/>
                <a:gd name="T96" fmla="*/ 240 w 954"/>
                <a:gd name="T97" fmla="*/ 124 h 774"/>
                <a:gd name="T98" fmla="*/ 78 w 954"/>
                <a:gd name="T99" fmla="*/ 64 h 774"/>
                <a:gd name="T100" fmla="*/ 80 w 954"/>
                <a:gd name="T101" fmla="*/ 37 h 774"/>
                <a:gd name="T102" fmla="*/ 148 w 954"/>
                <a:gd name="T103" fmla="*/ 64 h 774"/>
                <a:gd name="T104" fmla="*/ 262 w 954"/>
                <a:gd name="T105" fmla="*/ 67 h 774"/>
                <a:gd name="T106" fmla="*/ 454 w 954"/>
                <a:gd name="T107" fmla="*/ 62 h 774"/>
                <a:gd name="T108" fmla="*/ 511 w 954"/>
                <a:gd name="T109" fmla="*/ 51 h 774"/>
                <a:gd name="T110" fmla="*/ 583 w 954"/>
                <a:gd name="T111" fmla="*/ 39 h 774"/>
                <a:gd name="T112" fmla="*/ 712 w 954"/>
                <a:gd name="T113" fmla="*/ 10 h 774"/>
                <a:gd name="T114" fmla="*/ 812 w 954"/>
                <a:gd name="T115" fmla="*/ 2 h 774"/>
                <a:gd name="T116" fmla="*/ 874 w 954"/>
                <a:gd name="T117" fmla="*/ 26 h 774"/>
                <a:gd name="T118" fmla="*/ 939 w 954"/>
                <a:gd name="T119" fmla="*/ 11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54" h="774">
                  <a:moveTo>
                    <a:pt x="947" y="351"/>
                  </a:moveTo>
                  <a:lnTo>
                    <a:pt x="945" y="411"/>
                  </a:lnTo>
                  <a:lnTo>
                    <a:pt x="941" y="471"/>
                  </a:lnTo>
                  <a:lnTo>
                    <a:pt x="945" y="528"/>
                  </a:lnTo>
                  <a:lnTo>
                    <a:pt x="945" y="586"/>
                  </a:lnTo>
                  <a:lnTo>
                    <a:pt x="941" y="609"/>
                  </a:lnTo>
                  <a:lnTo>
                    <a:pt x="941" y="627"/>
                  </a:lnTo>
                  <a:lnTo>
                    <a:pt x="939" y="648"/>
                  </a:lnTo>
                  <a:lnTo>
                    <a:pt x="945" y="668"/>
                  </a:lnTo>
                  <a:lnTo>
                    <a:pt x="947" y="679"/>
                  </a:lnTo>
                  <a:lnTo>
                    <a:pt x="949" y="696"/>
                  </a:lnTo>
                  <a:lnTo>
                    <a:pt x="949" y="710"/>
                  </a:lnTo>
                  <a:lnTo>
                    <a:pt x="947" y="717"/>
                  </a:lnTo>
                  <a:lnTo>
                    <a:pt x="947" y="720"/>
                  </a:lnTo>
                  <a:lnTo>
                    <a:pt x="947" y="723"/>
                  </a:lnTo>
                  <a:lnTo>
                    <a:pt x="929" y="720"/>
                  </a:lnTo>
                  <a:lnTo>
                    <a:pt x="915" y="715"/>
                  </a:lnTo>
                  <a:lnTo>
                    <a:pt x="899" y="713"/>
                  </a:lnTo>
                  <a:lnTo>
                    <a:pt x="885" y="710"/>
                  </a:lnTo>
                  <a:lnTo>
                    <a:pt x="872" y="710"/>
                  </a:lnTo>
                  <a:lnTo>
                    <a:pt x="862" y="710"/>
                  </a:lnTo>
                  <a:lnTo>
                    <a:pt x="851" y="710"/>
                  </a:lnTo>
                  <a:lnTo>
                    <a:pt x="838" y="710"/>
                  </a:lnTo>
                  <a:lnTo>
                    <a:pt x="827" y="710"/>
                  </a:lnTo>
                  <a:lnTo>
                    <a:pt x="815" y="710"/>
                  </a:lnTo>
                  <a:lnTo>
                    <a:pt x="802" y="713"/>
                  </a:lnTo>
                  <a:lnTo>
                    <a:pt x="790" y="713"/>
                  </a:lnTo>
                  <a:lnTo>
                    <a:pt x="741" y="710"/>
                  </a:lnTo>
                  <a:lnTo>
                    <a:pt x="693" y="710"/>
                  </a:lnTo>
                  <a:lnTo>
                    <a:pt x="646" y="710"/>
                  </a:lnTo>
                  <a:lnTo>
                    <a:pt x="597" y="713"/>
                  </a:lnTo>
                  <a:lnTo>
                    <a:pt x="549" y="715"/>
                  </a:lnTo>
                  <a:lnTo>
                    <a:pt x="501" y="717"/>
                  </a:lnTo>
                  <a:lnTo>
                    <a:pt x="454" y="720"/>
                  </a:lnTo>
                  <a:lnTo>
                    <a:pt x="404" y="725"/>
                  </a:lnTo>
                  <a:lnTo>
                    <a:pt x="385" y="725"/>
                  </a:lnTo>
                  <a:lnTo>
                    <a:pt x="361" y="725"/>
                  </a:lnTo>
                  <a:lnTo>
                    <a:pt x="341" y="728"/>
                  </a:lnTo>
                  <a:lnTo>
                    <a:pt x="321" y="728"/>
                  </a:lnTo>
                  <a:lnTo>
                    <a:pt x="298" y="728"/>
                  </a:lnTo>
                  <a:lnTo>
                    <a:pt x="277" y="731"/>
                  </a:lnTo>
                  <a:lnTo>
                    <a:pt x="259" y="733"/>
                  </a:lnTo>
                  <a:lnTo>
                    <a:pt x="238" y="737"/>
                  </a:lnTo>
                  <a:lnTo>
                    <a:pt x="212" y="739"/>
                  </a:lnTo>
                  <a:lnTo>
                    <a:pt x="187" y="745"/>
                  </a:lnTo>
                  <a:lnTo>
                    <a:pt x="164" y="747"/>
                  </a:lnTo>
                  <a:lnTo>
                    <a:pt x="138" y="749"/>
                  </a:lnTo>
                  <a:lnTo>
                    <a:pt x="114" y="753"/>
                  </a:lnTo>
                  <a:lnTo>
                    <a:pt x="91" y="758"/>
                  </a:lnTo>
                  <a:lnTo>
                    <a:pt x="65" y="763"/>
                  </a:lnTo>
                  <a:lnTo>
                    <a:pt x="43" y="769"/>
                  </a:lnTo>
                  <a:lnTo>
                    <a:pt x="38" y="771"/>
                  </a:lnTo>
                  <a:lnTo>
                    <a:pt x="33" y="774"/>
                  </a:lnTo>
                  <a:lnTo>
                    <a:pt x="29" y="774"/>
                  </a:lnTo>
                  <a:lnTo>
                    <a:pt x="27" y="771"/>
                  </a:lnTo>
                  <a:lnTo>
                    <a:pt x="19" y="763"/>
                  </a:lnTo>
                  <a:lnTo>
                    <a:pt x="12" y="754"/>
                  </a:lnTo>
                  <a:lnTo>
                    <a:pt x="4" y="747"/>
                  </a:lnTo>
                  <a:lnTo>
                    <a:pt x="2" y="739"/>
                  </a:lnTo>
                  <a:lnTo>
                    <a:pt x="0" y="725"/>
                  </a:lnTo>
                  <a:lnTo>
                    <a:pt x="2" y="713"/>
                  </a:lnTo>
                  <a:lnTo>
                    <a:pt x="4" y="701"/>
                  </a:lnTo>
                  <a:lnTo>
                    <a:pt x="9" y="687"/>
                  </a:lnTo>
                  <a:lnTo>
                    <a:pt x="19" y="656"/>
                  </a:lnTo>
                  <a:lnTo>
                    <a:pt x="29" y="630"/>
                  </a:lnTo>
                  <a:lnTo>
                    <a:pt x="40" y="603"/>
                  </a:lnTo>
                  <a:lnTo>
                    <a:pt x="48" y="574"/>
                  </a:lnTo>
                  <a:lnTo>
                    <a:pt x="58" y="551"/>
                  </a:lnTo>
                  <a:lnTo>
                    <a:pt x="68" y="528"/>
                  </a:lnTo>
                  <a:lnTo>
                    <a:pt x="76" y="503"/>
                  </a:lnTo>
                  <a:lnTo>
                    <a:pt x="80" y="475"/>
                  </a:lnTo>
                  <a:lnTo>
                    <a:pt x="78" y="464"/>
                  </a:lnTo>
                  <a:lnTo>
                    <a:pt x="78" y="447"/>
                  </a:lnTo>
                  <a:lnTo>
                    <a:pt x="78" y="435"/>
                  </a:lnTo>
                  <a:lnTo>
                    <a:pt x="76" y="419"/>
                  </a:lnTo>
                  <a:lnTo>
                    <a:pt x="76" y="396"/>
                  </a:lnTo>
                  <a:lnTo>
                    <a:pt x="76" y="374"/>
                  </a:lnTo>
                  <a:lnTo>
                    <a:pt x="76" y="351"/>
                  </a:lnTo>
                  <a:lnTo>
                    <a:pt x="72" y="330"/>
                  </a:lnTo>
                  <a:lnTo>
                    <a:pt x="70" y="291"/>
                  </a:lnTo>
                  <a:lnTo>
                    <a:pt x="65" y="252"/>
                  </a:lnTo>
                  <a:lnTo>
                    <a:pt x="62" y="213"/>
                  </a:lnTo>
                  <a:lnTo>
                    <a:pt x="58" y="176"/>
                  </a:lnTo>
                  <a:lnTo>
                    <a:pt x="56" y="161"/>
                  </a:lnTo>
                  <a:lnTo>
                    <a:pt x="56" y="143"/>
                  </a:lnTo>
                  <a:lnTo>
                    <a:pt x="61" y="127"/>
                  </a:lnTo>
                  <a:lnTo>
                    <a:pt x="70" y="119"/>
                  </a:lnTo>
                  <a:lnTo>
                    <a:pt x="95" y="184"/>
                  </a:lnTo>
                  <a:lnTo>
                    <a:pt x="114" y="262"/>
                  </a:lnTo>
                  <a:lnTo>
                    <a:pt x="124" y="348"/>
                  </a:lnTo>
                  <a:lnTo>
                    <a:pt x="126" y="424"/>
                  </a:lnTo>
                  <a:lnTo>
                    <a:pt x="138" y="427"/>
                  </a:lnTo>
                  <a:lnTo>
                    <a:pt x="152" y="429"/>
                  </a:lnTo>
                  <a:lnTo>
                    <a:pt x="164" y="429"/>
                  </a:lnTo>
                  <a:lnTo>
                    <a:pt x="177" y="429"/>
                  </a:lnTo>
                  <a:lnTo>
                    <a:pt x="190" y="429"/>
                  </a:lnTo>
                  <a:lnTo>
                    <a:pt x="201" y="429"/>
                  </a:lnTo>
                  <a:lnTo>
                    <a:pt x="215" y="429"/>
                  </a:lnTo>
                  <a:lnTo>
                    <a:pt x="228" y="429"/>
                  </a:lnTo>
                  <a:lnTo>
                    <a:pt x="238" y="427"/>
                  </a:lnTo>
                  <a:lnTo>
                    <a:pt x="249" y="427"/>
                  </a:lnTo>
                  <a:lnTo>
                    <a:pt x="259" y="424"/>
                  </a:lnTo>
                  <a:lnTo>
                    <a:pt x="265" y="424"/>
                  </a:lnTo>
                  <a:lnTo>
                    <a:pt x="275" y="420"/>
                  </a:lnTo>
                  <a:lnTo>
                    <a:pt x="285" y="419"/>
                  </a:lnTo>
                  <a:lnTo>
                    <a:pt x="298" y="416"/>
                  </a:lnTo>
                  <a:lnTo>
                    <a:pt x="311" y="413"/>
                  </a:lnTo>
                  <a:lnTo>
                    <a:pt x="327" y="413"/>
                  </a:lnTo>
                  <a:lnTo>
                    <a:pt x="338" y="413"/>
                  </a:lnTo>
                  <a:lnTo>
                    <a:pt x="351" y="413"/>
                  </a:lnTo>
                  <a:lnTo>
                    <a:pt x="361" y="413"/>
                  </a:lnTo>
                  <a:lnTo>
                    <a:pt x="374" y="411"/>
                  </a:lnTo>
                  <a:lnTo>
                    <a:pt x="390" y="408"/>
                  </a:lnTo>
                  <a:lnTo>
                    <a:pt x="412" y="406"/>
                  </a:lnTo>
                  <a:lnTo>
                    <a:pt x="435" y="404"/>
                  </a:lnTo>
                  <a:lnTo>
                    <a:pt x="458" y="404"/>
                  </a:lnTo>
                  <a:lnTo>
                    <a:pt x="478" y="404"/>
                  </a:lnTo>
                  <a:lnTo>
                    <a:pt x="499" y="404"/>
                  </a:lnTo>
                  <a:lnTo>
                    <a:pt x="511" y="404"/>
                  </a:lnTo>
                  <a:lnTo>
                    <a:pt x="526" y="397"/>
                  </a:lnTo>
                  <a:lnTo>
                    <a:pt x="544" y="391"/>
                  </a:lnTo>
                  <a:lnTo>
                    <a:pt x="562" y="391"/>
                  </a:lnTo>
                  <a:lnTo>
                    <a:pt x="577" y="391"/>
                  </a:lnTo>
                  <a:lnTo>
                    <a:pt x="583" y="390"/>
                  </a:lnTo>
                  <a:lnTo>
                    <a:pt x="590" y="390"/>
                  </a:lnTo>
                  <a:lnTo>
                    <a:pt x="597" y="388"/>
                  </a:lnTo>
                  <a:lnTo>
                    <a:pt x="605" y="388"/>
                  </a:lnTo>
                  <a:lnTo>
                    <a:pt x="612" y="385"/>
                  </a:lnTo>
                  <a:lnTo>
                    <a:pt x="625" y="385"/>
                  </a:lnTo>
                  <a:lnTo>
                    <a:pt x="638" y="382"/>
                  </a:lnTo>
                  <a:lnTo>
                    <a:pt x="643" y="380"/>
                  </a:lnTo>
                  <a:lnTo>
                    <a:pt x="659" y="376"/>
                  </a:lnTo>
                  <a:lnTo>
                    <a:pt x="675" y="376"/>
                  </a:lnTo>
                  <a:lnTo>
                    <a:pt x="691" y="376"/>
                  </a:lnTo>
                  <a:lnTo>
                    <a:pt x="708" y="376"/>
                  </a:lnTo>
                  <a:lnTo>
                    <a:pt x="725" y="376"/>
                  </a:lnTo>
                  <a:lnTo>
                    <a:pt x="741" y="376"/>
                  </a:lnTo>
                  <a:lnTo>
                    <a:pt x="757" y="380"/>
                  </a:lnTo>
                  <a:lnTo>
                    <a:pt x="772" y="380"/>
                  </a:lnTo>
                  <a:lnTo>
                    <a:pt x="790" y="380"/>
                  </a:lnTo>
                  <a:lnTo>
                    <a:pt x="810" y="376"/>
                  </a:lnTo>
                  <a:lnTo>
                    <a:pt x="827" y="380"/>
                  </a:lnTo>
                  <a:lnTo>
                    <a:pt x="846" y="385"/>
                  </a:lnTo>
                  <a:lnTo>
                    <a:pt x="854" y="390"/>
                  </a:lnTo>
                  <a:lnTo>
                    <a:pt x="858" y="401"/>
                  </a:lnTo>
                  <a:lnTo>
                    <a:pt x="858" y="411"/>
                  </a:lnTo>
                  <a:lnTo>
                    <a:pt x="856" y="420"/>
                  </a:lnTo>
                  <a:lnTo>
                    <a:pt x="851" y="427"/>
                  </a:lnTo>
                  <a:lnTo>
                    <a:pt x="846" y="429"/>
                  </a:lnTo>
                  <a:lnTo>
                    <a:pt x="841" y="429"/>
                  </a:lnTo>
                  <a:lnTo>
                    <a:pt x="835" y="432"/>
                  </a:lnTo>
                  <a:lnTo>
                    <a:pt x="825" y="432"/>
                  </a:lnTo>
                  <a:lnTo>
                    <a:pt x="815" y="432"/>
                  </a:lnTo>
                  <a:lnTo>
                    <a:pt x="804" y="432"/>
                  </a:lnTo>
                  <a:lnTo>
                    <a:pt x="794" y="432"/>
                  </a:lnTo>
                  <a:lnTo>
                    <a:pt x="785" y="432"/>
                  </a:lnTo>
                  <a:lnTo>
                    <a:pt x="775" y="429"/>
                  </a:lnTo>
                  <a:lnTo>
                    <a:pt x="765" y="429"/>
                  </a:lnTo>
                  <a:lnTo>
                    <a:pt x="755" y="429"/>
                  </a:lnTo>
                  <a:lnTo>
                    <a:pt x="744" y="429"/>
                  </a:lnTo>
                  <a:lnTo>
                    <a:pt x="732" y="429"/>
                  </a:lnTo>
                  <a:lnTo>
                    <a:pt x="722" y="429"/>
                  </a:lnTo>
                  <a:lnTo>
                    <a:pt x="708" y="429"/>
                  </a:lnTo>
                  <a:lnTo>
                    <a:pt x="698" y="429"/>
                  </a:lnTo>
                  <a:lnTo>
                    <a:pt x="685" y="432"/>
                  </a:lnTo>
                  <a:lnTo>
                    <a:pt x="675" y="432"/>
                  </a:lnTo>
                  <a:lnTo>
                    <a:pt x="662" y="435"/>
                  </a:lnTo>
                  <a:lnTo>
                    <a:pt x="649" y="437"/>
                  </a:lnTo>
                  <a:lnTo>
                    <a:pt x="630" y="440"/>
                  </a:lnTo>
                  <a:lnTo>
                    <a:pt x="615" y="442"/>
                  </a:lnTo>
                  <a:lnTo>
                    <a:pt x="597" y="443"/>
                  </a:lnTo>
                  <a:lnTo>
                    <a:pt x="583" y="447"/>
                  </a:lnTo>
                  <a:lnTo>
                    <a:pt x="564" y="450"/>
                  </a:lnTo>
                  <a:lnTo>
                    <a:pt x="546" y="452"/>
                  </a:lnTo>
                  <a:lnTo>
                    <a:pt x="529" y="455"/>
                  </a:lnTo>
                  <a:lnTo>
                    <a:pt x="507" y="455"/>
                  </a:lnTo>
                  <a:lnTo>
                    <a:pt x="486" y="458"/>
                  </a:lnTo>
                  <a:lnTo>
                    <a:pt x="463" y="460"/>
                  </a:lnTo>
                  <a:lnTo>
                    <a:pt x="443" y="464"/>
                  </a:lnTo>
                  <a:lnTo>
                    <a:pt x="420" y="464"/>
                  </a:lnTo>
                  <a:lnTo>
                    <a:pt x="396" y="466"/>
                  </a:lnTo>
                  <a:lnTo>
                    <a:pt x="378" y="469"/>
                  </a:lnTo>
                  <a:lnTo>
                    <a:pt x="353" y="471"/>
                  </a:lnTo>
                  <a:lnTo>
                    <a:pt x="334" y="473"/>
                  </a:lnTo>
                  <a:lnTo>
                    <a:pt x="317" y="475"/>
                  </a:lnTo>
                  <a:lnTo>
                    <a:pt x="296" y="478"/>
                  </a:lnTo>
                  <a:lnTo>
                    <a:pt x="275" y="484"/>
                  </a:lnTo>
                  <a:lnTo>
                    <a:pt x="255" y="487"/>
                  </a:lnTo>
                  <a:lnTo>
                    <a:pt x="235" y="489"/>
                  </a:lnTo>
                  <a:lnTo>
                    <a:pt x="217" y="489"/>
                  </a:lnTo>
                  <a:lnTo>
                    <a:pt x="197" y="489"/>
                  </a:lnTo>
                  <a:lnTo>
                    <a:pt x="179" y="489"/>
                  </a:lnTo>
                  <a:lnTo>
                    <a:pt x="162" y="487"/>
                  </a:lnTo>
                  <a:lnTo>
                    <a:pt x="146" y="478"/>
                  </a:lnTo>
                  <a:lnTo>
                    <a:pt x="136" y="466"/>
                  </a:lnTo>
                  <a:lnTo>
                    <a:pt x="133" y="464"/>
                  </a:lnTo>
                  <a:lnTo>
                    <a:pt x="133" y="460"/>
                  </a:lnTo>
                  <a:lnTo>
                    <a:pt x="133" y="458"/>
                  </a:lnTo>
                  <a:lnTo>
                    <a:pt x="131" y="455"/>
                  </a:lnTo>
                  <a:lnTo>
                    <a:pt x="129" y="455"/>
                  </a:lnTo>
                  <a:lnTo>
                    <a:pt x="126" y="455"/>
                  </a:lnTo>
                  <a:lnTo>
                    <a:pt x="126" y="458"/>
                  </a:lnTo>
                  <a:lnTo>
                    <a:pt x="124" y="458"/>
                  </a:lnTo>
                  <a:lnTo>
                    <a:pt x="124" y="487"/>
                  </a:lnTo>
                  <a:lnTo>
                    <a:pt x="124" y="512"/>
                  </a:lnTo>
                  <a:lnTo>
                    <a:pt x="119" y="538"/>
                  </a:lnTo>
                  <a:lnTo>
                    <a:pt x="114" y="563"/>
                  </a:lnTo>
                  <a:lnTo>
                    <a:pt x="101" y="593"/>
                  </a:lnTo>
                  <a:lnTo>
                    <a:pt x="86" y="633"/>
                  </a:lnTo>
                  <a:lnTo>
                    <a:pt x="72" y="671"/>
                  </a:lnTo>
                  <a:lnTo>
                    <a:pt x="68" y="703"/>
                  </a:lnTo>
                  <a:lnTo>
                    <a:pt x="86" y="701"/>
                  </a:lnTo>
                  <a:lnTo>
                    <a:pt x="103" y="696"/>
                  </a:lnTo>
                  <a:lnTo>
                    <a:pt x="124" y="696"/>
                  </a:lnTo>
                  <a:lnTo>
                    <a:pt x="141" y="695"/>
                  </a:lnTo>
                  <a:lnTo>
                    <a:pt x="152" y="693"/>
                  </a:lnTo>
                  <a:lnTo>
                    <a:pt x="162" y="693"/>
                  </a:lnTo>
                  <a:lnTo>
                    <a:pt x="169" y="690"/>
                  </a:lnTo>
                  <a:lnTo>
                    <a:pt x="179" y="690"/>
                  </a:lnTo>
                  <a:lnTo>
                    <a:pt x="190" y="687"/>
                  </a:lnTo>
                  <a:lnTo>
                    <a:pt x="201" y="685"/>
                  </a:lnTo>
                  <a:lnTo>
                    <a:pt x="215" y="682"/>
                  </a:lnTo>
                  <a:lnTo>
                    <a:pt x="228" y="682"/>
                  </a:lnTo>
                  <a:lnTo>
                    <a:pt x="243" y="682"/>
                  </a:lnTo>
                  <a:lnTo>
                    <a:pt x="255" y="682"/>
                  </a:lnTo>
                  <a:lnTo>
                    <a:pt x="267" y="682"/>
                  </a:lnTo>
                  <a:lnTo>
                    <a:pt x="281" y="682"/>
                  </a:lnTo>
                  <a:lnTo>
                    <a:pt x="291" y="677"/>
                  </a:lnTo>
                  <a:lnTo>
                    <a:pt x="306" y="677"/>
                  </a:lnTo>
                  <a:lnTo>
                    <a:pt x="319" y="677"/>
                  </a:lnTo>
                  <a:lnTo>
                    <a:pt x="330" y="677"/>
                  </a:lnTo>
                  <a:lnTo>
                    <a:pt x="344" y="673"/>
                  </a:lnTo>
                  <a:lnTo>
                    <a:pt x="357" y="671"/>
                  </a:lnTo>
                  <a:lnTo>
                    <a:pt x="372" y="671"/>
                  </a:lnTo>
                  <a:lnTo>
                    <a:pt x="385" y="671"/>
                  </a:lnTo>
                  <a:lnTo>
                    <a:pt x="396" y="668"/>
                  </a:lnTo>
                  <a:lnTo>
                    <a:pt x="410" y="668"/>
                  </a:lnTo>
                  <a:lnTo>
                    <a:pt x="425" y="668"/>
                  </a:lnTo>
                  <a:lnTo>
                    <a:pt x="438" y="668"/>
                  </a:lnTo>
                  <a:lnTo>
                    <a:pt x="448" y="663"/>
                  </a:lnTo>
                  <a:lnTo>
                    <a:pt x="458" y="663"/>
                  </a:lnTo>
                  <a:lnTo>
                    <a:pt x="470" y="663"/>
                  </a:lnTo>
                  <a:lnTo>
                    <a:pt x="480" y="663"/>
                  </a:lnTo>
                  <a:lnTo>
                    <a:pt x="491" y="661"/>
                  </a:lnTo>
                  <a:lnTo>
                    <a:pt x="503" y="656"/>
                  </a:lnTo>
                  <a:lnTo>
                    <a:pt x="514" y="656"/>
                  </a:lnTo>
                  <a:lnTo>
                    <a:pt x="524" y="656"/>
                  </a:lnTo>
                  <a:lnTo>
                    <a:pt x="533" y="655"/>
                  </a:lnTo>
                  <a:lnTo>
                    <a:pt x="544" y="655"/>
                  </a:lnTo>
                  <a:lnTo>
                    <a:pt x="556" y="654"/>
                  </a:lnTo>
                  <a:lnTo>
                    <a:pt x="569" y="654"/>
                  </a:lnTo>
                  <a:lnTo>
                    <a:pt x="583" y="655"/>
                  </a:lnTo>
                  <a:lnTo>
                    <a:pt x="594" y="655"/>
                  </a:lnTo>
                  <a:lnTo>
                    <a:pt x="607" y="655"/>
                  </a:lnTo>
                  <a:lnTo>
                    <a:pt x="617" y="655"/>
                  </a:lnTo>
                  <a:lnTo>
                    <a:pt x="646" y="655"/>
                  </a:lnTo>
                  <a:lnTo>
                    <a:pt x="673" y="655"/>
                  </a:lnTo>
                  <a:lnTo>
                    <a:pt x="704" y="655"/>
                  </a:lnTo>
                  <a:lnTo>
                    <a:pt x="732" y="655"/>
                  </a:lnTo>
                  <a:lnTo>
                    <a:pt x="759" y="655"/>
                  </a:lnTo>
                  <a:lnTo>
                    <a:pt x="788" y="655"/>
                  </a:lnTo>
                  <a:lnTo>
                    <a:pt x="815" y="656"/>
                  </a:lnTo>
                  <a:lnTo>
                    <a:pt x="843" y="656"/>
                  </a:lnTo>
                  <a:lnTo>
                    <a:pt x="856" y="661"/>
                  </a:lnTo>
                  <a:lnTo>
                    <a:pt x="872" y="663"/>
                  </a:lnTo>
                  <a:lnTo>
                    <a:pt x="886" y="665"/>
                  </a:lnTo>
                  <a:lnTo>
                    <a:pt x="902" y="663"/>
                  </a:lnTo>
                  <a:lnTo>
                    <a:pt x="907" y="661"/>
                  </a:lnTo>
                  <a:lnTo>
                    <a:pt x="907" y="654"/>
                  </a:lnTo>
                  <a:lnTo>
                    <a:pt x="907" y="648"/>
                  </a:lnTo>
                  <a:lnTo>
                    <a:pt x="907" y="640"/>
                  </a:lnTo>
                  <a:lnTo>
                    <a:pt x="904" y="606"/>
                  </a:lnTo>
                  <a:lnTo>
                    <a:pt x="904" y="563"/>
                  </a:lnTo>
                  <a:lnTo>
                    <a:pt x="904" y="518"/>
                  </a:lnTo>
                  <a:lnTo>
                    <a:pt x="909" y="489"/>
                  </a:lnTo>
                  <a:lnTo>
                    <a:pt x="909" y="475"/>
                  </a:lnTo>
                  <a:lnTo>
                    <a:pt x="907" y="452"/>
                  </a:lnTo>
                  <a:lnTo>
                    <a:pt x="904" y="432"/>
                  </a:lnTo>
                  <a:lnTo>
                    <a:pt x="904" y="424"/>
                  </a:lnTo>
                  <a:lnTo>
                    <a:pt x="907" y="424"/>
                  </a:lnTo>
                  <a:lnTo>
                    <a:pt x="909" y="424"/>
                  </a:lnTo>
                  <a:lnTo>
                    <a:pt x="907" y="391"/>
                  </a:lnTo>
                  <a:lnTo>
                    <a:pt x="909" y="376"/>
                  </a:lnTo>
                  <a:lnTo>
                    <a:pt x="915" y="359"/>
                  </a:lnTo>
                  <a:lnTo>
                    <a:pt x="917" y="328"/>
                  </a:lnTo>
                  <a:lnTo>
                    <a:pt x="917" y="311"/>
                  </a:lnTo>
                  <a:lnTo>
                    <a:pt x="915" y="299"/>
                  </a:lnTo>
                  <a:lnTo>
                    <a:pt x="911" y="286"/>
                  </a:lnTo>
                  <a:lnTo>
                    <a:pt x="911" y="273"/>
                  </a:lnTo>
                  <a:lnTo>
                    <a:pt x="924" y="236"/>
                  </a:lnTo>
                  <a:lnTo>
                    <a:pt x="922" y="184"/>
                  </a:lnTo>
                  <a:lnTo>
                    <a:pt x="909" y="138"/>
                  </a:lnTo>
                  <a:lnTo>
                    <a:pt x="894" y="116"/>
                  </a:lnTo>
                  <a:lnTo>
                    <a:pt x="894" y="114"/>
                  </a:lnTo>
                  <a:lnTo>
                    <a:pt x="894" y="109"/>
                  </a:lnTo>
                  <a:lnTo>
                    <a:pt x="892" y="109"/>
                  </a:lnTo>
                  <a:lnTo>
                    <a:pt x="888" y="109"/>
                  </a:lnTo>
                  <a:lnTo>
                    <a:pt x="886" y="155"/>
                  </a:lnTo>
                  <a:lnTo>
                    <a:pt x="886" y="198"/>
                  </a:lnTo>
                  <a:lnTo>
                    <a:pt x="885" y="241"/>
                  </a:lnTo>
                  <a:lnTo>
                    <a:pt x="885" y="286"/>
                  </a:lnTo>
                  <a:lnTo>
                    <a:pt x="883" y="294"/>
                  </a:lnTo>
                  <a:lnTo>
                    <a:pt x="879" y="302"/>
                  </a:lnTo>
                  <a:lnTo>
                    <a:pt x="874" y="309"/>
                  </a:lnTo>
                  <a:lnTo>
                    <a:pt x="872" y="317"/>
                  </a:lnTo>
                  <a:lnTo>
                    <a:pt x="869" y="317"/>
                  </a:lnTo>
                  <a:lnTo>
                    <a:pt x="866" y="317"/>
                  </a:lnTo>
                  <a:lnTo>
                    <a:pt x="864" y="317"/>
                  </a:lnTo>
                  <a:lnTo>
                    <a:pt x="858" y="299"/>
                  </a:lnTo>
                  <a:lnTo>
                    <a:pt x="854" y="276"/>
                  </a:lnTo>
                  <a:lnTo>
                    <a:pt x="848" y="253"/>
                  </a:lnTo>
                  <a:lnTo>
                    <a:pt x="848" y="231"/>
                  </a:lnTo>
                  <a:lnTo>
                    <a:pt x="851" y="184"/>
                  </a:lnTo>
                  <a:lnTo>
                    <a:pt x="856" y="119"/>
                  </a:lnTo>
                  <a:lnTo>
                    <a:pt x="854" y="58"/>
                  </a:lnTo>
                  <a:lnTo>
                    <a:pt x="841" y="26"/>
                  </a:lnTo>
                  <a:lnTo>
                    <a:pt x="838" y="23"/>
                  </a:lnTo>
                  <a:lnTo>
                    <a:pt x="835" y="23"/>
                  </a:lnTo>
                  <a:lnTo>
                    <a:pt x="823" y="26"/>
                  </a:lnTo>
                  <a:lnTo>
                    <a:pt x="808" y="35"/>
                  </a:lnTo>
                  <a:lnTo>
                    <a:pt x="794" y="41"/>
                  </a:lnTo>
                  <a:lnTo>
                    <a:pt x="785" y="48"/>
                  </a:lnTo>
                  <a:lnTo>
                    <a:pt x="772" y="51"/>
                  </a:lnTo>
                  <a:lnTo>
                    <a:pt x="759" y="54"/>
                  </a:lnTo>
                  <a:lnTo>
                    <a:pt x="747" y="56"/>
                  </a:lnTo>
                  <a:lnTo>
                    <a:pt x="734" y="58"/>
                  </a:lnTo>
                  <a:lnTo>
                    <a:pt x="714" y="64"/>
                  </a:lnTo>
                  <a:lnTo>
                    <a:pt x="696" y="67"/>
                  </a:lnTo>
                  <a:lnTo>
                    <a:pt x="675" y="73"/>
                  </a:lnTo>
                  <a:lnTo>
                    <a:pt x="659" y="78"/>
                  </a:lnTo>
                  <a:lnTo>
                    <a:pt x="640" y="83"/>
                  </a:lnTo>
                  <a:lnTo>
                    <a:pt x="620" y="89"/>
                  </a:lnTo>
                  <a:lnTo>
                    <a:pt x="602" y="91"/>
                  </a:lnTo>
                  <a:lnTo>
                    <a:pt x="583" y="97"/>
                  </a:lnTo>
                  <a:lnTo>
                    <a:pt x="544" y="101"/>
                  </a:lnTo>
                  <a:lnTo>
                    <a:pt x="507" y="108"/>
                  </a:lnTo>
                  <a:lnTo>
                    <a:pt x="468" y="114"/>
                  </a:lnTo>
                  <a:lnTo>
                    <a:pt x="427" y="116"/>
                  </a:lnTo>
                  <a:lnTo>
                    <a:pt x="390" y="119"/>
                  </a:lnTo>
                  <a:lnTo>
                    <a:pt x="349" y="121"/>
                  </a:lnTo>
                  <a:lnTo>
                    <a:pt x="308" y="124"/>
                  </a:lnTo>
                  <a:lnTo>
                    <a:pt x="265" y="124"/>
                  </a:lnTo>
                  <a:lnTo>
                    <a:pt x="240" y="124"/>
                  </a:lnTo>
                  <a:lnTo>
                    <a:pt x="215" y="124"/>
                  </a:lnTo>
                  <a:lnTo>
                    <a:pt x="185" y="124"/>
                  </a:lnTo>
                  <a:lnTo>
                    <a:pt x="156" y="119"/>
                  </a:lnTo>
                  <a:lnTo>
                    <a:pt x="129" y="114"/>
                  </a:lnTo>
                  <a:lnTo>
                    <a:pt x="106" y="104"/>
                  </a:lnTo>
                  <a:lnTo>
                    <a:pt x="88" y="86"/>
                  </a:lnTo>
                  <a:lnTo>
                    <a:pt x="78" y="64"/>
                  </a:lnTo>
                  <a:lnTo>
                    <a:pt x="78" y="56"/>
                  </a:lnTo>
                  <a:lnTo>
                    <a:pt x="76" y="43"/>
                  </a:lnTo>
                  <a:lnTo>
                    <a:pt x="76" y="35"/>
                  </a:lnTo>
                  <a:lnTo>
                    <a:pt x="80" y="29"/>
                  </a:lnTo>
                  <a:lnTo>
                    <a:pt x="80" y="32"/>
                  </a:lnTo>
                  <a:lnTo>
                    <a:pt x="80" y="35"/>
                  </a:lnTo>
                  <a:lnTo>
                    <a:pt x="80" y="37"/>
                  </a:lnTo>
                  <a:lnTo>
                    <a:pt x="91" y="41"/>
                  </a:lnTo>
                  <a:lnTo>
                    <a:pt x="99" y="46"/>
                  </a:lnTo>
                  <a:lnTo>
                    <a:pt x="109" y="54"/>
                  </a:lnTo>
                  <a:lnTo>
                    <a:pt x="119" y="58"/>
                  </a:lnTo>
                  <a:lnTo>
                    <a:pt x="129" y="62"/>
                  </a:lnTo>
                  <a:lnTo>
                    <a:pt x="138" y="62"/>
                  </a:lnTo>
                  <a:lnTo>
                    <a:pt x="148" y="64"/>
                  </a:lnTo>
                  <a:lnTo>
                    <a:pt x="159" y="64"/>
                  </a:lnTo>
                  <a:lnTo>
                    <a:pt x="169" y="64"/>
                  </a:lnTo>
                  <a:lnTo>
                    <a:pt x="179" y="64"/>
                  </a:lnTo>
                  <a:lnTo>
                    <a:pt x="192" y="64"/>
                  </a:lnTo>
                  <a:lnTo>
                    <a:pt x="201" y="64"/>
                  </a:lnTo>
                  <a:lnTo>
                    <a:pt x="232" y="67"/>
                  </a:lnTo>
                  <a:lnTo>
                    <a:pt x="262" y="67"/>
                  </a:lnTo>
                  <a:lnTo>
                    <a:pt x="293" y="67"/>
                  </a:lnTo>
                  <a:lnTo>
                    <a:pt x="325" y="64"/>
                  </a:lnTo>
                  <a:lnTo>
                    <a:pt x="353" y="64"/>
                  </a:lnTo>
                  <a:lnTo>
                    <a:pt x="385" y="62"/>
                  </a:lnTo>
                  <a:lnTo>
                    <a:pt x="415" y="62"/>
                  </a:lnTo>
                  <a:lnTo>
                    <a:pt x="443" y="62"/>
                  </a:lnTo>
                  <a:lnTo>
                    <a:pt x="454" y="62"/>
                  </a:lnTo>
                  <a:lnTo>
                    <a:pt x="461" y="58"/>
                  </a:lnTo>
                  <a:lnTo>
                    <a:pt x="468" y="58"/>
                  </a:lnTo>
                  <a:lnTo>
                    <a:pt x="478" y="56"/>
                  </a:lnTo>
                  <a:lnTo>
                    <a:pt x="486" y="56"/>
                  </a:lnTo>
                  <a:lnTo>
                    <a:pt x="496" y="54"/>
                  </a:lnTo>
                  <a:lnTo>
                    <a:pt x="503" y="54"/>
                  </a:lnTo>
                  <a:lnTo>
                    <a:pt x="511" y="51"/>
                  </a:lnTo>
                  <a:lnTo>
                    <a:pt x="522" y="48"/>
                  </a:lnTo>
                  <a:lnTo>
                    <a:pt x="529" y="48"/>
                  </a:lnTo>
                  <a:lnTo>
                    <a:pt x="536" y="48"/>
                  </a:lnTo>
                  <a:lnTo>
                    <a:pt x="541" y="48"/>
                  </a:lnTo>
                  <a:lnTo>
                    <a:pt x="554" y="43"/>
                  </a:lnTo>
                  <a:lnTo>
                    <a:pt x="567" y="41"/>
                  </a:lnTo>
                  <a:lnTo>
                    <a:pt x="583" y="39"/>
                  </a:lnTo>
                  <a:lnTo>
                    <a:pt x="594" y="39"/>
                  </a:lnTo>
                  <a:lnTo>
                    <a:pt x="615" y="35"/>
                  </a:lnTo>
                  <a:lnTo>
                    <a:pt x="632" y="32"/>
                  </a:lnTo>
                  <a:lnTo>
                    <a:pt x="653" y="26"/>
                  </a:lnTo>
                  <a:lnTo>
                    <a:pt x="673" y="21"/>
                  </a:lnTo>
                  <a:lnTo>
                    <a:pt x="691" y="16"/>
                  </a:lnTo>
                  <a:lnTo>
                    <a:pt x="712" y="10"/>
                  </a:lnTo>
                  <a:lnTo>
                    <a:pt x="732" y="5"/>
                  </a:lnTo>
                  <a:lnTo>
                    <a:pt x="751" y="0"/>
                  </a:lnTo>
                  <a:lnTo>
                    <a:pt x="765" y="2"/>
                  </a:lnTo>
                  <a:lnTo>
                    <a:pt x="778" y="2"/>
                  </a:lnTo>
                  <a:lnTo>
                    <a:pt x="790" y="2"/>
                  </a:lnTo>
                  <a:lnTo>
                    <a:pt x="800" y="2"/>
                  </a:lnTo>
                  <a:lnTo>
                    <a:pt x="812" y="2"/>
                  </a:lnTo>
                  <a:lnTo>
                    <a:pt x="823" y="5"/>
                  </a:lnTo>
                  <a:lnTo>
                    <a:pt x="835" y="5"/>
                  </a:lnTo>
                  <a:lnTo>
                    <a:pt x="846" y="8"/>
                  </a:lnTo>
                  <a:lnTo>
                    <a:pt x="856" y="10"/>
                  </a:lnTo>
                  <a:lnTo>
                    <a:pt x="862" y="16"/>
                  </a:lnTo>
                  <a:lnTo>
                    <a:pt x="869" y="21"/>
                  </a:lnTo>
                  <a:lnTo>
                    <a:pt x="874" y="26"/>
                  </a:lnTo>
                  <a:lnTo>
                    <a:pt x="883" y="29"/>
                  </a:lnTo>
                  <a:lnTo>
                    <a:pt x="888" y="35"/>
                  </a:lnTo>
                  <a:lnTo>
                    <a:pt x="896" y="39"/>
                  </a:lnTo>
                  <a:lnTo>
                    <a:pt x="902" y="43"/>
                  </a:lnTo>
                  <a:lnTo>
                    <a:pt x="917" y="62"/>
                  </a:lnTo>
                  <a:lnTo>
                    <a:pt x="929" y="89"/>
                  </a:lnTo>
                  <a:lnTo>
                    <a:pt x="939" y="114"/>
                  </a:lnTo>
                  <a:lnTo>
                    <a:pt x="947" y="135"/>
                  </a:lnTo>
                  <a:lnTo>
                    <a:pt x="949" y="155"/>
                  </a:lnTo>
                  <a:lnTo>
                    <a:pt x="952" y="211"/>
                  </a:lnTo>
                  <a:lnTo>
                    <a:pt x="954" y="282"/>
                  </a:lnTo>
                  <a:lnTo>
                    <a:pt x="947" y="351"/>
                  </a:lnTo>
                  <a:lnTo>
                    <a:pt x="947" y="3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16"/>
            <p:cNvSpPr>
              <a:spLocks/>
            </p:cNvSpPr>
            <p:nvPr/>
          </p:nvSpPr>
          <p:spPr bwMode="auto">
            <a:xfrm>
              <a:off x="4643438" y="3187700"/>
              <a:ext cx="119063" cy="569912"/>
            </a:xfrm>
            <a:custGeom>
              <a:avLst/>
              <a:gdLst>
                <a:gd name="T0" fmla="*/ 125 w 150"/>
                <a:gd name="T1" fmla="*/ 0 h 718"/>
                <a:gd name="T2" fmla="*/ 135 w 150"/>
                <a:gd name="T3" fmla="*/ 12 h 718"/>
                <a:gd name="T4" fmla="*/ 143 w 150"/>
                <a:gd name="T5" fmla="*/ 20 h 718"/>
                <a:gd name="T6" fmla="*/ 148 w 150"/>
                <a:gd name="T7" fmla="*/ 30 h 718"/>
                <a:gd name="T8" fmla="*/ 150 w 150"/>
                <a:gd name="T9" fmla="*/ 40 h 718"/>
                <a:gd name="T10" fmla="*/ 145 w 150"/>
                <a:gd name="T11" fmla="*/ 74 h 718"/>
                <a:gd name="T12" fmla="*/ 133 w 150"/>
                <a:gd name="T13" fmla="*/ 126 h 718"/>
                <a:gd name="T14" fmla="*/ 114 w 150"/>
                <a:gd name="T15" fmla="*/ 175 h 718"/>
                <a:gd name="T16" fmla="*/ 100 w 150"/>
                <a:gd name="T17" fmla="*/ 204 h 718"/>
                <a:gd name="T18" fmla="*/ 90 w 150"/>
                <a:gd name="T19" fmla="*/ 214 h 718"/>
                <a:gd name="T20" fmla="*/ 74 w 150"/>
                <a:gd name="T21" fmla="*/ 219 h 718"/>
                <a:gd name="T22" fmla="*/ 59 w 150"/>
                <a:gd name="T23" fmla="*/ 225 h 718"/>
                <a:gd name="T24" fmla="*/ 46 w 150"/>
                <a:gd name="T25" fmla="*/ 228 h 718"/>
                <a:gd name="T26" fmla="*/ 48 w 150"/>
                <a:gd name="T27" fmla="*/ 253 h 718"/>
                <a:gd name="T28" fmla="*/ 48 w 150"/>
                <a:gd name="T29" fmla="*/ 282 h 718"/>
                <a:gd name="T30" fmla="*/ 46 w 150"/>
                <a:gd name="T31" fmla="*/ 307 h 718"/>
                <a:gd name="T32" fmla="*/ 46 w 150"/>
                <a:gd name="T33" fmla="*/ 337 h 718"/>
                <a:gd name="T34" fmla="*/ 48 w 150"/>
                <a:gd name="T35" fmla="*/ 378 h 718"/>
                <a:gd name="T36" fmla="*/ 48 w 150"/>
                <a:gd name="T37" fmla="*/ 418 h 718"/>
                <a:gd name="T38" fmla="*/ 51 w 150"/>
                <a:gd name="T39" fmla="*/ 459 h 718"/>
                <a:gd name="T40" fmla="*/ 51 w 150"/>
                <a:gd name="T41" fmla="*/ 502 h 718"/>
                <a:gd name="T42" fmla="*/ 53 w 150"/>
                <a:gd name="T43" fmla="*/ 534 h 718"/>
                <a:gd name="T44" fmla="*/ 56 w 150"/>
                <a:gd name="T45" fmla="*/ 569 h 718"/>
                <a:gd name="T46" fmla="*/ 59 w 150"/>
                <a:gd name="T47" fmla="*/ 604 h 718"/>
                <a:gd name="T48" fmla="*/ 61 w 150"/>
                <a:gd name="T49" fmla="*/ 639 h 718"/>
                <a:gd name="T50" fmla="*/ 67 w 150"/>
                <a:gd name="T51" fmla="*/ 648 h 718"/>
                <a:gd name="T52" fmla="*/ 69 w 150"/>
                <a:gd name="T53" fmla="*/ 662 h 718"/>
                <a:gd name="T54" fmla="*/ 74 w 150"/>
                <a:gd name="T55" fmla="*/ 672 h 718"/>
                <a:gd name="T56" fmla="*/ 76 w 150"/>
                <a:gd name="T57" fmla="*/ 684 h 718"/>
                <a:gd name="T58" fmla="*/ 76 w 150"/>
                <a:gd name="T59" fmla="*/ 692 h 718"/>
                <a:gd name="T60" fmla="*/ 76 w 150"/>
                <a:gd name="T61" fmla="*/ 702 h 718"/>
                <a:gd name="T62" fmla="*/ 76 w 150"/>
                <a:gd name="T63" fmla="*/ 710 h 718"/>
                <a:gd name="T64" fmla="*/ 76 w 150"/>
                <a:gd name="T65" fmla="*/ 718 h 718"/>
                <a:gd name="T66" fmla="*/ 63 w 150"/>
                <a:gd name="T67" fmla="*/ 718 h 718"/>
                <a:gd name="T68" fmla="*/ 51 w 150"/>
                <a:gd name="T69" fmla="*/ 718 h 718"/>
                <a:gd name="T70" fmla="*/ 40 w 150"/>
                <a:gd name="T71" fmla="*/ 714 h 718"/>
                <a:gd name="T72" fmla="*/ 31 w 150"/>
                <a:gd name="T73" fmla="*/ 705 h 718"/>
                <a:gd name="T74" fmla="*/ 16 w 150"/>
                <a:gd name="T75" fmla="*/ 670 h 718"/>
                <a:gd name="T76" fmla="*/ 10 w 150"/>
                <a:gd name="T77" fmla="*/ 632 h 718"/>
                <a:gd name="T78" fmla="*/ 8 w 150"/>
                <a:gd name="T79" fmla="*/ 587 h 718"/>
                <a:gd name="T80" fmla="*/ 8 w 150"/>
                <a:gd name="T81" fmla="*/ 550 h 718"/>
                <a:gd name="T82" fmla="*/ 3 w 150"/>
                <a:gd name="T83" fmla="*/ 462 h 718"/>
                <a:gd name="T84" fmla="*/ 0 w 150"/>
                <a:gd name="T85" fmla="*/ 368 h 718"/>
                <a:gd name="T86" fmla="*/ 3 w 150"/>
                <a:gd name="T87" fmla="*/ 279 h 718"/>
                <a:gd name="T88" fmla="*/ 16 w 150"/>
                <a:gd name="T89" fmla="*/ 193 h 718"/>
                <a:gd name="T90" fmla="*/ 24 w 150"/>
                <a:gd name="T91" fmla="*/ 177 h 718"/>
                <a:gd name="T92" fmla="*/ 37 w 150"/>
                <a:gd name="T93" fmla="*/ 162 h 718"/>
                <a:gd name="T94" fmla="*/ 51 w 150"/>
                <a:gd name="T95" fmla="*/ 150 h 718"/>
                <a:gd name="T96" fmla="*/ 61 w 150"/>
                <a:gd name="T97" fmla="*/ 132 h 718"/>
                <a:gd name="T98" fmla="*/ 67 w 150"/>
                <a:gd name="T99" fmla="*/ 121 h 718"/>
                <a:gd name="T100" fmla="*/ 71 w 150"/>
                <a:gd name="T101" fmla="*/ 105 h 718"/>
                <a:gd name="T102" fmla="*/ 76 w 150"/>
                <a:gd name="T103" fmla="*/ 92 h 718"/>
                <a:gd name="T104" fmla="*/ 82 w 150"/>
                <a:gd name="T105" fmla="*/ 80 h 718"/>
                <a:gd name="T106" fmla="*/ 92 w 150"/>
                <a:gd name="T107" fmla="*/ 58 h 718"/>
                <a:gd name="T108" fmla="*/ 103 w 150"/>
                <a:gd name="T109" fmla="*/ 38 h 718"/>
                <a:gd name="T110" fmla="*/ 112 w 150"/>
                <a:gd name="T111" fmla="*/ 20 h 718"/>
                <a:gd name="T112" fmla="*/ 125 w 150"/>
                <a:gd name="T113" fmla="*/ 0 h 718"/>
                <a:gd name="T114" fmla="*/ 125 w 150"/>
                <a:gd name="T115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50" h="718">
                  <a:moveTo>
                    <a:pt x="125" y="0"/>
                  </a:moveTo>
                  <a:lnTo>
                    <a:pt x="135" y="12"/>
                  </a:lnTo>
                  <a:lnTo>
                    <a:pt x="143" y="20"/>
                  </a:lnTo>
                  <a:lnTo>
                    <a:pt x="148" y="30"/>
                  </a:lnTo>
                  <a:lnTo>
                    <a:pt x="150" y="40"/>
                  </a:lnTo>
                  <a:lnTo>
                    <a:pt x="145" y="74"/>
                  </a:lnTo>
                  <a:lnTo>
                    <a:pt x="133" y="126"/>
                  </a:lnTo>
                  <a:lnTo>
                    <a:pt x="114" y="175"/>
                  </a:lnTo>
                  <a:lnTo>
                    <a:pt x="100" y="204"/>
                  </a:lnTo>
                  <a:lnTo>
                    <a:pt x="90" y="214"/>
                  </a:lnTo>
                  <a:lnTo>
                    <a:pt x="74" y="219"/>
                  </a:lnTo>
                  <a:lnTo>
                    <a:pt x="59" y="225"/>
                  </a:lnTo>
                  <a:lnTo>
                    <a:pt x="46" y="228"/>
                  </a:lnTo>
                  <a:lnTo>
                    <a:pt x="48" y="253"/>
                  </a:lnTo>
                  <a:lnTo>
                    <a:pt x="48" y="282"/>
                  </a:lnTo>
                  <a:lnTo>
                    <a:pt x="46" y="307"/>
                  </a:lnTo>
                  <a:lnTo>
                    <a:pt x="46" y="337"/>
                  </a:lnTo>
                  <a:lnTo>
                    <a:pt x="48" y="378"/>
                  </a:lnTo>
                  <a:lnTo>
                    <a:pt x="48" y="418"/>
                  </a:lnTo>
                  <a:lnTo>
                    <a:pt x="51" y="459"/>
                  </a:lnTo>
                  <a:lnTo>
                    <a:pt x="51" y="502"/>
                  </a:lnTo>
                  <a:lnTo>
                    <a:pt x="53" y="534"/>
                  </a:lnTo>
                  <a:lnTo>
                    <a:pt x="56" y="569"/>
                  </a:lnTo>
                  <a:lnTo>
                    <a:pt x="59" y="604"/>
                  </a:lnTo>
                  <a:lnTo>
                    <a:pt x="61" y="639"/>
                  </a:lnTo>
                  <a:lnTo>
                    <a:pt x="67" y="648"/>
                  </a:lnTo>
                  <a:lnTo>
                    <a:pt x="69" y="662"/>
                  </a:lnTo>
                  <a:lnTo>
                    <a:pt x="74" y="672"/>
                  </a:lnTo>
                  <a:lnTo>
                    <a:pt x="76" y="684"/>
                  </a:lnTo>
                  <a:lnTo>
                    <a:pt x="76" y="692"/>
                  </a:lnTo>
                  <a:lnTo>
                    <a:pt x="76" y="702"/>
                  </a:lnTo>
                  <a:lnTo>
                    <a:pt x="76" y="710"/>
                  </a:lnTo>
                  <a:lnTo>
                    <a:pt x="76" y="718"/>
                  </a:lnTo>
                  <a:lnTo>
                    <a:pt x="63" y="718"/>
                  </a:lnTo>
                  <a:lnTo>
                    <a:pt x="51" y="718"/>
                  </a:lnTo>
                  <a:lnTo>
                    <a:pt x="40" y="714"/>
                  </a:lnTo>
                  <a:lnTo>
                    <a:pt x="31" y="705"/>
                  </a:lnTo>
                  <a:lnTo>
                    <a:pt x="16" y="670"/>
                  </a:lnTo>
                  <a:lnTo>
                    <a:pt x="10" y="632"/>
                  </a:lnTo>
                  <a:lnTo>
                    <a:pt x="8" y="587"/>
                  </a:lnTo>
                  <a:lnTo>
                    <a:pt x="8" y="550"/>
                  </a:lnTo>
                  <a:lnTo>
                    <a:pt x="3" y="462"/>
                  </a:lnTo>
                  <a:lnTo>
                    <a:pt x="0" y="368"/>
                  </a:lnTo>
                  <a:lnTo>
                    <a:pt x="3" y="279"/>
                  </a:lnTo>
                  <a:lnTo>
                    <a:pt x="16" y="193"/>
                  </a:lnTo>
                  <a:lnTo>
                    <a:pt x="24" y="177"/>
                  </a:lnTo>
                  <a:lnTo>
                    <a:pt x="37" y="162"/>
                  </a:lnTo>
                  <a:lnTo>
                    <a:pt x="51" y="150"/>
                  </a:lnTo>
                  <a:lnTo>
                    <a:pt x="61" y="132"/>
                  </a:lnTo>
                  <a:lnTo>
                    <a:pt x="67" y="121"/>
                  </a:lnTo>
                  <a:lnTo>
                    <a:pt x="71" y="105"/>
                  </a:lnTo>
                  <a:lnTo>
                    <a:pt x="76" y="92"/>
                  </a:lnTo>
                  <a:lnTo>
                    <a:pt x="82" y="80"/>
                  </a:lnTo>
                  <a:lnTo>
                    <a:pt x="92" y="58"/>
                  </a:lnTo>
                  <a:lnTo>
                    <a:pt x="103" y="38"/>
                  </a:lnTo>
                  <a:lnTo>
                    <a:pt x="112" y="20"/>
                  </a:lnTo>
                  <a:lnTo>
                    <a:pt x="125" y="0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17"/>
            <p:cNvSpPr>
              <a:spLocks noEditPoints="1"/>
            </p:cNvSpPr>
            <p:nvPr/>
          </p:nvSpPr>
          <p:spPr bwMode="auto">
            <a:xfrm>
              <a:off x="4911726" y="3305175"/>
              <a:ext cx="80963" cy="87312"/>
            </a:xfrm>
            <a:custGeom>
              <a:avLst/>
              <a:gdLst>
                <a:gd name="T0" fmla="*/ 33 w 102"/>
                <a:gd name="T1" fmla="*/ 41 h 109"/>
                <a:gd name="T2" fmla="*/ 33 w 102"/>
                <a:gd name="T3" fmla="*/ 33 h 109"/>
                <a:gd name="T4" fmla="*/ 37 w 102"/>
                <a:gd name="T5" fmla="*/ 25 h 109"/>
                <a:gd name="T6" fmla="*/ 42 w 102"/>
                <a:gd name="T7" fmla="*/ 20 h 109"/>
                <a:gd name="T8" fmla="*/ 53 w 102"/>
                <a:gd name="T9" fmla="*/ 17 h 109"/>
                <a:gd name="T10" fmla="*/ 60 w 102"/>
                <a:gd name="T11" fmla="*/ 17 h 109"/>
                <a:gd name="T12" fmla="*/ 68 w 102"/>
                <a:gd name="T13" fmla="*/ 22 h 109"/>
                <a:gd name="T14" fmla="*/ 74 w 102"/>
                <a:gd name="T15" fmla="*/ 29 h 109"/>
                <a:gd name="T16" fmla="*/ 76 w 102"/>
                <a:gd name="T17" fmla="*/ 41 h 109"/>
                <a:gd name="T18" fmla="*/ 33 w 102"/>
                <a:gd name="T19" fmla="*/ 41 h 109"/>
                <a:gd name="T20" fmla="*/ 33 w 102"/>
                <a:gd name="T21" fmla="*/ 41 h 109"/>
                <a:gd name="T22" fmla="*/ 102 w 102"/>
                <a:gd name="T23" fmla="*/ 69 h 109"/>
                <a:gd name="T24" fmla="*/ 93 w 102"/>
                <a:gd name="T25" fmla="*/ 78 h 109"/>
                <a:gd name="T26" fmla="*/ 86 w 102"/>
                <a:gd name="T27" fmla="*/ 83 h 109"/>
                <a:gd name="T28" fmla="*/ 76 w 102"/>
                <a:gd name="T29" fmla="*/ 86 h 109"/>
                <a:gd name="T30" fmla="*/ 68 w 102"/>
                <a:gd name="T31" fmla="*/ 88 h 109"/>
                <a:gd name="T32" fmla="*/ 55 w 102"/>
                <a:gd name="T33" fmla="*/ 86 h 109"/>
                <a:gd name="T34" fmla="*/ 42 w 102"/>
                <a:gd name="T35" fmla="*/ 80 h 109"/>
                <a:gd name="T36" fmla="*/ 34 w 102"/>
                <a:gd name="T37" fmla="*/ 72 h 109"/>
                <a:gd name="T38" fmla="*/ 33 w 102"/>
                <a:gd name="T39" fmla="*/ 60 h 109"/>
                <a:gd name="T40" fmla="*/ 102 w 102"/>
                <a:gd name="T41" fmla="*/ 57 h 109"/>
                <a:gd name="T42" fmla="*/ 99 w 102"/>
                <a:gd name="T43" fmla="*/ 29 h 109"/>
                <a:gd name="T44" fmla="*/ 89 w 102"/>
                <a:gd name="T45" fmla="*/ 12 h 109"/>
                <a:gd name="T46" fmla="*/ 70 w 102"/>
                <a:gd name="T47" fmla="*/ 3 h 109"/>
                <a:gd name="T48" fmla="*/ 47 w 102"/>
                <a:gd name="T49" fmla="*/ 0 h 109"/>
                <a:gd name="T50" fmla="*/ 27 w 102"/>
                <a:gd name="T51" fmla="*/ 4 h 109"/>
                <a:gd name="T52" fmla="*/ 12 w 102"/>
                <a:gd name="T53" fmla="*/ 17 h 109"/>
                <a:gd name="T54" fmla="*/ 2 w 102"/>
                <a:gd name="T55" fmla="*/ 34 h 109"/>
                <a:gd name="T56" fmla="*/ 0 w 102"/>
                <a:gd name="T57" fmla="*/ 60 h 109"/>
                <a:gd name="T58" fmla="*/ 4 w 102"/>
                <a:gd name="T59" fmla="*/ 80 h 109"/>
                <a:gd name="T60" fmla="*/ 17 w 102"/>
                <a:gd name="T61" fmla="*/ 95 h 109"/>
                <a:gd name="T62" fmla="*/ 34 w 102"/>
                <a:gd name="T63" fmla="*/ 106 h 109"/>
                <a:gd name="T64" fmla="*/ 60 w 102"/>
                <a:gd name="T65" fmla="*/ 109 h 109"/>
                <a:gd name="T66" fmla="*/ 70 w 102"/>
                <a:gd name="T67" fmla="*/ 106 h 109"/>
                <a:gd name="T68" fmla="*/ 80 w 102"/>
                <a:gd name="T69" fmla="*/ 103 h 109"/>
                <a:gd name="T70" fmla="*/ 91 w 102"/>
                <a:gd name="T71" fmla="*/ 98 h 109"/>
                <a:gd name="T72" fmla="*/ 102 w 102"/>
                <a:gd name="T73" fmla="*/ 90 h 109"/>
                <a:gd name="T74" fmla="*/ 102 w 102"/>
                <a:gd name="T75" fmla="*/ 69 h 109"/>
                <a:gd name="T76" fmla="*/ 102 w 102"/>
                <a:gd name="T77" fmla="*/ 6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2" h="109">
                  <a:moveTo>
                    <a:pt x="33" y="41"/>
                  </a:moveTo>
                  <a:lnTo>
                    <a:pt x="33" y="33"/>
                  </a:lnTo>
                  <a:lnTo>
                    <a:pt x="37" y="25"/>
                  </a:lnTo>
                  <a:lnTo>
                    <a:pt x="42" y="20"/>
                  </a:lnTo>
                  <a:lnTo>
                    <a:pt x="53" y="17"/>
                  </a:lnTo>
                  <a:lnTo>
                    <a:pt x="60" y="17"/>
                  </a:lnTo>
                  <a:lnTo>
                    <a:pt x="68" y="22"/>
                  </a:lnTo>
                  <a:lnTo>
                    <a:pt x="74" y="29"/>
                  </a:lnTo>
                  <a:lnTo>
                    <a:pt x="76" y="41"/>
                  </a:lnTo>
                  <a:lnTo>
                    <a:pt x="33" y="41"/>
                  </a:lnTo>
                  <a:lnTo>
                    <a:pt x="33" y="41"/>
                  </a:lnTo>
                  <a:close/>
                  <a:moveTo>
                    <a:pt x="102" y="69"/>
                  </a:moveTo>
                  <a:lnTo>
                    <a:pt x="93" y="78"/>
                  </a:lnTo>
                  <a:lnTo>
                    <a:pt x="86" y="83"/>
                  </a:lnTo>
                  <a:lnTo>
                    <a:pt x="76" y="86"/>
                  </a:lnTo>
                  <a:lnTo>
                    <a:pt x="68" y="88"/>
                  </a:lnTo>
                  <a:lnTo>
                    <a:pt x="55" y="86"/>
                  </a:lnTo>
                  <a:lnTo>
                    <a:pt x="42" y="80"/>
                  </a:lnTo>
                  <a:lnTo>
                    <a:pt x="34" y="72"/>
                  </a:lnTo>
                  <a:lnTo>
                    <a:pt x="33" y="60"/>
                  </a:lnTo>
                  <a:lnTo>
                    <a:pt x="102" y="57"/>
                  </a:lnTo>
                  <a:lnTo>
                    <a:pt x="99" y="29"/>
                  </a:lnTo>
                  <a:lnTo>
                    <a:pt x="89" y="12"/>
                  </a:lnTo>
                  <a:lnTo>
                    <a:pt x="70" y="3"/>
                  </a:lnTo>
                  <a:lnTo>
                    <a:pt x="47" y="0"/>
                  </a:lnTo>
                  <a:lnTo>
                    <a:pt x="27" y="4"/>
                  </a:lnTo>
                  <a:lnTo>
                    <a:pt x="12" y="17"/>
                  </a:lnTo>
                  <a:lnTo>
                    <a:pt x="2" y="34"/>
                  </a:lnTo>
                  <a:lnTo>
                    <a:pt x="0" y="60"/>
                  </a:lnTo>
                  <a:lnTo>
                    <a:pt x="4" y="80"/>
                  </a:lnTo>
                  <a:lnTo>
                    <a:pt x="17" y="95"/>
                  </a:lnTo>
                  <a:lnTo>
                    <a:pt x="34" y="106"/>
                  </a:lnTo>
                  <a:lnTo>
                    <a:pt x="60" y="109"/>
                  </a:lnTo>
                  <a:lnTo>
                    <a:pt x="70" y="106"/>
                  </a:lnTo>
                  <a:lnTo>
                    <a:pt x="80" y="103"/>
                  </a:lnTo>
                  <a:lnTo>
                    <a:pt x="91" y="98"/>
                  </a:lnTo>
                  <a:lnTo>
                    <a:pt x="102" y="90"/>
                  </a:lnTo>
                  <a:lnTo>
                    <a:pt x="102" y="69"/>
                  </a:lnTo>
                  <a:lnTo>
                    <a:pt x="102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18"/>
            <p:cNvSpPr>
              <a:spLocks/>
            </p:cNvSpPr>
            <p:nvPr/>
          </p:nvSpPr>
          <p:spPr bwMode="auto">
            <a:xfrm>
              <a:off x="5006976" y="3297238"/>
              <a:ext cx="85725" cy="85725"/>
            </a:xfrm>
            <a:custGeom>
              <a:avLst/>
              <a:gdLst>
                <a:gd name="T0" fmla="*/ 33 w 107"/>
                <a:gd name="T1" fmla="*/ 16 h 109"/>
                <a:gd name="T2" fmla="*/ 41 w 107"/>
                <a:gd name="T3" fmla="*/ 11 h 109"/>
                <a:gd name="T4" fmla="*/ 47 w 107"/>
                <a:gd name="T5" fmla="*/ 5 h 109"/>
                <a:gd name="T6" fmla="*/ 55 w 107"/>
                <a:gd name="T7" fmla="*/ 0 h 109"/>
                <a:gd name="T8" fmla="*/ 66 w 107"/>
                <a:gd name="T9" fmla="*/ 0 h 109"/>
                <a:gd name="T10" fmla="*/ 78 w 107"/>
                <a:gd name="T11" fmla="*/ 0 h 109"/>
                <a:gd name="T12" fmla="*/ 91 w 107"/>
                <a:gd name="T13" fmla="*/ 5 h 109"/>
                <a:gd name="T14" fmla="*/ 99 w 107"/>
                <a:gd name="T15" fmla="*/ 16 h 109"/>
                <a:gd name="T16" fmla="*/ 105 w 107"/>
                <a:gd name="T17" fmla="*/ 36 h 109"/>
                <a:gd name="T18" fmla="*/ 107 w 107"/>
                <a:gd name="T19" fmla="*/ 103 h 109"/>
                <a:gd name="T20" fmla="*/ 78 w 107"/>
                <a:gd name="T21" fmla="*/ 106 h 109"/>
                <a:gd name="T22" fmla="*/ 74 w 107"/>
                <a:gd name="T23" fmla="*/ 40 h 109"/>
                <a:gd name="T24" fmla="*/ 71 w 107"/>
                <a:gd name="T25" fmla="*/ 31 h 109"/>
                <a:gd name="T26" fmla="*/ 68 w 107"/>
                <a:gd name="T27" fmla="*/ 26 h 109"/>
                <a:gd name="T28" fmla="*/ 63 w 107"/>
                <a:gd name="T29" fmla="*/ 21 h 109"/>
                <a:gd name="T30" fmla="*/ 55 w 107"/>
                <a:gd name="T31" fmla="*/ 21 h 109"/>
                <a:gd name="T32" fmla="*/ 51 w 107"/>
                <a:gd name="T33" fmla="*/ 23 h 109"/>
                <a:gd name="T34" fmla="*/ 45 w 107"/>
                <a:gd name="T35" fmla="*/ 26 h 109"/>
                <a:gd name="T36" fmla="*/ 41 w 107"/>
                <a:gd name="T37" fmla="*/ 33 h 109"/>
                <a:gd name="T38" fmla="*/ 36 w 107"/>
                <a:gd name="T39" fmla="*/ 40 h 109"/>
                <a:gd name="T40" fmla="*/ 41 w 107"/>
                <a:gd name="T41" fmla="*/ 106 h 109"/>
                <a:gd name="T42" fmla="*/ 8 w 107"/>
                <a:gd name="T43" fmla="*/ 109 h 109"/>
                <a:gd name="T44" fmla="*/ 0 w 107"/>
                <a:gd name="T45" fmla="*/ 5 h 109"/>
                <a:gd name="T46" fmla="*/ 33 w 107"/>
                <a:gd name="T47" fmla="*/ 3 h 109"/>
                <a:gd name="T48" fmla="*/ 33 w 107"/>
                <a:gd name="T49" fmla="*/ 16 h 109"/>
                <a:gd name="T50" fmla="*/ 33 w 107"/>
                <a:gd name="T51" fmla="*/ 16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7" h="109">
                  <a:moveTo>
                    <a:pt x="33" y="16"/>
                  </a:moveTo>
                  <a:lnTo>
                    <a:pt x="41" y="11"/>
                  </a:lnTo>
                  <a:lnTo>
                    <a:pt x="47" y="5"/>
                  </a:lnTo>
                  <a:lnTo>
                    <a:pt x="55" y="0"/>
                  </a:lnTo>
                  <a:lnTo>
                    <a:pt x="66" y="0"/>
                  </a:lnTo>
                  <a:lnTo>
                    <a:pt x="78" y="0"/>
                  </a:lnTo>
                  <a:lnTo>
                    <a:pt x="91" y="5"/>
                  </a:lnTo>
                  <a:lnTo>
                    <a:pt x="99" y="16"/>
                  </a:lnTo>
                  <a:lnTo>
                    <a:pt x="105" y="36"/>
                  </a:lnTo>
                  <a:lnTo>
                    <a:pt x="107" y="103"/>
                  </a:lnTo>
                  <a:lnTo>
                    <a:pt x="78" y="106"/>
                  </a:lnTo>
                  <a:lnTo>
                    <a:pt x="74" y="40"/>
                  </a:lnTo>
                  <a:lnTo>
                    <a:pt x="71" y="31"/>
                  </a:lnTo>
                  <a:lnTo>
                    <a:pt x="68" y="26"/>
                  </a:lnTo>
                  <a:lnTo>
                    <a:pt x="63" y="21"/>
                  </a:lnTo>
                  <a:lnTo>
                    <a:pt x="55" y="21"/>
                  </a:lnTo>
                  <a:lnTo>
                    <a:pt x="51" y="23"/>
                  </a:lnTo>
                  <a:lnTo>
                    <a:pt x="45" y="26"/>
                  </a:lnTo>
                  <a:lnTo>
                    <a:pt x="41" y="33"/>
                  </a:lnTo>
                  <a:lnTo>
                    <a:pt x="36" y="40"/>
                  </a:lnTo>
                  <a:lnTo>
                    <a:pt x="41" y="106"/>
                  </a:lnTo>
                  <a:lnTo>
                    <a:pt x="8" y="109"/>
                  </a:lnTo>
                  <a:lnTo>
                    <a:pt x="0" y="5"/>
                  </a:lnTo>
                  <a:lnTo>
                    <a:pt x="33" y="3"/>
                  </a:lnTo>
                  <a:lnTo>
                    <a:pt x="33" y="16"/>
                  </a:lnTo>
                  <a:lnTo>
                    <a:pt x="33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Freeform 19"/>
            <p:cNvSpPr>
              <a:spLocks/>
            </p:cNvSpPr>
            <p:nvPr/>
          </p:nvSpPr>
          <p:spPr bwMode="auto">
            <a:xfrm>
              <a:off x="5102226" y="3267075"/>
              <a:ext cx="69850" cy="109537"/>
            </a:xfrm>
            <a:custGeom>
              <a:avLst/>
              <a:gdLst>
                <a:gd name="T0" fmla="*/ 84 w 88"/>
                <a:gd name="T1" fmla="*/ 53 h 138"/>
                <a:gd name="T2" fmla="*/ 46 w 88"/>
                <a:gd name="T3" fmla="*/ 55 h 138"/>
                <a:gd name="T4" fmla="*/ 49 w 88"/>
                <a:gd name="T5" fmla="*/ 99 h 138"/>
                <a:gd name="T6" fmla="*/ 51 w 88"/>
                <a:gd name="T7" fmla="*/ 107 h 138"/>
                <a:gd name="T8" fmla="*/ 54 w 88"/>
                <a:gd name="T9" fmla="*/ 110 h 138"/>
                <a:gd name="T10" fmla="*/ 58 w 88"/>
                <a:gd name="T11" fmla="*/ 114 h 138"/>
                <a:gd name="T12" fmla="*/ 65 w 88"/>
                <a:gd name="T13" fmla="*/ 114 h 138"/>
                <a:gd name="T14" fmla="*/ 71 w 88"/>
                <a:gd name="T15" fmla="*/ 114 h 138"/>
                <a:gd name="T16" fmla="*/ 76 w 88"/>
                <a:gd name="T17" fmla="*/ 113 h 138"/>
                <a:gd name="T18" fmla="*/ 78 w 88"/>
                <a:gd name="T19" fmla="*/ 110 h 138"/>
                <a:gd name="T20" fmla="*/ 86 w 88"/>
                <a:gd name="T21" fmla="*/ 107 h 138"/>
                <a:gd name="T22" fmla="*/ 88 w 88"/>
                <a:gd name="T23" fmla="*/ 130 h 138"/>
                <a:gd name="T24" fmla="*/ 81 w 88"/>
                <a:gd name="T25" fmla="*/ 133 h 138"/>
                <a:gd name="T26" fmla="*/ 73 w 88"/>
                <a:gd name="T27" fmla="*/ 136 h 138"/>
                <a:gd name="T28" fmla="*/ 65 w 88"/>
                <a:gd name="T29" fmla="*/ 138 h 138"/>
                <a:gd name="T30" fmla="*/ 58 w 88"/>
                <a:gd name="T31" fmla="*/ 138 h 138"/>
                <a:gd name="T32" fmla="*/ 43 w 88"/>
                <a:gd name="T33" fmla="*/ 138 h 138"/>
                <a:gd name="T34" fmla="*/ 31 w 88"/>
                <a:gd name="T35" fmla="*/ 133 h 138"/>
                <a:gd name="T36" fmla="*/ 23 w 88"/>
                <a:gd name="T37" fmla="*/ 122 h 138"/>
                <a:gd name="T38" fmla="*/ 18 w 88"/>
                <a:gd name="T39" fmla="*/ 104 h 138"/>
                <a:gd name="T40" fmla="*/ 12 w 88"/>
                <a:gd name="T41" fmla="*/ 55 h 138"/>
                <a:gd name="T42" fmla="*/ 0 w 88"/>
                <a:gd name="T43" fmla="*/ 55 h 138"/>
                <a:gd name="T44" fmla="*/ 0 w 88"/>
                <a:gd name="T45" fmla="*/ 53 h 138"/>
                <a:gd name="T46" fmla="*/ 39 w 88"/>
                <a:gd name="T47" fmla="*/ 3 h 138"/>
                <a:gd name="T48" fmla="*/ 41 w 88"/>
                <a:gd name="T49" fmla="*/ 0 h 138"/>
                <a:gd name="T50" fmla="*/ 43 w 88"/>
                <a:gd name="T51" fmla="*/ 32 h 138"/>
                <a:gd name="T52" fmla="*/ 81 w 88"/>
                <a:gd name="T53" fmla="*/ 31 h 138"/>
                <a:gd name="T54" fmla="*/ 84 w 88"/>
                <a:gd name="T55" fmla="*/ 53 h 138"/>
                <a:gd name="T56" fmla="*/ 84 w 88"/>
                <a:gd name="T57" fmla="*/ 53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8" h="138">
                  <a:moveTo>
                    <a:pt x="84" y="53"/>
                  </a:moveTo>
                  <a:lnTo>
                    <a:pt x="46" y="55"/>
                  </a:lnTo>
                  <a:lnTo>
                    <a:pt x="49" y="99"/>
                  </a:lnTo>
                  <a:lnTo>
                    <a:pt x="51" y="107"/>
                  </a:lnTo>
                  <a:lnTo>
                    <a:pt x="54" y="110"/>
                  </a:lnTo>
                  <a:lnTo>
                    <a:pt x="58" y="114"/>
                  </a:lnTo>
                  <a:lnTo>
                    <a:pt x="65" y="114"/>
                  </a:lnTo>
                  <a:lnTo>
                    <a:pt x="71" y="114"/>
                  </a:lnTo>
                  <a:lnTo>
                    <a:pt x="76" y="113"/>
                  </a:lnTo>
                  <a:lnTo>
                    <a:pt x="78" y="110"/>
                  </a:lnTo>
                  <a:lnTo>
                    <a:pt x="86" y="107"/>
                  </a:lnTo>
                  <a:lnTo>
                    <a:pt x="88" y="130"/>
                  </a:lnTo>
                  <a:lnTo>
                    <a:pt x="81" y="133"/>
                  </a:lnTo>
                  <a:lnTo>
                    <a:pt x="73" y="136"/>
                  </a:lnTo>
                  <a:lnTo>
                    <a:pt x="65" y="138"/>
                  </a:lnTo>
                  <a:lnTo>
                    <a:pt x="58" y="138"/>
                  </a:lnTo>
                  <a:lnTo>
                    <a:pt x="43" y="138"/>
                  </a:lnTo>
                  <a:lnTo>
                    <a:pt x="31" y="133"/>
                  </a:lnTo>
                  <a:lnTo>
                    <a:pt x="23" y="122"/>
                  </a:lnTo>
                  <a:lnTo>
                    <a:pt x="18" y="104"/>
                  </a:lnTo>
                  <a:lnTo>
                    <a:pt x="12" y="55"/>
                  </a:lnTo>
                  <a:lnTo>
                    <a:pt x="0" y="55"/>
                  </a:lnTo>
                  <a:lnTo>
                    <a:pt x="0" y="53"/>
                  </a:lnTo>
                  <a:lnTo>
                    <a:pt x="39" y="3"/>
                  </a:lnTo>
                  <a:lnTo>
                    <a:pt x="41" y="0"/>
                  </a:lnTo>
                  <a:lnTo>
                    <a:pt x="43" y="32"/>
                  </a:lnTo>
                  <a:lnTo>
                    <a:pt x="81" y="31"/>
                  </a:lnTo>
                  <a:lnTo>
                    <a:pt x="84" y="53"/>
                  </a:lnTo>
                  <a:lnTo>
                    <a:pt x="8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20"/>
            <p:cNvSpPr>
              <a:spLocks noEditPoints="1"/>
            </p:cNvSpPr>
            <p:nvPr/>
          </p:nvSpPr>
          <p:spPr bwMode="auto">
            <a:xfrm>
              <a:off x="5178426" y="3284538"/>
              <a:ext cx="84138" cy="85725"/>
            </a:xfrm>
            <a:custGeom>
              <a:avLst/>
              <a:gdLst>
                <a:gd name="T0" fmla="*/ 30 w 106"/>
                <a:gd name="T1" fmla="*/ 44 h 107"/>
                <a:gd name="T2" fmla="*/ 33 w 106"/>
                <a:gd name="T3" fmla="*/ 32 h 107"/>
                <a:gd name="T4" fmla="*/ 38 w 106"/>
                <a:gd name="T5" fmla="*/ 27 h 107"/>
                <a:gd name="T6" fmla="*/ 45 w 106"/>
                <a:gd name="T7" fmla="*/ 21 h 107"/>
                <a:gd name="T8" fmla="*/ 53 w 106"/>
                <a:gd name="T9" fmla="*/ 19 h 107"/>
                <a:gd name="T10" fmla="*/ 61 w 106"/>
                <a:gd name="T11" fmla="*/ 21 h 107"/>
                <a:gd name="T12" fmla="*/ 68 w 106"/>
                <a:gd name="T13" fmla="*/ 24 h 107"/>
                <a:gd name="T14" fmla="*/ 74 w 106"/>
                <a:gd name="T15" fmla="*/ 31 h 107"/>
                <a:gd name="T16" fmla="*/ 76 w 106"/>
                <a:gd name="T17" fmla="*/ 39 h 107"/>
                <a:gd name="T18" fmla="*/ 30 w 106"/>
                <a:gd name="T19" fmla="*/ 44 h 107"/>
                <a:gd name="T20" fmla="*/ 30 w 106"/>
                <a:gd name="T21" fmla="*/ 44 h 107"/>
                <a:gd name="T22" fmla="*/ 104 w 106"/>
                <a:gd name="T23" fmla="*/ 70 h 107"/>
                <a:gd name="T24" fmla="*/ 95 w 106"/>
                <a:gd name="T25" fmla="*/ 79 h 107"/>
                <a:gd name="T26" fmla="*/ 87 w 106"/>
                <a:gd name="T27" fmla="*/ 84 h 107"/>
                <a:gd name="T28" fmla="*/ 79 w 106"/>
                <a:gd name="T29" fmla="*/ 87 h 107"/>
                <a:gd name="T30" fmla="*/ 68 w 106"/>
                <a:gd name="T31" fmla="*/ 90 h 107"/>
                <a:gd name="T32" fmla="*/ 56 w 106"/>
                <a:gd name="T33" fmla="*/ 87 h 107"/>
                <a:gd name="T34" fmla="*/ 43 w 106"/>
                <a:gd name="T35" fmla="*/ 81 h 107"/>
                <a:gd name="T36" fmla="*/ 35 w 106"/>
                <a:gd name="T37" fmla="*/ 73 h 107"/>
                <a:gd name="T38" fmla="*/ 33 w 106"/>
                <a:gd name="T39" fmla="*/ 60 h 107"/>
                <a:gd name="T40" fmla="*/ 106 w 106"/>
                <a:gd name="T41" fmla="*/ 54 h 107"/>
                <a:gd name="T42" fmla="*/ 101 w 106"/>
                <a:gd name="T43" fmla="*/ 31 h 107"/>
                <a:gd name="T44" fmla="*/ 89 w 106"/>
                <a:gd name="T45" fmla="*/ 14 h 107"/>
                <a:gd name="T46" fmla="*/ 72 w 106"/>
                <a:gd name="T47" fmla="*/ 3 h 107"/>
                <a:gd name="T48" fmla="*/ 48 w 106"/>
                <a:gd name="T49" fmla="*/ 0 h 107"/>
                <a:gd name="T50" fmla="*/ 29 w 106"/>
                <a:gd name="T51" fmla="*/ 6 h 107"/>
                <a:gd name="T52" fmla="*/ 13 w 106"/>
                <a:gd name="T53" fmla="*/ 19 h 107"/>
                <a:gd name="T54" fmla="*/ 3 w 106"/>
                <a:gd name="T55" fmla="*/ 37 h 107"/>
                <a:gd name="T56" fmla="*/ 0 w 106"/>
                <a:gd name="T57" fmla="*/ 60 h 107"/>
                <a:gd name="T58" fmla="*/ 5 w 106"/>
                <a:gd name="T59" fmla="*/ 81 h 107"/>
                <a:gd name="T60" fmla="*/ 21 w 106"/>
                <a:gd name="T61" fmla="*/ 96 h 107"/>
                <a:gd name="T62" fmla="*/ 38 w 106"/>
                <a:gd name="T63" fmla="*/ 107 h 107"/>
                <a:gd name="T64" fmla="*/ 64 w 106"/>
                <a:gd name="T65" fmla="*/ 107 h 107"/>
                <a:gd name="T66" fmla="*/ 72 w 106"/>
                <a:gd name="T67" fmla="*/ 107 h 107"/>
                <a:gd name="T68" fmla="*/ 82 w 106"/>
                <a:gd name="T69" fmla="*/ 105 h 107"/>
                <a:gd name="T70" fmla="*/ 95 w 106"/>
                <a:gd name="T71" fmla="*/ 99 h 107"/>
                <a:gd name="T72" fmla="*/ 106 w 106"/>
                <a:gd name="T73" fmla="*/ 91 h 107"/>
                <a:gd name="T74" fmla="*/ 104 w 106"/>
                <a:gd name="T75" fmla="*/ 70 h 107"/>
                <a:gd name="T76" fmla="*/ 104 w 106"/>
                <a:gd name="T77" fmla="*/ 7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6" h="107">
                  <a:moveTo>
                    <a:pt x="30" y="44"/>
                  </a:moveTo>
                  <a:lnTo>
                    <a:pt x="33" y="32"/>
                  </a:lnTo>
                  <a:lnTo>
                    <a:pt x="38" y="27"/>
                  </a:lnTo>
                  <a:lnTo>
                    <a:pt x="45" y="21"/>
                  </a:lnTo>
                  <a:lnTo>
                    <a:pt x="53" y="19"/>
                  </a:lnTo>
                  <a:lnTo>
                    <a:pt x="61" y="21"/>
                  </a:lnTo>
                  <a:lnTo>
                    <a:pt x="68" y="24"/>
                  </a:lnTo>
                  <a:lnTo>
                    <a:pt x="74" y="31"/>
                  </a:lnTo>
                  <a:lnTo>
                    <a:pt x="76" y="39"/>
                  </a:lnTo>
                  <a:lnTo>
                    <a:pt x="30" y="44"/>
                  </a:lnTo>
                  <a:lnTo>
                    <a:pt x="30" y="44"/>
                  </a:lnTo>
                  <a:close/>
                  <a:moveTo>
                    <a:pt x="104" y="70"/>
                  </a:moveTo>
                  <a:lnTo>
                    <a:pt x="95" y="79"/>
                  </a:lnTo>
                  <a:lnTo>
                    <a:pt x="87" y="84"/>
                  </a:lnTo>
                  <a:lnTo>
                    <a:pt x="79" y="87"/>
                  </a:lnTo>
                  <a:lnTo>
                    <a:pt x="68" y="90"/>
                  </a:lnTo>
                  <a:lnTo>
                    <a:pt x="56" y="87"/>
                  </a:lnTo>
                  <a:lnTo>
                    <a:pt x="43" y="81"/>
                  </a:lnTo>
                  <a:lnTo>
                    <a:pt x="35" y="73"/>
                  </a:lnTo>
                  <a:lnTo>
                    <a:pt x="33" y="60"/>
                  </a:lnTo>
                  <a:lnTo>
                    <a:pt x="106" y="54"/>
                  </a:lnTo>
                  <a:lnTo>
                    <a:pt x="101" y="31"/>
                  </a:lnTo>
                  <a:lnTo>
                    <a:pt x="89" y="14"/>
                  </a:lnTo>
                  <a:lnTo>
                    <a:pt x="72" y="3"/>
                  </a:lnTo>
                  <a:lnTo>
                    <a:pt x="48" y="0"/>
                  </a:lnTo>
                  <a:lnTo>
                    <a:pt x="29" y="6"/>
                  </a:lnTo>
                  <a:lnTo>
                    <a:pt x="13" y="19"/>
                  </a:lnTo>
                  <a:lnTo>
                    <a:pt x="3" y="37"/>
                  </a:lnTo>
                  <a:lnTo>
                    <a:pt x="0" y="60"/>
                  </a:lnTo>
                  <a:lnTo>
                    <a:pt x="5" y="81"/>
                  </a:lnTo>
                  <a:lnTo>
                    <a:pt x="21" y="96"/>
                  </a:lnTo>
                  <a:lnTo>
                    <a:pt x="38" y="107"/>
                  </a:lnTo>
                  <a:lnTo>
                    <a:pt x="64" y="107"/>
                  </a:lnTo>
                  <a:lnTo>
                    <a:pt x="72" y="107"/>
                  </a:lnTo>
                  <a:lnTo>
                    <a:pt x="82" y="105"/>
                  </a:lnTo>
                  <a:lnTo>
                    <a:pt x="95" y="99"/>
                  </a:lnTo>
                  <a:lnTo>
                    <a:pt x="106" y="91"/>
                  </a:lnTo>
                  <a:lnTo>
                    <a:pt x="104" y="70"/>
                  </a:lnTo>
                  <a:lnTo>
                    <a:pt x="104" y="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21"/>
            <p:cNvSpPr>
              <a:spLocks/>
            </p:cNvSpPr>
            <p:nvPr/>
          </p:nvSpPr>
          <p:spPr bwMode="auto">
            <a:xfrm>
              <a:off x="5276851" y="3275013"/>
              <a:ext cx="69850" cy="90487"/>
            </a:xfrm>
            <a:custGeom>
              <a:avLst/>
              <a:gdLst>
                <a:gd name="T0" fmla="*/ 33 w 86"/>
                <a:gd name="T1" fmla="*/ 38 h 113"/>
                <a:gd name="T2" fmla="*/ 33 w 86"/>
                <a:gd name="T3" fmla="*/ 38 h 113"/>
                <a:gd name="T4" fmla="*/ 39 w 86"/>
                <a:gd name="T5" fmla="*/ 20 h 113"/>
                <a:gd name="T6" fmla="*/ 47 w 86"/>
                <a:gd name="T7" fmla="*/ 11 h 113"/>
                <a:gd name="T8" fmla="*/ 55 w 86"/>
                <a:gd name="T9" fmla="*/ 3 h 113"/>
                <a:gd name="T10" fmla="*/ 62 w 86"/>
                <a:gd name="T11" fmla="*/ 0 h 113"/>
                <a:gd name="T12" fmla="*/ 68 w 86"/>
                <a:gd name="T13" fmla="*/ 0 h 113"/>
                <a:gd name="T14" fmla="*/ 73 w 86"/>
                <a:gd name="T15" fmla="*/ 3 h 113"/>
                <a:gd name="T16" fmla="*/ 78 w 86"/>
                <a:gd name="T17" fmla="*/ 6 h 113"/>
                <a:gd name="T18" fmla="*/ 86 w 86"/>
                <a:gd name="T19" fmla="*/ 9 h 113"/>
                <a:gd name="T20" fmla="*/ 78 w 86"/>
                <a:gd name="T21" fmla="*/ 41 h 113"/>
                <a:gd name="T22" fmla="*/ 73 w 86"/>
                <a:gd name="T23" fmla="*/ 38 h 113"/>
                <a:gd name="T24" fmla="*/ 68 w 86"/>
                <a:gd name="T25" fmla="*/ 35 h 113"/>
                <a:gd name="T26" fmla="*/ 62 w 86"/>
                <a:gd name="T27" fmla="*/ 32 h 113"/>
                <a:gd name="T28" fmla="*/ 60 w 86"/>
                <a:gd name="T29" fmla="*/ 32 h 113"/>
                <a:gd name="T30" fmla="*/ 52 w 86"/>
                <a:gd name="T31" fmla="*/ 35 h 113"/>
                <a:gd name="T32" fmla="*/ 45 w 86"/>
                <a:gd name="T33" fmla="*/ 41 h 113"/>
                <a:gd name="T34" fmla="*/ 39 w 86"/>
                <a:gd name="T35" fmla="*/ 50 h 113"/>
                <a:gd name="T36" fmla="*/ 36 w 86"/>
                <a:gd name="T37" fmla="*/ 63 h 113"/>
                <a:gd name="T38" fmla="*/ 39 w 86"/>
                <a:gd name="T39" fmla="*/ 110 h 113"/>
                <a:gd name="T40" fmla="*/ 7 w 86"/>
                <a:gd name="T41" fmla="*/ 113 h 113"/>
                <a:gd name="T42" fmla="*/ 0 w 86"/>
                <a:gd name="T43" fmla="*/ 9 h 113"/>
                <a:gd name="T44" fmla="*/ 30 w 86"/>
                <a:gd name="T45" fmla="*/ 9 h 113"/>
                <a:gd name="T46" fmla="*/ 33 w 86"/>
                <a:gd name="T47" fmla="*/ 38 h 113"/>
                <a:gd name="T48" fmla="*/ 33 w 86"/>
                <a:gd name="T49" fmla="*/ 38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6" h="113">
                  <a:moveTo>
                    <a:pt x="33" y="38"/>
                  </a:moveTo>
                  <a:lnTo>
                    <a:pt x="33" y="38"/>
                  </a:lnTo>
                  <a:lnTo>
                    <a:pt x="39" y="20"/>
                  </a:lnTo>
                  <a:lnTo>
                    <a:pt x="47" y="11"/>
                  </a:lnTo>
                  <a:lnTo>
                    <a:pt x="55" y="3"/>
                  </a:lnTo>
                  <a:lnTo>
                    <a:pt x="62" y="0"/>
                  </a:lnTo>
                  <a:lnTo>
                    <a:pt x="68" y="0"/>
                  </a:lnTo>
                  <a:lnTo>
                    <a:pt x="73" y="3"/>
                  </a:lnTo>
                  <a:lnTo>
                    <a:pt x="78" y="6"/>
                  </a:lnTo>
                  <a:lnTo>
                    <a:pt x="86" y="9"/>
                  </a:lnTo>
                  <a:lnTo>
                    <a:pt x="78" y="41"/>
                  </a:lnTo>
                  <a:lnTo>
                    <a:pt x="73" y="38"/>
                  </a:lnTo>
                  <a:lnTo>
                    <a:pt x="68" y="35"/>
                  </a:lnTo>
                  <a:lnTo>
                    <a:pt x="62" y="32"/>
                  </a:lnTo>
                  <a:lnTo>
                    <a:pt x="60" y="32"/>
                  </a:lnTo>
                  <a:lnTo>
                    <a:pt x="52" y="35"/>
                  </a:lnTo>
                  <a:lnTo>
                    <a:pt x="45" y="41"/>
                  </a:lnTo>
                  <a:lnTo>
                    <a:pt x="39" y="50"/>
                  </a:lnTo>
                  <a:lnTo>
                    <a:pt x="36" y="63"/>
                  </a:lnTo>
                  <a:lnTo>
                    <a:pt x="39" y="110"/>
                  </a:lnTo>
                  <a:lnTo>
                    <a:pt x="7" y="113"/>
                  </a:lnTo>
                  <a:lnTo>
                    <a:pt x="0" y="9"/>
                  </a:lnTo>
                  <a:lnTo>
                    <a:pt x="30" y="9"/>
                  </a:lnTo>
                  <a:lnTo>
                    <a:pt x="33" y="38"/>
                  </a:lnTo>
                  <a:lnTo>
                    <a:pt x="33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5107083" y="1628800"/>
            <a:ext cx="32393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DPO </a:t>
            </a:r>
            <a:r>
              <a:rPr lang="ko-KR" altLang="en-US" sz="1000" dirty="0" smtClean="0"/>
              <a:t>및 </a:t>
            </a:r>
            <a:r>
              <a:rPr lang="en-US" altLang="ko-KR" sz="1000" dirty="0" smtClean="0"/>
              <a:t>PEI</a:t>
            </a:r>
            <a:r>
              <a:rPr lang="ko-KR" altLang="en-US" sz="1000" dirty="0" smtClean="0"/>
              <a:t>가 통화 상태 인지 아닌지를 모니터링 하는 방법</a:t>
            </a:r>
            <a:r>
              <a:rPr lang="en-US" altLang="ko-KR" sz="1000" dirty="0" smtClean="0"/>
              <a:t>?</a:t>
            </a:r>
          </a:p>
          <a:p>
            <a:r>
              <a:rPr lang="en-US" altLang="ko-KR" sz="1000" dirty="0" smtClean="0"/>
              <a:t>(</a:t>
            </a:r>
            <a:r>
              <a:rPr lang="ko-KR" altLang="en-US" sz="1000" dirty="0" smtClean="0"/>
              <a:t>통화 상태가 모니터링이 되어야 원할 경우 음성 통화를 할 수 있다</a:t>
            </a:r>
            <a:r>
              <a:rPr lang="en-US" altLang="ko-KR" sz="1000" dirty="0" smtClean="0"/>
              <a:t>.)</a:t>
            </a:r>
          </a:p>
          <a:p>
            <a:r>
              <a:rPr lang="en-US" altLang="ko-KR" sz="1000" dirty="0" smtClean="0"/>
              <a:t>(</a:t>
            </a:r>
            <a:r>
              <a:rPr lang="ko-KR" altLang="en-US" sz="1000" dirty="0" smtClean="0"/>
              <a:t>프로그램 및 프로토콜</a:t>
            </a:r>
            <a:r>
              <a:rPr lang="en-US" altLang="ko-KR" sz="1000" dirty="0" smtClean="0"/>
              <a:t>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08042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67544" y="1700808"/>
            <a:ext cx="8229600" cy="3816424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8800" b="1" dirty="0" smtClean="0">
                <a:latin typeface="Constantia" pitchFamily="18" charset="0"/>
              </a:rPr>
              <a:t>THANK YOU !</a:t>
            </a:r>
          </a:p>
          <a:p>
            <a:pPr algn="ctr">
              <a:buNone/>
            </a:pPr>
            <a:r>
              <a:rPr lang="en-US" altLang="ko-KR" sz="9600" b="1" dirty="0" smtClean="0">
                <a:latin typeface="Constantia" pitchFamily="18" charset="0"/>
              </a:rPr>
              <a:t>Questions ?</a:t>
            </a:r>
            <a:endParaRPr lang="ko-KR" altLang="en-US" sz="9600" b="1" dirty="0">
              <a:latin typeface="Constantia" pitchFamily="18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Hunting</Template>
  <TotalTime>2375</TotalTime>
  <Words>211</Words>
  <Application>Microsoft Office PowerPoint</Application>
  <PresentationFormat>화면 슬라이드 쇼(4:3)</PresentationFormat>
  <Paragraphs>40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PowerPoint 프레젠테이션</vt:lpstr>
      <vt:lpstr>Contents</vt:lpstr>
      <vt:lpstr>서버 관리.</vt:lpstr>
      <vt:lpstr>실시간 문자 전송.</vt:lpstr>
      <vt:lpstr>긴급 상황 1.</vt:lpstr>
      <vt:lpstr>긴급 상황 2.</vt:lpstr>
      <vt:lpstr>PowerPoint 프레젠테이션</vt:lpstr>
    </vt:vector>
  </TitlesOfParts>
  <Company>(주)우진산전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진미화</dc:creator>
  <cp:lastModifiedBy>JDS_SSD</cp:lastModifiedBy>
  <cp:revision>121</cp:revision>
  <dcterms:created xsi:type="dcterms:W3CDTF">2011-03-30T10:53:50Z</dcterms:created>
  <dcterms:modified xsi:type="dcterms:W3CDTF">2011-07-22T01:12:49Z</dcterms:modified>
</cp:coreProperties>
</file>