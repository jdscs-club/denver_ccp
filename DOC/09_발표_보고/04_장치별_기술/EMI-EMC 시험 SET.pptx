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27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70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95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373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807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39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9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789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61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140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8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CCA81-4786-4C2C-9C05-BF99999CC657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395CA-123A-4587-8C27-FC440DE86E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90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55576" y="404664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EMI/EMC </a:t>
            </a:r>
            <a:r>
              <a:rPr lang="ko-KR" altLang="en-US" dirty="0" smtClean="0"/>
              <a:t>시험</a:t>
            </a:r>
            <a:r>
              <a:rPr lang="en-US" altLang="ko-KR" dirty="0" smtClean="0"/>
              <a:t>SET_1</a:t>
            </a:r>
            <a:br>
              <a:rPr lang="en-US" altLang="ko-KR" dirty="0" smtClean="0"/>
            </a:br>
            <a:r>
              <a:rPr lang="en-US" altLang="ko-KR" dirty="0" smtClean="0"/>
              <a:t>(PIS SYSTEM)</a:t>
            </a:r>
            <a:endParaRPr lang="ko-KR" altLang="en-US" dirty="0"/>
          </a:p>
        </p:txBody>
      </p:sp>
      <p:pic>
        <p:nvPicPr>
          <p:cNvPr id="1026" name="Picture 2" descr="C:\Users\JDS_SSD\Desktop\JDS_PRO\덴버\설계\DENVER 그림\2011_11_21\CRAN1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483036"/>
            <a:ext cx="1860620" cy="10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JDS_SSD\Desktop\JDS_PRO\덴버\설계\DENVER 그림\CCP3.b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044" y="2134421"/>
            <a:ext cx="932422" cy="10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JDS_SSD\Desktop\JDS_PRO\덴버\설계\DENVER 그림\PID(1).bmp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065" y="5391554"/>
            <a:ext cx="1318802" cy="10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JDS_SSD\Desktop\JDS_PRO\덴버\설계\DENVER 그림\PID2(1).bmp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74" y="5395936"/>
            <a:ext cx="1321595" cy="10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JDS_SSD\Desktop\JDS_PRO\덴버\설계\DENVER 그림\FDI(1).bmp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322" y="2134421"/>
            <a:ext cx="2408400" cy="10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JDS_SSD\Desktop\JDS_PRO\덴버\설계\DENVER 그림\SDI(1).bmp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322" y="5229200"/>
            <a:ext cx="2610804" cy="10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JDS_SSD\Desktop\JDS_PRO\덴버\설계\DENVER 그림\PII(1).bmp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055" y="3708210"/>
            <a:ext cx="3037500" cy="10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4" name="직사각형 1103"/>
          <p:cNvSpPr/>
          <p:nvPr/>
        </p:nvSpPr>
        <p:spPr>
          <a:xfrm>
            <a:off x="3406044" y="3861048"/>
            <a:ext cx="93242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터미널 </a:t>
            </a:r>
            <a:r>
              <a:rPr lang="ko-KR" altLang="en-US" sz="1000" dirty="0" err="1" smtClean="0"/>
              <a:t>블럭</a:t>
            </a:r>
            <a:endParaRPr lang="ko-KR" altLang="en-US" sz="1000" dirty="0"/>
          </a:p>
        </p:txBody>
      </p:sp>
      <p:cxnSp>
        <p:nvCxnSpPr>
          <p:cNvPr id="1106" name="직선 연결선 1105"/>
          <p:cNvCxnSpPr>
            <a:stCxn id="1026" idx="3"/>
            <a:endCxn id="1104" idx="1"/>
          </p:cNvCxnSpPr>
          <p:nvPr/>
        </p:nvCxnSpPr>
        <p:spPr>
          <a:xfrm flipV="1">
            <a:off x="2112140" y="4005064"/>
            <a:ext cx="1293904" cy="1797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>
            <a:stCxn id="1030" idx="0"/>
            <a:endCxn id="1104" idx="2"/>
          </p:cNvCxnSpPr>
          <p:nvPr/>
        </p:nvCxnSpPr>
        <p:spPr>
          <a:xfrm flipV="1">
            <a:off x="2400172" y="4149080"/>
            <a:ext cx="1472083" cy="124685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>
            <a:stCxn id="1029" idx="0"/>
            <a:endCxn id="1104" idx="2"/>
          </p:cNvCxnSpPr>
          <p:nvPr/>
        </p:nvCxnSpPr>
        <p:spPr>
          <a:xfrm flipH="1" flipV="1">
            <a:off x="3872255" y="4149080"/>
            <a:ext cx="466211" cy="124247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>
            <a:stCxn id="1032" idx="1"/>
            <a:endCxn id="1104" idx="2"/>
          </p:cNvCxnSpPr>
          <p:nvPr/>
        </p:nvCxnSpPr>
        <p:spPr>
          <a:xfrm flipH="1" flipV="1">
            <a:off x="3872255" y="4149080"/>
            <a:ext cx="1768067" cy="16201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>
            <a:stCxn id="1033" idx="1"/>
            <a:endCxn id="1104" idx="3"/>
          </p:cNvCxnSpPr>
          <p:nvPr/>
        </p:nvCxnSpPr>
        <p:spPr>
          <a:xfrm flipH="1" flipV="1">
            <a:off x="4338466" y="4005064"/>
            <a:ext cx="1281589" cy="24314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/>
          <p:cNvCxnSpPr>
            <a:stCxn id="1031" idx="1"/>
            <a:endCxn id="1104" idx="3"/>
          </p:cNvCxnSpPr>
          <p:nvPr/>
        </p:nvCxnSpPr>
        <p:spPr>
          <a:xfrm flipH="1">
            <a:off x="4338466" y="2674421"/>
            <a:ext cx="1301856" cy="133064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/>
          <p:cNvCxnSpPr>
            <a:stCxn id="1028" idx="2"/>
            <a:endCxn id="1104" idx="0"/>
          </p:cNvCxnSpPr>
          <p:nvPr/>
        </p:nvCxnSpPr>
        <p:spPr>
          <a:xfrm>
            <a:off x="3872255" y="3214421"/>
            <a:ext cx="0" cy="64662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stCxn id="1026" idx="2"/>
            <a:endCxn id="1030" idx="1"/>
          </p:cNvCxnSpPr>
          <p:nvPr/>
        </p:nvCxnSpPr>
        <p:spPr>
          <a:xfrm rot="16200000" flipH="1">
            <a:off x="774152" y="4970714"/>
            <a:ext cx="1372900" cy="557544"/>
          </a:xfrm>
          <a:prstGeom prst="bentConnector2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꺾인 연결선 135"/>
          <p:cNvCxnSpPr>
            <a:stCxn id="1030" idx="3"/>
            <a:endCxn id="1029" idx="1"/>
          </p:cNvCxnSpPr>
          <p:nvPr/>
        </p:nvCxnSpPr>
        <p:spPr>
          <a:xfrm flipV="1">
            <a:off x="3060969" y="5931554"/>
            <a:ext cx="618096" cy="4382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그룹 107"/>
          <p:cNvGrpSpPr/>
          <p:nvPr/>
        </p:nvGrpSpPr>
        <p:grpSpPr>
          <a:xfrm>
            <a:off x="621957" y="2605248"/>
            <a:ext cx="1933819" cy="738664"/>
            <a:chOff x="621957" y="2605248"/>
            <a:chExt cx="1933819" cy="738664"/>
          </a:xfrm>
        </p:grpSpPr>
        <p:cxnSp>
          <p:nvCxnSpPr>
            <p:cNvPr id="104" name="직선 연결선 103"/>
            <p:cNvCxnSpPr/>
            <p:nvPr/>
          </p:nvCxnSpPr>
          <p:spPr>
            <a:xfrm>
              <a:off x="621957" y="3025475"/>
              <a:ext cx="526130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/>
            <p:cNvSpPr txBox="1"/>
            <p:nvPr/>
          </p:nvSpPr>
          <p:spPr>
            <a:xfrm>
              <a:off x="1181830" y="2605248"/>
              <a:ext cx="9303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: 485</a:t>
              </a:r>
              <a:endParaRPr lang="ko-KR" altLang="en-US" sz="1200" dirty="0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182134" y="2882247"/>
              <a:ext cx="13736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: </a:t>
              </a:r>
              <a:r>
                <a:rPr lang="ko-KR" altLang="en-US" sz="1200" dirty="0" smtClean="0"/>
                <a:t>동영상 </a:t>
              </a:r>
              <a:endParaRPr lang="en-US" altLang="ko-KR" sz="1200" dirty="0" smtClean="0"/>
            </a:p>
            <a:p>
              <a:r>
                <a:rPr lang="ko-KR" altLang="en-US" sz="1200" dirty="0" smtClean="0"/>
                <a:t>  </a:t>
              </a:r>
              <a:r>
                <a:rPr lang="ko-KR" altLang="en-US" sz="1200" dirty="0" err="1" smtClean="0"/>
                <a:t>동축</a:t>
              </a:r>
              <a:r>
                <a:rPr lang="ko-KR" altLang="en-US" sz="1200" dirty="0" smtClean="0"/>
                <a:t> 케이블</a:t>
              </a:r>
              <a:endParaRPr lang="ko-KR" altLang="en-US" sz="1200" dirty="0"/>
            </a:p>
          </p:txBody>
        </p:sp>
        <p:cxnSp>
          <p:nvCxnSpPr>
            <p:cNvPr id="107" name="직선 연결선 106"/>
            <p:cNvCxnSpPr/>
            <p:nvPr/>
          </p:nvCxnSpPr>
          <p:spPr>
            <a:xfrm>
              <a:off x="621957" y="2743747"/>
              <a:ext cx="52613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TextBox 108"/>
          <p:cNvSpPr txBox="1"/>
          <p:nvPr/>
        </p:nvSpPr>
        <p:spPr>
          <a:xfrm>
            <a:off x="885020" y="3212976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CRA</a:t>
            </a:r>
            <a:endParaRPr lang="ko-KR" altLang="en-US" dirty="0"/>
          </a:p>
        </p:txBody>
      </p:sp>
      <p:sp>
        <p:nvSpPr>
          <p:cNvPr id="152" name="TextBox 151"/>
          <p:cNvSpPr txBox="1"/>
          <p:nvPr/>
        </p:nvSpPr>
        <p:spPr>
          <a:xfrm>
            <a:off x="3520277" y="1835532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CCP</a:t>
            </a:r>
            <a:endParaRPr lang="ko-KR" altLang="en-US" dirty="0"/>
          </a:p>
        </p:txBody>
      </p:sp>
      <p:sp>
        <p:nvSpPr>
          <p:cNvPr id="153" name="TextBox 152"/>
          <p:cNvSpPr txBox="1"/>
          <p:nvPr/>
        </p:nvSpPr>
        <p:spPr>
          <a:xfrm>
            <a:off x="6463540" y="1835532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FDI</a:t>
            </a:r>
            <a:endParaRPr lang="ko-KR" altLang="en-US" dirty="0"/>
          </a:p>
        </p:txBody>
      </p:sp>
      <p:sp>
        <p:nvSpPr>
          <p:cNvPr id="154" name="TextBox 153"/>
          <p:cNvSpPr txBox="1"/>
          <p:nvPr/>
        </p:nvSpPr>
        <p:spPr>
          <a:xfrm>
            <a:off x="6463540" y="3397642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SDI</a:t>
            </a:r>
            <a:endParaRPr lang="ko-KR" altLang="en-US" dirty="0"/>
          </a:p>
        </p:txBody>
      </p:sp>
      <p:sp>
        <p:nvSpPr>
          <p:cNvPr id="155" name="TextBox 154"/>
          <p:cNvSpPr txBox="1"/>
          <p:nvPr/>
        </p:nvSpPr>
        <p:spPr>
          <a:xfrm>
            <a:off x="6463540" y="4959140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PII</a:t>
            </a:r>
            <a:endParaRPr lang="ko-KR" altLang="en-US" dirty="0"/>
          </a:p>
        </p:txBody>
      </p:sp>
      <p:sp>
        <p:nvSpPr>
          <p:cNvPr id="156" name="TextBox 155"/>
          <p:cNvSpPr txBox="1"/>
          <p:nvPr/>
        </p:nvSpPr>
        <p:spPr>
          <a:xfrm>
            <a:off x="1960583" y="5111540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PID_1</a:t>
            </a:r>
            <a:endParaRPr lang="ko-KR" altLang="en-US" dirty="0"/>
          </a:p>
        </p:txBody>
      </p:sp>
      <p:sp>
        <p:nvSpPr>
          <p:cNvPr id="157" name="TextBox 156"/>
          <p:cNvSpPr txBox="1"/>
          <p:nvPr/>
        </p:nvSpPr>
        <p:spPr>
          <a:xfrm>
            <a:off x="3957484" y="5114991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PID_2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942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EMI/EMC </a:t>
            </a:r>
            <a:r>
              <a:rPr lang="ko-KR" altLang="en-US" dirty="0" smtClean="0"/>
              <a:t>시험</a:t>
            </a:r>
            <a:r>
              <a:rPr lang="en-US" altLang="ko-KR" dirty="0" smtClean="0"/>
              <a:t>SET_2</a:t>
            </a:r>
            <a:br>
              <a:rPr lang="en-US" altLang="ko-KR" dirty="0" smtClean="0"/>
            </a:br>
            <a:r>
              <a:rPr lang="en-US" altLang="ko-KR" dirty="0" smtClean="0"/>
              <a:t>(PA SYSTEM)</a:t>
            </a:r>
            <a:endParaRPr lang="ko-KR" altLang="en-US" dirty="0"/>
          </a:p>
        </p:txBody>
      </p:sp>
      <p:pic>
        <p:nvPicPr>
          <p:cNvPr id="4" name="Picture 2" descr="C:\Users\JDS_SSD\Desktop\JDS_PRO\덴버\설계\DENVER 그림\2011_11_21\CRAN1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935258"/>
            <a:ext cx="1860620" cy="10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JDS_SSD\Desktop\JDS_PRO\덴버\설계\DENVER 그림\DPO P3.b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680010"/>
            <a:ext cx="1574182" cy="216244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JDS_SSD\Desktop\JDS_PRO\덴버\설계\DENVER 그림\DPH3-1.bmp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0"/>
          <a:stretch/>
        </p:blipFill>
        <p:spPr bwMode="auto">
          <a:xfrm>
            <a:off x="6156176" y="1680010"/>
            <a:ext cx="1762472" cy="19903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JDS_SSD\Desktop\JDS_PRO\덴버\설계\DENVER 그림\PEI(1).bmp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404" y="5437986"/>
            <a:ext cx="1969959" cy="10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JDS_SSD\Desktop\JDS_PRO\덴버\설계\DENVER 그림\DENVER20111018그림\EMB 20111018.bmp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52"/>
          <a:stretch/>
        </p:blipFill>
        <p:spPr bwMode="auto">
          <a:xfrm>
            <a:off x="717007" y="5520317"/>
            <a:ext cx="1538044" cy="108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JDS_SSD\Desktop\JDS_PRO\덴버\설계\DENVER 그림\DENVER20111018그림\PEI2 20111018.bmp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5"/>
          <a:stretch/>
        </p:blipFill>
        <p:spPr bwMode="auto">
          <a:xfrm>
            <a:off x="6740777" y="4797152"/>
            <a:ext cx="1609919" cy="16934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꺾인 연결선 6"/>
          <p:cNvCxnSpPr/>
          <p:nvPr/>
        </p:nvCxnSpPr>
        <p:spPr>
          <a:xfrm flipV="1">
            <a:off x="899594" y="2492896"/>
            <a:ext cx="2448270" cy="1442363"/>
          </a:xfrm>
          <a:prstGeom prst="bentConnector3">
            <a:avLst>
              <a:gd name="adj1" fmla="val -657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4" idx="0"/>
            <a:endCxn id="2050" idx="1"/>
          </p:cNvCxnSpPr>
          <p:nvPr/>
        </p:nvCxnSpPr>
        <p:spPr>
          <a:xfrm rot="5400000" flipH="1" flipV="1">
            <a:off x="1713838" y="2301232"/>
            <a:ext cx="1174027" cy="2094026"/>
          </a:xfrm>
          <a:prstGeom prst="bentConnector2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2051" idx="2"/>
          </p:cNvCxnSpPr>
          <p:nvPr/>
        </p:nvCxnSpPr>
        <p:spPr>
          <a:xfrm rot="16200000" flipH="1">
            <a:off x="6609467" y="4098317"/>
            <a:ext cx="1126782" cy="270892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/>
          <p:nvPr/>
        </p:nvCxnSpPr>
        <p:spPr>
          <a:xfrm rot="16200000" flipH="1">
            <a:off x="7125546" y="4110337"/>
            <a:ext cx="1121905" cy="251724"/>
          </a:xfrm>
          <a:prstGeom prst="bentConnector3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endCxn id="2055" idx="1"/>
          </p:cNvCxnSpPr>
          <p:nvPr/>
        </p:nvCxnSpPr>
        <p:spPr>
          <a:xfrm flipV="1">
            <a:off x="5278363" y="5643880"/>
            <a:ext cx="1462414" cy="89376"/>
          </a:xfrm>
          <a:prstGeom prst="bentConnector3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2052" idx="3"/>
          </p:cNvCxnSpPr>
          <p:nvPr/>
        </p:nvCxnSpPr>
        <p:spPr>
          <a:xfrm flipV="1">
            <a:off x="5278363" y="5877272"/>
            <a:ext cx="1462414" cy="100714"/>
          </a:xfrm>
          <a:prstGeom prst="bentConnector3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4" idx="2"/>
            <a:endCxn id="2054" idx="0"/>
          </p:cNvCxnSpPr>
          <p:nvPr/>
        </p:nvCxnSpPr>
        <p:spPr>
          <a:xfrm rot="16200000" flipH="1">
            <a:off x="1117404" y="5151691"/>
            <a:ext cx="505059" cy="232191"/>
          </a:xfrm>
          <a:prstGeom prst="bentConnector3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6" name="꺾인 연결선 2055"/>
          <p:cNvCxnSpPr/>
          <p:nvPr/>
        </p:nvCxnSpPr>
        <p:spPr>
          <a:xfrm flipV="1">
            <a:off x="4922046" y="2420888"/>
            <a:ext cx="1234130" cy="72008"/>
          </a:xfrm>
          <a:prstGeom prst="bentConnector3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" name="꺾인 연결선 2057"/>
          <p:cNvCxnSpPr>
            <a:stCxn id="2050" idx="3"/>
            <a:endCxn id="2051" idx="1"/>
          </p:cNvCxnSpPr>
          <p:nvPr/>
        </p:nvCxnSpPr>
        <p:spPr>
          <a:xfrm flipV="1">
            <a:off x="4922046" y="2675191"/>
            <a:ext cx="1234130" cy="86040"/>
          </a:xfrm>
          <a:prstGeom prst="bentConnector3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0" name="직선 연결선 2059"/>
          <p:cNvCxnSpPr/>
          <p:nvPr/>
        </p:nvCxnSpPr>
        <p:spPr>
          <a:xfrm>
            <a:off x="503944" y="2276872"/>
            <a:ext cx="540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직선 연결선 2061"/>
          <p:cNvCxnSpPr/>
          <p:nvPr/>
        </p:nvCxnSpPr>
        <p:spPr>
          <a:xfrm>
            <a:off x="495737" y="2132856"/>
            <a:ext cx="540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직선 연결선 2063"/>
          <p:cNvCxnSpPr/>
          <p:nvPr/>
        </p:nvCxnSpPr>
        <p:spPr>
          <a:xfrm>
            <a:off x="495737" y="1844824"/>
            <a:ext cx="540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5" name="TextBox 2064"/>
          <p:cNvSpPr txBox="1"/>
          <p:nvPr/>
        </p:nvSpPr>
        <p:spPr>
          <a:xfrm>
            <a:off x="1115616" y="1680010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: PA AUDIO LINE</a:t>
            </a:r>
            <a:endParaRPr lang="ko-KR" altLang="en-US" sz="1000" dirty="0"/>
          </a:p>
        </p:txBody>
      </p:sp>
      <p:sp>
        <p:nvSpPr>
          <p:cNvPr id="50" name="TextBox 49"/>
          <p:cNvSpPr txBox="1"/>
          <p:nvPr/>
        </p:nvSpPr>
        <p:spPr>
          <a:xfrm>
            <a:off x="1115616" y="1959130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: PA DUAL TONE LINE</a:t>
            </a:r>
            <a:endParaRPr lang="ko-KR" altLang="en-US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1115616" y="2183356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:  MIC LINE</a:t>
            </a:r>
            <a:endParaRPr lang="ko-KR" altLang="en-US" sz="1000" dirty="0"/>
          </a:p>
        </p:txBody>
      </p:sp>
      <p:sp>
        <p:nvSpPr>
          <p:cNvPr id="52" name="TextBox 51"/>
          <p:cNvSpPr txBox="1"/>
          <p:nvPr/>
        </p:nvSpPr>
        <p:spPr>
          <a:xfrm>
            <a:off x="872856" y="3842452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CRA</a:t>
            </a:r>
            <a:endParaRPr lang="ko-KR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3330432" y="2843644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DPO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114293" y="2768552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DPH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740777" y="5015258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PEI-2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2401" y="5425387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PEI-1</a:t>
            </a:r>
            <a:endParaRPr lang="ko-KR" alt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1058525" y="5548590"/>
            <a:ext cx="7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EMB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6623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40</Words>
  <Application>Microsoft Office PowerPoint</Application>
  <PresentationFormat>화면 슬라이드 쇼(4:3)</PresentationFormat>
  <Paragraphs>22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EMI/EMC 시험SET_1 (PIS SYSTEM)</vt:lpstr>
      <vt:lpstr>EMI/EMC 시험SET_2 (PA SYSTEM)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EMI/EMC 시험SET_1 (PIS SYSTEM)</dc:title>
  <dc:creator>JDS_SSD</dc:creator>
  <cp:lastModifiedBy>JDS_SSD</cp:lastModifiedBy>
  <cp:revision>4</cp:revision>
  <dcterms:created xsi:type="dcterms:W3CDTF">2011-11-28T01:36:06Z</dcterms:created>
  <dcterms:modified xsi:type="dcterms:W3CDTF">2011-11-28T02:13:39Z</dcterms:modified>
</cp:coreProperties>
</file>