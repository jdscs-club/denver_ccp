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62E79-FAB7-40D2-B627-F664EC9717C9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32DE3-94C3-4987-B0E7-A945ED995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6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32DE3-94C3-4987-B0E7-A945ED995B7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23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17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61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03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13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20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37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39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81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9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8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41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AC4A6-47D2-4E4D-AC80-F718D4DFEC66}" type="datetimeFigureOut">
              <a:rPr lang="ko-KR" altLang="en-US" smtClean="0"/>
              <a:t>2013-06-07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58FF1-E96C-4124-BD01-22B4B413C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49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그룹 1043"/>
          <p:cNvGrpSpPr/>
          <p:nvPr/>
        </p:nvGrpSpPr>
        <p:grpSpPr>
          <a:xfrm>
            <a:off x="1727108" y="1328515"/>
            <a:ext cx="1760722" cy="701825"/>
            <a:chOff x="1258888" y="1906591"/>
            <a:chExt cx="1760722" cy="701825"/>
          </a:xfrm>
        </p:grpSpPr>
        <p:pic>
          <p:nvPicPr>
            <p:cNvPr id="7" name="Picture 4" descr="C:\Users\JDS\AppData\Local\Microsoft\Windows\Temporary Internet Files\Content.IE5\7UQK8NHM\MC900228049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1909814"/>
              <a:ext cx="823874" cy="69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7"/>
            <p:cNvGrpSpPr>
              <a:grpSpLocks noChangeAspect="1"/>
            </p:cNvGrpSpPr>
            <p:nvPr/>
          </p:nvGrpSpPr>
          <p:grpSpPr bwMode="auto">
            <a:xfrm>
              <a:off x="1258888" y="1906591"/>
              <a:ext cx="823912" cy="698501"/>
              <a:chOff x="793" y="1201"/>
              <a:chExt cx="519" cy="440"/>
            </a:xfrm>
          </p:grpSpPr>
          <p:sp>
            <p:nvSpPr>
              <p:cNvPr id="5" name="AutoShape 6"/>
              <p:cNvSpPr>
                <a:spLocks noChangeAspect="1" noChangeArrowheads="1" noTextEdit="1"/>
              </p:cNvSpPr>
              <p:nvPr/>
            </p:nvSpPr>
            <p:spPr bwMode="auto">
              <a:xfrm>
                <a:off x="793" y="1201"/>
                <a:ext cx="519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" name="Freeform 8"/>
              <p:cNvSpPr>
                <a:spLocks/>
              </p:cNvSpPr>
              <p:nvPr/>
            </p:nvSpPr>
            <p:spPr bwMode="auto">
              <a:xfrm>
                <a:off x="860" y="1228"/>
                <a:ext cx="103" cy="100"/>
              </a:xfrm>
              <a:custGeom>
                <a:avLst/>
                <a:gdLst>
                  <a:gd name="T0" fmla="*/ 103 w 103"/>
                  <a:gd name="T1" fmla="*/ 38 h 100"/>
                  <a:gd name="T2" fmla="*/ 100 w 103"/>
                  <a:gd name="T3" fmla="*/ 36 h 100"/>
                  <a:gd name="T4" fmla="*/ 94 w 103"/>
                  <a:gd name="T5" fmla="*/ 31 h 100"/>
                  <a:gd name="T6" fmla="*/ 88 w 103"/>
                  <a:gd name="T7" fmla="*/ 27 h 100"/>
                  <a:gd name="T8" fmla="*/ 84 w 103"/>
                  <a:gd name="T9" fmla="*/ 21 h 100"/>
                  <a:gd name="T10" fmla="*/ 79 w 103"/>
                  <a:gd name="T11" fmla="*/ 17 h 100"/>
                  <a:gd name="T12" fmla="*/ 73 w 103"/>
                  <a:gd name="T13" fmla="*/ 11 h 100"/>
                  <a:gd name="T14" fmla="*/ 67 w 103"/>
                  <a:gd name="T15" fmla="*/ 8 h 100"/>
                  <a:gd name="T16" fmla="*/ 61 w 103"/>
                  <a:gd name="T17" fmla="*/ 4 h 100"/>
                  <a:gd name="T18" fmla="*/ 56 w 103"/>
                  <a:gd name="T19" fmla="*/ 0 h 100"/>
                  <a:gd name="T20" fmla="*/ 44 w 103"/>
                  <a:gd name="T21" fmla="*/ 13 h 100"/>
                  <a:gd name="T22" fmla="*/ 40 w 103"/>
                  <a:gd name="T23" fmla="*/ 21 h 100"/>
                  <a:gd name="T24" fmla="*/ 35 w 103"/>
                  <a:gd name="T25" fmla="*/ 27 h 100"/>
                  <a:gd name="T26" fmla="*/ 31 w 103"/>
                  <a:gd name="T27" fmla="*/ 31 h 100"/>
                  <a:gd name="T28" fmla="*/ 25 w 103"/>
                  <a:gd name="T29" fmla="*/ 36 h 100"/>
                  <a:gd name="T30" fmla="*/ 19 w 103"/>
                  <a:gd name="T31" fmla="*/ 40 h 100"/>
                  <a:gd name="T32" fmla="*/ 13 w 103"/>
                  <a:gd name="T33" fmla="*/ 44 h 100"/>
                  <a:gd name="T34" fmla="*/ 8 w 103"/>
                  <a:gd name="T35" fmla="*/ 48 h 100"/>
                  <a:gd name="T36" fmla="*/ 0 w 103"/>
                  <a:gd name="T37" fmla="*/ 50 h 100"/>
                  <a:gd name="T38" fmla="*/ 13 w 103"/>
                  <a:gd name="T39" fmla="*/ 59 h 100"/>
                  <a:gd name="T40" fmla="*/ 19 w 103"/>
                  <a:gd name="T41" fmla="*/ 65 h 100"/>
                  <a:gd name="T42" fmla="*/ 23 w 103"/>
                  <a:gd name="T43" fmla="*/ 69 h 100"/>
                  <a:gd name="T44" fmla="*/ 29 w 103"/>
                  <a:gd name="T45" fmla="*/ 73 h 100"/>
                  <a:gd name="T46" fmla="*/ 33 w 103"/>
                  <a:gd name="T47" fmla="*/ 79 h 100"/>
                  <a:gd name="T48" fmla="*/ 36 w 103"/>
                  <a:gd name="T49" fmla="*/ 83 h 100"/>
                  <a:gd name="T50" fmla="*/ 42 w 103"/>
                  <a:gd name="T51" fmla="*/ 88 h 100"/>
                  <a:gd name="T52" fmla="*/ 46 w 103"/>
                  <a:gd name="T53" fmla="*/ 92 h 100"/>
                  <a:gd name="T54" fmla="*/ 50 w 103"/>
                  <a:gd name="T55" fmla="*/ 98 h 100"/>
                  <a:gd name="T56" fmla="*/ 50 w 103"/>
                  <a:gd name="T57" fmla="*/ 98 h 100"/>
                  <a:gd name="T58" fmla="*/ 50 w 103"/>
                  <a:gd name="T59" fmla="*/ 98 h 100"/>
                  <a:gd name="T60" fmla="*/ 50 w 103"/>
                  <a:gd name="T61" fmla="*/ 98 h 100"/>
                  <a:gd name="T62" fmla="*/ 52 w 103"/>
                  <a:gd name="T63" fmla="*/ 98 h 100"/>
                  <a:gd name="T64" fmla="*/ 52 w 103"/>
                  <a:gd name="T65" fmla="*/ 100 h 100"/>
                  <a:gd name="T66" fmla="*/ 52 w 103"/>
                  <a:gd name="T67" fmla="*/ 100 h 100"/>
                  <a:gd name="T68" fmla="*/ 52 w 103"/>
                  <a:gd name="T69" fmla="*/ 100 h 100"/>
                  <a:gd name="T70" fmla="*/ 52 w 103"/>
                  <a:gd name="T71" fmla="*/ 100 h 100"/>
                  <a:gd name="T72" fmla="*/ 57 w 103"/>
                  <a:gd name="T73" fmla="*/ 94 h 100"/>
                  <a:gd name="T74" fmla="*/ 63 w 103"/>
                  <a:gd name="T75" fmla="*/ 86 h 100"/>
                  <a:gd name="T76" fmla="*/ 69 w 103"/>
                  <a:gd name="T77" fmla="*/ 81 h 100"/>
                  <a:gd name="T78" fmla="*/ 75 w 103"/>
                  <a:gd name="T79" fmla="*/ 73 h 100"/>
                  <a:gd name="T80" fmla="*/ 80 w 103"/>
                  <a:gd name="T81" fmla="*/ 67 h 100"/>
                  <a:gd name="T82" fmla="*/ 86 w 103"/>
                  <a:gd name="T83" fmla="*/ 61 h 100"/>
                  <a:gd name="T84" fmla="*/ 92 w 103"/>
                  <a:gd name="T85" fmla="*/ 54 h 100"/>
                  <a:gd name="T86" fmla="*/ 96 w 103"/>
                  <a:gd name="T87" fmla="*/ 46 h 100"/>
                  <a:gd name="T88" fmla="*/ 103 w 103"/>
                  <a:gd name="T89" fmla="*/ 3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" h="100">
                    <a:moveTo>
                      <a:pt x="103" y="38"/>
                    </a:moveTo>
                    <a:lnTo>
                      <a:pt x="100" y="36"/>
                    </a:lnTo>
                    <a:lnTo>
                      <a:pt x="94" y="31"/>
                    </a:lnTo>
                    <a:lnTo>
                      <a:pt x="88" y="27"/>
                    </a:lnTo>
                    <a:lnTo>
                      <a:pt x="84" y="21"/>
                    </a:lnTo>
                    <a:lnTo>
                      <a:pt x="79" y="17"/>
                    </a:lnTo>
                    <a:lnTo>
                      <a:pt x="73" y="11"/>
                    </a:lnTo>
                    <a:lnTo>
                      <a:pt x="67" y="8"/>
                    </a:lnTo>
                    <a:lnTo>
                      <a:pt x="61" y="4"/>
                    </a:lnTo>
                    <a:lnTo>
                      <a:pt x="56" y="0"/>
                    </a:lnTo>
                    <a:lnTo>
                      <a:pt x="44" y="13"/>
                    </a:lnTo>
                    <a:lnTo>
                      <a:pt x="40" y="21"/>
                    </a:lnTo>
                    <a:lnTo>
                      <a:pt x="35" y="27"/>
                    </a:lnTo>
                    <a:lnTo>
                      <a:pt x="31" y="31"/>
                    </a:lnTo>
                    <a:lnTo>
                      <a:pt x="25" y="36"/>
                    </a:lnTo>
                    <a:lnTo>
                      <a:pt x="19" y="40"/>
                    </a:lnTo>
                    <a:lnTo>
                      <a:pt x="13" y="44"/>
                    </a:lnTo>
                    <a:lnTo>
                      <a:pt x="8" y="48"/>
                    </a:lnTo>
                    <a:lnTo>
                      <a:pt x="0" y="50"/>
                    </a:lnTo>
                    <a:lnTo>
                      <a:pt x="13" y="59"/>
                    </a:lnTo>
                    <a:lnTo>
                      <a:pt x="19" y="65"/>
                    </a:lnTo>
                    <a:lnTo>
                      <a:pt x="23" y="69"/>
                    </a:lnTo>
                    <a:lnTo>
                      <a:pt x="29" y="73"/>
                    </a:lnTo>
                    <a:lnTo>
                      <a:pt x="33" y="79"/>
                    </a:lnTo>
                    <a:lnTo>
                      <a:pt x="36" y="83"/>
                    </a:lnTo>
                    <a:lnTo>
                      <a:pt x="42" y="88"/>
                    </a:lnTo>
                    <a:lnTo>
                      <a:pt x="46" y="92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2" y="98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7" y="94"/>
                    </a:lnTo>
                    <a:lnTo>
                      <a:pt x="63" y="86"/>
                    </a:lnTo>
                    <a:lnTo>
                      <a:pt x="69" y="81"/>
                    </a:lnTo>
                    <a:lnTo>
                      <a:pt x="75" y="73"/>
                    </a:lnTo>
                    <a:lnTo>
                      <a:pt x="80" y="67"/>
                    </a:lnTo>
                    <a:lnTo>
                      <a:pt x="86" y="61"/>
                    </a:lnTo>
                    <a:lnTo>
                      <a:pt x="92" y="54"/>
                    </a:lnTo>
                    <a:lnTo>
                      <a:pt x="96" y="46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927" y="1578"/>
                <a:ext cx="65" cy="40"/>
              </a:xfrm>
              <a:custGeom>
                <a:avLst/>
                <a:gdLst>
                  <a:gd name="T0" fmla="*/ 2 w 65"/>
                  <a:gd name="T1" fmla="*/ 2 h 40"/>
                  <a:gd name="T2" fmla="*/ 2 w 65"/>
                  <a:gd name="T3" fmla="*/ 2 h 40"/>
                  <a:gd name="T4" fmla="*/ 2 w 65"/>
                  <a:gd name="T5" fmla="*/ 2 h 40"/>
                  <a:gd name="T6" fmla="*/ 4 w 65"/>
                  <a:gd name="T7" fmla="*/ 2 h 40"/>
                  <a:gd name="T8" fmla="*/ 2 w 65"/>
                  <a:gd name="T9" fmla="*/ 7 h 40"/>
                  <a:gd name="T10" fmla="*/ 4 w 65"/>
                  <a:gd name="T11" fmla="*/ 17 h 40"/>
                  <a:gd name="T12" fmla="*/ 6 w 65"/>
                  <a:gd name="T13" fmla="*/ 25 h 40"/>
                  <a:gd name="T14" fmla="*/ 8 w 65"/>
                  <a:gd name="T15" fmla="*/ 28 h 40"/>
                  <a:gd name="T16" fmla="*/ 10 w 65"/>
                  <a:gd name="T17" fmla="*/ 30 h 40"/>
                  <a:gd name="T18" fmla="*/ 13 w 65"/>
                  <a:gd name="T19" fmla="*/ 34 h 40"/>
                  <a:gd name="T20" fmla="*/ 17 w 65"/>
                  <a:gd name="T21" fmla="*/ 36 h 40"/>
                  <a:gd name="T22" fmla="*/ 19 w 65"/>
                  <a:gd name="T23" fmla="*/ 38 h 40"/>
                  <a:gd name="T24" fmla="*/ 23 w 65"/>
                  <a:gd name="T25" fmla="*/ 38 h 40"/>
                  <a:gd name="T26" fmla="*/ 25 w 65"/>
                  <a:gd name="T27" fmla="*/ 38 h 40"/>
                  <a:gd name="T28" fmla="*/ 25 w 65"/>
                  <a:gd name="T29" fmla="*/ 40 h 40"/>
                  <a:gd name="T30" fmla="*/ 25 w 65"/>
                  <a:gd name="T31" fmla="*/ 40 h 40"/>
                  <a:gd name="T32" fmla="*/ 46 w 65"/>
                  <a:gd name="T33" fmla="*/ 40 h 40"/>
                  <a:gd name="T34" fmla="*/ 50 w 65"/>
                  <a:gd name="T35" fmla="*/ 38 h 40"/>
                  <a:gd name="T36" fmla="*/ 52 w 65"/>
                  <a:gd name="T37" fmla="*/ 36 h 40"/>
                  <a:gd name="T38" fmla="*/ 52 w 65"/>
                  <a:gd name="T39" fmla="*/ 36 h 40"/>
                  <a:gd name="T40" fmla="*/ 52 w 65"/>
                  <a:gd name="T41" fmla="*/ 36 h 40"/>
                  <a:gd name="T42" fmla="*/ 50 w 65"/>
                  <a:gd name="T43" fmla="*/ 36 h 40"/>
                  <a:gd name="T44" fmla="*/ 50 w 65"/>
                  <a:gd name="T45" fmla="*/ 38 h 40"/>
                  <a:gd name="T46" fmla="*/ 50 w 65"/>
                  <a:gd name="T47" fmla="*/ 38 h 40"/>
                  <a:gd name="T48" fmla="*/ 50 w 65"/>
                  <a:gd name="T49" fmla="*/ 38 h 40"/>
                  <a:gd name="T50" fmla="*/ 56 w 65"/>
                  <a:gd name="T51" fmla="*/ 34 h 40"/>
                  <a:gd name="T52" fmla="*/ 59 w 65"/>
                  <a:gd name="T53" fmla="*/ 32 h 40"/>
                  <a:gd name="T54" fmla="*/ 61 w 65"/>
                  <a:gd name="T55" fmla="*/ 30 h 40"/>
                  <a:gd name="T56" fmla="*/ 63 w 65"/>
                  <a:gd name="T57" fmla="*/ 28 h 40"/>
                  <a:gd name="T58" fmla="*/ 65 w 65"/>
                  <a:gd name="T59" fmla="*/ 13 h 40"/>
                  <a:gd name="T60" fmla="*/ 65 w 65"/>
                  <a:gd name="T61" fmla="*/ 3 h 40"/>
                  <a:gd name="T62" fmla="*/ 65 w 65"/>
                  <a:gd name="T63" fmla="*/ 2 h 40"/>
                  <a:gd name="T64" fmla="*/ 65 w 65"/>
                  <a:gd name="T65" fmla="*/ 0 h 40"/>
                  <a:gd name="T66" fmla="*/ 65 w 65"/>
                  <a:gd name="T67" fmla="*/ 0 h 40"/>
                  <a:gd name="T68" fmla="*/ 65 w 65"/>
                  <a:gd name="T69" fmla="*/ 0 h 40"/>
                  <a:gd name="T70" fmla="*/ 65 w 65"/>
                  <a:gd name="T71" fmla="*/ 0 h 40"/>
                  <a:gd name="T72" fmla="*/ 65 w 65"/>
                  <a:gd name="T73" fmla="*/ 0 h 40"/>
                  <a:gd name="T74" fmla="*/ 0 w 65"/>
                  <a:gd name="T75" fmla="*/ 0 h 40"/>
                  <a:gd name="T76" fmla="*/ 0 w 65"/>
                  <a:gd name="T77" fmla="*/ 0 h 40"/>
                  <a:gd name="T78" fmla="*/ 0 w 65"/>
                  <a:gd name="T79" fmla="*/ 0 h 40"/>
                  <a:gd name="T80" fmla="*/ 0 w 65"/>
                  <a:gd name="T8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40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6" y="25"/>
                    </a:lnTo>
                    <a:lnTo>
                      <a:pt x="6" y="26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0" y="30"/>
                    </a:lnTo>
                    <a:lnTo>
                      <a:pt x="12" y="32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1" y="38"/>
                    </a:lnTo>
                    <a:lnTo>
                      <a:pt x="23" y="38"/>
                    </a:lnTo>
                    <a:lnTo>
                      <a:pt x="23" y="38"/>
                    </a:lnTo>
                    <a:lnTo>
                      <a:pt x="25" y="38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46" y="40"/>
                    </a:lnTo>
                    <a:lnTo>
                      <a:pt x="48" y="38"/>
                    </a:lnTo>
                    <a:lnTo>
                      <a:pt x="50" y="38"/>
                    </a:lnTo>
                    <a:lnTo>
                      <a:pt x="50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0" y="36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2" y="36"/>
                    </a:lnTo>
                    <a:lnTo>
                      <a:pt x="56" y="34"/>
                    </a:lnTo>
                    <a:lnTo>
                      <a:pt x="58" y="32"/>
                    </a:lnTo>
                    <a:lnTo>
                      <a:pt x="59" y="32"/>
                    </a:lnTo>
                    <a:lnTo>
                      <a:pt x="59" y="30"/>
                    </a:lnTo>
                    <a:lnTo>
                      <a:pt x="61" y="30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19"/>
                    </a:lnTo>
                    <a:lnTo>
                      <a:pt x="65" y="13"/>
                    </a:lnTo>
                    <a:lnTo>
                      <a:pt x="65" y="7"/>
                    </a:lnTo>
                    <a:lnTo>
                      <a:pt x="65" y="3"/>
                    </a:lnTo>
                    <a:lnTo>
                      <a:pt x="65" y="2"/>
                    </a:lnTo>
                    <a:lnTo>
                      <a:pt x="65" y="2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831" y="1578"/>
                <a:ext cx="67" cy="38"/>
              </a:xfrm>
              <a:custGeom>
                <a:avLst/>
                <a:gdLst>
                  <a:gd name="T0" fmla="*/ 65 w 67"/>
                  <a:gd name="T1" fmla="*/ 0 h 38"/>
                  <a:gd name="T2" fmla="*/ 2 w 67"/>
                  <a:gd name="T3" fmla="*/ 0 h 38"/>
                  <a:gd name="T4" fmla="*/ 2 w 67"/>
                  <a:gd name="T5" fmla="*/ 2 h 38"/>
                  <a:gd name="T6" fmla="*/ 0 w 67"/>
                  <a:gd name="T7" fmla="*/ 3 h 38"/>
                  <a:gd name="T8" fmla="*/ 0 w 67"/>
                  <a:gd name="T9" fmla="*/ 5 h 38"/>
                  <a:gd name="T10" fmla="*/ 0 w 67"/>
                  <a:gd name="T11" fmla="*/ 7 h 38"/>
                  <a:gd name="T12" fmla="*/ 0 w 67"/>
                  <a:gd name="T13" fmla="*/ 7 h 38"/>
                  <a:gd name="T14" fmla="*/ 0 w 67"/>
                  <a:gd name="T15" fmla="*/ 9 h 38"/>
                  <a:gd name="T16" fmla="*/ 2 w 67"/>
                  <a:gd name="T17" fmla="*/ 11 h 38"/>
                  <a:gd name="T18" fmla="*/ 2 w 67"/>
                  <a:gd name="T19" fmla="*/ 13 h 38"/>
                  <a:gd name="T20" fmla="*/ 14 w 67"/>
                  <a:gd name="T21" fmla="*/ 30 h 38"/>
                  <a:gd name="T22" fmla="*/ 18 w 67"/>
                  <a:gd name="T23" fmla="*/ 30 h 38"/>
                  <a:gd name="T24" fmla="*/ 16 w 67"/>
                  <a:gd name="T25" fmla="*/ 30 h 38"/>
                  <a:gd name="T26" fmla="*/ 41 w 67"/>
                  <a:gd name="T27" fmla="*/ 38 h 38"/>
                  <a:gd name="T28" fmla="*/ 44 w 67"/>
                  <a:gd name="T29" fmla="*/ 34 h 38"/>
                  <a:gd name="T30" fmla="*/ 44 w 67"/>
                  <a:gd name="T31" fmla="*/ 34 h 38"/>
                  <a:gd name="T32" fmla="*/ 44 w 67"/>
                  <a:gd name="T33" fmla="*/ 34 h 38"/>
                  <a:gd name="T34" fmla="*/ 44 w 67"/>
                  <a:gd name="T35" fmla="*/ 34 h 38"/>
                  <a:gd name="T36" fmla="*/ 46 w 67"/>
                  <a:gd name="T37" fmla="*/ 34 h 38"/>
                  <a:gd name="T38" fmla="*/ 46 w 67"/>
                  <a:gd name="T39" fmla="*/ 34 h 38"/>
                  <a:gd name="T40" fmla="*/ 46 w 67"/>
                  <a:gd name="T41" fmla="*/ 34 h 38"/>
                  <a:gd name="T42" fmla="*/ 46 w 67"/>
                  <a:gd name="T43" fmla="*/ 34 h 38"/>
                  <a:gd name="T44" fmla="*/ 46 w 67"/>
                  <a:gd name="T45" fmla="*/ 34 h 38"/>
                  <a:gd name="T46" fmla="*/ 62 w 67"/>
                  <a:gd name="T47" fmla="*/ 25 h 38"/>
                  <a:gd name="T48" fmla="*/ 65 w 67"/>
                  <a:gd name="T49" fmla="*/ 9 h 38"/>
                  <a:gd name="T50" fmla="*/ 67 w 67"/>
                  <a:gd name="T51" fmla="*/ 9 h 38"/>
                  <a:gd name="T52" fmla="*/ 67 w 67"/>
                  <a:gd name="T53" fmla="*/ 9 h 38"/>
                  <a:gd name="T54" fmla="*/ 67 w 67"/>
                  <a:gd name="T55" fmla="*/ 9 h 38"/>
                  <a:gd name="T56" fmla="*/ 67 w 67"/>
                  <a:gd name="T57" fmla="*/ 7 h 38"/>
                  <a:gd name="T58" fmla="*/ 67 w 67"/>
                  <a:gd name="T59" fmla="*/ 7 h 38"/>
                  <a:gd name="T60" fmla="*/ 67 w 67"/>
                  <a:gd name="T61" fmla="*/ 7 h 38"/>
                  <a:gd name="T62" fmla="*/ 67 w 67"/>
                  <a:gd name="T63" fmla="*/ 7 h 38"/>
                  <a:gd name="T64" fmla="*/ 67 w 67"/>
                  <a:gd name="T65" fmla="*/ 7 h 38"/>
                  <a:gd name="T66" fmla="*/ 67 w 67"/>
                  <a:gd name="T67" fmla="*/ 5 h 38"/>
                  <a:gd name="T68" fmla="*/ 67 w 67"/>
                  <a:gd name="T69" fmla="*/ 5 h 38"/>
                  <a:gd name="T70" fmla="*/ 67 w 67"/>
                  <a:gd name="T71" fmla="*/ 5 h 38"/>
                  <a:gd name="T72" fmla="*/ 67 w 67"/>
                  <a:gd name="T73" fmla="*/ 5 h 38"/>
                  <a:gd name="T74" fmla="*/ 67 w 67"/>
                  <a:gd name="T75" fmla="*/ 3 h 38"/>
                  <a:gd name="T76" fmla="*/ 67 w 67"/>
                  <a:gd name="T77" fmla="*/ 3 h 38"/>
                  <a:gd name="T78" fmla="*/ 67 w 67"/>
                  <a:gd name="T79" fmla="*/ 3 h 38"/>
                  <a:gd name="T80" fmla="*/ 67 w 67"/>
                  <a:gd name="T81" fmla="*/ 3 h 38"/>
                  <a:gd name="T82" fmla="*/ 65 w 67"/>
                  <a:gd name="T8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7" h="38">
                    <a:moveTo>
                      <a:pt x="65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14" y="30"/>
                    </a:lnTo>
                    <a:lnTo>
                      <a:pt x="18" y="30"/>
                    </a:lnTo>
                    <a:lnTo>
                      <a:pt x="16" y="30"/>
                    </a:lnTo>
                    <a:lnTo>
                      <a:pt x="41" y="38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62" y="25"/>
                    </a:lnTo>
                    <a:lnTo>
                      <a:pt x="65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" name="Freeform 11"/>
              <p:cNvSpPr>
                <a:spLocks/>
              </p:cNvSpPr>
              <p:nvPr/>
            </p:nvSpPr>
            <p:spPr bwMode="auto">
              <a:xfrm>
                <a:off x="1212" y="1578"/>
                <a:ext cx="64" cy="30"/>
              </a:xfrm>
              <a:custGeom>
                <a:avLst/>
                <a:gdLst>
                  <a:gd name="T0" fmla="*/ 54 w 64"/>
                  <a:gd name="T1" fmla="*/ 0 h 30"/>
                  <a:gd name="T2" fmla="*/ 0 w 64"/>
                  <a:gd name="T3" fmla="*/ 0 h 30"/>
                  <a:gd name="T4" fmla="*/ 2 w 64"/>
                  <a:gd name="T5" fmla="*/ 5 h 30"/>
                  <a:gd name="T6" fmla="*/ 4 w 64"/>
                  <a:gd name="T7" fmla="*/ 11 h 30"/>
                  <a:gd name="T8" fmla="*/ 8 w 64"/>
                  <a:gd name="T9" fmla="*/ 15 h 30"/>
                  <a:gd name="T10" fmla="*/ 14 w 64"/>
                  <a:gd name="T11" fmla="*/ 19 h 30"/>
                  <a:gd name="T12" fmla="*/ 18 w 64"/>
                  <a:gd name="T13" fmla="*/ 23 h 30"/>
                  <a:gd name="T14" fmla="*/ 23 w 64"/>
                  <a:gd name="T15" fmla="*/ 26 h 30"/>
                  <a:gd name="T16" fmla="*/ 29 w 64"/>
                  <a:gd name="T17" fmla="*/ 28 h 30"/>
                  <a:gd name="T18" fmla="*/ 35 w 64"/>
                  <a:gd name="T19" fmla="*/ 30 h 30"/>
                  <a:gd name="T20" fmla="*/ 43 w 64"/>
                  <a:gd name="T21" fmla="*/ 30 h 30"/>
                  <a:gd name="T22" fmla="*/ 56 w 64"/>
                  <a:gd name="T23" fmla="*/ 21 h 30"/>
                  <a:gd name="T24" fmla="*/ 58 w 64"/>
                  <a:gd name="T25" fmla="*/ 17 h 30"/>
                  <a:gd name="T26" fmla="*/ 60 w 64"/>
                  <a:gd name="T27" fmla="*/ 15 h 30"/>
                  <a:gd name="T28" fmla="*/ 62 w 64"/>
                  <a:gd name="T29" fmla="*/ 11 h 30"/>
                  <a:gd name="T30" fmla="*/ 62 w 64"/>
                  <a:gd name="T31" fmla="*/ 9 h 30"/>
                  <a:gd name="T32" fmla="*/ 64 w 64"/>
                  <a:gd name="T33" fmla="*/ 7 h 30"/>
                  <a:gd name="T34" fmla="*/ 64 w 64"/>
                  <a:gd name="T35" fmla="*/ 3 h 30"/>
                  <a:gd name="T36" fmla="*/ 64 w 64"/>
                  <a:gd name="T37" fmla="*/ 2 h 30"/>
                  <a:gd name="T38" fmla="*/ 64 w 64"/>
                  <a:gd name="T39" fmla="*/ 0 h 30"/>
                  <a:gd name="T40" fmla="*/ 54 w 64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30">
                    <a:moveTo>
                      <a:pt x="54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4" y="11"/>
                    </a:lnTo>
                    <a:lnTo>
                      <a:pt x="8" y="15"/>
                    </a:lnTo>
                    <a:lnTo>
                      <a:pt x="14" y="19"/>
                    </a:lnTo>
                    <a:lnTo>
                      <a:pt x="18" y="23"/>
                    </a:lnTo>
                    <a:lnTo>
                      <a:pt x="23" y="26"/>
                    </a:lnTo>
                    <a:lnTo>
                      <a:pt x="29" y="28"/>
                    </a:lnTo>
                    <a:lnTo>
                      <a:pt x="35" y="30"/>
                    </a:lnTo>
                    <a:lnTo>
                      <a:pt x="43" y="30"/>
                    </a:lnTo>
                    <a:lnTo>
                      <a:pt x="56" y="21"/>
                    </a:lnTo>
                    <a:lnTo>
                      <a:pt x="58" y="17"/>
                    </a:lnTo>
                    <a:lnTo>
                      <a:pt x="60" y="15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4" y="7"/>
                    </a:lnTo>
                    <a:lnTo>
                      <a:pt x="64" y="3"/>
                    </a:lnTo>
                    <a:lnTo>
                      <a:pt x="64" y="2"/>
                    </a:lnTo>
                    <a:lnTo>
                      <a:pt x="64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101" y="1578"/>
                <a:ext cx="75" cy="32"/>
              </a:xfrm>
              <a:custGeom>
                <a:avLst/>
                <a:gdLst>
                  <a:gd name="T0" fmla="*/ 6 w 75"/>
                  <a:gd name="T1" fmla="*/ 13 h 32"/>
                  <a:gd name="T2" fmla="*/ 4 w 75"/>
                  <a:gd name="T3" fmla="*/ 11 h 32"/>
                  <a:gd name="T4" fmla="*/ 6 w 75"/>
                  <a:gd name="T5" fmla="*/ 11 h 32"/>
                  <a:gd name="T6" fmla="*/ 8 w 75"/>
                  <a:gd name="T7" fmla="*/ 13 h 32"/>
                  <a:gd name="T8" fmla="*/ 10 w 75"/>
                  <a:gd name="T9" fmla="*/ 15 h 32"/>
                  <a:gd name="T10" fmla="*/ 12 w 75"/>
                  <a:gd name="T11" fmla="*/ 19 h 32"/>
                  <a:gd name="T12" fmla="*/ 16 w 75"/>
                  <a:gd name="T13" fmla="*/ 21 h 32"/>
                  <a:gd name="T14" fmla="*/ 18 w 75"/>
                  <a:gd name="T15" fmla="*/ 25 h 32"/>
                  <a:gd name="T16" fmla="*/ 19 w 75"/>
                  <a:gd name="T17" fmla="*/ 26 h 32"/>
                  <a:gd name="T18" fmla="*/ 23 w 75"/>
                  <a:gd name="T19" fmla="*/ 26 h 32"/>
                  <a:gd name="T20" fmla="*/ 25 w 75"/>
                  <a:gd name="T21" fmla="*/ 28 h 32"/>
                  <a:gd name="T22" fmla="*/ 27 w 75"/>
                  <a:gd name="T23" fmla="*/ 30 h 32"/>
                  <a:gd name="T24" fmla="*/ 29 w 75"/>
                  <a:gd name="T25" fmla="*/ 30 h 32"/>
                  <a:gd name="T26" fmla="*/ 31 w 75"/>
                  <a:gd name="T27" fmla="*/ 30 h 32"/>
                  <a:gd name="T28" fmla="*/ 33 w 75"/>
                  <a:gd name="T29" fmla="*/ 30 h 32"/>
                  <a:gd name="T30" fmla="*/ 35 w 75"/>
                  <a:gd name="T31" fmla="*/ 32 h 32"/>
                  <a:gd name="T32" fmla="*/ 35 w 75"/>
                  <a:gd name="T33" fmla="*/ 32 h 32"/>
                  <a:gd name="T34" fmla="*/ 37 w 75"/>
                  <a:gd name="T35" fmla="*/ 32 h 32"/>
                  <a:gd name="T36" fmla="*/ 41 w 75"/>
                  <a:gd name="T37" fmla="*/ 30 h 32"/>
                  <a:gd name="T38" fmla="*/ 42 w 75"/>
                  <a:gd name="T39" fmla="*/ 30 h 32"/>
                  <a:gd name="T40" fmla="*/ 44 w 75"/>
                  <a:gd name="T41" fmla="*/ 30 h 32"/>
                  <a:gd name="T42" fmla="*/ 46 w 75"/>
                  <a:gd name="T43" fmla="*/ 30 h 32"/>
                  <a:gd name="T44" fmla="*/ 48 w 75"/>
                  <a:gd name="T45" fmla="*/ 30 h 32"/>
                  <a:gd name="T46" fmla="*/ 48 w 75"/>
                  <a:gd name="T47" fmla="*/ 30 h 32"/>
                  <a:gd name="T48" fmla="*/ 50 w 75"/>
                  <a:gd name="T49" fmla="*/ 30 h 32"/>
                  <a:gd name="T50" fmla="*/ 58 w 75"/>
                  <a:gd name="T51" fmla="*/ 25 h 32"/>
                  <a:gd name="T52" fmla="*/ 62 w 75"/>
                  <a:gd name="T53" fmla="*/ 21 h 32"/>
                  <a:gd name="T54" fmla="*/ 65 w 75"/>
                  <a:gd name="T55" fmla="*/ 17 h 32"/>
                  <a:gd name="T56" fmla="*/ 67 w 75"/>
                  <a:gd name="T57" fmla="*/ 13 h 32"/>
                  <a:gd name="T58" fmla="*/ 69 w 75"/>
                  <a:gd name="T59" fmla="*/ 11 h 32"/>
                  <a:gd name="T60" fmla="*/ 71 w 75"/>
                  <a:gd name="T61" fmla="*/ 9 h 32"/>
                  <a:gd name="T62" fmla="*/ 71 w 75"/>
                  <a:gd name="T63" fmla="*/ 7 h 32"/>
                  <a:gd name="T64" fmla="*/ 73 w 75"/>
                  <a:gd name="T65" fmla="*/ 5 h 32"/>
                  <a:gd name="T66" fmla="*/ 73 w 75"/>
                  <a:gd name="T67" fmla="*/ 5 h 32"/>
                  <a:gd name="T68" fmla="*/ 73 w 75"/>
                  <a:gd name="T69" fmla="*/ 3 h 32"/>
                  <a:gd name="T70" fmla="*/ 73 w 75"/>
                  <a:gd name="T71" fmla="*/ 3 h 32"/>
                  <a:gd name="T72" fmla="*/ 75 w 75"/>
                  <a:gd name="T73" fmla="*/ 3 h 32"/>
                  <a:gd name="T74" fmla="*/ 75 w 75"/>
                  <a:gd name="T75" fmla="*/ 2 h 32"/>
                  <a:gd name="T76" fmla="*/ 75 w 75"/>
                  <a:gd name="T77" fmla="*/ 2 h 32"/>
                  <a:gd name="T78" fmla="*/ 75 w 75"/>
                  <a:gd name="T79" fmla="*/ 0 h 32"/>
                  <a:gd name="T80" fmla="*/ 75 w 75"/>
                  <a:gd name="T81" fmla="*/ 0 h 32"/>
                  <a:gd name="T82" fmla="*/ 0 w 75"/>
                  <a:gd name="T83" fmla="*/ 0 h 32"/>
                  <a:gd name="T84" fmla="*/ 0 w 75"/>
                  <a:gd name="T85" fmla="*/ 2 h 32"/>
                  <a:gd name="T86" fmla="*/ 2 w 75"/>
                  <a:gd name="T87" fmla="*/ 3 h 32"/>
                  <a:gd name="T88" fmla="*/ 2 w 75"/>
                  <a:gd name="T89" fmla="*/ 7 h 32"/>
                  <a:gd name="T90" fmla="*/ 4 w 75"/>
                  <a:gd name="T91" fmla="*/ 9 h 32"/>
                  <a:gd name="T92" fmla="*/ 4 w 75"/>
                  <a:gd name="T93" fmla="*/ 11 h 32"/>
                  <a:gd name="T94" fmla="*/ 4 w 75"/>
                  <a:gd name="T95" fmla="*/ 11 h 32"/>
                  <a:gd name="T96" fmla="*/ 6 w 75"/>
                  <a:gd name="T97" fmla="*/ 13 h 32"/>
                  <a:gd name="T98" fmla="*/ 6 w 75"/>
                  <a:gd name="T99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5" h="32">
                    <a:moveTo>
                      <a:pt x="6" y="13"/>
                    </a:moveTo>
                    <a:lnTo>
                      <a:pt x="4" y="11"/>
                    </a:lnTo>
                    <a:lnTo>
                      <a:pt x="6" y="11"/>
                    </a:lnTo>
                    <a:lnTo>
                      <a:pt x="8" y="13"/>
                    </a:lnTo>
                    <a:lnTo>
                      <a:pt x="10" y="15"/>
                    </a:lnTo>
                    <a:lnTo>
                      <a:pt x="12" y="19"/>
                    </a:lnTo>
                    <a:lnTo>
                      <a:pt x="16" y="21"/>
                    </a:lnTo>
                    <a:lnTo>
                      <a:pt x="18" y="25"/>
                    </a:lnTo>
                    <a:lnTo>
                      <a:pt x="19" y="26"/>
                    </a:lnTo>
                    <a:lnTo>
                      <a:pt x="23" y="26"/>
                    </a:lnTo>
                    <a:lnTo>
                      <a:pt x="25" y="28"/>
                    </a:lnTo>
                    <a:lnTo>
                      <a:pt x="27" y="30"/>
                    </a:lnTo>
                    <a:lnTo>
                      <a:pt x="29" y="30"/>
                    </a:lnTo>
                    <a:lnTo>
                      <a:pt x="31" y="30"/>
                    </a:lnTo>
                    <a:lnTo>
                      <a:pt x="33" y="30"/>
                    </a:lnTo>
                    <a:lnTo>
                      <a:pt x="35" y="32"/>
                    </a:lnTo>
                    <a:lnTo>
                      <a:pt x="35" y="32"/>
                    </a:lnTo>
                    <a:lnTo>
                      <a:pt x="37" y="32"/>
                    </a:lnTo>
                    <a:lnTo>
                      <a:pt x="41" y="30"/>
                    </a:lnTo>
                    <a:lnTo>
                      <a:pt x="42" y="30"/>
                    </a:lnTo>
                    <a:lnTo>
                      <a:pt x="44" y="30"/>
                    </a:lnTo>
                    <a:lnTo>
                      <a:pt x="46" y="30"/>
                    </a:lnTo>
                    <a:lnTo>
                      <a:pt x="48" y="30"/>
                    </a:lnTo>
                    <a:lnTo>
                      <a:pt x="48" y="30"/>
                    </a:lnTo>
                    <a:lnTo>
                      <a:pt x="50" y="30"/>
                    </a:lnTo>
                    <a:lnTo>
                      <a:pt x="58" y="25"/>
                    </a:lnTo>
                    <a:lnTo>
                      <a:pt x="62" y="21"/>
                    </a:lnTo>
                    <a:lnTo>
                      <a:pt x="65" y="17"/>
                    </a:lnTo>
                    <a:lnTo>
                      <a:pt x="67" y="13"/>
                    </a:lnTo>
                    <a:lnTo>
                      <a:pt x="69" y="11"/>
                    </a:lnTo>
                    <a:lnTo>
                      <a:pt x="71" y="9"/>
                    </a:lnTo>
                    <a:lnTo>
                      <a:pt x="71" y="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3" y="3"/>
                    </a:lnTo>
                    <a:lnTo>
                      <a:pt x="73" y="3"/>
                    </a:lnTo>
                    <a:lnTo>
                      <a:pt x="75" y="3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170" y="1228"/>
                <a:ext cx="62" cy="86"/>
              </a:xfrm>
              <a:custGeom>
                <a:avLst/>
                <a:gdLst>
                  <a:gd name="T0" fmla="*/ 60 w 62"/>
                  <a:gd name="T1" fmla="*/ 36 h 86"/>
                  <a:gd name="T2" fmla="*/ 60 w 62"/>
                  <a:gd name="T3" fmla="*/ 38 h 86"/>
                  <a:gd name="T4" fmla="*/ 42 w 62"/>
                  <a:gd name="T5" fmla="*/ 21 h 86"/>
                  <a:gd name="T6" fmla="*/ 40 w 62"/>
                  <a:gd name="T7" fmla="*/ 19 h 86"/>
                  <a:gd name="T8" fmla="*/ 39 w 62"/>
                  <a:gd name="T9" fmla="*/ 15 h 86"/>
                  <a:gd name="T10" fmla="*/ 39 w 62"/>
                  <a:gd name="T11" fmla="*/ 13 h 86"/>
                  <a:gd name="T12" fmla="*/ 37 w 62"/>
                  <a:gd name="T13" fmla="*/ 11 h 86"/>
                  <a:gd name="T14" fmla="*/ 35 w 62"/>
                  <a:gd name="T15" fmla="*/ 10 h 86"/>
                  <a:gd name="T16" fmla="*/ 33 w 62"/>
                  <a:gd name="T17" fmla="*/ 8 h 86"/>
                  <a:gd name="T18" fmla="*/ 31 w 62"/>
                  <a:gd name="T19" fmla="*/ 6 h 86"/>
                  <a:gd name="T20" fmla="*/ 29 w 62"/>
                  <a:gd name="T21" fmla="*/ 2 h 86"/>
                  <a:gd name="T22" fmla="*/ 25 w 62"/>
                  <a:gd name="T23" fmla="*/ 0 h 86"/>
                  <a:gd name="T24" fmla="*/ 16 w 62"/>
                  <a:gd name="T25" fmla="*/ 13 h 86"/>
                  <a:gd name="T26" fmla="*/ 14 w 62"/>
                  <a:gd name="T27" fmla="*/ 15 h 86"/>
                  <a:gd name="T28" fmla="*/ 12 w 62"/>
                  <a:gd name="T29" fmla="*/ 19 h 86"/>
                  <a:gd name="T30" fmla="*/ 10 w 62"/>
                  <a:gd name="T31" fmla="*/ 21 h 86"/>
                  <a:gd name="T32" fmla="*/ 8 w 62"/>
                  <a:gd name="T33" fmla="*/ 23 h 86"/>
                  <a:gd name="T34" fmla="*/ 6 w 62"/>
                  <a:gd name="T35" fmla="*/ 25 h 86"/>
                  <a:gd name="T36" fmla="*/ 4 w 62"/>
                  <a:gd name="T37" fmla="*/ 29 h 86"/>
                  <a:gd name="T38" fmla="*/ 2 w 62"/>
                  <a:gd name="T39" fmla="*/ 31 h 86"/>
                  <a:gd name="T40" fmla="*/ 2 w 62"/>
                  <a:gd name="T41" fmla="*/ 33 h 86"/>
                  <a:gd name="T42" fmla="*/ 0 w 62"/>
                  <a:gd name="T43" fmla="*/ 38 h 86"/>
                  <a:gd name="T44" fmla="*/ 6 w 62"/>
                  <a:gd name="T45" fmla="*/ 50 h 86"/>
                  <a:gd name="T46" fmla="*/ 8 w 62"/>
                  <a:gd name="T47" fmla="*/ 56 h 86"/>
                  <a:gd name="T48" fmla="*/ 12 w 62"/>
                  <a:gd name="T49" fmla="*/ 59 h 86"/>
                  <a:gd name="T50" fmla="*/ 16 w 62"/>
                  <a:gd name="T51" fmla="*/ 63 h 86"/>
                  <a:gd name="T52" fmla="*/ 18 w 62"/>
                  <a:gd name="T53" fmla="*/ 69 h 86"/>
                  <a:gd name="T54" fmla="*/ 21 w 62"/>
                  <a:gd name="T55" fmla="*/ 73 h 86"/>
                  <a:gd name="T56" fmla="*/ 25 w 62"/>
                  <a:gd name="T57" fmla="*/ 77 h 86"/>
                  <a:gd name="T58" fmla="*/ 29 w 62"/>
                  <a:gd name="T59" fmla="*/ 83 h 86"/>
                  <a:gd name="T60" fmla="*/ 33 w 62"/>
                  <a:gd name="T61" fmla="*/ 86 h 86"/>
                  <a:gd name="T62" fmla="*/ 37 w 62"/>
                  <a:gd name="T63" fmla="*/ 83 h 86"/>
                  <a:gd name="T64" fmla="*/ 42 w 62"/>
                  <a:gd name="T65" fmla="*/ 77 h 86"/>
                  <a:gd name="T66" fmla="*/ 46 w 62"/>
                  <a:gd name="T67" fmla="*/ 71 h 86"/>
                  <a:gd name="T68" fmla="*/ 50 w 62"/>
                  <a:gd name="T69" fmla="*/ 65 h 86"/>
                  <a:gd name="T70" fmla="*/ 54 w 62"/>
                  <a:gd name="T71" fmla="*/ 59 h 86"/>
                  <a:gd name="T72" fmla="*/ 58 w 62"/>
                  <a:gd name="T73" fmla="*/ 54 h 86"/>
                  <a:gd name="T74" fmla="*/ 60 w 62"/>
                  <a:gd name="T75" fmla="*/ 48 h 86"/>
                  <a:gd name="T76" fmla="*/ 62 w 62"/>
                  <a:gd name="T77" fmla="*/ 40 h 86"/>
                  <a:gd name="T78" fmla="*/ 60 w 62"/>
                  <a:gd name="T79" fmla="*/ 3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2" h="86">
                    <a:moveTo>
                      <a:pt x="60" y="36"/>
                    </a:moveTo>
                    <a:lnTo>
                      <a:pt x="60" y="38"/>
                    </a:lnTo>
                    <a:lnTo>
                      <a:pt x="42" y="21"/>
                    </a:lnTo>
                    <a:lnTo>
                      <a:pt x="40" y="19"/>
                    </a:lnTo>
                    <a:lnTo>
                      <a:pt x="39" y="15"/>
                    </a:lnTo>
                    <a:lnTo>
                      <a:pt x="39" y="13"/>
                    </a:lnTo>
                    <a:lnTo>
                      <a:pt x="37" y="11"/>
                    </a:lnTo>
                    <a:lnTo>
                      <a:pt x="35" y="10"/>
                    </a:lnTo>
                    <a:lnTo>
                      <a:pt x="33" y="8"/>
                    </a:lnTo>
                    <a:lnTo>
                      <a:pt x="31" y="6"/>
                    </a:lnTo>
                    <a:lnTo>
                      <a:pt x="29" y="2"/>
                    </a:lnTo>
                    <a:lnTo>
                      <a:pt x="25" y="0"/>
                    </a:lnTo>
                    <a:lnTo>
                      <a:pt x="16" y="13"/>
                    </a:lnTo>
                    <a:lnTo>
                      <a:pt x="14" y="15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8" y="23"/>
                    </a:lnTo>
                    <a:lnTo>
                      <a:pt x="6" y="25"/>
                    </a:lnTo>
                    <a:lnTo>
                      <a:pt x="4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0" y="38"/>
                    </a:lnTo>
                    <a:lnTo>
                      <a:pt x="6" y="50"/>
                    </a:lnTo>
                    <a:lnTo>
                      <a:pt x="8" y="56"/>
                    </a:lnTo>
                    <a:lnTo>
                      <a:pt x="12" y="59"/>
                    </a:lnTo>
                    <a:lnTo>
                      <a:pt x="16" y="63"/>
                    </a:lnTo>
                    <a:lnTo>
                      <a:pt x="18" y="69"/>
                    </a:lnTo>
                    <a:lnTo>
                      <a:pt x="21" y="73"/>
                    </a:lnTo>
                    <a:lnTo>
                      <a:pt x="25" y="77"/>
                    </a:lnTo>
                    <a:lnTo>
                      <a:pt x="29" y="83"/>
                    </a:lnTo>
                    <a:lnTo>
                      <a:pt x="33" y="86"/>
                    </a:lnTo>
                    <a:lnTo>
                      <a:pt x="37" y="83"/>
                    </a:lnTo>
                    <a:lnTo>
                      <a:pt x="42" y="77"/>
                    </a:lnTo>
                    <a:lnTo>
                      <a:pt x="46" y="71"/>
                    </a:lnTo>
                    <a:lnTo>
                      <a:pt x="50" y="65"/>
                    </a:lnTo>
                    <a:lnTo>
                      <a:pt x="54" y="59"/>
                    </a:lnTo>
                    <a:lnTo>
                      <a:pt x="58" y="54"/>
                    </a:lnTo>
                    <a:lnTo>
                      <a:pt x="60" y="48"/>
                    </a:lnTo>
                    <a:lnTo>
                      <a:pt x="62" y="40"/>
                    </a:lnTo>
                    <a:lnTo>
                      <a:pt x="60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818" y="1343"/>
                <a:ext cx="469" cy="210"/>
              </a:xfrm>
              <a:custGeom>
                <a:avLst/>
                <a:gdLst>
                  <a:gd name="T0" fmla="*/ 31 w 469"/>
                  <a:gd name="T1" fmla="*/ 19 h 210"/>
                  <a:gd name="T2" fmla="*/ 25 w 469"/>
                  <a:gd name="T3" fmla="*/ 21 h 210"/>
                  <a:gd name="T4" fmla="*/ 21 w 469"/>
                  <a:gd name="T5" fmla="*/ 23 h 210"/>
                  <a:gd name="T6" fmla="*/ 15 w 469"/>
                  <a:gd name="T7" fmla="*/ 27 h 210"/>
                  <a:gd name="T8" fmla="*/ 11 w 469"/>
                  <a:gd name="T9" fmla="*/ 31 h 210"/>
                  <a:gd name="T10" fmla="*/ 9 w 469"/>
                  <a:gd name="T11" fmla="*/ 35 h 210"/>
                  <a:gd name="T12" fmla="*/ 6 w 469"/>
                  <a:gd name="T13" fmla="*/ 39 h 210"/>
                  <a:gd name="T14" fmla="*/ 4 w 469"/>
                  <a:gd name="T15" fmla="*/ 42 h 210"/>
                  <a:gd name="T16" fmla="*/ 2 w 469"/>
                  <a:gd name="T17" fmla="*/ 48 h 210"/>
                  <a:gd name="T18" fmla="*/ 0 w 469"/>
                  <a:gd name="T19" fmla="*/ 54 h 210"/>
                  <a:gd name="T20" fmla="*/ 0 w 469"/>
                  <a:gd name="T21" fmla="*/ 210 h 210"/>
                  <a:gd name="T22" fmla="*/ 469 w 469"/>
                  <a:gd name="T23" fmla="*/ 210 h 210"/>
                  <a:gd name="T24" fmla="*/ 467 w 469"/>
                  <a:gd name="T25" fmla="*/ 185 h 210"/>
                  <a:gd name="T26" fmla="*/ 467 w 469"/>
                  <a:gd name="T27" fmla="*/ 160 h 210"/>
                  <a:gd name="T28" fmla="*/ 467 w 469"/>
                  <a:gd name="T29" fmla="*/ 135 h 210"/>
                  <a:gd name="T30" fmla="*/ 465 w 469"/>
                  <a:gd name="T31" fmla="*/ 108 h 210"/>
                  <a:gd name="T32" fmla="*/ 463 w 469"/>
                  <a:gd name="T33" fmla="*/ 83 h 210"/>
                  <a:gd name="T34" fmla="*/ 460 w 469"/>
                  <a:gd name="T35" fmla="*/ 58 h 210"/>
                  <a:gd name="T36" fmla="*/ 454 w 469"/>
                  <a:gd name="T37" fmla="*/ 35 h 210"/>
                  <a:gd name="T38" fmla="*/ 444 w 469"/>
                  <a:gd name="T39" fmla="*/ 12 h 210"/>
                  <a:gd name="T40" fmla="*/ 442 w 469"/>
                  <a:gd name="T41" fmla="*/ 10 h 210"/>
                  <a:gd name="T42" fmla="*/ 437 w 469"/>
                  <a:gd name="T43" fmla="*/ 10 h 210"/>
                  <a:gd name="T44" fmla="*/ 385 w 469"/>
                  <a:gd name="T45" fmla="*/ 6 h 210"/>
                  <a:gd name="T46" fmla="*/ 335 w 469"/>
                  <a:gd name="T47" fmla="*/ 2 h 210"/>
                  <a:gd name="T48" fmla="*/ 285 w 469"/>
                  <a:gd name="T49" fmla="*/ 0 h 210"/>
                  <a:gd name="T50" fmla="*/ 234 w 469"/>
                  <a:gd name="T51" fmla="*/ 0 h 210"/>
                  <a:gd name="T52" fmla="*/ 184 w 469"/>
                  <a:gd name="T53" fmla="*/ 2 h 210"/>
                  <a:gd name="T54" fmla="*/ 132 w 469"/>
                  <a:gd name="T55" fmla="*/ 6 h 210"/>
                  <a:gd name="T56" fmla="*/ 82 w 469"/>
                  <a:gd name="T57" fmla="*/ 12 h 210"/>
                  <a:gd name="T58" fmla="*/ 31 w 469"/>
                  <a:gd name="T59" fmla="*/ 1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9" h="210">
                    <a:moveTo>
                      <a:pt x="31" y="19"/>
                    </a:moveTo>
                    <a:lnTo>
                      <a:pt x="25" y="21"/>
                    </a:lnTo>
                    <a:lnTo>
                      <a:pt x="21" y="23"/>
                    </a:lnTo>
                    <a:lnTo>
                      <a:pt x="15" y="27"/>
                    </a:lnTo>
                    <a:lnTo>
                      <a:pt x="11" y="31"/>
                    </a:lnTo>
                    <a:lnTo>
                      <a:pt x="9" y="35"/>
                    </a:lnTo>
                    <a:lnTo>
                      <a:pt x="6" y="39"/>
                    </a:lnTo>
                    <a:lnTo>
                      <a:pt x="4" y="42"/>
                    </a:lnTo>
                    <a:lnTo>
                      <a:pt x="2" y="48"/>
                    </a:lnTo>
                    <a:lnTo>
                      <a:pt x="0" y="54"/>
                    </a:lnTo>
                    <a:lnTo>
                      <a:pt x="0" y="210"/>
                    </a:lnTo>
                    <a:lnTo>
                      <a:pt x="469" y="210"/>
                    </a:lnTo>
                    <a:lnTo>
                      <a:pt x="467" y="185"/>
                    </a:lnTo>
                    <a:lnTo>
                      <a:pt x="467" y="160"/>
                    </a:lnTo>
                    <a:lnTo>
                      <a:pt x="467" y="135"/>
                    </a:lnTo>
                    <a:lnTo>
                      <a:pt x="465" y="108"/>
                    </a:lnTo>
                    <a:lnTo>
                      <a:pt x="463" y="83"/>
                    </a:lnTo>
                    <a:lnTo>
                      <a:pt x="460" y="58"/>
                    </a:lnTo>
                    <a:lnTo>
                      <a:pt x="454" y="35"/>
                    </a:lnTo>
                    <a:lnTo>
                      <a:pt x="444" y="12"/>
                    </a:lnTo>
                    <a:lnTo>
                      <a:pt x="442" y="10"/>
                    </a:lnTo>
                    <a:lnTo>
                      <a:pt x="437" y="10"/>
                    </a:lnTo>
                    <a:lnTo>
                      <a:pt x="385" y="6"/>
                    </a:lnTo>
                    <a:lnTo>
                      <a:pt x="335" y="2"/>
                    </a:lnTo>
                    <a:lnTo>
                      <a:pt x="285" y="0"/>
                    </a:lnTo>
                    <a:lnTo>
                      <a:pt x="234" y="0"/>
                    </a:lnTo>
                    <a:lnTo>
                      <a:pt x="184" y="2"/>
                    </a:lnTo>
                    <a:lnTo>
                      <a:pt x="132" y="6"/>
                    </a:lnTo>
                    <a:lnTo>
                      <a:pt x="82" y="12"/>
                    </a:lnTo>
                    <a:lnTo>
                      <a:pt x="31" y="19"/>
                    </a:lnTo>
                    <a:close/>
                  </a:path>
                </a:pathLst>
              </a:custGeom>
              <a:solidFill>
                <a:srgbClr val="FF1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" name="Freeform 15"/>
              <p:cNvSpPr>
                <a:spLocks/>
              </p:cNvSpPr>
              <p:nvPr/>
            </p:nvSpPr>
            <p:spPr bwMode="auto">
              <a:xfrm>
                <a:off x="1168" y="1409"/>
                <a:ext cx="48" cy="48"/>
              </a:xfrm>
              <a:custGeom>
                <a:avLst/>
                <a:gdLst>
                  <a:gd name="T0" fmla="*/ 46 w 48"/>
                  <a:gd name="T1" fmla="*/ 48 h 48"/>
                  <a:gd name="T2" fmla="*/ 46 w 48"/>
                  <a:gd name="T3" fmla="*/ 48 h 48"/>
                  <a:gd name="T4" fmla="*/ 48 w 48"/>
                  <a:gd name="T5" fmla="*/ 30 h 48"/>
                  <a:gd name="T6" fmla="*/ 48 w 48"/>
                  <a:gd name="T7" fmla="*/ 15 h 48"/>
                  <a:gd name="T8" fmla="*/ 44 w 48"/>
                  <a:gd name="T9" fmla="*/ 9 h 48"/>
                  <a:gd name="T10" fmla="*/ 42 w 48"/>
                  <a:gd name="T11" fmla="*/ 7 h 48"/>
                  <a:gd name="T12" fmla="*/ 42 w 48"/>
                  <a:gd name="T13" fmla="*/ 7 h 48"/>
                  <a:gd name="T14" fmla="*/ 42 w 48"/>
                  <a:gd name="T15" fmla="*/ 7 h 48"/>
                  <a:gd name="T16" fmla="*/ 42 w 48"/>
                  <a:gd name="T17" fmla="*/ 5 h 48"/>
                  <a:gd name="T18" fmla="*/ 42 w 48"/>
                  <a:gd name="T19" fmla="*/ 5 h 48"/>
                  <a:gd name="T20" fmla="*/ 42 w 48"/>
                  <a:gd name="T21" fmla="*/ 5 h 48"/>
                  <a:gd name="T22" fmla="*/ 42 w 48"/>
                  <a:gd name="T23" fmla="*/ 3 h 48"/>
                  <a:gd name="T24" fmla="*/ 41 w 48"/>
                  <a:gd name="T25" fmla="*/ 3 h 48"/>
                  <a:gd name="T26" fmla="*/ 23 w 48"/>
                  <a:gd name="T27" fmla="*/ 0 h 48"/>
                  <a:gd name="T28" fmla="*/ 8 w 48"/>
                  <a:gd name="T29" fmla="*/ 0 h 48"/>
                  <a:gd name="T30" fmla="*/ 4 w 48"/>
                  <a:gd name="T31" fmla="*/ 3 h 48"/>
                  <a:gd name="T32" fmla="*/ 2 w 48"/>
                  <a:gd name="T33" fmla="*/ 7 h 48"/>
                  <a:gd name="T34" fmla="*/ 0 w 48"/>
                  <a:gd name="T35" fmla="*/ 11 h 48"/>
                  <a:gd name="T36" fmla="*/ 0 w 48"/>
                  <a:gd name="T37" fmla="*/ 15 h 48"/>
                  <a:gd name="T38" fmla="*/ 0 w 48"/>
                  <a:gd name="T39" fmla="*/ 19 h 48"/>
                  <a:gd name="T40" fmla="*/ 0 w 48"/>
                  <a:gd name="T41" fmla="*/ 23 h 48"/>
                  <a:gd name="T42" fmla="*/ 0 w 48"/>
                  <a:gd name="T43" fmla="*/ 26 h 48"/>
                  <a:gd name="T44" fmla="*/ 0 w 48"/>
                  <a:gd name="T45" fmla="*/ 30 h 48"/>
                  <a:gd name="T46" fmla="*/ 0 w 48"/>
                  <a:gd name="T47" fmla="*/ 48 h 48"/>
                  <a:gd name="T48" fmla="*/ 12 w 48"/>
                  <a:gd name="T49" fmla="*/ 48 h 48"/>
                  <a:gd name="T50" fmla="*/ 46 w 48"/>
                  <a:gd name="T5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8" h="48">
                    <a:moveTo>
                      <a:pt x="46" y="48"/>
                    </a:moveTo>
                    <a:lnTo>
                      <a:pt x="46" y="48"/>
                    </a:lnTo>
                    <a:lnTo>
                      <a:pt x="48" y="30"/>
                    </a:lnTo>
                    <a:lnTo>
                      <a:pt x="48" y="15"/>
                    </a:lnTo>
                    <a:lnTo>
                      <a:pt x="44" y="9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3"/>
                    </a:lnTo>
                    <a:lnTo>
                      <a:pt x="41" y="3"/>
                    </a:lnTo>
                    <a:lnTo>
                      <a:pt x="23" y="0"/>
                    </a:lnTo>
                    <a:lnTo>
                      <a:pt x="8" y="0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0" y="48"/>
                    </a:lnTo>
                    <a:lnTo>
                      <a:pt x="12" y="48"/>
                    </a:lnTo>
                    <a:lnTo>
                      <a:pt x="4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16"/>
              <p:cNvSpPr>
                <a:spLocks/>
              </p:cNvSpPr>
              <p:nvPr/>
            </p:nvSpPr>
            <p:spPr bwMode="auto">
              <a:xfrm>
                <a:off x="889" y="1418"/>
                <a:ext cx="40" cy="48"/>
              </a:xfrm>
              <a:custGeom>
                <a:avLst/>
                <a:gdLst>
                  <a:gd name="T0" fmla="*/ 0 w 40"/>
                  <a:gd name="T1" fmla="*/ 46 h 48"/>
                  <a:gd name="T2" fmla="*/ 15 w 40"/>
                  <a:gd name="T3" fmla="*/ 48 h 48"/>
                  <a:gd name="T4" fmla="*/ 28 w 40"/>
                  <a:gd name="T5" fmla="*/ 48 h 48"/>
                  <a:gd name="T6" fmla="*/ 34 w 40"/>
                  <a:gd name="T7" fmla="*/ 42 h 48"/>
                  <a:gd name="T8" fmla="*/ 34 w 40"/>
                  <a:gd name="T9" fmla="*/ 42 h 48"/>
                  <a:gd name="T10" fmla="*/ 36 w 40"/>
                  <a:gd name="T11" fmla="*/ 42 h 48"/>
                  <a:gd name="T12" fmla="*/ 36 w 40"/>
                  <a:gd name="T13" fmla="*/ 42 h 48"/>
                  <a:gd name="T14" fmla="*/ 36 w 40"/>
                  <a:gd name="T15" fmla="*/ 40 h 48"/>
                  <a:gd name="T16" fmla="*/ 36 w 40"/>
                  <a:gd name="T17" fmla="*/ 40 h 48"/>
                  <a:gd name="T18" fmla="*/ 38 w 40"/>
                  <a:gd name="T19" fmla="*/ 40 h 48"/>
                  <a:gd name="T20" fmla="*/ 38 w 40"/>
                  <a:gd name="T21" fmla="*/ 40 h 48"/>
                  <a:gd name="T22" fmla="*/ 38 w 40"/>
                  <a:gd name="T23" fmla="*/ 40 h 48"/>
                  <a:gd name="T24" fmla="*/ 40 w 40"/>
                  <a:gd name="T25" fmla="*/ 23 h 48"/>
                  <a:gd name="T26" fmla="*/ 40 w 40"/>
                  <a:gd name="T27" fmla="*/ 0 h 48"/>
                  <a:gd name="T28" fmla="*/ 25 w 40"/>
                  <a:gd name="T29" fmla="*/ 0 h 48"/>
                  <a:gd name="T30" fmla="*/ 23 w 40"/>
                  <a:gd name="T31" fmla="*/ 0 h 48"/>
                  <a:gd name="T32" fmla="*/ 19 w 40"/>
                  <a:gd name="T33" fmla="*/ 0 h 48"/>
                  <a:gd name="T34" fmla="*/ 17 w 40"/>
                  <a:gd name="T35" fmla="*/ 2 h 48"/>
                  <a:gd name="T36" fmla="*/ 13 w 40"/>
                  <a:gd name="T37" fmla="*/ 2 h 48"/>
                  <a:gd name="T38" fmla="*/ 11 w 40"/>
                  <a:gd name="T39" fmla="*/ 4 h 48"/>
                  <a:gd name="T40" fmla="*/ 7 w 40"/>
                  <a:gd name="T41" fmla="*/ 4 h 48"/>
                  <a:gd name="T42" fmla="*/ 6 w 40"/>
                  <a:gd name="T43" fmla="*/ 6 h 48"/>
                  <a:gd name="T44" fmla="*/ 4 w 40"/>
                  <a:gd name="T45" fmla="*/ 6 h 48"/>
                  <a:gd name="T46" fmla="*/ 2 w 40"/>
                  <a:gd name="T47" fmla="*/ 6 h 48"/>
                  <a:gd name="T48" fmla="*/ 2 w 40"/>
                  <a:gd name="T49" fmla="*/ 6 h 48"/>
                  <a:gd name="T50" fmla="*/ 2 w 40"/>
                  <a:gd name="T51" fmla="*/ 6 h 48"/>
                  <a:gd name="T52" fmla="*/ 2 w 40"/>
                  <a:gd name="T53" fmla="*/ 6 h 48"/>
                  <a:gd name="T54" fmla="*/ 2 w 40"/>
                  <a:gd name="T55" fmla="*/ 6 h 48"/>
                  <a:gd name="T56" fmla="*/ 0 w 40"/>
                  <a:gd name="T57" fmla="*/ 8 h 48"/>
                  <a:gd name="T58" fmla="*/ 0 w 40"/>
                  <a:gd name="T59" fmla="*/ 8 h 48"/>
                  <a:gd name="T60" fmla="*/ 0 w 40"/>
                  <a:gd name="T61" fmla="*/ 8 h 48"/>
                  <a:gd name="T62" fmla="*/ 0 w 40"/>
                  <a:gd name="T63" fmla="*/ 44 h 48"/>
                  <a:gd name="T64" fmla="*/ 0 w 40"/>
                  <a:gd name="T65" fmla="*/ 4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48">
                    <a:moveTo>
                      <a:pt x="0" y="46"/>
                    </a:moveTo>
                    <a:lnTo>
                      <a:pt x="15" y="48"/>
                    </a:lnTo>
                    <a:lnTo>
                      <a:pt x="28" y="48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6" y="42"/>
                    </a:lnTo>
                    <a:lnTo>
                      <a:pt x="36" y="42"/>
                    </a:lnTo>
                    <a:lnTo>
                      <a:pt x="36" y="40"/>
                    </a:lnTo>
                    <a:lnTo>
                      <a:pt x="36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40" y="23"/>
                    </a:lnTo>
                    <a:lnTo>
                      <a:pt x="40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7" y="2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4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" name="Freeform 17"/>
              <p:cNvSpPr>
                <a:spLocks/>
              </p:cNvSpPr>
              <p:nvPr/>
            </p:nvSpPr>
            <p:spPr bwMode="auto">
              <a:xfrm>
                <a:off x="1025" y="1409"/>
                <a:ext cx="48" cy="55"/>
              </a:xfrm>
              <a:custGeom>
                <a:avLst/>
                <a:gdLst>
                  <a:gd name="T0" fmla="*/ 17 w 48"/>
                  <a:gd name="T1" fmla="*/ 55 h 55"/>
                  <a:gd name="T2" fmla="*/ 32 w 48"/>
                  <a:gd name="T3" fmla="*/ 51 h 55"/>
                  <a:gd name="T4" fmla="*/ 34 w 48"/>
                  <a:gd name="T5" fmla="*/ 51 h 55"/>
                  <a:gd name="T6" fmla="*/ 34 w 48"/>
                  <a:gd name="T7" fmla="*/ 49 h 55"/>
                  <a:gd name="T8" fmla="*/ 36 w 48"/>
                  <a:gd name="T9" fmla="*/ 49 h 55"/>
                  <a:gd name="T10" fmla="*/ 36 w 48"/>
                  <a:gd name="T11" fmla="*/ 49 h 55"/>
                  <a:gd name="T12" fmla="*/ 36 w 48"/>
                  <a:gd name="T13" fmla="*/ 49 h 55"/>
                  <a:gd name="T14" fmla="*/ 38 w 48"/>
                  <a:gd name="T15" fmla="*/ 49 h 55"/>
                  <a:gd name="T16" fmla="*/ 38 w 48"/>
                  <a:gd name="T17" fmla="*/ 49 h 55"/>
                  <a:gd name="T18" fmla="*/ 40 w 48"/>
                  <a:gd name="T19" fmla="*/ 49 h 55"/>
                  <a:gd name="T20" fmla="*/ 46 w 48"/>
                  <a:gd name="T21" fmla="*/ 48 h 55"/>
                  <a:gd name="T22" fmla="*/ 48 w 48"/>
                  <a:gd name="T23" fmla="*/ 36 h 55"/>
                  <a:gd name="T24" fmla="*/ 48 w 48"/>
                  <a:gd name="T25" fmla="*/ 3 h 55"/>
                  <a:gd name="T26" fmla="*/ 46 w 48"/>
                  <a:gd name="T27" fmla="*/ 3 h 55"/>
                  <a:gd name="T28" fmla="*/ 21 w 48"/>
                  <a:gd name="T29" fmla="*/ 0 h 55"/>
                  <a:gd name="T30" fmla="*/ 19 w 48"/>
                  <a:gd name="T31" fmla="*/ 1 h 55"/>
                  <a:gd name="T32" fmla="*/ 15 w 48"/>
                  <a:gd name="T33" fmla="*/ 1 h 55"/>
                  <a:gd name="T34" fmla="*/ 13 w 48"/>
                  <a:gd name="T35" fmla="*/ 3 h 55"/>
                  <a:gd name="T36" fmla="*/ 9 w 48"/>
                  <a:gd name="T37" fmla="*/ 3 h 55"/>
                  <a:gd name="T38" fmla="*/ 7 w 48"/>
                  <a:gd name="T39" fmla="*/ 3 h 55"/>
                  <a:gd name="T40" fmla="*/ 5 w 48"/>
                  <a:gd name="T41" fmla="*/ 5 h 55"/>
                  <a:gd name="T42" fmla="*/ 2 w 48"/>
                  <a:gd name="T43" fmla="*/ 5 h 55"/>
                  <a:gd name="T44" fmla="*/ 0 w 48"/>
                  <a:gd name="T45" fmla="*/ 7 h 55"/>
                  <a:gd name="T46" fmla="*/ 0 w 48"/>
                  <a:gd name="T47" fmla="*/ 49 h 55"/>
                  <a:gd name="T48" fmla="*/ 17 w 48"/>
                  <a:gd name="T4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55">
                    <a:moveTo>
                      <a:pt x="17" y="55"/>
                    </a:moveTo>
                    <a:lnTo>
                      <a:pt x="32" y="51"/>
                    </a:lnTo>
                    <a:lnTo>
                      <a:pt x="34" y="51"/>
                    </a:lnTo>
                    <a:lnTo>
                      <a:pt x="34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8" y="49"/>
                    </a:lnTo>
                    <a:lnTo>
                      <a:pt x="38" y="49"/>
                    </a:lnTo>
                    <a:lnTo>
                      <a:pt x="40" y="49"/>
                    </a:lnTo>
                    <a:lnTo>
                      <a:pt x="46" y="48"/>
                    </a:lnTo>
                    <a:lnTo>
                      <a:pt x="48" y="36"/>
                    </a:lnTo>
                    <a:lnTo>
                      <a:pt x="48" y="3"/>
                    </a:lnTo>
                    <a:lnTo>
                      <a:pt x="46" y="3"/>
                    </a:lnTo>
                    <a:lnTo>
                      <a:pt x="21" y="0"/>
                    </a:lnTo>
                    <a:lnTo>
                      <a:pt x="19" y="1"/>
                    </a:lnTo>
                    <a:lnTo>
                      <a:pt x="15" y="1"/>
                    </a:lnTo>
                    <a:lnTo>
                      <a:pt x="13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49"/>
                    </a:lnTo>
                    <a:lnTo>
                      <a:pt x="17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Freeform 18"/>
              <p:cNvSpPr>
                <a:spLocks/>
              </p:cNvSpPr>
              <p:nvPr/>
            </p:nvSpPr>
            <p:spPr bwMode="auto">
              <a:xfrm>
                <a:off x="866" y="1393"/>
                <a:ext cx="86" cy="96"/>
              </a:xfrm>
              <a:custGeom>
                <a:avLst/>
                <a:gdLst>
                  <a:gd name="T0" fmla="*/ 59 w 86"/>
                  <a:gd name="T1" fmla="*/ 0 h 96"/>
                  <a:gd name="T2" fmla="*/ 42 w 86"/>
                  <a:gd name="T3" fmla="*/ 0 h 96"/>
                  <a:gd name="T4" fmla="*/ 23 w 86"/>
                  <a:gd name="T5" fmla="*/ 6 h 96"/>
                  <a:gd name="T6" fmla="*/ 15 w 86"/>
                  <a:gd name="T7" fmla="*/ 10 h 96"/>
                  <a:gd name="T8" fmla="*/ 13 w 86"/>
                  <a:gd name="T9" fmla="*/ 10 h 96"/>
                  <a:gd name="T10" fmla="*/ 13 w 86"/>
                  <a:gd name="T11" fmla="*/ 12 h 96"/>
                  <a:gd name="T12" fmla="*/ 23 w 86"/>
                  <a:gd name="T13" fmla="*/ 33 h 96"/>
                  <a:gd name="T14" fmla="*/ 25 w 86"/>
                  <a:gd name="T15" fmla="*/ 31 h 96"/>
                  <a:gd name="T16" fmla="*/ 27 w 86"/>
                  <a:gd name="T17" fmla="*/ 31 h 96"/>
                  <a:gd name="T18" fmla="*/ 34 w 86"/>
                  <a:gd name="T19" fmla="*/ 29 h 96"/>
                  <a:gd name="T20" fmla="*/ 42 w 86"/>
                  <a:gd name="T21" fmla="*/ 25 h 96"/>
                  <a:gd name="T22" fmla="*/ 63 w 86"/>
                  <a:gd name="T23" fmla="*/ 25 h 96"/>
                  <a:gd name="T24" fmla="*/ 61 w 86"/>
                  <a:gd name="T25" fmla="*/ 65 h 96"/>
                  <a:gd name="T26" fmla="*/ 59 w 86"/>
                  <a:gd name="T27" fmla="*/ 65 h 96"/>
                  <a:gd name="T28" fmla="*/ 57 w 86"/>
                  <a:gd name="T29" fmla="*/ 67 h 96"/>
                  <a:gd name="T30" fmla="*/ 38 w 86"/>
                  <a:gd name="T31" fmla="*/ 73 h 96"/>
                  <a:gd name="T32" fmla="*/ 23 w 86"/>
                  <a:gd name="T33" fmla="*/ 33 h 96"/>
                  <a:gd name="T34" fmla="*/ 11 w 86"/>
                  <a:gd name="T35" fmla="*/ 12 h 96"/>
                  <a:gd name="T36" fmla="*/ 11 w 86"/>
                  <a:gd name="T37" fmla="*/ 12 h 96"/>
                  <a:gd name="T38" fmla="*/ 11 w 86"/>
                  <a:gd name="T39" fmla="*/ 12 h 96"/>
                  <a:gd name="T40" fmla="*/ 4 w 86"/>
                  <a:gd name="T41" fmla="*/ 14 h 96"/>
                  <a:gd name="T42" fmla="*/ 0 w 86"/>
                  <a:gd name="T43" fmla="*/ 19 h 96"/>
                  <a:gd name="T44" fmla="*/ 0 w 86"/>
                  <a:gd name="T45" fmla="*/ 29 h 96"/>
                  <a:gd name="T46" fmla="*/ 0 w 86"/>
                  <a:gd name="T47" fmla="*/ 46 h 96"/>
                  <a:gd name="T48" fmla="*/ 0 w 86"/>
                  <a:gd name="T49" fmla="*/ 64 h 96"/>
                  <a:gd name="T50" fmla="*/ 0 w 86"/>
                  <a:gd name="T51" fmla="*/ 75 h 96"/>
                  <a:gd name="T52" fmla="*/ 0 w 86"/>
                  <a:gd name="T53" fmla="*/ 77 h 96"/>
                  <a:gd name="T54" fmla="*/ 2 w 86"/>
                  <a:gd name="T55" fmla="*/ 81 h 96"/>
                  <a:gd name="T56" fmla="*/ 7 w 86"/>
                  <a:gd name="T57" fmla="*/ 90 h 96"/>
                  <a:gd name="T58" fmla="*/ 11 w 86"/>
                  <a:gd name="T59" fmla="*/ 92 h 96"/>
                  <a:gd name="T60" fmla="*/ 15 w 86"/>
                  <a:gd name="T61" fmla="*/ 94 h 96"/>
                  <a:gd name="T62" fmla="*/ 30 w 86"/>
                  <a:gd name="T63" fmla="*/ 96 h 96"/>
                  <a:gd name="T64" fmla="*/ 36 w 86"/>
                  <a:gd name="T65" fmla="*/ 96 h 96"/>
                  <a:gd name="T66" fmla="*/ 44 w 86"/>
                  <a:gd name="T67" fmla="*/ 96 h 96"/>
                  <a:gd name="T68" fmla="*/ 57 w 86"/>
                  <a:gd name="T69" fmla="*/ 96 h 96"/>
                  <a:gd name="T70" fmla="*/ 59 w 86"/>
                  <a:gd name="T71" fmla="*/ 96 h 96"/>
                  <a:gd name="T72" fmla="*/ 63 w 86"/>
                  <a:gd name="T73" fmla="*/ 94 h 96"/>
                  <a:gd name="T74" fmla="*/ 74 w 86"/>
                  <a:gd name="T75" fmla="*/ 89 h 96"/>
                  <a:gd name="T76" fmla="*/ 80 w 86"/>
                  <a:gd name="T77" fmla="*/ 87 h 96"/>
                  <a:gd name="T78" fmla="*/ 84 w 86"/>
                  <a:gd name="T79" fmla="*/ 83 h 96"/>
                  <a:gd name="T80" fmla="*/ 86 w 86"/>
                  <a:gd name="T81" fmla="*/ 65 h 96"/>
                  <a:gd name="T82" fmla="*/ 86 w 86"/>
                  <a:gd name="T83" fmla="*/ 10 h 96"/>
                  <a:gd name="T84" fmla="*/ 82 w 86"/>
                  <a:gd name="T85" fmla="*/ 4 h 96"/>
                  <a:gd name="T86" fmla="*/ 76 w 86"/>
                  <a:gd name="T87" fmla="*/ 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96">
                    <a:moveTo>
                      <a:pt x="76" y="2"/>
                    </a:moveTo>
                    <a:lnTo>
                      <a:pt x="67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2"/>
                    </a:lnTo>
                    <a:lnTo>
                      <a:pt x="29" y="4"/>
                    </a:lnTo>
                    <a:lnTo>
                      <a:pt x="23" y="6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7" y="31"/>
                    </a:lnTo>
                    <a:lnTo>
                      <a:pt x="29" y="31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6" y="27"/>
                    </a:lnTo>
                    <a:lnTo>
                      <a:pt x="40" y="27"/>
                    </a:lnTo>
                    <a:lnTo>
                      <a:pt x="42" y="25"/>
                    </a:lnTo>
                    <a:lnTo>
                      <a:pt x="46" y="25"/>
                    </a:lnTo>
                    <a:lnTo>
                      <a:pt x="48" y="25"/>
                    </a:lnTo>
                    <a:lnTo>
                      <a:pt x="63" y="25"/>
                    </a:lnTo>
                    <a:lnTo>
                      <a:pt x="63" y="48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59" y="65"/>
                    </a:lnTo>
                    <a:lnTo>
                      <a:pt x="59" y="65"/>
                    </a:lnTo>
                    <a:lnTo>
                      <a:pt x="59" y="67"/>
                    </a:lnTo>
                    <a:lnTo>
                      <a:pt x="59" y="67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1" y="73"/>
                    </a:lnTo>
                    <a:lnTo>
                      <a:pt x="38" y="73"/>
                    </a:lnTo>
                    <a:lnTo>
                      <a:pt x="23" y="71"/>
                    </a:lnTo>
                    <a:lnTo>
                      <a:pt x="23" y="69"/>
                    </a:lnTo>
                    <a:lnTo>
                      <a:pt x="23" y="33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2"/>
                    </a:lnTo>
                    <a:lnTo>
                      <a:pt x="6" y="12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0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69"/>
                    </a:lnTo>
                    <a:lnTo>
                      <a:pt x="0" y="75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9"/>
                    </a:lnTo>
                    <a:lnTo>
                      <a:pt x="0" y="79"/>
                    </a:lnTo>
                    <a:lnTo>
                      <a:pt x="2" y="81"/>
                    </a:lnTo>
                    <a:lnTo>
                      <a:pt x="2" y="81"/>
                    </a:lnTo>
                    <a:lnTo>
                      <a:pt x="7" y="90"/>
                    </a:lnTo>
                    <a:lnTo>
                      <a:pt x="7" y="90"/>
                    </a:lnTo>
                    <a:lnTo>
                      <a:pt x="9" y="92"/>
                    </a:lnTo>
                    <a:lnTo>
                      <a:pt x="9" y="92"/>
                    </a:lnTo>
                    <a:lnTo>
                      <a:pt x="11" y="92"/>
                    </a:lnTo>
                    <a:lnTo>
                      <a:pt x="11" y="94"/>
                    </a:lnTo>
                    <a:lnTo>
                      <a:pt x="13" y="94"/>
                    </a:lnTo>
                    <a:lnTo>
                      <a:pt x="15" y="94"/>
                    </a:lnTo>
                    <a:lnTo>
                      <a:pt x="15" y="94"/>
                    </a:lnTo>
                    <a:lnTo>
                      <a:pt x="27" y="96"/>
                    </a:lnTo>
                    <a:lnTo>
                      <a:pt x="30" y="96"/>
                    </a:lnTo>
                    <a:lnTo>
                      <a:pt x="32" y="96"/>
                    </a:lnTo>
                    <a:lnTo>
                      <a:pt x="34" y="96"/>
                    </a:lnTo>
                    <a:lnTo>
                      <a:pt x="36" y="96"/>
                    </a:lnTo>
                    <a:lnTo>
                      <a:pt x="40" y="96"/>
                    </a:lnTo>
                    <a:lnTo>
                      <a:pt x="42" y="96"/>
                    </a:lnTo>
                    <a:lnTo>
                      <a:pt x="44" y="96"/>
                    </a:lnTo>
                    <a:lnTo>
                      <a:pt x="46" y="96"/>
                    </a:lnTo>
                    <a:lnTo>
                      <a:pt x="55" y="96"/>
                    </a:lnTo>
                    <a:lnTo>
                      <a:pt x="57" y="96"/>
                    </a:lnTo>
                    <a:lnTo>
                      <a:pt x="57" y="96"/>
                    </a:lnTo>
                    <a:lnTo>
                      <a:pt x="59" y="96"/>
                    </a:lnTo>
                    <a:lnTo>
                      <a:pt x="59" y="96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3" y="94"/>
                    </a:lnTo>
                    <a:lnTo>
                      <a:pt x="63" y="94"/>
                    </a:lnTo>
                    <a:lnTo>
                      <a:pt x="69" y="89"/>
                    </a:lnTo>
                    <a:lnTo>
                      <a:pt x="74" y="89"/>
                    </a:lnTo>
                    <a:lnTo>
                      <a:pt x="76" y="89"/>
                    </a:lnTo>
                    <a:lnTo>
                      <a:pt x="78" y="87"/>
                    </a:lnTo>
                    <a:lnTo>
                      <a:pt x="80" y="87"/>
                    </a:lnTo>
                    <a:lnTo>
                      <a:pt x="80" y="85"/>
                    </a:lnTo>
                    <a:lnTo>
                      <a:pt x="82" y="83"/>
                    </a:lnTo>
                    <a:lnTo>
                      <a:pt x="84" y="83"/>
                    </a:lnTo>
                    <a:lnTo>
                      <a:pt x="84" y="81"/>
                    </a:lnTo>
                    <a:lnTo>
                      <a:pt x="84" y="79"/>
                    </a:lnTo>
                    <a:lnTo>
                      <a:pt x="86" y="65"/>
                    </a:lnTo>
                    <a:lnTo>
                      <a:pt x="86" y="14"/>
                    </a:lnTo>
                    <a:lnTo>
                      <a:pt x="86" y="12"/>
                    </a:lnTo>
                    <a:lnTo>
                      <a:pt x="86" y="10"/>
                    </a:lnTo>
                    <a:lnTo>
                      <a:pt x="84" y="8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0" y="2"/>
                    </a:lnTo>
                    <a:lnTo>
                      <a:pt x="78" y="2"/>
                    </a:lnTo>
                    <a:lnTo>
                      <a:pt x="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Freeform 19"/>
              <p:cNvSpPr>
                <a:spLocks/>
              </p:cNvSpPr>
              <p:nvPr/>
            </p:nvSpPr>
            <p:spPr bwMode="auto">
              <a:xfrm>
                <a:off x="1000" y="1385"/>
                <a:ext cx="96" cy="104"/>
              </a:xfrm>
              <a:custGeom>
                <a:avLst/>
                <a:gdLst>
                  <a:gd name="T0" fmla="*/ 84 w 96"/>
                  <a:gd name="T1" fmla="*/ 6 h 104"/>
                  <a:gd name="T2" fmla="*/ 82 w 96"/>
                  <a:gd name="T3" fmla="*/ 4 h 104"/>
                  <a:gd name="T4" fmla="*/ 80 w 96"/>
                  <a:gd name="T5" fmla="*/ 4 h 104"/>
                  <a:gd name="T6" fmla="*/ 80 w 96"/>
                  <a:gd name="T7" fmla="*/ 4 h 104"/>
                  <a:gd name="T8" fmla="*/ 69 w 96"/>
                  <a:gd name="T9" fmla="*/ 0 h 104"/>
                  <a:gd name="T10" fmla="*/ 55 w 96"/>
                  <a:gd name="T11" fmla="*/ 0 h 104"/>
                  <a:gd name="T12" fmla="*/ 42 w 96"/>
                  <a:gd name="T13" fmla="*/ 0 h 104"/>
                  <a:gd name="T14" fmla="*/ 29 w 96"/>
                  <a:gd name="T15" fmla="*/ 2 h 104"/>
                  <a:gd name="T16" fmla="*/ 13 w 96"/>
                  <a:gd name="T17" fmla="*/ 8 h 104"/>
                  <a:gd name="T18" fmla="*/ 27 w 96"/>
                  <a:gd name="T19" fmla="*/ 29 h 104"/>
                  <a:gd name="T20" fmla="*/ 32 w 96"/>
                  <a:gd name="T21" fmla="*/ 27 h 104"/>
                  <a:gd name="T22" fmla="*/ 38 w 96"/>
                  <a:gd name="T23" fmla="*/ 27 h 104"/>
                  <a:gd name="T24" fmla="*/ 44 w 96"/>
                  <a:gd name="T25" fmla="*/ 25 h 104"/>
                  <a:gd name="T26" fmla="*/ 71 w 96"/>
                  <a:gd name="T27" fmla="*/ 27 h 104"/>
                  <a:gd name="T28" fmla="*/ 73 w 96"/>
                  <a:gd name="T29" fmla="*/ 60 h 104"/>
                  <a:gd name="T30" fmla="*/ 65 w 96"/>
                  <a:gd name="T31" fmla="*/ 73 h 104"/>
                  <a:gd name="T32" fmla="*/ 63 w 96"/>
                  <a:gd name="T33" fmla="*/ 73 h 104"/>
                  <a:gd name="T34" fmla="*/ 61 w 96"/>
                  <a:gd name="T35" fmla="*/ 73 h 104"/>
                  <a:gd name="T36" fmla="*/ 59 w 96"/>
                  <a:gd name="T37" fmla="*/ 73 h 104"/>
                  <a:gd name="T38" fmla="*/ 57 w 96"/>
                  <a:gd name="T39" fmla="*/ 75 h 104"/>
                  <a:gd name="T40" fmla="*/ 25 w 96"/>
                  <a:gd name="T41" fmla="*/ 73 h 104"/>
                  <a:gd name="T42" fmla="*/ 13 w 96"/>
                  <a:gd name="T43" fmla="*/ 8 h 104"/>
                  <a:gd name="T44" fmla="*/ 13 w 96"/>
                  <a:gd name="T45" fmla="*/ 8 h 104"/>
                  <a:gd name="T46" fmla="*/ 13 w 96"/>
                  <a:gd name="T47" fmla="*/ 8 h 104"/>
                  <a:gd name="T48" fmla="*/ 13 w 96"/>
                  <a:gd name="T49" fmla="*/ 8 h 104"/>
                  <a:gd name="T50" fmla="*/ 13 w 96"/>
                  <a:gd name="T51" fmla="*/ 8 h 104"/>
                  <a:gd name="T52" fmla="*/ 7 w 96"/>
                  <a:gd name="T53" fmla="*/ 10 h 104"/>
                  <a:gd name="T54" fmla="*/ 4 w 96"/>
                  <a:gd name="T55" fmla="*/ 12 h 104"/>
                  <a:gd name="T56" fmla="*/ 2 w 96"/>
                  <a:gd name="T57" fmla="*/ 16 h 104"/>
                  <a:gd name="T58" fmla="*/ 0 w 96"/>
                  <a:gd name="T59" fmla="*/ 20 h 104"/>
                  <a:gd name="T60" fmla="*/ 0 w 96"/>
                  <a:gd name="T61" fmla="*/ 35 h 104"/>
                  <a:gd name="T62" fmla="*/ 0 w 96"/>
                  <a:gd name="T63" fmla="*/ 50 h 104"/>
                  <a:gd name="T64" fmla="*/ 2 w 96"/>
                  <a:gd name="T65" fmla="*/ 64 h 104"/>
                  <a:gd name="T66" fmla="*/ 4 w 96"/>
                  <a:gd name="T67" fmla="*/ 79 h 104"/>
                  <a:gd name="T68" fmla="*/ 0 w 96"/>
                  <a:gd name="T69" fmla="*/ 83 h 104"/>
                  <a:gd name="T70" fmla="*/ 2 w 96"/>
                  <a:gd name="T71" fmla="*/ 85 h 104"/>
                  <a:gd name="T72" fmla="*/ 4 w 96"/>
                  <a:gd name="T73" fmla="*/ 89 h 104"/>
                  <a:gd name="T74" fmla="*/ 6 w 96"/>
                  <a:gd name="T75" fmla="*/ 91 h 104"/>
                  <a:gd name="T76" fmla="*/ 13 w 96"/>
                  <a:gd name="T77" fmla="*/ 95 h 104"/>
                  <a:gd name="T78" fmla="*/ 21 w 96"/>
                  <a:gd name="T79" fmla="*/ 98 h 104"/>
                  <a:gd name="T80" fmla="*/ 29 w 96"/>
                  <a:gd name="T81" fmla="*/ 102 h 104"/>
                  <a:gd name="T82" fmla="*/ 38 w 96"/>
                  <a:gd name="T83" fmla="*/ 104 h 104"/>
                  <a:gd name="T84" fmla="*/ 46 w 96"/>
                  <a:gd name="T85" fmla="*/ 104 h 104"/>
                  <a:gd name="T86" fmla="*/ 65 w 96"/>
                  <a:gd name="T87" fmla="*/ 97 h 104"/>
                  <a:gd name="T88" fmla="*/ 65 w 96"/>
                  <a:gd name="T89" fmla="*/ 97 h 104"/>
                  <a:gd name="T90" fmla="*/ 65 w 96"/>
                  <a:gd name="T91" fmla="*/ 97 h 104"/>
                  <a:gd name="T92" fmla="*/ 65 w 96"/>
                  <a:gd name="T93" fmla="*/ 97 h 104"/>
                  <a:gd name="T94" fmla="*/ 75 w 96"/>
                  <a:gd name="T95" fmla="*/ 97 h 104"/>
                  <a:gd name="T96" fmla="*/ 84 w 96"/>
                  <a:gd name="T97" fmla="*/ 97 h 104"/>
                  <a:gd name="T98" fmla="*/ 88 w 96"/>
                  <a:gd name="T99" fmla="*/ 95 h 104"/>
                  <a:gd name="T100" fmla="*/ 92 w 96"/>
                  <a:gd name="T101" fmla="*/ 93 h 104"/>
                  <a:gd name="T102" fmla="*/ 94 w 96"/>
                  <a:gd name="T103" fmla="*/ 89 h 104"/>
                  <a:gd name="T104" fmla="*/ 96 w 96"/>
                  <a:gd name="T105" fmla="*/ 73 h 104"/>
                  <a:gd name="T106" fmla="*/ 96 w 96"/>
                  <a:gd name="T107" fmla="*/ 22 h 104"/>
                  <a:gd name="T108" fmla="*/ 96 w 96"/>
                  <a:gd name="T109" fmla="*/ 20 h 104"/>
                  <a:gd name="T110" fmla="*/ 96 w 96"/>
                  <a:gd name="T111" fmla="*/ 18 h 104"/>
                  <a:gd name="T112" fmla="*/ 94 w 96"/>
                  <a:gd name="T113" fmla="*/ 16 h 104"/>
                  <a:gd name="T114" fmla="*/ 84 w 96"/>
                  <a:gd name="T115" fmla="*/ 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104">
                    <a:moveTo>
                      <a:pt x="84" y="6"/>
                    </a:moveTo>
                    <a:lnTo>
                      <a:pt x="84" y="6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2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78" y="2"/>
                    </a:lnTo>
                    <a:lnTo>
                      <a:pt x="69" y="0"/>
                    </a:lnTo>
                    <a:lnTo>
                      <a:pt x="63" y="0"/>
                    </a:lnTo>
                    <a:lnTo>
                      <a:pt x="55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0"/>
                    </a:lnTo>
                    <a:lnTo>
                      <a:pt x="29" y="2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25" y="31"/>
                    </a:lnTo>
                    <a:lnTo>
                      <a:pt x="27" y="29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4" y="27"/>
                    </a:lnTo>
                    <a:lnTo>
                      <a:pt x="38" y="27"/>
                    </a:lnTo>
                    <a:lnTo>
                      <a:pt x="40" y="25"/>
                    </a:lnTo>
                    <a:lnTo>
                      <a:pt x="44" y="25"/>
                    </a:lnTo>
                    <a:lnTo>
                      <a:pt x="46" y="24"/>
                    </a:lnTo>
                    <a:lnTo>
                      <a:pt x="71" y="27"/>
                    </a:lnTo>
                    <a:lnTo>
                      <a:pt x="73" y="27"/>
                    </a:lnTo>
                    <a:lnTo>
                      <a:pt x="73" y="60"/>
                    </a:lnTo>
                    <a:lnTo>
                      <a:pt x="71" y="72"/>
                    </a:lnTo>
                    <a:lnTo>
                      <a:pt x="65" y="73"/>
                    </a:lnTo>
                    <a:lnTo>
                      <a:pt x="63" y="73"/>
                    </a:lnTo>
                    <a:lnTo>
                      <a:pt x="63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59" y="73"/>
                    </a:lnTo>
                    <a:lnTo>
                      <a:pt x="59" y="75"/>
                    </a:lnTo>
                    <a:lnTo>
                      <a:pt x="57" y="75"/>
                    </a:lnTo>
                    <a:lnTo>
                      <a:pt x="42" y="79"/>
                    </a:lnTo>
                    <a:lnTo>
                      <a:pt x="25" y="73"/>
                    </a:lnTo>
                    <a:lnTo>
                      <a:pt x="25" y="31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0" y="35"/>
                    </a:lnTo>
                    <a:lnTo>
                      <a:pt x="0" y="43"/>
                    </a:lnTo>
                    <a:lnTo>
                      <a:pt x="0" y="50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2" y="72"/>
                    </a:lnTo>
                    <a:lnTo>
                      <a:pt x="4" y="79"/>
                    </a:lnTo>
                    <a:lnTo>
                      <a:pt x="0" y="81"/>
                    </a:lnTo>
                    <a:lnTo>
                      <a:pt x="0" y="83"/>
                    </a:lnTo>
                    <a:lnTo>
                      <a:pt x="2" y="85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6" y="91"/>
                    </a:lnTo>
                    <a:lnTo>
                      <a:pt x="6" y="91"/>
                    </a:lnTo>
                    <a:lnTo>
                      <a:pt x="7" y="91"/>
                    </a:lnTo>
                    <a:lnTo>
                      <a:pt x="13" y="95"/>
                    </a:lnTo>
                    <a:lnTo>
                      <a:pt x="17" y="97"/>
                    </a:lnTo>
                    <a:lnTo>
                      <a:pt x="21" y="98"/>
                    </a:lnTo>
                    <a:lnTo>
                      <a:pt x="25" y="100"/>
                    </a:lnTo>
                    <a:lnTo>
                      <a:pt x="29" y="102"/>
                    </a:lnTo>
                    <a:lnTo>
                      <a:pt x="32" y="102"/>
                    </a:lnTo>
                    <a:lnTo>
                      <a:pt x="38" y="104"/>
                    </a:lnTo>
                    <a:lnTo>
                      <a:pt x="42" y="104"/>
                    </a:lnTo>
                    <a:lnTo>
                      <a:pt x="46" y="104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7" y="97"/>
                    </a:lnTo>
                    <a:lnTo>
                      <a:pt x="75" y="97"/>
                    </a:lnTo>
                    <a:lnTo>
                      <a:pt x="82" y="97"/>
                    </a:lnTo>
                    <a:lnTo>
                      <a:pt x="84" y="97"/>
                    </a:lnTo>
                    <a:lnTo>
                      <a:pt x="86" y="95"/>
                    </a:lnTo>
                    <a:lnTo>
                      <a:pt x="88" y="95"/>
                    </a:lnTo>
                    <a:lnTo>
                      <a:pt x="90" y="93"/>
                    </a:lnTo>
                    <a:lnTo>
                      <a:pt x="92" y="93"/>
                    </a:lnTo>
                    <a:lnTo>
                      <a:pt x="94" y="91"/>
                    </a:lnTo>
                    <a:lnTo>
                      <a:pt x="94" y="89"/>
                    </a:lnTo>
                    <a:lnTo>
                      <a:pt x="94" y="87"/>
                    </a:lnTo>
                    <a:lnTo>
                      <a:pt x="96" y="73"/>
                    </a:lnTo>
                    <a:lnTo>
                      <a:pt x="96" y="24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0"/>
                    </a:lnTo>
                    <a:lnTo>
                      <a:pt x="96" y="18"/>
                    </a:lnTo>
                    <a:lnTo>
                      <a:pt x="96" y="18"/>
                    </a:lnTo>
                    <a:lnTo>
                      <a:pt x="94" y="16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8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Freeform 20"/>
              <p:cNvSpPr>
                <a:spLocks/>
              </p:cNvSpPr>
              <p:nvPr/>
            </p:nvSpPr>
            <p:spPr bwMode="auto">
              <a:xfrm>
                <a:off x="1143" y="1385"/>
                <a:ext cx="96" cy="97"/>
              </a:xfrm>
              <a:custGeom>
                <a:avLst/>
                <a:gdLst>
                  <a:gd name="T0" fmla="*/ 90 w 96"/>
                  <a:gd name="T1" fmla="*/ 20 h 97"/>
                  <a:gd name="T2" fmla="*/ 89 w 96"/>
                  <a:gd name="T3" fmla="*/ 14 h 97"/>
                  <a:gd name="T4" fmla="*/ 89 w 96"/>
                  <a:gd name="T5" fmla="*/ 12 h 97"/>
                  <a:gd name="T6" fmla="*/ 87 w 96"/>
                  <a:gd name="T7" fmla="*/ 8 h 97"/>
                  <a:gd name="T8" fmla="*/ 83 w 96"/>
                  <a:gd name="T9" fmla="*/ 6 h 97"/>
                  <a:gd name="T10" fmla="*/ 66 w 96"/>
                  <a:gd name="T11" fmla="*/ 0 h 97"/>
                  <a:gd name="T12" fmla="*/ 29 w 96"/>
                  <a:gd name="T13" fmla="*/ 0 h 97"/>
                  <a:gd name="T14" fmla="*/ 25 w 96"/>
                  <a:gd name="T15" fmla="*/ 2 h 97"/>
                  <a:gd name="T16" fmla="*/ 23 w 96"/>
                  <a:gd name="T17" fmla="*/ 4 h 97"/>
                  <a:gd name="T18" fmla="*/ 22 w 96"/>
                  <a:gd name="T19" fmla="*/ 6 h 97"/>
                  <a:gd name="T20" fmla="*/ 18 w 96"/>
                  <a:gd name="T21" fmla="*/ 8 h 97"/>
                  <a:gd name="T22" fmla="*/ 16 w 96"/>
                  <a:gd name="T23" fmla="*/ 10 h 97"/>
                  <a:gd name="T24" fmla="*/ 12 w 96"/>
                  <a:gd name="T25" fmla="*/ 12 h 97"/>
                  <a:gd name="T26" fmla="*/ 10 w 96"/>
                  <a:gd name="T27" fmla="*/ 14 h 97"/>
                  <a:gd name="T28" fmla="*/ 6 w 96"/>
                  <a:gd name="T29" fmla="*/ 24 h 97"/>
                  <a:gd name="T30" fmla="*/ 2 w 96"/>
                  <a:gd name="T31" fmla="*/ 41 h 97"/>
                  <a:gd name="T32" fmla="*/ 0 w 96"/>
                  <a:gd name="T33" fmla="*/ 56 h 97"/>
                  <a:gd name="T34" fmla="*/ 4 w 96"/>
                  <a:gd name="T35" fmla="*/ 73 h 97"/>
                  <a:gd name="T36" fmla="*/ 25 w 96"/>
                  <a:gd name="T37" fmla="*/ 72 h 97"/>
                  <a:gd name="T38" fmla="*/ 25 w 96"/>
                  <a:gd name="T39" fmla="*/ 50 h 97"/>
                  <a:gd name="T40" fmla="*/ 25 w 96"/>
                  <a:gd name="T41" fmla="*/ 43 h 97"/>
                  <a:gd name="T42" fmla="*/ 25 w 96"/>
                  <a:gd name="T43" fmla="*/ 35 h 97"/>
                  <a:gd name="T44" fmla="*/ 29 w 96"/>
                  <a:gd name="T45" fmla="*/ 27 h 97"/>
                  <a:gd name="T46" fmla="*/ 48 w 96"/>
                  <a:gd name="T47" fmla="*/ 24 h 97"/>
                  <a:gd name="T48" fmla="*/ 67 w 96"/>
                  <a:gd name="T49" fmla="*/ 27 h 97"/>
                  <a:gd name="T50" fmla="*/ 67 w 96"/>
                  <a:gd name="T51" fmla="*/ 29 h 97"/>
                  <a:gd name="T52" fmla="*/ 67 w 96"/>
                  <a:gd name="T53" fmla="*/ 31 h 97"/>
                  <a:gd name="T54" fmla="*/ 67 w 96"/>
                  <a:gd name="T55" fmla="*/ 31 h 97"/>
                  <a:gd name="T56" fmla="*/ 73 w 96"/>
                  <a:gd name="T57" fmla="*/ 39 h 97"/>
                  <a:gd name="T58" fmla="*/ 71 w 96"/>
                  <a:gd name="T59" fmla="*/ 72 h 97"/>
                  <a:gd name="T60" fmla="*/ 37 w 96"/>
                  <a:gd name="T61" fmla="*/ 72 h 97"/>
                  <a:gd name="T62" fmla="*/ 8 w 96"/>
                  <a:gd name="T63" fmla="*/ 83 h 97"/>
                  <a:gd name="T64" fmla="*/ 2 w 96"/>
                  <a:gd name="T65" fmla="*/ 83 h 97"/>
                  <a:gd name="T66" fmla="*/ 2 w 96"/>
                  <a:gd name="T67" fmla="*/ 87 h 97"/>
                  <a:gd name="T68" fmla="*/ 4 w 96"/>
                  <a:gd name="T69" fmla="*/ 91 h 97"/>
                  <a:gd name="T70" fmla="*/ 8 w 96"/>
                  <a:gd name="T71" fmla="*/ 93 h 97"/>
                  <a:gd name="T72" fmla="*/ 23 w 96"/>
                  <a:gd name="T73" fmla="*/ 97 h 97"/>
                  <a:gd name="T74" fmla="*/ 77 w 96"/>
                  <a:gd name="T75" fmla="*/ 97 h 97"/>
                  <a:gd name="T76" fmla="*/ 79 w 96"/>
                  <a:gd name="T77" fmla="*/ 97 h 97"/>
                  <a:gd name="T78" fmla="*/ 81 w 96"/>
                  <a:gd name="T79" fmla="*/ 95 h 97"/>
                  <a:gd name="T80" fmla="*/ 83 w 96"/>
                  <a:gd name="T81" fmla="*/ 93 h 97"/>
                  <a:gd name="T82" fmla="*/ 92 w 96"/>
                  <a:gd name="T83" fmla="*/ 85 h 97"/>
                  <a:gd name="T84" fmla="*/ 92 w 96"/>
                  <a:gd name="T85" fmla="*/ 83 h 97"/>
                  <a:gd name="T86" fmla="*/ 94 w 96"/>
                  <a:gd name="T87" fmla="*/ 81 h 97"/>
                  <a:gd name="T88" fmla="*/ 94 w 96"/>
                  <a:gd name="T89" fmla="*/ 79 h 97"/>
                  <a:gd name="T90" fmla="*/ 94 w 96"/>
                  <a:gd name="T91" fmla="*/ 77 h 97"/>
                  <a:gd name="T92" fmla="*/ 96 w 96"/>
                  <a:gd name="T93" fmla="*/ 33 h 97"/>
                  <a:gd name="T94" fmla="*/ 96 w 96"/>
                  <a:gd name="T95" fmla="*/ 31 h 97"/>
                  <a:gd name="T96" fmla="*/ 96 w 96"/>
                  <a:gd name="T97" fmla="*/ 29 h 97"/>
                  <a:gd name="T98" fmla="*/ 96 w 96"/>
                  <a:gd name="T99" fmla="*/ 29 h 97"/>
                  <a:gd name="T100" fmla="*/ 94 w 96"/>
                  <a:gd name="T101" fmla="*/ 2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6" h="97">
                    <a:moveTo>
                      <a:pt x="94" y="27"/>
                    </a:moveTo>
                    <a:lnTo>
                      <a:pt x="90" y="20"/>
                    </a:lnTo>
                    <a:lnTo>
                      <a:pt x="89" y="16"/>
                    </a:lnTo>
                    <a:lnTo>
                      <a:pt x="89" y="14"/>
                    </a:lnTo>
                    <a:lnTo>
                      <a:pt x="89" y="12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7" y="8"/>
                    </a:lnTo>
                    <a:lnTo>
                      <a:pt x="85" y="8"/>
                    </a:lnTo>
                    <a:lnTo>
                      <a:pt x="83" y="6"/>
                    </a:lnTo>
                    <a:lnTo>
                      <a:pt x="83" y="6"/>
                    </a:lnTo>
                    <a:lnTo>
                      <a:pt x="66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2"/>
                    </a:lnTo>
                    <a:lnTo>
                      <a:pt x="23" y="2"/>
                    </a:lnTo>
                    <a:lnTo>
                      <a:pt x="23" y="4"/>
                    </a:lnTo>
                    <a:lnTo>
                      <a:pt x="22" y="4"/>
                    </a:lnTo>
                    <a:lnTo>
                      <a:pt x="22" y="6"/>
                    </a:lnTo>
                    <a:lnTo>
                      <a:pt x="20" y="8"/>
                    </a:lnTo>
                    <a:lnTo>
                      <a:pt x="18" y="8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10" y="16"/>
                    </a:lnTo>
                    <a:lnTo>
                      <a:pt x="6" y="24"/>
                    </a:lnTo>
                    <a:lnTo>
                      <a:pt x="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6"/>
                    </a:lnTo>
                    <a:lnTo>
                      <a:pt x="2" y="66"/>
                    </a:lnTo>
                    <a:lnTo>
                      <a:pt x="4" y="73"/>
                    </a:lnTo>
                    <a:lnTo>
                      <a:pt x="8" y="83"/>
                    </a:lnTo>
                    <a:lnTo>
                      <a:pt x="25" y="72"/>
                    </a:lnTo>
                    <a:lnTo>
                      <a:pt x="25" y="54"/>
                    </a:lnTo>
                    <a:lnTo>
                      <a:pt x="25" y="50"/>
                    </a:lnTo>
                    <a:lnTo>
                      <a:pt x="25" y="47"/>
                    </a:lnTo>
                    <a:lnTo>
                      <a:pt x="25" y="43"/>
                    </a:lnTo>
                    <a:lnTo>
                      <a:pt x="25" y="39"/>
                    </a:lnTo>
                    <a:lnTo>
                      <a:pt x="25" y="35"/>
                    </a:lnTo>
                    <a:lnTo>
                      <a:pt x="27" y="31"/>
                    </a:lnTo>
                    <a:lnTo>
                      <a:pt x="29" y="27"/>
                    </a:lnTo>
                    <a:lnTo>
                      <a:pt x="33" y="24"/>
                    </a:lnTo>
                    <a:lnTo>
                      <a:pt x="48" y="24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3" y="39"/>
                    </a:lnTo>
                    <a:lnTo>
                      <a:pt x="73" y="54"/>
                    </a:lnTo>
                    <a:lnTo>
                      <a:pt x="71" y="72"/>
                    </a:lnTo>
                    <a:lnTo>
                      <a:pt x="71" y="72"/>
                    </a:lnTo>
                    <a:lnTo>
                      <a:pt x="37" y="72"/>
                    </a:lnTo>
                    <a:lnTo>
                      <a:pt x="25" y="72"/>
                    </a:lnTo>
                    <a:lnTo>
                      <a:pt x="8" y="83"/>
                    </a:lnTo>
                    <a:lnTo>
                      <a:pt x="0" y="81"/>
                    </a:lnTo>
                    <a:lnTo>
                      <a:pt x="2" y="83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8" y="93"/>
                    </a:lnTo>
                    <a:lnTo>
                      <a:pt x="10" y="93"/>
                    </a:lnTo>
                    <a:lnTo>
                      <a:pt x="23" y="97"/>
                    </a:lnTo>
                    <a:lnTo>
                      <a:pt x="75" y="97"/>
                    </a:lnTo>
                    <a:lnTo>
                      <a:pt x="77" y="97"/>
                    </a:lnTo>
                    <a:lnTo>
                      <a:pt x="77" y="97"/>
                    </a:lnTo>
                    <a:lnTo>
                      <a:pt x="79" y="97"/>
                    </a:lnTo>
                    <a:lnTo>
                      <a:pt x="79" y="95"/>
                    </a:lnTo>
                    <a:lnTo>
                      <a:pt x="81" y="95"/>
                    </a:lnTo>
                    <a:lnTo>
                      <a:pt x="81" y="95"/>
                    </a:lnTo>
                    <a:lnTo>
                      <a:pt x="83" y="93"/>
                    </a:lnTo>
                    <a:lnTo>
                      <a:pt x="83" y="93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3"/>
                    </a:lnTo>
                    <a:lnTo>
                      <a:pt x="94" y="83"/>
                    </a:lnTo>
                    <a:lnTo>
                      <a:pt x="94" y="81"/>
                    </a:lnTo>
                    <a:lnTo>
                      <a:pt x="94" y="81"/>
                    </a:lnTo>
                    <a:lnTo>
                      <a:pt x="94" y="79"/>
                    </a:lnTo>
                    <a:lnTo>
                      <a:pt x="94" y="79"/>
                    </a:lnTo>
                    <a:lnTo>
                      <a:pt x="94" y="77"/>
                    </a:lnTo>
                    <a:lnTo>
                      <a:pt x="96" y="66"/>
                    </a:lnTo>
                    <a:lnTo>
                      <a:pt x="96" y="33"/>
                    </a:lnTo>
                    <a:lnTo>
                      <a:pt x="96" y="33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4" y="27"/>
                    </a:lnTo>
                    <a:lnTo>
                      <a:pt x="9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Freeform 21"/>
              <p:cNvSpPr>
                <a:spLocks/>
              </p:cNvSpPr>
              <p:nvPr/>
            </p:nvSpPr>
            <p:spPr bwMode="auto">
              <a:xfrm>
                <a:off x="808" y="1578"/>
                <a:ext cx="106" cy="63"/>
              </a:xfrm>
              <a:custGeom>
                <a:avLst/>
                <a:gdLst>
                  <a:gd name="T0" fmla="*/ 85 w 106"/>
                  <a:gd name="T1" fmla="*/ 25 h 63"/>
                  <a:gd name="T2" fmla="*/ 69 w 106"/>
                  <a:gd name="T3" fmla="*/ 34 h 63"/>
                  <a:gd name="T4" fmla="*/ 69 w 106"/>
                  <a:gd name="T5" fmla="*/ 34 h 63"/>
                  <a:gd name="T6" fmla="*/ 67 w 106"/>
                  <a:gd name="T7" fmla="*/ 34 h 63"/>
                  <a:gd name="T8" fmla="*/ 67 w 106"/>
                  <a:gd name="T9" fmla="*/ 34 h 63"/>
                  <a:gd name="T10" fmla="*/ 64 w 106"/>
                  <a:gd name="T11" fmla="*/ 38 h 63"/>
                  <a:gd name="T12" fmla="*/ 41 w 106"/>
                  <a:gd name="T13" fmla="*/ 30 h 63"/>
                  <a:gd name="T14" fmla="*/ 25 w 106"/>
                  <a:gd name="T15" fmla="*/ 13 h 63"/>
                  <a:gd name="T16" fmla="*/ 23 w 106"/>
                  <a:gd name="T17" fmla="*/ 9 h 63"/>
                  <a:gd name="T18" fmla="*/ 23 w 106"/>
                  <a:gd name="T19" fmla="*/ 7 h 63"/>
                  <a:gd name="T20" fmla="*/ 23 w 106"/>
                  <a:gd name="T21" fmla="*/ 3 h 63"/>
                  <a:gd name="T22" fmla="*/ 25 w 106"/>
                  <a:gd name="T23" fmla="*/ 0 h 63"/>
                  <a:gd name="T24" fmla="*/ 0 w 106"/>
                  <a:gd name="T25" fmla="*/ 5 h 63"/>
                  <a:gd name="T26" fmla="*/ 2 w 106"/>
                  <a:gd name="T27" fmla="*/ 15 h 63"/>
                  <a:gd name="T28" fmla="*/ 4 w 106"/>
                  <a:gd name="T29" fmla="*/ 26 h 63"/>
                  <a:gd name="T30" fmla="*/ 10 w 106"/>
                  <a:gd name="T31" fmla="*/ 36 h 63"/>
                  <a:gd name="T32" fmla="*/ 19 w 106"/>
                  <a:gd name="T33" fmla="*/ 48 h 63"/>
                  <a:gd name="T34" fmla="*/ 21 w 106"/>
                  <a:gd name="T35" fmla="*/ 50 h 63"/>
                  <a:gd name="T36" fmla="*/ 23 w 106"/>
                  <a:gd name="T37" fmla="*/ 50 h 63"/>
                  <a:gd name="T38" fmla="*/ 23 w 106"/>
                  <a:gd name="T39" fmla="*/ 51 h 63"/>
                  <a:gd name="T40" fmla="*/ 25 w 106"/>
                  <a:gd name="T41" fmla="*/ 51 h 63"/>
                  <a:gd name="T42" fmla="*/ 33 w 106"/>
                  <a:gd name="T43" fmla="*/ 53 h 63"/>
                  <a:gd name="T44" fmla="*/ 39 w 106"/>
                  <a:gd name="T45" fmla="*/ 55 h 63"/>
                  <a:gd name="T46" fmla="*/ 42 w 106"/>
                  <a:gd name="T47" fmla="*/ 57 h 63"/>
                  <a:gd name="T48" fmla="*/ 48 w 106"/>
                  <a:gd name="T49" fmla="*/ 61 h 63"/>
                  <a:gd name="T50" fmla="*/ 65 w 106"/>
                  <a:gd name="T51" fmla="*/ 63 h 63"/>
                  <a:gd name="T52" fmla="*/ 67 w 106"/>
                  <a:gd name="T53" fmla="*/ 63 h 63"/>
                  <a:gd name="T54" fmla="*/ 69 w 106"/>
                  <a:gd name="T55" fmla="*/ 63 h 63"/>
                  <a:gd name="T56" fmla="*/ 71 w 106"/>
                  <a:gd name="T57" fmla="*/ 61 h 63"/>
                  <a:gd name="T58" fmla="*/ 73 w 106"/>
                  <a:gd name="T59" fmla="*/ 61 h 63"/>
                  <a:gd name="T60" fmla="*/ 83 w 106"/>
                  <a:gd name="T61" fmla="*/ 53 h 63"/>
                  <a:gd name="T62" fmla="*/ 85 w 106"/>
                  <a:gd name="T63" fmla="*/ 51 h 63"/>
                  <a:gd name="T64" fmla="*/ 88 w 106"/>
                  <a:gd name="T65" fmla="*/ 50 h 63"/>
                  <a:gd name="T66" fmla="*/ 92 w 106"/>
                  <a:gd name="T67" fmla="*/ 48 h 63"/>
                  <a:gd name="T68" fmla="*/ 102 w 106"/>
                  <a:gd name="T69" fmla="*/ 42 h 63"/>
                  <a:gd name="T70" fmla="*/ 102 w 106"/>
                  <a:gd name="T71" fmla="*/ 42 h 63"/>
                  <a:gd name="T72" fmla="*/ 104 w 106"/>
                  <a:gd name="T73" fmla="*/ 40 h 63"/>
                  <a:gd name="T74" fmla="*/ 106 w 106"/>
                  <a:gd name="T75" fmla="*/ 40 h 63"/>
                  <a:gd name="T76" fmla="*/ 106 w 106"/>
                  <a:gd name="T77" fmla="*/ 38 h 63"/>
                  <a:gd name="T78" fmla="*/ 102 w 106"/>
                  <a:gd name="T79" fmla="*/ 30 h 63"/>
                  <a:gd name="T80" fmla="*/ 98 w 106"/>
                  <a:gd name="T81" fmla="*/ 23 h 63"/>
                  <a:gd name="T82" fmla="*/ 94 w 106"/>
                  <a:gd name="T83" fmla="*/ 15 h 63"/>
                  <a:gd name="T84" fmla="*/ 90 w 106"/>
                  <a:gd name="T85" fmla="*/ 7 h 63"/>
                  <a:gd name="T86" fmla="*/ 90 w 106"/>
                  <a:gd name="T87" fmla="*/ 7 h 63"/>
                  <a:gd name="T88" fmla="*/ 90 w 106"/>
                  <a:gd name="T89" fmla="*/ 7 h 63"/>
                  <a:gd name="T90" fmla="*/ 90 w 106"/>
                  <a:gd name="T91" fmla="*/ 9 h 63"/>
                  <a:gd name="T92" fmla="*/ 88 w 106"/>
                  <a:gd name="T93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6" h="63">
                    <a:moveTo>
                      <a:pt x="88" y="9"/>
                    </a:moveTo>
                    <a:lnTo>
                      <a:pt x="85" y="25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4" y="38"/>
                    </a:lnTo>
                    <a:lnTo>
                      <a:pt x="39" y="30"/>
                    </a:lnTo>
                    <a:lnTo>
                      <a:pt x="41" y="30"/>
                    </a:lnTo>
                    <a:lnTo>
                      <a:pt x="37" y="30"/>
                    </a:lnTo>
                    <a:lnTo>
                      <a:pt x="25" y="13"/>
                    </a:lnTo>
                    <a:lnTo>
                      <a:pt x="25" y="11"/>
                    </a:lnTo>
                    <a:lnTo>
                      <a:pt x="23" y="9"/>
                    </a:lnTo>
                    <a:lnTo>
                      <a:pt x="23" y="7"/>
                    </a:lnTo>
                    <a:lnTo>
                      <a:pt x="23" y="7"/>
                    </a:lnTo>
                    <a:lnTo>
                      <a:pt x="23" y="5"/>
                    </a:lnTo>
                    <a:lnTo>
                      <a:pt x="23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2" y="15"/>
                    </a:lnTo>
                    <a:lnTo>
                      <a:pt x="2" y="21"/>
                    </a:lnTo>
                    <a:lnTo>
                      <a:pt x="4" y="26"/>
                    </a:lnTo>
                    <a:lnTo>
                      <a:pt x="8" y="32"/>
                    </a:lnTo>
                    <a:lnTo>
                      <a:pt x="10" y="36"/>
                    </a:lnTo>
                    <a:lnTo>
                      <a:pt x="14" y="42"/>
                    </a:lnTo>
                    <a:lnTo>
                      <a:pt x="19" y="48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3" y="50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31" y="51"/>
                    </a:lnTo>
                    <a:lnTo>
                      <a:pt x="33" y="53"/>
                    </a:lnTo>
                    <a:lnTo>
                      <a:pt x="37" y="53"/>
                    </a:lnTo>
                    <a:lnTo>
                      <a:pt x="39" y="55"/>
                    </a:lnTo>
                    <a:lnTo>
                      <a:pt x="41" y="57"/>
                    </a:lnTo>
                    <a:lnTo>
                      <a:pt x="42" y="57"/>
                    </a:lnTo>
                    <a:lnTo>
                      <a:pt x="46" y="59"/>
                    </a:lnTo>
                    <a:lnTo>
                      <a:pt x="48" y="61"/>
                    </a:lnTo>
                    <a:lnTo>
                      <a:pt x="50" y="61"/>
                    </a:lnTo>
                    <a:lnTo>
                      <a:pt x="65" y="63"/>
                    </a:lnTo>
                    <a:lnTo>
                      <a:pt x="65" y="63"/>
                    </a:lnTo>
                    <a:lnTo>
                      <a:pt x="67" y="63"/>
                    </a:lnTo>
                    <a:lnTo>
                      <a:pt x="67" y="63"/>
                    </a:lnTo>
                    <a:lnTo>
                      <a:pt x="69" y="63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3" y="61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1"/>
                    </a:lnTo>
                    <a:lnTo>
                      <a:pt x="87" y="51"/>
                    </a:lnTo>
                    <a:lnTo>
                      <a:pt x="88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4" y="48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4" y="40"/>
                    </a:lnTo>
                    <a:lnTo>
                      <a:pt x="106" y="40"/>
                    </a:lnTo>
                    <a:lnTo>
                      <a:pt x="106" y="38"/>
                    </a:lnTo>
                    <a:lnTo>
                      <a:pt x="106" y="38"/>
                    </a:lnTo>
                    <a:lnTo>
                      <a:pt x="104" y="34"/>
                    </a:lnTo>
                    <a:lnTo>
                      <a:pt x="102" y="30"/>
                    </a:lnTo>
                    <a:lnTo>
                      <a:pt x="100" y="26"/>
                    </a:lnTo>
                    <a:lnTo>
                      <a:pt x="98" y="23"/>
                    </a:lnTo>
                    <a:lnTo>
                      <a:pt x="96" y="19"/>
                    </a:lnTo>
                    <a:lnTo>
                      <a:pt x="94" y="15"/>
                    </a:lnTo>
                    <a:lnTo>
                      <a:pt x="92" y="11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8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Freeform 22"/>
              <p:cNvSpPr>
                <a:spLocks/>
              </p:cNvSpPr>
              <p:nvPr/>
            </p:nvSpPr>
            <p:spPr bwMode="auto">
              <a:xfrm>
                <a:off x="896" y="1578"/>
                <a:ext cx="121" cy="63"/>
              </a:xfrm>
              <a:custGeom>
                <a:avLst/>
                <a:gdLst>
                  <a:gd name="T0" fmla="*/ 96 w 121"/>
                  <a:gd name="T1" fmla="*/ 0 h 63"/>
                  <a:gd name="T2" fmla="*/ 96 w 121"/>
                  <a:gd name="T3" fmla="*/ 7 h 63"/>
                  <a:gd name="T4" fmla="*/ 94 w 121"/>
                  <a:gd name="T5" fmla="*/ 28 h 63"/>
                  <a:gd name="T6" fmla="*/ 90 w 121"/>
                  <a:gd name="T7" fmla="*/ 30 h 63"/>
                  <a:gd name="T8" fmla="*/ 87 w 121"/>
                  <a:gd name="T9" fmla="*/ 34 h 63"/>
                  <a:gd name="T10" fmla="*/ 81 w 121"/>
                  <a:gd name="T11" fmla="*/ 38 h 63"/>
                  <a:gd name="T12" fmla="*/ 81 w 121"/>
                  <a:gd name="T13" fmla="*/ 38 h 63"/>
                  <a:gd name="T14" fmla="*/ 83 w 121"/>
                  <a:gd name="T15" fmla="*/ 36 h 63"/>
                  <a:gd name="T16" fmla="*/ 83 w 121"/>
                  <a:gd name="T17" fmla="*/ 36 h 63"/>
                  <a:gd name="T18" fmla="*/ 81 w 121"/>
                  <a:gd name="T19" fmla="*/ 36 h 63"/>
                  <a:gd name="T20" fmla="*/ 77 w 121"/>
                  <a:gd name="T21" fmla="*/ 40 h 63"/>
                  <a:gd name="T22" fmla="*/ 56 w 121"/>
                  <a:gd name="T23" fmla="*/ 40 h 63"/>
                  <a:gd name="T24" fmla="*/ 56 w 121"/>
                  <a:gd name="T25" fmla="*/ 38 h 63"/>
                  <a:gd name="T26" fmla="*/ 52 w 121"/>
                  <a:gd name="T27" fmla="*/ 38 h 63"/>
                  <a:gd name="T28" fmla="*/ 48 w 121"/>
                  <a:gd name="T29" fmla="*/ 36 h 63"/>
                  <a:gd name="T30" fmla="*/ 43 w 121"/>
                  <a:gd name="T31" fmla="*/ 32 h 63"/>
                  <a:gd name="T32" fmla="*/ 39 w 121"/>
                  <a:gd name="T33" fmla="*/ 28 h 63"/>
                  <a:gd name="T34" fmla="*/ 35 w 121"/>
                  <a:gd name="T35" fmla="*/ 21 h 63"/>
                  <a:gd name="T36" fmla="*/ 33 w 121"/>
                  <a:gd name="T37" fmla="*/ 7 h 63"/>
                  <a:gd name="T38" fmla="*/ 35 w 121"/>
                  <a:gd name="T39" fmla="*/ 2 h 63"/>
                  <a:gd name="T40" fmla="*/ 33 w 121"/>
                  <a:gd name="T41" fmla="*/ 2 h 63"/>
                  <a:gd name="T42" fmla="*/ 33 w 121"/>
                  <a:gd name="T43" fmla="*/ 0 h 63"/>
                  <a:gd name="T44" fmla="*/ 31 w 121"/>
                  <a:gd name="T45" fmla="*/ 0 h 63"/>
                  <a:gd name="T46" fmla="*/ 31 w 121"/>
                  <a:gd name="T47" fmla="*/ 0 h 63"/>
                  <a:gd name="T48" fmla="*/ 0 w 121"/>
                  <a:gd name="T49" fmla="*/ 0 h 63"/>
                  <a:gd name="T50" fmla="*/ 2 w 121"/>
                  <a:gd name="T51" fmla="*/ 3 h 63"/>
                  <a:gd name="T52" fmla="*/ 2 w 121"/>
                  <a:gd name="T53" fmla="*/ 5 h 63"/>
                  <a:gd name="T54" fmla="*/ 2 w 121"/>
                  <a:gd name="T55" fmla="*/ 7 h 63"/>
                  <a:gd name="T56" fmla="*/ 8 w 121"/>
                  <a:gd name="T57" fmla="*/ 19 h 63"/>
                  <a:gd name="T58" fmla="*/ 14 w 121"/>
                  <a:gd name="T59" fmla="*/ 30 h 63"/>
                  <a:gd name="T60" fmla="*/ 18 w 121"/>
                  <a:gd name="T61" fmla="*/ 38 h 63"/>
                  <a:gd name="T62" fmla="*/ 20 w 121"/>
                  <a:gd name="T63" fmla="*/ 40 h 63"/>
                  <a:gd name="T64" fmla="*/ 20 w 121"/>
                  <a:gd name="T65" fmla="*/ 42 h 63"/>
                  <a:gd name="T66" fmla="*/ 41 w 121"/>
                  <a:gd name="T67" fmla="*/ 59 h 63"/>
                  <a:gd name="T68" fmla="*/ 43 w 121"/>
                  <a:gd name="T69" fmla="*/ 61 h 63"/>
                  <a:gd name="T70" fmla="*/ 46 w 121"/>
                  <a:gd name="T71" fmla="*/ 63 h 63"/>
                  <a:gd name="T72" fmla="*/ 81 w 121"/>
                  <a:gd name="T73" fmla="*/ 63 h 63"/>
                  <a:gd name="T74" fmla="*/ 85 w 121"/>
                  <a:gd name="T75" fmla="*/ 63 h 63"/>
                  <a:gd name="T76" fmla="*/ 87 w 121"/>
                  <a:gd name="T77" fmla="*/ 61 h 63"/>
                  <a:gd name="T78" fmla="*/ 96 w 121"/>
                  <a:gd name="T79" fmla="*/ 55 h 63"/>
                  <a:gd name="T80" fmla="*/ 111 w 121"/>
                  <a:gd name="T81" fmla="*/ 46 h 63"/>
                  <a:gd name="T82" fmla="*/ 113 w 121"/>
                  <a:gd name="T83" fmla="*/ 44 h 63"/>
                  <a:gd name="T84" fmla="*/ 117 w 121"/>
                  <a:gd name="T85" fmla="*/ 40 h 63"/>
                  <a:gd name="T86" fmla="*/ 121 w 121"/>
                  <a:gd name="T87" fmla="*/ 0 h 63"/>
                  <a:gd name="T88" fmla="*/ 121 w 121"/>
                  <a:gd name="T89" fmla="*/ 0 h 63"/>
                  <a:gd name="T90" fmla="*/ 121 w 121"/>
                  <a:gd name="T91" fmla="*/ 0 h 63"/>
                  <a:gd name="T92" fmla="*/ 96 w 121"/>
                  <a:gd name="T93" fmla="*/ 0 h 63"/>
                  <a:gd name="T94" fmla="*/ 96 w 121"/>
                  <a:gd name="T95" fmla="*/ 0 h 63"/>
                  <a:gd name="T96" fmla="*/ 96 w 121"/>
                  <a:gd name="T9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1" h="63">
                    <a:moveTo>
                      <a:pt x="96" y="0"/>
                    </a:moveTo>
                    <a:lnTo>
                      <a:pt x="96" y="0"/>
                    </a:lnTo>
                    <a:lnTo>
                      <a:pt x="96" y="0"/>
                    </a:lnTo>
                    <a:lnTo>
                      <a:pt x="96" y="2"/>
                    </a:lnTo>
                    <a:lnTo>
                      <a:pt x="96" y="3"/>
                    </a:lnTo>
                    <a:lnTo>
                      <a:pt x="96" y="7"/>
                    </a:lnTo>
                    <a:lnTo>
                      <a:pt x="96" y="11"/>
                    </a:lnTo>
                    <a:lnTo>
                      <a:pt x="94" y="19"/>
                    </a:lnTo>
                    <a:lnTo>
                      <a:pt x="94" y="28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89" y="32"/>
                    </a:lnTo>
                    <a:lnTo>
                      <a:pt x="87" y="34"/>
                    </a:lnTo>
                    <a:lnTo>
                      <a:pt x="83" y="36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1" y="36"/>
                    </a:lnTo>
                    <a:lnTo>
                      <a:pt x="81" y="38"/>
                    </a:lnTo>
                    <a:lnTo>
                      <a:pt x="79" y="38"/>
                    </a:lnTo>
                    <a:lnTo>
                      <a:pt x="77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38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2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48" y="36"/>
                    </a:lnTo>
                    <a:lnTo>
                      <a:pt x="46" y="34"/>
                    </a:lnTo>
                    <a:lnTo>
                      <a:pt x="44" y="34"/>
                    </a:lnTo>
                    <a:lnTo>
                      <a:pt x="43" y="32"/>
                    </a:lnTo>
                    <a:lnTo>
                      <a:pt x="41" y="30"/>
                    </a:lnTo>
                    <a:lnTo>
                      <a:pt x="39" y="28"/>
                    </a:lnTo>
                    <a:lnTo>
                      <a:pt x="39" y="28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5" y="21"/>
                    </a:lnTo>
                    <a:lnTo>
                      <a:pt x="35" y="17"/>
                    </a:lnTo>
                    <a:lnTo>
                      <a:pt x="33" y="13"/>
                    </a:lnTo>
                    <a:lnTo>
                      <a:pt x="33" y="7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4" y="11"/>
                    </a:lnTo>
                    <a:lnTo>
                      <a:pt x="6" y="15"/>
                    </a:lnTo>
                    <a:lnTo>
                      <a:pt x="8" y="19"/>
                    </a:lnTo>
                    <a:lnTo>
                      <a:pt x="10" y="23"/>
                    </a:lnTo>
                    <a:lnTo>
                      <a:pt x="12" y="26"/>
                    </a:lnTo>
                    <a:lnTo>
                      <a:pt x="14" y="30"/>
                    </a:lnTo>
                    <a:lnTo>
                      <a:pt x="1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40"/>
                    </a:lnTo>
                    <a:lnTo>
                      <a:pt x="20" y="40"/>
                    </a:lnTo>
                    <a:lnTo>
                      <a:pt x="20" y="40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1" y="44"/>
                    </a:lnTo>
                    <a:lnTo>
                      <a:pt x="39" y="59"/>
                    </a:lnTo>
                    <a:lnTo>
                      <a:pt x="41" y="59"/>
                    </a:lnTo>
                    <a:lnTo>
                      <a:pt x="41" y="61"/>
                    </a:lnTo>
                    <a:lnTo>
                      <a:pt x="43" y="61"/>
                    </a:lnTo>
                    <a:lnTo>
                      <a:pt x="43" y="61"/>
                    </a:lnTo>
                    <a:lnTo>
                      <a:pt x="44" y="61"/>
                    </a:lnTo>
                    <a:lnTo>
                      <a:pt x="44" y="61"/>
                    </a:lnTo>
                    <a:lnTo>
                      <a:pt x="46" y="63"/>
                    </a:lnTo>
                    <a:lnTo>
                      <a:pt x="46" y="63"/>
                    </a:lnTo>
                    <a:lnTo>
                      <a:pt x="56" y="63"/>
                    </a:lnTo>
                    <a:lnTo>
                      <a:pt x="81" y="63"/>
                    </a:lnTo>
                    <a:lnTo>
                      <a:pt x="83" y="63"/>
                    </a:lnTo>
                    <a:lnTo>
                      <a:pt x="83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7" y="61"/>
                    </a:lnTo>
                    <a:lnTo>
                      <a:pt x="87" y="61"/>
                    </a:lnTo>
                    <a:lnTo>
                      <a:pt x="89" y="61"/>
                    </a:lnTo>
                    <a:lnTo>
                      <a:pt x="96" y="55"/>
                    </a:lnTo>
                    <a:lnTo>
                      <a:pt x="92" y="57"/>
                    </a:lnTo>
                    <a:lnTo>
                      <a:pt x="110" y="46"/>
                    </a:lnTo>
                    <a:lnTo>
                      <a:pt x="111" y="46"/>
                    </a:lnTo>
                    <a:lnTo>
                      <a:pt x="111" y="46"/>
                    </a:lnTo>
                    <a:lnTo>
                      <a:pt x="113" y="44"/>
                    </a:lnTo>
                    <a:lnTo>
                      <a:pt x="113" y="44"/>
                    </a:lnTo>
                    <a:lnTo>
                      <a:pt x="115" y="42"/>
                    </a:lnTo>
                    <a:lnTo>
                      <a:pt x="115" y="42"/>
                    </a:lnTo>
                    <a:lnTo>
                      <a:pt x="117" y="40"/>
                    </a:lnTo>
                    <a:lnTo>
                      <a:pt x="117" y="38"/>
                    </a:lnTo>
                    <a:lnTo>
                      <a:pt x="121" y="25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Freeform 23"/>
              <p:cNvSpPr>
                <a:spLocks/>
              </p:cNvSpPr>
              <p:nvPr/>
            </p:nvSpPr>
            <p:spPr bwMode="auto">
              <a:xfrm>
                <a:off x="1076" y="1578"/>
                <a:ext cx="121" cy="55"/>
              </a:xfrm>
              <a:custGeom>
                <a:avLst/>
                <a:gdLst>
                  <a:gd name="T0" fmla="*/ 100 w 121"/>
                  <a:gd name="T1" fmla="*/ 0 h 55"/>
                  <a:gd name="T2" fmla="*/ 100 w 121"/>
                  <a:gd name="T3" fmla="*/ 2 h 55"/>
                  <a:gd name="T4" fmla="*/ 98 w 121"/>
                  <a:gd name="T5" fmla="*/ 3 h 55"/>
                  <a:gd name="T6" fmla="*/ 98 w 121"/>
                  <a:gd name="T7" fmla="*/ 5 h 55"/>
                  <a:gd name="T8" fmla="*/ 96 w 121"/>
                  <a:gd name="T9" fmla="*/ 7 h 55"/>
                  <a:gd name="T10" fmla="*/ 94 w 121"/>
                  <a:gd name="T11" fmla="*/ 11 h 55"/>
                  <a:gd name="T12" fmla="*/ 90 w 121"/>
                  <a:gd name="T13" fmla="*/ 17 h 55"/>
                  <a:gd name="T14" fmla="*/ 83 w 121"/>
                  <a:gd name="T15" fmla="*/ 25 h 55"/>
                  <a:gd name="T16" fmla="*/ 73 w 121"/>
                  <a:gd name="T17" fmla="*/ 30 h 55"/>
                  <a:gd name="T18" fmla="*/ 71 w 121"/>
                  <a:gd name="T19" fmla="*/ 30 h 55"/>
                  <a:gd name="T20" fmla="*/ 67 w 121"/>
                  <a:gd name="T21" fmla="*/ 30 h 55"/>
                  <a:gd name="T22" fmla="*/ 62 w 121"/>
                  <a:gd name="T23" fmla="*/ 32 h 55"/>
                  <a:gd name="T24" fmla="*/ 60 w 121"/>
                  <a:gd name="T25" fmla="*/ 32 h 55"/>
                  <a:gd name="T26" fmla="*/ 56 w 121"/>
                  <a:gd name="T27" fmla="*/ 30 h 55"/>
                  <a:gd name="T28" fmla="*/ 52 w 121"/>
                  <a:gd name="T29" fmla="*/ 30 h 55"/>
                  <a:gd name="T30" fmla="*/ 48 w 121"/>
                  <a:gd name="T31" fmla="*/ 26 h 55"/>
                  <a:gd name="T32" fmla="*/ 43 w 121"/>
                  <a:gd name="T33" fmla="*/ 25 h 55"/>
                  <a:gd name="T34" fmla="*/ 37 w 121"/>
                  <a:gd name="T35" fmla="*/ 19 h 55"/>
                  <a:gd name="T36" fmla="*/ 33 w 121"/>
                  <a:gd name="T37" fmla="*/ 13 h 55"/>
                  <a:gd name="T38" fmla="*/ 29 w 121"/>
                  <a:gd name="T39" fmla="*/ 11 h 55"/>
                  <a:gd name="T40" fmla="*/ 31 w 121"/>
                  <a:gd name="T41" fmla="*/ 13 h 55"/>
                  <a:gd name="T42" fmla="*/ 29 w 121"/>
                  <a:gd name="T43" fmla="*/ 11 h 55"/>
                  <a:gd name="T44" fmla="*/ 27 w 121"/>
                  <a:gd name="T45" fmla="*/ 7 h 55"/>
                  <a:gd name="T46" fmla="*/ 25 w 121"/>
                  <a:gd name="T47" fmla="*/ 2 h 55"/>
                  <a:gd name="T48" fmla="*/ 0 w 121"/>
                  <a:gd name="T49" fmla="*/ 0 h 55"/>
                  <a:gd name="T50" fmla="*/ 0 w 121"/>
                  <a:gd name="T51" fmla="*/ 0 h 55"/>
                  <a:gd name="T52" fmla="*/ 0 w 121"/>
                  <a:gd name="T53" fmla="*/ 2 h 55"/>
                  <a:gd name="T54" fmla="*/ 4 w 121"/>
                  <a:gd name="T55" fmla="*/ 9 h 55"/>
                  <a:gd name="T56" fmla="*/ 8 w 121"/>
                  <a:gd name="T57" fmla="*/ 21 h 55"/>
                  <a:gd name="T58" fmla="*/ 8 w 121"/>
                  <a:gd name="T59" fmla="*/ 21 h 55"/>
                  <a:gd name="T60" fmla="*/ 8 w 121"/>
                  <a:gd name="T61" fmla="*/ 21 h 55"/>
                  <a:gd name="T62" fmla="*/ 8 w 121"/>
                  <a:gd name="T63" fmla="*/ 21 h 55"/>
                  <a:gd name="T64" fmla="*/ 8 w 121"/>
                  <a:gd name="T65" fmla="*/ 23 h 55"/>
                  <a:gd name="T66" fmla="*/ 10 w 121"/>
                  <a:gd name="T67" fmla="*/ 23 h 55"/>
                  <a:gd name="T68" fmla="*/ 10 w 121"/>
                  <a:gd name="T69" fmla="*/ 23 h 55"/>
                  <a:gd name="T70" fmla="*/ 12 w 121"/>
                  <a:gd name="T71" fmla="*/ 26 h 55"/>
                  <a:gd name="T72" fmla="*/ 18 w 121"/>
                  <a:gd name="T73" fmla="*/ 30 h 55"/>
                  <a:gd name="T74" fmla="*/ 20 w 121"/>
                  <a:gd name="T75" fmla="*/ 32 h 55"/>
                  <a:gd name="T76" fmla="*/ 25 w 121"/>
                  <a:gd name="T77" fmla="*/ 38 h 55"/>
                  <a:gd name="T78" fmla="*/ 33 w 121"/>
                  <a:gd name="T79" fmla="*/ 44 h 55"/>
                  <a:gd name="T80" fmla="*/ 43 w 121"/>
                  <a:gd name="T81" fmla="*/ 51 h 55"/>
                  <a:gd name="T82" fmla="*/ 52 w 121"/>
                  <a:gd name="T83" fmla="*/ 53 h 55"/>
                  <a:gd name="T84" fmla="*/ 60 w 121"/>
                  <a:gd name="T85" fmla="*/ 53 h 55"/>
                  <a:gd name="T86" fmla="*/ 67 w 121"/>
                  <a:gd name="T87" fmla="*/ 53 h 55"/>
                  <a:gd name="T88" fmla="*/ 79 w 121"/>
                  <a:gd name="T89" fmla="*/ 55 h 55"/>
                  <a:gd name="T90" fmla="*/ 79 w 121"/>
                  <a:gd name="T91" fmla="*/ 55 h 55"/>
                  <a:gd name="T92" fmla="*/ 81 w 121"/>
                  <a:gd name="T93" fmla="*/ 55 h 55"/>
                  <a:gd name="T94" fmla="*/ 83 w 121"/>
                  <a:gd name="T95" fmla="*/ 53 h 55"/>
                  <a:gd name="T96" fmla="*/ 85 w 121"/>
                  <a:gd name="T97" fmla="*/ 53 h 55"/>
                  <a:gd name="T98" fmla="*/ 87 w 121"/>
                  <a:gd name="T99" fmla="*/ 53 h 55"/>
                  <a:gd name="T100" fmla="*/ 89 w 121"/>
                  <a:gd name="T101" fmla="*/ 51 h 55"/>
                  <a:gd name="T102" fmla="*/ 90 w 121"/>
                  <a:gd name="T103" fmla="*/ 50 h 55"/>
                  <a:gd name="T104" fmla="*/ 96 w 121"/>
                  <a:gd name="T105" fmla="*/ 46 h 55"/>
                  <a:gd name="T106" fmla="*/ 98 w 121"/>
                  <a:gd name="T107" fmla="*/ 44 h 55"/>
                  <a:gd name="T108" fmla="*/ 102 w 121"/>
                  <a:gd name="T109" fmla="*/ 38 h 55"/>
                  <a:gd name="T110" fmla="*/ 112 w 121"/>
                  <a:gd name="T111" fmla="*/ 30 h 55"/>
                  <a:gd name="T112" fmla="*/ 121 w 121"/>
                  <a:gd name="T113" fmla="*/ 23 h 55"/>
                  <a:gd name="T114" fmla="*/ 117 w 121"/>
                  <a:gd name="T115" fmla="*/ 19 h 55"/>
                  <a:gd name="T116" fmla="*/ 115 w 121"/>
                  <a:gd name="T117" fmla="*/ 13 h 55"/>
                  <a:gd name="T118" fmla="*/ 113 w 121"/>
                  <a:gd name="T119" fmla="*/ 5 h 55"/>
                  <a:gd name="T120" fmla="*/ 112 w 121"/>
                  <a:gd name="T12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1" h="55">
                    <a:moveTo>
                      <a:pt x="100" y="0"/>
                    </a:moveTo>
                    <a:lnTo>
                      <a:pt x="100" y="0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98" y="3"/>
                    </a:lnTo>
                    <a:lnTo>
                      <a:pt x="98" y="3"/>
                    </a:lnTo>
                    <a:lnTo>
                      <a:pt x="98" y="5"/>
                    </a:lnTo>
                    <a:lnTo>
                      <a:pt x="98" y="5"/>
                    </a:lnTo>
                    <a:lnTo>
                      <a:pt x="96" y="7"/>
                    </a:lnTo>
                    <a:lnTo>
                      <a:pt x="96" y="9"/>
                    </a:lnTo>
                    <a:lnTo>
                      <a:pt x="94" y="11"/>
                    </a:lnTo>
                    <a:lnTo>
                      <a:pt x="92" y="13"/>
                    </a:lnTo>
                    <a:lnTo>
                      <a:pt x="90" y="17"/>
                    </a:lnTo>
                    <a:lnTo>
                      <a:pt x="87" y="21"/>
                    </a:lnTo>
                    <a:lnTo>
                      <a:pt x="83" y="25"/>
                    </a:lnTo>
                    <a:lnTo>
                      <a:pt x="75" y="30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1" y="30"/>
                    </a:lnTo>
                    <a:lnTo>
                      <a:pt x="69" y="30"/>
                    </a:lnTo>
                    <a:lnTo>
                      <a:pt x="67" y="30"/>
                    </a:lnTo>
                    <a:lnTo>
                      <a:pt x="66" y="30"/>
                    </a:lnTo>
                    <a:lnTo>
                      <a:pt x="62" y="32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58" y="30"/>
                    </a:lnTo>
                    <a:lnTo>
                      <a:pt x="56" y="30"/>
                    </a:lnTo>
                    <a:lnTo>
                      <a:pt x="54" y="30"/>
                    </a:lnTo>
                    <a:lnTo>
                      <a:pt x="52" y="30"/>
                    </a:lnTo>
                    <a:lnTo>
                      <a:pt x="50" y="28"/>
                    </a:lnTo>
                    <a:lnTo>
                      <a:pt x="48" y="26"/>
                    </a:lnTo>
                    <a:lnTo>
                      <a:pt x="44" y="26"/>
                    </a:lnTo>
                    <a:lnTo>
                      <a:pt x="43" y="25"/>
                    </a:lnTo>
                    <a:lnTo>
                      <a:pt x="41" y="21"/>
                    </a:lnTo>
                    <a:lnTo>
                      <a:pt x="37" y="19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1" y="11"/>
                    </a:lnTo>
                    <a:lnTo>
                      <a:pt x="29" y="11"/>
                    </a:lnTo>
                    <a:lnTo>
                      <a:pt x="31" y="13"/>
                    </a:lnTo>
                    <a:lnTo>
                      <a:pt x="31" y="13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4" y="9"/>
                    </a:lnTo>
                    <a:lnTo>
                      <a:pt x="6" y="13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2" y="25"/>
                    </a:lnTo>
                    <a:lnTo>
                      <a:pt x="12" y="26"/>
                    </a:lnTo>
                    <a:lnTo>
                      <a:pt x="14" y="28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20" y="32"/>
                    </a:lnTo>
                    <a:lnTo>
                      <a:pt x="22" y="34"/>
                    </a:lnTo>
                    <a:lnTo>
                      <a:pt x="25" y="38"/>
                    </a:lnTo>
                    <a:lnTo>
                      <a:pt x="29" y="40"/>
                    </a:lnTo>
                    <a:lnTo>
                      <a:pt x="33" y="44"/>
                    </a:lnTo>
                    <a:lnTo>
                      <a:pt x="37" y="48"/>
                    </a:lnTo>
                    <a:lnTo>
                      <a:pt x="43" y="51"/>
                    </a:lnTo>
                    <a:lnTo>
                      <a:pt x="48" y="51"/>
                    </a:lnTo>
                    <a:lnTo>
                      <a:pt x="52" y="53"/>
                    </a:lnTo>
                    <a:lnTo>
                      <a:pt x="56" y="53"/>
                    </a:lnTo>
                    <a:lnTo>
                      <a:pt x="60" y="53"/>
                    </a:lnTo>
                    <a:lnTo>
                      <a:pt x="64" y="53"/>
                    </a:lnTo>
                    <a:lnTo>
                      <a:pt x="67" y="53"/>
                    </a:lnTo>
                    <a:lnTo>
                      <a:pt x="73" y="53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81" y="55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7" y="53"/>
                    </a:lnTo>
                    <a:lnTo>
                      <a:pt x="87" y="51"/>
                    </a:lnTo>
                    <a:lnTo>
                      <a:pt x="89" y="51"/>
                    </a:lnTo>
                    <a:lnTo>
                      <a:pt x="89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6" y="46"/>
                    </a:lnTo>
                    <a:lnTo>
                      <a:pt x="96" y="46"/>
                    </a:lnTo>
                    <a:lnTo>
                      <a:pt x="98" y="44"/>
                    </a:lnTo>
                    <a:lnTo>
                      <a:pt x="100" y="42"/>
                    </a:lnTo>
                    <a:lnTo>
                      <a:pt x="102" y="38"/>
                    </a:lnTo>
                    <a:lnTo>
                      <a:pt x="106" y="34"/>
                    </a:lnTo>
                    <a:lnTo>
                      <a:pt x="112" y="30"/>
                    </a:lnTo>
                    <a:lnTo>
                      <a:pt x="115" y="26"/>
                    </a:lnTo>
                    <a:lnTo>
                      <a:pt x="121" y="23"/>
                    </a:lnTo>
                    <a:lnTo>
                      <a:pt x="119" y="21"/>
                    </a:lnTo>
                    <a:lnTo>
                      <a:pt x="117" y="19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3" y="9"/>
                    </a:lnTo>
                    <a:lnTo>
                      <a:pt x="113" y="5"/>
                    </a:lnTo>
                    <a:lnTo>
                      <a:pt x="112" y="3"/>
                    </a:lnTo>
                    <a:lnTo>
                      <a:pt x="112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Freeform 24"/>
              <p:cNvSpPr>
                <a:spLocks/>
              </p:cNvSpPr>
              <p:nvPr/>
            </p:nvSpPr>
            <p:spPr bwMode="auto">
              <a:xfrm>
                <a:off x="1188" y="1576"/>
                <a:ext cx="111" cy="57"/>
              </a:xfrm>
              <a:custGeom>
                <a:avLst/>
                <a:gdLst>
                  <a:gd name="T0" fmla="*/ 80 w 111"/>
                  <a:gd name="T1" fmla="*/ 23 h 57"/>
                  <a:gd name="T2" fmla="*/ 67 w 111"/>
                  <a:gd name="T3" fmla="*/ 32 h 57"/>
                  <a:gd name="T4" fmla="*/ 59 w 111"/>
                  <a:gd name="T5" fmla="*/ 32 h 57"/>
                  <a:gd name="T6" fmla="*/ 53 w 111"/>
                  <a:gd name="T7" fmla="*/ 30 h 57"/>
                  <a:gd name="T8" fmla="*/ 47 w 111"/>
                  <a:gd name="T9" fmla="*/ 28 h 57"/>
                  <a:gd name="T10" fmla="*/ 42 w 111"/>
                  <a:gd name="T11" fmla="*/ 25 h 57"/>
                  <a:gd name="T12" fmla="*/ 38 w 111"/>
                  <a:gd name="T13" fmla="*/ 21 h 57"/>
                  <a:gd name="T14" fmla="*/ 32 w 111"/>
                  <a:gd name="T15" fmla="*/ 17 h 57"/>
                  <a:gd name="T16" fmla="*/ 28 w 111"/>
                  <a:gd name="T17" fmla="*/ 13 h 57"/>
                  <a:gd name="T18" fmla="*/ 26 w 111"/>
                  <a:gd name="T19" fmla="*/ 7 h 57"/>
                  <a:gd name="T20" fmla="*/ 24 w 111"/>
                  <a:gd name="T21" fmla="*/ 2 h 57"/>
                  <a:gd name="T22" fmla="*/ 0 w 111"/>
                  <a:gd name="T23" fmla="*/ 2 h 57"/>
                  <a:gd name="T24" fmla="*/ 0 w 111"/>
                  <a:gd name="T25" fmla="*/ 5 h 57"/>
                  <a:gd name="T26" fmla="*/ 1 w 111"/>
                  <a:gd name="T27" fmla="*/ 7 h 57"/>
                  <a:gd name="T28" fmla="*/ 1 w 111"/>
                  <a:gd name="T29" fmla="*/ 11 h 57"/>
                  <a:gd name="T30" fmla="*/ 3 w 111"/>
                  <a:gd name="T31" fmla="*/ 15 h 57"/>
                  <a:gd name="T32" fmla="*/ 3 w 111"/>
                  <a:gd name="T33" fmla="*/ 17 h 57"/>
                  <a:gd name="T34" fmla="*/ 5 w 111"/>
                  <a:gd name="T35" fmla="*/ 21 h 57"/>
                  <a:gd name="T36" fmla="*/ 7 w 111"/>
                  <a:gd name="T37" fmla="*/ 23 h 57"/>
                  <a:gd name="T38" fmla="*/ 9 w 111"/>
                  <a:gd name="T39" fmla="*/ 25 h 57"/>
                  <a:gd name="T40" fmla="*/ 13 w 111"/>
                  <a:gd name="T41" fmla="*/ 30 h 57"/>
                  <a:gd name="T42" fmla="*/ 19 w 111"/>
                  <a:gd name="T43" fmla="*/ 34 h 57"/>
                  <a:gd name="T44" fmla="*/ 24 w 111"/>
                  <a:gd name="T45" fmla="*/ 38 h 57"/>
                  <a:gd name="T46" fmla="*/ 30 w 111"/>
                  <a:gd name="T47" fmla="*/ 42 h 57"/>
                  <a:gd name="T48" fmla="*/ 36 w 111"/>
                  <a:gd name="T49" fmla="*/ 46 h 57"/>
                  <a:gd name="T50" fmla="*/ 44 w 111"/>
                  <a:gd name="T51" fmla="*/ 50 h 57"/>
                  <a:gd name="T52" fmla="*/ 49 w 111"/>
                  <a:gd name="T53" fmla="*/ 52 h 57"/>
                  <a:gd name="T54" fmla="*/ 57 w 111"/>
                  <a:gd name="T55" fmla="*/ 55 h 57"/>
                  <a:gd name="T56" fmla="*/ 68 w 111"/>
                  <a:gd name="T57" fmla="*/ 57 h 57"/>
                  <a:gd name="T58" fmla="*/ 70 w 111"/>
                  <a:gd name="T59" fmla="*/ 57 h 57"/>
                  <a:gd name="T60" fmla="*/ 72 w 111"/>
                  <a:gd name="T61" fmla="*/ 55 h 57"/>
                  <a:gd name="T62" fmla="*/ 72 w 111"/>
                  <a:gd name="T63" fmla="*/ 55 h 57"/>
                  <a:gd name="T64" fmla="*/ 74 w 111"/>
                  <a:gd name="T65" fmla="*/ 55 h 57"/>
                  <a:gd name="T66" fmla="*/ 74 w 111"/>
                  <a:gd name="T67" fmla="*/ 55 h 57"/>
                  <a:gd name="T68" fmla="*/ 76 w 111"/>
                  <a:gd name="T69" fmla="*/ 55 h 57"/>
                  <a:gd name="T70" fmla="*/ 76 w 111"/>
                  <a:gd name="T71" fmla="*/ 53 h 57"/>
                  <a:gd name="T72" fmla="*/ 78 w 111"/>
                  <a:gd name="T73" fmla="*/ 53 h 57"/>
                  <a:gd name="T74" fmla="*/ 84 w 111"/>
                  <a:gd name="T75" fmla="*/ 48 h 57"/>
                  <a:gd name="T76" fmla="*/ 90 w 111"/>
                  <a:gd name="T77" fmla="*/ 44 h 57"/>
                  <a:gd name="T78" fmla="*/ 95 w 111"/>
                  <a:gd name="T79" fmla="*/ 38 h 57"/>
                  <a:gd name="T80" fmla="*/ 99 w 111"/>
                  <a:gd name="T81" fmla="*/ 34 h 57"/>
                  <a:gd name="T82" fmla="*/ 103 w 111"/>
                  <a:gd name="T83" fmla="*/ 28 h 57"/>
                  <a:gd name="T84" fmla="*/ 107 w 111"/>
                  <a:gd name="T85" fmla="*/ 21 h 57"/>
                  <a:gd name="T86" fmla="*/ 109 w 111"/>
                  <a:gd name="T87" fmla="*/ 15 h 57"/>
                  <a:gd name="T88" fmla="*/ 111 w 111"/>
                  <a:gd name="T89" fmla="*/ 7 h 57"/>
                  <a:gd name="T90" fmla="*/ 111 w 111"/>
                  <a:gd name="T91" fmla="*/ 0 h 57"/>
                  <a:gd name="T92" fmla="*/ 88 w 111"/>
                  <a:gd name="T93" fmla="*/ 2 h 57"/>
                  <a:gd name="T94" fmla="*/ 88 w 111"/>
                  <a:gd name="T95" fmla="*/ 4 h 57"/>
                  <a:gd name="T96" fmla="*/ 88 w 111"/>
                  <a:gd name="T97" fmla="*/ 5 h 57"/>
                  <a:gd name="T98" fmla="*/ 88 w 111"/>
                  <a:gd name="T99" fmla="*/ 9 h 57"/>
                  <a:gd name="T100" fmla="*/ 86 w 111"/>
                  <a:gd name="T101" fmla="*/ 11 h 57"/>
                  <a:gd name="T102" fmla="*/ 86 w 111"/>
                  <a:gd name="T103" fmla="*/ 13 h 57"/>
                  <a:gd name="T104" fmla="*/ 84 w 111"/>
                  <a:gd name="T105" fmla="*/ 17 h 57"/>
                  <a:gd name="T106" fmla="*/ 82 w 111"/>
                  <a:gd name="T107" fmla="*/ 19 h 57"/>
                  <a:gd name="T108" fmla="*/ 80 w 111"/>
                  <a:gd name="T109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57">
                    <a:moveTo>
                      <a:pt x="80" y="23"/>
                    </a:moveTo>
                    <a:lnTo>
                      <a:pt x="67" y="32"/>
                    </a:lnTo>
                    <a:lnTo>
                      <a:pt x="59" y="32"/>
                    </a:lnTo>
                    <a:lnTo>
                      <a:pt x="53" y="30"/>
                    </a:lnTo>
                    <a:lnTo>
                      <a:pt x="47" y="28"/>
                    </a:lnTo>
                    <a:lnTo>
                      <a:pt x="42" y="25"/>
                    </a:lnTo>
                    <a:lnTo>
                      <a:pt x="38" y="21"/>
                    </a:lnTo>
                    <a:lnTo>
                      <a:pt x="32" y="17"/>
                    </a:lnTo>
                    <a:lnTo>
                      <a:pt x="28" y="13"/>
                    </a:lnTo>
                    <a:lnTo>
                      <a:pt x="26" y="7"/>
                    </a:lnTo>
                    <a:lnTo>
                      <a:pt x="24" y="2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5" y="21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3" y="30"/>
                    </a:lnTo>
                    <a:lnTo>
                      <a:pt x="19" y="34"/>
                    </a:lnTo>
                    <a:lnTo>
                      <a:pt x="24" y="38"/>
                    </a:lnTo>
                    <a:lnTo>
                      <a:pt x="30" y="42"/>
                    </a:lnTo>
                    <a:lnTo>
                      <a:pt x="36" y="46"/>
                    </a:lnTo>
                    <a:lnTo>
                      <a:pt x="44" y="50"/>
                    </a:lnTo>
                    <a:lnTo>
                      <a:pt x="49" y="52"/>
                    </a:lnTo>
                    <a:lnTo>
                      <a:pt x="57" y="55"/>
                    </a:lnTo>
                    <a:lnTo>
                      <a:pt x="68" y="57"/>
                    </a:lnTo>
                    <a:lnTo>
                      <a:pt x="70" y="57"/>
                    </a:lnTo>
                    <a:lnTo>
                      <a:pt x="72" y="55"/>
                    </a:lnTo>
                    <a:lnTo>
                      <a:pt x="72" y="55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6" y="53"/>
                    </a:lnTo>
                    <a:lnTo>
                      <a:pt x="78" y="53"/>
                    </a:lnTo>
                    <a:lnTo>
                      <a:pt x="84" y="48"/>
                    </a:lnTo>
                    <a:lnTo>
                      <a:pt x="90" y="44"/>
                    </a:lnTo>
                    <a:lnTo>
                      <a:pt x="95" y="38"/>
                    </a:lnTo>
                    <a:lnTo>
                      <a:pt x="99" y="34"/>
                    </a:lnTo>
                    <a:lnTo>
                      <a:pt x="103" y="28"/>
                    </a:lnTo>
                    <a:lnTo>
                      <a:pt x="107" y="21"/>
                    </a:lnTo>
                    <a:lnTo>
                      <a:pt x="109" y="15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88" y="2"/>
                    </a:lnTo>
                    <a:lnTo>
                      <a:pt x="88" y="4"/>
                    </a:lnTo>
                    <a:lnTo>
                      <a:pt x="88" y="5"/>
                    </a:lnTo>
                    <a:lnTo>
                      <a:pt x="88" y="9"/>
                    </a:lnTo>
                    <a:lnTo>
                      <a:pt x="86" y="11"/>
                    </a:lnTo>
                    <a:lnTo>
                      <a:pt x="86" y="13"/>
                    </a:lnTo>
                    <a:lnTo>
                      <a:pt x="84" y="17"/>
                    </a:lnTo>
                    <a:lnTo>
                      <a:pt x="82" y="19"/>
                    </a:lnTo>
                    <a:lnTo>
                      <a:pt x="8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" name="Freeform 25"/>
              <p:cNvSpPr>
                <a:spLocks/>
              </p:cNvSpPr>
              <p:nvPr/>
            </p:nvSpPr>
            <p:spPr bwMode="auto">
              <a:xfrm>
                <a:off x="1143" y="1201"/>
                <a:ext cx="113" cy="127"/>
              </a:xfrm>
              <a:custGeom>
                <a:avLst/>
                <a:gdLst>
                  <a:gd name="T0" fmla="*/ 108 w 113"/>
                  <a:gd name="T1" fmla="*/ 52 h 127"/>
                  <a:gd name="T2" fmla="*/ 106 w 113"/>
                  <a:gd name="T3" fmla="*/ 50 h 127"/>
                  <a:gd name="T4" fmla="*/ 104 w 113"/>
                  <a:gd name="T5" fmla="*/ 48 h 127"/>
                  <a:gd name="T6" fmla="*/ 89 w 113"/>
                  <a:gd name="T7" fmla="*/ 31 h 127"/>
                  <a:gd name="T8" fmla="*/ 83 w 113"/>
                  <a:gd name="T9" fmla="*/ 23 h 127"/>
                  <a:gd name="T10" fmla="*/ 79 w 113"/>
                  <a:gd name="T11" fmla="*/ 17 h 127"/>
                  <a:gd name="T12" fmla="*/ 56 w 113"/>
                  <a:gd name="T13" fmla="*/ 2 h 127"/>
                  <a:gd name="T14" fmla="*/ 52 w 113"/>
                  <a:gd name="T15" fmla="*/ 0 h 127"/>
                  <a:gd name="T16" fmla="*/ 46 w 113"/>
                  <a:gd name="T17" fmla="*/ 2 h 127"/>
                  <a:gd name="T18" fmla="*/ 37 w 113"/>
                  <a:gd name="T19" fmla="*/ 6 h 127"/>
                  <a:gd name="T20" fmla="*/ 35 w 113"/>
                  <a:gd name="T21" fmla="*/ 8 h 127"/>
                  <a:gd name="T22" fmla="*/ 33 w 113"/>
                  <a:gd name="T23" fmla="*/ 10 h 127"/>
                  <a:gd name="T24" fmla="*/ 2 w 113"/>
                  <a:gd name="T25" fmla="*/ 60 h 127"/>
                  <a:gd name="T26" fmla="*/ 2 w 113"/>
                  <a:gd name="T27" fmla="*/ 63 h 127"/>
                  <a:gd name="T28" fmla="*/ 0 w 113"/>
                  <a:gd name="T29" fmla="*/ 67 h 127"/>
                  <a:gd name="T30" fmla="*/ 12 w 113"/>
                  <a:gd name="T31" fmla="*/ 88 h 127"/>
                  <a:gd name="T32" fmla="*/ 12 w 113"/>
                  <a:gd name="T33" fmla="*/ 88 h 127"/>
                  <a:gd name="T34" fmla="*/ 12 w 113"/>
                  <a:gd name="T35" fmla="*/ 88 h 127"/>
                  <a:gd name="T36" fmla="*/ 14 w 113"/>
                  <a:gd name="T37" fmla="*/ 92 h 127"/>
                  <a:gd name="T38" fmla="*/ 22 w 113"/>
                  <a:gd name="T39" fmla="*/ 106 h 127"/>
                  <a:gd name="T40" fmla="*/ 31 w 113"/>
                  <a:gd name="T41" fmla="*/ 117 h 127"/>
                  <a:gd name="T42" fmla="*/ 41 w 113"/>
                  <a:gd name="T43" fmla="*/ 123 h 127"/>
                  <a:gd name="T44" fmla="*/ 50 w 113"/>
                  <a:gd name="T45" fmla="*/ 123 h 127"/>
                  <a:gd name="T46" fmla="*/ 60 w 113"/>
                  <a:gd name="T47" fmla="*/ 123 h 127"/>
                  <a:gd name="T48" fmla="*/ 52 w 113"/>
                  <a:gd name="T49" fmla="*/ 104 h 127"/>
                  <a:gd name="T50" fmla="*/ 43 w 113"/>
                  <a:gd name="T51" fmla="*/ 90 h 127"/>
                  <a:gd name="T52" fmla="*/ 33 w 113"/>
                  <a:gd name="T53" fmla="*/ 77 h 127"/>
                  <a:gd name="T54" fmla="*/ 29 w 113"/>
                  <a:gd name="T55" fmla="*/ 58 h 127"/>
                  <a:gd name="T56" fmla="*/ 35 w 113"/>
                  <a:gd name="T57" fmla="*/ 50 h 127"/>
                  <a:gd name="T58" fmla="*/ 41 w 113"/>
                  <a:gd name="T59" fmla="*/ 42 h 127"/>
                  <a:gd name="T60" fmla="*/ 56 w 113"/>
                  <a:gd name="T61" fmla="*/ 29 h 127"/>
                  <a:gd name="T62" fmla="*/ 62 w 113"/>
                  <a:gd name="T63" fmla="*/ 37 h 127"/>
                  <a:gd name="T64" fmla="*/ 66 w 113"/>
                  <a:gd name="T65" fmla="*/ 42 h 127"/>
                  <a:gd name="T66" fmla="*/ 87 w 113"/>
                  <a:gd name="T67" fmla="*/ 65 h 127"/>
                  <a:gd name="T68" fmla="*/ 87 w 113"/>
                  <a:gd name="T69" fmla="*/ 75 h 127"/>
                  <a:gd name="T70" fmla="*/ 77 w 113"/>
                  <a:gd name="T71" fmla="*/ 92 h 127"/>
                  <a:gd name="T72" fmla="*/ 64 w 113"/>
                  <a:gd name="T73" fmla="*/ 110 h 127"/>
                  <a:gd name="T74" fmla="*/ 62 w 113"/>
                  <a:gd name="T75" fmla="*/ 125 h 127"/>
                  <a:gd name="T76" fmla="*/ 69 w 113"/>
                  <a:gd name="T77" fmla="*/ 125 h 127"/>
                  <a:gd name="T78" fmla="*/ 79 w 113"/>
                  <a:gd name="T79" fmla="*/ 125 h 127"/>
                  <a:gd name="T80" fmla="*/ 92 w 113"/>
                  <a:gd name="T81" fmla="*/ 115 h 127"/>
                  <a:gd name="T82" fmla="*/ 104 w 113"/>
                  <a:gd name="T83" fmla="*/ 96 h 127"/>
                  <a:gd name="T84" fmla="*/ 113 w 113"/>
                  <a:gd name="T85" fmla="*/ 7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3" h="127">
                    <a:moveTo>
                      <a:pt x="108" y="54"/>
                    </a:moveTo>
                    <a:lnTo>
                      <a:pt x="108" y="54"/>
                    </a:lnTo>
                    <a:lnTo>
                      <a:pt x="108" y="52"/>
                    </a:lnTo>
                    <a:lnTo>
                      <a:pt x="108" y="52"/>
                    </a:lnTo>
                    <a:lnTo>
                      <a:pt x="106" y="52"/>
                    </a:lnTo>
                    <a:lnTo>
                      <a:pt x="106" y="50"/>
                    </a:lnTo>
                    <a:lnTo>
                      <a:pt x="106" y="50"/>
                    </a:lnTo>
                    <a:lnTo>
                      <a:pt x="104" y="50"/>
                    </a:lnTo>
                    <a:lnTo>
                      <a:pt x="104" y="48"/>
                    </a:lnTo>
                    <a:lnTo>
                      <a:pt x="90" y="35"/>
                    </a:lnTo>
                    <a:lnTo>
                      <a:pt x="89" y="33"/>
                    </a:lnTo>
                    <a:lnTo>
                      <a:pt x="89" y="31"/>
                    </a:lnTo>
                    <a:lnTo>
                      <a:pt x="87" y="29"/>
                    </a:lnTo>
                    <a:lnTo>
                      <a:pt x="85" y="25"/>
                    </a:lnTo>
                    <a:lnTo>
                      <a:pt x="83" y="23"/>
                    </a:lnTo>
                    <a:lnTo>
                      <a:pt x="81" y="21"/>
                    </a:lnTo>
                    <a:lnTo>
                      <a:pt x="81" y="19"/>
                    </a:lnTo>
                    <a:lnTo>
                      <a:pt x="79" y="17"/>
                    </a:lnTo>
                    <a:lnTo>
                      <a:pt x="58" y="2"/>
                    </a:lnTo>
                    <a:lnTo>
                      <a:pt x="58" y="2"/>
                    </a:lnTo>
                    <a:lnTo>
                      <a:pt x="56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50" y="0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7" y="6"/>
                    </a:lnTo>
                    <a:lnTo>
                      <a:pt x="37" y="8"/>
                    </a:lnTo>
                    <a:lnTo>
                      <a:pt x="35" y="8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3" y="10"/>
                    </a:lnTo>
                    <a:lnTo>
                      <a:pt x="33" y="10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" y="60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0" y="67"/>
                    </a:lnTo>
                    <a:lnTo>
                      <a:pt x="2" y="69"/>
                    </a:lnTo>
                    <a:lnTo>
                      <a:pt x="2" y="69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0" y="88"/>
                    </a:lnTo>
                    <a:lnTo>
                      <a:pt x="10" y="88"/>
                    </a:lnTo>
                    <a:lnTo>
                      <a:pt x="14" y="92"/>
                    </a:lnTo>
                    <a:lnTo>
                      <a:pt x="16" y="96"/>
                    </a:lnTo>
                    <a:lnTo>
                      <a:pt x="20" y="102"/>
                    </a:lnTo>
                    <a:lnTo>
                      <a:pt x="22" y="106"/>
                    </a:lnTo>
                    <a:lnTo>
                      <a:pt x="25" y="110"/>
                    </a:lnTo>
                    <a:lnTo>
                      <a:pt x="29" y="113"/>
                    </a:lnTo>
                    <a:lnTo>
                      <a:pt x="31" y="117"/>
                    </a:lnTo>
                    <a:lnTo>
                      <a:pt x="35" y="121"/>
                    </a:lnTo>
                    <a:lnTo>
                      <a:pt x="39" y="123"/>
                    </a:lnTo>
                    <a:lnTo>
                      <a:pt x="41" y="123"/>
                    </a:lnTo>
                    <a:lnTo>
                      <a:pt x="45" y="123"/>
                    </a:lnTo>
                    <a:lnTo>
                      <a:pt x="46" y="123"/>
                    </a:lnTo>
                    <a:lnTo>
                      <a:pt x="50" y="123"/>
                    </a:lnTo>
                    <a:lnTo>
                      <a:pt x="52" y="123"/>
                    </a:lnTo>
                    <a:lnTo>
                      <a:pt x="56" y="123"/>
                    </a:lnTo>
                    <a:lnTo>
                      <a:pt x="60" y="123"/>
                    </a:lnTo>
                    <a:lnTo>
                      <a:pt x="60" y="113"/>
                    </a:lnTo>
                    <a:lnTo>
                      <a:pt x="56" y="110"/>
                    </a:lnTo>
                    <a:lnTo>
                      <a:pt x="52" y="104"/>
                    </a:lnTo>
                    <a:lnTo>
                      <a:pt x="48" y="100"/>
                    </a:lnTo>
                    <a:lnTo>
                      <a:pt x="45" y="96"/>
                    </a:lnTo>
                    <a:lnTo>
                      <a:pt x="43" y="90"/>
                    </a:lnTo>
                    <a:lnTo>
                      <a:pt x="39" y="86"/>
                    </a:lnTo>
                    <a:lnTo>
                      <a:pt x="35" y="83"/>
                    </a:lnTo>
                    <a:lnTo>
                      <a:pt x="33" y="77"/>
                    </a:lnTo>
                    <a:lnTo>
                      <a:pt x="27" y="65"/>
                    </a:lnTo>
                    <a:lnTo>
                      <a:pt x="29" y="60"/>
                    </a:lnTo>
                    <a:lnTo>
                      <a:pt x="29" y="58"/>
                    </a:lnTo>
                    <a:lnTo>
                      <a:pt x="31" y="56"/>
                    </a:lnTo>
                    <a:lnTo>
                      <a:pt x="33" y="52"/>
                    </a:lnTo>
                    <a:lnTo>
                      <a:pt x="35" y="50"/>
                    </a:lnTo>
                    <a:lnTo>
                      <a:pt x="37" y="48"/>
                    </a:lnTo>
                    <a:lnTo>
                      <a:pt x="39" y="46"/>
                    </a:lnTo>
                    <a:lnTo>
                      <a:pt x="41" y="42"/>
                    </a:lnTo>
                    <a:lnTo>
                      <a:pt x="43" y="40"/>
                    </a:lnTo>
                    <a:lnTo>
                      <a:pt x="52" y="27"/>
                    </a:lnTo>
                    <a:lnTo>
                      <a:pt x="56" y="29"/>
                    </a:lnTo>
                    <a:lnTo>
                      <a:pt x="58" y="33"/>
                    </a:lnTo>
                    <a:lnTo>
                      <a:pt x="60" y="35"/>
                    </a:lnTo>
                    <a:lnTo>
                      <a:pt x="62" y="37"/>
                    </a:lnTo>
                    <a:lnTo>
                      <a:pt x="64" y="38"/>
                    </a:lnTo>
                    <a:lnTo>
                      <a:pt x="66" y="40"/>
                    </a:lnTo>
                    <a:lnTo>
                      <a:pt x="66" y="42"/>
                    </a:lnTo>
                    <a:lnTo>
                      <a:pt x="67" y="46"/>
                    </a:lnTo>
                    <a:lnTo>
                      <a:pt x="69" y="48"/>
                    </a:lnTo>
                    <a:lnTo>
                      <a:pt x="87" y="65"/>
                    </a:lnTo>
                    <a:lnTo>
                      <a:pt x="87" y="63"/>
                    </a:lnTo>
                    <a:lnTo>
                      <a:pt x="89" y="67"/>
                    </a:lnTo>
                    <a:lnTo>
                      <a:pt x="87" y="75"/>
                    </a:lnTo>
                    <a:lnTo>
                      <a:pt x="85" y="81"/>
                    </a:lnTo>
                    <a:lnTo>
                      <a:pt x="81" y="86"/>
                    </a:lnTo>
                    <a:lnTo>
                      <a:pt x="77" y="92"/>
                    </a:lnTo>
                    <a:lnTo>
                      <a:pt x="73" y="98"/>
                    </a:lnTo>
                    <a:lnTo>
                      <a:pt x="69" y="104"/>
                    </a:lnTo>
                    <a:lnTo>
                      <a:pt x="64" y="110"/>
                    </a:lnTo>
                    <a:lnTo>
                      <a:pt x="60" y="113"/>
                    </a:lnTo>
                    <a:lnTo>
                      <a:pt x="60" y="123"/>
                    </a:lnTo>
                    <a:lnTo>
                      <a:pt x="62" y="125"/>
                    </a:lnTo>
                    <a:lnTo>
                      <a:pt x="64" y="125"/>
                    </a:lnTo>
                    <a:lnTo>
                      <a:pt x="67" y="125"/>
                    </a:lnTo>
                    <a:lnTo>
                      <a:pt x="69" y="125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81" y="127"/>
                    </a:lnTo>
                    <a:lnTo>
                      <a:pt x="87" y="121"/>
                    </a:lnTo>
                    <a:lnTo>
                      <a:pt x="92" y="115"/>
                    </a:lnTo>
                    <a:lnTo>
                      <a:pt x="96" y="110"/>
                    </a:lnTo>
                    <a:lnTo>
                      <a:pt x="100" y="104"/>
                    </a:lnTo>
                    <a:lnTo>
                      <a:pt x="104" y="96"/>
                    </a:lnTo>
                    <a:lnTo>
                      <a:pt x="108" y="90"/>
                    </a:lnTo>
                    <a:lnTo>
                      <a:pt x="112" y="83"/>
                    </a:lnTo>
                    <a:lnTo>
                      <a:pt x="113" y="75"/>
                    </a:lnTo>
                    <a:lnTo>
                      <a:pt x="10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" name="Freeform 26"/>
              <p:cNvSpPr>
                <a:spLocks/>
              </p:cNvSpPr>
              <p:nvPr/>
            </p:nvSpPr>
            <p:spPr bwMode="auto">
              <a:xfrm>
                <a:off x="833" y="1205"/>
                <a:ext cx="157" cy="129"/>
              </a:xfrm>
              <a:custGeom>
                <a:avLst/>
                <a:gdLst>
                  <a:gd name="T0" fmla="*/ 153 w 157"/>
                  <a:gd name="T1" fmla="*/ 52 h 129"/>
                  <a:gd name="T2" fmla="*/ 152 w 157"/>
                  <a:gd name="T3" fmla="*/ 48 h 129"/>
                  <a:gd name="T4" fmla="*/ 148 w 157"/>
                  <a:gd name="T5" fmla="*/ 44 h 129"/>
                  <a:gd name="T6" fmla="*/ 130 w 157"/>
                  <a:gd name="T7" fmla="*/ 31 h 129"/>
                  <a:gd name="T8" fmla="*/ 123 w 157"/>
                  <a:gd name="T9" fmla="*/ 25 h 129"/>
                  <a:gd name="T10" fmla="*/ 117 w 157"/>
                  <a:gd name="T11" fmla="*/ 17 h 129"/>
                  <a:gd name="T12" fmla="*/ 75 w 157"/>
                  <a:gd name="T13" fmla="*/ 0 h 129"/>
                  <a:gd name="T14" fmla="*/ 71 w 157"/>
                  <a:gd name="T15" fmla="*/ 0 h 129"/>
                  <a:gd name="T16" fmla="*/ 67 w 157"/>
                  <a:gd name="T17" fmla="*/ 2 h 129"/>
                  <a:gd name="T18" fmla="*/ 52 w 157"/>
                  <a:gd name="T19" fmla="*/ 23 h 129"/>
                  <a:gd name="T20" fmla="*/ 44 w 157"/>
                  <a:gd name="T21" fmla="*/ 33 h 129"/>
                  <a:gd name="T22" fmla="*/ 35 w 157"/>
                  <a:gd name="T23" fmla="*/ 42 h 129"/>
                  <a:gd name="T24" fmla="*/ 4 w 157"/>
                  <a:gd name="T25" fmla="*/ 65 h 129"/>
                  <a:gd name="T26" fmla="*/ 0 w 157"/>
                  <a:gd name="T27" fmla="*/ 71 h 129"/>
                  <a:gd name="T28" fmla="*/ 0 w 157"/>
                  <a:gd name="T29" fmla="*/ 77 h 129"/>
                  <a:gd name="T30" fmla="*/ 8 w 157"/>
                  <a:gd name="T31" fmla="*/ 88 h 129"/>
                  <a:gd name="T32" fmla="*/ 10 w 157"/>
                  <a:gd name="T33" fmla="*/ 90 h 129"/>
                  <a:gd name="T34" fmla="*/ 12 w 157"/>
                  <a:gd name="T35" fmla="*/ 92 h 129"/>
                  <a:gd name="T36" fmla="*/ 17 w 157"/>
                  <a:gd name="T37" fmla="*/ 92 h 129"/>
                  <a:gd name="T38" fmla="*/ 29 w 157"/>
                  <a:gd name="T39" fmla="*/ 107 h 129"/>
                  <a:gd name="T40" fmla="*/ 44 w 157"/>
                  <a:gd name="T41" fmla="*/ 119 h 129"/>
                  <a:gd name="T42" fmla="*/ 56 w 157"/>
                  <a:gd name="T43" fmla="*/ 129 h 129"/>
                  <a:gd name="T44" fmla="*/ 65 w 157"/>
                  <a:gd name="T45" fmla="*/ 127 h 129"/>
                  <a:gd name="T46" fmla="*/ 75 w 157"/>
                  <a:gd name="T47" fmla="*/ 125 h 129"/>
                  <a:gd name="T48" fmla="*/ 79 w 157"/>
                  <a:gd name="T49" fmla="*/ 123 h 129"/>
                  <a:gd name="T50" fmla="*/ 79 w 157"/>
                  <a:gd name="T51" fmla="*/ 121 h 129"/>
                  <a:gd name="T52" fmla="*/ 77 w 157"/>
                  <a:gd name="T53" fmla="*/ 121 h 129"/>
                  <a:gd name="T54" fmla="*/ 69 w 157"/>
                  <a:gd name="T55" fmla="*/ 111 h 129"/>
                  <a:gd name="T56" fmla="*/ 56 w 157"/>
                  <a:gd name="T57" fmla="*/ 96 h 129"/>
                  <a:gd name="T58" fmla="*/ 40 w 157"/>
                  <a:gd name="T59" fmla="*/ 82 h 129"/>
                  <a:gd name="T60" fmla="*/ 40 w 157"/>
                  <a:gd name="T61" fmla="*/ 67 h 129"/>
                  <a:gd name="T62" fmla="*/ 58 w 157"/>
                  <a:gd name="T63" fmla="*/ 54 h 129"/>
                  <a:gd name="T64" fmla="*/ 71 w 157"/>
                  <a:gd name="T65" fmla="*/ 36 h 129"/>
                  <a:gd name="T66" fmla="*/ 94 w 157"/>
                  <a:gd name="T67" fmla="*/ 31 h 129"/>
                  <a:gd name="T68" fmla="*/ 111 w 157"/>
                  <a:gd name="T69" fmla="*/ 44 h 129"/>
                  <a:gd name="T70" fmla="*/ 127 w 157"/>
                  <a:gd name="T71" fmla="*/ 59 h 129"/>
                  <a:gd name="T72" fmla="*/ 119 w 157"/>
                  <a:gd name="T73" fmla="*/ 77 h 129"/>
                  <a:gd name="T74" fmla="*/ 102 w 157"/>
                  <a:gd name="T75" fmla="*/ 96 h 129"/>
                  <a:gd name="T76" fmla="*/ 84 w 157"/>
                  <a:gd name="T77" fmla="*/ 117 h 129"/>
                  <a:gd name="T78" fmla="*/ 83 w 157"/>
                  <a:gd name="T79" fmla="*/ 125 h 129"/>
                  <a:gd name="T80" fmla="*/ 96 w 157"/>
                  <a:gd name="T81" fmla="*/ 123 h 129"/>
                  <a:gd name="T82" fmla="*/ 107 w 157"/>
                  <a:gd name="T83" fmla="*/ 121 h 129"/>
                  <a:gd name="T84" fmla="*/ 119 w 157"/>
                  <a:gd name="T85" fmla="*/ 115 h 129"/>
                  <a:gd name="T86" fmla="*/ 129 w 157"/>
                  <a:gd name="T87" fmla="*/ 106 h 129"/>
                  <a:gd name="T88" fmla="*/ 134 w 157"/>
                  <a:gd name="T89" fmla="*/ 94 h 129"/>
                  <a:gd name="T90" fmla="*/ 155 w 157"/>
                  <a:gd name="T91" fmla="*/ 69 h 129"/>
                  <a:gd name="T92" fmla="*/ 157 w 157"/>
                  <a:gd name="T93" fmla="*/ 65 h 129"/>
                  <a:gd name="T94" fmla="*/ 155 w 157"/>
                  <a:gd name="T95" fmla="*/ 6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7" h="129">
                    <a:moveTo>
                      <a:pt x="155" y="61"/>
                    </a:moveTo>
                    <a:lnTo>
                      <a:pt x="155" y="52"/>
                    </a:lnTo>
                    <a:lnTo>
                      <a:pt x="153" y="52"/>
                    </a:lnTo>
                    <a:lnTo>
                      <a:pt x="153" y="50"/>
                    </a:lnTo>
                    <a:lnTo>
                      <a:pt x="153" y="48"/>
                    </a:lnTo>
                    <a:lnTo>
                      <a:pt x="152" y="48"/>
                    </a:lnTo>
                    <a:lnTo>
                      <a:pt x="152" y="46"/>
                    </a:lnTo>
                    <a:lnTo>
                      <a:pt x="150" y="44"/>
                    </a:lnTo>
                    <a:lnTo>
                      <a:pt x="148" y="44"/>
                    </a:lnTo>
                    <a:lnTo>
                      <a:pt x="148" y="44"/>
                    </a:lnTo>
                    <a:lnTo>
                      <a:pt x="132" y="33"/>
                    </a:lnTo>
                    <a:lnTo>
                      <a:pt x="130" y="31"/>
                    </a:lnTo>
                    <a:lnTo>
                      <a:pt x="127" y="29"/>
                    </a:lnTo>
                    <a:lnTo>
                      <a:pt x="125" y="27"/>
                    </a:lnTo>
                    <a:lnTo>
                      <a:pt x="123" y="25"/>
                    </a:lnTo>
                    <a:lnTo>
                      <a:pt x="121" y="23"/>
                    </a:lnTo>
                    <a:lnTo>
                      <a:pt x="119" y="19"/>
                    </a:lnTo>
                    <a:lnTo>
                      <a:pt x="117" y="17"/>
                    </a:lnTo>
                    <a:lnTo>
                      <a:pt x="115" y="15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69" y="0"/>
                    </a:lnTo>
                    <a:lnTo>
                      <a:pt x="69" y="2"/>
                    </a:lnTo>
                    <a:lnTo>
                      <a:pt x="67" y="2"/>
                    </a:lnTo>
                    <a:lnTo>
                      <a:pt x="67" y="4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0" y="27"/>
                    </a:lnTo>
                    <a:lnTo>
                      <a:pt x="46" y="31"/>
                    </a:lnTo>
                    <a:lnTo>
                      <a:pt x="44" y="33"/>
                    </a:lnTo>
                    <a:lnTo>
                      <a:pt x="40" y="36"/>
                    </a:lnTo>
                    <a:lnTo>
                      <a:pt x="39" y="40"/>
                    </a:lnTo>
                    <a:lnTo>
                      <a:pt x="35" y="42"/>
                    </a:lnTo>
                    <a:lnTo>
                      <a:pt x="31" y="44"/>
                    </a:lnTo>
                    <a:lnTo>
                      <a:pt x="25" y="48"/>
                    </a:lnTo>
                    <a:lnTo>
                      <a:pt x="4" y="65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8" y="88"/>
                    </a:lnTo>
                    <a:lnTo>
                      <a:pt x="10" y="88"/>
                    </a:lnTo>
                    <a:lnTo>
                      <a:pt x="10" y="90"/>
                    </a:lnTo>
                    <a:lnTo>
                      <a:pt x="10" y="90"/>
                    </a:lnTo>
                    <a:lnTo>
                      <a:pt x="12" y="90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17" y="92"/>
                    </a:lnTo>
                    <a:lnTo>
                      <a:pt x="21" y="98"/>
                    </a:lnTo>
                    <a:lnTo>
                      <a:pt x="25" y="104"/>
                    </a:lnTo>
                    <a:lnTo>
                      <a:pt x="29" y="107"/>
                    </a:lnTo>
                    <a:lnTo>
                      <a:pt x="35" y="111"/>
                    </a:lnTo>
                    <a:lnTo>
                      <a:pt x="39" y="115"/>
                    </a:lnTo>
                    <a:lnTo>
                      <a:pt x="44" y="119"/>
                    </a:lnTo>
                    <a:lnTo>
                      <a:pt x="48" y="125"/>
                    </a:lnTo>
                    <a:lnTo>
                      <a:pt x="54" y="129"/>
                    </a:lnTo>
                    <a:lnTo>
                      <a:pt x="56" y="129"/>
                    </a:lnTo>
                    <a:lnTo>
                      <a:pt x="60" y="127"/>
                    </a:lnTo>
                    <a:lnTo>
                      <a:pt x="63" y="127"/>
                    </a:lnTo>
                    <a:lnTo>
                      <a:pt x="65" y="127"/>
                    </a:lnTo>
                    <a:lnTo>
                      <a:pt x="69" y="127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3" y="115"/>
                    </a:lnTo>
                    <a:lnTo>
                      <a:pt x="69" y="111"/>
                    </a:lnTo>
                    <a:lnTo>
                      <a:pt x="63" y="106"/>
                    </a:lnTo>
                    <a:lnTo>
                      <a:pt x="60" y="102"/>
                    </a:lnTo>
                    <a:lnTo>
                      <a:pt x="56" y="96"/>
                    </a:lnTo>
                    <a:lnTo>
                      <a:pt x="50" y="92"/>
                    </a:lnTo>
                    <a:lnTo>
                      <a:pt x="46" y="88"/>
                    </a:lnTo>
                    <a:lnTo>
                      <a:pt x="40" y="82"/>
                    </a:lnTo>
                    <a:lnTo>
                      <a:pt x="27" y="73"/>
                    </a:lnTo>
                    <a:lnTo>
                      <a:pt x="35" y="71"/>
                    </a:lnTo>
                    <a:lnTo>
                      <a:pt x="40" y="67"/>
                    </a:lnTo>
                    <a:lnTo>
                      <a:pt x="46" y="63"/>
                    </a:lnTo>
                    <a:lnTo>
                      <a:pt x="52" y="59"/>
                    </a:lnTo>
                    <a:lnTo>
                      <a:pt x="58" y="54"/>
                    </a:lnTo>
                    <a:lnTo>
                      <a:pt x="62" y="50"/>
                    </a:lnTo>
                    <a:lnTo>
                      <a:pt x="67" y="44"/>
                    </a:lnTo>
                    <a:lnTo>
                      <a:pt x="71" y="36"/>
                    </a:lnTo>
                    <a:lnTo>
                      <a:pt x="83" y="23"/>
                    </a:lnTo>
                    <a:lnTo>
                      <a:pt x="88" y="27"/>
                    </a:lnTo>
                    <a:lnTo>
                      <a:pt x="94" y="31"/>
                    </a:lnTo>
                    <a:lnTo>
                      <a:pt x="100" y="34"/>
                    </a:lnTo>
                    <a:lnTo>
                      <a:pt x="106" y="40"/>
                    </a:lnTo>
                    <a:lnTo>
                      <a:pt x="111" y="44"/>
                    </a:lnTo>
                    <a:lnTo>
                      <a:pt x="115" y="50"/>
                    </a:lnTo>
                    <a:lnTo>
                      <a:pt x="121" y="54"/>
                    </a:lnTo>
                    <a:lnTo>
                      <a:pt x="127" y="59"/>
                    </a:lnTo>
                    <a:lnTo>
                      <a:pt x="130" y="61"/>
                    </a:lnTo>
                    <a:lnTo>
                      <a:pt x="123" y="69"/>
                    </a:lnTo>
                    <a:lnTo>
                      <a:pt x="119" y="77"/>
                    </a:lnTo>
                    <a:lnTo>
                      <a:pt x="113" y="84"/>
                    </a:lnTo>
                    <a:lnTo>
                      <a:pt x="107" y="90"/>
                    </a:lnTo>
                    <a:lnTo>
                      <a:pt x="102" y="96"/>
                    </a:lnTo>
                    <a:lnTo>
                      <a:pt x="96" y="104"/>
                    </a:lnTo>
                    <a:lnTo>
                      <a:pt x="90" y="109"/>
                    </a:lnTo>
                    <a:lnTo>
                      <a:pt x="84" y="117"/>
                    </a:lnTo>
                    <a:lnTo>
                      <a:pt x="79" y="123"/>
                    </a:lnTo>
                    <a:lnTo>
                      <a:pt x="79" y="125"/>
                    </a:lnTo>
                    <a:lnTo>
                      <a:pt x="83" y="125"/>
                    </a:lnTo>
                    <a:lnTo>
                      <a:pt x="86" y="125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0" y="123"/>
                    </a:lnTo>
                    <a:lnTo>
                      <a:pt x="104" y="123"/>
                    </a:lnTo>
                    <a:lnTo>
                      <a:pt x="107" y="121"/>
                    </a:lnTo>
                    <a:lnTo>
                      <a:pt x="111" y="121"/>
                    </a:lnTo>
                    <a:lnTo>
                      <a:pt x="115" y="117"/>
                    </a:lnTo>
                    <a:lnTo>
                      <a:pt x="119" y="115"/>
                    </a:lnTo>
                    <a:lnTo>
                      <a:pt x="121" y="111"/>
                    </a:lnTo>
                    <a:lnTo>
                      <a:pt x="125" y="109"/>
                    </a:lnTo>
                    <a:lnTo>
                      <a:pt x="129" y="106"/>
                    </a:lnTo>
                    <a:lnTo>
                      <a:pt x="130" y="102"/>
                    </a:lnTo>
                    <a:lnTo>
                      <a:pt x="132" y="98"/>
                    </a:lnTo>
                    <a:lnTo>
                      <a:pt x="134" y="94"/>
                    </a:lnTo>
                    <a:lnTo>
                      <a:pt x="153" y="71"/>
                    </a:lnTo>
                    <a:lnTo>
                      <a:pt x="155" y="69"/>
                    </a:lnTo>
                    <a:lnTo>
                      <a:pt x="155" y="69"/>
                    </a:lnTo>
                    <a:lnTo>
                      <a:pt x="155" y="67"/>
                    </a:lnTo>
                    <a:lnTo>
                      <a:pt x="155" y="65"/>
                    </a:lnTo>
                    <a:lnTo>
                      <a:pt x="157" y="65"/>
                    </a:lnTo>
                    <a:lnTo>
                      <a:pt x="157" y="63"/>
                    </a:lnTo>
                    <a:lnTo>
                      <a:pt x="157" y="61"/>
                    </a:lnTo>
                    <a:lnTo>
                      <a:pt x="155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Freeform 27"/>
              <p:cNvSpPr>
                <a:spLocks/>
              </p:cNvSpPr>
              <p:nvPr/>
            </p:nvSpPr>
            <p:spPr bwMode="auto">
              <a:xfrm>
                <a:off x="793" y="1320"/>
                <a:ext cx="519" cy="258"/>
              </a:xfrm>
              <a:custGeom>
                <a:avLst/>
                <a:gdLst>
                  <a:gd name="T0" fmla="*/ 467 w 519"/>
                  <a:gd name="T1" fmla="*/ 33 h 258"/>
                  <a:gd name="T2" fmla="*/ 485 w 519"/>
                  <a:gd name="T3" fmla="*/ 81 h 258"/>
                  <a:gd name="T4" fmla="*/ 492 w 519"/>
                  <a:gd name="T5" fmla="*/ 158 h 258"/>
                  <a:gd name="T6" fmla="*/ 494 w 519"/>
                  <a:gd name="T7" fmla="*/ 233 h 258"/>
                  <a:gd name="T8" fmla="*/ 27 w 519"/>
                  <a:gd name="T9" fmla="*/ 71 h 258"/>
                  <a:gd name="T10" fmla="*/ 34 w 519"/>
                  <a:gd name="T11" fmla="*/ 58 h 258"/>
                  <a:gd name="T12" fmla="*/ 46 w 519"/>
                  <a:gd name="T13" fmla="*/ 46 h 258"/>
                  <a:gd name="T14" fmla="*/ 107 w 519"/>
                  <a:gd name="T15" fmla="*/ 35 h 258"/>
                  <a:gd name="T16" fmla="*/ 259 w 519"/>
                  <a:gd name="T17" fmla="*/ 23 h 258"/>
                  <a:gd name="T18" fmla="*/ 410 w 519"/>
                  <a:gd name="T19" fmla="*/ 29 h 258"/>
                  <a:gd name="T20" fmla="*/ 477 w 519"/>
                  <a:gd name="T21" fmla="*/ 12 h 258"/>
                  <a:gd name="T22" fmla="*/ 473 w 519"/>
                  <a:gd name="T23" fmla="*/ 10 h 258"/>
                  <a:gd name="T24" fmla="*/ 471 w 519"/>
                  <a:gd name="T25" fmla="*/ 10 h 258"/>
                  <a:gd name="T26" fmla="*/ 454 w 519"/>
                  <a:gd name="T27" fmla="*/ 10 h 258"/>
                  <a:gd name="T28" fmla="*/ 444 w 519"/>
                  <a:gd name="T29" fmla="*/ 8 h 258"/>
                  <a:gd name="T30" fmla="*/ 437 w 519"/>
                  <a:gd name="T31" fmla="*/ 8 h 258"/>
                  <a:gd name="T32" fmla="*/ 425 w 519"/>
                  <a:gd name="T33" fmla="*/ 6 h 258"/>
                  <a:gd name="T34" fmla="*/ 408 w 519"/>
                  <a:gd name="T35" fmla="*/ 4 h 258"/>
                  <a:gd name="T36" fmla="*/ 391 w 519"/>
                  <a:gd name="T37" fmla="*/ 4 h 258"/>
                  <a:gd name="T38" fmla="*/ 327 w 519"/>
                  <a:gd name="T39" fmla="*/ 0 h 258"/>
                  <a:gd name="T40" fmla="*/ 239 w 519"/>
                  <a:gd name="T41" fmla="*/ 0 h 258"/>
                  <a:gd name="T42" fmla="*/ 151 w 519"/>
                  <a:gd name="T43" fmla="*/ 6 h 258"/>
                  <a:gd name="T44" fmla="*/ 130 w 519"/>
                  <a:gd name="T45" fmla="*/ 8 h 258"/>
                  <a:gd name="T46" fmla="*/ 107 w 519"/>
                  <a:gd name="T47" fmla="*/ 12 h 258"/>
                  <a:gd name="T48" fmla="*/ 88 w 519"/>
                  <a:gd name="T49" fmla="*/ 14 h 258"/>
                  <a:gd name="T50" fmla="*/ 73 w 519"/>
                  <a:gd name="T51" fmla="*/ 17 h 258"/>
                  <a:gd name="T52" fmla="*/ 57 w 519"/>
                  <a:gd name="T53" fmla="*/ 19 h 258"/>
                  <a:gd name="T54" fmla="*/ 40 w 519"/>
                  <a:gd name="T55" fmla="*/ 25 h 258"/>
                  <a:gd name="T56" fmla="*/ 25 w 519"/>
                  <a:gd name="T57" fmla="*/ 35 h 258"/>
                  <a:gd name="T58" fmla="*/ 13 w 519"/>
                  <a:gd name="T59" fmla="*/ 50 h 258"/>
                  <a:gd name="T60" fmla="*/ 0 w 519"/>
                  <a:gd name="T61" fmla="*/ 67 h 258"/>
                  <a:gd name="T62" fmla="*/ 0 w 519"/>
                  <a:gd name="T63" fmla="*/ 71 h 258"/>
                  <a:gd name="T64" fmla="*/ 0 w 519"/>
                  <a:gd name="T65" fmla="*/ 73 h 258"/>
                  <a:gd name="T66" fmla="*/ 0 w 519"/>
                  <a:gd name="T67" fmla="*/ 244 h 258"/>
                  <a:gd name="T68" fmla="*/ 2 w 519"/>
                  <a:gd name="T69" fmla="*/ 248 h 258"/>
                  <a:gd name="T70" fmla="*/ 4 w 519"/>
                  <a:gd name="T71" fmla="*/ 250 h 258"/>
                  <a:gd name="T72" fmla="*/ 6 w 519"/>
                  <a:gd name="T73" fmla="*/ 254 h 258"/>
                  <a:gd name="T74" fmla="*/ 10 w 519"/>
                  <a:gd name="T75" fmla="*/ 256 h 258"/>
                  <a:gd name="T76" fmla="*/ 473 w 519"/>
                  <a:gd name="T77" fmla="*/ 258 h 258"/>
                  <a:gd name="T78" fmla="*/ 509 w 519"/>
                  <a:gd name="T79" fmla="*/ 256 h 258"/>
                  <a:gd name="T80" fmla="*/ 515 w 519"/>
                  <a:gd name="T81" fmla="*/ 254 h 258"/>
                  <a:gd name="T82" fmla="*/ 519 w 519"/>
                  <a:gd name="T83" fmla="*/ 248 h 258"/>
                  <a:gd name="T84" fmla="*/ 519 w 519"/>
                  <a:gd name="T85" fmla="*/ 227 h 258"/>
                  <a:gd name="T86" fmla="*/ 515 w 519"/>
                  <a:gd name="T87" fmla="*/ 156 h 258"/>
                  <a:gd name="T88" fmla="*/ 509 w 519"/>
                  <a:gd name="T89" fmla="*/ 87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19" h="258">
                    <a:moveTo>
                      <a:pt x="500" y="40"/>
                    </a:moveTo>
                    <a:lnTo>
                      <a:pt x="477" y="12"/>
                    </a:lnTo>
                    <a:lnTo>
                      <a:pt x="467" y="33"/>
                    </a:lnTo>
                    <a:lnTo>
                      <a:pt x="469" y="35"/>
                    </a:lnTo>
                    <a:lnTo>
                      <a:pt x="479" y="58"/>
                    </a:lnTo>
                    <a:lnTo>
                      <a:pt x="485" y="81"/>
                    </a:lnTo>
                    <a:lnTo>
                      <a:pt x="488" y="106"/>
                    </a:lnTo>
                    <a:lnTo>
                      <a:pt x="490" y="131"/>
                    </a:lnTo>
                    <a:lnTo>
                      <a:pt x="492" y="158"/>
                    </a:lnTo>
                    <a:lnTo>
                      <a:pt x="492" y="183"/>
                    </a:lnTo>
                    <a:lnTo>
                      <a:pt x="492" y="208"/>
                    </a:lnTo>
                    <a:lnTo>
                      <a:pt x="494" y="233"/>
                    </a:lnTo>
                    <a:lnTo>
                      <a:pt x="25" y="233"/>
                    </a:lnTo>
                    <a:lnTo>
                      <a:pt x="25" y="77"/>
                    </a:lnTo>
                    <a:lnTo>
                      <a:pt x="27" y="71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4" y="58"/>
                    </a:lnTo>
                    <a:lnTo>
                      <a:pt x="36" y="54"/>
                    </a:lnTo>
                    <a:lnTo>
                      <a:pt x="40" y="50"/>
                    </a:lnTo>
                    <a:lnTo>
                      <a:pt x="46" y="46"/>
                    </a:lnTo>
                    <a:lnTo>
                      <a:pt x="50" y="44"/>
                    </a:lnTo>
                    <a:lnTo>
                      <a:pt x="56" y="42"/>
                    </a:lnTo>
                    <a:lnTo>
                      <a:pt x="107" y="35"/>
                    </a:lnTo>
                    <a:lnTo>
                      <a:pt x="157" y="29"/>
                    </a:lnTo>
                    <a:lnTo>
                      <a:pt x="209" y="25"/>
                    </a:lnTo>
                    <a:lnTo>
                      <a:pt x="259" y="23"/>
                    </a:lnTo>
                    <a:lnTo>
                      <a:pt x="310" y="23"/>
                    </a:lnTo>
                    <a:lnTo>
                      <a:pt x="360" y="25"/>
                    </a:lnTo>
                    <a:lnTo>
                      <a:pt x="410" y="29"/>
                    </a:lnTo>
                    <a:lnTo>
                      <a:pt x="462" y="33"/>
                    </a:lnTo>
                    <a:lnTo>
                      <a:pt x="467" y="33"/>
                    </a:lnTo>
                    <a:lnTo>
                      <a:pt x="477" y="12"/>
                    </a:lnTo>
                    <a:lnTo>
                      <a:pt x="475" y="12"/>
                    </a:lnTo>
                    <a:lnTo>
                      <a:pt x="475" y="10"/>
                    </a:lnTo>
                    <a:lnTo>
                      <a:pt x="473" y="10"/>
                    </a:lnTo>
                    <a:lnTo>
                      <a:pt x="473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69" y="10"/>
                    </a:lnTo>
                    <a:lnTo>
                      <a:pt x="454" y="10"/>
                    </a:lnTo>
                    <a:lnTo>
                      <a:pt x="450" y="10"/>
                    </a:lnTo>
                    <a:lnTo>
                      <a:pt x="448" y="8"/>
                    </a:lnTo>
                    <a:lnTo>
                      <a:pt x="444" y="8"/>
                    </a:lnTo>
                    <a:lnTo>
                      <a:pt x="442" y="8"/>
                    </a:lnTo>
                    <a:lnTo>
                      <a:pt x="439" y="8"/>
                    </a:lnTo>
                    <a:lnTo>
                      <a:pt x="437" y="8"/>
                    </a:lnTo>
                    <a:lnTo>
                      <a:pt x="435" y="8"/>
                    </a:lnTo>
                    <a:lnTo>
                      <a:pt x="431" y="8"/>
                    </a:lnTo>
                    <a:lnTo>
                      <a:pt x="425" y="6"/>
                    </a:lnTo>
                    <a:lnTo>
                      <a:pt x="419" y="6"/>
                    </a:lnTo>
                    <a:lnTo>
                      <a:pt x="414" y="6"/>
                    </a:lnTo>
                    <a:lnTo>
                      <a:pt x="408" y="4"/>
                    </a:lnTo>
                    <a:lnTo>
                      <a:pt x="402" y="4"/>
                    </a:lnTo>
                    <a:lnTo>
                      <a:pt x="396" y="4"/>
                    </a:lnTo>
                    <a:lnTo>
                      <a:pt x="391" y="4"/>
                    </a:lnTo>
                    <a:lnTo>
                      <a:pt x="385" y="2"/>
                    </a:lnTo>
                    <a:lnTo>
                      <a:pt x="356" y="2"/>
                    </a:lnTo>
                    <a:lnTo>
                      <a:pt x="327" y="0"/>
                    </a:lnTo>
                    <a:lnTo>
                      <a:pt x="297" y="0"/>
                    </a:lnTo>
                    <a:lnTo>
                      <a:pt x="268" y="0"/>
                    </a:lnTo>
                    <a:lnTo>
                      <a:pt x="239" y="0"/>
                    </a:lnTo>
                    <a:lnTo>
                      <a:pt x="211" y="2"/>
                    </a:lnTo>
                    <a:lnTo>
                      <a:pt x="182" y="4"/>
                    </a:lnTo>
                    <a:lnTo>
                      <a:pt x="151" y="6"/>
                    </a:lnTo>
                    <a:lnTo>
                      <a:pt x="146" y="6"/>
                    </a:lnTo>
                    <a:lnTo>
                      <a:pt x="138" y="8"/>
                    </a:lnTo>
                    <a:lnTo>
                      <a:pt x="130" y="8"/>
                    </a:lnTo>
                    <a:lnTo>
                      <a:pt x="123" y="10"/>
                    </a:lnTo>
                    <a:lnTo>
                      <a:pt x="115" y="10"/>
                    </a:lnTo>
                    <a:lnTo>
                      <a:pt x="107" y="12"/>
                    </a:lnTo>
                    <a:lnTo>
                      <a:pt x="100" y="12"/>
                    </a:lnTo>
                    <a:lnTo>
                      <a:pt x="94" y="14"/>
                    </a:lnTo>
                    <a:lnTo>
                      <a:pt x="88" y="14"/>
                    </a:lnTo>
                    <a:lnTo>
                      <a:pt x="82" y="15"/>
                    </a:lnTo>
                    <a:lnTo>
                      <a:pt x="77" y="15"/>
                    </a:lnTo>
                    <a:lnTo>
                      <a:pt x="73" y="17"/>
                    </a:lnTo>
                    <a:lnTo>
                      <a:pt x="67" y="17"/>
                    </a:lnTo>
                    <a:lnTo>
                      <a:pt x="61" y="19"/>
                    </a:lnTo>
                    <a:lnTo>
                      <a:pt x="57" y="19"/>
                    </a:lnTo>
                    <a:lnTo>
                      <a:pt x="52" y="21"/>
                    </a:lnTo>
                    <a:lnTo>
                      <a:pt x="46" y="21"/>
                    </a:lnTo>
                    <a:lnTo>
                      <a:pt x="40" y="25"/>
                    </a:lnTo>
                    <a:lnTo>
                      <a:pt x="34" y="27"/>
                    </a:lnTo>
                    <a:lnTo>
                      <a:pt x="31" y="31"/>
                    </a:lnTo>
                    <a:lnTo>
                      <a:pt x="25" y="35"/>
                    </a:lnTo>
                    <a:lnTo>
                      <a:pt x="21" y="40"/>
                    </a:lnTo>
                    <a:lnTo>
                      <a:pt x="17" y="44"/>
                    </a:lnTo>
                    <a:lnTo>
                      <a:pt x="13" y="50"/>
                    </a:lnTo>
                    <a:lnTo>
                      <a:pt x="2" y="67"/>
                    </a:lnTo>
                    <a:lnTo>
                      <a:pt x="2" y="67"/>
                    </a:lnTo>
                    <a:lnTo>
                      <a:pt x="0" y="67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242"/>
                    </a:lnTo>
                    <a:lnTo>
                      <a:pt x="0" y="242"/>
                    </a:lnTo>
                    <a:lnTo>
                      <a:pt x="0" y="244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48"/>
                    </a:lnTo>
                    <a:lnTo>
                      <a:pt x="2" y="248"/>
                    </a:lnTo>
                    <a:lnTo>
                      <a:pt x="2" y="250"/>
                    </a:lnTo>
                    <a:lnTo>
                      <a:pt x="4" y="250"/>
                    </a:lnTo>
                    <a:lnTo>
                      <a:pt x="4" y="252"/>
                    </a:lnTo>
                    <a:lnTo>
                      <a:pt x="4" y="252"/>
                    </a:lnTo>
                    <a:lnTo>
                      <a:pt x="6" y="254"/>
                    </a:lnTo>
                    <a:lnTo>
                      <a:pt x="8" y="256"/>
                    </a:lnTo>
                    <a:lnTo>
                      <a:pt x="10" y="256"/>
                    </a:lnTo>
                    <a:lnTo>
                      <a:pt x="10" y="256"/>
                    </a:lnTo>
                    <a:lnTo>
                      <a:pt x="11" y="258"/>
                    </a:lnTo>
                    <a:lnTo>
                      <a:pt x="13" y="258"/>
                    </a:lnTo>
                    <a:lnTo>
                      <a:pt x="473" y="258"/>
                    </a:lnTo>
                    <a:lnTo>
                      <a:pt x="483" y="258"/>
                    </a:lnTo>
                    <a:lnTo>
                      <a:pt x="506" y="256"/>
                    </a:lnTo>
                    <a:lnTo>
                      <a:pt x="509" y="256"/>
                    </a:lnTo>
                    <a:lnTo>
                      <a:pt x="511" y="256"/>
                    </a:lnTo>
                    <a:lnTo>
                      <a:pt x="513" y="254"/>
                    </a:lnTo>
                    <a:lnTo>
                      <a:pt x="515" y="254"/>
                    </a:lnTo>
                    <a:lnTo>
                      <a:pt x="515" y="252"/>
                    </a:lnTo>
                    <a:lnTo>
                      <a:pt x="517" y="250"/>
                    </a:lnTo>
                    <a:lnTo>
                      <a:pt x="519" y="248"/>
                    </a:lnTo>
                    <a:lnTo>
                      <a:pt x="519" y="246"/>
                    </a:lnTo>
                    <a:lnTo>
                      <a:pt x="519" y="244"/>
                    </a:lnTo>
                    <a:lnTo>
                      <a:pt x="519" y="227"/>
                    </a:lnTo>
                    <a:lnTo>
                      <a:pt x="517" y="204"/>
                    </a:lnTo>
                    <a:lnTo>
                      <a:pt x="517" y="181"/>
                    </a:lnTo>
                    <a:lnTo>
                      <a:pt x="515" y="156"/>
                    </a:lnTo>
                    <a:lnTo>
                      <a:pt x="513" y="133"/>
                    </a:lnTo>
                    <a:lnTo>
                      <a:pt x="511" y="110"/>
                    </a:lnTo>
                    <a:lnTo>
                      <a:pt x="509" y="87"/>
                    </a:lnTo>
                    <a:lnTo>
                      <a:pt x="506" y="64"/>
                    </a:lnTo>
                    <a:lnTo>
                      <a:pt x="50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53" name="그룹 52"/>
          <p:cNvGrpSpPr/>
          <p:nvPr/>
        </p:nvGrpSpPr>
        <p:grpSpPr>
          <a:xfrm>
            <a:off x="6444208" y="1332727"/>
            <a:ext cx="1760722" cy="701825"/>
            <a:chOff x="1258888" y="1906591"/>
            <a:chExt cx="1760722" cy="701825"/>
          </a:xfrm>
        </p:grpSpPr>
        <p:pic>
          <p:nvPicPr>
            <p:cNvPr id="54" name="Picture 4" descr="C:\Users\JDS\AppData\Local\Microsoft\Windows\Temporary Internet Files\Content.IE5\7UQK8NHM\MC900228049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1909814"/>
              <a:ext cx="823874" cy="69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5" name="Group 7"/>
            <p:cNvGrpSpPr>
              <a:grpSpLocks noChangeAspect="1"/>
            </p:cNvGrpSpPr>
            <p:nvPr/>
          </p:nvGrpSpPr>
          <p:grpSpPr bwMode="auto">
            <a:xfrm>
              <a:off x="1258888" y="1906591"/>
              <a:ext cx="823912" cy="698501"/>
              <a:chOff x="793" y="1201"/>
              <a:chExt cx="519" cy="440"/>
            </a:xfrm>
          </p:grpSpPr>
          <p:sp>
            <p:nvSpPr>
              <p:cNvPr id="56" name="AutoShape 6"/>
              <p:cNvSpPr>
                <a:spLocks noChangeAspect="1" noChangeArrowheads="1" noTextEdit="1"/>
              </p:cNvSpPr>
              <p:nvPr/>
            </p:nvSpPr>
            <p:spPr bwMode="auto">
              <a:xfrm>
                <a:off x="793" y="1201"/>
                <a:ext cx="519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8"/>
              <p:cNvSpPr>
                <a:spLocks/>
              </p:cNvSpPr>
              <p:nvPr/>
            </p:nvSpPr>
            <p:spPr bwMode="auto">
              <a:xfrm>
                <a:off x="860" y="1228"/>
                <a:ext cx="103" cy="100"/>
              </a:xfrm>
              <a:custGeom>
                <a:avLst/>
                <a:gdLst>
                  <a:gd name="T0" fmla="*/ 103 w 103"/>
                  <a:gd name="T1" fmla="*/ 38 h 100"/>
                  <a:gd name="T2" fmla="*/ 100 w 103"/>
                  <a:gd name="T3" fmla="*/ 36 h 100"/>
                  <a:gd name="T4" fmla="*/ 94 w 103"/>
                  <a:gd name="T5" fmla="*/ 31 h 100"/>
                  <a:gd name="T6" fmla="*/ 88 w 103"/>
                  <a:gd name="T7" fmla="*/ 27 h 100"/>
                  <a:gd name="T8" fmla="*/ 84 w 103"/>
                  <a:gd name="T9" fmla="*/ 21 h 100"/>
                  <a:gd name="T10" fmla="*/ 79 w 103"/>
                  <a:gd name="T11" fmla="*/ 17 h 100"/>
                  <a:gd name="T12" fmla="*/ 73 w 103"/>
                  <a:gd name="T13" fmla="*/ 11 h 100"/>
                  <a:gd name="T14" fmla="*/ 67 w 103"/>
                  <a:gd name="T15" fmla="*/ 8 h 100"/>
                  <a:gd name="T16" fmla="*/ 61 w 103"/>
                  <a:gd name="T17" fmla="*/ 4 h 100"/>
                  <a:gd name="T18" fmla="*/ 56 w 103"/>
                  <a:gd name="T19" fmla="*/ 0 h 100"/>
                  <a:gd name="T20" fmla="*/ 44 w 103"/>
                  <a:gd name="T21" fmla="*/ 13 h 100"/>
                  <a:gd name="T22" fmla="*/ 40 w 103"/>
                  <a:gd name="T23" fmla="*/ 21 h 100"/>
                  <a:gd name="T24" fmla="*/ 35 w 103"/>
                  <a:gd name="T25" fmla="*/ 27 h 100"/>
                  <a:gd name="T26" fmla="*/ 31 w 103"/>
                  <a:gd name="T27" fmla="*/ 31 h 100"/>
                  <a:gd name="T28" fmla="*/ 25 w 103"/>
                  <a:gd name="T29" fmla="*/ 36 h 100"/>
                  <a:gd name="T30" fmla="*/ 19 w 103"/>
                  <a:gd name="T31" fmla="*/ 40 h 100"/>
                  <a:gd name="T32" fmla="*/ 13 w 103"/>
                  <a:gd name="T33" fmla="*/ 44 h 100"/>
                  <a:gd name="T34" fmla="*/ 8 w 103"/>
                  <a:gd name="T35" fmla="*/ 48 h 100"/>
                  <a:gd name="T36" fmla="*/ 0 w 103"/>
                  <a:gd name="T37" fmla="*/ 50 h 100"/>
                  <a:gd name="T38" fmla="*/ 13 w 103"/>
                  <a:gd name="T39" fmla="*/ 59 h 100"/>
                  <a:gd name="T40" fmla="*/ 19 w 103"/>
                  <a:gd name="T41" fmla="*/ 65 h 100"/>
                  <a:gd name="T42" fmla="*/ 23 w 103"/>
                  <a:gd name="T43" fmla="*/ 69 h 100"/>
                  <a:gd name="T44" fmla="*/ 29 w 103"/>
                  <a:gd name="T45" fmla="*/ 73 h 100"/>
                  <a:gd name="T46" fmla="*/ 33 w 103"/>
                  <a:gd name="T47" fmla="*/ 79 h 100"/>
                  <a:gd name="T48" fmla="*/ 36 w 103"/>
                  <a:gd name="T49" fmla="*/ 83 h 100"/>
                  <a:gd name="T50" fmla="*/ 42 w 103"/>
                  <a:gd name="T51" fmla="*/ 88 h 100"/>
                  <a:gd name="T52" fmla="*/ 46 w 103"/>
                  <a:gd name="T53" fmla="*/ 92 h 100"/>
                  <a:gd name="T54" fmla="*/ 50 w 103"/>
                  <a:gd name="T55" fmla="*/ 98 h 100"/>
                  <a:gd name="T56" fmla="*/ 50 w 103"/>
                  <a:gd name="T57" fmla="*/ 98 h 100"/>
                  <a:gd name="T58" fmla="*/ 50 w 103"/>
                  <a:gd name="T59" fmla="*/ 98 h 100"/>
                  <a:gd name="T60" fmla="*/ 50 w 103"/>
                  <a:gd name="T61" fmla="*/ 98 h 100"/>
                  <a:gd name="T62" fmla="*/ 52 w 103"/>
                  <a:gd name="T63" fmla="*/ 98 h 100"/>
                  <a:gd name="T64" fmla="*/ 52 w 103"/>
                  <a:gd name="T65" fmla="*/ 100 h 100"/>
                  <a:gd name="T66" fmla="*/ 52 w 103"/>
                  <a:gd name="T67" fmla="*/ 100 h 100"/>
                  <a:gd name="T68" fmla="*/ 52 w 103"/>
                  <a:gd name="T69" fmla="*/ 100 h 100"/>
                  <a:gd name="T70" fmla="*/ 52 w 103"/>
                  <a:gd name="T71" fmla="*/ 100 h 100"/>
                  <a:gd name="T72" fmla="*/ 57 w 103"/>
                  <a:gd name="T73" fmla="*/ 94 h 100"/>
                  <a:gd name="T74" fmla="*/ 63 w 103"/>
                  <a:gd name="T75" fmla="*/ 86 h 100"/>
                  <a:gd name="T76" fmla="*/ 69 w 103"/>
                  <a:gd name="T77" fmla="*/ 81 h 100"/>
                  <a:gd name="T78" fmla="*/ 75 w 103"/>
                  <a:gd name="T79" fmla="*/ 73 h 100"/>
                  <a:gd name="T80" fmla="*/ 80 w 103"/>
                  <a:gd name="T81" fmla="*/ 67 h 100"/>
                  <a:gd name="T82" fmla="*/ 86 w 103"/>
                  <a:gd name="T83" fmla="*/ 61 h 100"/>
                  <a:gd name="T84" fmla="*/ 92 w 103"/>
                  <a:gd name="T85" fmla="*/ 54 h 100"/>
                  <a:gd name="T86" fmla="*/ 96 w 103"/>
                  <a:gd name="T87" fmla="*/ 46 h 100"/>
                  <a:gd name="T88" fmla="*/ 103 w 103"/>
                  <a:gd name="T89" fmla="*/ 3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" h="100">
                    <a:moveTo>
                      <a:pt x="103" y="38"/>
                    </a:moveTo>
                    <a:lnTo>
                      <a:pt x="100" y="36"/>
                    </a:lnTo>
                    <a:lnTo>
                      <a:pt x="94" y="31"/>
                    </a:lnTo>
                    <a:lnTo>
                      <a:pt x="88" y="27"/>
                    </a:lnTo>
                    <a:lnTo>
                      <a:pt x="84" y="21"/>
                    </a:lnTo>
                    <a:lnTo>
                      <a:pt x="79" y="17"/>
                    </a:lnTo>
                    <a:lnTo>
                      <a:pt x="73" y="11"/>
                    </a:lnTo>
                    <a:lnTo>
                      <a:pt x="67" y="8"/>
                    </a:lnTo>
                    <a:lnTo>
                      <a:pt x="61" y="4"/>
                    </a:lnTo>
                    <a:lnTo>
                      <a:pt x="56" y="0"/>
                    </a:lnTo>
                    <a:lnTo>
                      <a:pt x="44" y="13"/>
                    </a:lnTo>
                    <a:lnTo>
                      <a:pt x="40" y="21"/>
                    </a:lnTo>
                    <a:lnTo>
                      <a:pt x="35" y="27"/>
                    </a:lnTo>
                    <a:lnTo>
                      <a:pt x="31" y="31"/>
                    </a:lnTo>
                    <a:lnTo>
                      <a:pt x="25" y="36"/>
                    </a:lnTo>
                    <a:lnTo>
                      <a:pt x="19" y="40"/>
                    </a:lnTo>
                    <a:lnTo>
                      <a:pt x="13" y="44"/>
                    </a:lnTo>
                    <a:lnTo>
                      <a:pt x="8" y="48"/>
                    </a:lnTo>
                    <a:lnTo>
                      <a:pt x="0" y="50"/>
                    </a:lnTo>
                    <a:lnTo>
                      <a:pt x="13" y="59"/>
                    </a:lnTo>
                    <a:lnTo>
                      <a:pt x="19" y="65"/>
                    </a:lnTo>
                    <a:lnTo>
                      <a:pt x="23" y="69"/>
                    </a:lnTo>
                    <a:lnTo>
                      <a:pt x="29" y="73"/>
                    </a:lnTo>
                    <a:lnTo>
                      <a:pt x="33" y="79"/>
                    </a:lnTo>
                    <a:lnTo>
                      <a:pt x="36" y="83"/>
                    </a:lnTo>
                    <a:lnTo>
                      <a:pt x="42" y="88"/>
                    </a:lnTo>
                    <a:lnTo>
                      <a:pt x="46" y="92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2" y="98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7" y="94"/>
                    </a:lnTo>
                    <a:lnTo>
                      <a:pt x="63" y="86"/>
                    </a:lnTo>
                    <a:lnTo>
                      <a:pt x="69" y="81"/>
                    </a:lnTo>
                    <a:lnTo>
                      <a:pt x="75" y="73"/>
                    </a:lnTo>
                    <a:lnTo>
                      <a:pt x="80" y="67"/>
                    </a:lnTo>
                    <a:lnTo>
                      <a:pt x="86" y="61"/>
                    </a:lnTo>
                    <a:lnTo>
                      <a:pt x="92" y="54"/>
                    </a:lnTo>
                    <a:lnTo>
                      <a:pt x="96" y="46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9"/>
              <p:cNvSpPr>
                <a:spLocks/>
              </p:cNvSpPr>
              <p:nvPr/>
            </p:nvSpPr>
            <p:spPr bwMode="auto">
              <a:xfrm>
                <a:off x="927" y="1578"/>
                <a:ext cx="65" cy="40"/>
              </a:xfrm>
              <a:custGeom>
                <a:avLst/>
                <a:gdLst>
                  <a:gd name="T0" fmla="*/ 2 w 65"/>
                  <a:gd name="T1" fmla="*/ 2 h 40"/>
                  <a:gd name="T2" fmla="*/ 2 w 65"/>
                  <a:gd name="T3" fmla="*/ 2 h 40"/>
                  <a:gd name="T4" fmla="*/ 2 w 65"/>
                  <a:gd name="T5" fmla="*/ 2 h 40"/>
                  <a:gd name="T6" fmla="*/ 4 w 65"/>
                  <a:gd name="T7" fmla="*/ 2 h 40"/>
                  <a:gd name="T8" fmla="*/ 2 w 65"/>
                  <a:gd name="T9" fmla="*/ 7 h 40"/>
                  <a:gd name="T10" fmla="*/ 4 w 65"/>
                  <a:gd name="T11" fmla="*/ 17 h 40"/>
                  <a:gd name="T12" fmla="*/ 6 w 65"/>
                  <a:gd name="T13" fmla="*/ 25 h 40"/>
                  <a:gd name="T14" fmla="*/ 8 w 65"/>
                  <a:gd name="T15" fmla="*/ 28 h 40"/>
                  <a:gd name="T16" fmla="*/ 10 w 65"/>
                  <a:gd name="T17" fmla="*/ 30 h 40"/>
                  <a:gd name="T18" fmla="*/ 13 w 65"/>
                  <a:gd name="T19" fmla="*/ 34 h 40"/>
                  <a:gd name="T20" fmla="*/ 17 w 65"/>
                  <a:gd name="T21" fmla="*/ 36 h 40"/>
                  <a:gd name="T22" fmla="*/ 19 w 65"/>
                  <a:gd name="T23" fmla="*/ 38 h 40"/>
                  <a:gd name="T24" fmla="*/ 23 w 65"/>
                  <a:gd name="T25" fmla="*/ 38 h 40"/>
                  <a:gd name="T26" fmla="*/ 25 w 65"/>
                  <a:gd name="T27" fmla="*/ 38 h 40"/>
                  <a:gd name="T28" fmla="*/ 25 w 65"/>
                  <a:gd name="T29" fmla="*/ 40 h 40"/>
                  <a:gd name="T30" fmla="*/ 25 w 65"/>
                  <a:gd name="T31" fmla="*/ 40 h 40"/>
                  <a:gd name="T32" fmla="*/ 46 w 65"/>
                  <a:gd name="T33" fmla="*/ 40 h 40"/>
                  <a:gd name="T34" fmla="*/ 50 w 65"/>
                  <a:gd name="T35" fmla="*/ 38 h 40"/>
                  <a:gd name="T36" fmla="*/ 52 w 65"/>
                  <a:gd name="T37" fmla="*/ 36 h 40"/>
                  <a:gd name="T38" fmla="*/ 52 w 65"/>
                  <a:gd name="T39" fmla="*/ 36 h 40"/>
                  <a:gd name="T40" fmla="*/ 52 w 65"/>
                  <a:gd name="T41" fmla="*/ 36 h 40"/>
                  <a:gd name="T42" fmla="*/ 50 w 65"/>
                  <a:gd name="T43" fmla="*/ 36 h 40"/>
                  <a:gd name="T44" fmla="*/ 50 w 65"/>
                  <a:gd name="T45" fmla="*/ 38 h 40"/>
                  <a:gd name="T46" fmla="*/ 50 w 65"/>
                  <a:gd name="T47" fmla="*/ 38 h 40"/>
                  <a:gd name="T48" fmla="*/ 50 w 65"/>
                  <a:gd name="T49" fmla="*/ 38 h 40"/>
                  <a:gd name="T50" fmla="*/ 56 w 65"/>
                  <a:gd name="T51" fmla="*/ 34 h 40"/>
                  <a:gd name="T52" fmla="*/ 59 w 65"/>
                  <a:gd name="T53" fmla="*/ 32 h 40"/>
                  <a:gd name="T54" fmla="*/ 61 w 65"/>
                  <a:gd name="T55" fmla="*/ 30 h 40"/>
                  <a:gd name="T56" fmla="*/ 63 w 65"/>
                  <a:gd name="T57" fmla="*/ 28 h 40"/>
                  <a:gd name="T58" fmla="*/ 65 w 65"/>
                  <a:gd name="T59" fmla="*/ 13 h 40"/>
                  <a:gd name="T60" fmla="*/ 65 w 65"/>
                  <a:gd name="T61" fmla="*/ 3 h 40"/>
                  <a:gd name="T62" fmla="*/ 65 w 65"/>
                  <a:gd name="T63" fmla="*/ 2 h 40"/>
                  <a:gd name="T64" fmla="*/ 65 w 65"/>
                  <a:gd name="T65" fmla="*/ 0 h 40"/>
                  <a:gd name="T66" fmla="*/ 65 w 65"/>
                  <a:gd name="T67" fmla="*/ 0 h 40"/>
                  <a:gd name="T68" fmla="*/ 65 w 65"/>
                  <a:gd name="T69" fmla="*/ 0 h 40"/>
                  <a:gd name="T70" fmla="*/ 65 w 65"/>
                  <a:gd name="T71" fmla="*/ 0 h 40"/>
                  <a:gd name="T72" fmla="*/ 65 w 65"/>
                  <a:gd name="T73" fmla="*/ 0 h 40"/>
                  <a:gd name="T74" fmla="*/ 0 w 65"/>
                  <a:gd name="T75" fmla="*/ 0 h 40"/>
                  <a:gd name="T76" fmla="*/ 0 w 65"/>
                  <a:gd name="T77" fmla="*/ 0 h 40"/>
                  <a:gd name="T78" fmla="*/ 0 w 65"/>
                  <a:gd name="T79" fmla="*/ 0 h 40"/>
                  <a:gd name="T80" fmla="*/ 0 w 65"/>
                  <a:gd name="T8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40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6" y="25"/>
                    </a:lnTo>
                    <a:lnTo>
                      <a:pt x="6" y="26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0" y="30"/>
                    </a:lnTo>
                    <a:lnTo>
                      <a:pt x="12" y="32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1" y="38"/>
                    </a:lnTo>
                    <a:lnTo>
                      <a:pt x="23" y="38"/>
                    </a:lnTo>
                    <a:lnTo>
                      <a:pt x="23" y="38"/>
                    </a:lnTo>
                    <a:lnTo>
                      <a:pt x="25" y="38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46" y="40"/>
                    </a:lnTo>
                    <a:lnTo>
                      <a:pt x="48" y="38"/>
                    </a:lnTo>
                    <a:lnTo>
                      <a:pt x="50" y="38"/>
                    </a:lnTo>
                    <a:lnTo>
                      <a:pt x="50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0" y="36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2" y="36"/>
                    </a:lnTo>
                    <a:lnTo>
                      <a:pt x="56" y="34"/>
                    </a:lnTo>
                    <a:lnTo>
                      <a:pt x="58" y="32"/>
                    </a:lnTo>
                    <a:lnTo>
                      <a:pt x="59" y="32"/>
                    </a:lnTo>
                    <a:lnTo>
                      <a:pt x="59" y="30"/>
                    </a:lnTo>
                    <a:lnTo>
                      <a:pt x="61" y="30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19"/>
                    </a:lnTo>
                    <a:lnTo>
                      <a:pt x="65" y="13"/>
                    </a:lnTo>
                    <a:lnTo>
                      <a:pt x="65" y="7"/>
                    </a:lnTo>
                    <a:lnTo>
                      <a:pt x="65" y="3"/>
                    </a:lnTo>
                    <a:lnTo>
                      <a:pt x="65" y="2"/>
                    </a:lnTo>
                    <a:lnTo>
                      <a:pt x="65" y="2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0"/>
              <p:cNvSpPr>
                <a:spLocks/>
              </p:cNvSpPr>
              <p:nvPr/>
            </p:nvSpPr>
            <p:spPr bwMode="auto">
              <a:xfrm>
                <a:off x="831" y="1578"/>
                <a:ext cx="67" cy="38"/>
              </a:xfrm>
              <a:custGeom>
                <a:avLst/>
                <a:gdLst>
                  <a:gd name="T0" fmla="*/ 65 w 67"/>
                  <a:gd name="T1" fmla="*/ 0 h 38"/>
                  <a:gd name="T2" fmla="*/ 2 w 67"/>
                  <a:gd name="T3" fmla="*/ 0 h 38"/>
                  <a:gd name="T4" fmla="*/ 2 w 67"/>
                  <a:gd name="T5" fmla="*/ 2 h 38"/>
                  <a:gd name="T6" fmla="*/ 0 w 67"/>
                  <a:gd name="T7" fmla="*/ 3 h 38"/>
                  <a:gd name="T8" fmla="*/ 0 w 67"/>
                  <a:gd name="T9" fmla="*/ 5 h 38"/>
                  <a:gd name="T10" fmla="*/ 0 w 67"/>
                  <a:gd name="T11" fmla="*/ 7 h 38"/>
                  <a:gd name="T12" fmla="*/ 0 w 67"/>
                  <a:gd name="T13" fmla="*/ 7 h 38"/>
                  <a:gd name="T14" fmla="*/ 0 w 67"/>
                  <a:gd name="T15" fmla="*/ 9 h 38"/>
                  <a:gd name="T16" fmla="*/ 2 w 67"/>
                  <a:gd name="T17" fmla="*/ 11 h 38"/>
                  <a:gd name="T18" fmla="*/ 2 w 67"/>
                  <a:gd name="T19" fmla="*/ 13 h 38"/>
                  <a:gd name="T20" fmla="*/ 14 w 67"/>
                  <a:gd name="T21" fmla="*/ 30 h 38"/>
                  <a:gd name="T22" fmla="*/ 18 w 67"/>
                  <a:gd name="T23" fmla="*/ 30 h 38"/>
                  <a:gd name="T24" fmla="*/ 16 w 67"/>
                  <a:gd name="T25" fmla="*/ 30 h 38"/>
                  <a:gd name="T26" fmla="*/ 41 w 67"/>
                  <a:gd name="T27" fmla="*/ 38 h 38"/>
                  <a:gd name="T28" fmla="*/ 44 w 67"/>
                  <a:gd name="T29" fmla="*/ 34 h 38"/>
                  <a:gd name="T30" fmla="*/ 44 w 67"/>
                  <a:gd name="T31" fmla="*/ 34 h 38"/>
                  <a:gd name="T32" fmla="*/ 44 w 67"/>
                  <a:gd name="T33" fmla="*/ 34 h 38"/>
                  <a:gd name="T34" fmla="*/ 44 w 67"/>
                  <a:gd name="T35" fmla="*/ 34 h 38"/>
                  <a:gd name="T36" fmla="*/ 46 w 67"/>
                  <a:gd name="T37" fmla="*/ 34 h 38"/>
                  <a:gd name="T38" fmla="*/ 46 w 67"/>
                  <a:gd name="T39" fmla="*/ 34 h 38"/>
                  <a:gd name="T40" fmla="*/ 46 w 67"/>
                  <a:gd name="T41" fmla="*/ 34 h 38"/>
                  <a:gd name="T42" fmla="*/ 46 w 67"/>
                  <a:gd name="T43" fmla="*/ 34 h 38"/>
                  <a:gd name="T44" fmla="*/ 46 w 67"/>
                  <a:gd name="T45" fmla="*/ 34 h 38"/>
                  <a:gd name="T46" fmla="*/ 62 w 67"/>
                  <a:gd name="T47" fmla="*/ 25 h 38"/>
                  <a:gd name="T48" fmla="*/ 65 w 67"/>
                  <a:gd name="T49" fmla="*/ 9 h 38"/>
                  <a:gd name="T50" fmla="*/ 67 w 67"/>
                  <a:gd name="T51" fmla="*/ 9 h 38"/>
                  <a:gd name="T52" fmla="*/ 67 w 67"/>
                  <a:gd name="T53" fmla="*/ 9 h 38"/>
                  <a:gd name="T54" fmla="*/ 67 w 67"/>
                  <a:gd name="T55" fmla="*/ 9 h 38"/>
                  <a:gd name="T56" fmla="*/ 67 w 67"/>
                  <a:gd name="T57" fmla="*/ 7 h 38"/>
                  <a:gd name="T58" fmla="*/ 67 w 67"/>
                  <a:gd name="T59" fmla="*/ 7 h 38"/>
                  <a:gd name="T60" fmla="*/ 67 w 67"/>
                  <a:gd name="T61" fmla="*/ 7 h 38"/>
                  <a:gd name="T62" fmla="*/ 67 w 67"/>
                  <a:gd name="T63" fmla="*/ 7 h 38"/>
                  <a:gd name="T64" fmla="*/ 67 w 67"/>
                  <a:gd name="T65" fmla="*/ 7 h 38"/>
                  <a:gd name="T66" fmla="*/ 67 w 67"/>
                  <a:gd name="T67" fmla="*/ 5 h 38"/>
                  <a:gd name="T68" fmla="*/ 67 w 67"/>
                  <a:gd name="T69" fmla="*/ 5 h 38"/>
                  <a:gd name="T70" fmla="*/ 67 w 67"/>
                  <a:gd name="T71" fmla="*/ 5 h 38"/>
                  <a:gd name="T72" fmla="*/ 67 w 67"/>
                  <a:gd name="T73" fmla="*/ 5 h 38"/>
                  <a:gd name="T74" fmla="*/ 67 w 67"/>
                  <a:gd name="T75" fmla="*/ 3 h 38"/>
                  <a:gd name="T76" fmla="*/ 67 w 67"/>
                  <a:gd name="T77" fmla="*/ 3 h 38"/>
                  <a:gd name="T78" fmla="*/ 67 w 67"/>
                  <a:gd name="T79" fmla="*/ 3 h 38"/>
                  <a:gd name="T80" fmla="*/ 67 w 67"/>
                  <a:gd name="T81" fmla="*/ 3 h 38"/>
                  <a:gd name="T82" fmla="*/ 65 w 67"/>
                  <a:gd name="T8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7" h="38">
                    <a:moveTo>
                      <a:pt x="65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14" y="30"/>
                    </a:lnTo>
                    <a:lnTo>
                      <a:pt x="18" y="30"/>
                    </a:lnTo>
                    <a:lnTo>
                      <a:pt x="16" y="30"/>
                    </a:lnTo>
                    <a:lnTo>
                      <a:pt x="41" y="38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62" y="25"/>
                    </a:lnTo>
                    <a:lnTo>
                      <a:pt x="65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Freeform 11"/>
              <p:cNvSpPr>
                <a:spLocks/>
              </p:cNvSpPr>
              <p:nvPr/>
            </p:nvSpPr>
            <p:spPr bwMode="auto">
              <a:xfrm>
                <a:off x="1212" y="1578"/>
                <a:ext cx="64" cy="30"/>
              </a:xfrm>
              <a:custGeom>
                <a:avLst/>
                <a:gdLst>
                  <a:gd name="T0" fmla="*/ 54 w 64"/>
                  <a:gd name="T1" fmla="*/ 0 h 30"/>
                  <a:gd name="T2" fmla="*/ 0 w 64"/>
                  <a:gd name="T3" fmla="*/ 0 h 30"/>
                  <a:gd name="T4" fmla="*/ 2 w 64"/>
                  <a:gd name="T5" fmla="*/ 5 h 30"/>
                  <a:gd name="T6" fmla="*/ 4 w 64"/>
                  <a:gd name="T7" fmla="*/ 11 h 30"/>
                  <a:gd name="T8" fmla="*/ 8 w 64"/>
                  <a:gd name="T9" fmla="*/ 15 h 30"/>
                  <a:gd name="T10" fmla="*/ 14 w 64"/>
                  <a:gd name="T11" fmla="*/ 19 h 30"/>
                  <a:gd name="T12" fmla="*/ 18 w 64"/>
                  <a:gd name="T13" fmla="*/ 23 h 30"/>
                  <a:gd name="T14" fmla="*/ 23 w 64"/>
                  <a:gd name="T15" fmla="*/ 26 h 30"/>
                  <a:gd name="T16" fmla="*/ 29 w 64"/>
                  <a:gd name="T17" fmla="*/ 28 h 30"/>
                  <a:gd name="T18" fmla="*/ 35 w 64"/>
                  <a:gd name="T19" fmla="*/ 30 h 30"/>
                  <a:gd name="T20" fmla="*/ 43 w 64"/>
                  <a:gd name="T21" fmla="*/ 30 h 30"/>
                  <a:gd name="T22" fmla="*/ 56 w 64"/>
                  <a:gd name="T23" fmla="*/ 21 h 30"/>
                  <a:gd name="T24" fmla="*/ 58 w 64"/>
                  <a:gd name="T25" fmla="*/ 17 h 30"/>
                  <a:gd name="T26" fmla="*/ 60 w 64"/>
                  <a:gd name="T27" fmla="*/ 15 h 30"/>
                  <a:gd name="T28" fmla="*/ 62 w 64"/>
                  <a:gd name="T29" fmla="*/ 11 h 30"/>
                  <a:gd name="T30" fmla="*/ 62 w 64"/>
                  <a:gd name="T31" fmla="*/ 9 h 30"/>
                  <a:gd name="T32" fmla="*/ 64 w 64"/>
                  <a:gd name="T33" fmla="*/ 7 h 30"/>
                  <a:gd name="T34" fmla="*/ 64 w 64"/>
                  <a:gd name="T35" fmla="*/ 3 h 30"/>
                  <a:gd name="T36" fmla="*/ 64 w 64"/>
                  <a:gd name="T37" fmla="*/ 2 h 30"/>
                  <a:gd name="T38" fmla="*/ 64 w 64"/>
                  <a:gd name="T39" fmla="*/ 0 h 30"/>
                  <a:gd name="T40" fmla="*/ 54 w 64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30">
                    <a:moveTo>
                      <a:pt x="54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4" y="11"/>
                    </a:lnTo>
                    <a:lnTo>
                      <a:pt x="8" y="15"/>
                    </a:lnTo>
                    <a:lnTo>
                      <a:pt x="14" y="19"/>
                    </a:lnTo>
                    <a:lnTo>
                      <a:pt x="18" y="23"/>
                    </a:lnTo>
                    <a:lnTo>
                      <a:pt x="23" y="26"/>
                    </a:lnTo>
                    <a:lnTo>
                      <a:pt x="29" y="28"/>
                    </a:lnTo>
                    <a:lnTo>
                      <a:pt x="35" y="30"/>
                    </a:lnTo>
                    <a:lnTo>
                      <a:pt x="43" y="30"/>
                    </a:lnTo>
                    <a:lnTo>
                      <a:pt x="56" y="21"/>
                    </a:lnTo>
                    <a:lnTo>
                      <a:pt x="58" y="17"/>
                    </a:lnTo>
                    <a:lnTo>
                      <a:pt x="60" y="15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4" y="7"/>
                    </a:lnTo>
                    <a:lnTo>
                      <a:pt x="64" y="3"/>
                    </a:lnTo>
                    <a:lnTo>
                      <a:pt x="64" y="2"/>
                    </a:lnTo>
                    <a:lnTo>
                      <a:pt x="64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12"/>
              <p:cNvSpPr>
                <a:spLocks/>
              </p:cNvSpPr>
              <p:nvPr/>
            </p:nvSpPr>
            <p:spPr bwMode="auto">
              <a:xfrm>
                <a:off x="1101" y="1578"/>
                <a:ext cx="75" cy="32"/>
              </a:xfrm>
              <a:custGeom>
                <a:avLst/>
                <a:gdLst>
                  <a:gd name="T0" fmla="*/ 6 w 75"/>
                  <a:gd name="T1" fmla="*/ 13 h 32"/>
                  <a:gd name="T2" fmla="*/ 4 w 75"/>
                  <a:gd name="T3" fmla="*/ 11 h 32"/>
                  <a:gd name="T4" fmla="*/ 6 w 75"/>
                  <a:gd name="T5" fmla="*/ 11 h 32"/>
                  <a:gd name="T6" fmla="*/ 8 w 75"/>
                  <a:gd name="T7" fmla="*/ 13 h 32"/>
                  <a:gd name="T8" fmla="*/ 10 w 75"/>
                  <a:gd name="T9" fmla="*/ 15 h 32"/>
                  <a:gd name="T10" fmla="*/ 12 w 75"/>
                  <a:gd name="T11" fmla="*/ 19 h 32"/>
                  <a:gd name="T12" fmla="*/ 16 w 75"/>
                  <a:gd name="T13" fmla="*/ 21 h 32"/>
                  <a:gd name="T14" fmla="*/ 18 w 75"/>
                  <a:gd name="T15" fmla="*/ 25 h 32"/>
                  <a:gd name="T16" fmla="*/ 19 w 75"/>
                  <a:gd name="T17" fmla="*/ 26 h 32"/>
                  <a:gd name="T18" fmla="*/ 23 w 75"/>
                  <a:gd name="T19" fmla="*/ 26 h 32"/>
                  <a:gd name="T20" fmla="*/ 25 w 75"/>
                  <a:gd name="T21" fmla="*/ 28 h 32"/>
                  <a:gd name="T22" fmla="*/ 27 w 75"/>
                  <a:gd name="T23" fmla="*/ 30 h 32"/>
                  <a:gd name="T24" fmla="*/ 29 w 75"/>
                  <a:gd name="T25" fmla="*/ 30 h 32"/>
                  <a:gd name="T26" fmla="*/ 31 w 75"/>
                  <a:gd name="T27" fmla="*/ 30 h 32"/>
                  <a:gd name="T28" fmla="*/ 33 w 75"/>
                  <a:gd name="T29" fmla="*/ 30 h 32"/>
                  <a:gd name="T30" fmla="*/ 35 w 75"/>
                  <a:gd name="T31" fmla="*/ 32 h 32"/>
                  <a:gd name="T32" fmla="*/ 35 w 75"/>
                  <a:gd name="T33" fmla="*/ 32 h 32"/>
                  <a:gd name="T34" fmla="*/ 37 w 75"/>
                  <a:gd name="T35" fmla="*/ 32 h 32"/>
                  <a:gd name="T36" fmla="*/ 41 w 75"/>
                  <a:gd name="T37" fmla="*/ 30 h 32"/>
                  <a:gd name="T38" fmla="*/ 42 w 75"/>
                  <a:gd name="T39" fmla="*/ 30 h 32"/>
                  <a:gd name="T40" fmla="*/ 44 w 75"/>
                  <a:gd name="T41" fmla="*/ 30 h 32"/>
                  <a:gd name="T42" fmla="*/ 46 w 75"/>
                  <a:gd name="T43" fmla="*/ 30 h 32"/>
                  <a:gd name="T44" fmla="*/ 48 w 75"/>
                  <a:gd name="T45" fmla="*/ 30 h 32"/>
                  <a:gd name="T46" fmla="*/ 48 w 75"/>
                  <a:gd name="T47" fmla="*/ 30 h 32"/>
                  <a:gd name="T48" fmla="*/ 50 w 75"/>
                  <a:gd name="T49" fmla="*/ 30 h 32"/>
                  <a:gd name="T50" fmla="*/ 58 w 75"/>
                  <a:gd name="T51" fmla="*/ 25 h 32"/>
                  <a:gd name="T52" fmla="*/ 62 w 75"/>
                  <a:gd name="T53" fmla="*/ 21 h 32"/>
                  <a:gd name="T54" fmla="*/ 65 w 75"/>
                  <a:gd name="T55" fmla="*/ 17 h 32"/>
                  <a:gd name="T56" fmla="*/ 67 w 75"/>
                  <a:gd name="T57" fmla="*/ 13 h 32"/>
                  <a:gd name="T58" fmla="*/ 69 w 75"/>
                  <a:gd name="T59" fmla="*/ 11 h 32"/>
                  <a:gd name="T60" fmla="*/ 71 w 75"/>
                  <a:gd name="T61" fmla="*/ 9 h 32"/>
                  <a:gd name="T62" fmla="*/ 71 w 75"/>
                  <a:gd name="T63" fmla="*/ 7 h 32"/>
                  <a:gd name="T64" fmla="*/ 73 w 75"/>
                  <a:gd name="T65" fmla="*/ 5 h 32"/>
                  <a:gd name="T66" fmla="*/ 73 w 75"/>
                  <a:gd name="T67" fmla="*/ 5 h 32"/>
                  <a:gd name="T68" fmla="*/ 73 w 75"/>
                  <a:gd name="T69" fmla="*/ 3 h 32"/>
                  <a:gd name="T70" fmla="*/ 73 w 75"/>
                  <a:gd name="T71" fmla="*/ 3 h 32"/>
                  <a:gd name="T72" fmla="*/ 75 w 75"/>
                  <a:gd name="T73" fmla="*/ 3 h 32"/>
                  <a:gd name="T74" fmla="*/ 75 w 75"/>
                  <a:gd name="T75" fmla="*/ 2 h 32"/>
                  <a:gd name="T76" fmla="*/ 75 w 75"/>
                  <a:gd name="T77" fmla="*/ 2 h 32"/>
                  <a:gd name="T78" fmla="*/ 75 w 75"/>
                  <a:gd name="T79" fmla="*/ 0 h 32"/>
                  <a:gd name="T80" fmla="*/ 75 w 75"/>
                  <a:gd name="T81" fmla="*/ 0 h 32"/>
                  <a:gd name="T82" fmla="*/ 0 w 75"/>
                  <a:gd name="T83" fmla="*/ 0 h 32"/>
                  <a:gd name="T84" fmla="*/ 0 w 75"/>
                  <a:gd name="T85" fmla="*/ 2 h 32"/>
                  <a:gd name="T86" fmla="*/ 2 w 75"/>
                  <a:gd name="T87" fmla="*/ 3 h 32"/>
                  <a:gd name="T88" fmla="*/ 2 w 75"/>
                  <a:gd name="T89" fmla="*/ 7 h 32"/>
                  <a:gd name="T90" fmla="*/ 4 w 75"/>
                  <a:gd name="T91" fmla="*/ 9 h 32"/>
                  <a:gd name="T92" fmla="*/ 4 w 75"/>
                  <a:gd name="T93" fmla="*/ 11 h 32"/>
                  <a:gd name="T94" fmla="*/ 4 w 75"/>
                  <a:gd name="T95" fmla="*/ 11 h 32"/>
                  <a:gd name="T96" fmla="*/ 6 w 75"/>
                  <a:gd name="T97" fmla="*/ 13 h 32"/>
                  <a:gd name="T98" fmla="*/ 6 w 75"/>
                  <a:gd name="T99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5" h="32">
                    <a:moveTo>
                      <a:pt x="6" y="13"/>
                    </a:moveTo>
                    <a:lnTo>
                      <a:pt x="4" y="11"/>
                    </a:lnTo>
                    <a:lnTo>
                      <a:pt x="6" y="11"/>
                    </a:lnTo>
                    <a:lnTo>
                      <a:pt x="8" y="13"/>
                    </a:lnTo>
                    <a:lnTo>
                      <a:pt x="10" y="15"/>
                    </a:lnTo>
                    <a:lnTo>
                      <a:pt x="12" y="19"/>
                    </a:lnTo>
                    <a:lnTo>
                      <a:pt x="16" y="21"/>
                    </a:lnTo>
                    <a:lnTo>
                      <a:pt x="18" y="25"/>
                    </a:lnTo>
                    <a:lnTo>
                      <a:pt x="19" y="26"/>
                    </a:lnTo>
                    <a:lnTo>
                      <a:pt x="23" y="26"/>
                    </a:lnTo>
                    <a:lnTo>
                      <a:pt x="25" y="28"/>
                    </a:lnTo>
                    <a:lnTo>
                      <a:pt x="27" y="30"/>
                    </a:lnTo>
                    <a:lnTo>
                      <a:pt x="29" y="30"/>
                    </a:lnTo>
                    <a:lnTo>
                      <a:pt x="31" y="30"/>
                    </a:lnTo>
                    <a:lnTo>
                      <a:pt x="33" y="30"/>
                    </a:lnTo>
                    <a:lnTo>
                      <a:pt x="35" y="32"/>
                    </a:lnTo>
                    <a:lnTo>
                      <a:pt x="35" y="32"/>
                    </a:lnTo>
                    <a:lnTo>
                      <a:pt x="37" y="32"/>
                    </a:lnTo>
                    <a:lnTo>
                      <a:pt x="41" y="30"/>
                    </a:lnTo>
                    <a:lnTo>
                      <a:pt x="42" y="30"/>
                    </a:lnTo>
                    <a:lnTo>
                      <a:pt x="44" y="30"/>
                    </a:lnTo>
                    <a:lnTo>
                      <a:pt x="46" y="30"/>
                    </a:lnTo>
                    <a:lnTo>
                      <a:pt x="48" y="30"/>
                    </a:lnTo>
                    <a:lnTo>
                      <a:pt x="48" y="30"/>
                    </a:lnTo>
                    <a:lnTo>
                      <a:pt x="50" y="30"/>
                    </a:lnTo>
                    <a:lnTo>
                      <a:pt x="58" y="25"/>
                    </a:lnTo>
                    <a:lnTo>
                      <a:pt x="62" y="21"/>
                    </a:lnTo>
                    <a:lnTo>
                      <a:pt x="65" y="17"/>
                    </a:lnTo>
                    <a:lnTo>
                      <a:pt x="67" y="13"/>
                    </a:lnTo>
                    <a:lnTo>
                      <a:pt x="69" y="11"/>
                    </a:lnTo>
                    <a:lnTo>
                      <a:pt x="71" y="9"/>
                    </a:lnTo>
                    <a:lnTo>
                      <a:pt x="71" y="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3" y="3"/>
                    </a:lnTo>
                    <a:lnTo>
                      <a:pt x="73" y="3"/>
                    </a:lnTo>
                    <a:lnTo>
                      <a:pt x="75" y="3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Freeform 13"/>
              <p:cNvSpPr>
                <a:spLocks/>
              </p:cNvSpPr>
              <p:nvPr/>
            </p:nvSpPr>
            <p:spPr bwMode="auto">
              <a:xfrm>
                <a:off x="1170" y="1228"/>
                <a:ext cx="62" cy="86"/>
              </a:xfrm>
              <a:custGeom>
                <a:avLst/>
                <a:gdLst>
                  <a:gd name="T0" fmla="*/ 60 w 62"/>
                  <a:gd name="T1" fmla="*/ 36 h 86"/>
                  <a:gd name="T2" fmla="*/ 60 w 62"/>
                  <a:gd name="T3" fmla="*/ 38 h 86"/>
                  <a:gd name="T4" fmla="*/ 42 w 62"/>
                  <a:gd name="T5" fmla="*/ 21 h 86"/>
                  <a:gd name="T6" fmla="*/ 40 w 62"/>
                  <a:gd name="T7" fmla="*/ 19 h 86"/>
                  <a:gd name="T8" fmla="*/ 39 w 62"/>
                  <a:gd name="T9" fmla="*/ 15 h 86"/>
                  <a:gd name="T10" fmla="*/ 39 w 62"/>
                  <a:gd name="T11" fmla="*/ 13 h 86"/>
                  <a:gd name="T12" fmla="*/ 37 w 62"/>
                  <a:gd name="T13" fmla="*/ 11 h 86"/>
                  <a:gd name="T14" fmla="*/ 35 w 62"/>
                  <a:gd name="T15" fmla="*/ 10 h 86"/>
                  <a:gd name="T16" fmla="*/ 33 w 62"/>
                  <a:gd name="T17" fmla="*/ 8 h 86"/>
                  <a:gd name="T18" fmla="*/ 31 w 62"/>
                  <a:gd name="T19" fmla="*/ 6 h 86"/>
                  <a:gd name="T20" fmla="*/ 29 w 62"/>
                  <a:gd name="T21" fmla="*/ 2 h 86"/>
                  <a:gd name="T22" fmla="*/ 25 w 62"/>
                  <a:gd name="T23" fmla="*/ 0 h 86"/>
                  <a:gd name="T24" fmla="*/ 16 w 62"/>
                  <a:gd name="T25" fmla="*/ 13 h 86"/>
                  <a:gd name="T26" fmla="*/ 14 w 62"/>
                  <a:gd name="T27" fmla="*/ 15 h 86"/>
                  <a:gd name="T28" fmla="*/ 12 w 62"/>
                  <a:gd name="T29" fmla="*/ 19 h 86"/>
                  <a:gd name="T30" fmla="*/ 10 w 62"/>
                  <a:gd name="T31" fmla="*/ 21 h 86"/>
                  <a:gd name="T32" fmla="*/ 8 w 62"/>
                  <a:gd name="T33" fmla="*/ 23 h 86"/>
                  <a:gd name="T34" fmla="*/ 6 w 62"/>
                  <a:gd name="T35" fmla="*/ 25 h 86"/>
                  <a:gd name="T36" fmla="*/ 4 w 62"/>
                  <a:gd name="T37" fmla="*/ 29 h 86"/>
                  <a:gd name="T38" fmla="*/ 2 w 62"/>
                  <a:gd name="T39" fmla="*/ 31 h 86"/>
                  <a:gd name="T40" fmla="*/ 2 w 62"/>
                  <a:gd name="T41" fmla="*/ 33 h 86"/>
                  <a:gd name="T42" fmla="*/ 0 w 62"/>
                  <a:gd name="T43" fmla="*/ 38 h 86"/>
                  <a:gd name="T44" fmla="*/ 6 w 62"/>
                  <a:gd name="T45" fmla="*/ 50 h 86"/>
                  <a:gd name="T46" fmla="*/ 8 w 62"/>
                  <a:gd name="T47" fmla="*/ 56 h 86"/>
                  <a:gd name="T48" fmla="*/ 12 w 62"/>
                  <a:gd name="T49" fmla="*/ 59 h 86"/>
                  <a:gd name="T50" fmla="*/ 16 w 62"/>
                  <a:gd name="T51" fmla="*/ 63 h 86"/>
                  <a:gd name="T52" fmla="*/ 18 w 62"/>
                  <a:gd name="T53" fmla="*/ 69 h 86"/>
                  <a:gd name="T54" fmla="*/ 21 w 62"/>
                  <a:gd name="T55" fmla="*/ 73 h 86"/>
                  <a:gd name="T56" fmla="*/ 25 w 62"/>
                  <a:gd name="T57" fmla="*/ 77 h 86"/>
                  <a:gd name="T58" fmla="*/ 29 w 62"/>
                  <a:gd name="T59" fmla="*/ 83 h 86"/>
                  <a:gd name="T60" fmla="*/ 33 w 62"/>
                  <a:gd name="T61" fmla="*/ 86 h 86"/>
                  <a:gd name="T62" fmla="*/ 37 w 62"/>
                  <a:gd name="T63" fmla="*/ 83 h 86"/>
                  <a:gd name="T64" fmla="*/ 42 w 62"/>
                  <a:gd name="T65" fmla="*/ 77 h 86"/>
                  <a:gd name="T66" fmla="*/ 46 w 62"/>
                  <a:gd name="T67" fmla="*/ 71 h 86"/>
                  <a:gd name="T68" fmla="*/ 50 w 62"/>
                  <a:gd name="T69" fmla="*/ 65 h 86"/>
                  <a:gd name="T70" fmla="*/ 54 w 62"/>
                  <a:gd name="T71" fmla="*/ 59 h 86"/>
                  <a:gd name="T72" fmla="*/ 58 w 62"/>
                  <a:gd name="T73" fmla="*/ 54 h 86"/>
                  <a:gd name="T74" fmla="*/ 60 w 62"/>
                  <a:gd name="T75" fmla="*/ 48 h 86"/>
                  <a:gd name="T76" fmla="*/ 62 w 62"/>
                  <a:gd name="T77" fmla="*/ 40 h 86"/>
                  <a:gd name="T78" fmla="*/ 60 w 62"/>
                  <a:gd name="T79" fmla="*/ 3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2" h="86">
                    <a:moveTo>
                      <a:pt x="60" y="36"/>
                    </a:moveTo>
                    <a:lnTo>
                      <a:pt x="60" y="38"/>
                    </a:lnTo>
                    <a:lnTo>
                      <a:pt x="42" y="21"/>
                    </a:lnTo>
                    <a:lnTo>
                      <a:pt x="40" y="19"/>
                    </a:lnTo>
                    <a:lnTo>
                      <a:pt x="39" y="15"/>
                    </a:lnTo>
                    <a:lnTo>
                      <a:pt x="39" y="13"/>
                    </a:lnTo>
                    <a:lnTo>
                      <a:pt x="37" y="11"/>
                    </a:lnTo>
                    <a:lnTo>
                      <a:pt x="35" y="10"/>
                    </a:lnTo>
                    <a:lnTo>
                      <a:pt x="33" y="8"/>
                    </a:lnTo>
                    <a:lnTo>
                      <a:pt x="31" y="6"/>
                    </a:lnTo>
                    <a:lnTo>
                      <a:pt x="29" y="2"/>
                    </a:lnTo>
                    <a:lnTo>
                      <a:pt x="25" y="0"/>
                    </a:lnTo>
                    <a:lnTo>
                      <a:pt x="16" y="13"/>
                    </a:lnTo>
                    <a:lnTo>
                      <a:pt x="14" y="15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8" y="23"/>
                    </a:lnTo>
                    <a:lnTo>
                      <a:pt x="6" y="25"/>
                    </a:lnTo>
                    <a:lnTo>
                      <a:pt x="4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0" y="38"/>
                    </a:lnTo>
                    <a:lnTo>
                      <a:pt x="6" y="50"/>
                    </a:lnTo>
                    <a:lnTo>
                      <a:pt x="8" y="56"/>
                    </a:lnTo>
                    <a:lnTo>
                      <a:pt x="12" y="59"/>
                    </a:lnTo>
                    <a:lnTo>
                      <a:pt x="16" y="63"/>
                    </a:lnTo>
                    <a:lnTo>
                      <a:pt x="18" y="69"/>
                    </a:lnTo>
                    <a:lnTo>
                      <a:pt x="21" y="73"/>
                    </a:lnTo>
                    <a:lnTo>
                      <a:pt x="25" y="77"/>
                    </a:lnTo>
                    <a:lnTo>
                      <a:pt x="29" y="83"/>
                    </a:lnTo>
                    <a:lnTo>
                      <a:pt x="33" y="86"/>
                    </a:lnTo>
                    <a:lnTo>
                      <a:pt x="37" y="83"/>
                    </a:lnTo>
                    <a:lnTo>
                      <a:pt x="42" y="77"/>
                    </a:lnTo>
                    <a:lnTo>
                      <a:pt x="46" y="71"/>
                    </a:lnTo>
                    <a:lnTo>
                      <a:pt x="50" y="65"/>
                    </a:lnTo>
                    <a:lnTo>
                      <a:pt x="54" y="59"/>
                    </a:lnTo>
                    <a:lnTo>
                      <a:pt x="58" y="54"/>
                    </a:lnTo>
                    <a:lnTo>
                      <a:pt x="60" y="48"/>
                    </a:lnTo>
                    <a:lnTo>
                      <a:pt x="62" y="40"/>
                    </a:lnTo>
                    <a:lnTo>
                      <a:pt x="60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Freeform 14"/>
              <p:cNvSpPr>
                <a:spLocks/>
              </p:cNvSpPr>
              <p:nvPr/>
            </p:nvSpPr>
            <p:spPr bwMode="auto">
              <a:xfrm>
                <a:off x="818" y="1343"/>
                <a:ext cx="469" cy="210"/>
              </a:xfrm>
              <a:custGeom>
                <a:avLst/>
                <a:gdLst>
                  <a:gd name="T0" fmla="*/ 31 w 469"/>
                  <a:gd name="T1" fmla="*/ 19 h 210"/>
                  <a:gd name="T2" fmla="*/ 25 w 469"/>
                  <a:gd name="T3" fmla="*/ 21 h 210"/>
                  <a:gd name="T4" fmla="*/ 21 w 469"/>
                  <a:gd name="T5" fmla="*/ 23 h 210"/>
                  <a:gd name="T6" fmla="*/ 15 w 469"/>
                  <a:gd name="T7" fmla="*/ 27 h 210"/>
                  <a:gd name="T8" fmla="*/ 11 w 469"/>
                  <a:gd name="T9" fmla="*/ 31 h 210"/>
                  <a:gd name="T10" fmla="*/ 9 w 469"/>
                  <a:gd name="T11" fmla="*/ 35 h 210"/>
                  <a:gd name="T12" fmla="*/ 6 w 469"/>
                  <a:gd name="T13" fmla="*/ 39 h 210"/>
                  <a:gd name="T14" fmla="*/ 4 w 469"/>
                  <a:gd name="T15" fmla="*/ 42 h 210"/>
                  <a:gd name="T16" fmla="*/ 2 w 469"/>
                  <a:gd name="T17" fmla="*/ 48 h 210"/>
                  <a:gd name="T18" fmla="*/ 0 w 469"/>
                  <a:gd name="T19" fmla="*/ 54 h 210"/>
                  <a:gd name="T20" fmla="*/ 0 w 469"/>
                  <a:gd name="T21" fmla="*/ 210 h 210"/>
                  <a:gd name="T22" fmla="*/ 469 w 469"/>
                  <a:gd name="T23" fmla="*/ 210 h 210"/>
                  <a:gd name="T24" fmla="*/ 467 w 469"/>
                  <a:gd name="T25" fmla="*/ 185 h 210"/>
                  <a:gd name="T26" fmla="*/ 467 w 469"/>
                  <a:gd name="T27" fmla="*/ 160 h 210"/>
                  <a:gd name="T28" fmla="*/ 467 w 469"/>
                  <a:gd name="T29" fmla="*/ 135 h 210"/>
                  <a:gd name="T30" fmla="*/ 465 w 469"/>
                  <a:gd name="T31" fmla="*/ 108 h 210"/>
                  <a:gd name="T32" fmla="*/ 463 w 469"/>
                  <a:gd name="T33" fmla="*/ 83 h 210"/>
                  <a:gd name="T34" fmla="*/ 460 w 469"/>
                  <a:gd name="T35" fmla="*/ 58 h 210"/>
                  <a:gd name="T36" fmla="*/ 454 w 469"/>
                  <a:gd name="T37" fmla="*/ 35 h 210"/>
                  <a:gd name="T38" fmla="*/ 444 w 469"/>
                  <a:gd name="T39" fmla="*/ 12 h 210"/>
                  <a:gd name="T40" fmla="*/ 442 w 469"/>
                  <a:gd name="T41" fmla="*/ 10 h 210"/>
                  <a:gd name="T42" fmla="*/ 437 w 469"/>
                  <a:gd name="T43" fmla="*/ 10 h 210"/>
                  <a:gd name="T44" fmla="*/ 385 w 469"/>
                  <a:gd name="T45" fmla="*/ 6 h 210"/>
                  <a:gd name="T46" fmla="*/ 335 w 469"/>
                  <a:gd name="T47" fmla="*/ 2 h 210"/>
                  <a:gd name="T48" fmla="*/ 285 w 469"/>
                  <a:gd name="T49" fmla="*/ 0 h 210"/>
                  <a:gd name="T50" fmla="*/ 234 w 469"/>
                  <a:gd name="T51" fmla="*/ 0 h 210"/>
                  <a:gd name="T52" fmla="*/ 184 w 469"/>
                  <a:gd name="T53" fmla="*/ 2 h 210"/>
                  <a:gd name="T54" fmla="*/ 132 w 469"/>
                  <a:gd name="T55" fmla="*/ 6 h 210"/>
                  <a:gd name="T56" fmla="*/ 82 w 469"/>
                  <a:gd name="T57" fmla="*/ 12 h 210"/>
                  <a:gd name="T58" fmla="*/ 31 w 469"/>
                  <a:gd name="T59" fmla="*/ 1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9" h="210">
                    <a:moveTo>
                      <a:pt x="31" y="19"/>
                    </a:moveTo>
                    <a:lnTo>
                      <a:pt x="25" y="21"/>
                    </a:lnTo>
                    <a:lnTo>
                      <a:pt x="21" y="23"/>
                    </a:lnTo>
                    <a:lnTo>
                      <a:pt x="15" y="27"/>
                    </a:lnTo>
                    <a:lnTo>
                      <a:pt x="11" y="31"/>
                    </a:lnTo>
                    <a:lnTo>
                      <a:pt x="9" y="35"/>
                    </a:lnTo>
                    <a:lnTo>
                      <a:pt x="6" y="39"/>
                    </a:lnTo>
                    <a:lnTo>
                      <a:pt x="4" y="42"/>
                    </a:lnTo>
                    <a:lnTo>
                      <a:pt x="2" y="48"/>
                    </a:lnTo>
                    <a:lnTo>
                      <a:pt x="0" y="54"/>
                    </a:lnTo>
                    <a:lnTo>
                      <a:pt x="0" y="210"/>
                    </a:lnTo>
                    <a:lnTo>
                      <a:pt x="469" y="210"/>
                    </a:lnTo>
                    <a:lnTo>
                      <a:pt x="467" y="185"/>
                    </a:lnTo>
                    <a:lnTo>
                      <a:pt x="467" y="160"/>
                    </a:lnTo>
                    <a:lnTo>
                      <a:pt x="467" y="135"/>
                    </a:lnTo>
                    <a:lnTo>
                      <a:pt x="465" y="108"/>
                    </a:lnTo>
                    <a:lnTo>
                      <a:pt x="463" y="83"/>
                    </a:lnTo>
                    <a:lnTo>
                      <a:pt x="460" y="58"/>
                    </a:lnTo>
                    <a:lnTo>
                      <a:pt x="454" y="35"/>
                    </a:lnTo>
                    <a:lnTo>
                      <a:pt x="444" y="12"/>
                    </a:lnTo>
                    <a:lnTo>
                      <a:pt x="442" y="10"/>
                    </a:lnTo>
                    <a:lnTo>
                      <a:pt x="437" y="10"/>
                    </a:lnTo>
                    <a:lnTo>
                      <a:pt x="385" y="6"/>
                    </a:lnTo>
                    <a:lnTo>
                      <a:pt x="335" y="2"/>
                    </a:lnTo>
                    <a:lnTo>
                      <a:pt x="285" y="0"/>
                    </a:lnTo>
                    <a:lnTo>
                      <a:pt x="234" y="0"/>
                    </a:lnTo>
                    <a:lnTo>
                      <a:pt x="184" y="2"/>
                    </a:lnTo>
                    <a:lnTo>
                      <a:pt x="132" y="6"/>
                    </a:lnTo>
                    <a:lnTo>
                      <a:pt x="82" y="12"/>
                    </a:lnTo>
                    <a:lnTo>
                      <a:pt x="31" y="19"/>
                    </a:lnTo>
                    <a:close/>
                  </a:path>
                </a:pathLst>
              </a:custGeom>
              <a:solidFill>
                <a:srgbClr val="FF1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Freeform 15"/>
              <p:cNvSpPr>
                <a:spLocks/>
              </p:cNvSpPr>
              <p:nvPr/>
            </p:nvSpPr>
            <p:spPr bwMode="auto">
              <a:xfrm>
                <a:off x="1168" y="1409"/>
                <a:ext cx="48" cy="48"/>
              </a:xfrm>
              <a:custGeom>
                <a:avLst/>
                <a:gdLst>
                  <a:gd name="T0" fmla="*/ 46 w 48"/>
                  <a:gd name="T1" fmla="*/ 48 h 48"/>
                  <a:gd name="T2" fmla="*/ 46 w 48"/>
                  <a:gd name="T3" fmla="*/ 48 h 48"/>
                  <a:gd name="T4" fmla="*/ 48 w 48"/>
                  <a:gd name="T5" fmla="*/ 30 h 48"/>
                  <a:gd name="T6" fmla="*/ 48 w 48"/>
                  <a:gd name="T7" fmla="*/ 15 h 48"/>
                  <a:gd name="T8" fmla="*/ 44 w 48"/>
                  <a:gd name="T9" fmla="*/ 9 h 48"/>
                  <a:gd name="T10" fmla="*/ 42 w 48"/>
                  <a:gd name="T11" fmla="*/ 7 h 48"/>
                  <a:gd name="T12" fmla="*/ 42 w 48"/>
                  <a:gd name="T13" fmla="*/ 7 h 48"/>
                  <a:gd name="T14" fmla="*/ 42 w 48"/>
                  <a:gd name="T15" fmla="*/ 7 h 48"/>
                  <a:gd name="T16" fmla="*/ 42 w 48"/>
                  <a:gd name="T17" fmla="*/ 5 h 48"/>
                  <a:gd name="T18" fmla="*/ 42 w 48"/>
                  <a:gd name="T19" fmla="*/ 5 h 48"/>
                  <a:gd name="T20" fmla="*/ 42 w 48"/>
                  <a:gd name="T21" fmla="*/ 5 h 48"/>
                  <a:gd name="T22" fmla="*/ 42 w 48"/>
                  <a:gd name="T23" fmla="*/ 3 h 48"/>
                  <a:gd name="T24" fmla="*/ 41 w 48"/>
                  <a:gd name="T25" fmla="*/ 3 h 48"/>
                  <a:gd name="T26" fmla="*/ 23 w 48"/>
                  <a:gd name="T27" fmla="*/ 0 h 48"/>
                  <a:gd name="T28" fmla="*/ 8 w 48"/>
                  <a:gd name="T29" fmla="*/ 0 h 48"/>
                  <a:gd name="T30" fmla="*/ 4 w 48"/>
                  <a:gd name="T31" fmla="*/ 3 h 48"/>
                  <a:gd name="T32" fmla="*/ 2 w 48"/>
                  <a:gd name="T33" fmla="*/ 7 h 48"/>
                  <a:gd name="T34" fmla="*/ 0 w 48"/>
                  <a:gd name="T35" fmla="*/ 11 h 48"/>
                  <a:gd name="T36" fmla="*/ 0 w 48"/>
                  <a:gd name="T37" fmla="*/ 15 h 48"/>
                  <a:gd name="T38" fmla="*/ 0 w 48"/>
                  <a:gd name="T39" fmla="*/ 19 h 48"/>
                  <a:gd name="T40" fmla="*/ 0 w 48"/>
                  <a:gd name="T41" fmla="*/ 23 h 48"/>
                  <a:gd name="T42" fmla="*/ 0 w 48"/>
                  <a:gd name="T43" fmla="*/ 26 h 48"/>
                  <a:gd name="T44" fmla="*/ 0 w 48"/>
                  <a:gd name="T45" fmla="*/ 30 h 48"/>
                  <a:gd name="T46" fmla="*/ 0 w 48"/>
                  <a:gd name="T47" fmla="*/ 48 h 48"/>
                  <a:gd name="T48" fmla="*/ 12 w 48"/>
                  <a:gd name="T49" fmla="*/ 48 h 48"/>
                  <a:gd name="T50" fmla="*/ 46 w 48"/>
                  <a:gd name="T5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8" h="48">
                    <a:moveTo>
                      <a:pt x="46" y="48"/>
                    </a:moveTo>
                    <a:lnTo>
                      <a:pt x="46" y="48"/>
                    </a:lnTo>
                    <a:lnTo>
                      <a:pt x="48" y="30"/>
                    </a:lnTo>
                    <a:lnTo>
                      <a:pt x="48" y="15"/>
                    </a:lnTo>
                    <a:lnTo>
                      <a:pt x="44" y="9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3"/>
                    </a:lnTo>
                    <a:lnTo>
                      <a:pt x="41" y="3"/>
                    </a:lnTo>
                    <a:lnTo>
                      <a:pt x="23" y="0"/>
                    </a:lnTo>
                    <a:lnTo>
                      <a:pt x="8" y="0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0" y="48"/>
                    </a:lnTo>
                    <a:lnTo>
                      <a:pt x="12" y="48"/>
                    </a:lnTo>
                    <a:lnTo>
                      <a:pt x="4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Freeform 16"/>
              <p:cNvSpPr>
                <a:spLocks/>
              </p:cNvSpPr>
              <p:nvPr/>
            </p:nvSpPr>
            <p:spPr bwMode="auto">
              <a:xfrm>
                <a:off x="889" y="1418"/>
                <a:ext cx="40" cy="48"/>
              </a:xfrm>
              <a:custGeom>
                <a:avLst/>
                <a:gdLst>
                  <a:gd name="T0" fmla="*/ 0 w 40"/>
                  <a:gd name="T1" fmla="*/ 46 h 48"/>
                  <a:gd name="T2" fmla="*/ 15 w 40"/>
                  <a:gd name="T3" fmla="*/ 48 h 48"/>
                  <a:gd name="T4" fmla="*/ 28 w 40"/>
                  <a:gd name="T5" fmla="*/ 48 h 48"/>
                  <a:gd name="T6" fmla="*/ 34 w 40"/>
                  <a:gd name="T7" fmla="*/ 42 h 48"/>
                  <a:gd name="T8" fmla="*/ 34 w 40"/>
                  <a:gd name="T9" fmla="*/ 42 h 48"/>
                  <a:gd name="T10" fmla="*/ 36 w 40"/>
                  <a:gd name="T11" fmla="*/ 42 h 48"/>
                  <a:gd name="T12" fmla="*/ 36 w 40"/>
                  <a:gd name="T13" fmla="*/ 42 h 48"/>
                  <a:gd name="T14" fmla="*/ 36 w 40"/>
                  <a:gd name="T15" fmla="*/ 40 h 48"/>
                  <a:gd name="T16" fmla="*/ 36 w 40"/>
                  <a:gd name="T17" fmla="*/ 40 h 48"/>
                  <a:gd name="T18" fmla="*/ 38 w 40"/>
                  <a:gd name="T19" fmla="*/ 40 h 48"/>
                  <a:gd name="T20" fmla="*/ 38 w 40"/>
                  <a:gd name="T21" fmla="*/ 40 h 48"/>
                  <a:gd name="T22" fmla="*/ 38 w 40"/>
                  <a:gd name="T23" fmla="*/ 40 h 48"/>
                  <a:gd name="T24" fmla="*/ 40 w 40"/>
                  <a:gd name="T25" fmla="*/ 23 h 48"/>
                  <a:gd name="T26" fmla="*/ 40 w 40"/>
                  <a:gd name="T27" fmla="*/ 0 h 48"/>
                  <a:gd name="T28" fmla="*/ 25 w 40"/>
                  <a:gd name="T29" fmla="*/ 0 h 48"/>
                  <a:gd name="T30" fmla="*/ 23 w 40"/>
                  <a:gd name="T31" fmla="*/ 0 h 48"/>
                  <a:gd name="T32" fmla="*/ 19 w 40"/>
                  <a:gd name="T33" fmla="*/ 0 h 48"/>
                  <a:gd name="T34" fmla="*/ 17 w 40"/>
                  <a:gd name="T35" fmla="*/ 2 h 48"/>
                  <a:gd name="T36" fmla="*/ 13 w 40"/>
                  <a:gd name="T37" fmla="*/ 2 h 48"/>
                  <a:gd name="T38" fmla="*/ 11 w 40"/>
                  <a:gd name="T39" fmla="*/ 4 h 48"/>
                  <a:gd name="T40" fmla="*/ 7 w 40"/>
                  <a:gd name="T41" fmla="*/ 4 h 48"/>
                  <a:gd name="T42" fmla="*/ 6 w 40"/>
                  <a:gd name="T43" fmla="*/ 6 h 48"/>
                  <a:gd name="T44" fmla="*/ 4 w 40"/>
                  <a:gd name="T45" fmla="*/ 6 h 48"/>
                  <a:gd name="T46" fmla="*/ 2 w 40"/>
                  <a:gd name="T47" fmla="*/ 6 h 48"/>
                  <a:gd name="T48" fmla="*/ 2 w 40"/>
                  <a:gd name="T49" fmla="*/ 6 h 48"/>
                  <a:gd name="T50" fmla="*/ 2 w 40"/>
                  <a:gd name="T51" fmla="*/ 6 h 48"/>
                  <a:gd name="T52" fmla="*/ 2 w 40"/>
                  <a:gd name="T53" fmla="*/ 6 h 48"/>
                  <a:gd name="T54" fmla="*/ 2 w 40"/>
                  <a:gd name="T55" fmla="*/ 6 h 48"/>
                  <a:gd name="T56" fmla="*/ 0 w 40"/>
                  <a:gd name="T57" fmla="*/ 8 h 48"/>
                  <a:gd name="T58" fmla="*/ 0 w 40"/>
                  <a:gd name="T59" fmla="*/ 8 h 48"/>
                  <a:gd name="T60" fmla="*/ 0 w 40"/>
                  <a:gd name="T61" fmla="*/ 8 h 48"/>
                  <a:gd name="T62" fmla="*/ 0 w 40"/>
                  <a:gd name="T63" fmla="*/ 44 h 48"/>
                  <a:gd name="T64" fmla="*/ 0 w 40"/>
                  <a:gd name="T65" fmla="*/ 4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48">
                    <a:moveTo>
                      <a:pt x="0" y="46"/>
                    </a:moveTo>
                    <a:lnTo>
                      <a:pt x="15" y="48"/>
                    </a:lnTo>
                    <a:lnTo>
                      <a:pt x="28" y="48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6" y="42"/>
                    </a:lnTo>
                    <a:lnTo>
                      <a:pt x="36" y="42"/>
                    </a:lnTo>
                    <a:lnTo>
                      <a:pt x="36" y="40"/>
                    </a:lnTo>
                    <a:lnTo>
                      <a:pt x="36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40" y="23"/>
                    </a:lnTo>
                    <a:lnTo>
                      <a:pt x="40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7" y="2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4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Freeform 17"/>
              <p:cNvSpPr>
                <a:spLocks/>
              </p:cNvSpPr>
              <p:nvPr/>
            </p:nvSpPr>
            <p:spPr bwMode="auto">
              <a:xfrm>
                <a:off x="1025" y="1409"/>
                <a:ext cx="48" cy="55"/>
              </a:xfrm>
              <a:custGeom>
                <a:avLst/>
                <a:gdLst>
                  <a:gd name="T0" fmla="*/ 17 w 48"/>
                  <a:gd name="T1" fmla="*/ 55 h 55"/>
                  <a:gd name="T2" fmla="*/ 32 w 48"/>
                  <a:gd name="T3" fmla="*/ 51 h 55"/>
                  <a:gd name="T4" fmla="*/ 34 w 48"/>
                  <a:gd name="T5" fmla="*/ 51 h 55"/>
                  <a:gd name="T6" fmla="*/ 34 w 48"/>
                  <a:gd name="T7" fmla="*/ 49 h 55"/>
                  <a:gd name="T8" fmla="*/ 36 w 48"/>
                  <a:gd name="T9" fmla="*/ 49 h 55"/>
                  <a:gd name="T10" fmla="*/ 36 w 48"/>
                  <a:gd name="T11" fmla="*/ 49 h 55"/>
                  <a:gd name="T12" fmla="*/ 36 w 48"/>
                  <a:gd name="T13" fmla="*/ 49 h 55"/>
                  <a:gd name="T14" fmla="*/ 38 w 48"/>
                  <a:gd name="T15" fmla="*/ 49 h 55"/>
                  <a:gd name="T16" fmla="*/ 38 w 48"/>
                  <a:gd name="T17" fmla="*/ 49 h 55"/>
                  <a:gd name="T18" fmla="*/ 40 w 48"/>
                  <a:gd name="T19" fmla="*/ 49 h 55"/>
                  <a:gd name="T20" fmla="*/ 46 w 48"/>
                  <a:gd name="T21" fmla="*/ 48 h 55"/>
                  <a:gd name="T22" fmla="*/ 48 w 48"/>
                  <a:gd name="T23" fmla="*/ 36 h 55"/>
                  <a:gd name="T24" fmla="*/ 48 w 48"/>
                  <a:gd name="T25" fmla="*/ 3 h 55"/>
                  <a:gd name="T26" fmla="*/ 46 w 48"/>
                  <a:gd name="T27" fmla="*/ 3 h 55"/>
                  <a:gd name="T28" fmla="*/ 21 w 48"/>
                  <a:gd name="T29" fmla="*/ 0 h 55"/>
                  <a:gd name="T30" fmla="*/ 19 w 48"/>
                  <a:gd name="T31" fmla="*/ 1 h 55"/>
                  <a:gd name="T32" fmla="*/ 15 w 48"/>
                  <a:gd name="T33" fmla="*/ 1 h 55"/>
                  <a:gd name="T34" fmla="*/ 13 w 48"/>
                  <a:gd name="T35" fmla="*/ 3 h 55"/>
                  <a:gd name="T36" fmla="*/ 9 w 48"/>
                  <a:gd name="T37" fmla="*/ 3 h 55"/>
                  <a:gd name="T38" fmla="*/ 7 w 48"/>
                  <a:gd name="T39" fmla="*/ 3 h 55"/>
                  <a:gd name="T40" fmla="*/ 5 w 48"/>
                  <a:gd name="T41" fmla="*/ 5 h 55"/>
                  <a:gd name="T42" fmla="*/ 2 w 48"/>
                  <a:gd name="T43" fmla="*/ 5 h 55"/>
                  <a:gd name="T44" fmla="*/ 0 w 48"/>
                  <a:gd name="T45" fmla="*/ 7 h 55"/>
                  <a:gd name="T46" fmla="*/ 0 w 48"/>
                  <a:gd name="T47" fmla="*/ 49 h 55"/>
                  <a:gd name="T48" fmla="*/ 17 w 48"/>
                  <a:gd name="T4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55">
                    <a:moveTo>
                      <a:pt x="17" y="55"/>
                    </a:moveTo>
                    <a:lnTo>
                      <a:pt x="32" y="51"/>
                    </a:lnTo>
                    <a:lnTo>
                      <a:pt x="34" y="51"/>
                    </a:lnTo>
                    <a:lnTo>
                      <a:pt x="34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8" y="49"/>
                    </a:lnTo>
                    <a:lnTo>
                      <a:pt x="38" y="49"/>
                    </a:lnTo>
                    <a:lnTo>
                      <a:pt x="40" y="49"/>
                    </a:lnTo>
                    <a:lnTo>
                      <a:pt x="46" y="48"/>
                    </a:lnTo>
                    <a:lnTo>
                      <a:pt x="48" y="36"/>
                    </a:lnTo>
                    <a:lnTo>
                      <a:pt x="48" y="3"/>
                    </a:lnTo>
                    <a:lnTo>
                      <a:pt x="46" y="3"/>
                    </a:lnTo>
                    <a:lnTo>
                      <a:pt x="21" y="0"/>
                    </a:lnTo>
                    <a:lnTo>
                      <a:pt x="19" y="1"/>
                    </a:lnTo>
                    <a:lnTo>
                      <a:pt x="15" y="1"/>
                    </a:lnTo>
                    <a:lnTo>
                      <a:pt x="13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49"/>
                    </a:lnTo>
                    <a:lnTo>
                      <a:pt x="17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Freeform 18"/>
              <p:cNvSpPr>
                <a:spLocks/>
              </p:cNvSpPr>
              <p:nvPr/>
            </p:nvSpPr>
            <p:spPr bwMode="auto">
              <a:xfrm>
                <a:off x="866" y="1393"/>
                <a:ext cx="86" cy="96"/>
              </a:xfrm>
              <a:custGeom>
                <a:avLst/>
                <a:gdLst>
                  <a:gd name="T0" fmla="*/ 59 w 86"/>
                  <a:gd name="T1" fmla="*/ 0 h 96"/>
                  <a:gd name="T2" fmla="*/ 42 w 86"/>
                  <a:gd name="T3" fmla="*/ 0 h 96"/>
                  <a:gd name="T4" fmla="*/ 23 w 86"/>
                  <a:gd name="T5" fmla="*/ 6 h 96"/>
                  <a:gd name="T6" fmla="*/ 15 w 86"/>
                  <a:gd name="T7" fmla="*/ 10 h 96"/>
                  <a:gd name="T8" fmla="*/ 13 w 86"/>
                  <a:gd name="T9" fmla="*/ 10 h 96"/>
                  <a:gd name="T10" fmla="*/ 13 w 86"/>
                  <a:gd name="T11" fmla="*/ 12 h 96"/>
                  <a:gd name="T12" fmla="*/ 23 w 86"/>
                  <a:gd name="T13" fmla="*/ 33 h 96"/>
                  <a:gd name="T14" fmla="*/ 25 w 86"/>
                  <a:gd name="T15" fmla="*/ 31 h 96"/>
                  <a:gd name="T16" fmla="*/ 27 w 86"/>
                  <a:gd name="T17" fmla="*/ 31 h 96"/>
                  <a:gd name="T18" fmla="*/ 34 w 86"/>
                  <a:gd name="T19" fmla="*/ 29 h 96"/>
                  <a:gd name="T20" fmla="*/ 42 w 86"/>
                  <a:gd name="T21" fmla="*/ 25 h 96"/>
                  <a:gd name="T22" fmla="*/ 63 w 86"/>
                  <a:gd name="T23" fmla="*/ 25 h 96"/>
                  <a:gd name="T24" fmla="*/ 61 w 86"/>
                  <a:gd name="T25" fmla="*/ 65 h 96"/>
                  <a:gd name="T26" fmla="*/ 59 w 86"/>
                  <a:gd name="T27" fmla="*/ 65 h 96"/>
                  <a:gd name="T28" fmla="*/ 57 w 86"/>
                  <a:gd name="T29" fmla="*/ 67 h 96"/>
                  <a:gd name="T30" fmla="*/ 38 w 86"/>
                  <a:gd name="T31" fmla="*/ 73 h 96"/>
                  <a:gd name="T32" fmla="*/ 23 w 86"/>
                  <a:gd name="T33" fmla="*/ 33 h 96"/>
                  <a:gd name="T34" fmla="*/ 11 w 86"/>
                  <a:gd name="T35" fmla="*/ 12 h 96"/>
                  <a:gd name="T36" fmla="*/ 11 w 86"/>
                  <a:gd name="T37" fmla="*/ 12 h 96"/>
                  <a:gd name="T38" fmla="*/ 11 w 86"/>
                  <a:gd name="T39" fmla="*/ 12 h 96"/>
                  <a:gd name="T40" fmla="*/ 4 w 86"/>
                  <a:gd name="T41" fmla="*/ 14 h 96"/>
                  <a:gd name="T42" fmla="*/ 0 w 86"/>
                  <a:gd name="T43" fmla="*/ 19 h 96"/>
                  <a:gd name="T44" fmla="*/ 0 w 86"/>
                  <a:gd name="T45" fmla="*/ 29 h 96"/>
                  <a:gd name="T46" fmla="*/ 0 w 86"/>
                  <a:gd name="T47" fmla="*/ 46 h 96"/>
                  <a:gd name="T48" fmla="*/ 0 w 86"/>
                  <a:gd name="T49" fmla="*/ 64 h 96"/>
                  <a:gd name="T50" fmla="*/ 0 w 86"/>
                  <a:gd name="T51" fmla="*/ 75 h 96"/>
                  <a:gd name="T52" fmla="*/ 0 w 86"/>
                  <a:gd name="T53" fmla="*/ 77 h 96"/>
                  <a:gd name="T54" fmla="*/ 2 w 86"/>
                  <a:gd name="T55" fmla="*/ 81 h 96"/>
                  <a:gd name="T56" fmla="*/ 7 w 86"/>
                  <a:gd name="T57" fmla="*/ 90 h 96"/>
                  <a:gd name="T58" fmla="*/ 11 w 86"/>
                  <a:gd name="T59" fmla="*/ 92 h 96"/>
                  <a:gd name="T60" fmla="*/ 15 w 86"/>
                  <a:gd name="T61" fmla="*/ 94 h 96"/>
                  <a:gd name="T62" fmla="*/ 30 w 86"/>
                  <a:gd name="T63" fmla="*/ 96 h 96"/>
                  <a:gd name="T64" fmla="*/ 36 w 86"/>
                  <a:gd name="T65" fmla="*/ 96 h 96"/>
                  <a:gd name="T66" fmla="*/ 44 w 86"/>
                  <a:gd name="T67" fmla="*/ 96 h 96"/>
                  <a:gd name="T68" fmla="*/ 57 w 86"/>
                  <a:gd name="T69" fmla="*/ 96 h 96"/>
                  <a:gd name="T70" fmla="*/ 59 w 86"/>
                  <a:gd name="T71" fmla="*/ 96 h 96"/>
                  <a:gd name="T72" fmla="*/ 63 w 86"/>
                  <a:gd name="T73" fmla="*/ 94 h 96"/>
                  <a:gd name="T74" fmla="*/ 74 w 86"/>
                  <a:gd name="T75" fmla="*/ 89 h 96"/>
                  <a:gd name="T76" fmla="*/ 80 w 86"/>
                  <a:gd name="T77" fmla="*/ 87 h 96"/>
                  <a:gd name="T78" fmla="*/ 84 w 86"/>
                  <a:gd name="T79" fmla="*/ 83 h 96"/>
                  <a:gd name="T80" fmla="*/ 86 w 86"/>
                  <a:gd name="T81" fmla="*/ 65 h 96"/>
                  <a:gd name="T82" fmla="*/ 86 w 86"/>
                  <a:gd name="T83" fmla="*/ 10 h 96"/>
                  <a:gd name="T84" fmla="*/ 82 w 86"/>
                  <a:gd name="T85" fmla="*/ 4 h 96"/>
                  <a:gd name="T86" fmla="*/ 76 w 86"/>
                  <a:gd name="T87" fmla="*/ 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96">
                    <a:moveTo>
                      <a:pt x="76" y="2"/>
                    </a:moveTo>
                    <a:lnTo>
                      <a:pt x="67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2"/>
                    </a:lnTo>
                    <a:lnTo>
                      <a:pt x="29" y="4"/>
                    </a:lnTo>
                    <a:lnTo>
                      <a:pt x="23" y="6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7" y="31"/>
                    </a:lnTo>
                    <a:lnTo>
                      <a:pt x="29" y="31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6" y="27"/>
                    </a:lnTo>
                    <a:lnTo>
                      <a:pt x="40" y="27"/>
                    </a:lnTo>
                    <a:lnTo>
                      <a:pt x="42" y="25"/>
                    </a:lnTo>
                    <a:lnTo>
                      <a:pt x="46" y="25"/>
                    </a:lnTo>
                    <a:lnTo>
                      <a:pt x="48" y="25"/>
                    </a:lnTo>
                    <a:lnTo>
                      <a:pt x="63" y="25"/>
                    </a:lnTo>
                    <a:lnTo>
                      <a:pt x="63" y="48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59" y="65"/>
                    </a:lnTo>
                    <a:lnTo>
                      <a:pt x="59" y="65"/>
                    </a:lnTo>
                    <a:lnTo>
                      <a:pt x="59" y="67"/>
                    </a:lnTo>
                    <a:lnTo>
                      <a:pt x="59" y="67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1" y="73"/>
                    </a:lnTo>
                    <a:lnTo>
                      <a:pt x="38" y="73"/>
                    </a:lnTo>
                    <a:lnTo>
                      <a:pt x="23" y="71"/>
                    </a:lnTo>
                    <a:lnTo>
                      <a:pt x="23" y="69"/>
                    </a:lnTo>
                    <a:lnTo>
                      <a:pt x="23" y="33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2"/>
                    </a:lnTo>
                    <a:lnTo>
                      <a:pt x="6" y="12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0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69"/>
                    </a:lnTo>
                    <a:lnTo>
                      <a:pt x="0" y="75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9"/>
                    </a:lnTo>
                    <a:lnTo>
                      <a:pt x="0" y="79"/>
                    </a:lnTo>
                    <a:lnTo>
                      <a:pt x="2" y="81"/>
                    </a:lnTo>
                    <a:lnTo>
                      <a:pt x="2" y="81"/>
                    </a:lnTo>
                    <a:lnTo>
                      <a:pt x="7" y="90"/>
                    </a:lnTo>
                    <a:lnTo>
                      <a:pt x="7" y="90"/>
                    </a:lnTo>
                    <a:lnTo>
                      <a:pt x="9" y="92"/>
                    </a:lnTo>
                    <a:lnTo>
                      <a:pt x="9" y="92"/>
                    </a:lnTo>
                    <a:lnTo>
                      <a:pt x="11" y="92"/>
                    </a:lnTo>
                    <a:lnTo>
                      <a:pt x="11" y="94"/>
                    </a:lnTo>
                    <a:lnTo>
                      <a:pt x="13" y="94"/>
                    </a:lnTo>
                    <a:lnTo>
                      <a:pt x="15" y="94"/>
                    </a:lnTo>
                    <a:lnTo>
                      <a:pt x="15" y="94"/>
                    </a:lnTo>
                    <a:lnTo>
                      <a:pt x="27" y="96"/>
                    </a:lnTo>
                    <a:lnTo>
                      <a:pt x="30" y="96"/>
                    </a:lnTo>
                    <a:lnTo>
                      <a:pt x="32" y="96"/>
                    </a:lnTo>
                    <a:lnTo>
                      <a:pt x="34" y="96"/>
                    </a:lnTo>
                    <a:lnTo>
                      <a:pt x="36" y="96"/>
                    </a:lnTo>
                    <a:lnTo>
                      <a:pt x="40" y="96"/>
                    </a:lnTo>
                    <a:lnTo>
                      <a:pt x="42" y="96"/>
                    </a:lnTo>
                    <a:lnTo>
                      <a:pt x="44" y="96"/>
                    </a:lnTo>
                    <a:lnTo>
                      <a:pt x="46" y="96"/>
                    </a:lnTo>
                    <a:lnTo>
                      <a:pt x="55" y="96"/>
                    </a:lnTo>
                    <a:lnTo>
                      <a:pt x="57" y="96"/>
                    </a:lnTo>
                    <a:lnTo>
                      <a:pt x="57" y="96"/>
                    </a:lnTo>
                    <a:lnTo>
                      <a:pt x="59" y="96"/>
                    </a:lnTo>
                    <a:lnTo>
                      <a:pt x="59" y="96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3" y="94"/>
                    </a:lnTo>
                    <a:lnTo>
                      <a:pt x="63" y="94"/>
                    </a:lnTo>
                    <a:lnTo>
                      <a:pt x="69" y="89"/>
                    </a:lnTo>
                    <a:lnTo>
                      <a:pt x="74" y="89"/>
                    </a:lnTo>
                    <a:lnTo>
                      <a:pt x="76" y="89"/>
                    </a:lnTo>
                    <a:lnTo>
                      <a:pt x="78" y="87"/>
                    </a:lnTo>
                    <a:lnTo>
                      <a:pt x="80" y="87"/>
                    </a:lnTo>
                    <a:lnTo>
                      <a:pt x="80" y="85"/>
                    </a:lnTo>
                    <a:lnTo>
                      <a:pt x="82" y="83"/>
                    </a:lnTo>
                    <a:lnTo>
                      <a:pt x="84" y="83"/>
                    </a:lnTo>
                    <a:lnTo>
                      <a:pt x="84" y="81"/>
                    </a:lnTo>
                    <a:lnTo>
                      <a:pt x="84" y="79"/>
                    </a:lnTo>
                    <a:lnTo>
                      <a:pt x="86" y="65"/>
                    </a:lnTo>
                    <a:lnTo>
                      <a:pt x="86" y="14"/>
                    </a:lnTo>
                    <a:lnTo>
                      <a:pt x="86" y="12"/>
                    </a:lnTo>
                    <a:lnTo>
                      <a:pt x="86" y="10"/>
                    </a:lnTo>
                    <a:lnTo>
                      <a:pt x="84" y="8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0" y="2"/>
                    </a:lnTo>
                    <a:lnTo>
                      <a:pt x="78" y="2"/>
                    </a:lnTo>
                    <a:lnTo>
                      <a:pt x="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Freeform 19"/>
              <p:cNvSpPr>
                <a:spLocks/>
              </p:cNvSpPr>
              <p:nvPr/>
            </p:nvSpPr>
            <p:spPr bwMode="auto">
              <a:xfrm>
                <a:off x="1000" y="1385"/>
                <a:ext cx="96" cy="104"/>
              </a:xfrm>
              <a:custGeom>
                <a:avLst/>
                <a:gdLst>
                  <a:gd name="T0" fmla="*/ 84 w 96"/>
                  <a:gd name="T1" fmla="*/ 6 h 104"/>
                  <a:gd name="T2" fmla="*/ 82 w 96"/>
                  <a:gd name="T3" fmla="*/ 4 h 104"/>
                  <a:gd name="T4" fmla="*/ 80 w 96"/>
                  <a:gd name="T5" fmla="*/ 4 h 104"/>
                  <a:gd name="T6" fmla="*/ 80 w 96"/>
                  <a:gd name="T7" fmla="*/ 4 h 104"/>
                  <a:gd name="T8" fmla="*/ 69 w 96"/>
                  <a:gd name="T9" fmla="*/ 0 h 104"/>
                  <a:gd name="T10" fmla="*/ 55 w 96"/>
                  <a:gd name="T11" fmla="*/ 0 h 104"/>
                  <a:gd name="T12" fmla="*/ 42 w 96"/>
                  <a:gd name="T13" fmla="*/ 0 h 104"/>
                  <a:gd name="T14" fmla="*/ 29 w 96"/>
                  <a:gd name="T15" fmla="*/ 2 h 104"/>
                  <a:gd name="T16" fmla="*/ 13 w 96"/>
                  <a:gd name="T17" fmla="*/ 8 h 104"/>
                  <a:gd name="T18" fmla="*/ 27 w 96"/>
                  <a:gd name="T19" fmla="*/ 29 h 104"/>
                  <a:gd name="T20" fmla="*/ 32 w 96"/>
                  <a:gd name="T21" fmla="*/ 27 h 104"/>
                  <a:gd name="T22" fmla="*/ 38 w 96"/>
                  <a:gd name="T23" fmla="*/ 27 h 104"/>
                  <a:gd name="T24" fmla="*/ 44 w 96"/>
                  <a:gd name="T25" fmla="*/ 25 h 104"/>
                  <a:gd name="T26" fmla="*/ 71 w 96"/>
                  <a:gd name="T27" fmla="*/ 27 h 104"/>
                  <a:gd name="T28" fmla="*/ 73 w 96"/>
                  <a:gd name="T29" fmla="*/ 60 h 104"/>
                  <a:gd name="T30" fmla="*/ 65 w 96"/>
                  <a:gd name="T31" fmla="*/ 73 h 104"/>
                  <a:gd name="T32" fmla="*/ 63 w 96"/>
                  <a:gd name="T33" fmla="*/ 73 h 104"/>
                  <a:gd name="T34" fmla="*/ 61 w 96"/>
                  <a:gd name="T35" fmla="*/ 73 h 104"/>
                  <a:gd name="T36" fmla="*/ 59 w 96"/>
                  <a:gd name="T37" fmla="*/ 73 h 104"/>
                  <a:gd name="T38" fmla="*/ 57 w 96"/>
                  <a:gd name="T39" fmla="*/ 75 h 104"/>
                  <a:gd name="T40" fmla="*/ 25 w 96"/>
                  <a:gd name="T41" fmla="*/ 73 h 104"/>
                  <a:gd name="T42" fmla="*/ 13 w 96"/>
                  <a:gd name="T43" fmla="*/ 8 h 104"/>
                  <a:gd name="T44" fmla="*/ 13 w 96"/>
                  <a:gd name="T45" fmla="*/ 8 h 104"/>
                  <a:gd name="T46" fmla="*/ 13 w 96"/>
                  <a:gd name="T47" fmla="*/ 8 h 104"/>
                  <a:gd name="T48" fmla="*/ 13 w 96"/>
                  <a:gd name="T49" fmla="*/ 8 h 104"/>
                  <a:gd name="T50" fmla="*/ 13 w 96"/>
                  <a:gd name="T51" fmla="*/ 8 h 104"/>
                  <a:gd name="T52" fmla="*/ 7 w 96"/>
                  <a:gd name="T53" fmla="*/ 10 h 104"/>
                  <a:gd name="T54" fmla="*/ 4 w 96"/>
                  <a:gd name="T55" fmla="*/ 12 h 104"/>
                  <a:gd name="T56" fmla="*/ 2 w 96"/>
                  <a:gd name="T57" fmla="*/ 16 h 104"/>
                  <a:gd name="T58" fmla="*/ 0 w 96"/>
                  <a:gd name="T59" fmla="*/ 20 h 104"/>
                  <a:gd name="T60" fmla="*/ 0 w 96"/>
                  <a:gd name="T61" fmla="*/ 35 h 104"/>
                  <a:gd name="T62" fmla="*/ 0 w 96"/>
                  <a:gd name="T63" fmla="*/ 50 h 104"/>
                  <a:gd name="T64" fmla="*/ 2 w 96"/>
                  <a:gd name="T65" fmla="*/ 64 h 104"/>
                  <a:gd name="T66" fmla="*/ 4 w 96"/>
                  <a:gd name="T67" fmla="*/ 79 h 104"/>
                  <a:gd name="T68" fmla="*/ 0 w 96"/>
                  <a:gd name="T69" fmla="*/ 83 h 104"/>
                  <a:gd name="T70" fmla="*/ 2 w 96"/>
                  <a:gd name="T71" fmla="*/ 85 h 104"/>
                  <a:gd name="T72" fmla="*/ 4 w 96"/>
                  <a:gd name="T73" fmla="*/ 89 h 104"/>
                  <a:gd name="T74" fmla="*/ 6 w 96"/>
                  <a:gd name="T75" fmla="*/ 91 h 104"/>
                  <a:gd name="T76" fmla="*/ 13 w 96"/>
                  <a:gd name="T77" fmla="*/ 95 h 104"/>
                  <a:gd name="T78" fmla="*/ 21 w 96"/>
                  <a:gd name="T79" fmla="*/ 98 h 104"/>
                  <a:gd name="T80" fmla="*/ 29 w 96"/>
                  <a:gd name="T81" fmla="*/ 102 h 104"/>
                  <a:gd name="T82" fmla="*/ 38 w 96"/>
                  <a:gd name="T83" fmla="*/ 104 h 104"/>
                  <a:gd name="T84" fmla="*/ 46 w 96"/>
                  <a:gd name="T85" fmla="*/ 104 h 104"/>
                  <a:gd name="T86" fmla="*/ 65 w 96"/>
                  <a:gd name="T87" fmla="*/ 97 h 104"/>
                  <a:gd name="T88" fmla="*/ 65 w 96"/>
                  <a:gd name="T89" fmla="*/ 97 h 104"/>
                  <a:gd name="T90" fmla="*/ 65 w 96"/>
                  <a:gd name="T91" fmla="*/ 97 h 104"/>
                  <a:gd name="T92" fmla="*/ 65 w 96"/>
                  <a:gd name="T93" fmla="*/ 97 h 104"/>
                  <a:gd name="T94" fmla="*/ 75 w 96"/>
                  <a:gd name="T95" fmla="*/ 97 h 104"/>
                  <a:gd name="T96" fmla="*/ 84 w 96"/>
                  <a:gd name="T97" fmla="*/ 97 h 104"/>
                  <a:gd name="T98" fmla="*/ 88 w 96"/>
                  <a:gd name="T99" fmla="*/ 95 h 104"/>
                  <a:gd name="T100" fmla="*/ 92 w 96"/>
                  <a:gd name="T101" fmla="*/ 93 h 104"/>
                  <a:gd name="T102" fmla="*/ 94 w 96"/>
                  <a:gd name="T103" fmla="*/ 89 h 104"/>
                  <a:gd name="T104" fmla="*/ 96 w 96"/>
                  <a:gd name="T105" fmla="*/ 73 h 104"/>
                  <a:gd name="T106" fmla="*/ 96 w 96"/>
                  <a:gd name="T107" fmla="*/ 22 h 104"/>
                  <a:gd name="T108" fmla="*/ 96 w 96"/>
                  <a:gd name="T109" fmla="*/ 20 h 104"/>
                  <a:gd name="T110" fmla="*/ 96 w 96"/>
                  <a:gd name="T111" fmla="*/ 18 h 104"/>
                  <a:gd name="T112" fmla="*/ 94 w 96"/>
                  <a:gd name="T113" fmla="*/ 16 h 104"/>
                  <a:gd name="T114" fmla="*/ 84 w 96"/>
                  <a:gd name="T115" fmla="*/ 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104">
                    <a:moveTo>
                      <a:pt x="84" y="6"/>
                    </a:moveTo>
                    <a:lnTo>
                      <a:pt x="84" y="6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2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78" y="2"/>
                    </a:lnTo>
                    <a:lnTo>
                      <a:pt x="69" y="0"/>
                    </a:lnTo>
                    <a:lnTo>
                      <a:pt x="63" y="0"/>
                    </a:lnTo>
                    <a:lnTo>
                      <a:pt x="55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0"/>
                    </a:lnTo>
                    <a:lnTo>
                      <a:pt x="29" y="2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25" y="31"/>
                    </a:lnTo>
                    <a:lnTo>
                      <a:pt x="27" y="29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4" y="27"/>
                    </a:lnTo>
                    <a:lnTo>
                      <a:pt x="38" y="27"/>
                    </a:lnTo>
                    <a:lnTo>
                      <a:pt x="40" y="25"/>
                    </a:lnTo>
                    <a:lnTo>
                      <a:pt x="44" y="25"/>
                    </a:lnTo>
                    <a:lnTo>
                      <a:pt x="46" y="24"/>
                    </a:lnTo>
                    <a:lnTo>
                      <a:pt x="71" y="27"/>
                    </a:lnTo>
                    <a:lnTo>
                      <a:pt x="73" y="27"/>
                    </a:lnTo>
                    <a:lnTo>
                      <a:pt x="73" y="60"/>
                    </a:lnTo>
                    <a:lnTo>
                      <a:pt x="71" y="72"/>
                    </a:lnTo>
                    <a:lnTo>
                      <a:pt x="65" y="73"/>
                    </a:lnTo>
                    <a:lnTo>
                      <a:pt x="63" y="73"/>
                    </a:lnTo>
                    <a:lnTo>
                      <a:pt x="63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59" y="73"/>
                    </a:lnTo>
                    <a:lnTo>
                      <a:pt x="59" y="75"/>
                    </a:lnTo>
                    <a:lnTo>
                      <a:pt x="57" y="75"/>
                    </a:lnTo>
                    <a:lnTo>
                      <a:pt x="42" y="79"/>
                    </a:lnTo>
                    <a:lnTo>
                      <a:pt x="25" y="73"/>
                    </a:lnTo>
                    <a:lnTo>
                      <a:pt x="25" y="31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0" y="35"/>
                    </a:lnTo>
                    <a:lnTo>
                      <a:pt x="0" y="43"/>
                    </a:lnTo>
                    <a:lnTo>
                      <a:pt x="0" y="50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2" y="72"/>
                    </a:lnTo>
                    <a:lnTo>
                      <a:pt x="4" y="79"/>
                    </a:lnTo>
                    <a:lnTo>
                      <a:pt x="0" y="81"/>
                    </a:lnTo>
                    <a:lnTo>
                      <a:pt x="0" y="83"/>
                    </a:lnTo>
                    <a:lnTo>
                      <a:pt x="2" y="85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6" y="91"/>
                    </a:lnTo>
                    <a:lnTo>
                      <a:pt x="6" y="91"/>
                    </a:lnTo>
                    <a:lnTo>
                      <a:pt x="7" y="91"/>
                    </a:lnTo>
                    <a:lnTo>
                      <a:pt x="13" y="95"/>
                    </a:lnTo>
                    <a:lnTo>
                      <a:pt x="17" y="97"/>
                    </a:lnTo>
                    <a:lnTo>
                      <a:pt x="21" y="98"/>
                    </a:lnTo>
                    <a:lnTo>
                      <a:pt x="25" y="100"/>
                    </a:lnTo>
                    <a:lnTo>
                      <a:pt x="29" y="102"/>
                    </a:lnTo>
                    <a:lnTo>
                      <a:pt x="32" y="102"/>
                    </a:lnTo>
                    <a:lnTo>
                      <a:pt x="38" y="104"/>
                    </a:lnTo>
                    <a:lnTo>
                      <a:pt x="42" y="104"/>
                    </a:lnTo>
                    <a:lnTo>
                      <a:pt x="46" y="104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7" y="97"/>
                    </a:lnTo>
                    <a:lnTo>
                      <a:pt x="75" y="97"/>
                    </a:lnTo>
                    <a:lnTo>
                      <a:pt x="82" y="97"/>
                    </a:lnTo>
                    <a:lnTo>
                      <a:pt x="84" y="97"/>
                    </a:lnTo>
                    <a:lnTo>
                      <a:pt x="86" y="95"/>
                    </a:lnTo>
                    <a:lnTo>
                      <a:pt x="88" y="95"/>
                    </a:lnTo>
                    <a:lnTo>
                      <a:pt x="90" y="93"/>
                    </a:lnTo>
                    <a:lnTo>
                      <a:pt x="92" y="93"/>
                    </a:lnTo>
                    <a:lnTo>
                      <a:pt x="94" y="91"/>
                    </a:lnTo>
                    <a:lnTo>
                      <a:pt x="94" y="89"/>
                    </a:lnTo>
                    <a:lnTo>
                      <a:pt x="94" y="87"/>
                    </a:lnTo>
                    <a:lnTo>
                      <a:pt x="96" y="73"/>
                    </a:lnTo>
                    <a:lnTo>
                      <a:pt x="96" y="24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0"/>
                    </a:lnTo>
                    <a:lnTo>
                      <a:pt x="96" y="18"/>
                    </a:lnTo>
                    <a:lnTo>
                      <a:pt x="96" y="18"/>
                    </a:lnTo>
                    <a:lnTo>
                      <a:pt x="94" y="16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8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Freeform 20"/>
              <p:cNvSpPr>
                <a:spLocks/>
              </p:cNvSpPr>
              <p:nvPr/>
            </p:nvSpPr>
            <p:spPr bwMode="auto">
              <a:xfrm>
                <a:off x="1143" y="1385"/>
                <a:ext cx="96" cy="97"/>
              </a:xfrm>
              <a:custGeom>
                <a:avLst/>
                <a:gdLst>
                  <a:gd name="T0" fmla="*/ 90 w 96"/>
                  <a:gd name="T1" fmla="*/ 20 h 97"/>
                  <a:gd name="T2" fmla="*/ 89 w 96"/>
                  <a:gd name="T3" fmla="*/ 14 h 97"/>
                  <a:gd name="T4" fmla="*/ 89 w 96"/>
                  <a:gd name="T5" fmla="*/ 12 h 97"/>
                  <a:gd name="T6" fmla="*/ 87 w 96"/>
                  <a:gd name="T7" fmla="*/ 8 h 97"/>
                  <a:gd name="T8" fmla="*/ 83 w 96"/>
                  <a:gd name="T9" fmla="*/ 6 h 97"/>
                  <a:gd name="T10" fmla="*/ 66 w 96"/>
                  <a:gd name="T11" fmla="*/ 0 h 97"/>
                  <a:gd name="T12" fmla="*/ 29 w 96"/>
                  <a:gd name="T13" fmla="*/ 0 h 97"/>
                  <a:gd name="T14" fmla="*/ 25 w 96"/>
                  <a:gd name="T15" fmla="*/ 2 h 97"/>
                  <a:gd name="T16" fmla="*/ 23 w 96"/>
                  <a:gd name="T17" fmla="*/ 4 h 97"/>
                  <a:gd name="T18" fmla="*/ 22 w 96"/>
                  <a:gd name="T19" fmla="*/ 6 h 97"/>
                  <a:gd name="T20" fmla="*/ 18 w 96"/>
                  <a:gd name="T21" fmla="*/ 8 h 97"/>
                  <a:gd name="T22" fmla="*/ 16 w 96"/>
                  <a:gd name="T23" fmla="*/ 10 h 97"/>
                  <a:gd name="T24" fmla="*/ 12 w 96"/>
                  <a:gd name="T25" fmla="*/ 12 h 97"/>
                  <a:gd name="T26" fmla="*/ 10 w 96"/>
                  <a:gd name="T27" fmla="*/ 14 h 97"/>
                  <a:gd name="T28" fmla="*/ 6 w 96"/>
                  <a:gd name="T29" fmla="*/ 24 h 97"/>
                  <a:gd name="T30" fmla="*/ 2 w 96"/>
                  <a:gd name="T31" fmla="*/ 41 h 97"/>
                  <a:gd name="T32" fmla="*/ 0 w 96"/>
                  <a:gd name="T33" fmla="*/ 56 h 97"/>
                  <a:gd name="T34" fmla="*/ 4 w 96"/>
                  <a:gd name="T35" fmla="*/ 73 h 97"/>
                  <a:gd name="T36" fmla="*/ 25 w 96"/>
                  <a:gd name="T37" fmla="*/ 72 h 97"/>
                  <a:gd name="T38" fmla="*/ 25 w 96"/>
                  <a:gd name="T39" fmla="*/ 50 h 97"/>
                  <a:gd name="T40" fmla="*/ 25 w 96"/>
                  <a:gd name="T41" fmla="*/ 43 h 97"/>
                  <a:gd name="T42" fmla="*/ 25 w 96"/>
                  <a:gd name="T43" fmla="*/ 35 h 97"/>
                  <a:gd name="T44" fmla="*/ 29 w 96"/>
                  <a:gd name="T45" fmla="*/ 27 h 97"/>
                  <a:gd name="T46" fmla="*/ 48 w 96"/>
                  <a:gd name="T47" fmla="*/ 24 h 97"/>
                  <a:gd name="T48" fmla="*/ 67 w 96"/>
                  <a:gd name="T49" fmla="*/ 27 h 97"/>
                  <a:gd name="T50" fmla="*/ 67 w 96"/>
                  <a:gd name="T51" fmla="*/ 29 h 97"/>
                  <a:gd name="T52" fmla="*/ 67 w 96"/>
                  <a:gd name="T53" fmla="*/ 31 h 97"/>
                  <a:gd name="T54" fmla="*/ 67 w 96"/>
                  <a:gd name="T55" fmla="*/ 31 h 97"/>
                  <a:gd name="T56" fmla="*/ 73 w 96"/>
                  <a:gd name="T57" fmla="*/ 39 h 97"/>
                  <a:gd name="T58" fmla="*/ 71 w 96"/>
                  <a:gd name="T59" fmla="*/ 72 h 97"/>
                  <a:gd name="T60" fmla="*/ 37 w 96"/>
                  <a:gd name="T61" fmla="*/ 72 h 97"/>
                  <a:gd name="T62" fmla="*/ 8 w 96"/>
                  <a:gd name="T63" fmla="*/ 83 h 97"/>
                  <a:gd name="T64" fmla="*/ 2 w 96"/>
                  <a:gd name="T65" fmla="*/ 83 h 97"/>
                  <a:gd name="T66" fmla="*/ 2 w 96"/>
                  <a:gd name="T67" fmla="*/ 87 h 97"/>
                  <a:gd name="T68" fmla="*/ 4 w 96"/>
                  <a:gd name="T69" fmla="*/ 91 h 97"/>
                  <a:gd name="T70" fmla="*/ 8 w 96"/>
                  <a:gd name="T71" fmla="*/ 93 h 97"/>
                  <a:gd name="T72" fmla="*/ 23 w 96"/>
                  <a:gd name="T73" fmla="*/ 97 h 97"/>
                  <a:gd name="T74" fmla="*/ 77 w 96"/>
                  <a:gd name="T75" fmla="*/ 97 h 97"/>
                  <a:gd name="T76" fmla="*/ 79 w 96"/>
                  <a:gd name="T77" fmla="*/ 97 h 97"/>
                  <a:gd name="T78" fmla="*/ 81 w 96"/>
                  <a:gd name="T79" fmla="*/ 95 h 97"/>
                  <a:gd name="T80" fmla="*/ 83 w 96"/>
                  <a:gd name="T81" fmla="*/ 93 h 97"/>
                  <a:gd name="T82" fmla="*/ 92 w 96"/>
                  <a:gd name="T83" fmla="*/ 85 h 97"/>
                  <a:gd name="T84" fmla="*/ 92 w 96"/>
                  <a:gd name="T85" fmla="*/ 83 h 97"/>
                  <a:gd name="T86" fmla="*/ 94 w 96"/>
                  <a:gd name="T87" fmla="*/ 81 h 97"/>
                  <a:gd name="T88" fmla="*/ 94 w 96"/>
                  <a:gd name="T89" fmla="*/ 79 h 97"/>
                  <a:gd name="T90" fmla="*/ 94 w 96"/>
                  <a:gd name="T91" fmla="*/ 77 h 97"/>
                  <a:gd name="T92" fmla="*/ 96 w 96"/>
                  <a:gd name="T93" fmla="*/ 33 h 97"/>
                  <a:gd name="T94" fmla="*/ 96 w 96"/>
                  <a:gd name="T95" fmla="*/ 31 h 97"/>
                  <a:gd name="T96" fmla="*/ 96 w 96"/>
                  <a:gd name="T97" fmla="*/ 29 h 97"/>
                  <a:gd name="T98" fmla="*/ 96 w 96"/>
                  <a:gd name="T99" fmla="*/ 29 h 97"/>
                  <a:gd name="T100" fmla="*/ 94 w 96"/>
                  <a:gd name="T101" fmla="*/ 2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6" h="97">
                    <a:moveTo>
                      <a:pt x="94" y="27"/>
                    </a:moveTo>
                    <a:lnTo>
                      <a:pt x="90" y="20"/>
                    </a:lnTo>
                    <a:lnTo>
                      <a:pt x="89" y="16"/>
                    </a:lnTo>
                    <a:lnTo>
                      <a:pt x="89" y="14"/>
                    </a:lnTo>
                    <a:lnTo>
                      <a:pt x="89" y="12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7" y="8"/>
                    </a:lnTo>
                    <a:lnTo>
                      <a:pt x="85" y="8"/>
                    </a:lnTo>
                    <a:lnTo>
                      <a:pt x="83" y="6"/>
                    </a:lnTo>
                    <a:lnTo>
                      <a:pt x="83" y="6"/>
                    </a:lnTo>
                    <a:lnTo>
                      <a:pt x="66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2"/>
                    </a:lnTo>
                    <a:lnTo>
                      <a:pt x="23" y="2"/>
                    </a:lnTo>
                    <a:lnTo>
                      <a:pt x="23" y="4"/>
                    </a:lnTo>
                    <a:lnTo>
                      <a:pt x="22" y="4"/>
                    </a:lnTo>
                    <a:lnTo>
                      <a:pt x="22" y="6"/>
                    </a:lnTo>
                    <a:lnTo>
                      <a:pt x="20" y="8"/>
                    </a:lnTo>
                    <a:lnTo>
                      <a:pt x="18" y="8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10" y="16"/>
                    </a:lnTo>
                    <a:lnTo>
                      <a:pt x="6" y="24"/>
                    </a:lnTo>
                    <a:lnTo>
                      <a:pt x="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6"/>
                    </a:lnTo>
                    <a:lnTo>
                      <a:pt x="2" y="66"/>
                    </a:lnTo>
                    <a:lnTo>
                      <a:pt x="4" y="73"/>
                    </a:lnTo>
                    <a:lnTo>
                      <a:pt x="8" y="83"/>
                    </a:lnTo>
                    <a:lnTo>
                      <a:pt x="25" y="72"/>
                    </a:lnTo>
                    <a:lnTo>
                      <a:pt x="25" y="54"/>
                    </a:lnTo>
                    <a:lnTo>
                      <a:pt x="25" y="50"/>
                    </a:lnTo>
                    <a:lnTo>
                      <a:pt x="25" y="47"/>
                    </a:lnTo>
                    <a:lnTo>
                      <a:pt x="25" y="43"/>
                    </a:lnTo>
                    <a:lnTo>
                      <a:pt x="25" y="39"/>
                    </a:lnTo>
                    <a:lnTo>
                      <a:pt x="25" y="35"/>
                    </a:lnTo>
                    <a:lnTo>
                      <a:pt x="27" y="31"/>
                    </a:lnTo>
                    <a:lnTo>
                      <a:pt x="29" y="27"/>
                    </a:lnTo>
                    <a:lnTo>
                      <a:pt x="33" y="24"/>
                    </a:lnTo>
                    <a:lnTo>
                      <a:pt x="48" y="24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3" y="39"/>
                    </a:lnTo>
                    <a:lnTo>
                      <a:pt x="73" y="54"/>
                    </a:lnTo>
                    <a:lnTo>
                      <a:pt x="71" y="72"/>
                    </a:lnTo>
                    <a:lnTo>
                      <a:pt x="71" y="72"/>
                    </a:lnTo>
                    <a:lnTo>
                      <a:pt x="37" y="72"/>
                    </a:lnTo>
                    <a:lnTo>
                      <a:pt x="25" y="72"/>
                    </a:lnTo>
                    <a:lnTo>
                      <a:pt x="8" y="83"/>
                    </a:lnTo>
                    <a:lnTo>
                      <a:pt x="0" y="81"/>
                    </a:lnTo>
                    <a:lnTo>
                      <a:pt x="2" y="83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8" y="93"/>
                    </a:lnTo>
                    <a:lnTo>
                      <a:pt x="10" y="93"/>
                    </a:lnTo>
                    <a:lnTo>
                      <a:pt x="23" y="97"/>
                    </a:lnTo>
                    <a:lnTo>
                      <a:pt x="75" y="97"/>
                    </a:lnTo>
                    <a:lnTo>
                      <a:pt x="77" y="97"/>
                    </a:lnTo>
                    <a:lnTo>
                      <a:pt x="77" y="97"/>
                    </a:lnTo>
                    <a:lnTo>
                      <a:pt x="79" y="97"/>
                    </a:lnTo>
                    <a:lnTo>
                      <a:pt x="79" y="95"/>
                    </a:lnTo>
                    <a:lnTo>
                      <a:pt x="81" y="95"/>
                    </a:lnTo>
                    <a:lnTo>
                      <a:pt x="81" y="95"/>
                    </a:lnTo>
                    <a:lnTo>
                      <a:pt x="83" y="93"/>
                    </a:lnTo>
                    <a:lnTo>
                      <a:pt x="83" y="93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3"/>
                    </a:lnTo>
                    <a:lnTo>
                      <a:pt x="94" y="83"/>
                    </a:lnTo>
                    <a:lnTo>
                      <a:pt x="94" y="81"/>
                    </a:lnTo>
                    <a:lnTo>
                      <a:pt x="94" y="81"/>
                    </a:lnTo>
                    <a:lnTo>
                      <a:pt x="94" y="79"/>
                    </a:lnTo>
                    <a:lnTo>
                      <a:pt x="94" y="79"/>
                    </a:lnTo>
                    <a:lnTo>
                      <a:pt x="94" y="77"/>
                    </a:lnTo>
                    <a:lnTo>
                      <a:pt x="96" y="66"/>
                    </a:lnTo>
                    <a:lnTo>
                      <a:pt x="96" y="33"/>
                    </a:lnTo>
                    <a:lnTo>
                      <a:pt x="96" y="33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4" y="27"/>
                    </a:lnTo>
                    <a:lnTo>
                      <a:pt x="9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Freeform 21"/>
              <p:cNvSpPr>
                <a:spLocks/>
              </p:cNvSpPr>
              <p:nvPr/>
            </p:nvSpPr>
            <p:spPr bwMode="auto">
              <a:xfrm>
                <a:off x="808" y="1578"/>
                <a:ext cx="106" cy="63"/>
              </a:xfrm>
              <a:custGeom>
                <a:avLst/>
                <a:gdLst>
                  <a:gd name="T0" fmla="*/ 85 w 106"/>
                  <a:gd name="T1" fmla="*/ 25 h 63"/>
                  <a:gd name="T2" fmla="*/ 69 w 106"/>
                  <a:gd name="T3" fmla="*/ 34 h 63"/>
                  <a:gd name="T4" fmla="*/ 69 w 106"/>
                  <a:gd name="T5" fmla="*/ 34 h 63"/>
                  <a:gd name="T6" fmla="*/ 67 w 106"/>
                  <a:gd name="T7" fmla="*/ 34 h 63"/>
                  <a:gd name="T8" fmla="*/ 67 w 106"/>
                  <a:gd name="T9" fmla="*/ 34 h 63"/>
                  <a:gd name="T10" fmla="*/ 64 w 106"/>
                  <a:gd name="T11" fmla="*/ 38 h 63"/>
                  <a:gd name="T12" fmla="*/ 41 w 106"/>
                  <a:gd name="T13" fmla="*/ 30 h 63"/>
                  <a:gd name="T14" fmla="*/ 25 w 106"/>
                  <a:gd name="T15" fmla="*/ 13 h 63"/>
                  <a:gd name="T16" fmla="*/ 23 w 106"/>
                  <a:gd name="T17" fmla="*/ 9 h 63"/>
                  <a:gd name="T18" fmla="*/ 23 w 106"/>
                  <a:gd name="T19" fmla="*/ 7 h 63"/>
                  <a:gd name="T20" fmla="*/ 23 w 106"/>
                  <a:gd name="T21" fmla="*/ 3 h 63"/>
                  <a:gd name="T22" fmla="*/ 25 w 106"/>
                  <a:gd name="T23" fmla="*/ 0 h 63"/>
                  <a:gd name="T24" fmla="*/ 0 w 106"/>
                  <a:gd name="T25" fmla="*/ 5 h 63"/>
                  <a:gd name="T26" fmla="*/ 2 w 106"/>
                  <a:gd name="T27" fmla="*/ 15 h 63"/>
                  <a:gd name="T28" fmla="*/ 4 w 106"/>
                  <a:gd name="T29" fmla="*/ 26 h 63"/>
                  <a:gd name="T30" fmla="*/ 10 w 106"/>
                  <a:gd name="T31" fmla="*/ 36 h 63"/>
                  <a:gd name="T32" fmla="*/ 19 w 106"/>
                  <a:gd name="T33" fmla="*/ 48 h 63"/>
                  <a:gd name="T34" fmla="*/ 21 w 106"/>
                  <a:gd name="T35" fmla="*/ 50 h 63"/>
                  <a:gd name="T36" fmla="*/ 23 w 106"/>
                  <a:gd name="T37" fmla="*/ 50 h 63"/>
                  <a:gd name="T38" fmla="*/ 23 w 106"/>
                  <a:gd name="T39" fmla="*/ 51 h 63"/>
                  <a:gd name="T40" fmla="*/ 25 w 106"/>
                  <a:gd name="T41" fmla="*/ 51 h 63"/>
                  <a:gd name="T42" fmla="*/ 33 w 106"/>
                  <a:gd name="T43" fmla="*/ 53 h 63"/>
                  <a:gd name="T44" fmla="*/ 39 w 106"/>
                  <a:gd name="T45" fmla="*/ 55 h 63"/>
                  <a:gd name="T46" fmla="*/ 42 w 106"/>
                  <a:gd name="T47" fmla="*/ 57 h 63"/>
                  <a:gd name="T48" fmla="*/ 48 w 106"/>
                  <a:gd name="T49" fmla="*/ 61 h 63"/>
                  <a:gd name="T50" fmla="*/ 65 w 106"/>
                  <a:gd name="T51" fmla="*/ 63 h 63"/>
                  <a:gd name="T52" fmla="*/ 67 w 106"/>
                  <a:gd name="T53" fmla="*/ 63 h 63"/>
                  <a:gd name="T54" fmla="*/ 69 w 106"/>
                  <a:gd name="T55" fmla="*/ 63 h 63"/>
                  <a:gd name="T56" fmla="*/ 71 w 106"/>
                  <a:gd name="T57" fmla="*/ 61 h 63"/>
                  <a:gd name="T58" fmla="*/ 73 w 106"/>
                  <a:gd name="T59" fmla="*/ 61 h 63"/>
                  <a:gd name="T60" fmla="*/ 83 w 106"/>
                  <a:gd name="T61" fmla="*/ 53 h 63"/>
                  <a:gd name="T62" fmla="*/ 85 w 106"/>
                  <a:gd name="T63" fmla="*/ 51 h 63"/>
                  <a:gd name="T64" fmla="*/ 88 w 106"/>
                  <a:gd name="T65" fmla="*/ 50 h 63"/>
                  <a:gd name="T66" fmla="*/ 92 w 106"/>
                  <a:gd name="T67" fmla="*/ 48 h 63"/>
                  <a:gd name="T68" fmla="*/ 102 w 106"/>
                  <a:gd name="T69" fmla="*/ 42 h 63"/>
                  <a:gd name="T70" fmla="*/ 102 w 106"/>
                  <a:gd name="T71" fmla="*/ 42 h 63"/>
                  <a:gd name="T72" fmla="*/ 104 w 106"/>
                  <a:gd name="T73" fmla="*/ 40 h 63"/>
                  <a:gd name="T74" fmla="*/ 106 w 106"/>
                  <a:gd name="T75" fmla="*/ 40 h 63"/>
                  <a:gd name="T76" fmla="*/ 106 w 106"/>
                  <a:gd name="T77" fmla="*/ 38 h 63"/>
                  <a:gd name="T78" fmla="*/ 102 w 106"/>
                  <a:gd name="T79" fmla="*/ 30 h 63"/>
                  <a:gd name="T80" fmla="*/ 98 w 106"/>
                  <a:gd name="T81" fmla="*/ 23 h 63"/>
                  <a:gd name="T82" fmla="*/ 94 w 106"/>
                  <a:gd name="T83" fmla="*/ 15 h 63"/>
                  <a:gd name="T84" fmla="*/ 90 w 106"/>
                  <a:gd name="T85" fmla="*/ 7 h 63"/>
                  <a:gd name="T86" fmla="*/ 90 w 106"/>
                  <a:gd name="T87" fmla="*/ 7 h 63"/>
                  <a:gd name="T88" fmla="*/ 90 w 106"/>
                  <a:gd name="T89" fmla="*/ 7 h 63"/>
                  <a:gd name="T90" fmla="*/ 90 w 106"/>
                  <a:gd name="T91" fmla="*/ 9 h 63"/>
                  <a:gd name="T92" fmla="*/ 88 w 106"/>
                  <a:gd name="T93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6" h="63">
                    <a:moveTo>
                      <a:pt x="88" y="9"/>
                    </a:moveTo>
                    <a:lnTo>
                      <a:pt x="85" y="25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4" y="38"/>
                    </a:lnTo>
                    <a:lnTo>
                      <a:pt x="39" y="30"/>
                    </a:lnTo>
                    <a:lnTo>
                      <a:pt x="41" y="30"/>
                    </a:lnTo>
                    <a:lnTo>
                      <a:pt x="37" y="30"/>
                    </a:lnTo>
                    <a:lnTo>
                      <a:pt x="25" y="13"/>
                    </a:lnTo>
                    <a:lnTo>
                      <a:pt x="25" y="11"/>
                    </a:lnTo>
                    <a:lnTo>
                      <a:pt x="23" y="9"/>
                    </a:lnTo>
                    <a:lnTo>
                      <a:pt x="23" y="7"/>
                    </a:lnTo>
                    <a:lnTo>
                      <a:pt x="23" y="7"/>
                    </a:lnTo>
                    <a:lnTo>
                      <a:pt x="23" y="5"/>
                    </a:lnTo>
                    <a:lnTo>
                      <a:pt x="23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2" y="15"/>
                    </a:lnTo>
                    <a:lnTo>
                      <a:pt x="2" y="21"/>
                    </a:lnTo>
                    <a:lnTo>
                      <a:pt x="4" y="26"/>
                    </a:lnTo>
                    <a:lnTo>
                      <a:pt x="8" y="32"/>
                    </a:lnTo>
                    <a:lnTo>
                      <a:pt x="10" y="36"/>
                    </a:lnTo>
                    <a:lnTo>
                      <a:pt x="14" y="42"/>
                    </a:lnTo>
                    <a:lnTo>
                      <a:pt x="19" y="48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3" y="50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31" y="51"/>
                    </a:lnTo>
                    <a:lnTo>
                      <a:pt x="33" y="53"/>
                    </a:lnTo>
                    <a:lnTo>
                      <a:pt x="37" y="53"/>
                    </a:lnTo>
                    <a:lnTo>
                      <a:pt x="39" y="55"/>
                    </a:lnTo>
                    <a:lnTo>
                      <a:pt x="41" y="57"/>
                    </a:lnTo>
                    <a:lnTo>
                      <a:pt x="42" y="57"/>
                    </a:lnTo>
                    <a:lnTo>
                      <a:pt x="46" y="59"/>
                    </a:lnTo>
                    <a:lnTo>
                      <a:pt x="48" y="61"/>
                    </a:lnTo>
                    <a:lnTo>
                      <a:pt x="50" y="61"/>
                    </a:lnTo>
                    <a:lnTo>
                      <a:pt x="65" y="63"/>
                    </a:lnTo>
                    <a:lnTo>
                      <a:pt x="65" y="63"/>
                    </a:lnTo>
                    <a:lnTo>
                      <a:pt x="67" y="63"/>
                    </a:lnTo>
                    <a:lnTo>
                      <a:pt x="67" y="63"/>
                    </a:lnTo>
                    <a:lnTo>
                      <a:pt x="69" y="63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3" y="61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1"/>
                    </a:lnTo>
                    <a:lnTo>
                      <a:pt x="87" y="51"/>
                    </a:lnTo>
                    <a:lnTo>
                      <a:pt x="88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4" y="48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4" y="40"/>
                    </a:lnTo>
                    <a:lnTo>
                      <a:pt x="106" y="40"/>
                    </a:lnTo>
                    <a:lnTo>
                      <a:pt x="106" y="38"/>
                    </a:lnTo>
                    <a:lnTo>
                      <a:pt x="106" y="38"/>
                    </a:lnTo>
                    <a:lnTo>
                      <a:pt x="104" y="34"/>
                    </a:lnTo>
                    <a:lnTo>
                      <a:pt x="102" y="30"/>
                    </a:lnTo>
                    <a:lnTo>
                      <a:pt x="100" y="26"/>
                    </a:lnTo>
                    <a:lnTo>
                      <a:pt x="98" y="23"/>
                    </a:lnTo>
                    <a:lnTo>
                      <a:pt x="96" y="19"/>
                    </a:lnTo>
                    <a:lnTo>
                      <a:pt x="94" y="15"/>
                    </a:lnTo>
                    <a:lnTo>
                      <a:pt x="92" y="11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8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Freeform 22"/>
              <p:cNvSpPr>
                <a:spLocks/>
              </p:cNvSpPr>
              <p:nvPr/>
            </p:nvSpPr>
            <p:spPr bwMode="auto">
              <a:xfrm>
                <a:off x="896" y="1578"/>
                <a:ext cx="121" cy="63"/>
              </a:xfrm>
              <a:custGeom>
                <a:avLst/>
                <a:gdLst>
                  <a:gd name="T0" fmla="*/ 96 w 121"/>
                  <a:gd name="T1" fmla="*/ 0 h 63"/>
                  <a:gd name="T2" fmla="*/ 96 w 121"/>
                  <a:gd name="T3" fmla="*/ 7 h 63"/>
                  <a:gd name="T4" fmla="*/ 94 w 121"/>
                  <a:gd name="T5" fmla="*/ 28 h 63"/>
                  <a:gd name="T6" fmla="*/ 90 w 121"/>
                  <a:gd name="T7" fmla="*/ 30 h 63"/>
                  <a:gd name="T8" fmla="*/ 87 w 121"/>
                  <a:gd name="T9" fmla="*/ 34 h 63"/>
                  <a:gd name="T10" fmla="*/ 81 w 121"/>
                  <a:gd name="T11" fmla="*/ 38 h 63"/>
                  <a:gd name="T12" fmla="*/ 81 w 121"/>
                  <a:gd name="T13" fmla="*/ 38 h 63"/>
                  <a:gd name="T14" fmla="*/ 83 w 121"/>
                  <a:gd name="T15" fmla="*/ 36 h 63"/>
                  <a:gd name="T16" fmla="*/ 83 w 121"/>
                  <a:gd name="T17" fmla="*/ 36 h 63"/>
                  <a:gd name="T18" fmla="*/ 81 w 121"/>
                  <a:gd name="T19" fmla="*/ 36 h 63"/>
                  <a:gd name="T20" fmla="*/ 77 w 121"/>
                  <a:gd name="T21" fmla="*/ 40 h 63"/>
                  <a:gd name="T22" fmla="*/ 56 w 121"/>
                  <a:gd name="T23" fmla="*/ 40 h 63"/>
                  <a:gd name="T24" fmla="*/ 56 w 121"/>
                  <a:gd name="T25" fmla="*/ 38 h 63"/>
                  <a:gd name="T26" fmla="*/ 52 w 121"/>
                  <a:gd name="T27" fmla="*/ 38 h 63"/>
                  <a:gd name="T28" fmla="*/ 48 w 121"/>
                  <a:gd name="T29" fmla="*/ 36 h 63"/>
                  <a:gd name="T30" fmla="*/ 43 w 121"/>
                  <a:gd name="T31" fmla="*/ 32 h 63"/>
                  <a:gd name="T32" fmla="*/ 39 w 121"/>
                  <a:gd name="T33" fmla="*/ 28 h 63"/>
                  <a:gd name="T34" fmla="*/ 35 w 121"/>
                  <a:gd name="T35" fmla="*/ 21 h 63"/>
                  <a:gd name="T36" fmla="*/ 33 w 121"/>
                  <a:gd name="T37" fmla="*/ 7 h 63"/>
                  <a:gd name="T38" fmla="*/ 35 w 121"/>
                  <a:gd name="T39" fmla="*/ 2 h 63"/>
                  <a:gd name="T40" fmla="*/ 33 w 121"/>
                  <a:gd name="T41" fmla="*/ 2 h 63"/>
                  <a:gd name="T42" fmla="*/ 33 w 121"/>
                  <a:gd name="T43" fmla="*/ 0 h 63"/>
                  <a:gd name="T44" fmla="*/ 31 w 121"/>
                  <a:gd name="T45" fmla="*/ 0 h 63"/>
                  <a:gd name="T46" fmla="*/ 31 w 121"/>
                  <a:gd name="T47" fmla="*/ 0 h 63"/>
                  <a:gd name="T48" fmla="*/ 0 w 121"/>
                  <a:gd name="T49" fmla="*/ 0 h 63"/>
                  <a:gd name="T50" fmla="*/ 2 w 121"/>
                  <a:gd name="T51" fmla="*/ 3 h 63"/>
                  <a:gd name="T52" fmla="*/ 2 w 121"/>
                  <a:gd name="T53" fmla="*/ 5 h 63"/>
                  <a:gd name="T54" fmla="*/ 2 w 121"/>
                  <a:gd name="T55" fmla="*/ 7 h 63"/>
                  <a:gd name="T56" fmla="*/ 8 w 121"/>
                  <a:gd name="T57" fmla="*/ 19 h 63"/>
                  <a:gd name="T58" fmla="*/ 14 w 121"/>
                  <a:gd name="T59" fmla="*/ 30 h 63"/>
                  <a:gd name="T60" fmla="*/ 18 w 121"/>
                  <a:gd name="T61" fmla="*/ 38 h 63"/>
                  <a:gd name="T62" fmla="*/ 20 w 121"/>
                  <a:gd name="T63" fmla="*/ 40 h 63"/>
                  <a:gd name="T64" fmla="*/ 20 w 121"/>
                  <a:gd name="T65" fmla="*/ 42 h 63"/>
                  <a:gd name="T66" fmla="*/ 41 w 121"/>
                  <a:gd name="T67" fmla="*/ 59 h 63"/>
                  <a:gd name="T68" fmla="*/ 43 w 121"/>
                  <a:gd name="T69" fmla="*/ 61 h 63"/>
                  <a:gd name="T70" fmla="*/ 46 w 121"/>
                  <a:gd name="T71" fmla="*/ 63 h 63"/>
                  <a:gd name="T72" fmla="*/ 81 w 121"/>
                  <a:gd name="T73" fmla="*/ 63 h 63"/>
                  <a:gd name="T74" fmla="*/ 85 w 121"/>
                  <a:gd name="T75" fmla="*/ 63 h 63"/>
                  <a:gd name="T76" fmla="*/ 87 w 121"/>
                  <a:gd name="T77" fmla="*/ 61 h 63"/>
                  <a:gd name="T78" fmla="*/ 96 w 121"/>
                  <a:gd name="T79" fmla="*/ 55 h 63"/>
                  <a:gd name="T80" fmla="*/ 111 w 121"/>
                  <a:gd name="T81" fmla="*/ 46 h 63"/>
                  <a:gd name="T82" fmla="*/ 113 w 121"/>
                  <a:gd name="T83" fmla="*/ 44 h 63"/>
                  <a:gd name="T84" fmla="*/ 117 w 121"/>
                  <a:gd name="T85" fmla="*/ 40 h 63"/>
                  <a:gd name="T86" fmla="*/ 121 w 121"/>
                  <a:gd name="T87" fmla="*/ 0 h 63"/>
                  <a:gd name="T88" fmla="*/ 121 w 121"/>
                  <a:gd name="T89" fmla="*/ 0 h 63"/>
                  <a:gd name="T90" fmla="*/ 121 w 121"/>
                  <a:gd name="T91" fmla="*/ 0 h 63"/>
                  <a:gd name="T92" fmla="*/ 96 w 121"/>
                  <a:gd name="T93" fmla="*/ 0 h 63"/>
                  <a:gd name="T94" fmla="*/ 96 w 121"/>
                  <a:gd name="T95" fmla="*/ 0 h 63"/>
                  <a:gd name="T96" fmla="*/ 96 w 121"/>
                  <a:gd name="T9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1" h="63">
                    <a:moveTo>
                      <a:pt x="96" y="0"/>
                    </a:moveTo>
                    <a:lnTo>
                      <a:pt x="96" y="0"/>
                    </a:lnTo>
                    <a:lnTo>
                      <a:pt x="96" y="0"/>
                    </a:lnTo>
                    <a:lnTo>
                      <a:pt x="96" y="2"/>
                    </a:lnTo>
                    <a:lnTo>
                      <a:pt x="96" y="3"/>
                    </a:lnTo>
                    <a:lnTo>
                      <a:pt x="96" y="7"/>
                    </a:lnTo>
                    <a:lnTo>
                      <a:pt x="96" y="11"/>
                    </a:lnTo>
                    <a:lnTo>
                      <a:pt x="94" y="19"/>
                    </a:lnTo>
                    <a:lnTo>
                      <a:pt x="94" y="28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89" y="32"/>
                    </a:lnTo>
                    <a:lnTo>
                      <a:pt x="87" y="34"/>
                    </a:lnTo>
                    <a:lnTo>
                      <a:pt x="83" y="36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1" y="36"/>
                    </a:lnTo>
                    <a:lnTo>
                      <a:pt x="81" y="38"/>
                    </a:lnTo>
                    <a:lnTo>
                      <a:pt x="79" y="38"/>
                    </a:lnTo>
                    <a:lnTo>
                      <a:pt x="77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38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2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48" y="36"/>
                    </a:lnTo>
                    <a:lnTo>
                      <a:pt x="46" y="34"/>
                    </a:lnTo>
                    <a:lnTo>
                      <a:pt x="44" y="34"/>
                    </a:lnTo>
                    <a:lnTo>
                      <a:pt x="43" y="32"/>
                    </a:lnTo>
                    <a:lnTo>
                      <a:pt x="41" y="30"/>
                    </a:lnTo>
                    <a:lnTo>
                      <a:pt x="39" y="28"/>
                    </a:lnTo>
                    <a:lnTo>
                      <a:pt x="39" y="28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5" y="21"/>
                    </a:lnTo>
                    <a:lnTo>
                      <a:pt x="35" y="17"/>
                    </a:lnTo>
                    <a:lnTo>
                      <a:pt x="33" y="13"/>
                    </a:lnTo>
                    <a:lnTo>
                      <a:pt x="33" y="7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4" y="11"/>
                    </a:lnTo>
                    <a:lnTo>
                      <a:pt x="6" y="15"/>
                    </a:lnTo>
                    <a:lnTo>
                      <a:pt x="8" y="19"/>
                    </a:lnTo>
                    <a:lnTo>
                      <a:pt x="10" y="23"/>
                    </a:lnTo>
                    <a:lnTo>
                      <a:pt x="12" y="26"/>
                    </a:lnTo>
                    <a:lnTo>
                      <a:pt x="14" y="30"/>
                    </a:lnTo>
                    <a:lnTo>
                      <a:pt x="1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40"/>
                    </a:lnTo>
                    <a:lnTo>
                      <a:pt x="20" y="40"/>
                    </a:lnTo>
                    <a:lnTo>
                      <a:pt x="20" y="40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1" y="44"/>
                    </a:lnTo>
                    <a:lnTo>
                      <a:pt x="39" y="59"/>
                    </a:lnTo>
                    <a:lnTo>
                      <a:pt x="41" y="59"/>
                    </a:lnTo>
                    <a:lnTo>
                      <a:pt x="41" y="61"/>
                    </a:lnTo>
                    <a:lnTo>
                      <a:pt x="43" y="61"/>
                    </a:lnTo>
                    <a:lnTo>
                      <a:pt x="43" y="61"/>
                    </a:lnTo>
                    <a:lnTo>
                      <a:pt x="44" y="61"/>
                    </a:lnTo>
                    <a:lnTo>
                      <a:pt x="44" y="61"/>
                    </a:lnTo>
                    <a:lnTo>
                      <a:pt x="46" y="63"/>
                    </a:lnTo>
                    <a:lnTo>
                      <a:pt x="46" y="63"/>
                    </a:lnTo>
                    <a:lnTo>
                      <a:pt x="56" y="63"/>
                    </a:lnTo>
                    <a:lnTo>
                      <a:pt x="81" y="63"/>
                    </a:lnTo>
                    <a:lnTo>
                      <a:pt x="83" y="63"/>
                    </a:lnTo>
                    <a:lnTo>
                      <a:pt x="83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7" y="61"/>
                    </a:lnTo>
                    <a:lnTo>
                      <a:pt x="87" y="61"/>
                    </a:lnTo>
                    <a:lnTo>
                      <a:pt x="89" y="61"/>
                    </a:lnTo>
                    <a:lnTo>
                      <a:pt x="96" y="55"/>
                    </a:lnTo>
                    <a:lnTo>
                      <a:pt x="92" y="57"/>
                    </a:lnTo>
                    <a:lnTo>
                      <a:pt x="110" y="46"/>
                    </a:lnTo>
                    <a:lnTo>
                      <a:pt x="111" y="46"/>
                    </a:lnTo>
                    <a:lnTo>
                      <a:pt x="111" y="46"/>
                    </a:lnTo>
                    <a:lnTo>
                      <a:pt x="113" y="44"/>
                    </a:lnTo>
                    <a:lnTo>
                      <a:pt x="113" y="44"/>
                    </a:lnTo>
                    <a:lnTo>
                      <a:pt x="115" y="42"/>
                    </a:lnTo>
                    <a:lnTo>
                      <a:pt x="115" y="42"/>
                    </a:lnTo>
                    <a:lnTo>
                      <a:pt x="117" y="40"/>
                    </a:lnTo>
                    <a:lnTo>
                      <a:pt x="117" y="38"/>
                    </a:lnTo>
                    <a:lnTo>
                      <a:pt x="121" y="25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Freeform 23"/>
              <p:cNvSpPr>
                <a:spLocks/>
              </p:cNvSpPr>
              <p:nvPr/>
            </p:nvSpPr>
            <p:spPr bwMode="auto">
              <a:xfrm>
                <a:off x="1076" y="1578"/>
                <a:ext cx="121" cy="55"/>
              </a:xfrm>
              <a:custGeom>
                <a:avLst/>
                <a:gdLst>
                  <a:gd name="T0" fmla="*/ 100 w 121"/>
                  <a:gd name="T1" fmla="*/ 0 h 55"/>
                  <a:gd name="T2" fmla="*/ 100 w 121"/>
                  <a:gd name="T3" fmla="*/ 2 h 55"/>
                  <a:gd name="T4" fmla="*/ 98 w 121"/>
                  <a:gd name="T5" fmla="*/ 3 h 55"/>
                  <a:gd name="T6" fmla="*/ 98 w 121"/>
                  <a:gd name="T7" fmla="*/ 5 h 55"/>
                  <a:gd name="T8" fmla="*/ 96 w 121"/>
                  <a:gd name="T9" fmla="*/ 7 h 55"/>
                  <a:gd name="T10" fmla="*/ 94 w 121"/>
                  <a:gd name="T11" fmla="*/ 11 h 55"/>
                  <a:gd name="T12" fmla="*/ 90 w 121"/>
                  <a:gd name="T13" fmla="*/ 17 h 55"/>
                  <a:gd name="T14" fmla="*/ 83 w 121"/>
                  <a:gd name="T15" fmla="*/ 25 h 55"/>
                  <a:gd name="T16" fmla="*/ 73 w 121"/>
                  <a:gd name="T17" fmla="*/ 30 h 55"/>
                  <a:gd name="T18" fmla="*/ 71 w 121"/>
                  <a:gd name="T19" fmla="*/ 30 h 55"/>
                  <a:gd name="T20" fmla="*/ 67 w 121"/>
                  <a:gd name="T21" fmla="*/ 30 h 55"/>
                  <a:gd name="T22" fmla="*/ 62 w 121"/>
                  <a:gd name="T23" fmla="*/ 32 h 55"/>
                  <a:gd name="T24" fmla="*/ 60 w 121"/>
                  <a:gd name="T25" fmla="*/ 32 h 55"/>
                  <a:gd name="T26" fmla="*/ 56 w 121"/>
                  <a:gd name="T27" fmla="*/ 30 h 55"/>
                  <a:gd name="T28" fmla="*/ 52 w 121"/>
                  <a:gd name="T29" fmla="*/ 30 h 55"/>
                  <a:gd name="T30" fmla="*/ 48 w 121"/>
                  <a:gd name="T31" fmla="*/ 26 h 55"/>
                  <a:gd name="T32" fmla="*/ 43 w 121"/>
                  <a:gd name="T33" fmla="*/ 25 h 55"/>
                  <a:gd name="T34" fmla="*/ 37 w 121"/>
                  <a:gd name="T35" fmla="*/ 19 h 55"/>
                  <a:gd name="T36" fmla="*/ 33 w 121"/>
                  <a:gd name="T37" fmla="*/ 13 h 55"/>
                  <a:gd name="T38" fmla="*/ 29 w 121"/>
                  <a:gd name="T39" fmla="*/ 11 h 55"/>
                  <a:gd name="T40" fmla="*/ 31 w 121"/>
                  <a:gd name="T41" fmla="*/ 13 h 55"/>
                  <a:gd name="T42" fmla="*/ 29 w 121"/>
                  <a:gd name="T43" fmla="*/ 11 h 55"/>
                  <a:gd name="T44" fmla="*/ 27 w 121"/>
                  <a:gd name="T45" fmla="*/ 7 h 55"/>
                  <a:gd name="T46" fmla="*/ 25 w 121"/>
                  <a:gd name="T47" fmla="*/ 2 h 55"/>
                  <a:gd name="T48" fmla="*/ 0 w 121"/>
                  <a:gd name="T49" fmla="*/ 0 h 55"/>
                  <a:gd name="T50" fmla="*/ 0 w 121"/>
                  <a:gd name="T51" fmla="*/ 0 h 55"/>
                  <a:gd name="T52" fmla="*/ 0 w 121"/>
                  <a:gd name="T53" fmla="*/ 2 h 55"/>
                  <a:gd name="T54" fmla="*/ 4 w 121"/>
                  <a:gd name="T55" fmla="*/ 9 h 55"/>
                  <a:gd name="T56" fmla="*/ 8 w 121"/>
                  <a:gd name="T57" fmla="*/ 21 h 55"/>
                  <a:gd name="T58" fmla="*/ 8 w 121"/>
                  <a:gd name="T59" fmla="*/ 21 h 55"/>
                  <a:gd name="T60" fmla="*/ 8 w 121"/>
                  <a:gd name="T61" fmla="*/ 21 h 55"/>
                  <a:gd name="T62" fmla="*/ 8 w 121"/>
                  <a:gd name="T63" fmla="*/ 21 h 55"/>
                  <a:gd name="T64" fmla="*/ 8 w 121"/>
                  <a:gd name="T65" fmla="*/ 23 h 55"/>
                  <a:gd name="T66" fmla="*/ 10 w 121"/>
                  <a:gd name="T67" fmla="*/ 23 h 55"/>
                  <a:gd name="T68" fmla="*/ 10 w 121"/>
                  <a:gd name="T69" fmla="*/ 23 h 55"/>
                  <a:gd name="T70" fmla="*/ 12 w 121"/>
                  <a:gd name="T71" fmla="*/ 26 h 55"/>
                  <a:gd name="T72" fmla="*/ 18 w 121"/>
                  <a:gd name="T73" fmla="*/ 30 h 55"/>
                  <a:gd name="T74" fmla="*/ 20 w 121"/>
                  <a:gd name="T75" fmla="*/ 32 h 55"/>
                  <a:gd name="T76" fmla="*/ 25 w 121"/>
                  <a:gd name="T77" fmla="*/ 38 h 55"/>
                  <a:gd name="T78" fmla="*/ 33 w 121"/>
                  <a:gd name="T79" fmla="*/ 44 h 55"/>
                  <a:gd name="T80" fmla="*/ 43 w 121"/>
                  <a:gd name="T81" fmla="*/ 51 h 55"/>
                  <a:gd name="T82" fmla="*/ 52 w 121"/>
                  <a:gd name="T83" fmla="*/ 53 h 55"/>
                  <a:gd name="T84" fmla="*/ 60 w 121"/>
                  <a:gd name="T85" fmla="*/ 53 h 55"/>
                  <a:gd name="T86" fmla="*/ 67 w 121"/>
                  <a:gd name="T87" fmla="*/ 53 h 55"/>
                  <a:gd name="T88" fmla="*/ 79 w 121"/>
                  <a:gd name="T89" fmla="*/ 55 h 55"/>
                  <a:gd name="T90" fmla="*/ 79 w 121"/>
                  <a:gd name="T91" fmla="*/ 55 h 55"/>
                  <a:gd name="T92" fmla="*/ 81 w 121"/>
                  <a:gd name="T93" fmla="*/ 55 h 55"/>
                  <a:gd name="T94" fmla="*/ 83 w 121"/>
                  <a:gd name="T95" fmla="*/ 53 h 55"/>
                  <a:gd name="T96" fmla="*/ 85 w 121"/>
                  <a:gd name="T97" fmla="*/ 53 h 55"/>
                  <a:gd name="T98" fmla="*/ 87 w 121"/>
                  <a:gd name="T99" fmla="*/ 53 h 55"/>
                  <a:gd name="T100" fmla="*/ 89 w 121"/>
                  <a:gd name="T101" fmla="*/ 51 h 55"/>
                  <a:gd name="T102" fmla="*/ 90 w 121"/>
                  <a:gd name="T103" fmla="*/ 50 h 55"/>
                  <a:gd name="T104" fmla="*/ 96 w 121"/>
                  <a:gd name="T105" fmla="*/ 46 h 55"/>
                  <a:gd name="T106" fmla="*/ 98 w 121"/>
                  <a:gd name="T107" fmla="*/ 44 h 55"/>
                  <a:gd name="T108" fmla="*/ 102 w 121"/>
                  <a:gd name="T109" fmla="*/ 38 h 55"/>
                  <a:gd name="T110" fmla="*/ 112 w 121"/>
                  <a:gd name="T111" fmla="*/ 30 h 55"/>
                  <a:gd name="T112" fmla="*/ 121 w 121"/>
                  <a:gd name="T113" fmla="*/ 23 h 55"/>
                  <a:gd name="T114" fmla="*/ 117 w 121"/>
                  <a:gd name="T115" fmla="*/ 19 h 55"/>
                  <a:gd name="T116" fmla="*/ 115 w 121"/>
                  <a:gd name="T117" fmla="*/ 13 h 55"/>
                  <a:gd name="T118" fmla="*/ 113 w 121"/>
                  <a:gd name="T119" fmla="*/ 5 h 55"/>
                  <a:gd name="T120" fmla="*/ 112 w 121"/>
                  <a:gd name="T12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1" h="55">
                    <a:moveTo>
                      <a:pt x="100" y="0"/>
                    </a:moveTo>
                    <a:lnTo>
                      <a:pt x="100" y="0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98" y="3"/>
                    </a:lnTo>
                    <a:lnTo>
                      <a:pt x="98" y="3"/>
                    </a:lnTo>
                    <a:lnTo>
                      <a:pt x="98" y="5"/>
                    </a:lnTo>
                    <a:lnTo>
                      <a:pt x="98" y="5"/>
                    </a:lnTo>
                    <a:lnTo>
                      <a:pt x="96" y="7"/>
                    </a:lnTo>
                    <a:lnTo>
                      <a:pt x="96" y="9"/>
                    </a:lnTo>
                    <a:lnTo>
                      <a:pt x="94" y="11"/>
                    </a:lnTo>
                    <a:lnTo>
                      <a:pt x="92" y="13"/>
                    </a:lnTo>
                    <a:lnTo>
                      <a:pt x="90" y="17"/>
                    </a:lnTo>
                    <a:lnTo>
                      <a:pt x="87" y="21"/>
                    </a:lnTo>
                    <a:lnTo>
                      <a:pt x="83" y="25"/>
                    </a:lnTo>
                    <a:lnTo>
                      <a:pt x="75" y="30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1" y="30"/>
                    </a:lnTo>
                    <a:lnTo>
                      <a:pt x="69" y="30"/>
                    </a:lnTo>
                    <a:lnTo>
                      <a:pt x="67" y="30"/>
                    </a:lnTo>
                    <a:lnTo>
                      <a:pt x="66" y="30"/>
                    </a:lnTo>
                    <a:lnTo>
                      <a:pt x="62" y="32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58" y="30"/>
                    </a:lnTo>
                    <a:lnTo>
                      <a:pt x="56" y="30"/>
                    </a:lnTo>
                    <a:lnTo>
                      <a:pt x="54" y="30"/>
                    </a:lnTo>
                    <a:lnTo>
                      <a:pt x="52" y="30"/>
                    </a:lnTo>
                    <a:lnTo>
                      <a:pt x="50" y="28"/>
                    </a:lnTo>
                    <a:lnTo>
                      <a:pt x="48" y="26"/>
                    </a:lnTo>
                    <a:lnTo>
                      <a:pt x="44" y="26"/>
                    </a:lnTo>
                    <a:lnTo>
                      <a:pt x="43" y="25"/>
                    </a:lnTo>
                    <a:lnTo>
                      <a:pt x="41" y="21"/>
                    </a:lnTo>
                    <a:lnTo>
                      <a:pt x="37" y="19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1" y="11"/>
                    </a:lnTo>
                    <a:lnTo>
                      <a:pt x="29" y="11"/>
                    </a:lnTo>
                    <a:lnTo>
                      <a:pt x="31" y="13"/>
                    </a:lnTo>
                    <a:lnTo>
                      <a:pt x="31" y="13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4" y="9"/>
                    </a:lnTo>
                    <a:lnTo>
                      <a:pt x="6" y="13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2" y="25"/>
                    </a:lnTo>
                    <a:lnTo>
                      <a:pt x="12" y="26"/>
                    </a:lnTo>
                    <a:lnTo>
                      <a:pt x="14" y="28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20" y="32"/>
                    </a:lnTo>
                    <a:lnTo>
                      <a:pt x="22" y="34"/>
                    </a:lnTo>
                    <a:lnTo>
                      <a:pt x="25" y="38"/>
                    </a:lnTo>
                    <a:lnTo>
                      <a:pt x="29" y="40"/>
                    </a:lnTo>
                    <a:lnTo>
                      <a:pt x="33" y="44"/>
                    </a:lnTo>
                    <a:lnTo>
                      <a:pt x="37" y="48"/>
                    </a:lnTo>
                    <a:lnTo>
                      <a:pt x="43" y="51"/>
                    </a:lnTo>
                    <a:lnTo>
                      <a:pt x="48" y="51"/>
                    </a:lnTo>
                    <a:lnTo>
                      <a:pt x="52" y="53"/>
                    </a:lnTo>
                    <a:lnTo>
                      <a:pt x="56" y="53"/>
                    </a:lnTo>
                    <a:lnTo>
                      <a:pt x="60" y="53"/>
                    </a:lnTo>
                    <a:lnTo>
                      <a:pt x="64" y="53"/>
                    </a:lnTo>
                    <a:lnTo>
                      <a:pt x="67" y="53"/>
                    </a:lnTo>
                    <a:lnTo>
                      <a:pt x="73" y="53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81" y="55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7" y="53"/>
                    </a:lnTo>
                    <a:lnTo>
                      <a:pt x="87" y="51"/>
                    </a:lnTo>
                    <a:lnTo>
                      <a:pt x="89" y="51"/>
                    </a:lnTo>
                    <a:lnTo>
                      <a:pt x="89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6" y="46"/>
                    </a:lnTo>
                    <a:lnTo>
                      <a:pt x="96" y="46"/>
                    </a:lnTo>
                    <a:lnTo>
                      <a:pt x="98" y="44"/>
                    </a:lnTo>
                    <a:lnTo>
                      <a:pt x="100" y="42"/>
                    </a:lnTo>
                    <a:lnTo>
                      <a:pt x="102" y="38"/>
                    </a:lnTo>
                    <a:lnTo>
                      <a:pt x="106" y="34"/>
                    </a:lnTo>
                    <a:lnTo>
                      <a:pt x="112" y="30"/>
                    </a:lnTo>
                    <a:lnTo>
                      <a:pt x="115" y="26"/>
                    </a:lnTo>
                    <a:lnTo>
                      <a:pt x="121" y="23"/>
                    </a:lnTo>
                    <a:lnTo>
                      <a:pt x="119" y="21"/>
                    </a:lnTo>
                    <a:lnTo>
                      <a:pt x="117" y="19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3" y="9"/>
                    </a:lnTo>
                    <a:lnTo>
                      <a:pt x="113" y="5"/>
                    </a:lnTo>
                    <a:lnTo>
                      <a:pt x="112" y="3"/>
                    </a:lnTo>
                    <a:lnTo>
                      <a:pt x="112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Freeform 24"/>
              <p:cNvSpPr>
                <a:spLocks/>
              </p:cNvSpPr>
              <p:nvPr/>
            </p:nvSpPr>
            <p:spPr bwMode="auto">
              <a:xfrm>
                <a:off x="1188" y="1576"/>
                <a:ext cx="111" cy="57"/>
              </a:xfrm>
              <a:custGeom>
                <a:avLst/>
                <a:gdLst>
                  <a:gd name="T0" fmla="*/ 80 w 111"/>
                  <a:gd name="T1" fmla="*/ 23 h 57"/>
                  <a:gd name="T2" fmla="*/ 67 w 111"/>
                  <a:gd name="T3" fmla="*/ 32 h 57"/>
                  <a:gd name="T4" fmla="*/ 59 w 111"/>
                  <a:gd name="T5" fmla="*/ 32 h 57"/>
                  <a:gd name="T6" fmla="*/ 53 w 111"/>
                  <a:gd name="T7" fmla="*/ 30 h 57"/>
                  <a:gd name="T8" fmla="*/ 47 w 111"/>
                  <a:gd name="T9" fmla="*/ 28 h 57"/>
                  <a:gd name="T10" fmla="*/ 42 w 111"/>
                  <a:gd name="T11" fmla="*/ 25 h 57"/>
                  <a:gd name="T12" fmla="*/ 38 w 111"/>
                  <a:gd name="T13" fmla="*/ 21 h 57"/>
                  <a:gd name="T14" fmla="*/ 32 w 111"/>
                  <a:gd name="T15" fmla="*/ 17 h 57"/>
                  <a:gd name="T16" fmla="*/ 28 w 111"/>
                  <a:gd name="T17" fmla="*/ 13 h 57"/>
                  <a:gd name="T18" fmla="*/ 26 w 111"/>
                  <a:gd name="T19" fmla="*/ 7 h 57"/>
                  <a:gd name="T20" fmla="*/ 24 w 111"/>
                  <a:gd name="T21" fmla="*/ 2 h 57"/>
                  <a:gd name="T22" fmla="*/ 0 w 111"/>
                  <a:gd name="T23" fmla="*/ 2 h 57"/>
                  <a:gd name="T24" fmla="*/ 0 w 111"/>
                  <a:gd name="T25" fmla="*/ 5 h 57"/>
                  <a:gd name="T26" fmla="*/ 1 w 111"/>
                  <a:gd name="T27" fmla="*/ 7 h 57"/>
                  <a:gd name="T28" fmla="*/ 1 w 111"/>
                  <a:gd name="T29" fmla="*/ 11 h 57"/>
                  <a:gd name="T30" fmla="*/ 3 w 111"/>
                  <a:gd name="T31" fmla="*/ 15 h 57"/>
                  <a:gd name="T32" fmla="*/ 3 w 111"/>
                  <a:gd name="T33" fmla="*/ 17 h 57"/>
                  <a:gd name="T34" fmla="*/ 5 w 111"/>
                  <a:gd name="T35" fmla="*/ 21 h 57"/>
                  <a:gd name="T36" fmla="*/ 7 w 111"/>
                  <a:gd name="T37" fmla="*/ 23 h 57"/>
                  <a:gd name="T38" fmla="*/ 9 w 111"/>
                  <a:gd name="T39" fmla="*/ 25 h 57"/>
                  <a:gd name="T40" fmla="*/ 13 w 111"/>
                  <a:gd name="T41" fmla="*/ 30 h 57"/>
                  <a:gd name="T42" fmla="*/ 19 w 111"/>
                  <a:gd name="T43" fmla="*/ 34 h 57"/>
                  <a:gd name="T44" fmla="*/ 24 w 111"/>
                  <a:gd name="T45" fmla="*/ 38 h 57"/>
                  <a:gd name="T46" fmla="*/ 30 w 111"/>
                  <a:gd name="T47" fmla="*/ 42 h 57"/>
                  <a:gd name="T48" fmla="*/ 36 w 111"/>
                  <a:gd name="T49" fmla="*/ 46 h 57"/>
                  <a:gd name="T50" fmla="*/ 44 w 111"/>
                  <a:gd name="T51" fmla="*/ 50 h 57"/>
                  <a:gd name="T52" fmla="*/ 49 w 111"/>
                  <a:gd name="T53" fmla="*/ 52 h 57"/>
                  <a:gd name="T54" fmla="*/ 57 w 111"/>
                  <a:gd name="T55" fmla="*/ 55 h 57"/>
                  <a:gd name="T56" fmla="*/ 68 w 111"/>
                  <a:gd name="T57" fmla="*/ 57 h 57"/>
                  <a:gd name="T58" fmla="*/ 70 w 111"/>
                  <a:gd name="T59" fmla="*/ 57 h 57"/>
                  <a:gd name="T60" fmla="*/ 72 w 111"/>
                  <a:gd name="T61" fmla="*/ 55 h 57"/>
                  <a:gd name="T62" fmla="*/ 72 w 111"/>
                  <a:gd name="T63" fmla="*/ 55 h 57"/>
                  <a:gd name="T64" fmla="*/ 74 w 111"/>
                  <a:gd name="T65" fmla="*/ 55 h 57"/>
                  <a:gd name="T66" fmla="*/ 74 w 111"/>
                  <a:gd name="T67" fmla="*/ 55 h 57"/>
                  <a:gd name="T68" fmla="*/ 76 w 111"/>
                  <a:gd name="T69" fmla="*/ 55 h 57"/>
                  <a:gd name="T70" fmla="*/ 76 w 111"/>
                  <a:gd name="T71" fmla="*/ 53 h 57"/>
                  <a:gd name="T72" fmla="*/ 78 w 111"/>
                  <a:gd name="T73" fmla="*/ 53 h 57"/>
                  <a:gd name="T74" fmla="*/ 84 w 111"/>
                  <a:gd name="T75" fmla="*/ 48 h 57"/>
                  <a:gd name="T76" fmla="*/ 90 w 111"/>
                  <a:gd name="T77" fmla="*/ 44 h 57"/>
                  <a:gd name="T78" fmla="*/ 95 w 111"/>
                  <a:gd name="T79" fmla="*/ 38 h 57"/>
                  <a:gd name="T80" fmla="*/ 99 w 111"/>
                  <a:gd name="T81" fmla="*/ 34 h 57"/>
                  <a:gd name="T82" fmla="*/ 103 w 111"/>
                  <a:gd name="T83" fmla="*/ 28 h 57"/>
                  <a:gd name="T84" fmla="*/ 107 w 111"/>
                  <a:gd name="T85" fmla="*/ 21 h 57"/>
                  <a:gd name="T86" fmla="*/ 109 w 111"/>
                  <a:gd name="T87" fmla="*/ 15 h 57"/>
                  <a:gd name="T88" fmla="*/ 111 w 111"/>
                  <a:gd name="T89" fmla="*/ 7 h 57"/>
                  <a:gd name="T90" fmla="*/ 111 w 111"/>
                  <a:gd name="T91" fmla="*/ 0 h 57"/>
                  <a:gd name="T92" fmla="*/ 88 w 111"/>
                  <a:gd name="T93" fmla="*/ 2 h 57"/>
                  <a:gd name="T94" fmla="*/ 88 w 111"/>
                  <a:gd name="T95" fmla="*/ 4 h 57"/>
                  <a:gd name="T96" fmla="*/ 88 w 111"/>
                  <a:gd name="T97" fmla="*/ 5 h 57"/>
                  <a:gd name="T98" fmla="*/ 88 w 111"/>
                  <a:gd name="T99" fmla="*/ 9 h 57"/>
                  <a:gd name="T100" fmla="*/ 86 w 111"/>
                  <a:gd name="T101" fmla="*/ 11 h 57"/>
                  <a:gd name="T102" fmla="*/ 86 w 111"/>
                  <a:gd name="T103" fmla="*/ 13 h 57"/>
                  <a:gd name="T104" fmla="*/ 84 w 111"/>
                  <a:gd name="T105" fmla="*/ 17 h 57"/>
                  <a:gd name="T106" fmla="*/ 82 w 111"/>
                  <a:gd name="T107" fmla="*/ 19 h 57"/>
                  <a:gd name="T108" fmla="*/ 80 w 111"/>
                  <a:gd name="T109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57">
                    <a:moveTo>
                      <a:pt x="80" y="23"/>
                    </a:moveTo>
                    <a:lnTo>
                      <a:pt x="67" y="32"/>
                    </a:lnTo>
                    <a:lnTo>
                      <a:pt x="59" y="32"/>
                    </a:lnTo>
                    <a:lnTo>
                      <a:pt x="53" y="30"/>
                    </a:lnTo>
                    <a:lnTo>
                      <a:pt x="47" y="28"/>
                    </a:lnTo>
                    <a:lnTo>
                      <a:pt x="42" y="25"/>
                    </a:lnTo>
                    <a:lnTo>
                      <a:pt x="38" y="21"/>
                    </a:lnTo>
                    <a:lnTo>
                      <a:pt x="32" y="17"/>
                    </a:lnTo>
                    <a:lnTo>
                      <a:pt x="28" y="13"/>
                    </a:lnTo>
                    <a:lnTo>
                      <a:pt x="26" y="7"/>
                    </a:lnTo>
                    <a:lnTo>
                      <a:pt x="24" y="2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5" y="21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3" y="30"/>
                    </a:lnTo>
                    <a:lnTo>
                      <a:pt x="19" y="34"/>
                    </a:lnTo>
                    <a:lnTo>
                      <a:pt x="24" y="38"/>
                    </a:lnTo>
                    <a:lnTo>
                      <a:pt x="30" y="42"/>
                    </a:lnTo>
                    <a:lnTo>
                      <a:pt x="36" y="46"/>
                    </a:lnTo>
                    <a:lnTo>
                      <a:pt x="44" y="50"/>
                    </a:lnTo>
                    <a:lnTo>
                      <a:pt x="49" y="52"/>
                    </a:lnTo>
                    <a:lnTo>
                      <a:pt x="57" y="55"/>
                    </a:lnTo>
                    <a:lnTo>
                      <a:pt x="68" y="57"/>
                    </a:lnTo>
                    <a:lnTo>
                      <a:pt x="70" y="57"/>
                    </a:lnTo>
                    <a:lnTo>
                      <a:pt x="72" y="55"/>
                    </a:lnTo>
                    <a:lnTo>
                      <a:pt x="72" y="55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6" y="53"/>
                    </a:lnTo>
                    <a:lnTo>
                      <a:pt x="78" y="53"/>
                    </a:lnTo>
                    <a:lnTo>
                      <a:pt x="84" y="48"/>
                    </a:lnTo>
                    <a:lnTo>
                      <a:pt x="90" y="44"/>
                    </a:lnTo>
                    <a:lnTo>
                      <a:pt x="95" y="38"/>
                    </a:lnTo>
                    <a:lnTo>
                      <a:pt x="99" y="34"/>
                    </a:lnTo>
                    <a:lnTo>
                      <a:pt x="103" y="28"/>
                    </a:lnTo>
                    <a:lnTo>
                      <a:pt x="107" y="21"/>
                    </a:lnTo>
                    <a:lnTo>
                      <a:pt x="109" y="15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88" y="2"/>
                    </a:lnTo>
                    <a:lnTo>
                      <a:pt x="88" y="4"/>
                    </a:lnTo>
                    <a:lnTo>
                      <a:pt x="88" y="5"/>
                    </a:lnTo>
                    <a:lnTo>
                      <a:pt x="88" y="9"/>
                    </a:lnTo>
                    <a:lnTo>
                      <a:pt x="86" y="11"/>
                    </a:lnTo>
                    <a:lnTo>
                      <a:pt x="86" y="13"/>
                    </a:lnTo>
                    <a:lnTo>
                      <a:pt x="84" y="17"/>
                    </a:lnTo>
                    <a:lnTo>
                      <a:pt x="82" y="19"/>
                    </a:lnTo>
                    <a:lnTo>
                      <a:pt x="8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Freeform 25"/>
              <p:cNvSpPr>
                <a:spLocks/>
              </p:cNvSpPr>
              <p:nvPr/>
            </p:nvSpPr>
            <p:spPr bwMode="auto">
              <a:xfrm>
                <a:off x="1143" y="1201"/>
                <a:ext cx="113" cy="127"/>
              </a:xfrm>
              <a:custGeom>
                <a:avLst/>
                <a:gdLst>
                  <a:gd name="T0" fmla="*/ 108 w 113"/>
                  <a:gd name="T1" fmla="*/ 52 h 127"/>
                  <a:gd name="T2" fmla="*/ 106 w 113"/>
                  <a:gd name="T3" fmla="*/ 50 h 127"/>
                  <a:gd name="T4" fmla="*/ 104 w 113"/>
                  <a:gd name="T5" fmla="*/ 48 h 127"/>
                  <a:gd name="T6" fmla="*/ 89 w 113"/>
                  <a:gd name="T7" fmla="*/ 31 h 127"/>
                  <a:gd name="T8" fmla="*/ 83 w 113"/>
                  <a:gd name="T9" fmla="*/ 23 h 127"/>
                  <a:gd name="T10" fmla="*/ 79 w 113"/>
                  <a:gd name="T11" fmla="*/ 17 h 127"/>
                  <a:gd name="T12" fmla="*/ 56 w 113"/>
                  <a:gd name="T13" fmla="*/ 2 h 127"/>
                  <a:gd name="T14" fmla="*/ 52 w 113"/>
                  <a:gd name="T15" fmla="*/ 0 h 127"/>
                  <a:gd name="T16" fmla="*/ 46 w 113"/>
                  <a:gd name="T17" fmla="*/ 2 h 127"/>
                  <a:gd name="T18" fmla="*/ 37 w 113"/>
                  <a:gd name="T19" fmla="*/ 6 h 127"/>
                  <a:gd name="T20" fmla="*/ 35 w 113"/>
                  <a:gd name="T21" fmla="*/ 8 h 127"/>
                  <a:gd name="T22" fmla="*/ 33 w 113"/>
                  <a:gd name="T23" fmla="*/ 10 h 127"/>
                  <a:gd name="T24" fmla="*/ 2 w 113"/>
                  <a:gd name="T25" fmla="*/ 60 h 127"/>
                  <a:gd name="T26" fmla="*/ 2 w 113"/>
                  <a:gd name="T27" fmla="*/ 63 h 127"/>
                  <a:gd name="T28" fmla="*/ 0 w 113"/>
                  <a:gd name="T29" fmla="*/ 67 h 127"/>
                  <a:gd name="T30" fmla="*/ 12 w 113"/>
                  <a:gd name="T31" fmla="*/ 88 h 127"/>
                  <a:gd name="T32" fmla="*/ 12 w 113"/>
                  <a:gd name="T33" fmla="*/ 88 h 127"/>
                  <a:gd name="T34" fmla="*/ 12 w 113"/>
                  <a:gd name="T35" fmla="*/ 88 h 127"/>
                  <a:gd name="T36" fmla="*/ 14 w 113"/>
                  <a:gd name="T37" fmla="*/ 92 h 127"/>
                  <a:gd name="T38" fmla="*/ 22 w 113"/>
                  <a:gd name="T39" fmla="*/ 106 h 127"/>
                  <a:gd name="T40" fmla="*/ 31 w 113"/>
                  <a:gd name="T41" fmla="*/ 117 h 127"/>
                  <a:gd name="T42" fmla="*/ 41 w 113"/>
                  <a:gd name="T43" fmla="*/ 123 h 127"/>
                  <a:gd name="T44" fmla="*/ 50 w 113"/>
                  <a:gd name="T45" fmla="*/ 123 h 127"/>
                  <a:gd name="T46" fmla="*/ 60 w 113"/>
                  <a:gd name="T47" fmla="*/ 123 h 127"/>
                  <a:gd name="T48" fmla="*/ 52 w 113"/>
                  <a:gd name="T49" fmla="*/ 104 h 127"/>
                  <a:gd name="T50" fmla="*/ 43 w 113"/>
                  <a:gd name="T51" fmla="*/ 90 h 127"/>
                  <a:gd name="T52" fmla="*/ 33 w 113"/>
                  <a:gd name="T53" fmla="*/ 77 h 127"/>
                  <a:gd name="T54" fmla="*/ 29 w 113"/>
                  <a:gd name="T55" fmla="*/ 58 h 127"/>
                  <a:gd name="T56" fmla="*/ 35 w 113"/>
                  <a:gd name="T57" fmla="*/ 50 h 127"/>
                  <a:gd name="T58" fmla="*/ 41 w 113"/>
                  <a:gd name="T59" fmla="*/ 42 h 127"/>
                  <a:gd name="T60" fmla="*/ 56 w 113"/>
                  <a:gd name="T61" fmla="*/ 29 h 127"/>
                  <a:gd name="T62" fmla="*/ 62 w 113"/>
                  <a:gd name="T63" fmla="*/ 37 h 127"/>
                  <a:gd name="T64" fmla="*/ 66 w 113"/>
                  <a:gd name="T65" fmla="*/ 42 h 127"/>
                  <a:gd name="T66" fmla="*/ 87 w 113"/>
                  <a:gd name="T67" fmla="*/ 65 h 127"/>
                  <a:gd name="T68" fmla="*/ 87 w 113"/>
                  <a:gd name="T69" fmla="*/ 75 h 127"/>
                  <a:gd name="T70" fmla="*/ 77 w 113"/>
                  <a:gd name="T71" fmla="*/ 92 h 127"/>
                  <a:gd name="T72" fmla="*/ 64 w 113"/>
                  <a:gd name="T73" fmla="*/ 110 h 127"/>
                  <a:gd name="T74" fmla="*/ 62 w 113"/>
                  <a:gd name="T75" fmla="*/ 125 h 127"/>
                  <a:gd name="T76" fmla="*/ 69 w 113"/>
                  <a:gd name="T77" fmla="*/ 125 h 127"/>
                  <a:gd name="T78" fmla="*/ 79 w 113"/>
                  <a:gd name="T79" fmla="*/ 125 h 127"/>
                  <a:gd name="T80" fmla="*/ 92 w 113"/>
                  <a:gd name="T81" fmla="*/ 115 h 127"/>
                  <a:gd name="T82" fmla="*/ 104 w 113"/>
                  <a:gd name="T83" fmla="*/ 96 h 127"/>
                  <a:gd name="T84" fmla="*/ 113 w 113"/>
                  <a:gd name="T85" fmla="*/ 7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3" h="127">
                    <a:moveTo>
                      <a:pt x="108" y="54"/>
                    </a:moveTo>
                    <a:lnTo>
                      <a:pt x="108" y="54"/>
                    </a:lnTo>
                    <a:lnTo>
                      <a:pt x="108" y="52"/>
                    </a:lnTo>
                    <a:lnTo>
                      <a:pt x="108" y="52"/>
                    </a:lnTo>
                    <a:lnTo>
                      <a:pt x="106" y="52"/>
                    </a:lnTo>
                    <a:lnTo>
                      <a:pt x="106" y="50"/>
                    </a:lnTo>
                    <a:lnTo>
                      <a:pt x="106" y="50"/>
                    </a:lnTo>
                    <a:lnTo>
                      <a:pt x="104" y="50"/>
                    </a:lnTo>
                    <a:lnTo>
                      <a:pt x="104" y="48"/>
                    </a:lnTo>
                    <a:lnTo>
                      <a:pt x="90" y="35"/>
                    </a:lnTo>
                    <a:lnTo>
                      <a:pt x="89" y="33"/>
                    </a:lnTo>
                    <a:lnTo>
                      <a:pt x="89" y="31"/>
                    </a:lnTo>
                    <a:lnTo>
                      <a:pt x="87" y="29"/>
                    </a:lnTo>
                    <a:lnTo>
                      <a:pt x="85" y="25"/>
                    </a:lnTo>
                    <a:lnTo>
                      <a:pt x="83" y="23"/>
                    </a:lnTo>
                    <a:lnTo>
                      <a:pt x="81" y="21"/>
                    </a:lnTo>
                    <a:lnTo>
                      <a:pt x="81" y="19"/>
                    </a:lnTo>
                    <a:lnTo>
                      <a:pt x="79" y="17"/>
                    </a:lnTo>
                    <a:lnTo>
                      <a:pt x="58" y="2"/>
                    </a:lnTo>
                    <a:lnTo>
                      <a:pt x="58" y="2"/>
                    </a:lnTo>
                    <a:lnTo>
                      <a:pt x="56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50" y="0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7" y="6"/>
                    </a:lnTo>
                    <a:lnTo>
                      <a:pt x="37" y="8"/>
                    </a:lnTo>
                    <a:lnTo>
                      <a:pt x="35" y="8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3" y="10"/>
                    </a:lnTo>
                    <a:lnTo>
                      <a:pt x="33" y="10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" y="60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0" y="67"/>
                    </a:lnTo>
                    <a:lnTo>
                      <a:pt x="2" y="69"/>
                    </a:lnTo>
                    <a:lnTo>
                      <a:pt x="2" y="69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0" y="88"/>
                    </a:lnTo>
                    <a:lnTo>
                      <a:pt x="10" y="88"/>
                    </a:lnTo>
                    <a:lnTo>
                      <a:pt x="14" y="92"/>
                    </a:lnTo>
                    <a:lnTo>
                      <a:pt x="16" y="96"/>
                    </a:lnTo>
                    <a:lnTo>
                      <a:pt x="20" y="102"/>
                    </a:lnTo>
                    <a:lnTo>
                      <a:pt x="22" y="106"/>
                    </a:lnTo>
                    <a:lnTo>
                      <a:pt x="25" y="110"/>
                    </a:lnTo>
                    <a:lnTo>
                      <a:pt x="29" y="113"/>
                    </a:lnTo>
                    <a:lnTo>
                      <a:pt x="31" y="117"/>
                    </a:lnTo>
                    <a:lnTo>
                      <a:pt x="35" y="121"/>
                    </a:lnTo>
                    <a:lnTo>
                      <a:pt x="39" y="123"/>
                    </a:lnTo>
                    <a:lnTo>
                      <a:pt x="41" y="123"/>
                    </a:lnTo>
                    <a:lnTo>
                      <a:pt x="45" y="123"/>
                    </a:lnTo>
                    <a:lnTo>
                      <a:pt x="46" y="123"/>
                    </a:lnTo>
                    <a:lnTo>
                      <a:pt x="50" y="123"/>
                    </a:lnTo>
                    <a:lnTo>
                      <a:pt x="52" y="123"/>
                    </a:lnTo>
                    <a:lnTo>
                      <a:pt x="56" y="123"/>
                    </a:lnTo>
                    <a:lnTo>
                      <a:pt x="60" y="123"/>
                    </a:lnTo>
                    <a:lnTo>
                      <a:pt x="60" y="113"/>
                    </a:lnTo>
                    <a:lnTo>
                      <a:pt x="56" y="110"/>
                    </a:lnTo>
                    <a:lnTo>
                      <a:pt x="52" y="104"/>
                    </a:lnTo>
                    <a:lnTo>
                      <a:pt x="48" y="100"/>
                    </a:lnTo>
                    <a:lnTo>
                      <a:pt x="45" y="96"/>
                    </a:lnTo>
                    <a:lnTo>
                      <a:pt x="43" y="90"/>
                    </a:lnTo>
                    <a:lnTo>
                      <a:pt x="39" y="86"/>
                    </a:lnTo>
                    <a:lnTo>
                      <a:pt x="35" y="83"/>
                    </a:lnTo>
                    <a:lnTo>
                      <a:pt x="33" y="77"/>
                    </a:lnTo>
                    <a:lnTo>
                      <a:pt x="27" y="65"/>
                    </a:lnTo>
                    <a:lnTo>
                      <a:pt x="29" y="60"/>
                    </a:lnTo>
                    <a:lnTo>
                      <a:pt x="29" y="58"/>
                    </a:lnTo>
                    <a:lnTo>
                      <a:pt x="31" y="56"/>
                    </a:lnTo>
                    <a:lnTo>
                      <a:pt x="33" y="52"/>
                    </a:lnTo>
                    <a:lnTo>
                      <a:pt x="35" y="50"/>
                    </a:lnTo>
                    <a:lnTo>
                      <a:pt x="37" y="48"/>
                    </a:lnTo>
                    <a:lnTo>
                      <a:pt x="39" y="46"/>
                    </a:lnTo>
                    <a:lnTo>
                      <a:pt x="41" y="42"/>
                    </a:lnTo>
                    <a:lnTo>
                      <a:pt x="43" y="40"/>
                    </a:lnTo>
                    <a:lnTo>
                      <a:pt x="52" y="27"/>
                    </a:lnTo>
                    <a:lnTo>
                      <a:pt x="56" y="29"/>
                    </a:lnTo>
                    <a:lnTo>
                      <a:pt x="58" y="33"/>
                    </a:lnTo>
                    <a:lnTo>
                      <a:pt x="60" y="35"/>
                    </a:lnTo>
                    <a:lnTo>
                      <a:pt x="62" y="37"/>
                    </a:lnTo>
                    <a:lnTo>
                      <a:pt x="64" y="38"/>
                    </a:lnTo>
                    <a:lnTo>
                      <a:pt x="66" y="40"/>
                    </a:lnTo>
                    <a:lnTo>
                      <a:pt x="66" y="42"/>
                    </a:lnTo>
                    <a:lnTo>
                      <a:pt x="67" y="46"/>
                    </a:lnTo>
                    <a:lnTo>
                      <a:pt x="69" y="48"/>
                    </a:lnTo>
                    <a:lnTo>
                      <a:pt x="87" y="65"/>
                    </a:lnTo>
                    <a:lnTo>
                      <a:pt x="87" y="63"/>
                    </a:lnTo>
                    <a:lnTo>
                      <a:pt x="89" y="67"/>
                    </a:lnTo>
                    <a:lnTo>
                      <a:pt x="87" y="75"/>
                    </a:lnTo>
                    <a:lnTo>
                      <a:pt x="85" y="81"/>
                    </a:lnTo>
                    <a:lnTo>
                      <a:pt x="81" y="86"/>
                    </a:lnTo>
                    <a:lnTo>
                      <a:pt x="77" y="92"/>
                    </a:lnTo>
                    <a:lnTo>
                      <a:pt x="73" y="98"/>
                    </a:lnTo>
                    <a:lnTo>
                      <a:pt x="69" y="104"/>
                    </a:lnTo>
                    <a:lnTo>
                      <a:pt x="64" y="110"/>
                    </a:lnTo>
                    <a:lnTo>
                      <a:pt x="60" y="113"/>
                    </a:lnTo>
                    <a:lnTo>
                      <a:pt x="60" y="123"/>
                    </a:lnTo>
                    <a:lnTo>
                      <a:pt x="62" y="125"/>
                    </a:lnTo>
                    <a:lnTo>
                      <a:pt x="64" y="125"/>
                    </a:lnTo>
                    <a:lnTo>
                      <a:pt x="67" y="125"/>
                    </a:lnTo>
                    <a:lnTo>
                      <a:pt x="69" y="125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81" y="127"/>
                    </a:lnTo>
                    <a:lnTo>
                      <a:pt x="87" y="121"/>
                    </a:lnTo>
                    <a:lnTo>
                      <a:pt x="92" y="115"/>
                    </a:lnTo>
                    <a:lnTo>
                      <a:pt x="96" y="110"/>
                    </a:lnTo>
                    <a:lnTo>
                      <a:pt x="100" y="104"/>
                    </a:lnTo>
                    <a:lnTo>
                      <a:pt x="104" y="96"/>
                    </a:lnTo>
                    <a:lnTo>
                      <a:pt x="108" y="90"/>
                    </a:lnTo>
                    <a:lnTo>
                      <a:pt x="112" y="83"/>
                    </a:lnTo>
                    <a:lnTo>
                      <a:pt x="113" y="75"/>
                    </a:lnTo>
                    <a:lnTo>
                      <a:pt x="10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Freeform 26"/>
              <p:cNvSpPr>
                <a:spLocks/>
              </p:cNvSpPr>
              <p:nvPr/>
            </p:nvSpPr>
            <p:spPr bwMode="auto">
              <a:xfrm>
                <a:off x="833" y="1205"/>
                <a:ext cx="157" cy="129"/>
              </a:xfrm>
              <a:custGeom>
                <a:avLst/>
                <a:gdLst>
                  <a:gd name="T0" fmla="*/ 153 w 157"/>
                  <a:gd name="T1" fmla="*/ 52 h 129"/>
                  <a:gd name="T2" fmla="*/ 152 w 157"/>
                  <a:gd name="T3" fmla="*/ 48 h 129"/>
                  <a:gd name="T4" fmla="*/ 148 w 157"/>
                  <a:gd name="T5" fmla="*/ 44 h 129"/>
                  <a:gd name="T6" fmla="*/ 130 w 157"/>
                  <a:gd name="T7" fmla="*/ 31 h 129"/>
                  <a:gd name="T8" fmla="*/ 123 w 157"/>
                  <a:gd name="T9" fmla="*/ 25 h 129"/>
                  <a:gd name="T10" fmla="*/ 117 w 157"/>
                  <a:gd name="T11" fmla="*/ 17 h 129"/>
                  <a:gd name="T12" fmla="*/ 75 w 157"/>
                  <a:gd name="T13" fmla="*/ 0 h 129"/>
                  <a:gd name="T14" fmla="*/ 71 w 157"/>
                  <a:gd name="T15" fmla="*/ 0 h 129"/>
                  <a:gd name="T16" fmla="*/ 67 w 157"/>
                  <a:gd name="T17" fmla="*/ 2 h 129"/>
                  <a:gd name="T18" fmla="*/ 52 w 157"/>
                  <a:gd name="T19" fmla="*/ 23 h 129"/>
                  <a:gd name="T20" fmla="*/ 44 w 157"/>
                  <a:gd name="T21" fmla="*/ 33 h 129"/>
                  <a:gd name="T22" fmla="*/ 35 w 157"/>
                  <a:gd name="T23" fmla="*/ 42 h 129"/>
                  <a:gd name="T24" fmla="*/ 4 w 157"/>
                  <a:gd name="T25" fmla="*/ 65 h 129"/>
                  <a:gd name="T26" fmla="*/ 0 w 157"/>
                  <a:gd name="T27" fmla="*/ 71 h 129"/>
                  <a:gd name="T28" fmla="*/ 0 w 157"/>
                  <a:gd name="T29" fmla="*/ 77 h 129"/>
                  <a:gd name="T30" fmla="*/ 8 w 157"/>
                  <a:gd name="T31" fmla="*/ 88 h 129"/>
                  <a:gd name="T32" fmla="*/ 10 w 157"/>
                  <a:gd name="T33" fmla="*/ 90 h 129"/>
                  <a:gd name="T34" fmla="*/ 12 w 157"/>
                  <a:gd name="T35" fmla="*/ 92 h 129"/>
                  <a:gd name="T36" fmla="*/ 17 w 157"/>
                  <a:gd name="T37" fmla="*/ 92 h 129"/>
                  <a:gd name="T38" fmla="*/ 29 w 157"/>
                  <a:gd name="T39" fmla="*/ 107 h 129"/>
                  <a:gd name="T40" fmla="*/ 44 w 157"/>
                  <a:gd name="T41" fmla="*/ 119 h 129"/>
                  <a:gd name="T42" fmla="*/ 56 w 157"/>
                  <a:gd name="T43" fmla="*/ 129 h 129"/>
                  <a:gd name="T44" fmla="*/ 65 w 157"/>
                  <a:gd name="T45" fmla="*/ 127 h 129"/>
                  <a:gd name="T46" fmla="*/ 75 w 157"/>
                  <a:gd name="T47" fmla="*/ 125 h 129"/>
                  <a:gd name="T48" fmla="*/ 79 w 157"/>
                  <a:gd name="T49" fmla="*/ 123 h 129"/>
                  <a:gd name="T50" fmla="*/ 79 w 157"/>
                  <a:gd name="T51" fmla="*/ 121 h 129"/>
                  <a:gd name="T52" fmla="*/ 77 w 157"/>
                  <a:gd name="T53" fmla="*/ 121 h 129"/>
                  <a:gd name="T54" fmla="*/ 69 w 157"/>
                  <a:gd name="T55" fmla="*/ 111 h 129"/>
                  <a:gd name="T56" fmla="*/ 56 w 157"/>
                  <a:gd name="T57" fmla="*/ 96 h 129"/>
                  <a:gd name="T58" fmla="*/ 40 w 157"/>
                  <a:gd name="T59" fmla="*/ 82 h 129"/>
                  <a:gd name="T60" fmla="*/ 40 w 157"/>
                  <a:gd name="T61" fmla="*/ 67 h 129"/>
                  <a:gd name="T62" fmla="*/ 58 w 157"/>
                  <a:gd name="T63" fmla="*/ 54 h 129"/>
                  <a:gd name="T64" fmla="*/ 71 w 157"/>
                  <a:gd name="T65" fmla="*/ 36 h 129"/>
                  <a:gd name="T66" fmla="*/ 94 w 157"/>
                  <a:gd name="T67" fmla="*/ 31 h 129"/>
                  <a:gd name="T68" fmla="*/ 111 w 157"/>
                  <a:gd name="T69" fmla="*/ 44 h 129"/>
                  <a:gd name="T70" fmla="*/ 127 w 157"/>
                  <a:gd name="T71" fmla="*/ 59 h 129"/>
                  <a:gd name="T72" fmla="*/ 119 w 157"/>
                  <a:gd name="T73" fmla="*/ 77 h 129"/>
                  <a:gd name="T74" fmla="*/ 102 w 157"/>
                  <a:gd name="T75" fmla="*/ 96 h 129"/>
                  <a:gd name="T76" fmla="*/ 84 w 157"/>
                  <a:gd name="T77" fmla="*/ 117 h 129"/>
                  <a:gd name="T78" fmla="*/ 83 w 157"/>
                  <a:gd name="T79" fmla="*/ 125 h 129"/>
                  <a:gd name="T80" fmla="*/ 96 w 157"/>
                  <a:gd name="T81" fmla="*/ 123 h 129"/>
                  <a:gd name="T82" fmla="*/ 107 w 157"/>
                  <a:gd name="T83" fmla="*/ 121 h 129"/>
                  <a:gd name="T84" fmla="*/ 119 w 157"/>
                  <a:gd name="T85" fmla="*/ 115 h 129"/>
                  <a:gd name="T86" fmla="*/ 129 w 157"/>
                  <a:gd name="T87" fmla="*/ 106 h 129"/>
                  <a:gd name="T88" fmla="*/ 134 w 157"/>
                  <a:gd name="T89" fmla="*/ 94 h 129"/>
                  <a:gd name="T90" fmla="*/ 155 w 157"/>
                  <a:gd name="T91" fmla="*/ 69 h 129"/>
                  <a:gd name="T92" fmla="*/ 157 w 157"/>
                  <a:gd name="T93" fmla="*/ 65 h 129"/>
                  <a:gd name="T94" fmla="*/ 155 w 157"/>
                  <a:gd name="T95" fmla="*/ 6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7" h="129">
                    <a:moveTo>
                      <a:pt x="155" y="61"/>
                    </a:moveTo>
                    <a:lnTo>
                      <a:pt x="155" y="52"/>
                    </a:lnTo>
                    <a:lnTo>
                      <a:pt x="153" y="52"/>
                    </a:lnTo>
                    <a:lnTo>
                      <a:pt x="153" y="50"/>
                    </a:lnTo>
                    <a:lnTo>
                      <a:pt x="153" y="48"/>
                    </a:lnTo>
                    <a:lnTo>
                      <a:pt x="152" y="48"/>
                    </a:lnTo>
                    <a:lnTo>
                      <a:pt x="152" y="46"/>
                    </a:lnTo>
                    <a:lnTo>
                      <a:pt x="150" y="44"/>
                    </a:lnTo>
                    <a:lnTo>
                      <a:pt x="148" y="44"/>
                    </a:lnTo>
                    <a:lnTo>
                      <a:pt x="148" y="44"/>
                    </a:lnTo>
                    <a:lnTo>
                      <a:pt x="132" y="33"/>
                    </a:lnTo>
                    <a:lnTo>
                      <a:pt x="130" y="31"/>
                    </a:lnTo>
                    <a:lnTo>
                      <a:pt x="127" y="29"/>
                    </a:lnTo>
                    <a:lnTo>
                      <a:pt x="125" y="27"/>
                    </a:lnTo>
                    <a:lnTo>
                      <a:pt x="123" y="25"/>
                    </a:lnTo>
                    <a:lnTo>
                      <a:pt x="121" y="23"/>
                    </a:lnTo>
                    <a:lnTo>
                      <a:pt x="119" y="19"/>
                    </a:lnTo>
                    <a:lnTo>
                      <a:pt x="117" y="17"/>
                    </a:lnTo>
                    <a:lnTo>
                      <a:pt x="115" y="15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69" y="0"/>
                    </a:lnTo>
                    <a:lnTo>
                      <a:pt x="69" y="2"/>
                    </a:lnTo>
                    <a:lnTo>
                      <a:pt x="67" y="2"/>
                    </a:lnTo>
                    <a:lnTo>
                      <a:pt x="67" y="4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0" y="27"/>
                    </a:lnTo>
                    <a:lnTo>
                      <a:pt x="46" y="31"/>
                    </a:lnTo>
                    <a:lnTo>
                      <a:pt x="44" y="33"/>
                    </a:lnTo>
                    <a:lnTo>
                      <a:pt x="40" y="36"/>
                    </a:lnTo>
                    <a:lnTo>
                      <a:pt x="39" y="40"/>
                    </a:lnTo>
                    <a:lnTo>
                      <a:pt x="35" y="42"/>
                    </a:lnTo>
                    <a:lnTo>
                      <a:pt x="31" y="44"/>
                    </a:lnTo>
                    <a:lnTo>
                      <a:pt x="25" y="48"/>
                    </a:lnTo>
                    <a:lnTo>
                      <a:pt x="4" y="65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8" y="88"/>
                    </a:lnTo>
                    <a:lnTo>
                      <a:pt x="10" y="88"/>
                    </a:lnTo>
                    <a:lnTo>
                      <a:pt x="10" y="90"/>
                    </a:lnTo>
                    <a:lnTo>
                      <a:pt x="10" y="90"/>
                    </a:lnTo>
                    <a:lnTo>
                      <a:pt x="12" y="90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17" y="92"/>
                    </a:lnTo>
                    <a:lnTo>
                      <a:pt x="21" y="98"/>
                    </a:lnTo>
                    <a:lnTo>
                      <a:pt x="25" y="104"/>
                    </a:lnTo>
                    <a:lnTo>
                      <a:pt x="29" y="107"/>
                    </a:lnTo>
                    <a:lnTo>
                      <a:pt x="35" y="111"/>
                    </a:lnTo>
                    <a:lnTo>
                      <a:pt x="39" y="115"/>
                    </a:lnTo>
                    <a:lnTo>
                      <a:pt x="44" y="119"/>
                    </a:lnTo>
                    <a:lnTo>
                      <a:pt x="48" y="125"/>
                    </a:lnTo>
                    <a:lnTo>
                      <a:pt x="54" y="129"/>
                    </a:lnTo>
                    <a:lnTo>
                      <a:pt x="56" y="129"/>
                    </a:lnTo>
                    <a:lnTo>
                      <a:pt x="60" y="127"/>
                    </a:lnTo>
                    <a:lnTo>
                      <a:pt x="63" y="127"/>
                    </a:lnTo>
                    <a:lnTo>
                      <a:pt x="65" y="127"/>
                    </a:lnTo>
                    <a:lnTo>
                      <a:pt x="69" y="127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3" y="115"/>
                    </a:lnTo>
                    <a:lnTo>
                      <a:pt x="69" y="111"/>
                    </a:lnTo>
                    <a:lnTo>
                      <a:pt x="63" y="106"/>
                    </a:lnTo>
                    <a:lnTo>
                      <a:pt x="60" y="102"/>
                    </a:lnTo>
                    <a:lnTo>
                      <a:pt x="56" y="96"/>
                    </a:lnTo>
                    <a:lnTo>
                      <a:pt x="50" y="92"/>
                    </a:lnTo>
                    <a:lnTo>
                      <a:pt x="46" y="88"/>
                    </a:lnTo>
                    <a:lnTo>
                      <a:pt x="40" y="82"/>
                    </a:lnTo>
                    <a:lnTo>
                      <a:pt x="27" y="73"/>
                    </a:lnTo>
                    <a:lnTo>
                      <a:pt x="35" y="71"/>
                    </a:lnTo>
                    <a:lnTo>
                      <a:pt x="40" y="67"/>
                    </a:lnTo>
                    <a:lnTo>
                      <a:pt x="46" y="63"/>
                    </a:lnTo>
                    <a:lnTo>
                      <a:pt x="52" y="59"/>
                    </a:lnTo>
                    <a:lnTo>
                      <a:pt x="58" y="54"/>
                    </a:lnTo>
                    <a:lnTo>
                      <a:pt x="62" y="50"/>
                    </a:lnTo>
                    <a:lnTo>
                      <a:pt x="67" y="44"/>
                    </a:lnTo>
                    <a:lnTo>
                      <a:pt x="71" y="36"/>
                    </a:lnTo>
                    <a:lnTo>
                      <a:pt x="83" y="23"/>
                    </a:lnTo>
                    <a:lnTo>
                      <a:pt x="88" y="27"/>
                    </a:lnTo>
                    <a:lnTo>
                      <a:pt x="94" y="31"/>
                    </a:lnTo>
                    <a:lnTo>
                      <a:pt x="100" y="34"/>
                    </a:lnTo>
                    <a:lnTo>
                      <a:pt x="106" y="40"/>
                    </a:lnTo>
                    <a:lnTo>
                      <a:pt x="111" y="44"/>
                    </a:lnTo>
                    <a:lnTo>
                      <a:pt x="115" y="50"/>
                    </a:lnTo>
                    <a:lnTo>
                      <a:pt x="121" y="54"/>
                    </a:lnTo>
                    <a:lnTo>
                      <a:pt x="127" y="59"/>
                    </a:lnTo>
                    <a:lnTo>
                      <a:pt x="130" y="61"/>
                    </a:lnTo>
                    <a:lnTo>
                      <a:pt x="123" y="69"/>
                    </a:lnTo>
                    <a:lnTo>
                      <a:pt x="119" y="77"/>
                    </a:lnTo>
                    <a:lnTo>
                      <a:pt x="113" y="84"/>
                    </a:lnTo>
                    <a:lnTo>
                      <a:pt x="107" y="90"/>
                    </a:lnTo>
                    <a:lnTo>
                      <a:pt x="102" y="96"/>
                    </a:lnTo>
                    <a:lnTo>
                      <a:pt x="96" y="104"/>
                    </a:lnTo>
                    <a:lnTo>
                      <a:pt x="90" y="109"/>
                    </a:lnTo>
                    <a:lnTo>
                      <a:pt x="84" y="117"/>
                    </a:lnTo>
                    <a:lnTo>
                      <a:pt x="79" y="123"/>
                    </a:lnTo>
                    <a:lnTo>
                      <a:pt x="79" y="125"/>
                    </a:lnTo>
                    <a:lnTo>
                      <a:pt x="83" y="125"/>
                    </a:lnTo>
                    <a:lnTo>
                      <a:pt x="86" y="125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0" y="123"/>
                    </a:lnTo>
                    <a:lnTo>
                      <a:pt x="104" y="123"/>
                    </a:lnTo>
                    <a:lnTo>
                      <a:pt x="107" y="121"/>
                    </a:lnTo>
                    <a:lnTo>
                      <a:pt x="111" y="121"/>
                    </a:lnTo>
                    <a:lnTo>
                      <a:pt x="115" y="117"/>
                    </a:lnTo>
                    <a:lnTo>
                      <a:pt x="119" y="115"/>
                    </a:lnTo>
                    <a:lnTo>
                      <a:pt x="121" y="111"/>
                    </a:lnTo>
                    <a:lnTo>
                      <a:pt x="125" y="109"/>
                    </a:lnTo>
                    <a:lnTo>
                      <a:pt x="129" y="106"/>
                    </a:lnTo>
                    <a:lnTo>
                      <a:pt x="130" y="102"/>
                    </a:lnTo>
                    <a:lnTo>
                      <a:pt x="132" y="98"/>
                    </a:lnTo>
                    <a:lnTo>
                      <a:pt x="134" y="94"/>
                    </a:lnTo>
                    <a:lnTo>
                      <a:pt x="153" y="71"/>
                    </a:lnTo>
                    <a:lnTo>
                      <a:pt x="155" y="69"/>
                    </a:lnTo>
                    <a:lnTo>
                      <a:pt x="155" y="69"/>
                    </a:lnTo>
                    <a:lnTo>
                      <a:pt x="155" y="67"/>
                    </a:lnTo>
                    <a:lnTo>
                      <a:pt x="155" y="65"/>
                    </a:lnTo>
                    <a:lnTo>
                      <a:pt x="157" y="65"/>
                    </a:lnTo>
                    <a:lnTo>
                      <a:pt x="157" y="63"/>
                    </a:lnTo>
                    <a:lnTo>
                      <a:pt x="157" y="61"/>
                    </a:lnTo>
                    <a:lnTo>
                      <a:pt x="155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6" name="Freeform 27"/>
              <p:cNvSpPr>
                <a:spLocks/>
              </p:cNvSpPr>
              <p:nvPr/>
            </p:nvSpPr>
            <p:spPr bwMode="auto">
              <a:xfrm>
                <a:off x="793" y="1320"/>
                <a:ext cx="519" cy="258"/>
              </a:xfrm>
              <a:custGeom>
                <a:avLst/>
                <a:gdLst>
                  <a:gd name="T0" fmla="*/ 467 w 519"/>
                  <a:gd name="T1" fmla="*/ 33 h 258"/>
                  <a:gd name="T2" fmla="*/ 485 w 519"/>
                  <a:gd name="T3" fmla="*/ 81 h 258"/>
                  <a:gd name="T4" fmla="*/ 492 w 519"/>
                  <a:gd name="T5" fmla="*/ 158 h 258"/>
                  <a:gd name="T6" fmla="*/ 494 w 519"/>
                  <a:gd name="T7" fmla="*/ 233 h 258"/>
                  <a:gd name="T8" fmla="*/ 27 w 519"/>
                  <a:gd name="T9" fmla="*/ 71 h 258"/>
                  <a:gd name="T10" fmla="*/ 34 w 519"/>
                  <a:gd name="T11" fmla="*/ 58 h 258"/>
                  <a:gd name="T12" fmla="*/ 46 w 519"/>
                  <a:gd name="T13" fmla="*/ 46 h 258"/>
                  <a:gd name="T14" fmla="*/ 107 w 519"/>
                  <a:gd name="T15" fmla="*/ 35 h 258"/>
                  <a:gd name="T16" fmla="*/ 259 w 519"/>
                  <a:gd name="T17" fmla="*/ 23 h 258"/>
                  <a:gd name="T18" fmla="*/ 410 w 519"/>
                  <a:gd name="T19" fmla="*/ 29 h 258"/>
                  <a:gd name="T20" fmla="*/ 477 w 519"/>
                  <a:gd name="T21" fmla="*/ 12 h 258"/>
                  <a:gd name="T22" fmla="*/ 473 w 519"/>
                  <a:gd name="T23" fmla="*/ 10 h 258"/>
                  <a:gd name="T24" fmla="*/ 471 w 519"/>
                  <a:gd name="T25" fmla="*/ 10 h 258"/>
                  <a:gd name="T26" fmla="*/ 454 w 519"/>
                  <a:gd name="T27" fmla="*/ 10 h 258"/>
                  <a:gd name="T28" fmla="*/ 444 w 519"/>
                  <a:gd name="T29" fmla="*/ 8 h 258"/>
                  <a:gd name="T30" fmla="*/ 437 w 519"/>
                  <a:gd name="T31" fmla="*/ 8 h 258"/>
                  <a:gd name="T32" fmla="*/ 425 w 519"/>
                  <a:gd name="T33" fmla="*/ 6 h 258"/>
                  <a:gd name="T34" fmla="*/ 408 w 519"/>
                  <a:gd name="T35" fmla="*/ 4 h 258"/>
                  <a:gd name="T36" fmla="*/ 391 w 519"/>
                  <a:gd name="T37" fmla="*/ 4 h 258"/>
                  <a:gd name="T38" fmla="*/ 327 w 519"/>
                  <a:gd name="T39" fmla="*/ 0 h 258"/>
                  <a:gd name="T40" fmla="*/ 239 w 519"/>
                  <a:gd name="T41" fmla="*/ 0 h 258"/>
                  <a:gd name="T42" fmla="*/ 151 w 519"/>
                  <a:gd name="T43" fmla="*/ 6 h 258"/>
                  <a:gd name="T44" fmla="*/ 130 w 519"/>
                  <a:gd name="T45" fmla="*/ 8 h 258"/>
                  <a:gd name="T46" fmla="*/ 107 w 519"/>
                  <a:gd name="T47" fmla="*/ 12 h 258"/>
                  <a:gd name="T48" fmla="*/ 88 w 519"/>
                  <a:gd name="T49" fmla="*/ 14 h 258"/>
                  <a:gd name="T50" fmla="*/ 73 w 519"/>
                  <a:gd name="T51" fmla="*/ 17 h 258"/>
                  <a:gd name="T52" fmla="*/ 57 w 519"/>
                  <a:gd name="T53" fmla="*/ 19 h 258"/>
                  <a:gd name="T54" fmla="*/ 40 w 519"/>
                  <a:gd name="T55" fmla="*/ 25 h 258"/>
                  <a:gd name="T56" fmla="*/ 25 w 519"/>
                  <a:gd name="T57" fmla="*/ 35 h 258"/>
                  <a:gd name="T58" fmla="*/ 13 w 519"/>
                  <a:gd name="T59" fmla="*/ 50 h 258"/>
                  <a:gd name="T60" fmla="*/ 0 w 519"/>
                  <a:gd name="T61" fmla="*/ 67 h 258"/>
                  <a:gd name="T62" fmla="*/ 0 w 519"/>
                  <a:gd name="T63" fmla="*/ 71 h 258"/>
                  <a:gd name="T64" fmla="*/ 0 w 519"/>
                  <a:gd name="T65" fmla="*/ 73 h 258"/>
                  <a:gd name="T66" fmla="*/ 0 w 519"/>
                  <a:gd name="T67" fmla="*/ 244 h 258"/>
                  <a:gd name="T68" fmla="*/ 2 w 519"/>
                  <a:gd name="T69" fmla="*/ 248 h 258"/>
                  <a:gd name="T70" fmla="*/ 4 w 519"/>
                  <a:gd name="T71" fmla="*/ 250 h 258"/>
                  <a:gd name="T72" fmla="*/ 6 w 519"/>
                  <a:gd name="T73" fmla="*/ 254 h 258"/>
                  <a:gd name="T74" fmla="*/ 10 w 519"/>
                  <a:gd name="T75" fmla="*/ 256 h 258"/>
                  <a:gd name="T76" fmla="*/ 473 w 519"/>
                  <a:gd name="T77" fmla="*/ 258 h 258"/>
                  <a:gd name="T78" fmla="*/ 509 w 519"/>
                  <a:gd name="T79" fmla="*/ 256 h 258"/>
                  <a:gd name="T80" fmla="*/ 515 w 519"/>
                  <a:gd name="T81" fmla="*/ 254 h 258"/>
                  <a:gd name="T82" fmla="*/ 519 w 519"/>
                  <a:gd name="T83" fmla="*/ 248 h 258"/>
                  <a:gd name="T84" fmla="*/ 519 w 519"/>
                  <a:gd name="T85" fmla="*/ 227 h 258"/>
                  <a:gd name="T86" fmla="*/ 515 w 519"/>
                  <a:gd name="T87" fmla="*/ 156 h 258"/>
                  <a:gd name="T88" fmla="*/ 509 w 519"/>
                  <a:gd name="T89" fmla="*/ 87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19" h="258">
                    <a:moveTo>
                      <a:pt x="500" y="40"/>
                    </a:moveTo>
                    <a:lnTo>
                      <a:pt x="477" y="12"/>
                    </a:lnTo>
                    <a:lnTo>
                      <a:pt x="467" y="33"/>
                    </a:lnTo>
                    <a:lnTo>
                      <a:pt x="469" y="35"/>
                    </a:lnTo>
                    <a:lnTo>
                      <a:pt x="479" y="58"/>
                    </a:lnTo>
                    <a:lnTo>
                      <a:pt x="485" y="81"/>
                    </a:lnTo>
                    <a:lnTo>
                      <a:pt x="488" y="106"/>
                    </a:lnTo>
                    <a:lnTo>
                      <a:pt x="490" y="131"/>
                    </a:lnTo>
                    <a:lnTo>
                      <a:pt x="492" y="158"/>
                    </a:lnTo>
                    <a:lnTo>
                      <a:pt x="492" y="183"/>
                    </a:lnTo>
                    <a:lnTo>
                      <a:pt x="492" y="208"/>
                    </a:lnTo>
                    <a:lnTo>
                      <a:pt x="494" y="233"/>
                    </a:lnTo>
                    <a:lnTo>
                      <a:pt x="25" y="233"/>
                    </a:lnTo>
                    <a:lnTo>
                      <a:pt x="25" y="77"/>
                    </a:lnTo>
                    <a:lnTo>
                      <a:pt x="27" y="71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4" y="58"/>
                    </a:lnTo>
                    <a:lnTo>
                      <a:pt x="36" y="54"/>
                    </a:lnTo>
                    <a:lnTo>
                      <a:pt x="40" y="50"/>
                    </a:lnTo>
                    <a:lnTo>
                      <a:pt x="46" y="46"/>
                    </a:lnTo>
                    <a:lnTo>
                      <a:pt x="50" y="44"/>
                    </a:lnTo>
                    <a:lnTo>
                      <a:pt x="56" y="42"/>
                    </a:lnTo>
                    <a:lnTo>
                      <a:pt x="107" y="35"/>
                    </a:lnTo>
                    <a:lnTo>
                      <a:pt x="157" y="29"/>
                    </a:lnTo>
                    <a:lnTo>
                      <a:pt x="209" y="25"/>
                    </a:lnTo>
                    <a:lnTo>
                      <a:pt x="259" y="23"/>
                    </a:lnTo>
                    <a:lnTo>
                      <a:pt x="310" y="23"/>
                    </a:lnTo>
                    <a:lnTo>
                      <a:pt x="360" y="25"/>
                    </a:lnTo>
                    <a:lnTo>
                      <a:pt x="410" y="29"/>
                    </a:lnTo>
                    <a:lnTo>
                      <a:pt x="462" y="33"/>
                    </a:lnTo>
                    <a:lnTo>
                      <a:pt x="467" y="33"/>
                    </a:lnTo>
                    <a:lnTo>
                      <a:pt x="477" y="12"/>
                    </a:lnTo>
                    <a:lnTo>
                      <a:pt x="475" y="12"/>
                    </a:lnTo>
                    <a:lnTo>
                      <a:pt x="475" y="10"/>
                    </a:lnTo>
                    <a:lnTo>
                      <a:pt x="473" y="10"/>
                    </a:lnTo>
                    <a:lnTo>
                      <a:pt x="473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69" y="10"/>
                    </a:lnTo>
                    <a:lnTo>
                      <a:pt x="454" y="10"/>
                    </a:lnTo>
                    <a:lnTo>
                      <a:pt x="450" y="10"/>
                    </a:lnTo>
                    <a:lnTo>
                      <a:pt x="448" y="8"/>
                    </a:lnTo>
                    <a:lnTo>
                      <a:pt x="444" y="8"/>
                    </a:lnTo>
                    <a:lnTo>
                      <a:pt x="442" y="8"/>
                    </a:lnTo>
                    <a:lnTo>
                      <a:pt x="439" y="8"/>
                    </a:lnTo>
                    <a:lnTo>
                      <a:pt x="437" y="8"/>
                    </a:lnTo>
                    <a:lnTo>
                      <a:pt x="435" y="8"/>
                    </a:lnTo>
                    <a:lnTo>
                      <a:pt x="431" y="8"/>
                    </a:lnTo>
                    <a:lnTo>
                      <a:pt x="425" y="6"/>
                    </a:lnTo>
                    <a:lnTo>
                      <a:pt x="419" y="6"/>
                    </a:lnTo>
                    <a:lnTo>
                      <a:pt x="414" y="6"/>
                    </a:lnTo>
                    <a:lnTo>
                      <a:pt x="408" y="4"/>
                    </a:lnTo>
                    <a:lnTo>
                      <a:pt x="402" y="4"/>
                    </a:lnTo>
                    <a:lnTo>
                      <a:pt x="396" y="4"/>
                    </a:lnTo>
                    <a:lnTo>
                      <a:pt x="391" y="4"/>
                    </a:lnTo>
                    <a:lnTo>
                      <a:pt x="385" y="2"/>
                    </a:lnTo>
                    <a:lnTo>
                      <a:pt x="356" y="2"/>
                    </a:lnTo>
                    <a:lnTo>
                      <a:pt x="327" y="0"/>
                    </a:lnTo>
                    <a:lnTo>
                      <a:pt x="297" y="0"/>
                    </a:lnTo>
                    <a:lnTo>
                      <a:pt x="268" y="0"/>
                    </a:lnTo>
                    <a:lnTo>
                      <a:pt x="239" y="0"/>
                    </a:lnTo>
                    <a:lnTo>
                      <a:pt x="211" y="2"/>
                    </a:lnTo>
                    <a:lnTo>
                      <a:pt x="182" y="4"/>
                    </a:lnTo>
                    <a:lnTo>
                      <a:pt x="151" y="6"/>
                    </a:lnTo>
                    <a:lnTo>
                      <a:pt x="146" y="6"/>
                    </a:lnTo>
                    <a:lnTo>
                      <a:pt x="138" y="8"/>
                    </a:lnTo>
                    <a:lnTo>
                      <a:pt x="130" y="8"/>
                    </a:lnTo>
                    <a:lnTo>
                      <a:pt x="123" y="10"/>
                    </a:lnTo>
                    <a:lnTo>
                      <a:pt x="115" y="10"/>
                    </a:lnTo>
                    <a:lnTo>
                      <a:pt x="107" y="12"/>
                    </a:lnTo>
                    <a:lnTo>
                      <a:pt x="100" y="12"/>
                    </a:lnTo>
                    <a:lnTo>
                      <a:pt x="94" y="14"/>
                    </a:lnTo>
                    <a:lnTo>
                      <a:pt x="88" y="14"/>
                    </a:lnTo>
                    <a:lnTo>
                      <a:pt x="82" y="15"/>
                    </a:lnTo>
                    <a:lnTo>
                      <a:pt x="77" y="15"/>
                    </a:lnTo>
                    <a:lnTo>
                      <a:pt x="73" y="17"/>
                    </a:lnTo>
                    <a:lnTo>
                      <a:pt x="67" y="17"/>
                    </a:lnTo>
                    <a:lnTo>
                      <a:pt x="61" y="19"/>
                    </a:lnTo>
                    <a:lnTo>
                      <a:pt x="57" y="19"/>
                    </a:lnTo>
                    <a:lnTo>
                      <a:pt x="52" y="21"/>
                    </a:lnTo>
                    <a:lnTo>
                      <a:pt x="46" y="21"/>
                    </a:lnTo>
                    <a:lnTo>
                      <a:pt x="40" y="25"/>
                    </a:lnTo>
                    <a:lnTo>
                      <a:pt x="34" y="27"/>
                    </a:lnTo>
                    <a:lnTo>
                      <a:pt x="31" y="31"/>
                    </a:lnTo>
                    <a:lnTo>
                      <a:pt x="25" y="35"/>
                    </a:lnTo>
                    <a:lnTo>
                      <a:pt x="21" y="40"/>
                    </a:lnTo>
                    <a:lnTo>
                      <a:pt x="17" y="44"/>
                    </a:lnTo>
                    <a:lnTo>
                      <a:pt x="13" y="50"/>
                    </a:lnTo>
                    <a:lnTo>
                      <a:pt x="2" y="67"/>
                    </a:lnTo>
                    <a:lnTo>
                      <a:pt x="2" y="67"/>
                    </a:lnTo>
                    <a:lnTo>
                      <a:pt x="0" y="67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242"/>
                    </a:lnTo>
                    <a:lnTo>
                      <a:pt x="0" y="242"/>
                    </a:lnTo>
                    <a:lnTo>
                      <a:pt x="0" y="244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48"/>
                    </a:lnTo>
                    <a:lnTo>
                      <a:pt x="2" y="248"/>
                    </a:lnTo>
                    <a:lnTo>
                      <a:pt x="2" y="250"/>
                    </a:lnTo>
                    <a:lnTo>
                      <a:pt x="4" y="250"/>
                    </a:lnTo>
                    <a:lnTo>
                      <a:pt x="4" y="252"/>
                    </a:lnTo>
                    <a:lnTo>
                      <a:pt x="4" y="252"/>
                    </a:lnTo>
                    <a:lnTo>
                      <a:pt x="6" y="254"/>
                    </a:lnTo>
                    <a:lnTo>
                      <a:pt x="8" y="256"/>
                    </a:lnTo>
                    <a:lnTo>
                      <a:pt x="10" y="256"/>
                    </a:lnTo>
                    <a:lnTo>
                      <a:pt x="10" y="256"/>
                    </a:lnTo>
                    <a:lnTo>
                      <a:pt x="11" y="258"/>
                    </a:lnTo>
                    <a:lnTo>
                      <a:pt x="13" y="258"/>
                    </a:lnTo>
                    <a:lnTo>
                      <a:pt x="473" y="258"/>
                    </a:lnTo>
                    <a:lnTo>
                      <a:pt x="483" y="258"/>
                    </a:lnTo>
                    <a:lnTo>
                      <a:pt x="506" y="256"/>
                    </a:lnTo>
                    <a:lnTo>
                      <a:pt x="509" y="256"/>
                    </a:lnTo>
                    <a:lnTo>
                      <a:pt x="511" y="256"/>
                    </a:lnTo>
                    <a:lnTo>
                      <a:pt x="513" y="254"/>
                    </a:lnTo>
                    <a:lnTo>
                      <a:pt x="515" y="254"/>
                    </a:lnTo>
                    <a:lnTo>
                      <a:pt x="515" y="252"/>
                    </a:lnTo>
                    <a:lnTo>
                      <a:pt x="517" y="250"/>
                    </a:lnTo>
                    <a:lnTo>
                      <a:pt x="519" y="248"/>
                    </a:lnTo>
                    <a:lnTo>
                      <a:pt x="519" y="246"/>
                    </a:lnTo>
                    <a:lnTo>
                      <a:pt x="519" y="244"/>
                    </a:lnTo>
                    <a:lnTo>
                      <a:pt x="519" y="227"/>
                    </a:lnTo>
                    <a:lnTo>
                      <a:pt x="517" y="204"/>
                    </a:lnTo>
                    <a:lnTo>
                      <a:pt x="517" y="181"/>
                    </a:lnTo>
                    <a:lnTo>
                      <a:pt x="515" y="156"/>
                    </a:lnTo>
                    <a:lnTo>
                      <a:pt x="513" y="133"/>
                    </a:lnTo>
                    <a:lnTo>
                      <a:pt x="511" y="110"/>
                    </a:lnTo>
                    <a:lnTo>
                      <a:pt x="509" y="87"/>
                    </a:lnTo>
                    <a:lnTo>
                      <a:pt x="506" y="64"/>
                    </a:lnTo>
                    <a:lnTo>
                      <a:pt x="50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37" name="아래쪽 화살표 36"/>
          <p:cNvSpPr/>
          <p:nvPr/>
        </p:nvSpPr>
        <p:spPr>
          <a:xfrm>
            <a:off x="1871482" y="701873"/>
            <a:ext cx="51171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</p:txBody>
      </p:sp>
      <p:sp>
        <p:nvSpPr>
          <p:cNvPr id="38" name="TextBox 37"/>
          <p:cNvSpPr txBox="1"/>
          <p:nvPr/>
        </p:nvSpPr>
        <p:spPr>
          <a:xfrm>
            <a:off x="1472239" y="285202"/>
            <a:ext cx="14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 CBA </a:t>
            </a:r>
            <a:endParaRPr lang="ko-KR" altLang="en-US" dirty="0"/>
          </a:p>
        </p:txBody>
      </p:sp>
      <p:sp>
        <p:nvSpPr>
          <p:cNvPr id="98" name="아래쪽 화살표 97"/>
          <p:cNvSpPr/>
          <p:nvPr/>
        </p:nvSpPr>
        <p:spPr>
          <a:xfrm>
            <a:off x="7627675" y="669607"/>
            <a:ext cx="51171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</p:txBody>
      </p:sp>
      <p:sp>
        <p:nvSpPr>
          <p:cNvPr id="99" name="TextBox 98"/>
          <p:cNvSpPr txBox="1"/>
          <p:nvPr/>
        </p:nvSpPr>
        <p:spPr>
          <a:xfrm>
            <a:off x="7228432" y="252936"/>
            <a:ext cx="14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MB CBA </a:t>
            </a:r>
            <a:endParaRPr lang="ko-KR" altLang="en-US" dirty="0"/>
          </a:p>
        </p:txBody>
      </p:sp>
      <p:sp>
        <p:nvSpPr>
          <p:cNvPr id="39" name="오른쪽 화살표 38"/>
          <p:cNvSpPr/>
          <p:nvPr/>
        </p:nvSpPr>
        <p:spPr>
          <a:xfrm>
            <a:off x="3779912" y="5983651"/>
            <a:ext cx="1767897" cy="2423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7153136" y="2608262"/>
            <a:ext cx="34977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B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C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D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E</a:t>
            </a:r>
          </a:p>
        </p:txBody>
      </p:sp>
      <p:sp>
        <p:nvSpPr>
          <p:cNvPr id="102" name="왼쪽으로 구부러진 화살표 101"/>
          <p:cNvSpPr/>
          <p:nvPr/>
        </p:nvSpPr>
        <p:spPr>
          <a:xfrm rot="10952293">
            <a:off x="6687907" y="2932783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왼쪽으로 구부러진 화살표 102"/>
          <p:cNvSpPr/>
          <p:nvPr/>
        </p:nvSpPr>
        <p:spPr>
          <a:xfrm flipH="1" flipV="1">
            <a:off x="6732240" y="3801735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4" name="왼쪽으로 구부러진 화살표 103"/>
          <p:cNvSpPr/>
          <p:nvPr/>
        </p:nvSpPr>
        <p:spPr>
          <a:xfrm flipH="1" flipV="1">
            <a:off x="6732240" y="4653134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5" name="왼쪽으로 구부러진 화살표 104"/>
          <p:cNvSpPr/>
          <p:nvPr/>
        </p:nvSpPr>
        <p:spPr>
          <a:xfrm flipH="1" flipV="1">
            <a:off x="6732240" y="5488768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0499" y="2105167"/>
            <a:ext cx="3744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000" dirty="0" smtClean="0"/>
              <a:t>MA</a:t>
            </a:r>
            <a:r>
              <a:rPr lang="ko-KR" altLang="en-US" sz="1000" dirty="0" smtClean="0"/>
              <a:t>에서 처음 </a:t>
            </a:r>
            <a:r>
              <a:rPr lang="ko-KR" altLang="en-US" sz="1000" dirty="0" smtClean="0">
                <a:solidFill>
                  <a:srgbClr val="FF0000"/>
                </a:solidFill>
              </a:rPr>
              <a:t>열차 번호</a:t>
            </a:r>
            <a:r>
              <a:rPr lang="ko-KR" altLang="en-US" sz="1000" dirty="0" smtClean="0"/>
              <a:t>를 입력 한다</a:t>
            </a:r>
            <a:r>
              <a:rPr lang="en-US" altLang="ko-KR" sz="10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000" dirty="0" smtClean="0"/>
              <a:t>시뮬레이션을 진행 한다</a:t>
            </a:r>
            <a:r>
              <a:rPr lang="en-US" altLang="ko-KR" sz="10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000" dirty="0" smtClean="0"/>
              <a:t>역명 표출을 확인 한다</a:t>
            </a:r>
            <a:r>
              <a:rPr lang="en-US" altLang="ko-KR" sz="10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000" dirty="0" smtClean="0"/>
              <a:t>CBA</a:t>
            </a:r>
            <a:r>
              <a:rPr lang="ko-KR" altLang="en-US" sz="1000" dirty="0" smtClean="0"/>
              <a:t>을 뺀다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grpSp>
        <p:nvGrpSpPr>
          <p:cNvPr id="41" name="그룹 40"/>
          <p:cNvGrpSpPr/>
          <p:nvPr/>
        </p:nvGrpSpPr>
        <p:grpSpPr>
          <a:xfrm>
            <a:off x="2197538" y="2608263"/>
            <a:ext cx="832178" cy="3693319"/>
            <a:chOff x="2197538" y="2608263"/>
            <a:chExt cx="832178" cy="3693319"/>
          </a:xfrm>
        </p:grpSpPr>
        <p:sp>
          <p:nvSpPr>
            <p:cNvPr id="1045" name="TextBox 1044"/>
            <p:cNvSpPr txBox="1"/>
            <p:nvPr/>
          </p:nvSpPr>
          <p:spPr>
            <a:xfrm>
              <a:off x="2197538" y="2608263"/>
              <a:ext cx="349776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A</a:t>
              </a:r>
            </a:p>
            <a:p>
              <a:endParaRPr lang="en-US" altLang="ko-KR" dirty="0" smtClean="0"/>
            </a:p>
            <a:p>
              <a:r>
                <a:rPr lang="en-US" altLang="ko-KR" dirty="0" smtClean="0"/>
                <a:t> </a:t>
              </a:r>
              <a:endParaRPr lang="en-US" altLang="ko-KR" dirty="0"/>
            </a:p>
            <a:p>
              <a:r>
                <a:rPr lang="en-US" altLang="ko-KR" dirty="0" smtClean="0"/>
                <a:t>B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C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D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E</a:t>
              </a:r>
            </a:p>
          </p:txBody>
        </p:sp>
        <p:sp>
          <p:nvSpPr>
            <p:cNvPr id="36" name="왼쪽으로 구부러진 화살표 35"/>
            <p:cNvSpPr/>
            <p:nvPr/>
          </p:nvSpPr>
          <p:spPr>
            <a:xfrm>
              <a:off x="2663956" y="3040497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왼쪽으로 구부러진 화살표 92"/>
            <p:cNvSpPr/>
            <p:nvPr/>
          </p:nvSpPr>
          <p:spPr>
            <a:xfrm>
              <a:off x="2663956" y="3801736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왼쪽으로 구부러진 화살표 93"/>
            <p:cNvSpPr/>
            <p:nvPr/>
          </p:nvSpPr>
          <p:spPr>
            <a:xfrm>
              <a:off x="2663956" y="4653135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왼쪽으로 구부러진 화살표 94"/>
            <p:cNvSpPr/>
            <p:nvPr/>
          </p:nvSpPr>
          <p:spPr>
            <a:xfrm>
              <a:off x="2663956" y="5488769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5219699" y="2105167"/>
            <a:ext cx="3744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000" dirty="0" smtClean="0"/>
              <a:t>MB </a:t>
            </a:r>
            <a:r>
              <a:rPr lang="ko-KR" altLang="en-US" sz="1000" dirty="0" smtClean="0"/>
              <a:t>에서 </a:t>
            </a:r>
            <a:r>
              <a:rPr lang="en-US" altLang="ko-KR" sz="1000" dirty="0" smtClean="0"/>
              <a:t>CBA </a:t>
            </a:r>
            <a:r>
              <a:rPr lang="ko-KR" altLang="en-US" sz="1000" dirty="0" smtClean="0"/>
              <a:t>신호를 입력 한다</a:t>
            </a:r>
            <a:r>
              <a:rPr lang="en-US" altLang="ko-KR" sz="10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000" dirty="0" smtClean="0"/>
              <a:t>운행 스케줄이 </a:t>
            </a:r>
            <a:r>
              <a:rPr lang="en-US" altLang="ko-KR" sz="1000" dirty="0" smtClean="0"/>
              <a:t>MA</a:t>
            </a:r>
            <a:r>
              <a:rPr lang="ko-KR" altLang="en-US" sz="1000" dirty="0" smtClean="0"/>
              <a:t>에서 시뮬레이션 했던 역순으로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</a:t>
            </a:r>
            <a:r>
              <a:rPr lang="ko-KR" altLang="en-US" sz="1000" dirty="0" smtClean="0"/>
              <a:t>설정 되었는가 확인 한다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 smtClean="0"/>
              <a:t>3.      </a:t>
            </a:r>
            <a:r>
              <a:rPr lang="ko-KR" altLang="en-US" sz="1000" dirty="0" smtClean="0"/>
              <a:t>시뮬레이션을 진행하여 역명 표출 확인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196788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그룹 1043"/>
          <p:cNvGrpSpPr/>
          <p:nvPr/>
        </p:nvGrpSpPr>
        <p:grpSpPr>
          <a:xfrm>
            <a:off x="1727108" y="1328515"/>
            <a:ext cx="1760722" cy="701825"/>
            <a:chOff x="1258888" y="1906591"/>
            <a:chExt cx="1760722" cy="701825"/>
          </a:xfrm>
        </p:grpSpPr>
        <p:pic>
          <p:nvPicPr>
            <p:cNvPr id="7" name="Picture 4" descr="C:\Users\JDS\AppData\Local\Microsoft\Windows\Temporary Internet Files\Content.IE5\7UQK8NHM\MC90022804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1909814"/>
              <a:ext cx="823874" cy="69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7"/>
            <p:cNvGrpSpPr>
              <a:grpSpLocks noChangeAspect="1"/>
            </p:cNvGrpSpPr>
            <p:nvPr/>
          </p:nvGrpSpPr>
          <p:grpSpPr bwMode="auto">
            <a:xfrm>
              <a:off x="1258888" y="1906591"/>
              <a:ext cx="823912" cy="698501"/>
              <a:chOff x="793" y="1201"/>
              <a:chExt cx="519" cy="440"/>
            </a:xfrm>
          </p:grpSpPr>
          <p:sp>
            <p:nvSpPr>
              <p:cNvPr id="5" name="AutoShape 6"/>
              <p:cNvSpPr>
                <a:spLocks noChangeAspect="1" noChangeArrowheads="1" noTextEdit="1"/>
              </p:cNvSpPr>
              <p:nvPr/>
            </p:nvSpPr>
            <p:spPr bwMode="auto">
              <a:xfrm>
                <a:off x="793" y="1201"/>
                <a:ext cx="519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" name="Freeform 8"/>
              <p:cNvSpPr>
                <a:spLocks/>
              </p:cNvSpPr>
              <p:nvPr/>
            </p:nvSpPr>
            <p:spPr bwMode="auto">
              <a:xfrm>
                <a:off x="860" y="1228"/>
                <a:ext cx="103" cy="100"/>
              </a:xfrm>
              <a:custGeom>
                <a:avLst/>
                <a:gdLst>
                  <a:gd name="T0" fmla="*/ 103 w 103"/>
                  <a:gd name="T1" fmla="*/ 38 h 100"/>
                  <a:gd name="T2" fmla="*/ 100 w 103"/>
                  <a:gd name="T3" fmla="*/ 36 h 100"/>
                  <a:gd name="T4" fmla="*/ 94 w 103"/>
                  <a:gd name="T5" fmla="*/ 31 h 100"/>
                  <a:gd name="T6" fmla="*/ 88 w 103"/>
                  <a:gd name="T7" fmla="*/ 27 h 100"/>
                  <a:gd name="T8" fmla="*/ 84 w 103"/>
                  <a:gd name="T9" fmla="*/ 21 h 100"/>
                  <a:gd name="T10" fmla="*/ 79 w 103"/>
                  <a:gd name="T11" fmla="*/ 17 h 100"/>
                  <a:gd name="T12" fmla="*/ 73 w 103"/>
                  <a:gd name="T13" fmla="*/ 11 h 100"/>
                  <a:gd name="T14" fmla="*/ 67 w 103"/>
                  <a:gd name="T15" fmla="*/ 8 h 100"/>
                  <a:gd name="T16" fmla="*/ 61 w 103"/>
                  <a:gd name="T17" fmla="*/ 4 h 100"/>
                  <a:gd name="T18" fmla="*/ 56 w 103"/>
                  <a:gd name="T19" fmla="*/ 0 h 100"/>
                  <a:gd name="T20" fmla="*/ 44 w 103"/>
                  <a:gd name="T21" fmla="*/ 13 h 100"/>
                  <a:gd name="T22" fmla="*/ 40 w 103"/>
                  <a:gd name="T23" fmla="*/ 21 h 100"/>
                  <a:gd name="T24" fmla="*/ 35 w 103"/>
                  <a:gd name="T25" fmla="*/ 27 h 100"/>
                  <a:gd name="T26" fmla="*/ 31 w 103"/>
                  <a:gd name="T27" fmla="*/ 31 h 100"/>
                  <a:gd name="T28" fmla="*/ 25 w 103"/>
                  <a:gd name="T29" fmla="*/ 36 h 100"/>
                  <a:gd name="T30" fmla="*/ 19 w 103"/>
                  <a:gd name="T31" fmla="*/ 40 h 100"/>
                  <a:gd name="T32" fmla="*/ 13 w 103"/>
                  <a:gd name="T33" fmla="*/ 44 h 100"/>
                  <a:gd name="T34" fmla="*/ 8 w 103"/>
                  <a:gd name="T35" fmla="*/ 48 h 100"/>
                  <a:gd name="T36" fmla="*/ 0 w 103"/>
                  <a:gd name="T37" fmla="*/ 50 h 100"/>
                  <a:gd name="T38" fmla="*/ 13 w 103"/>
                  <a:gd name="T39" fmla="*/ 59 h 100"/>
                  <a:gd name="T40" fmla="*/ 19 w 103"/>
                  <a:gd name="T41" fmla="*/ 65 h 100"/>
                  <a:gd name="T42" fmla="*/ 23 w 103"/>
                  <a:gd name="T43" fmla="*/ 69 h 100"/>
                  <a:gd name="T44" fmla="*/ 29 w 103"/>
                  <a:gd name="T45" fmla="*/ 73 h 100"/>
                  <a:gd name="T46" fmla="*/ 33 w 103"/>
                  <a:gd name="T47" fmla="*/ 79 h 100"/>
                  <a:gd name="T48" fmla="*/ 36 w 103"/>
                  <a:gd name="T49" fmla="*/ 83 h 100"/>
                  <a:gd name="T50" fmla="*/ 42 w 103"/>
                  <a:gd name="T51" fmla="*/ 88 h 100"/>
                  <a:gd name="T52" fmla="*/ 46 w 103"/>
                  <a:gd name="T53" fmla="*/ 92 h 100"/>
                  <a:gd name="T54" fmla="*/ 50 w 103"/>
                  <a:gd name="T55" fmla="*/ 98 h 100"/>
                  <a:gd name="T56" fmla="*/ 50 w 103"/>
                  <a:gd name="T57" fmla="*/ 98 h 100"/>
                  <a:gd name="T58" fmla="*/ 50 w 103"/>
                  <a:gd name="T59" fmla="*/ 98 h 100"/>
                  <a:gd name="T60" fmla="*/ 50 w 103"/>
                  <a:gd name="T61" fmla="*/ 98 h 100"/>
                  <a:gd name="T62" fmla="*/ 52 w 103"/>
                  <a:gd name="T63" fmla="*/ 98 h 100"/>
                  <a:gd name="T64" fmla="*/ 52 w 103"/>
                  <a:gd name="T65" fmla="*/ 100 h 100"/>
                  <a:gd name="T66" fmla="*/ 52 w 103"/>
                  <a:gd name="T67" fmla="*/ 100 h 100"/>
                  <a:gd name="T68" fmla="*/ 52 w 103"/>
                  <a:gd name="T69" fmla="*/ 100 h 100"/>
                  <a:gd name="T70" fmla="*/ 52 w 103"/>
                  <a:gd name="T71" fmla="*/ 100 h 100"/>
                  <a:gd name="T72" fmla="*/ 57 w 103"/>
                  <a:gd name="T73" fmla="*/ 94 h 100"/>
                  <a:gd name="T74" fmla="*/ 63 w 103"/>
                  <a:gd name="T75" fmla="*/ 86 h 100"/>
                  <a:gd name="T76" fmla="*/ 69 w 103"/>
                  <a:gd name="T77" fmla="*/ 81 h 100"/>
                  <a:gd name="T78" fmla="*/ 75 w 103"/>
                  <a:gd name="T79" fmla="*/ 73 h 100"/>
                  <a:gd name="T80" fmla="*/ 80 w 103"/>
                  <a:gd name="T81" fmla="*/ 67 h 100"/>
                  <a:gd name="T82" fmla="*/ 86 w 103"/>
                  <a:gd name="T83" fmla="*/ 61 h 100"/>
                  <a:gd name="T84" fmla="*/ 92 w 103"/>
                  <a:gd name="T85" fmla="*/ 54 h 100"/>
                  <a:gd name="T86" fmla="*/ 96 w 103"/>
                  <a:gd name="T87" fmla="*/ 46 h 100"/>
                  <a:gd name="T88" fmla="*/ 103 w 103"/>
                  <a:gd name="T89" fmla="*/ 3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" h="100">
                    <a:moveTo>
                      <a:pt x="103" y="38"/>
                    </a:moveTo>
                    <a:lnTo>
                      <a:pt x="100" y="36"/>
                    </a:lnTo>
                    <a:lnTo>
                      <a:pt x="94" y="31"/>
                    </a:lnTo>
                    <a:lnTo>
                      <a:pt x="88" y="27"/>
                    </a:lnTo>
                    <a:lnTo>
                      <a:pt x="84" y="21"/>
                    </a:lnTo>
                    <a:lnTo>
                      <a:pt x="79" y="17"/>
                    </a:lnTo>
                    <a:lnTo>
                      <a:pt x="73" y="11"/>
                    </a:lnTo>
                    <a:lnTo>
                      <a:pt x="67" y="8"/>
                    </a:lnTo>
                    <a:lnTo>
                      <a:pt x="61" y="4"/>
                    </a:lnTo>
                    <a:lnTo>
                      <a:pt x="56" y="0"/>
                    </a:lnTo>
                    <a:lnTo>
                      <a:pt x="44" y="13"/>
                    </a:lnTo>
                    <a:lnTo>
                      <a:pt x="40" y="21"/>
                    </a:lnTo>
                    <a:lnTo>
                      <a:pt x="35" y="27"/>
                    </a:lnTo>
                    <a:lnTo>
                      <a:pt x="31" y="31"/>
                    </a:lnTo>
                    <a:lnTo>
                      <a:pt x="25" y="36"/>
                    </a:lnTo>
                    <a:lnTo>
                      <a:pt x="19" y="40"/>
                    </a:lnTo>
                    <a:lnTo>
                      <a:pt x="13" y="44"/>
                    </a:lnTo>
                    <a:lnTo>
                      <a:pt x="8" y="48"/>
                    </a:lnTo>
                    <a:lnTo>
                      <a:pt x="0" y="50"/>
                    </a:lnTo>
                    <a:lnTo>
                      <a:pt x="13" y="59"/>
                    </a:lnTo>
                    <a:lnTo>
                      <a:pt x="19" y="65"/>
                    </a:lnTo>
                    <a:lnTo>
                      <a:pt x="23" y="69"/>
                    </a:lnTo>
                    <a:lnTo>
                      <a:pt x="29" y="73"/>
                    </a:lnTo>
                    <a:lnTo>
                      <a:pt x="33" y="79"/>
                    </a:lnTo>
                    <a:lnTo>
                      <a:pt x="36" y="83"/>
                    </a:lnTo>
                    <a:lnTo>
                      <a:pt x="42" y="88"/>
                    </a:lnTo>
                    <a:lnTo>
                      <a:pt x="46" y="92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2" y="98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7" y="94"/>
                    </a:lnTo>
                    <a:lnTo>
                      <a:pt x="63" y="86"/>
                    </a:lnTo>
                    <a:lnTo>
                      <a:pt x="69" y="81"/>
                    </a:lnTo>
                    <a:lnTo>
                      <a:pt x="75" y="73"/>
                    </a:lnTo>
                    <a:lnTo>
                      <a:pt x="80" y="67"/>
                    </a:lnTo>
                    <a:lnTo>
                      <a:pt x="86" y="61"/>
                    </a:lnTo>
                    <a:lnTo>
                      <a:pt x="92" y="54"/>
                    </a:lnTo>
                    <a:lnTo>
                      <a:pt x="96" y="46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927" y="1578"/>
                <a:ext cx="65" cy="40"/>
              </a:xfrm>
              <a:custGeom>
                <a:avLst/>
                <a:gdLst>
                  <a:gd name="T0" fmla="*/ 2 w 65"/>
                  <a:gd name="T1" fmla="*/ 2 h 40"/>
                  <a:gd name="T2" fmla="*/ 2 w 65"/>
                  <a:gd name="T3" fmla="*/ 2 h 40"/>
                  <a:gd name="T4" fmla="*/ 2 w 65"/>
                  <a:gd name="T5" fmla="*/ 2 h 40"/>
                  <a:gd name="T6" fmla="*/ 4 w 65"/>
                  <a:gd name="T7" fmla="*/ 2 h 40"/>
                  <a:gd name="T8" fmla="*/ 2 w 65"/>
                  <a:gd name="T9" fmla="*/ 7 h 40"/>
                  <a:gd name="T10" fmla="*/ 4 w 65"/>
                  <a:gd name="T11" fmla="*/ 17 h 40"/>
                  <a:gd name="T12" fmla="*/ 6 w 65"/>
                  <a:gd name="T13" fmla="*/ 25 h 40"/>
                  <a:gd name="T14" fmla="*/ 8 w 65"/>
                  <a:gd name="T15" fmla="*/ 28 h 40"/>
                  <a:gd name="T16" fmla="*/ 10 w 65"/>
                  <a:gd name="T17" fmla="*/ 30 h 40"/>
                  <a:gd name="T18" fmla="*/ 13 w 65"/>
                  <a:gd name="T19" fmla="*/ 34 h 40"/>
                  <a:gd name="T20" fmla="*/ 17 w 65"/>
                  <a:gd name="T21" fmla="*/ 36 h 40"/>
                  <a:gd name="T22" fmla="*/ 19 w 65"/>
                  <a:gd name="T23" fmla="*/ 38 h 40"/>
                  <a:gd name="T24" fmla="*/ 23 w 65"/>
                  <a:gd name="T25" fmla="*/ 38 h 40"/>
                  <a:gd name="T26" fmla="*/ 25 w 65"/>
                  <a:gd name="T27" fmla="*/ 38 h 40"/>
                  <a:gd name="T28" fmla="*/ 25 w 65"/>
                  <a:gd name="T29" fmla="*/ 40 h 40"/>
                  <a:gd name="T30" fmla="*/ 25 w 65"/>
                  <a:gd name="T31" fmla="*/ 40 h 40"/>
                  <a:gd name="T32" fmla="*/ 46 w 65"/>
                  <a:gd name="T33" fmla="*/ 40 h 40"/>
                  <a:gd name="T34" fmla="*/ 50 w 65"/>
                  <a:gd name="T35" fmla="*/ 38 h 40"/>
                  <a:gd name="T36" fmla="*/ 52 w 65"/>
                  <a:gd name="T37" fmla="*/ 36 h 40"/>
                  <a:gd name="T38" fmla="*/ 52 w 65"/>
                  <a:gd name="T39" fmla="*/ 36 h 40"/>
                  <a:gd name="T40" fmla="*/ 52 w 65"/>
                  <a:gd name="T41" fmla="*/ 36 h 40"/>
                  <a:gd name="T42" fmla="*/ 50 w 65"/>
                  <a:gd name="T43" fmla="*/ 36 h 40"/>
                  <a:gd name="T44" fmla="*/ 50 w 65"/>
                  <a:gd name="T45" fmla="*/ 38 h 40"/>
                  <a:gd name="T46" fmla="*/ 50 w 65"/>
                  <a:gd name="T47" fmla="*/ 38 h 40"/>
                  <a:gd name="T48" fmla="*/ 50 w 65"/>
                  <a:gd name="T49" fmla="*/ 38 h 40"/>
                  <a:gd name="T50" fmla="*/ 56 w 65"/>
                  <a:gd name="T51" fmla="*/ 34 h 40"/>
                  <a:gd name="T52" fmla="*/ 59 w 65"/>
                  <a:gd name="T53" fmla="*/ 32 h 40"/>
                  <a:gd name="T54" fmla="*/ 61 w 65"/>
                  <a:gd name="T55" fmla="*/ 30 h 40"/>
                  <a:gd name="T56" fmla="*/ 63 w 65"/>
                  <a:gd name="T57" fmla="*/ 28 h 40"/>
                  <a:gd name="T58" fmla="*/ 65 w 65"/>
                  <a:gd name="T59" fmla="*/ 13 h 40"/>
                  <a:gd name="T60" fmla="*/ 65 w 65"/>
                  <a:gd name="T61" fmla="*/ 3 h 40"/>
                  <a:gd name="T62" fmla="*/ 65 w 65"/>
                  <a:gd name="T63" fmla="*/ 2 h 40"/>
                  <a:gd name="T64" fmla="*/ 65 w 65"/>
                  <a:gd name="T65" fmla="*/ 0 h 40"/>
                  <a:gd name="T66" fmla="*/ 65 w 65"/>
                  <a:gd name="T67" fmla="*/ 0 h 40"/>
                  <a:gd name="T68" fmla="*/ 65 w 65"/>
                  <a:gd name="T69" fmla="*/ 0 h 40"/>
                  <a:gd name="T70" fmla="*/ 65 w 65"/>
                  <a:gd name="T71" fmla="*/ 0 h 40"/>
                  <a:gd name="T72" fmla="*/ 65 w 65"/>
                  <a:gd name="T73" fmla="*/ 0 h 40"/>
                  <a:gd name="T74" fmla="*/ 0 w 65"/>
                  <a:gd name="T75" fmla="*/ 0 h 40"/>
                  <a:gd name="T76" fmla="*/ 0 w 65"/>
                  <a:gd name="T77" fmla="*/ 0 h 40"/>
                  <a:gd name="T78" fmla="*/ 0 w 65"/>
                  <a:gd name="T79" fmla="*/ 0 h 40"/>
                  <a:gd name="T80" fmla="*/ 0 w 65"/>
                  <a:gd name="T8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40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6" y="25"/>
                    </a:lnTo>
                    <a:lnTo>
                      <a:pt x="6" y="26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0" y="30"/>
                    </a:lnTo>
                    <a:lnTo>
                      <a:pt x="12" y="32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1" y="38"/>
                    </a:lnTo>
                    <a:lnTo>
                      <a:pt x="23" y="38"/>
                    </a:lnTo>
                    <a:lnTo>
                      <a:pt x="23" y="38"/>
                    </a:lnTo>
                    <a:lnTo>
                      <a:pt x="25" y="38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46" y="40"/>
                    </a:lnTo>
                    <a:lnTo>
                      <a:pt x="48" y="38"/>
                    </a:lnTo>
                    <a:lnTo>
                      <a:pt x="50" y="38"/>
                    </a:lnTo>
                    <a:lnTo>
                      <a:pt x="50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0" y="36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2" y="36"/>
                    </a:lnTo>
                    <a:lnTo>
                      <a:pt x="56" y="34"/>
                    </a:lnTo>
                    <a:lnTo>
                      <a:pt x="58" y="32"/>
                    </a:lnTo>
                    <a:lnTo>
                      <a:pt x="59" y="32"/>
                    </a:lnTo>
                    <a:lnTo>
                      <a:pt x="59" y="30"/>
                    </a:lnTo>
                    <a:lnTo>
                      <a:pt x="61" y="30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19"/>
                    </a:lnTo>
                    <a:lnTo>
                      <a:pt x="65" y="13"/>
                    </a:lnTo>
                    <a:lnTo>
                      <a:pt x="65" y="7"/>
                    </a:lnTo>
                    <a:lnTo>
                      <a:pt x="65" y="3"/>
                    </a:lnTo>
                    <a:lnTo>
                      <a:pt x="65" y="2"/>
                    </a:lnTo>
                    <a:lnTo>
                      <a:pt x="65" y="2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831" y="1578"/>
                <a:ext cx="67" cy="38"/>
              </a:xfrm>
              <a:custGeom>
                <a:avLst/>
                <a:gdLst>
                  <a:gd name="T0" fmla="*/ 65 w 67"/>
                  <a:gd name="T1" fmla="*/ 0 h 38"/>
                  <a:gd name="T2" fmla="*/ 2 w 67"/>
                  <a:gd name="T3" fmla="*/ 0 h 38"/>
                  <a:gd name="T4" fmla="*/ 2 w 67"/>
                  <a:gd name="T5" fmla="*/ 2 h 38"/>
                  <a:gd name="T6" fmla="*/ 0 w 67"/>
                  <a:gd name="T7" fmla="*/ 3 h 38"/>
                  <a:gd name="T8" fmla="*/ 0 w 67"/>
                  <a:gd name="T9" fmla="*/ 5 h 38"/>
                  <a:gd name="T10" fmla="*/ 0 w 67"/>
                  <a:gd name="T11" fmla="*/ 7 h 38"/>
                  <a:gd name="T12" fmla="*/ 0 w 67"/>
                  <a:gd name="T13" fmla="*/ 7 h 38"/>
                  <a:gd name="T14" fmla="*/ 0 w 67"/>
                  <a:gd name="T15" fmla="*/ 9 h 38"/>
                  <a:gd name="T16" fmla="*/ 2 w 67"/>
                  <a:gd name="T17" fmla="*/ 11 h 38"/>
                  <a:gd name="T18" fmla="*/ 2 w 67"/>
                  <a:gd name="T19" fmla="*/ 13 h 38"/>
                  <a:gd name="T20" fmla="*/ 14 w 67"/>
                  <a:gd name="T21" fmla="*/ 30 h 38"/>
                  <a:gd name="T22" fmla="*/ 18 w 67"/>
                  <a:gd name="T23" fmla="*/ 30 h 38"/>
                  <a:gd name="T24" fmla="*/ 16 w 67"/>
                  <a:gd name="T25" fmla="*/ 30 h 38"/>
                  <a:gd name="T26" fmla="*/ 41 w 67"/>
                  <a:gd name="T27" fmla="*/ 38 h 38"/>
                  <a:gd name="T28" fmla="*/ 44 w 67"/>
                  <a:gd name="T29" fmla="*/ 34 h 38"/>
                  <a:gd name="T30" fmla="*/ 44 w 67"/>
                  <a:gd name="T31" fmla="*/ 34 h 38"/>
                  <a:gd name="T32" fmla="*/ 44 w 67"/>
                  <a:gd name="T33" fmla="*/ 34 h 38"/>
                  <a:gd name="T34" fmla="*/ 44 w 67"/>
                  <a:gd name="T35" fmla="*/ 34 h 38"/>
                  <a:gd name="T36" fmla="*/ 46 w 67"/>
                  <a:gd name="T37" fmla="*/ 34 h 38"/>
                  <a:gd name="T38" fmla="*/ 46 w 67"/>
                  <a:gd name="T39" fmla="*/ 34 h 38"/>
                  <a:gd name="T40" fmla="*/ 46 w 67"/>
                  <a:gd name="T41" fmla="*/ 34 h 38"/>
                  <a:gd name="T42" fmla="*/ 46 w 67"/>
                  <a:gd name="T43" fmla="*/ 34 h 38"/>
                  <a:gd name="T44" fmla="*/ 46 w 67"/>
                  <a:gd name="T45" fmla="*/ 34 h 38"/>
                  <a:gd name="T46" fmla="*/ 62 w 67"/>
                  <a:gd name="T47" fmla="*/ 25 h 38"/>
                  <a:gd name="T48" fmla="*/ 65 w 67"/>
                  <a:gd name="T49" fmla="*/ 9 h 38"/>
                  <a:gd name="T50" fmla="*/ 67 w 67"/>
                  <a:gd name="T51" fmla="*/ 9 h 38"/>
                  <a:gd name="T52" fmla="*/ 67 w 67"/>
                  <a:gd name="T53" fmla="*/ 9 h 38"/>
                  <a:gd name="T54" fmla="*/ 67 w 67"/>
                  <a:gd name="T55" fmla="*/ 9 h 38"/>
                  <a:gd name="T56" fmla="*/ 67 w 67"/>
                  <a:gd name="T57" fmla="*/ 7 h 38"/>
                  <a:gd name="T58" fmla="*/ 67 w 67"/>
                  <a:gd name="T59" fmla="*/ 7 h 38"/>
                  <a:gd name="T60" fmla="*/ 67 w 67"/>
                  <a:gd name="T61" fmla="*/ 7 h 38"/>
                  <a:gd name="T62" fmla="*/ 67 w 67"/>
                  <a:gd name="T63" fmla="*/ 7 h 38"/>
                  <a:gd name="T64" fmla="*/ 67 w 67"/>
                  <a:gd name="T65" fmla="*/ 7 h 38"/>
                  <a:gd name="T66" fmla="*/ 67 w 67"/>
                  <a:gd name="T67" fmla="*/ 5 h 38"/>
                  <a:gd name="T68" fmla="*/ 67 w 67"/>
                  <a:gd name="T69" fmla="*/ 5 h 38"/>
                  <a:gd name="T70" fmla="*/ 67 w 67"/>
                  <a:gd name="T71" fmla="*/ 5 h 38"/>
                  <a:gd name="T72" fmla="*/ 67 w 67"/>
                  <a:gd name="T73" fmla="*/ 5 h 38"/>
                  <a:gd name="T74" fmla="*/ 67 w 67"/>
                  <a:gd name="T75" fmla="*/ 3 h 38"/>
                  <a:gd name="T76" fmla="*/ 67 w 67"/>
                  <a:gd name="T77" fmla="*/ 3 h 38"/>
                  <a:gd name="T78" fmla="*/ 67 w 67"/>
                  <a:gd name="T79" fmla="*/ 3 h 38"/>
                  <a:gd name="T80" fmla="*/ 67 w 67"/>
                  <a:gd name="T81" fmla="*/ 3 h 38"/>
                  <a:gd name="T82" fmla="*/ 65 w 67"/>
                  <a:gd name="T8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7" h="38">
                    <a:moveTo>
                      <a:pt x="65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14" y="30"/>
                    </a:lnTo>
                    <a:lnTo>
                      <a:pt x="18" y="30"/>
                    </a:lnTo>
                    <a:lnTo>
                      <a:pt x="16" y="30"/>
                    </a:lnTo>
                    <a:lnTo>
                      <a:pt x="41" y="38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62" y="25"/>
                    </a:lnTo>
                    <a:lnTo>
                      <a:pt x="65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" name="Freeform 11"/>
              <p:cNvSpPr>
                <a:spLocks/>
              </p:cNvSpPr>
              <p:nvPr/>
            </p:nvSpPr>
            <p:spPr bwMode="auto">
              <a:xfrm>
                <a:off x="1212" y="1578"/>
                <a:ext cx="64" cy="30"/>
              </a:xfrm>
              <a:custGeom>
                <a:avLst/>
                <a:gdLst>
                  <a:gd name="T0" fmla="*/ 54 w 64"/>
                  <a:gd name="T1" fmla="*/ 0 h 30"/>
                  <a:gd name="T2" fmla="*/ 0 w 64"/>
                  <a:gd name="T3" fmla="*/ 0 h 30"/>
                  <a:gd name="T4" fmla="*/ 2 w 64"/>
                  <a:gd name="T5" fmla="*/ 5 h 30"/>
                  <a:gd name="T6" fmla="*/ 4 w 64"/>
                  <a:gd name="T7" fmla="*/ 11 h 30"/>
                  <a:gd name="T8" fmla="*/ 8 w 64"/>
                  <a:gd name="T9" fmla="*/ 15 h 30"/>
                  <a:gd name="T10" fmla="*/ 14 w 64"/>
                  <a:gd name="T11" fmla="*/ 19 h 30"/>
                  <a:gd name="T12" fmla="*/ 18 w 64"/>
                  <a:gd name="T13" fmla="*/ 23 h 30"/>
                  <a:gd name="T14" fmla="*/ 23 w 64"/>
                  <a:gd name="T15" fmla="*/ 26 h 30"/>
                  <a:gd name="T16" fmla="*/ 29 w 64"/>
                  <a:gd name="T17" fmla="*/ 28 h 30"/>
                  <a:gd name="T18" fmla="*/ 35 w 64"/>
                  <a:gd name="T19" fmla="*/ 30 h 30"/>
                  <a:gd name="T20" fmla="*/ 43 w 64"/>
                  <a:gd name="T21" fmla="*/ 30 h 30"/>
                  <a:gd name="T22" fmla="*/ 56 w 64"/>
                  <a:gd name="T23" fmla="*/ 21 h 30"/>
                  <a:gd name="T24" fmla="*/ 58 w 64"/>
                  <a:gd name="T25" fmla="*/ 17 h 30"/>
                  <a:gd name="T26" fmla="*/ 60 w 64"/>
                  <a:gd name="T27" fmla="*/ 15 h 30"/>
                  <a:gd name="T28" fmla="*/ 62 w 64"/>
                  <a:gd name="T29" fmla="*/ 11 h 30"/>
                  <a:gd name="T30" fmla="*/ 62 w 64"/>
                  <a:gd name="T31" fmla="*/ 9 h 30"/>
                  <a:gd name="T32" fmla="*/ 64 w 64"/>
                  <a:gd name="T33" fmla="*/ 7 h 30"/>
                  <a:gd name="T34" fmla="*/ 64 w 64"/>
                  <a:gd name="T35" fmla="*/ 3 h 30"/>
                  <a:gd name="T36" fmla="*/ 64 w 64"/>
                  <a:gd name="T37" fmla="*/ 2 h 30"/>
                  <a:gd name="T38" fmla="*/ 64 w 64"/>
                  <a:gd name="T39" fmla="*/ 0 h 30"/>
                  <a:gd name="T40" fmla="*/ 54 w 64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30">
                    <a:moveTo>
                      <a:pt x="54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4" y="11"/>
                    </a:lnTo>
                    <a:lnTo>
                      <a:pt x="8" y="15"/>
                    </a:lnTo>
                    <a:lnTo>
                      <a:pt x="14" y="19"/>
                    </a:lnTo>
                    <a:lnTo>
                      <a:pt x="18" y="23"/>
                    </a:lnTo>
                    <a:lnTo>
                      <a:pt x="23" y="26"/>
                    </a:lnTo>
                    <a:lnTo>
                      <a:pt x="29" y="28"/>
                    </a:lnTo>
                    <a:lnTo>
                      <a:pt x="35" y="30"/>
                    </a:lnTo>
                    <a:lnTo>
                      <a:pt x="43" y="30"/>
                    </a:lnTo>
                    <a:lnTo>
                      <a:pt x="56" y="21"/>
                    </a:lnTo>
                    <a:lnTo>
                      <a:pt x="58" y="17"/>
                    </a:lnTo>
                    <a:lnTo>
                      <a:pt x="60" y="15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4" y="7"/>
                    </a:lnTo>
                    <a:lnTo>
                      <a:pt x="64" y="3"/>
                    </a:lnTo>
                    <a:lnTo>
                      <a:pt x="64" y="2"/>
                    </a:lnTo>
                    <a:lnTo>
                      <a:pt x="64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101" y="1578"/>
                <a:ext cx="75" cy="32"/>
              </a:xfrm>
              <a:custGeom>
                <a:avLst/>
                <a:gdLst>
                  <a:gd name="T0" fmla="*/ 6 w 75"/>
                  <a:gd name="T1" fmla="*/ 13 h 32"/>
                  <a:gd name="T2" fmla="*/ 4 w 75"/>
                  <a:gd name="T3" fmla="*/ 11 h 32"/>
                  <a:gd name="T4" fmla="*/ 6 w 75"/>
                  <a:gd name="T5" fmla="*/ 11 h 32"/>
                  <a:gd name="T6" fmla="*/ 8 w 75"/>
                  <a:gd name="T7" fmla="*/ 13 h 32"/>
                  <a:gd name="T8" fmla="*/ 10 w 75"/>
                  <a:gd name="T9" fmla="*/ 15 h 32"/>
                  <a:gd name="T10" fmla="*/ 12 w 75"/>
                  <a:gd name="T11" fmla="*/ 19 h 32"/>
                  <a:gd name="T12" fmla="*/ 16 w 75"/>
                  <a:gd name="T13" fmla="*/ 21 h 32"/>
                  <a:gd name="T14" fmla="*/ 18 w 75"/>
                  <a:gd name="T15" fmla="*/ 25 h 32"/>
                  <a:gd name="T16" fmla="*/ 19 w 75"/>
                  <a:gd name="T17" fmla="*/ 26 h 32"/>
                  <a:gd name="T18" fmla="*/ 23 w 75"/>
                  <a:gd name="T19" fmla="*/ 26 h 32"/>
                  <a:gd name="T20" fmla="*/ 25 w 75"/>
                  <a:gd name="T21" fmla="*/ 28 h 32"/>
                  <a:gd name="T22" fmla="*/ 27 w 75"/>
                  <a:gd name="T23" fmla="*/ 30 h 32"/>
                  <a:gd name="T24" fmla="*/ 29 w 75"/>
                  <a:gd name="T25" fmla="*/ 30 h 32"/>
                  <a:gd name="T26" fmla="*/ 31 w 75"/>
                  <a:gd name="T27" fmla="*/ 30 h 32"/>
                  <a:gd name="T28" fmla="*/ 33 w 75"/>
                  <a:gd name="T29" fmla="*/ 30 h 32"/>
                  <a:gd name="T30" fmla="*/ 35 w 75"/>
                  <a:gd name="T31" fmla="*/ 32 h 32"/>
                  <a:gd name="T32" fmla="*/ 35 w 75"/>
                  <a:gd name="T33" fmla="*/ 32 h 32"/>
                  <a:gd name="T34" fmla="*/ 37 w 75"/>
                  <a:gd name="T35" fmla="*/ 32 h 32"/>
                  <a:gd name="T36" fmla="*/ 41 w 75"/>
                  <a:gd name="T37" fmla="*/ 30 h 32"/>
                  <a:gd name="T38" fmla="*/ 42 w 75"/>
                  <a:gd name="T39" fmla="*/ 30 h 32"/>
                  <a:gd name="T40" fmla="*/ 44 w 75"/>
                  <a:gd name="T41" fmla="*/ 30 h 32"/>
                  <a:gd name="T42" fmla="*/ 46 w 75"/>
                  <a:gd name="T43" fmla="*/ 30 h 32"/>
                  <a:gd name="T44" fmla="*/ 48 w 75"/>
                  <a:gd name="T45" fmla="*/ 30 h 32"/>
                  <a:gd name="T46" fmla="*/ 48 w 75"/>
                  <a:gd name="T47" fmla="*/ 30 h 32"/>
                  <a:gd name="T48" fmla="*/ 50 w 75"/>
                  <a:gd name="T49" fmla="*/ 30 h 32"/>
                  <a:gd name="T50" fmla="*/ 58 w 75"/>
                  <a:gd name="T51" fmla="*/ 25 h 32"/>
                  <a:gd name="T52" fmla="*/ 62 w 75"/>
                  <a:gd name="T53" fmla="*/ 21 h 32"/>
                  <a:gd name="T54" fmla="*/ 65 w 75"/>
                  <a:gd name="T55" fmla="*/ 17 h 32"/>
                  <a:gd name="T56" fmla="*/ 67 w 75"/>
                  <a:gd name="T57" fmla="*/ 13 h 32"/>
                  <a:gd name="T58" fmla="*/ 69 w 75"/>
                  <a:gd name="T59" fmla="*/ 11 h 32"/>
                  <a:gd name="T60" fmla="*/ 71 w 75"/>
                  <a:gd name="T61" fmla="*/ 9 h 32"/>
                  <a:gd name="T62" fmla="*/ 71 w 75"/>
                  <a:gd name="T63" fmla="*/ 7 h 32"/>
                  <a:gd name="T64" fmla="*/ 73 w 75"/>
                  <a:gd name="T65" fmla="*/ 5 h 32"/>
                  <a:gd name="T66" fmla="*/ 73 w 75"/>
                  <a:gd name="T67" fmla="*/ 5 h 32"/>
                  <a:gd name="T68" fmla="*/ 73 w 75"/>
                  <a:gd name="T69" fmla="*/ 3 h 32"/>
                  <a:gd name="T70" fmla="*/ 73 w 75"/>
                  <a:gd name="T71" fmla="*/ 3 h 32"/>
                  <a:gd name="T72" fmla="*/ 75 w 75"/>
                  <a:gd name="T73" fmla="*/ 3 h 32"/>
                  <a:gd name="T74" fmla="*/ 75 w 75"/>
                  <a:gd name="T75" fmla="*/ 2 h 32"/>
                  <a:gd name="T76" fmla="*/ 75 w 75"/>
                  <a:gd name="T77" fmla="*/ 2 h 32"/>
                  <a:gd name="T78" fmla="*/ 75 w 75"/>
                  <a:gd name="T79" fmla="*/ 0 h 32"/>
                  <a:gd name="T80" fmla="*/ 75 w 75"/>
                  <a:gd name="T81" fmla="*/ 0 h 32"/>
                  <a:gd name="T82" fmla="*/ 0 w 75"/>
                  <a:gd name="T83" fmla="*/ 0 h 32"/>
                  <a:gd name="T84" fmla="*/ 0 w 75"/>
                  <a:gd name="T85" fmla="*/ 2 h 32"/>
                  <a:gd name="T86" fmla="*/ 2 w 75"/>
                  <a:gd name="T87" fmla="*/ 3 h 32"/>
                  <a:gd name="T88" fmla="*/ 2 w 75"/>
                  <a:gd name="T89" fmla="*/ 7 h 32"/>
                  <a:gd name="T90" fmla="*/ 4 w 75"/>
                  <a:gd name="T91" fmla="*/ 9 h 32"/>
                  <a:gd name="T92" fmla="*/ 4 w 75"/>
                  <a:gd name="T93" fmla="*/ 11 h 32"/>
                  <a:gd name="T94" fmla="*/ 4 w 75"/>
                  <a:gd name="T95" fmla="*/ 11 h 32"/>
                  <a:gd name="T96" fmla="*/ 6 w 75"/>
                  <a:gd name="T97" fmla="*/ 13 h 32"/>
                  <a:gd name="T98" fmla="*/ 6 w 75"/>
                  <a:gd name="T99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5" h="32">
                    <a:moveTo>
                      <a:pt x="6" y="13"/>
                    </a:moveTo>
                    <a:lnTo>
                      <a:pt x="4" y="11"/>
                    </a:lnTo>
                    <a:lnTo>
                      <a:pt x="6" y="11"/>
                    </a:lnTo>
                    <a:lnTo>
                      <a:pt x="8" y="13"/>
                    </a:lnTo>
                    <a:lnTo>
                      <a:pt x="10" y="15"/>
                    </a:lnTo>
                    <a:lnTo>
                      <a:pt x="12" y="19"/>
                    </a:lnTo>
                    <a:lnTo>
                      <a:pt x="16" y="21"/>
                    </a:lnTo>
                    <a:lnTo>
                      <a:pt x="18" y="25"/>
                    </a:lnTo>
                    <a:lnTo>
                      <a:pt x="19" y="26"/>
                    </a:lnTo>
                    <a:lnTo>
                      <a:pt x="23" y="26"/>
                    </a:lnTo>
                    <a:lnTo>
                      <a:pt x="25" y="28"/>
                    </a:lnTo>
                    <a:lnTo>
                      <a:pt x="27" y="30"/>
                    </a:lnTo>
                    <a:lnTo>
                      <a:pt x="29" y="30"/>
                    </a:lnTo>
                    <a:lnTo>
                      <a:pt x="31" y="30"/>
                    </a:lnTo>
                    <a:lnTo>
                      <a:pt x="33" y="30"/>
                    </a:lnTo>
                    <a:lnTo>
                      <a:pt x="35" y="32"/>
                    </a:lnTo>
                    <a:lnTo>
                      <a:pt x="35" y="32"/>
                    </a:lnTo>
                    <a:lnTo>
                      <a:pt x="37" y="32"/>
                    </a:lnTo>
                    <a:lnTo>
                      <a:pt x="41" y="30"/>
                    </a:lnTo>
                    <a:lnTo>
                      <a:pt x="42" y="30"/>
                    </a:lnTo>
                    <a:lnTo>
                      <a:pt x="44" y="30"/>
                    </a:lnTo>
                    <a:lnTo>
                      <a:pt x="46" y="30"/>
                    </a:lnTo>
                    <a:lnTo>
                      <a:pt x="48" y="30"/>
                    </a:lnTo>
                    <a:lnTo>
                      <a:pt x="48" y="30"/>
                    </a:lnTo>
                    <a:lnTo>
                      <a:pt x="50" y="30"/>
                    </a:lnTo>
                    <a:lnTo>
                      <a:pt x="58" y="25"/>
                    </a:lnTo>
                    <a:lnTo>
                      <a:pt x="62" y="21"/>
                    </a:lnTo>
                    <a:lnTo>
                      <a:pt x="65" y="17"/>
                    </a:lnTo>
                    <a:lnTo>
                      <a:pt x="67" y="13"/>
                    </a:lnTo>
                    <a:lnTo>
                      <a:pt x="69" y="11"/>
                    </a:lnTo>
                    <a:lnTo>
                      <a:pt x="71" y="9"/>
                    </a:lnTo>
                    <a:lnTo>
                      <a:pt x="71" y="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3" y="3"/>
                    </a:lnTo>
                    <a:lnTo>
                      <a:pt x="73" y="3"/>
                    </a:lnTo>
                    <a:lnTo>
                      <a:pt x="75" y="3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170" y="1228"/>
                <a:ext cx="62" cy="86"/>
              </a:xfrm>
              <a:custGeom>
                <a:avLst/>
                <a:gdLst>
                  <a:gd name="T0" fmla="*/ 60 w 62"/>
                  <a:gd name="T1" fmla="*/ 36 h 86"/>
                  <a:gd name="T2" fmla="*/ 60 w 62"/>
                  <a:gd name="T3" fmla="*/ 38 h 86"/>
                  <a:gd name="T4" fmla="*/ 42 w 62"/>
                  <a:gd name="T5" fmla="*/ 21 h 86"/>
                  <a:gd name="T6" fmla="*/ 40 w 62"/>
                  <a:gd name="T7" fmla="*/ 19 h 86"/>
                  <a:gd name="T8" fmla="*/ 39 w 62"/>
                  <a:gd name="T9" fmla="*/ 15 h 86"/>
                  <a:gd name="T10" fmla="*/ 39 w 62"/>
                  <a:gd name="T11" fmla="*/ 13 h 86"/>
                  <a:gd name="T12" fmla="*/ 37 w 62"/>
                  <a:gd name="T13" fmla="*/ 11 h 86"/>
                  <a:gd name="T14" fmla="*/ 35 w 62"/>
                  <a:gd name="T15" fmla="*/ 10 h 86"/>
                  <a:gd name="T16" fmla="*/ 33 w 62"/>
                  <a:gd name="T17" fmla="*/ 8 h 86"/>
                  <a:gd name="T18" fmla="*/ 31 w 62"/>
                  <a:gd name="T19" fmla="*/ 6 h 86"/>
                  <a:gd name="T20" fmla="*/ 29 w 62"/>
                  <a:gd name="T21" fmla="*/ 2 h 86"/>
                  <a:gd name="T22" fmla="*/ 25 w 62"/>
                  <a:gd name="T23" fmla="*/ 0 h 86"/>
                  <a:gd name="T24" fmla="*/ 16 w 62"/>
                  <a:gd name="T25" fmla="*/ 13 h 86"/>
                  <a:gd name="T26" fmla="*/ 14 w 62"/>
                  <a:gd name="T27" fmla="*/ 15 h 86"/>
                  <a:gd name="T28" fmla="*/ 12 w 62"/>
                  <a:gd name="T29" fmla="*/ 19 h 86"/>
                  <a:gd name="T30" fmla="*/ 10 w 62"/>
                  <a:gd name="T31" fmla="*/ 21 h 86"/>
                  <a:gd name="T32" fmla="*/ 8 w 62"/>
                  <a:gd name="T33" fmla="*/ 23 h 86"/>
                  <a:gd name="T34" fmla="*/ 6 w 62"/>
                  <a:gd name="T35" fmla="*/ 25 h 86"/>
                  <a:gd name="T36" fmla="*/ 4 w 62"/>
                  <a:gd name="T37" fmla="*/ 29 h 86"/>
                  <a:gd name="T38" fmla="*/ 2 w 62"/>
                  <a:gd name="T39" fmla="*/ 31 h 86"/>
                  <a:gd name="T40" fmla="*/ 2 w 62"/>
                  <a:gd name="T41" fmla="*/ 33 h 86"/>
                  <a:gd name="T42" fmla="*/ 0 w 62"/>
                  <a:gd name="T43" fmla="*/ 38 h 86"/>
                  <a:gd name="T44" fmla="*/ 6 w 62"/>
                  <a:gd name="T45" fmla="*/ 50 h 86"/>
                  <a:gd name="T46" fmla="*/ 8 w 62"/>
                  <a:gd name="T47" fmla="*/ 56 h 86"/>
                  <a:gd name="T48" fmla="*/ 12 w 62"/>
                  <a:gd name="T49" fmla="*/ 59 h 86"/>
                  <a:gd name="T50" fmla="*/ 16 w 62"/>
                  <a:gd name="T51" fmla="*/ 63 h 86"/>
                  <a:gd name="T52" fmla="*/ 18 w 62"/>
                  <a:gd name="T53" fmla="*/ 69 h 86"/>
                  <a:gd name="T54" fmla="*/ 21 w 62"/>
                  <a:gd name="T55" fmla="*/ 73 h 86"/>
                  <a:gd name="T56" fmla="*/ 25 w 62"/>
                  <a:gd name="T57" fmla="*/ 77 h 86"/>
                  <a:gd name="T58" fmla="*/ 29 w 62"/>
                  <a:gd name="T59" fmla="*/ 83 h 86"/>
                  <a:gd name="T60" fmla="*/ 33 w 62"/>
                  <a:gd name="T61" fmla="*/ 86 h 86"/>
                  <a:gd name="T62" fmla="*/ 37 w 62"/>
                  <a:gd name="T63" fmla="*/ 83 h 86"/>
                  <a:gd name="T64" fmla="*/ 42 w 62"/>
                  <a:gd name="T65" fmla="*/ 77 h 86"/>
                  <a:gd name="T66" fmla="*/ 46 w 62"/>
                  <a:gd name="T67" fmla="*/ 71 h 86"/>
                  <a:gd name="T68" fmla="*/ 50 w 62"/>
                  <a:gd name="T69" fmla="*/ 65 h 86"/>
                  <a:gd name="T70" fmla="*/ 54 w 62"/>
                  <a:gd name="T71" fmla="*/ 59 h 86"/>
                  <a:gd name="T72" fmla="*/ 58 w 62"/>
                  <a:gd name="T73" fmla="*/ 54 h 86"/>
                  <a:gd name="T74" fmla="*/ 60 w 62"/>
                  <a:gd name="T75" fmla="*/ 48 h 86"/>
                  <a:gd name="T76" fmla="*/ 62 w 62"/>
                  <a:gd name="T77" fmla="*/ 40 h 86"/>
                  <a:gd name="T78" fmla="*/ 60 w 62"/>
                  <a:gd name="T79" fmla="*/ 3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2" h="86">
                    <a:moveTo>
                      <a:pt x="60" y="36"/>
                    </a:moveTo>
                    <a:lnTo>
                      <a:pt x="60" y="38"/>
                    </a:lnTo>
                    <a:lnTo>
                      <a:pt x="42" y="21"/>
                    </a:lnTo>
                    <a:lnTo>
                      <a:pt x="40" y="19"/>
                    </a:lnTo>
                    <a:lnTo>
                      <a:pt x="39" y="15"/>
                    </a:lnTo>
                    <a:lnTo>
                      <a:pt x="39" y="13"/>
                    </a:lnTo>
                    <a:lnTo>
                      <a:pt x="37" y="11"/>
                    </a:lnTo>
                    <a:lnTo>
                      <a:pt x="35" y="10"/>
                    </a:lnTo>
                    <a:lnTo>
                      <a:pt x="33" y="8"/>
                    </a:lnTo>
                    <a:lnTo>
                      <a:pt x="31" y="6"/>
                    </a:lnTo>
                    <a:lnTo>
                      <a:pt x="29" y="2"/>
                    </a:lnTo>
                    <a:lnTo>
                      <a:pt x="25" y="0"/>
                    </a:lnTo>
                    <a:lnTo>
                      <a:pt x="16" y="13"/>
                    </a:lnTo>
                    <a:lnTo>
                      <a:pt x="14" y="15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8" y="23"/>
                    </a:lnTo>
                    <a:lnTo>
                      <a:pt x="6" y="25"/>
                    </a:lnTo>
                    <a:lnTo>
                      <a:pt x="4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0" y="38"/>
                    </a:lnTo>
                    <a:lnTo>
                      <a:pt x="6" y="50"/>
                    </a:lnTo>
                    <a:lnTo>
                      <a:pt x="8" y="56"/>
                    </a:lnTo>
                    <a:lnTo>
                      <a:pt x="12" y="59"/>
                    </a:lnTo>
                    <a:lnTo>
                      <a:pt x="16" y="63"/>
                    </a:lnTo>
                    <a:lnTo>
                      <a:pt x="18" y="69"/>
                    </a:lnTo>
                    <a:lnTo>
                      <a:pt x="21" y="73"/>
                    </a:lnTo>
                    <a:lnTo>
                      <a:pt x="25" y="77"/>
                    </a:lnTo>
                    <a:lnTo>
                      <a:pt x="29" y="83"/>
                    </a:lnTo>
                    <a:lnTo>
                      <a:pt x="33" y="86"/>
                    </a:lnTo>
                    <a:lnTo>
                      <a:pt x="37" y="83"/>
                    </a:lnTo>
                    <a:lnTo>
                      <a:pt x="42" y="77"/>
                    </a:lnTo>
                    <a:lnTo>
                      <a:pt x="46" y="71"/>
                    </a:lnTo>
                    <a:lnTo>
                      <a:pt x="50" y="65"/>
                    </a:lnTo>
                    <a:lnTo>
                      <a:pt x="54" y="59"/>
                    </a:lnTo>
                    <a:lnTo>
                      <a:pt x="58" y="54"/>
                    </a:lnTo>
                    <a:lnTo>
                      <a:pt x="60" y="48"/>
                    </a:lnTo>
                    <a:lnTo>
                      <a:pt x="62" y="40"/>
                    </a:lnTo>
                    <a:lnTo>
                      <a:pt x="60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818" y="1343"/>
                <a:ext cx="469" cy="210"/>
              </a:xfrm>
              <a:custGeom>
                <a:avLst/>
                <a:gdLst>
                  <a:gd name="T0" fmla="*/ 31 w 469"/>
                  <a:gd name="T1" fmla="*/ 19 h 210"/>
                  <a:gd name="T2" fmla="*/ 25 w 469"/>
                  <a:gd name="T3" fmla="*/ 21 h 210"/>
                  <a:gd name="T4" fmla="*/ 21 w 469"/>
                  <a:gd name="T5" fmla="*/ 23 h 210"/>
                  <a:gd name="T6" fmla="*/ 15 w 469"/>
                  <a:gd name="T7" fmla="*/ 27 h 210"/>
                  <a:gd name="T8" fmla="*/ 11 w 469"/>
                  <a:gd name="T9" fmla="*/ 31 h 210"/>
                  <a:gd name="T10" fmla="*/ 9 w 469"/>
                  <a:gd name="T11" fmla="*/ 35 h 210"/>
                  <a:gd name="T12" fmla="*/ 6 w 469"/>
                  <a:gd name="T13" fmla="*/ 39 h 210"/>
                  <a:gd name="T14" fmla="*/ 4 w 469"/>
                  <a:gd name="T15" fmla="*/ 42 h 210"/>
                  <a:gd name="T16" fmla="*/ 2 w 469"/>
                  <a:gd name="T17" fmla="*/ 48 h 210"/>
                  <a:gd name="T18" fmla="*/ 0 w 469"/>
                  <a:gd name="T19" fmla="*/ 54 h 210"/>
                  <a:gd name="T20" fmla="*/ 0 w 469"/>
                  <a:gd name="T21" fmla="*/ 210 h 210"/>
                  <a:gd name="T22" fmla="*/ 469 w 469"/>
                  <a:gd name="T23" fmla="*/ 210 h 210"/>
                  <a:gd name="T24" fmla="*/ 467 w 469"/>
                  <a:gd name="T25" fmla="*/ 185 h 210"/>
                  <a:gd name="T26" fmla="*/ 467 w 469"/>
                  <a:gd name="T27" fmla="*/ 160 h 210"/>
                  <a:gd name="T28" fmla="*/ 467 w 469"/>
                  <a:gd name="T29" fmla="*/ 135 h 210"/>
                  <a:gd name="T30" fmla="*/ 465 w 469"/>
                  <a:gd name="T31" fmla="*/ 108 h 210"/>
                  <a:gd name="T32" fmla="*/ 463 w 469"/>
                  <a:gd name="T33" fmla="*/ 83 h 210"/>
                  <a:gd name="T34" fmla="*/ 460 w 469"/>
                  <a:gd name="T35" fmla="*/ 58 h 210"/>
                  <a:gd name="T36" fmla="*/ 454 w 469"/>
                  <a:gd name="T37" fmla="*/ 35 h 210"/>
                  <a:gd name="T38" fmla="*/ 444 w 469"/>
                  <a:gd name="T39" fmla="*/ 12 h 210"/>
                  <a:gd name="T40" fmla="*/ 442 w 469"/>
                  <a:gd name="T41" fmla="*/ 10 h 210"/>
                  <a:gd name="T42" fmla="*/ 437 w 469"/>
                  <a:gd name="T43" fmla="*/ 10 h 210"/>
                  <a:gd name="T44" fmla="*/ 385 w 469"/>
                  <a:gd name="T45" fmla="*/ 6 h 210"/>
                  <a:gd name="T46" fmla="*/ 335 w 469"/>
                  <a:gd name="T47" fmla="*/ 2 h 210"/>
                  <a:gd name="T48" fmla="*/ 285 w 469"/>
                  <a:gd name="T49" fmla="*/ 0 h 210"/>
                  <a:gd name="T50" fmla="*/ 234 w 469"/>
                  <a:gd name="T51" fmla="*/ 0 h 210"/>
                  <a:gd name="T52" fmla="*/ 184 w 469"/>
                  <a:gd name="T53" fmla="*/ 2 h 210"/>
                  <a:gd name="T54" fmla="*/ 132 w 469"/>
                  <a:gd name="T55" fmla="*/ 6 h 210"/>
                  <a:gd name="T56" fmla="*/ 82 w 469"/>
                  <a:gd name="T57" fmla="*/ 12 h 210"/>
                  <a:gd name="T58" fmla="*/ 31 w 469"/>
                  <a:gd name="T59" fmla="*/ 1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9" h="210">
                    <a:moveTo>
                      <a:pt x="31" y="19"/>
                    </a:moveTo>
                    <a:lnTo>
                      <a:pt x="25" y="21"/>
                    </a:lnTo>
                    <a:lnTo>
                      <a:pt x="21" y="23"/>
                    </a:lnTo>
                    <a:lnTo>
                      <a:pt x="15" y="27"/>
                    </a:lnTo>
                    <a:lnTo>
                      <a:pt x="11" y="31"/>
                    </a:lnTo>
                    <a:lnTo>
                      <a:pt x="9" y="35"/>
                    </a:lnTo>
                    <a:lnTo>
                      <a:pt x="6" y="39"/>
                    </a:lnTo>
                    <a:lnTo>
                      <a:pt x="4" y="42"/>
                    </a:lnTo>
                    <a:lnTo>
                      <a:pt x="2" y="48"/>
                    </a:lnTo>
                    <a:lnTo>
                      <a:pt x="0" y="54"/>
                    </a:lnTo>
                    <a:lnTo>
                      <a:pt x="0" y="210"/>
                    </a:lnTo>
                    <a:lnTo>
                      <a:pt x="469" y="210"/>
                    </a:lnTo>
                    <a:lnTo>
                      <a:pt x="467" y="185"/>
                    </a:lnTo>
                    <a:lnTo>
                      <a:pt x="467" y="160"/>
                    </a:lnTo>
                    <a:lnTo>
                      <a:pt x="467" y="135"/>
                    </a:lnTo>
                    <a:lnTo>
                      <a:pt x="465" y="108"/>
                    </a:lnTo>
                    <a:lnTo>
                      <a:pt x="463" y="83"/>
                    </a:lnTo>
                    <a:lnTo>
                      <a:pt x="460" y="58"/>
                    </a:lnTo>
                    <a:lnTo>
                      <a:pt x="454" y="35"/>
                    </a:lnTo>
                    <a:lnTo>
                      <a:pt x="444" y="12"/>
                    </a:lnTo>
                    <a:lnTo>
                      <a:pt x="442" y="10"/>
                    </a:lnTo>
                    <a:lnTo>
                      <a:pt x="437" y="10"/>
                    </a:lnTo>
                    <a:lnTo>
                      <a:pt x="385" y="6"/>
                    </a:lnTo>
                    <a:lnTo>
                      <a:pt x="335" y="2"/>
                    </a:lnTo>
                    <a:lnTo>
                      <a:pt x="285" y="0"/>
                    </a:lnTo>
                    <a:lnTo>
                      <a:pt x="234" y="0"/>
                    </a:lnTo>
                    <a:lnTo>
                      <a:pt x="184" y="2"/>
                    </a:lnTo>
                    <a:lnTo>
                      <a:pt x="132" y="6"/>
                    </a:lnTo>
                    <a:lnTo>
                      <a:pt x="82" y="12"/>
                    </a:lnTo>
                    <a:lnTo>
                      <a:pt x="31" y="19"/>
                    </a:lnTo>
                    <a:close/>
                  </a:path>
                </a:pathLst>
              </a:custGeom>
              <a:solidFill>
                <a:srgbClr val="FF1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" name="Freeform 15"/>
              <p:cNvSpPr>
                <a:spLocks/>
              </p:cNvSpPr>
              <p:nvPr/>
            </p:nvSpPr>
            <p:spPr bwMode="auto">
              <a:xfrm>
                <a:off x="1168" y="1409"/>
                <a:ext cx="48" cy="48"/>
              </a:xfrm>
              <a:custGeom>
                <a:avLst/>
                <a:gdLst>
                  <a:gd name="T0" fmla="*/ 46 w 48"/>
                  <a:gd name="T1" fmla="*/ 48 h 48"/>
                  <a:gd name="T2" fmla="*/ 46 w 48"/>
                  <a:gd name="T3" fmla="*/ 48 h 48"/>
                  <a:gd name="T4" fmla="*/ 48 w 48"/>
                  <a:gd name="T5" fmla="*/ 30 h 48"/>
                  <a:gd name="T6" fmla="*/ 48 w 48"/>
                  <a:gd name="T7" fmla="*/ 15 h 48"/>
                  <a:gd name="T8" fmla="*/ 44 w 48"/>
                  <a:gd name="T9" fmla="*/ 9 h 48"/>
                  <a:gd name="T10" fmla="*/ 42 w 48"/>
                  <a:gd name="T11" fmla="*/ 7 h 48"/>
                  <a:gd name="T12" fmla="*/ 42 w 48"/>
                  <a:gd name="T13" fmla="*/ 7 h 48"/>
                  <a:gd name="T14" fmla="*/ 42 w 48"/>
                  <a:gd name="T15" fmla="*/ 7 h 48"/>
                  <a:gd name="T16" fmla="*/ 42 w 48"/>
                  <a:gd name="T17" fmla="*/ 5 h 48"/>
                  <a:gd name="T18" fmla="*/ 42 w 48"/>
                  <a:gd name="T19" fmla="*/ 5 h 48"/>
                  <a:gd name="T20" fmla="*/ 42 w 48"/>
                  <a:gd name="T21" fmla="*/ 5 h 48"/>
                  <a:gd name="T22" fmla="*/ 42 w 48"/>
                  <a:gd name="T23" fmla="*/ 3 h 48"/>
                  <a:gd name="T24" fmla="*/ 41 w 48"/>
                  <a:gd name="T25" fmla="*/ 3 h 48"/>
                  <a:gd name="T26" fmla="*/ 23 w 48"/>
                  <a:gd name="T27" fmla="*/ 0 h 48"/>
                  <a:gd name="T28" fmla="*/ 8 w 48"/>
                  <a:gd name="T29" fmla="*/ 0 h 48"/>
                  <a:gd name="T30" fmla="*/ 4 w 48"/>
                  <a:gd name="T31" fmla="*/ 3 h 48"/>
                  <a:gd name="T32" fmla="*/ 2 w 48"/>
                  <a:gd name="T33" fmla="*/ 7 h 48"/>
                  <a:gd name="T34" fmla="*/ 0 w 48"/>
                  <a:gd name="T35" fmla="*/ 11 h 48"/>
                  <a:gd name="T36" fmla="*/ 0 w 48"/>
                  <a:gd name="T37" fmla="*/ 15 h 48"/>
                  <a:gd name="T38" fmla="*/ 0 w 48"/>
                  <a:gd name="T39" fmla="*/ 19 h 48"/>
                  <a:gd name="T40" fmla="*/ 0 w 48"/>
                  <a:gd name="T41" fmla="*/ 23 h 48"/>
                  <a:gd name="T42" fmla="*/ 0 w 48"/>
                  <a:gd name="T43" fmla="*/ 26 h 48"/>
                  <a:gd name="T44" fmla="*/ 0 w 48"/>
                  <a:gd name="T45" fmla="*/ 30 h 48"/>
                  <a:gd name="T46" fmla="*/ 0 w 48"/>
                  <a:gd name="T47" fmla="*/ 48 h 48"/>
                  <a:gd name="T48" fmla="*/ 12 w 48"/>
                  <a:gd name="T49" fmla="*/ 48 h 48"/>
                  <a:gd name="T50" fmla="*/ 46 w 48"/>
                  <a:gd name="T5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8" h="48">
                    <a:moveTo>
                      <a:pt x="46" y="48"/>
                    </a:moveTo>
                    <a:lnTo>
                      <a:pt x="46" y="48"/>
                    </a:lnTo>
                    <a:lnTo>
                      <a:pt x="48" y="30"/>
                    </a:lnTo>
                    <a:lnTo>
                      <a:pt x="48" y="15"/>
                    </a:lnTo>
                    <a:lnTo>
                      <a:pt x="44" y="9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3"/>
                    </a:lnTo>
                    <a:lnTo>
                      <a:pt x="41" y="3"/>
                    </a:lnTo>
                    <a:lnTo>
                      <a:pt x="23" y="0"/>
                    </a:lnTo>
                    <a:lnTo>
                      <a:pt x="8" y="0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0" y="48"/>
                    </a:lnTo>
                    <a:lnTo>
                      <a:pt x="12" y="48"/>
                    </a:lnTo>
                    <a:lnTo>
                      <a:pt x="4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16"/>
              <p:cNvSpPr>
                <a:spLocks/>
              </p:cNvSpPr>
              <p:nvPr/>
            </p:nvSpPr>
            <p:spPr bwMode="auto">
              <a:xfrm>
                <a:off x="889" y="1418"/>
                <a:ext cx="40" cy="48"/>
              </a:xfrm>
              <a:custGeom>
                <a:avLst/>
                <a:gdLst>
                  <a:gd name="T0" fmla="*/ 0 w 40"/>
                  <a:gd name="T1" fmla="*/ 46 h 48"/>
                  <a:gd name="T2" fmla="*/ 15 w 40"/>
                  <a:gd name="T3" fmla="*/ 48 h 48"/>
                  <a:gd name="T4" fmla="*/ 28 w 40"/>
                  <a:gd name="T5" fmla="*/ 48 h 48"/>
                  <a:gd name="T6" fmla="*/ 34 w 40"/>
                  <a:gd name="T7" fmla="*/ 42 h 48"/>
                  <a:gd name="T8" fmla="*/ 34 w 40"/>
                  <a:gd name="T9" fmla="*/ 42 h 48"/>
                  <a:gd name="T10" fmla="*/ 36 w 40"/>
                  <a:gd name="T11" fmla="*/ 42 h 48"/>
                  <a:gd name="T12" fmla="*/ 36 w 40"/>
                  <a:gd name="T13" fmla="*/ 42 h 48"/>
                  <a:gd name="T14" fmla="*/ 36 w 40"/>
                  <a:gd name="T15" fmla="*/ 40 h 48"/>
                  <a:gd name="T16" fmla="*/ 36 w 40"/>
                  <a:gd name="T17" fmla="*/ 40 h 48"/>
                  <a:gd name="T18" fmla="*/ 38 w 40"/>
                  <a:gd name="T19" fmla="*/ 40 h 48"/>
                  <a:gd name="T20" fmla="*/ 38 w 40"/>
                  <a:gd name="T21" fmla="*/ 40 h 48"/>
                  <a:gd name="T22" fmla="*/ 38 w 40"/>
                  <a:gd name="T23" fmla="*/ 40 h 48"/>
                  <a:gd name="T24" fmla="*/ 40 w 40"/>
                  <a:gd name="T25" fmla="*/ 23 h 48"/>
                  <a:gd name="T26" fmla="*/ 40 w 40"/>
                  <a:gd name="T27" fmla="*/ 0 h 48"/>
                  <a:gd name="T28" fmla="*/ 25 w 40"/>
                  <a:gd name="T29" fmla="*/ 0 h 48"/>
                  <a:gd name="T30" fmla="*/ 23 w 40"/>
                  <a:gd name="T31" fmla="*/ 0 h 48"/>
                  <a:gd name="T32" fmla="*/ 19 w 40"/>
                  <a:gd name="T33" fmla="*/ 0 h 48"/>
                  <a:gd name="T34" fmla="*/ 17 w 40"/>
                  <a:gd name="T35" fmla="*/ 2 h 48"/>
                  <a:gd name="T36" fmla="*/ 13 w 40"/>
                  <a:gd name="T37" fmla="*/ 2 h 48"/>
                  <a:gd name="T38" fmla="*/ 11 w 40"/>
                  <a:gd name="T39" fmla="*/ 4 h 48"/>
                  <a:gd name="T40" fmla="*/ 7 w 40"/>
                  <a:gd name="T41" fmla="*/ 4 h 48"/>
                  <a:gd name="T42" fmla="*/ 6 w 40"/>
                  <a:gd name="T43" fmla="*/ 6 h 48"/>
                  <a:gd name="T44" fmla="*/ 4 w 40"/>
                  <a:gd name="T45" fmla="*/ 6 h 48"/>
                  <a:gd name="T46" fmla="*/ 2 w 40"/>
                  <a:gd name="T47" fmla="*/ 6 h 48"/>
                  <a:gd name="T48" fmla="*/ 2 w 40"/>
                  <a:gd name="T49" fmla="*/ 6 h 48"/>
                  <a:gd name="T50" fmla="*/ 2 w 40"/>
                  <a:gd name="T51" fmla="*/ 6 h 48"/>
                  <a:gd name="T52" fmla="*/ 2 w 40"/>
                  <a:gd name="T53" fmla="*/ 6 h 48"/>
                  <a:gd name="T54" fmla="*/ 2 w 40"/>
                  <a:gd name="T55" fmla="*/ 6 h 48"/>
                  <a:gd name="T56" fmla="*/ 0 w 40"/>
                  <a:gd name="T57" fmla="*/ 8 h 48"/>
                  <a:gd name="T58" fmla="*/ 0 w 40"/>
                  <a:gd name="T59" fmla="*/ 8 h 48"/>
                  <a:gd name="T60" fmla="*/ 0 w 40"/>
                  <a:gd name="T61" fmla="*/ 8 h 48"/>
                  <a:gd name="T62" fmla="*/ 0 w 40"/>
                  <a:gd name="T63" fmla="*/ 44 h 48"/>
                  <a:gd name="T64" fmla="*/ 0 w 40"/>
                  <a:gd name="T65" fmla="*/ 4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48">
                    <a:moveTo>
                      <a:pt x="0" y="46"/>
                    </a:moveTo>
                    <a:lnTo>
                      <a:pt x="15" y="48"/>
                    </a:lnTo>
                    <a:lnTo>
                      <a:pt x="28" y="48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6" y="42"/>
                    </a:lnTo>
                    <a:lnTo>
                      <a:pt x="36" y="42"/>
                    </a:lnTo>
                    <a:lnTo>
                      <a:pt x="36" y="40"/>
                    </a:lnTo>
                    <a:lnTo>
                      <a:pt x="36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40" y="23"/>
                    </a:lnTo>
                    <a:lnTo>
                      <a:pt x="40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7" y="2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4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" name="Freeform 17"/>
              <p:cNvSpPr>
                <a:spLocks/>
              </p:cNvSpPr>
              <p:nvPr/>
            </p:nvSpPr>
            <p:spPr bwMode="auto">
              <a:xfrm>
                <a:off x="1025" y="1409"/>
                <a:ext cx="48" cy="55"/>
              </a:xfrm>
              <a:custGeom>
                <a:avLst/>
                <a:gdLst>
                  <a:gd name="T0" fmla="*/ 17 w 48"/>
                  <a:gd name="T1" fmla="*/ 55 h 55"/>
                  <a:gd name="T2" fmla="*/ 32 w 48"/>
                  <a:gd name="T3" fmla="*/ 51 h 55"/>
                  <a:gd name="T4" fmla="*/ 34 w 48"/>
                  <a:gd name="T5" fmla="*/ 51 h 55"/>
                  <a:gd name="T6" fmla="*/ 34 w 48"/>
                  <a:gd name="T7" fmla="*/ 49 h 55"/>
                  <a:gd name="T8" fmla="*/ 36 w 48"/>
                  <a:gd name="T9" fmla="*/ 49 h 55"/>
                  <a:gd name="T10" fmla="*/ 36 w 48"/>
                  <a:gd name="T11" fmla="*/ 49 h 55"/>
                  <a:gd name="T12" fmla="*/ 36 w 48"/>
                  <a:gd name="T13" fmla="*/ 49 h 55"/>
                  <a:gd name="T14" fmla="*/ 38 w 48"/>
                  <a:gd name="T15" fmla="*/ 49 h 55"/>
                  <a:gd name="T16" fmla="*/ 38 w 48"/>
                  <a:gd name="T17" fmla="*/ 49 h 55"/>
                  <a:gd name="T18" fmla="*/ 40 w 48"/>
                  <a:gd name="T19" fmla="*/ 49 h 55"/>
                  <a:gd name="T20" fmla="*/ 46 w 48"/>
                  <a:gd name="T21" fmla="*/ 48 h 55"/>
                  <a:gd name="T22" fmla="*/ 48 w 48"/>
                  <a:gd name="T23" fmla="*/ 36 h 55"/>
                  <a:gd name="T24" fmla="*/ 48 w 48"/>
                  <a:gd name="T25" fmla="*/ 3 h 55"/>
                  <a:gd name="T26" fmla="*/ 46 w 48"/>
                  <a:gd name="T27" fmla="*/ 3 h 55"/>
                  <a:gd name="T28" fmla="*/ 21 w 48"/>
                  <a:gd name="T29" fmla="*/ 0 h 55"/>
                  <a:gd name="T30" fmla="*/ 19 w 48"/>
                  <a:gd name="T31" fmla="*/ 1 h 55"/>
                  <a:gd name="T32" fmla="*/ 15 w 48"/>
                  <a:gd name="T33" fmla="*/ 1 h 55"/>
                  <a:gd name="T34" fmla="*/ 13 w 48"/>
                  <a:gd name="T35" fmla="*/ 3 h 55"/>
                  <a:gd name="T36" fmla="*/ 9 w 48"/>
                  <a:gd name="T37" fmla="*/ 3 h 55"/>
                  <a:gd name="T38" fmla="*/ 7 w 48"/>
                  <a:gd name="T39" fmla="*/ 3 h 55"/>
                  <a:gd name="T40" fmla="*/ 5 w 48"/>
                  <a:gd name="T41" fmla="*/ 5 h 55"/>
                  <a:gd name="T42" fmla="*/ 2 w 48"/>
                  <a:gd name="T43" fmla="*/ 5 h 55"/>
                  <a:gd name="T44" fmla="*/ 0 w 48"/>
                  <a:gd name="T45" fmla="*/ 7 h 55"/>
                  <a:gd name="T46" fmla="*/ 0 w 48"/>
                  <a:gd name="T47" fmla="*/ 49 h 55"/>
                  <a:gd name="T48" fmla="*/ 17 w 48"/>
                  <a:gd name="T4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55">
                    <a:moveTo>
                      <a:pt x="17" y="55"/>
                    </a:moveTo>
                    <a:lnTo>
                      <a:pt x="32" y="51"/>
                    </a:lnTo>
                    <a:lnTo>
                      <a:pt x="34" y="51"/>
                    </a:lnTo>
                    <a:lnTo>
                      <a:pt x="34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8" y="49"/>
                    </a:lnTo>
                    <a:lnTo>
                      <a:pt x="38" y="49"/>
                    </a:lnTo>
                    <a:lnTo>
                      <a:pt x="40" y="49"/>
                    </a:lnTo>
                    <a:lnTo>
                      <a:pt x="46" y="48"/>
                    </a:lnTo>
                    <a:lnTo>
                      <a:pt x="48" y="36"/>
                    </a:lnTo>
                    <a:lnTo>
                      <a:pt x="48" y="3"/>
                    </a:lnTo>
                    <a:lnTo>
                      <a:pt x="46" y="3"/>
                    </a:lnTo>
                    <a:lnTo>
                      <a:pt x="21" y="0"/>
                    </a:lnTo>
                    <a:lnTo>
                      <a:pt x="19" y="1"/>
                    </a:lnTo>
                    <a:lnTo>
                      <a:pt x="15" y="1"/>
                    </a:lnTo>
                    <a:lnTo>
                      <a:pt x="13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49"/>
                    </a:lnTo>
                    <a:lnTo>
                      <a:pt x="17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Freeform 18"/>
              <p:cNvSpPr>
                <a:spLocks/>
              </p:cNvSpPr>
              <p:nvPr/>
            </p:nvSpPr>
            <p:spPr bwMode="auto">
              <a:xfrm>
                <a:off x="866" y="1393"/>
                <a:ext cx="86" cy="96"/>
              </a:xfrm>
              <a:custGeom>
                <a:avLst/>
                <a:gdLst>
                  <a:gd name="T0" fmla="*/ 59 w 86"/>
                  <a:gd name="T1" fmla="*/ 0 h 96"/>
                  <a:gd name="T2" fmla="*/ 42 w 86"/>
                  <a:gd name="T3" fmla="*/ 0 h 96"/>
                  <a:gd name="T4" fmla="*/ 23 w 86"/>
                  <a:gd name="T5" fmla="*/ 6 h 96"/>
                  <a:gd name="T6" fmla="*/ 15 w 86"/>
                  <a:gd name="T7" fmla="*/ 10 h 96"/>
                  <a:gd name="T8" fmla="*/ 13 w 86"/>
                  <a:gd name="T9" fmla="*/ 10 h 96"/>
                  <a:gd name="T10" fmla="*/ 13 w 86"/>
                  <a:gd name="T11" fmla="*/ 12 h 96"/>
                  <a:gd name="T12" fmla="*/ 23 w 86"/>
                  <a:gd name="T13" fmla="*/ 33 h 96"/>
                  <a:gd name="T14" fmla="*/ 25 w 86"/>
                  <a:gd name="T15" fmla="*/ 31 h 96"/>
                  <a:gd name="T16" fmla="*/ 27 w 86"/>
                  <a:gd name="T17" fmla="*/ 31 h 96"/>
                  <a:gd name="T18" fmla="*/ 34 w 86"/>
                  <a:gd name="T19" fmla="*/ 29 h 96"/>
                  <a:gd name="T20" fmla="*/ 42 w 86"/>
                  <a:gd name="T21" fmla="*/ 25 h 96"/>
                  <a:gd name="T22" fmla="*/ 63 w 86"/>
                  <a:gd name="T23" fmla="*/ 25 h 96"/>
                  <a:gd name="T24" fmla="*/ 61 w 86"/>
                  <a:gd name="T25" fmla="*/ 65 h 96"/>
                  <a:gd name="T26" fmla="*/ 59 w 86"/>
                  <a:gd name="T27" fmla="*/ 65 h 96"/>
                  <a:gd name="T28" fmla="*/ 57 w 86"/>
                  <a:gd name="T29" fmla="*/ 67 h 96"/>
                  <a:gd name="T30" fmla="*/ 38 w 86"/>
                  <a:gd name="T31" fmla="*/ 73 h 96"/>
                  <a:gd name="T32" fmla="*/ 23 w 86"/>
                  <a:gd name="T33" fmla="*/ 33 h 96"/>
                  <a:gd name="T34" fmla="*/ 11 w 86"/>
                  <a:gd name="T35" fmla="*/ 12 h 96"/>
                  <a:gd name="T36" fmla="*/ 11 w 86"/>
                  <a:gd name="T37" fmla="*/ 12 h 96"/>
                  <a:gd name="T38" fmla="*/ 11 w 86"/>
                  <a:gd name="T39" fmla="*/ 12 h 96"/>
                  <a:gd name="T40" fmla="*/ 4 w 86"/>
                  <a:gd name="T41" fmla="*/ 14 h 96"/>
                  <a:gd name="T42" fmla="*/ 0 w 86"/>
                  <a:gd name="T43" fmla="*/ 19 h 96"/>
                  <a:gd name="T44" fmla="*/ 0 w 86"/>
                  <a:gd name="T45" fmla="*/ 29 h 96"/>
                  <a:gd name="T46" fmla="*/ 0 w 86"/>
                  <a:gd name="T47" fmla="*/ 46 h 96"/>
                  <a:gd name="T48" fmla="*/ 0 w 86"/>
                  <a:gd name="T49" fmla="*/ 64 h 96"/>
                  <a:gd name="T50" fmla="*/ 0 w 86"/>
                  <a:gd name="T51" fmla="*/ 75 h 96"/>
                  <a:gd name="T52" fmla="*/ 0 w 86"/>
                  <a:gd name="T53" fmla="*/ 77 h 96"/>
                  <a:gd name="T54" fmla="*/ 2 w 86"/>
                  <a:gd name="T55" fmla="*/ 81 h 96"/>
                  <a:gd name="T56" fmla="*/ 7 w 86"/>
                  <a:gd name="T57" fmla="*/ 90 h 96"/>
                  <a:gd name="T58" fmla="*/ 11 w 86"/>
                  <a:gd name="T59" fmla="*/ 92 h 96"/>
                  <a:gd name="T60" fmla="*/ 15 w 86"/>
                  <a:gd name="T61" fmla="*/ 94 h 96"/>
                  <a:gd name="T62" fmla="*/ 30 w 86"/>
                  <a:gd name="T63" fmla="*/ 96 h 96"/>
                  <a:gd name="T64" fmla="*/ 36 w 86"/>
                  <a:gd name="T65" fmla="*/ 96 h 96"/>
                  <a:gd name="T66" fmla="*/ 44 w 86"/>
                  <a:gd name="T67" fmla="*/ 96 h 96"/>
                  <a:gd name="T68" fmla="*/ 57 w 86"/>
                  <a:gd name="T69" fmla="*/ 96 h 96"/>
                  <a:gd name="T70" fmla="*/ 59 w 86"/>
                  <a:gd name="T71" fmla="*/ 96 h 96"/>
                  <a:gd name="T72" fmla="*/ 63 w 86"/>
                  <a:gd name="T73" fmla="*/ 94 h 96"/>
                  <a:gd name="T74" fmla="*/ 74 w 86"/>
                  <a:gd name="T75" fmla="*/ 89 h 96"/>
                  <a:gd name="T76" fmla="*/ 80 w 86"/>
                  <a:gd name="T77" fmla="*/ 87 h 96"/>
                  <a:gd name="T78" fmla="*/ 84 w 86"/>
                  <a:gd name="T79" fmla="*/ 83 h 96"/>
                  <a:gd name="T80" fmla="*/ 86 w 86"/>
                  <a:gd name="T81" fmla="*/ 65 h 96"/>
                  <a:gd name="T82" fmla="*/ 86 w 86"/>
                  <a:gd name="T83" fmla="*/ 10 h 96"/>
                  <a:gd name="T84" fmla="*/ 82 w 86"/>
                  <a:gd name="T85" fmla="*/ 4 h 96"/>
                  <a:gd name="T86" fmla="*/ 76 w 86"/>
                  <a:gd name="T87" fmla="*/ 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96">
                    <a:moveTo>
                      <a:pt x="76" y="2"/>
                    </a:moveTo>
                    <a:lnTo>
                      <a:pt x="67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2"/>
                    </a:lnTo>
                    <a:lnTo>
                      <a:pt x="29" y="4"/>
                    </a:lnTo>
                    <a:lnTo>
                      <a:pt x="23" y="6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7" y="31"/>
                    </a:lnTo>
                    <a:lnTo>
                      <a:pt x="29" y="31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6" y="27"/>
                    </a:lnTo>
                    <a:lnTo>
                      <a:pt x="40" y="27"/>
                    </a:lnTo>
                    <a:lnTo>
                      <a:pt x="42" y="25"/>
                    </a:lnTo>
                    <a:lnTo>
                      <a:pt x="46" y="25"/>
                    </a:lnTo>
                    <a:lnTo>
                      <a:pt x="48" y="25"/>
                    </a:lnTo>
                    <a:lnTo>
                      <a:pt x="63" y="25"/>
                    </a:lnTo>
                    <a:lnTo>
                      <a:pt x="63" y="48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59" y="65"/>
                    </a:lnTo>
                    <a:lnTo>
                      <a:pt x="59" y="65"/>
                    </a:lnTo>
                    <a:lnTo>
                      <a:pt x="59" y="67"/>
                    </a:lnTo>
                    <a:lnTo>
                      <a:pt x="59" y="67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1" y="73"/>
                    </a:lnTo>
                    <a:lnTo>
                      <a:pt x="38" y="73"/>
                    </a:lnTo>
                    <a:lnTo>
                      <a:pt x="23" y="71"/>
                    </a:lnTo>
                    <a:lnTo>
                      <a:pt x="23" y="69"/>
                    </a:lnTo>
                    <a:lnTo>
                      <a:pt x="23" y="33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2"/>
                    </a:lnTo>
                    <a:lnTo>
                      <a:pt x="6" y="12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0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69"/>
                    </a:lnTo>
                    <a:lnTo>
                      <a:pt x="0" y="75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9"/>
                    </a:lnTo>
                    <a:lnTo>
                      <a:pt x="0" y="79"/>
                    </a:lnTo>
                    <a:lnTo>
                      <a:pt x="2" y="81"/>
                    </a:lnTo>
                    <a:lnTo>
                      <a:pt x="2" y="81"/>
                    </a:lnTo>
                    <a:lnTo>
                      <a:pt x="7" y="90"/>
                    </a:lnTo>
                    <a:lnTo>
                      <a:pt x="7" y="90"/>
                    </a:lnTo>
                    <a:lnTo>
                      <a:pt x="9" y="92"/>
                    </a:lnTo>
                    <a:lnTo>
                      <a:pt x="9" y="92"/>
                    </a:lnTo>
                    <a:lnTo>
                      <a:pt x="11" y="92"/>
                    </a:lnTo>
                    <a:lnTo>
                      <a:pt x="11" y="94"/>
                    </a:lnTo>
                    <a:lnTo>
                      <a:pt x="13" y="94"/>
                    </a:lnTo>
                    <a:lnTo>
                      <a:pt x="15" y="94"/>
                    </a:lnTo>
                    <a:lnTo>
                      <a:pt x="15" y="94"/>
                    </a:lnTo>
                    <a:lnTo>
                      <a:pt x="27" y="96"/>
                    </a:lnTo>
                    <a:lnTo>
                      <a:pt x="30" y="96"/>
                    </a:lnTo>
                    <a:lnTo>
                      <a:pt x="32" y="96"/>
                    </a:lnTo>
                    <a:lnTo>
                      <a:pt x="34" y="96"/>
                    </a:lnTo>
                    <a:lnTo>
                      <a:pt x="36" y="96"/>
                    </a:lnTo>
                    <a:lnTo>
                      <a:pt x="40" y="96"/>
                    </a:lnTo>
                    <a:lnTo>
                      <a:pt x="42" y="96"/>
                    </a:lnTo>
                    <a:lnTo>
                      <a:pt x="44" y="96"/>
                    </a:lnTo>
                    <a:lnTo>
                      <a:pt x="46" y="96"/>
                    </a:lnTo>
                    <a:lnTo>
                      <a:pt x="55" y="96"/>
                    </a:lnTo>
                    <a:lnTo>
                      <a:pt x="57" y="96"/>
                    </a:lnTo>
                    <a:lnTo>
                      <a:pt x="57" y="96"/>
                    </a:lnTo>
                    <a:lnTo>
                      <a:pt x="59" y="96"/>
                    </a:lnTo>
                    <a:lnTo>
                      <a:pt x="59" y="96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3" y="94"/>
                    </a:lnTo>
                    <a:lnTo>
                      <a:pt x="63" y="94"/>
                    </a:lnTo>
                    <a:lnTo>
                      <a:pt x="69" y="89"/>
                    </a:lnTo>
                    <a:lnTo>
                      <a:pt x="74" y="89"/>
                    </a:lnTo>
                    <a:lnTo>
                      <a:pt x="76" y="89"/>
                    </a:lnTo>
                    <a:lnTo>
                      <a:pt x="78" y="87"/>
                    </a:lnTo>
                    <a:lnTo>
                      <a:pt x="80" y="87"/>
                    </a:lnTo>
                    <a:lnTo>
                      <a:pt x="80" y="85"/>
                    </a:lnTo>
                    <a:lnTo>
                      <a:pt x="82" y="83"/>
                    </a:lnTo>
                    <a:lnTo>
                      <a:pt x="84" y="83"/>
                    </a:lnTo>
                    <a:lnTo>
                      <a:pt x="84" y="81"/>
                    </a:lnTo>
                    <a:lnTo>
                      <a:pt x="84" y="79"/>
                    </a:lnTo>
                    <a:lnTo>
                      <a:pt x="86" y="65"/>
                    </a:lnTo>
                    <a:lnTo>
                      <a:pt x="86" y="14"/>
                    </a:lnTo>
                    <a:lnTo>
                      <a:pt x="86" y="12"/>
                    </a:lnTo>
                    <a:lnTo>
                      <a:pt x="86" y="10"/>
                    </a:lnTo>
                    <a:lnTo>
                      <a:pt x="84" y="8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0" y="2"/>
                    </a:lnTo>
                    <a:lnTo>
                      <a:pt x="78" y="2"/>
                    </a:lnTo>
                    <a:lnTo>
                      <a:pt x="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Freeform 19"/>
              <p:cNvSpPr>
                <a:spLocks/>
              </p:cNvSpPr>
              <p:nvPr/>
            </p:nvSpPr>
            <p:spPr bwMode="auto">
              <a:xfrm>
                <a:off x="1000" y="1385"/>
                <a:ext cx="96" cy="104"/>
              </a:xfrm>
              <a:custGeom>
                <a:avLst/>
                <a:gdLst>
                  <a:gd name="T0" fmla="*/ 84 w 96"/>
                  <a:gd name="T1" fmla="*/ 6 h 104"/>
                  <a:gd name="T2" fmla="*/ 82 w 96"/>
                  <a:gd name="T3" fmla="*/ 4 h 104"/>
                  <a:gd name="T4" fmla="*/ 80 w 96"/>
                  <a:gd name="T5" fmla="*/ 4 h 104"/>
                  <a:gd name="T6" fmla="*/ 80 w 96"/>
                  <a:gd name="T7" fmla="*/ 4 h 104"/>
                  <a:gd name="T8" fmla="*/ 69 w 96"/>
                  <a:gd name="T9" fmla="*/ 0 h 104"/>
                  <a:gd name="T10" fmla="*/ 55 w 96"/>
                  <a:gd name="T11" fmla="*/ 0 h 104"/>
                  <a:gd name="T12" fmla="*/ 42 w 96"/>
                  <a:gd name="T13" fmla="*/ 0 h 104"/>
                  <a:gd name="T14" fmla="*/ 29 w 96"/>
                  <a:gd name="T15" fmla="*/ 2 h 104"/>
                  <a:gd name="T16" fmla="*/ 13 w 96"/>
                  <a:gd name="T17" fmla="*/ 8 h 104"/>
                  <a:gd name="T18" fmla="*/ 27 w 96"/>
                  <a:gd name="T19" fmla="*/ 29 h 104"/>
                  <a:gd name="T20" fmla="*/ 32 w 96"/>
                  <a:gd name="T21" fmla="*/ 27 h 104"/>
                  <a:gd name="T22" fmla="*/ 38 w 96"/>
                  <a:gd name="T23" fmla="*/ 27 h 104"/>
                  <a:gd name="T24" fmla="*/ 44 w 96"/>
                  <a:gd name="T25" fmla="*/ 25 h 104"/>
                  <a:gd name="T26" fmla="*/ 71 w 96"/>
                  <a:gd name="T27" fmla="*/ 27 h 104"/>
                  <a:gd name="T28" fmla="*/ 73 w 96"/>
                  <a:gd name="T29" fmla="*/ 60 h 104"/>
                  <a:gd name="T30" fmla="*/ 65 w 96"/>
                  <a:gd name="T31" fmla="*/ 73 h 104"/>
                  <a:gd name="T32" fmla="*/ 63 w 96"/>
                  <a:gd name="T33" fmla="*/ 73 h 104"/>
                  <a:gd name="T34" fmla="*/ 61 w 96"/>
                  <a:gd name="T35" fmla="*/ 73 h 104"/>
                  <a:gd name="T36" fmla="*/ 59 w 96"/>
                  <a:gd name="T37" fmla="*/ 73 h 104"/>
                  <a:gd name="T38" fmla="*/ 57 w 96"/>
                  <a:gd name="T39" fmla="*/ 75 h 104"/>
                  <a:gd name="T40" fmla="*/ 25 w 96"/>
                  <a:gd name="T41" fmla="*/ 73 h 104"/>
                  <a:gd name="T42" fmla="*/ 13 w 96"/>
                  <a:gd name="T43" fmla="*/ 8 h 104"/>
                  <a:gd name="T44" fmla="*/ 13 w 96"/>
                  <a:gd name="T45" fmla="*/ 8 h 104"/>
                  <a:gd name="T46" fmla="*/ 13 w 96"/>
                  <a:gd name="T47" fmla="*/ 8 h 104"/>
                  <a:gd name="T48" fmla="*/ 13 w 96"/>
                  <a:gd name="T49" fmla="*/ 8 h 104"/>
                  <a:gd name="T50" fmla="*/ 13 w 96"/>
                  <a:gd name="T51" fmla="*/ 8 h 104"/>
                  <a:gd name="T52" fmla="*/ 7 w 96"/>
                  <a:gd name="T53" fmla="*/ 10 h 104"/>
                  <a:gd name="T54" fmla="*/ 4 w 96"/>
                  <a:gd name="T55" fmla="*/ 12 h 104"/>
                  <a:gd name="T56" fmla="*/ 2 w 96"/>
                  <a:gd name="T57" fmla="*/ 16 h 104"/>
                  <a:gd name="T58" fmla="*/ 0 w 96"/>
                  <a:gd name="T59" fmla="*/ 20 h 104"/>
                  <a:gd name="T60" fmla="*/ 0 w 96"/>
                  <a:gd name="T61" fmla="*/ 35 h 104"/>
                  <a:gd name="T62" fmla="*/ 0 w 96"/>
                  <a:gd name="T63" fmla="*/ 50 h 104"/>
                  <a:gd name="T64" fmla="*/ 2 w 96"/>
                  <a:gd name="T65" fmla="*/ 64 h 104"/>
                  <a:gd name="T66" fmla="*/ 4 w 96"/>
                  <a:gd name="T67" fmla="*/ 79 h 104"/>
                  <a:gd name="T68" fmla="*/ 0 w 96"/>
                  <a:gd name="T69" fmla="*/ 83 h 104"/>
                  <a:gd name="T70" fmla="*/ 2 w 96"/>
                  <a:gd name="T71" fmla="*/ 85 h 104"/>
                  <a:gd name="T72" fmla="*/ 4 w 96"/>
                  <a:gd name="T73" fmla="*/ 89 h 104"/>
                  <a:gd name="T74" fmla="*/ 6 w 96"/>
                  <a:gd name="T75" fmla="*/ 91 h 104"/>
                  <a:gd name="T76" fmla="*/ 13 w 96"/>
                  <a:gd name="T77" fmla="*/ 95 h 104"/>
                  <a:gd name="T78" fmla="*/ 21 w 96"/>
                  <a:gd name="T79" fmla="*/ 98 h 104"/>
                  <a:gd name="T80" fmla="*/ 29 w 96"/>
                  <a:gd name="T81" fmla="*/ 102 h 104"/>
                  <a:gd name="T82" fmla="*/ 38 w 96"/>
                  <a:gd name="T83" fmla="*/ 104 h 104"/>
                  <a:gd name="T84" fmla="*/ 46 w 96"/>
                  <a:gd name="T85" fmla="*/ 104 h 104"/>
                  <a:gd name="T86" fmla="*/ 65 w 96"/>
                  <a:gd name="T87" fmla="*/ 97 h 104"/>
                  <a:gd name="T88" fmla="*/ 65 w 96"/>
                  <a:gd name="T89" fmla="*/ 97 h 104"/>
                  <a:gd name="T90" fmla="*/ 65 w 96"/>
                  <a:gd name="T91" fmla="*/ 97 h 104"/>
                  <a:gd name="T92" fmla="*/ 65 w 96"/>
                  <a:gd name="T93" fmla="*/ 97 h 104"/>
                  <a:gd name="T94" fmla="*/ 75 w 96"/>
                  <a:gd name="T95" fmla="*/ 97 h 104"/>
                  <a:gd name="T96" fmla="*/ 84 w 96"/>
                  <a:gd name="T97" fmla="*/ 97 h 104"/>
                  <a:gd name="T98" fmla="*/ 88 w 96"/>
                  <a:gd name="T99" fmla="*/ 95 h 104"/>
                  <a:gd name="T100" fmla="*/ 92 w 96"/>
                  <a:gd name="T101" fmla="*/ 93 h 104"/>
                  <a:gd name="T102" fmla="*/ 94 w 96"/>
                  <a:gd name="T103" fmla="*/ 89 h 104"/>
                  <a:gd name="T104" fmla="*/ 96 w 96"/>
                  <a:gd name="T105" fmla="*/ 73 h 104"/>
                  <a:gd name="T106" fmla="*/ 96 w 96"/>
                  <a:gd name="T107" fmla="*/ 22 h 104"/>
                  <a:gd name="T108" fmla="*/ 96 w 96"/>
                  <a:gd name="T109" fmla="*/ 20 h 104"/>
                  <a:gd name="T110" fmla="*/ 96 w 96"/>
                  <a:gd name="T111" fmla="*/ 18 h 104"/>
                  <a:gd name="T112" fmla="*/ 94 w 96"/>
                  <a:gd name="T113" fmla="*/ 16 h 104"/>
                  <a:gd name="T114" fmla="*/ 84 w 96"/>
                  <a:gd name="T115" fmla="*/ 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104">
                    <a:moveTo>
                      <a:pt x="84" y="6"/>
                    </a:moveTo>
                    <a:lnTo>
                      <a:pt x="84" y="6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2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78" y="2"/>
                    </a:lnTo>
                    <a:lnTo>
                      <a:pt x="69" y="0"/>
                    </a:lnTo>
                    <a:lnTo>
                      <a:pt x="63" y="0"/>
                    </a:lnTo>
                    <a:lnTo>
                      <a:pt x="55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0"/>
                    </a:lnTo>
                    <a:lnTo>
                      <a:pt x="29" y="2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25" y="31"/>
                    </a:lnTo>
                    <a:lnTo>
                      <a:pt x="27" y="29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4" y="27"/>
                    </a:lnTo>
                    <a:lnTo>
                      <a:pt x="38" y="27"/>
                    </a:lnTo>
                    <a:lnTo>
                      <a:pt x="40" y="25"/>
                    </a:lnTo>
                    <a:lnTo>
                      <a:pt x="44" y="25"/>
                    </a:lnTo>
                    <a:lnTo>
                      <a:pt x="46" y="24"/>
                    </a:lnTo>
                    <a:lnTo>
                      <a:pt x="71" y="27"/>
                    </a:lnTo>
                    <a:lnTo>
                      <a:pt x="73" y="27"/>
                    </a:lnTo>
                    <a:lnTo>
                      <a:pt x="73" y="60"/>
                    </a:lnTo>
                    <a:lnTo>
                      <a:pt x="71" y="72"/>
                    </a:lnTo>
                    <a:lnTo>
                      <a:pt x="65" y="73"/>
                    </a:lnTo>
                    <a:lnTo>
                      <a:pt x="63" y="73"/>
                    </a:lnTo>
                    <a:lnTo>
                      <a:pt x="63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59" y="73"/>
                    </a:lnTo>
                    <a:lnTo>
                      <a:pt x="59" y="75"/>
                    </a:lnTo>
                    <a:lnTo>
                      <a:pt x="57" y="75"/>
                    </a:lnTo>
                    <a:lnTo>
                      <a:pt x="42" y="79"/>
                    </a:lnTo>
                    <a:lnTo>
                      <a:pt x="25" y="73"/>
                    </a:lnTo>
                    <a:lnTo>
                      <a:pt x="25" y="31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0" y="35"/>
                    </a:lnTo>
                    <a:lnTo>
                      <a:pt x="0" y="43"/>
                    </a:lnTo>
                    <a:lnTo>
                      <a:pt x="0" y="50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2" y="72"/>
                    </a:lnTo>
                    <a:lnTo>
                      <a:pt x="4" y="79"/>
                    </a:lnTo>
                    <a:lnTo>
                      <a:pt x="0" y="81"/>
                    </a:lnTo>
                    <a:lnTo>
                      <a:pt x="0" y="83"/>
                    </a:lnTo>
                    <a:lnTo>
                      <a:pt x="2" y="85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6" y="91"/>
                    </a:lnTo>
                    <a:lnTo>
                      <a:pt x="6" y="91"/>
                    </a:lnTo>
                    <a:lnTo>
                      <a:pt x="7" y="91"/>
                    </a:lnTo>
                    <a:lnTo>
                      <a:pt x="13" y="95"/>
                    </a:lnTo>
                    <a:lnTo>
                      <a:pt x="17" y="97"/>
                    </a:lnTo>
                    <a:lnTo>
                      <a:pt x="21" y="98"/>
                    </a:lnTo>
                    <a:lnTo>
                      <a:pt x="25" y="100"/>
                    </a:lnTo>
                    <a:lnTo>
                      <a:pt x="29" y="102"/>
                    </a:lnTo>
                    <a:lnTo>
                      <a:pt x="32" y="102"/>
                    </a:lnTo>
                    <a:lnTo>
                      <a:pt x="38" y="104"/>
                    </a:lnTo>
                    <a:lnTo>
                      <a:pt x="42" y="104"/>
                    </a:lnTo>
                    <a:lnTo>
                      <a:pt x="46" y="104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7" y="97"/>
                    </a:lnTo>
                    <a:lnTo>
                      <a:pt x="75" y="97"/>
                    </a:lnTo>
                    <a:lnTo>
                      <a:pt x="82" y="97"/>
                    </a:lnTo>
                    <a:lnTo>
                      <a:pt x="84" y="97"/>
                    </a:lnTo>
                    <a:lnTo>
                      <a:pt x="86" y="95"/>
                    </a:lnTo>
                    <a:lnTo>
                      <a:pt x="88" y="95"/>
                    </a:lnTo>
                    <a:lnTo>
                      <a:pt x="90" y="93"/>
                    </a:lnTo>
                    <a:lnTo>
                      <a:pt x="92" y="93"/>
                    </a:lnTo>
                    <a:lnTo>
                      <a:pt x="94" y="91"/>
                    </a:lnTo>
                    <a:lnTo>
                      <a:pt x="94" y="89"/>
                    </a:lnTo>
                    <a:lnTo>
                      <a:pt x="94" y="87"/>
                    </a:lnTo>
                    <a:lnTo>
                      <a:pt x="96" y="73"/>
                    </a:lnTo>
                    <a:lnTo>
                      <a:pt x="96" y="24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0"/>
                    </a:lnTo>
                    <a:lnTo>
                      <a:pt x="96" y="18"/>
                    </a:lnTo>
                    <a:lnTo>
                      <a:pt x="96" y="18"/>
                    </a:lnTo>
                    <a:lnTo>
                      <a:pt x="94" y="16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8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Freeform 20"/>
              <p:cNvSpPr>
                <a:spLocks/>
              </p:cNvSpPr>
              <p:nvPr/>
            </p:nvSpPr>
            <p:spPr bwMode="auto">
              <a:xfrm>
                <a:off x="1143" y="1385"/>
                <a:ext cx="96" cy="97"/>
              </a:xfrm>
              <a:custGeom>
                <a:avLst/>
                <a:gdLst>
                  <a:gd name="T0" fmla="*/ 90 w 96"/>
                  <a:gd name="T1" fmla="*/ 20 h 97"/>
                  <a:gd name="T2" fmla="*/ 89 w 96"/>
                  <a:gd name="T3" fmla="*/ 14 h 97"/>
                  <a:gd name="T4" fmla="*/ 89 w 96"/>
                  <a:gd name="T5" fmla="*/ 12 h 97"/>
                  <a:gd name="T6" fmla="*/ 87 w 96"/>
                  <a:gd name="T7" fmla="*/ 8 h 97"/>
                  <a:gd name="T8" fmla="*/ 83 w 96"/>
                  <a:gd name="T9" fmla="*/ 6 h 97"/>
                  <a:gd name="T10" fmla="*/ 66 w 96"/>
                  <a:gd name="T11" fmla="*/ 0 h 97"/>
                  <a:gd name="T12" fmla="*/ 29 w 96"/>
                  <a:gd name="T13" fmla="*/ 0 h 97"/>
                  <a:gd name="T14" fmla="*/ 25 w 96"/>
                  <a:gd name="T15" fmla="*/ 2 h 97"/>
                  <a:gd name="T16" fmla="*/ 23 w 96"/>
                  <a:gd name="T17" fmla="*/ 4 h 97"/>
                  <a:gd name="T18" fmla="*/ 22 w 96"/>
                  <a:gd name="T19" fmla="*/ 6 h 97"/>
                  <a:gd name="T20" fmla="*/ 18 w 96"/>
                  <a:gd name="T21" fmla="*/ 8 h 97"/>
                  <a:gd name="T22" fmla="*/ 16 w 96"/>
                  <a:gd name="T23" fmla="*/ 10 h 97"/>
                  <a:gd name="T24" fmla="*/ 12 w 96"/>
                  <a:gd name="T25" fmla="*/ 12 h 97"/>
                  <a:gd name="T26" fmla="*/ 10 w 96"/>
                  <a:gd name="T27" fmla="*/ 14 h 97"/>
                  <a:gd name="T28" fmla="*/ 6 w 96"/>
                  <a:gd name="T29" fmla="*/ 24 h 97"/>
                  <a:gd name="T30" fmla="*/ 2 w 96"/>
                  <a:gd name="T31" fmla="*/ 41 h 97"/>
                  <a:gd name="T32" fmla="*/ 0 w 96"/>
                  <a:gd name="T33" fmla="*/ 56 h 97"/>
                  <a:gd name="T34" fmla="*/ 4 w 96"/>
                  <a:gd name="T35" fmla="*/ 73 h 97"/>
                  <a:gd name="T36" fmla="*/ 25 w 96"/>
                  <a:gd name="T37" fmla="*/ 72 h 97"/>
                  <a:gd name="T38" fmla="*/ 25 w 96"/>
                  <a:gd name="T39" fmla="*/ 50 h 97"/>
                  <a:gd name="T40" fmla="*/ 25 w 96"/>
                  <a:gd name="T41" fmla="*/ 43 h 97"/>
                  <a:gd name="T42" fmla="*/ 25 w 96"/>
                  <a:gd name="T43" fmla="*/ 35 h 97"/>
                  <a:gd name="T44" fmla="*/ 29 w 96"/>
                  <a:gd name="T45" fmla="*/ 27 h 97"/>
                  <a:gd name="T46" fmla="*/ 48 w 96"/>
                  <a:gd name="T47" fmla="*/ 24 h 97"/>
                  <a:gd name="T48" fmla="*/ 67 w 96"/>
                  <a:gd name="T49" fmla="*/ 27 h 97"/>
                  <a:gd name="T50" fmla="*/ 67 w 96"/>
                  <a:gd name="T51" fmla="*/ 29 h 97"/>
                  <a:gd name="T52" fmla="*/ 67 w 96"/>
                  <a:gd name="T53" fmla="*/ 31 h 97"/>
                  <a:gd name="T54" fmla="*/ 67 w 96"/>
                  <a:gd name="T55" fmla="*/ 31 h 97"/>
                  <a:gd name="T56" fmla="*/ 73 w 96"/>
                  <a:gd name="T57" fmla="*/ 39 h 97"/>
                  <a:gd name="T58" fmla="*/ 71 w 96"/>
                  <a:gd name="T59" fmla="*/ 72 h 97"/>
                  <a:gd name="T60" fmla="*/ 37 w 96"/>
                  <a:gd name="T61" fmla="*/ 72 h 97"/>
                  <a:gd name="T62" fmla="*/ 8 w 96"/>
                  <a:gd name="T63" fmla="*/ 83 h 97"/>
                  <a:gd name="T64" fmla="*/ 2 w 96"/>
                  <a:gd name="T65" fmla="*/ 83 h 97"/>
                  <a:gd name="T66" fmla="*/ 2 w 96"/>
                  <a:gd name="T67" fmla="*/ 87 h 97"/>
                  <a:gd name="T68" fmla="*/ 4 w 96"/>
                  <a:gd name="T69" fmla="*/ 91 h 97"/>
                  <a:gd name="T70" fmla="*/ 8 w 96"/>
                  <a:gd name="T71" fmla="*/ 93 h 97"/>
                  <a:gd name="T72" fmla="*/ 23 w 96"/>
                  <a:gd name="T73" fmla="*/ 97 h 97"/>
                  <a:gd name="T74" fmla="*/ 77 w 96"/>
                  <a:gd name="T75" fmla="*/ 97 h 97"/>
                  <a:gd name="T76" fmla="*/ 79 w 96"/>
                  <a:gd name="T77" fmla="*/ 97 h 97"/>
                  <a:gd name="T78" fmla="*/ 81 w 96"/>
                  <a:gd name="T79" fmla="*/ 95 h 97"/>
                  <a:gd name="T80" fmla="*/ 83 w 96"/>
                  <a:gd name="T81" fmla="*/ 93 h 97"/>
                  <a:gd name="T82" fmla="*/ 92 w 96"/>
                  <a:gd name="T83" fmla="*/ 85 h 97"/>
                  <a:gd name="T84" fmla="*/ 92 w 96"/>
                  <a:gd name="T85" fmla="*/ 83 h 97"/>
                  <a:gd name="T86" fmla="*/ 94 w 96"/>
                  <a:gd name="T87" fmla="*/ 81 h 97"/>
                  <a:gd name="T88" fmla="*/ 94 w 96"/>
                  <a:gd name="T89" fmla="*/ 79 h 97"/>
                  <a:gd name="T90" fmla="*/ 94 w 96"/>
                  <a:gd name="T91" fmla="*/ 77 h 97"/>
                  <a:gd name="T92" fmla="*/ 96 w 96"/>
                  <a:gd name="T93" fmla="*/ 33 h 97"/>
                  <a:gd name="T94" fmla="*/ 96 w 96"/>
                  <a:gd name="T95" fmla="*/ 31 h 97"/>
                  <a:gd name="T96" fmla="*/ 96 w 96"/>
                  <a:gd name="T97" fmla="*/ 29 h 97"/>
                  <a:gd name="T98" fmla="*/ 96 w 96"/>
                  <a:gd name="T99" fmla="*/ 29 h 97"/>
                  <a:gd name="T100" fmla="*/ 94 w 96"/>
                  <a:gd name="T101" fmla="*/ 2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6" h="97">
                    <a:moveTo>
                      <a:pt x="94" y="27"/>
                    </a:moveTo>
                    <a:lnTo>
                      <a:pt x="90" y="20"/>
                    </a:lnTo>
                    <a:lnTo>
                      <a:pt x="89" y="16"/>
                    </a:lnTo>
                    <a:lnTo>
                      <a:pt x="89" y="14"/>
                    </a:lnTo>
                    <a:lnTo>
                      <a:pt x="89" y="12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7" y="8"/>
                    </a:lnTo>
                    <a:lnTo>
                      <a:pt x="85" y="8"/>
                    </a:lnTo>
                    <a:lnTo>
                      <a:pt x="83" y="6"/>
                    </a:lnTo>
                    <a:lnTo>
                      <a:pt x="83" y="6"/>
                    </a:lnTo>
                    <a:lnTo>
                      <a:pt x="66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2"/>
                    </a:lnTo>
                    <a:lnTo>
                      <a:pt x="23" y="2"/>
                    </a:lnTo>
                    <a:lnTo>
                      <a:pt x="23" y="4"/>
                    </a:lnTo>
                    <a:lnTo>
                      <a:pt x="22" y="4"/>
                    </a:lnTo>
                    <a:lnTo>
                      <a:pt x="22" y="6"/>
                    </a:lnTo>
                    <a:lnTo>
                      <a:pt x="20" y="8"/>
                    </a:lnTo>
                    <a:lnTo>
                      <a:pt x="18" y="8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10" y="16"/>
                    </a:lnTo>
                    <a:lnTo>
                      <a:pt x="6" y="24"/>
                    </a:lnTo>
                    <a:lnTo>
                      <a:pt x="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6"/>
                    </a:lnTo>
                    <a:lnTo>
                      <a:pt x="2" y="66"/>
                    </a:lnTo>
                    <a:lnTo>
                      <a:pt x="4" y="73"/>
                    </a:lnTo>
                    <a:lnTo>
                      <a:pt x="8" y="83"/>
                    </a:lnTo>
                    <a:lnTo>
                      <a:pt x="25" y="72"/>
                    </a:lnTo>
                    <a:lnTo>
                      <a:pt x="25" y="54"/>
                    </a:lnTo>
                    <a:lnTo>
                      <a:pt x="25" y="50"/>
                    </a:lnTo>
                    <a:lnTo>
                      <a:pt x="25" y="47"/>
                    </a:lnTo>
                    <a:lnTo>
                      <a:pt x="25" y="43"/>
                    </a:lnTo>
                    <a:lnTo>
                      <a:pt x="25" y="39"/>
                    </a:lnTo>
                    <a:lnTo>
                      <a:pt x="25" y="35"/>
                    </a:lnTo>
                    <a:lnTo>
                      <a:pt x="27" y="31"/>
                    </a:lnTo>
                    <a:lnTo>
                      <a:pt x="29" y="27"/>
                    </a:lnTo>
                    <a:lnTo>
                      <a:pt x="33" y="24"/>
                    </a:lnTo>
                    <a:lnTo>
                      <a:pt x="48" y="24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3" y="39"/>
                    </a:lnTo>
                    <a:lnTo>
                      <a:pt x="73" y="54"/>
                    </a:lnTo>
                    <a:lnTo>
                      <a:pt x="71" y="72"/>
                    </a:lnTo>
                    <a:lnTo>
                      <a:pt x="71" y="72"/>
                    </a:lnTo>
                    <a:lnTo>
                      <a:pt x="37" y="72"/>
                    </a:lnTo>
                    <a:lnTo>
                      <a:pt x="25" y="72"/>
                    </a:lnTo>
                    <a:lnTo>
                      <a:pt x="8" y="83"/>
                    </a:lnTo>
                    <a:lnTo>
                      <a:pt x="0" y="81"/>
                    </a:lnTo>
                    <a:lnTo>
                      <a:pt x="2" y="83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8" y="93"/>
                    </a:lnTo>
                    <a:lnTo>
                      <a:pt x="10" y="93"/>
                    </a:lnTo>
                    <a:lnTo>
                      <a:pt x="23" y="97"/>
                    </a:lnTo>
                    <a:lnTo>
                      <a:pt x="75" y="97"/>
                    </a:lnTo>
                    <a:lnTo>
                      <a:pt x="77" y="97"/>
                    </a:lnTo>
                    <a:lnTo>
                      <a:pt x="77" y="97"/>
                    </a:lnTo>
                    <a:lnTo>
                      <a:pt x="79" y="97"/>
                    </a:lnTo>
                    <a:lnTo>
                      <a:pt x="79" y="95"/>
                    </a:lnTo>
                    <a:lnTo>
                      <a:pt x="81" y="95"/>
                    </a:lnTo>
                    <a:lnTo>
                      <a:pt x="81" y="95"/>
                    </a:lnTo>
                    <a:lnTo>
                      <a:pt x="83" y="93"/>
                    </a:lnTo>
                    <a:lnTo>
                      <a:pt x="83" y="93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3"/>
                    </a:lnTo>
                    <a:lnTo>
                      <a:pt x="94" y="83"/>
                    </a:lnTo>
                    <a:lnTo>
                      <a:pt x="94" y="81"/>
                    </a:lnTo>
                    <a:lnTo>
                      <a:pt x="94" y="81"/>
                    </a:lnTo>
                    <a:lnTo>
                      <a:pt x="94" y="79"/>
                    </a:lnTo>
                    <a:lnTo>
                      <a:pt x="94" y="79"/>
                    </a:lnTo>
                    <a:lnTo>
                      <a:pt x="94" y="77"/>
                    </a:lnTo>
                    <a:lnTo>
                      <a:pt x="96" y="66"/>
                    </a:lnTo>
                    <a:lnTo>
                      <a:pt x="96" y="33"/>
                    </a:lnTo>
                    <a:lnTo>
                      <a:pt x="96" y="33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4" y="27"/>
                    </a:lnTo>
                    <a:lnTo>
                      <a:pt x="9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Freeform 21"/>
              <p:cNvSpPr>
                <a:spLocks/>
              </p:cNvSpPr>
              <p:nvPr/>
            </p:nvSpPr>
            <p:spPr bwMode="auto">
              <a:xfrm>
                <a:off x="808" y="1578"/>
                <a:ext cx="106" cy="63"/>
              </a:xfrm>
              <a:custGeom>
                <a:avLst/>
                <a:gdLst>
                  <a:gd name="T0" fmla="*/ 85 w 106"/>
                  <a:gd name="T1" fmla="*/ 25 h 63"/>
                  <a:gd name="T2" fmla="*/ 69 w 106"/>
                  <a:gd name="T3" fmla="*/ 34 h 63"/>
                  <a:gd name="T4" fmla="*/ 69 w 106"/>
                  <a:gd name="T5" fmla="*/ 34 h 63"/>
                  <a:gd name="T6" fmla="*/ 67 w 106"/>
                  <a:gd name="T7" fmla="*/ 34 h 63"/>
                  <a:gd name="T8" fmla="*/ 67 w 106"/>
                  <a:gd name="T9" fmla="*/ 34 h 63"/>
                  <a:gd name="T10" fmla="*/ 64 w 106"/>
                  <a:gd name="T11" fmla="*/ 38 h 63"/>
                  <a:gd name="T12" fmla="*/ 41 w 106"/>
                  <a:gd name="T13" fmla="*/ 30 h 63"/>
                  <a:gd name="T14" fmla="*/ 25 w 106"/>
                  <a:gd name="T15" fmla="*/ 13 h 63"/>
                  <a:gd name="T16" fmla="*/ 23 w 106"/>
                  <a:gd name="T17" fmla="*/ 9 h 63"/>
                  <a:gd name="T18" fmla="*/ 23 w 106"/>
                  <a:gd name="T19" fmla="*/ 7 h 63"/>
                  <a:gd name="T20" fmla="*/ 23 w 106"/>
                  <a:gd name="T21" fmla="*/ 3 h 63"/>
                  <a:gd name="T22" fmla="*/ 25 w 106"/>
                  <a:gd name="T23" fmla="*/ 0 h 63"/>
                  <a:gd name="T24" fmla="*/ 0 w 106"/>
                  <a:gd name="T25" fmla="*/ 5 h 63"/>
                  <a:gd name="T26" fmla="*/ 2 w 106"/>
                  <a:gd name="T27" fmla="*/ 15 h 63"/>
                  <a:gd name="T28" fmla="*/ 4 w 106"/>
                  <a:gd name="T29" fmla="*/ 26 h 63"/>
                  <a:gd name="T30" fmla="*/ 10 w 106"/>
                  <a:gd name="T31" fmla="*/ 36 h 63"/>
                  <a:gd name="T32" fmla="*/ 19 w 106"/>
                  <a:gd name="T33" fmla="*/ 48 h 63"/>
                  <a:gd name="T34" fmla="*/ 21 w 106"/>
                  <a:gd name="T35" fmla="*/ 50 h 63"/>
                  <a:gd name="T36" fmla="*/ 23 w 106"/>
                  <a:gd name="T37" fmla="*/ 50 h 63"/>
                  <a:gd name="T38" fmla="*/ 23 w 106"/>
                  <a:gd name="T39" fmla="*/ 51 h 63"/>
                  <a:gd name="T40" fmla="*/ 25 w 106"/>
                  <a:gd name="T41" fmla="*/ 51 h 63"/>
                  <a:gd name="T42" fmla="*/ 33 w 106"/>
                  <a:gd name="T43" fmla="*/ 53 h 63"/>
                  <a:gd name="T44" fmla="*/ 39 w 106"/>
                  <a:gd name="T45" fmla="*/ 55 h 63"/>
                  <a:gd name="T46" fmla="*/ 42 w 106"/>
                  <a:gd name="T47" fmla="*/ 57 h 63"/>
                  <a:gd name="T48" fmla="*/ 48 w 106"/>
                  <a:gd name="T49" fmla="*/ 61 h 63"/>
                  <a:gd name="T50" fmla="*/ 65 w 106"/>
                  <a:gd name="T51" fmla="*/ 63 h 63"/>
                  <a:gd name="T52" fmla="*/ 67 w 106"/>
                  <a:gd name="T53" fmla="*/ 63 h 63"/>
                  <a:gd name="T54" fmla="*/ 69 w 106"/>
                  <a:gd name="T55" fmla="*/ 63 h 63"/>
                  <a:gd name="T56" fmla="*/ 71 w 106"/>
                  <a:gd name="T57" fmla="*/ 61 h 63"/>
                  <a:gd name="T58" fmla="*/ 73 w 106"/>
                  <a:gd name="T59" fmla="*/ 61 h 63"/>
                  <a:gd name="T60" fmla="*/ 83 w 106"/>
                  <a:gd name="T61" fmla="*/ 53 h 63"/>
                  <a:gd name="T62" fmla="*/ 85 w 106"/>
                  <a:gd name="T63" fmla="*/ 51 h 63"/>
                  <a:gd name="T64" fmla="*/ 88 w 106"/>
                  <a:gd name="T65" fmla="*/ 50 h 63"/>
                  <a:gd name="T66" fmla="*/ 92 w 106"/>
                  <a:gd name="T67" fmla="*/ 48 h 63"/>
                  <a:gd name="T68" fmla="*/ 102 w 106"/>
                  <a:gd name="T69" fmla="*/ 42 h 63"/>
                  <a:gd name="T70" fmla="*/ 102 w 106"/>
                  <a:gd name="T71" fmla="*/ 42 h 63"/>
                  <a:gd name="T72" fmla="*/ 104 w 106"/>
                  <a:gd name="T73" fmla="*/ 40 h 63"/>
                  <a:gd name="T74" fmla="*/ 106 w 106"/>
                  <a:gd name="T75" fmla="*/ 40 h 63"/>
                  <a:gd name="T76" fmla="*/ 106 w 106"/>
                  <a:gd name="T77" fmla="*/ 38 h 63"/>
                  <a:gd name="T78" fmla="*/ 102 w 106"/>
                  <a:gd name="T79" fmla="*/ 30 h 63"/>
                  <a:gd name="T80" fmla="*/ 98 w 106"/>
                  <a:gd name="T81" fmla="*/ 23 h 63"/>
                  <a:gd name="T82" fmla="*/ 94 w 106"/>
                  <a:gd name="T83" fmla="*/ 15 h 63"/>
                  <a:gd name="T84" fmla="*/ 90 w 106"/>
                  <a:gd name="T85" fmla="*/ 7 h 63"/>
                  <a:gd name="T86" fmla="*/ 90 w 106"/>
                  <a:gd name="T87" fmla="*/ 7 h 63"/>
                  <a:gd name="T88" fmla="*/ 90 w 106"/>
                  <a:gd name="T89" fmla="*/ 7 h 63"/>
                  <a:gd name="T90" fmla="*/ 90 w 106"/>
                  <a:gd name="T91" fmla="*/ 9 h 63"/>
                  <a:gd name="T92" fmla="*/ 88 w 106"/>
                  <a:gd name="T93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6" h="63">
                    <a:moveTo>
                      <a:pt x="88" y="9"/>
                    </a:moveTo>
                    <a:lnTo>
                      <a:pt x="85" y="25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4" y="38"/>
                    </a:lnTo>
                    <a:lnTo>
                      <a:pt x="39" y="30"/>
                    </a:lnTo>
                    <a:lnTo>
                      <a:pt x="41" y="30"/>
                    </a:lnTo>
                    <a:lnTo>
                      <a:pt x="37" y="30"/>
                    </a:lnTo>
                    <a:lnTo>
                      <a:pt x="25" y="13"/>
                    </a:lnTo>
                    <a:lnTo>
                      <a:pt x="25" y="11"/>
                    </a:lnTo>
                    <a:lnTo>
                      <a:pt x="23" y="9"/>
                    </a:lnTo>
                    <a:lnTo>
                      <a:pt x="23" y="7"/>
                    </a:lnTo>
                    <a:lnTo>
                      <a:pt x="23" y="7"/>
                    </a:lnTo>
                    <a:lnTo>
                      <a:pt x="23" y="5"/>
                    </a:lnTo>
                    <a:lnTo>
                      <a:pt x="23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2" y="15"/>
                    </a:lnTo>
                    <a:lnTo>
                      <a:pt x="2" y="21"/>
                    </a:lnTo>
                    <a:lnTo>
                      <a:pt x="4" y="26"/>
                    </a:lnTo>
                    <a:lnTo>
                      <a:pt x="8" y="32"/>
                    </a:lnTo>
                    <a:lnTo>
                      <a:pt x="10" y="36"/>
                    </a:lnTo>
                    <a:lnTo>
                      <a:pt x="14" y="42"/>
                    </a:lnTo>
                    <a:lnTo>
                      <a:pt x="19" y="48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3" y="50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31" y="51"/>
                    </a:lnTo>
                    <a:lnTo>
                      <a:pt x="33" y="53"/>
                    </a:lnTo>
                    <a:lnTo>
                      <a:pt x="37" y="53"/>
                    </a:lnTo>
                    <a:lnTo>
                      <a:pt x="39" y="55"/>
                    </a:lnTo>
                    <a:lnTo>
                      <a:pt x="41" y="57"/>
                    </a:lnTo>
                    <a:lnTo>
                      <a:pt x="42" y="57"/>
                    </a:lnTo>
                    <a:lnTo>
                      <a:pt x="46" y="59"/>
                    </a:lnTo>
                    <a:lnTo>
                      <a:pt x="48" y="61"/>
                    </a:lnTo>
                    <a:lnTo>
                      <a:pt x="50" y="61"/>
                    </a:lnTo>
                    <a:lnTo>
                      <a:pt x="65" y="63"/>
                    </a:lnTo>
                    <a:lnTo>
                      <a:pt x="65" y="63"/>
                    </a:lnTo>
                    <a:lnTo>
                      <a:pt x="67" y="63"/>
                    </a:lnTo>
                    <a:lnTo>
                      <a:pt x="67" y="63"/>
                    </a:lnTo>
                    <a:lnTo>
                      <a:pt x="69" y="63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3" y="61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1"/>
                    </a:lnTo>
                    <a:lnTo>
                      <a:pt x="87" y="51"/>
                    </a:lnTo>
                    <a:lnTo>
                      <a:pt x="88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4" y="48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4" y="40"/>
                    </a:lnTo>
                    <a:lnTo>
                      <a:pt x="106" y="40"/>
                    </a:lnTo>
                    <a:lnTo>
                      <a:pt x="106" y="38"/>
                    </a:lnTo>
                    <a:lnTo>
                      <a:pt x="106" y="38"/>
                    </a:lnTo>
                    <a:lnTo>
                      <a:pt x="104" y="34"/>
                    </a:lnTo>
                    <a:lnTo>
                      <a:pt x="102" y="30"/>
                    </a:lnTo>
                    <a:lnTo>
                      <a:pt x="100" y="26"/>
                    </a:lnTo>
                    <a:lnTo>
                      <a:pt x="98" y="23"/>
                    </a:lnTo>
                    <a:lnTo>
                      <a:pt x="96" y="19"/>
                    </a:lnTo>
                    <a:lnTo>
                      <a:pt x="94" y="15"/>
                    </a:lnTo>
                    <a:lnTo>
                      <a:pt x="92" y="11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8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Freeform 22"/>
              <p:cNvSpPr>
                <a:spLocks/>
              </p:cNvSpPr>
              <p:nvPr/>
            </p:nvSpPr>
            <p:spPr bwMode="auto">
              <a:xfrm>
                <a:off x="896" y="1578"/>
                <a:ext cx="121" cy="63"/>
              </a:xfrm>
              <a:custGeom>
                <a:avLst/>
                <a:gdLst>
                  <a:gd name="T0" fmla="*/ 96 w 121"/>
                  <a:gd name="T1" fmla="*/ 0 h 63"/>
                  <a:gd name="T2" fmla="*/ 96 w 121"/>
                  <a:gd name="T3" fmla="*/ 7 h 63"/>
                  <a:gd name="T4" fmla="*/ 94 w 121"/>
                  <a:gd name="T5" fmla="*/ 28 h 63"/>
                  <a:gd name="T6" fmla="*/ 90 w 121"/>
                  <a:gd name="T7" fmla="*/ 30 h 63"/>
                  <a:gd name="T8" fmla="*/ 87 w 121"/>
                  <a:gd name="T9" fmla="*/ 34 h 63"/>
                  <a:gd name="T10" fmla="*/ 81 w 121"/>
                  <a:gd name="T11" fmla="*/ 38 h 63"/>
                  <a:gd name="T12" fmla="*/ 81 w 121"/>
                  <a:gd name="T13" fmla="*/ 38 h 63"/>
                  <a:gd name="T14" fmla="*/ 83 w 121"/>
                  <a:gd name="T15" fmla="*/ 36 h 63"/>
                  <a:gd name="T16" fmla="*/ 83 w 121"/>
                  <a:gd name="T17" fmla="*/ 36 h 63"/>
                  <a:gd name="T18" fmla="*/ 81 w 121"/>
                  <a:gd name="T19" fmla="*/ 36 h 63"/>
                  <a:gd name="T20" fmla="*/ 77 w 121"/>
                  <a:gd name="T21" fmla="*/ 40 h 63"/>
                  <a:gd name="T22" fmla="*/ 56 w 121"/>
                  <a:gd name="T23" fmla="*/ 40 h 63"/>
                  <a:gd name="T24" fmla="*/ 56 w 121"/>
                  <a:gd name="T25" fmla="*/ 38 h 63"/>
                  <a:gd name="T26" fmla="*/ 52 w 121"/>
                  <a:gd name="T27" fmla="*/ 38 h 63"/>
                  <a:gd name="T28" fmla="*/ 48 w 121"/>
                  <a:gd name="T29" fmla="*/ 36 h 63"/>
                  <a:gd name="T30" fmla="*/ 43 w 121"/>
                  <a:gd name="T31" fmla="*/ 32 h 63"/>
                  <a:gd name="T32" fmla="*/ 39 w 121"/>
                  <a:gd name="T33" fmla="*/ 28 h 63"/>
                  <a:gd name="T34" fmla="*/ 35 w 121"/>
                  <a:gd name="T35" fmla="*/ 21 h 63"/>
                  <a:gd name="T36" fmla="*/ 33 w 121"/>
                  <a:gd name="T37" fmla="*/ 7 h 63"/>
                  <a:gd name="T38" fmla="*/ 35 w 121"/>
                  <a:gd name="T39" fmla="*/ 2 h 63"/>
                  <a:gd name="T40" fmla="*/ 33 w 121"/>
                  <a:gd name="T41" fmla="*/ 2 h 63"/>
                  <a:gd name="T42" fmla="*/ 33 w 121"/>
                  <a:gd name="T43" fmla="*/ 0 h 63"/>
                  <a:gd name="T44" fmla="*/ 31 w 121"/>
                  <a:gd name="T45" fmla="*/ 0 h 63"/>
                  <a:gd name="T46" fmla="*/ 31 w 121"/>
                  <a:gd name="T47" fmla="*/ 0 h 63"/>
                  <a:gd name="T48" fmla="*/ 0 w 121"/>
                  <a:gd name="T49" fmla="*/ 0 h 63"/>
                  <a:gd name="T50" fmla="*/ 2 w 121"/>
                  <a:gd name="T51" fmla="*/ 3 h 63"/>
                  <a:gd name="T52" fmla="*/ 2 w 121"/>
                  <a:gd name="T53" fmla="*/ 5 h 63"/>
                  <a:gd name="T54" fmla="*/ 2 w 121"/>
                  <a:gd name="T55" fmla="*/ 7 h 63"/>
                  <a:gd name="T56" fmla="*/ 8 w 121"/>
                  <a:gd name="T57" fmla="*/ 19 h 63"/>
                  <a:gd name="T58" fmla="*/ 14 w 121"/>
                  <a:gd name="T59" fmla="*/ 30 h 63"/>
                  <a:gd name="T60" fmla="*/ 18 w 121"/>
                  <a:gd name="T61" fmla="*/ 38 h 63"/>
                  <a:gd name="T62" fmla="*/ 20 w 121"/>
                  <a:gd name="T63" fmla="*/ 40 h 63"/>
                  <a:gd name="T64" fmla="*/ 20 w 121"/>
                  <a:gd name="T65" fmla="*/ 42 h 63"/>
                  <a:gd name="T66" fmla="*/ 41 w 121"/>
                  <a:gd name="T67" fmla="*/ 59 h 63"/>
                  <a:gd name="T68" fmla="*/ 43 w 121"/>
                  <a:gd name="T69" fmla="*/ 61 h 63"/>
                  <a:gd name="T70" fmla="*/ 46 w 121"/>
                  <a:gd name="T71" fmla="*/ 63 h 63"/>
                  <a:gd name="T72" fmla="*/ 81 w 121"/>
                  <a:gd name="T73" fmla="*/ 63 h 63"/>
                  <a:gd name="T74" fmla="*/ 85 w 121"/>
                  <a:gd name="T75" fmla="*/ 63 h 63"/>
                  <a:gd name="T76" fmla="*/ 87 w 121"/>
                  <a:gd name="T77" fmla="*/ 61 h 63"/>
                  <a:gd name="T78" fmla="*/ 96 w 121"/>
                  <a:gd name="T79" fmla="*/ 55 h 63"/>
                  <a:gd name="T80" fmla="*/ 111 w 121"/>
                  <a:gd name="T81" fmla="*/ 46 h 63"/>
                  <a:gd name="T82" fmla="*/ 113 w 121"/>
                  <a:gd name="T83" fmla="*/ 44 h 63"/>
                  <a:gd name="T84" fmla="*/ 117 w 121"/>
                  <a:gd name="T85" fmla="*/ 40 h 63"/>
                  <a:gd name="T86" fmla="*/ 121 w 121"/>
                  <a:gd name="T87" fmla="*/ 0 h 63"/>
                  <a:gd name="T88" fmla="*/ 121 w 121"/>
                  <a:gd name="T89" fmla="*/ 0 h 63"/>
                  <a:gd name="T90" fmla="*/ 121 w 121"/>
                  <a:gd name="T91" fmla="*/ 0 h 63"/>
                  <a:gd name="T92" fmla="*/ 96 w 121"/>
                  <a:gd name="T93" fmla="*/ 0 h 63"/>
                  <a:gd name="T94" fmla="*/ 96 w 121"/>
                  <a:gd name="T95" fmla="*/ 0 h 63"/>
                  <a:gd name="T96" fmla="*/ 96 w 121"/>
                  <a:gd name="T9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1" h="63">
                    <a:moveTo>
                      <a:pt x="96" y="0"/>
                    </a:moveTo>
                    <a:lnTo>
                      <a:pt x="96" y="0"/>
                    </a:lnTo>
                    <a:lnTo>
                      <a:pt x="96" y="0"/>
                    </a:lnTo>
                    <a:lnTo>
                      <a:pt x="96" y="2"/>
                    </a:lnTo>
                    <a:lnTo>
                      <a:pt x="96" y="3"/>
                    </a:lnTo>
                    <a:lnTo>
                      <a:pt x="96" y="7"/>
                    </a:lnTo>
                    <a:lnTo>
                      <a:pt x="96" y="11"/>
                    </a:lnTo>
                    <a:lnTo>
                      <a:pt x="94" y="19"/>
                    </a:lnTo>
                    <a:lnTo>
                      <a:pt x="94" y="28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89" y="32"/>
                    </a:lnTo>
                    <a:lnTo>
                      <a:pt x="87" y="34"/>
                    </a:lnTo>
                    <a:lnTo>
                      <a:pt x="83" y="36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1" y="36"/>
                    </a:lnTo>
                    <a:lnTo>
                      <a:pt x="81" y="38"/>
                    </a:lnTo>
                    <a:lnTo>
                      <a:pt x="79" y="38"/>
                    </a:lnTo>
                    <a:lnTo>
                      <a:pt x="77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38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2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48" y="36"/>
                    </a:lnTo>
                    <a:lnTo>
                      <a:pt x="46" y="34"/>
                    </a:lnTo>
                    <a:lnTo>
                      <a:pt x="44" y="34"/>
                    </a:lnTo>
                    <a:lnTo>
                      <a:pt x="43" y="32"/>
                    </a:lnTo>
                    <a:lnTo>
                      <a:pt x="41" y="30"/>
                    </a:lnTo>
                    <a:lnTo>
                      <a:pt x="39" y="28"/>
                    </a:lnTo>
                    <a:lnTo>
                      <a:pt x="39" y="28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5" y="21"/>
                    </a:lnTo>
                    <a:lnTo>
                      <a:pt x="35" y="17"/>
                    </a:lnTo>
                    <a:lnTo>
                      <a:pt x="33" y="13"/>
                    </a:lnTo>
                    <a:lnTo>
                      <a:pt x="33" y="7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4" y="11"/>
                    </a:lnTo>
                    <a:lnTo>
                      <a:pt x="6" y="15"/>
                    </a:lnTo>
                    <a:lnTo>
                      <a:pt x="8" y="19"/>
                    </a:lnTo>
                    <a:lnTo>
                      <a:pt x="10" y="23"/>
                    </a:lnTo>
                    <a:lnTo>
                      <a:pt x="12" y="26"/>
                    </a:lnTo>
                    <a:lnTo>
                      <a:pt x="14" y="30"/>
                    </a:lnTo>
                    <a:lnTo>
                      <a:pt x="1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40"/>
                    </a:lnTo>
                    <a:lnTo>
                      <a:pt x="20" y="40"/>
                    </a:lnTo>
                    <a:lnTo>
                      <a:pt x="20" y="40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1" y="44"/>
                    </a:lnTo>
                    <a:lnTo>
                      <a:pt x="39" y="59"/>
                    </a:lnTo>
                    <a:lnTo>
                      <a:pt x="41" y="59"/>
                    </a:lnTo>
                    <a:lnTo>
                      <a:pt x="41" y="61"/>
                    </a:lnTo>
                    <a:lnTo>
                      <a:pt x="43" y="61"/>
                    </a:lnTo>
                    <a:lnTo>
                      <a:pt x="43" y="61"/>
                    </a:lnTo>
                    <a:lnTo>
                      <a:pt x="44" y="61"/>
                    </a:lnTo>
                    <a:lnTo>
                      <a:pt x="44" y="61"/>
                    </a:lnTo>
                    <a:lnTo>
                      <a:pt x="46" y="63"/>
                    </a:lnTo>
                    <a:lnTo>
                      <a:pt x="46" y="63"/>
                    </a:lnTo>
                    <a:lnTo>
                      <a:pt x="56" y="63"/>
                    </a:lnTo>
                    <a:lnTo>
                      <a:pt x="81" y="63"/>
                    </a:lnTo>
                    <a:lnTo>
                      <a:pt x="83" y="63"/>
                    </a:lnTo>
                    <a:lnTo>
                      <a:pt x="83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7" y="61"/>
                    </a:lnTo>
                    <a:lnTo>
                      <a:pt x="87" y="61"/>
                    </a:lnTo>
                    <a:lnTo>
                      <a:pt x="89" y="61"/>
                    </a:lnTo>
                    <a:lnTo>
                      <a:pt x="96" y="55"/>
                    </a:lnTo>
                    <a:lnTo>
                      <a:pt x="92" y="57"/>
                    </a:lnTo>
                    <a:lnTo>
                      <a:pt x="110" y="46"/>
                    </a:lnTo>
                    <a:lnTo>
                      <a:pt x="111" y="46"/>
                    </a:lnTo>
                    <a:lnTo>
                      <a:pt x="111" y="46"/>
                    </a:lnTo>
                    <a:lnTo>
                      <a:pt x="113" y="44"/>
                    </a:lnTo>
                    <a:lnTo>
                      <a:pt x="113" y="44"/>
                    </a:lnTo>
                    <a:lnTo>
                      <a:pt x="115" y="42"/>
                    </a:lnTo>
                    <a:lnTo>
                      <a:pt x="115" y="42"/>
                    </a:lnTo>
                    <a:lnTo>
                      <a:pt x="117" y="40"/>
                    </a:lnTo>
                    <a:lnTo>
                      <a:pt x="117" y="38"/>
                    </a:lnTo>
                    <a:lnTo>
                      <a:pt x="121" y="25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Freeform 23"/>
              <p:cNvSpPr>
                <a:spLocks/>
              </p:cNvSpPr>
              <p:nvPr/>
            </p:nvSpPr>
            <p:spPr bwMode="auto">
              <a:xfrm>
                <a:off x="1076" y="1578"/>
                <a:ext cx="121" cy="55"/>
              </a:xfrm>
              <a:custGeom>
                <a:avLst/>
                <a:gdLst>
                  <a:gd name="T0" fmla="*/ 100 w 121"/>
                  <a:gd name="T1" fmla="*/ 0 h 55"/>
                  <a:gd name="T2" fmla="*/ 100 w 121"/>
                  <a:gd name="T3" fmla="*/ 2 h 55"/>
                  <a:gd name="T4" fmla="*/ 98 w 121"/>
                  <a:gd name="T5" fmla="*/ 3 h 55"/>
                  <a:gd name="T6" fmla="*/ 98 w 121"/>
                  <a:gd name="T7" fmla="*/ 5 h 55"/>
                  <a:gd name="T8" fmla="*/ 96 w 121"/>
                  <a:gd name="T9" fmla="*/ 7 h 55"/>
                  <a:gd name="T10" fmla="*/ 94 w 121"/>
                  <a:gd name="T11" fmla="*/ 11 h 55"/>
                  <a:gd name="T12" fmla="*/ 90 w 121"/>
                  <a:gd name="T13" fmla="*/ 17 h 55"/>
                  <a:gd name="T14" fmla="*/ 83 w 121"/>
                  <a:gd name="T15" fmla="*/ 25 h 55"/>
                  <a:gd name="T16" fmla="*/ 73 w 121"/>
                  <a:gd name="T17" fmla="*/ 30 h 55"/>
                  <a:gd name="T18" fmla="*/ 71 w 121"/>
                  <a:gd name="T19" fmla="*/ 30 h 55"/>
                  <a:gd name="T20" fmla="*/ 67 w 121"/>
                  <a:gd name="T21" fmla="*/ 30 h 55"/>
                  <a:gd name="T22" fmla="*/ 62 w 121"/>
                  <a:gd name="T23" fmla="*/ 32 h 55"/>
                  <a:gd name="T24" fmla="*/ 60 w 121"/>
                  <a:gd name="T25" fmla="*/ 32 h 55"/>
                  <a:gd name="T26" fmla="*/ 56 w 121"/>
                  <a:gd name="T27" fmla="*/ 30 h 55"/>
                  <a:gd name="T28" fmla="*/ 52 w 121"/>
                  <a:gd name="T29" fmla="*/ 30 h 55"/>
                  <a:gd name="T30" fmla="*/ 48 w 121"/>
                  <a:gd name="T31" fmla="*/ 26 h 55"/>
                  <a:gd name="T32" fmla="*/ 43 w 121"/>
                  <a:gd name="T33" fmla="*/ 25 h 55"/>
                  <a:gd name="T34" fmla="*/ 37 w 121"/>
                  <a:gd name="T35" fmla="*/ 19 h 55"/>
                  <a:gd name="T36" fmla="*/ 33 w 121"/>
                  <a:gd name="T37" fmla="*/ 13 h 55"/>
                  <a:gd name="T38" fmla="*/ 29 w 121"/>
                  <a:gd name="T39" fmla="*/ 11 h 55"/>
                  <a:gd name="T40" fmla="*/ 31 w 121"/>
                  <a:gd name="T41" fmla="*/ 13 h 55"/>
                  <a:gd name="T42" fmla="*/ 29 w 121"/>
                  <a:gd name="T43" fmla="*/ 11 h 55"/>
                  <a:gd name="T44" fmla="*/ 27 w 121"/>
                  <a:gd name="T45" fmla="*/ 7 h 55"/>
                  <a:gd name="T46" fmla="*/ 25 w 121"/>
                  <a:gd name="T47" fmla="*/ 2 h 55"/>
                  <a:gd name="T48" fmla="*/ 0 w 121"/>
                  <a:gd name="T49" fmla="*/ 0 h 55"/>
                  <a:gd name="T50" fmla="*/ 0 w 121"/>
                  <a:gd name="T51" fmla="*/ 0 h 55"/>
                  <a:gd name="T52" fmla="*/ 0 w 121"/>
                  <a:gd name="T53" fmla="*/ 2 h 55"/>
                  <a:gd name="T54" fmla="*/ 4 w 121"/>
                  <a:gd name="T55" fmla="*/ 9 h 55"/>
                  <a:gd name="T56" fmla="*/ 8 w 121"/>
                  <a:gd name="T57" fmla="*/ 21 h 55"/>
                  <a:gd name="T58" fmla="*/ 8 w 121"/>
                  <a:gd name="T59" fmla="*/ 21 h 55"/>
                  <a:gd name="T60" fmla="*/ 8 w 121"/>
                  <a:gd name="T61" fmla="*/ 21 h 55"/>
                  <a:gd name="T62" fmla="*/ 8 w 121"/>
                  <a:gd name="T63" fmla="*/ 21 h 55"/>
                  <a:gd name="T64" fmla="*/ 8 w 121"/>
                  <a:gd name="T65" fmla="*/ 23 h 55"/>
                  <a:gd name="T66" fmla="*/ 10 w 121"/>
                  <a:gd name="T67" fmla="*/ 23 h 55"/>
                  <a:gd name="T68" fmla="*/ 10 w 121"/>
                  <a:gd name="T69" fmla="*/ 23 h 55"/>
                  <a:gd name="T70" fmla="*/ 12 w 121"/>
                  <a:gd name="T71" fmla="*/ 26 h 55"/>
                  <a:gd name="T72" fmla="*/ 18 w 121"/>
                  <a:gd name="T73" fmla="*/ 30 h 55"/>
                  <a:gd name="T74" fmla="*/ 20 w 121"/>
                  <a:gd name="T75" fmla="*/ 32 h 55"/>
                  <a:gd name="T76" fmla="*/ 25 w 121"/>
                  <a:gd name="T77" fmla="*/ 38 h 55"/>
                  <a:gd name="T78" fmla="*/ 33 w 121"/>
                  <a:gd name="T79" fmla="*/ 44 h 55"/>
                  <a:gd name="T80" fmla="*/ 43 w 121"/>
                  <a:gd name="T81" fmla="*/ 51 h 55"/>
                  <a:gd name="T82" fmla="*/ 52 w 121"/>
                  <a:gd name="T83" fmla="*/ 53 h 55"/>
                  <a:gd name="T84" fmla="*/ 60 w 121"/>
                  <a:gd name="T85" fmla="*/ 53 h 55"/>
                  <a:gd name="T86" fmla="*/ 67 w 121"/>
                  <a:gd name="T87" fmla="*/ 53 h 55"/>
                  <a:gd name="T88" fmla="*/ 79 w 121"/>
                  <a:gd name="T89" fmla="*/ 55 h 55"/>
                  <a:gd name="T90" fmla="*/ 79 w 121"/>
                  <a:gd name="T91" fmla="*/ 55 h 55"/>
                  <a:gd name="T92" fmla="*/ 81 w 121"/>
                  <a:gd name="T93" fmla="*/ 55 h 55"/>
                  <a:gd name="T94" fmla="*/ 83 w 121"/>
                  <a:gd name="T95" fmla="*/ 53 h 55"/>
                  <a:gd name="T96" fmla="*/ 85 w 121"/>
                  <a:gd name="T97" fmla="*/ 53 h 55"/>
                  <a:gd name="T98" fmla="*/ 87 w 121"/>
                  <a:gd name="T99" fmla="*/ 53 h 55"/>
                  <a:gd name="T100" fmla="*/ 89 w 121"/>
                  <a:gd name="T101" fmla="*/ 51 h 55"/>
                  <a:gd name="T102" fmla="*/ 90 w 121"/>
                  <a:gd name="T103" fmla="*/ 50 h 55"/>
                  <a:gd name="T104" fmla="*/ 96 w 121"/>
                  <a:gd name="T105" fmla="*/ 46 h 55"/>
                  <a:gd name="T106" fmla="*/ 98 w 121"/>
                  <a:gd name="T107" fmla="*/ 44 h 55"/>
                  <a:gd name="T108" fmla="*/ 102 w 121"/>
                  <a:gd name="T109" fmla="*/ 38 h 55"/>
                  <a:gd name="T110" fmla="*/ 112 w 121"/>
                  <a:gd name="T111" fmla="*/ 30 h 55"/>
                  <a:gd name="T112" fmla="*/ 121 w 121"/>
                  <a:gd name="T113" fmla="*/ 23 h 55"/>
                  <a:gd name="T114" fmla="*/ 117 w 121"/>
                  <a:gd name="T115" fmla="*/ 19 h 55"/>
                  <a:gd name="T116" fmla="*/ 115 w 121"/>
                  <a:gd name="T117" fmla="*/ 13 h 55"/>
                  <a:gd name="T118" fmla="*/ 113 w 121"/>
                  <a:gd name="T119" fmla="*/ 5 h 55"/>
                  <a:gd name="T120" fmla="*/ 112 w 121"/>
                  <a:gd name="T12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1" h="55">
                    <a:moveTo>
                      <a:pt x="100" y="0"/>
                    </a:moveTo>
                    <a:lnTo>
                      <a:pt x="100" y="0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98" y="3"/>
                    </a:lnTo>
                    <a:lnTo>
                      <a:pt x="98" y="3"/>
                    </a:lnTo>
                    <a:lnTo>
                      <a:pt x="98" y="5"/>
                    </a:lnTo>
                    <a:lnTo>
                      <a:pt x="98" y="5"/>
                    </a:lnTo>
                    <a:lnTo>
                      <a:pt x="96" y="7"/>
                    </a:lnTo>
                    <a:lnTo>
                      <a:pt x="96" y="9"/>
                    </a:lnTo>
                    <a:lnTo>
                      <a:pt x="94" y="11"/>
                    </a:lnTo>
                    <a:lnTo>
                      <a:pt x="92" y="13"/>
                    </a:lnTo>
                    <a:lnTo>
                      <a:pt x="90" y="17"/>
                    </a:lnTo>
                    <a:lnTo>
                      <a:pt x="87" y="21"/>
                    </a:lnTo>
                    <a:lnTo>
                      <a:pt x="83" y="25"/>
                    </a:lnTo>
                    <a:lnTo>
                      <a:pt x="75" y="30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1" y="30"/>
                    </a:lnTo>
                    <a:lnTo>
                      <a:pt x="69" y="30"/>
                    </a:lnTo>
                    <a:lnTo>
                      <a:pt x="67" y="30"/>
                    </a:lnTo>
                    <a:lnTo>
                      <a:pt x="66" y="30"/>
                    </a:lnTo>
                    <a:lnTo>
                      <a:pt x="62" y="32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58" y="30"/>
                    </a:lnTo>
                    <a:lnTo>
                      <a:pt x="56" y="30"/>
                    </a:lnTo>
                    <a:lnTo>
                      <a:pt x="54" y="30"/>
                    </a:lnTo>
                    <a:lnTo>
                      <a:pt x="52" y="30"/>
                    </a:lnTo>
                    <a:lnTo>
                      <a:pt x="50" y="28"/>
                    </a:lnTo>
                    <a:lnTo>
                      <a:pt x="48" y="26"/>
                    </a:lnTo>
                    <a:lnTo>
                      <a:pt x="44" y="26"/>
                    </a:lnTo>
                    <a:lnTo>
                      <a:pt x="43" y="25"/>
                    </a:lnTo>
                    <a:lnTo>
                      <a:pt x="41" y="21"/>
                    </a:lnTo>
                    <a:lnTo>
                      <a:pt x="37" y="19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1" y="11"/>
                    </a:lnTo>
                    <a:lnTo>
                      <a:pt x="29" y="11"/>
                    </a:lnTo>
                    <a:lnTo>
                      <a:pt x="31" y="13"/>
                    </a:lnTo>
                    <a:lnTo>
                      <a:pt x="31" y="13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4" y="9"/>
                    </a:lnTo>
                    <a:lnTo>
                      <a:pt x="6" y="13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2" y="25"/>
                    </a:lnTo>
                    <a:lnTo>
                      <a:pt x="12" y="26"/>
                    </a:lnTo>
                    <a:lnTo>
                      <a:pt x="14" y="28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20" y="32"/>
                    </a:lnTo>
                    <a:lnTo>
                      <a:pt x="22" y="34"/>
                    </a:lnTo>
                    <a:lnTo>
                      <a:pt x="25" y="38"/>
                    </a:lnTo>
                    <a:lnTo>
                      <a:pt x="29" y="40"/>
                    </a:lnTo>
                    <a:lnTo>
                      <a:pt x="33" y="44"/>
                    </a:lnTo>
                    <a:lnTo>
                      <a:pt x="37" y="48"/>
                    </a:lnTo>
                    <a:lnTo>
                      <a:pt x="43" y="51"/>
                    </a:lnTo>
                    <a:lnTo>
                      <a:pt x="48" y="51"/>
                    </a:lnTo>
                    <a:lnTo>
                      <a:pt x="52" y="53"/>
                    </a:lnTo>
                    <a:lnTo>
                      <a:pt x="56" y="53"/>
                    </a:lnTo>
                    <a:lnTo>
                      <a:pt x="60" y="53"/>
                    </a:lnTo>
                    <a:lnTo>
                      <a:pt x="64" y="53"/>
                    </a:lnTo>
                    <a:lnTo>
                      <a:pt x="67" y="53"/>
                    </a:lnTo>
                    <a:lnTo>
                      <a:pt x="73" y="53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81" y="55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7" y="53"/>
                    </a:lnTo>
                    <a:lnTo>
                      <a:pt x="87" y="51"/>
                    </a:lnTo>
                    <a:lnTo>
                      <a:pt x="89" y="51"/>
                    </a:lnTo>
                    <a:lnTo>
                      <a:pt x="89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6" y="46"/>
                    </a:lnTo>
                    <a:lnTo>
                      <a:pt x="96" y="46"/>
                    </a:lnTo>
                    <a:lnTo>
                      <a:pt x="98" y="44"/>
                    </a:lnTo>
                    <a:lnTo>
                      <a:pt x="100" y="42"/>
                    </a:lnTo>
                    <a:lnTo>
                      <a:pt x="102" y="38"/>
                    </a:lnTo>
                    <a:lnTo>
                      <a:pt x="106" y="34"/>
                    </a:lnTo>
                    <a:lnTo>
                      <a:pt x="112" y="30"/>
                    </a:lnTo>
                    <a:lnTo>
                      <a:pt x="115" y="26"/>
                    </a:lnTo>
                    <a:lnTo>
                      <a:pt x="121" y="23"/>
                    </a:lnTo>
                    <a:lnTo>
                      <a:pt x="119" y="21"/>
                    </a:lnTo>
                    <a:lnTo>
                      <a:pt x="117" y="19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3" y="9"/>
                    </a:lnTo>
                    <a:lnTo>
                      <a:pt x="113" y="5"/>
                    </a:lnTo>
                    <a:lnTo>
                      <a:pt x="112" y="3"/>
                    </a:lnTo>
                    <a:lnTo>
                      <a:pt x="112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Freeform 24"/>
              <p:cNvSpPr>
                <a:spLocks/>
              </p:cNvSpPr>
              <p:nvPr/>
            </p:nvSpPr>
            <p:spPr bwMode="auto">
              <a:xfrm>
                <a:off x="1188" y="1576"/>
                <a:ext cx="111" cy="57"/>
              </a:xfrm>
              <a:custGeom>
                <a:avLst/>
                <a:gdLst>
                  <a:gd name="T0" fmla="*/ 80 w 111"/>
                  <a:gd name="T1" fmla="*/ 23 h 57"/>
                  <a:gd name="T2" fmla="*/ 67 w 111"/>
                  <a:gd name="T3" fmla="*/ 32 h 57"/>
                  <a:gd name="T4" fmla="*/ 59 w 111"/>
                  <a:gd name="T5" fmla="*/ 32 h 57"/>
                  <a:gd name="T6" fmla="*/ 53 w 111"/>
                  <a:gd name="T7" fmla="*/ 30 h 57"/>
                  <a:gd name="T8" fmla="*/ 47 w 111"/>
                  <a:gd name="T9" fmla="*/ 28 h 57"/>
                  <a:gd name="T10" fmla="*/ 42 w 111"/>
                  <a:gd name="T11" fmla="*/ 25 h 57"/>
                  <a:gd name="T12" fmla="*/ 38 w 111"/>
                  <a:gd name="T13" fmla="*/ 21 h 57"/>
                  <a:gd name="T14" fmla="*/ 32 w 111"/>
                  <a:gd name="T15" fmla="*/ 17 h 57"/>
                  <a:gd name="T16" fmla="*/ 28 w 111"/>
                  <a:gd name="T17" fmla="*/ 13 h 57"/>
                  <a:gd name="T18" fmla="*/ 26 w 111"/>
                  <a:gd name="T19" fmla="*/ 7 h 57"/>
                  <a:gd name="T20" fmla="*/ 24 w 111"/>
                  <a:gd name="T21" fmla="*/ 2 h 57"/>
                  <a:gd name="T22" fmla="*/ 0 w 111"/>
                  <a:gd name="T23" fmla="*/ 2 h 57"/>
                  <a:gd name="T24" fmla="*/ 0 w 111"/>
                  <a:gd name="T25" fmla="*/ 5 h 57"/>
                  <a:gd name="T26" fmla="*/ 1 w 111"/>
                  <a:gd name="T27" fmla="*/ 7 h 57"/>
                  <a:gd name="T28" fmla="*/ 1 w 111"/>
                  <a:gd name="T29" fmla="*/ 11 h 57"/>
                  <a:gd name="T30" fmla="*/ 3 w 111"/>
                  <a:gd name="T31" fmla="*/ 15 h 57"/>
                  <a:gd name="T32" fmla="*/ 3 w 111"/>
                  <a:gd name="T33" fmla="*/ 17 h 57"/>
                  <a:gd name="T34" fmla="*/ 5 w 111"/>
                  <a:gd name="T35" fmla="*/ 21 h 57"/>
                  <a:gd name="T36" fmla="*/ 7 w 111"/>
                  <a:gd name="T37" fmla="*/ 23 h 57"/>
                  <a:gd name="T38" fmla="*/ 9 w 111"/>
                  <a:gd name="T39" fmla="*/ 25 h 57"/>
                  <a:gd name="T40" fmla="*/ 13 w 111"/>
                  <a:gd name="T41" fmla="*/ 30 h 57"/>
                  <a:gd name="T42" fmla="*/ 19 w 111"/>
                  <a:gd name="T43" fmla="*/ 34 h 57"/>
                  <a:gd name="T44" fmla="*/ 24 w 111"/>
                  <a:gd name="T45" fmla="*/ 38 h 57"/>
                  <a:gd name="T46" fmla="*/ 30 w 111"/>
                  <a:gd name="T47" fmla="*/ 42 h 57"/>
                  <a:gd name="T48" fmla="*/ 36 w 111"/>
                  <a:gd name="T49" fmla="*/ 46 h 57"/>
                  <a:gd name="T50" fmla="*/ 44 w 111"/>
                  <a:gd name="T51" fmla="*/ 50 h 57"/>
                  <a:gd name="T52" fmla="*/ 49 w 111"/>
                  <a:gd name="T53" fmla="*/ 52 h 57"/>
                  <a:gd name="T54" fmla="*/ 57 w 111"/>
                  <a:gd name="T55" fmla="*/ 55 h 57"/>
                  <a:gd name="T56" fmla="*/ 68 w 111"/>
                  <a:gd name="T57" fmla="*/ 57 h 57"/>
                  <a:gd name="T58" fmla="*/ 70 w 111"/>
                  <a:gd name="T59" fmla="*/ 57 h 57"/>
                  <a:gd name="T60" fmla="*/ 72 w 111"/>
                  <a:gd name="T61" fmla="*/ 55 h 57"/>
                  <a:gd name="T62" fmla="*/ 72 w 111"/>
                  <a:gd name="T63" fmla="*/ 55 h 57"/>
                  <a:gd name="T64" fmla="*/ 74 w 111"/>
                  <a:gd name="T65" fmla="*/ 55 h 57"/>
                  <a:gd name="T66" fmla="*/ 74 w 111"/>
                  <a:gd name="T67" fmla="*/ 55 h 57"/>
                  <a:gd name="T68" fmla="*/ 76 w 111"/>
                  <a:gd name="T69" fmla="*/ 55 h 57"/>
                  <a:gd name="T70" fmla="*/ 76 w 111"/>
                  <a:gd name="T71" fmla="*/ 53 h 57"/>
                  <a:gd name="T72" fmla="*/ 78 w 111"/>
                  <a:gd name="T73" fmla="*/ 53 h 57"/>
                  <a:gd name="T74" fmla="*/ 84 w 111"/>
                  <a:gd name="T75" fmla="*/ 48 h 57"/>
                  <a:gd name="T76" fmla="*/ 90 w 111"/>
                  <a:gd name="T77" fmla="*/ 44 h 57"/>
                  <a:gd name="T78" fmla="*/ 95 w 111"/>
                  <a:gd name="T79" fmla="*/ 38 h 57"/>
                  <a:gd name="T80" fmla="*/ 99 w 111"/>
                  <a:gd name="T81" fmla="*/ 34 h 57"/>
                  <a:gd name="T82" fmla="*/ 103 w 111"/>
                  <a:gd name="T83" fmla="*/ 28 h 57"/>
                  <a:gd name="T84" fmla="*/ 107 w 111"/>
                  <a:gd name="T85" fmla="*/ 21 h 57"/>
                  <a:gd name="T86" fmla="*/ 109 w 111"/>
                  <a:gd name="T87" fmla="*/ 15 h 57"/>
                  <a:gd name="T88" fmla="*/ 111 w 111"/>
                  <a:gd name="T89" fmla="*/ 7 h 57"/>
                  <a:gd name="T90" fmla="*/ 111 w 111"/>
                  <a:gd name="T91" fmla="*/ 0 h 57"/>
                  <a:gd name="T92" fmla="*/ 88 w 111"/>
                  <a:gd name="T93" fmla="*/ 2 h 57"/>
                  <a:gd name="T94" fmla="*/ 88 w 111"/>
                  <a:gd name="T95" fmla="*/ 4 h 57"/>
                  <a:gd name="T96" fmla="*/ 88 w 111"/>
                  <a:gd name="T97" fmla="*/ 5 h 57"/>
                  <a:gd name="T98" fmla="*/ 88 w 111"/>
                  <a:gd name="T99" fmla="*/ 9 h 57"/>
                  <a:gd name="T100" fmla="*/ 86 w 111"/>
                  <a:gd name="T101" fmla="*/ 11 h 57"/>
                  <a:gd name="T102" fmla="*/ 86 w 111"/>
                  <a:gd name="T103" fmla="*/ 13 h 57"/>
                  <a:gd name="T104" fmla="*/ 84 w 111"/>
                  <a:gd name="T105" fmla="*/ 17 h 57"/>
                  <a:gd name="T106" fmla="*/ 82 w 111"/>
                  <a:gd name="T107" fmla="*/ 19 h 57"/>
                  <a:gd name="T108" fmla="*/ 80 w 111"/>
                  <a:gd name="T109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57">
                    <a:moveTo>
                      <a:pt x="80" y="23"/>
                    </a:moveTo>
                    <a:lnTo>
                      <a:pt x="67" y="32"/>
                    </a:lnTo>
                    <a:lnTo>
                      <a:pt x="59" y="32"/>
                    </a:lnTo>
                    <a:lnTo>
                      <a:pt x="53" y="30"/>
                    </a:lnTo>
                    <a:lnTo>
                      <a:pt x="47" y="28"/>
                    </a:lnTo>
                    <a:lnTo>
                      <a:pt x="42" y="25"/>
                    </a:lnTo>
                    <a:lnTo>
                      <a:pt x="38" y="21"/>
                    </a:lnTo>
                    <a:lnTo>
                      <a:pt x="32" y="17"/>
                    </a:lnTo>
                    <a:lnTo>
                      <a:pt x="28" y="13"/>
                    </a:lnTo>
                    <a:lnTo>
                      <a:pt x="26" y="7"/>
                    </a:lnTo>
                    <a:lnTo>
                      <a:pt x="24" y="2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5" y="21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3" y="30"/>
                    </a:lnTo>
                    <a:lnTo>
                      <a:pt x="19" y="34"/>
                    </a:lnTo>
                    <a:lnTo>
                      <a:pt x="24" y="38"/>
                    </a:lnTo>
                    <a:lnTo>
                      <a:pt x="30" y="42"/>
                    </a:lnTo>
                    <a:lnTo>
                      <a:pt x="36" y="46"/>
                    </a:lnTo>
                    <a:lnTo>
                      <a:pt x="44" y="50"/>
                    </a:lnTo>
                    <a:lnTo>
                      <a:pt x="49" y="52"/>
                    </a:lnTo>
                    <a:lnTo>
                      <a:pt x="57" y="55"/>
                    </a:lnTo>
                    <a:lnTo>
                      <a:pt x="68" y="57"/>
                    </a:lnTo>
                    <a:lnTo>
                      <a:pt x="70" y="57"/>
                    </a:lnTo>
                    <a:lnTo>
                      <a:pt x="72" y="55"/>
                    </a:lnTo>
                    <a:lnTo>
                      <a:pt x="72" y="55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6" y="53"/>
                    </a:lnTo>
                    <a:lnTo>
                      <a:pt x="78" y="53"/>
                    </a:lnTo>
                    <a:lnTo>
                      <a:pt x="84" y="48"/>
                    </a:lnTo>
                    <a:lnTo>
                      <a:pt x="90" y="44"/>
                    </a:lnTo>
                    <a:lnTo>
                      <a:pt x="95" y="38"/>
                    </a:lnTo>
                    <a:lnTo>
                      <a:pt x="99" y="34"/>
                    </a:lnTo>
                    <a:lnTo>
                      <a:pt x="103" y="28"/>
                    </a:lnTo>
                    <a:lnTo>
                      <a:pt x="107" y="21"/>
                    </a:lnTo>
                    <a:lnTo>
                      <a:pt x="109" y="15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88" y="2"/>
                    </a:lnTo>
                    <a:lnTo>
                      <a:pt x="88" y="4"/>
                    </a:lnTo>
                    <a:lnTo>
                      <a:pt x="88" y="5"/>
                    </a:lnTo>
                    <a:lnTo>
                      <a:pt x="88" y="9"/>
                    </a:lnTo>
                    <a:lnTo>
                      <a:pt x="86" y="11"/>
                    </a:lnTo>
                    <a:lnTo>
                      <a:pt x="86" y="13"/>
                    </a:lnTo>
                    <a:lnTo>
                      <a:pt x="84" y="17"/>
                    </a:lnTo>
                    <a:lnTo>
                      <a:pt x="82" y="19"/>
                    </a:lnTo>
                    <a:lnTo>
                      <a:pt x="8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" name="Freeform 25"/>
              <p:cNvSpPr>
                <a:spLocks/>
              </p:cNvSpPr>
              <p:nvPr/>
            </p:nvSpPr>
            <p:spPr bwMode="auto">
              <a:xfrm>
                <a:off x="1143" y="1201"/>
                <a:ext cx="113" cy="127"/>
              </a:xfrm>
              <a:custGeom>
                <a:avLst/>
                <a:gdLst>
                  <a:gd name="T0" fmla="*/ 108 w 113"/>
                  <a:gd name="T1" fmla="*/ 52 h 127"/>
                  <a:gd name="T2" fmla="*/ 106 w 113"/>
                  <a:gd name="T3" fmla="*/ 50 h 127"/>
                  <a:gd name="T4" fmla="*/ 104 w 113"/>
                  <a:gd name="T5" fmla="*/ 48 h 127"/>
                  <a:gd name="T6" fmla="*/ 89 w 113"/>
                  <a:gd name="T7" fmla="*/ 31 h 127"/>
                  <a:gd name="T8" fmla="*/ 83 w 113"/>
                  <a:gd name="T9" fmla="*/ 23 h 127"/>
                  <a:gd name="T10" fmla="*/ 79 w 113"/>
                  <a:gd name="T11" fmla="*/ 17 h 127"/>
                  <a:gd name="T12" fmla="*/ 56 w 113"/>
                  <a:gd name="T13" fmla="*/ 2 h 127"/>
                  <a:gd name="T14" fmla="*/ 52 w 113"/>
                  <a:gd name="T15" fmla="*/ 0 h 127"/>
                  <a:gd name="T16" fmla="*/ 46 w 113"/>
                  <a:gd name="T17" fmla="*/ 2 h 127"/>
                  <a:gd name="T18" fmla="*/ 37 w 113"/>
                  <a:gd name="T19" fmla="*/ 6 h 127"/>
                  <a:gd name="T20" fmla="*/ 35 w 113"/>
                  <a:gd name="T21" fmla="*/ 8 h 127"/>
                  <a:gd name="T22" fmla="*/ 33 w 113"/>
                  <a:gd name="T23" fmla="*/ 10 h 127"/>
                  <a:gd name="T24" fmla="*/ 2 w 113"/>
                  <a:gd name="T25" fmla="*/ 60 h 127"/>
                  <a:gd name="T26" fmla="*/ 2 w 113"/>
                  <a:gd name="T27" fmla="*/ 63 h 127"/>
                  <a:gd name="T28" fmla="*/ 0 w 113"/>
                  <a:gd name="T29" fmla="*/ 67 h 127"/>
                  <a:gd name="T30" fmla="*/ 12 w 113"/>
                  <a:gd name="T31" fmla="*/ 88 h 127"/>
                  <a:gd name="T32" fmla="*/ 12 w 113"/>
                  <a:gd name="T33" fmla="*/ 88 h 127"/>
                  <a:gd name="T34" fmla="*/ 12 w 113"/>
                  <a:gd name="T35" fmla="*/ 88 h 127"/>
                  <a:gd name="T36" fmla="*/ 14 w 113"/>
                  <a:gd name="T37" fmla="*/ 92 h 127"/>
                  <a:gd name="T38" fmla="*/ 22 w 113"/>
                  <a:gd name="T39" fmla="*/ 106 h 127"/>
                  <a:gd name="T40" fmla="*/ 31 w 113"/>
                  <a:gd name="T41" fmla="*/ 117 h 127"/>
                  <a:gd name="T42" fmla="*/ 41 w 113"/>
                  <a:gd name="T43" fmla="*/ 123 h 127"/>
                  <a:gd name="T44" fmla="*/ 50 w 113"/>
                  <a:gd name="T45" fmla="*/ 123 h 127"/>
                  <a:gd name="T46" fmla="*/ 60 w 113"/>
                  <a:gd name="T47" fmla="*/ 123 h 127"/>
                  <a:gd name="T48" fmla="*/ 52 w 113"/>
                  <a:gd name="T49" fmla="*/ 104 h 127"/>
                  <a:gd name="T50" fmla="*/ 43 w 113"/>
                  <a:gd name="T51" fmla="*/ 90 h 127"/>
                  <a:gd name="T52" fmla="*/ 33 w 113"/>
                  <a:gd name="T53" fmla="*/ 77 h 127"/>
                  <a:gd name="T54" fmla="*/ 29 w 113"/>
                  <a:gd name="T55" fmla="*/ 58 h 127"/>
                  <a:gd name="T56" fmla="*/ 35 w 113"/>
                  <a:gd name="T57" fmla="*/ 50 h 127"/>
                  <a:gd name="T58" fmla="*/ 41 w 113"/>
                  <a:gd name="T59" fmla="*/ 42 h 127"/>
                  <a:gd name="T60" fmla="*/ 56 w 113"/>
                  <a:gd name="T61" fmla="*/ 29 h 127"/>
                  <a:gd name="T62" fmla="*/ 62 w 113"/>
                  <a:gd name="T63" fmla="*/ 37 h 127"/>
                  <a:gd name="T64" fmla="*/ 66 w 113"/>
                  <a:gd name="T65" fmla="*/ 42 h 127"/>
                  <a:gd name="T66" fmla="*/ 87 w 113"/>
                  <a:gd name="T67" fmla="*/ 65 h 127"/>
                  <a:gd name="T68" fmla="*/ 87 w 113"/>
                  <a:gd name="T69" fmla="*/ 75 h 127"/>
                  <a:gd name="T70" fmla="*/ 77 w 113"/>
                  <a:gd name="T71" fmla="*/ 92 h 127"/>
                  <a:gd name="T72" fmla="*/ 64 w 113"/>
                  <a:gd name="T73" fmla="*/ 110 h 127"/>
                  <a:gd name="T74" fmla="*/ 62 w 113"/>
                  <a:gd name="T75" fmla="*/ 125 h 127"/>
                  <a:gd name="T76" fmla="*/ 69 w 113"/>
                  <a:gd name="T77" fmla="*/ 125 h 127"/>
                  <a:gd name="T78" fmla="*/ 79 w 113"/>
                  <a:gd name="T79" fmla="*/ 125 h 127"/>
                  <a:gd name="T80" fmla="*/ 92 w 113"/>
                  <a:gd name="T81" fmla="*/ 115 h 127"/>
                  <a:gd name="T82" fmla="*/ 104 w 113"/>
                  <a:gd name="T83" fmla="*/ 96 h 127"/>
                  <a:gd name="T84" fmla="*/ 113 w 113"/>
                  <a:gd name="T85" fmla="*/ 7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3" h="127">
                    <a:moveTo>
                      <a:pt x="108" y="54"/>
                    </a:moveTo>
                    <a:lnTo>
                      <a:pt x="108" y="54"/>
                    </a:lnTo>
                    <a:lnTo>
                      <a:pt x="108" y="52"/>
                    </a:lnTo>
                    <a:lnTo>
                      <a:pt x="108" y="52"/>
                    </a:lnTo>
                    <a:lnTo>
                      <a:pt x="106" y="52"/>
                    </a:lnTo>
                    <a:lnTo>
                      <a:pt x="106" y="50"/>
                    </a:lnTo>
                    <a:lnTo>
                      <a:pt x="106" y="50"/>
                    </a:lnTo>
                    <a:lnTo>
                      <a:pt x="104" y="50"/>
                    </a:lnTo>
                    <a:lnTo>
                      <a:pt x="104" y="48"/>
                    </a:lnTo>
                    <a:lnTo>
                      <a:pt x="90" y="35"/>
                    </a:lnTo>
                    <a:lnTo>
                      <a:pt x="89" y="33"/>
                    </a:lnTo>
                    <a:lnTo>
                      <a:pt x="89" y="31"/>
                    </a:lnTo>
                    <a:lnTo>
                      <a:pt x="87" y="29"/>
                    </a:lnTo>
                    <a:lnTo>
                      <a:pt x="85" y="25"/>
                    </a:lnTo>
                    <a:lnTo>
                      <a:pt x="83" y="23"/>
                    </a:lnTo>
                    <a:lnTo>
                      <a:pt x="81" y="21"/>
                    </a:lnTo>
                    <a:lnTo>
                      <a:pt x="81" y="19"/>
                    </a:lnTo>
                    <a:lnTo>
                      <a:pt x="79" y="17"/>
                    </a:lnTo>
                    <a:lnTo>
                      <a:pt x="58" y="2"/>
                    </a:lnTo>
                    <a:lnTo>
                      <a:pt x="58" y="2"/>
                    </a:lnTo>
                    <a:lnTo>
                      <a:pt x="56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50" y="0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7" y="6"/>
                    </a:lnTo>
                    <a:lnTo>
                      <a:pt x="37" y="8"/>
                    </a:lnTo>
                    <a:lnTo>
                      <a:pt x="35" y="8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3" y="10"/>
                    </a:lnTo>
                    <a:lnTo>
                      <a:pt x="33" y="10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" y="60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0" y="67"/>
                    </a:lnTo>
                    <a:lnTo>
                      <a:pt x="2" y="69"/>
                    </a:lnTo>
                    <a:lnTo>
                      <a:pt x="2" y="69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0" y="88"/>
                    </a:lnTo>
                    <a:lnTo>
                      <a:pt x="10" y="88"/>
                    </a:lnTo>
                    <a:lnTo>
                      <a:pt x="14" y="92"/>
                    </a:lnTo>
                    <a:lnTo>
                      <a:pt x="16" y="96"/>
                    </a:lnTo>
                    <a:lnTo>
                      <a:pt x="20" y="102"/>
                    </a:lnTo>
                    <a:lnTo>
                      <a:pt x="22" y="106"/>
                    </a:lnTo>
                    <a:lnTo>
                      <a:pt x="25" y="110"/>
                    </a:lnTo>
                    <a:lnTo>
                      <a:pt x="29" y="113"/>
                    </a:lnTo>
                    <a:lnTo>
                      <a:pt x="31" y="117"/>
                    </a:lnTo>
                    <a:lnTo>
                      <a:pt x="35" y="121"/>
                    </a:lnTo>
                    <a:lnTo>
                      <a:pt x="39" y="123"/>
                    </a:lnTo>
                    <a:lnTo>
                      <a:pt x="41" y="123"/>
                    </a:lnTo>
                    <a:lnTo>
                      <a:pt x="45" y="123"/>
                    </a:lnTo>
                    <a:lnTo>
                      <a:pt x="46" y="123"/>
                    </a:lnTo>
                    <a:lnTo>
                      <a:pt x="50" y="123"/>
                    </a:lnTo>
                    <a:lnTo>
                      <a:pt x="52" y="123"/>
                    </a:lnTo>
                    <a:lnTo>
                      <a:pt x="56" y="123"/>
                    </a:lnTo>
                    <a:lnTo>
                      <a:pt x="60" y="123"/>
                    </a:lnTo>
                    <a:lnTo>
                      <a:pt x="60" y="113"/>
                    </a:lnTo>
                    <a:lnTo>
                      <a:pt x="56" y="110"/>
                    </a:lnTo>
                    <a:lnTo>
                      <a:pt x="52" y="104"/>
                    </a:lnTo>
                    <a:lnTo>
                      <a:pt x="48" y="100"/>
                    </a:lnTo>
                    <a:lnTo>
                      <a:pt x="45" y="96"/>
                    </a:lnTo>
                    <a:lnTo>
                      <a:pt x="43" y="90"/>
                    </a:lnTo>
                    <a:lnTo>
                      <a:pt x="39" y="86"/>
                    </a:lnTo>
                    <a:lnTo>
                      <a:pt x="35" y="83"/>
                    </a:lnTo>
                    <a:lnTo>
                      <a:pt x="33" y="77"/>
                    </a:lnTo>
                    <a:lnTo>
                      <a:pt x="27" y="65"/>
                    </a:lnTo>
                    <a:lnTo>
                      <a:pt x="29" y="60"/>
                    </a:lnTo>
                    <a:lnTo>
                      <a:pt x="29" y="58"/>
                    </a:lnTo>
                    <a:lnTo>
                      <a:pt x="31" y="56"/>
                    </a:lnTo>
                    <a:lnTo>
                      <a:pt x="33" y="52"/>
                    </a:lnTo>
                    <a:lnTo>
                      <a:pt x="35" y="50"/>
                    </a:lnTo>
                    <a:lnTo>
                      <a:pt x="37" y="48"/>
                    </a:lnTo>
                    <a:lnTo>
                      <a:pt x="39" y="46"/>
                    </a:lnTo>
                    <a:lnTo>
                      <a:pt x="41" y="42"/>
                    </a:lnTo>
                    <a:lnTo>
                      <a:pt x="43" y="40"/>
                    </a:lnTo>
                    <a:lnTo>
                      <a:pt x="52" y="27"/>
                    </a:lnTo>
                    <a:lnTo>
                      <a:pt x="56" y="29"/>
                    </a:lnTo>
                    <a:lnTo>
                      <a:pt x="58" y="33"/>
                    </a:lnTo>
                    <a:lnTo>
                      <a:pt x="60" y="35"/>
                    </a:lnTo>
                    <a:lnTo>
                      <a:pt x="62" y="37"/>
                    </a:lnTo>
                    <a:lnTo>
                      <a:pt x="64" y="38"/>
                    </a:lnTo>
                    <a:lnTo>
                      <a:pt x="66" y="40"/>
                    </a:lnTo>
                    <a:lnTo>
                      <a:pt x="66" y="42"/>
                    </a:lnTo>
                    <a:lnTo>
                      <a:pt x="67" y="46"/>
                    </a:lnTo>
                    <a:lnTo>
                      <a:pt x="69" y="48"/>
                    </a:lnTo>
                    <a:lnTo>
                      <a:pt x="87" y="65"/>
                    </a:lnTo>
                    <a:lnTo>
                      <a:pt x="87" y="63"/>
                    </a:lnTo>
                    <a:lnTo>
                      <a:pt x="89" y="67"/>
                    </a:lnTo>
                    <a:lnTo>
                      <a:pt x="87" y="75"/>
                    </a:lnTo>
                    <a:lnTo>
                      <a:pt x="85" y="81"/>
                    </a:lnTo>
                    <a:lnTo>
                      <a:pt x="81" y="86"/>
                    </a:lnTo>
                    <a:lnTo>
                      <a:pt x="77" y="92"/>
                    </a:lnTo>
                    <a:lnTo>
                      <a:pt x="73" y="98"/>
                    </a:lnTo>
                    <a:lnTo>
                      <a:pt x="69" y="104"/>
                    </a:lnTo>
                    <a:lnTo>
                      <a:pt x="64" y="110"/>
                    </a:lnTo>
                    <a:lnTo>
                      <a:pt x="60" y="113"/>
                    </a:lnTo>
                    <a:lnTo>
                      <a:pt x="60" y="123"/>
                    </a:lnTo>
                    <a:lnTo>
                      <a:pt x="62" y="125"/>
                    </a:lnTo>
                    <a:lnTo>
                      <a:pt x="64" y="125"/>
                    </a:lnTo>
                    <a:lnTo>
                      <a:pt x="67" y="125"/>
                    </a:lnTo>
                    <a:lnTo>
                      <a:pt x="69" y="125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81" y="127"/>
                    </a:lnTo>
                    <a:lnTo>
                      <a:pt x="87" y="121"/>
                    </a:lnTo>
                    <a:lnTo>
                      <a:pt x="92" y="115"/>
                    </a:lnTo>
                    <a:lnTo>
                      <a:pt x="96" y="110"/>
                    </a:lnTo>
                    <a:lnTo>
                      <a:pt x="100" y="104"/>
                    </a:lnTo>
                    <a:lnTo>
                      <a:pt x="104" y="96"/>
                    </a:lnTo>
                    <a:lnTo>
                      <a:pt x="108" y="90"/>
                    </a:lnTo>
                    <a:lnTo>
                      <a:pt x="112" y="83"/>
                    </a:lnTo>
                    <a:lnTo>
                      <a:pt x="113" y="75"/>
                    </a:lnTo>
                    <a:lnTo>
                      <a:pt x="10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" name="Freeform 26"/>
              <p:cNvSpPr>
                <a:spLocks/>
              </p:cNvSpPr>
              <p:nvPr/>
            </p:nvSpPr>
            <p:spPr bwMode="auto">
              <a:xfrm>
                <a:off x="833" y="1205"/>
                <a:ext cx="157" cy="129"/>
              </a:xfrm>
              <a:custGeom>
                <a:avLst/>
                <a:gdLst>
                  <a:gd name="T0" fmla="*/ 153 w 157"/>
                  <a:gd name="T1" fmla="*/ 52 h 129"/>
                  <a:gd name="T2" fmla="*/ 152 w 157"/>
                  <a:gd name="T3" fmla="*/ 48 h 129"/>
                  <a:gd name="T4" fmla="*/ 148 w 157"/>
                  <a:gd name="T5" fmla="*/ 44 h 129"/>
                  <a:gd name="T6" fmla="*/ 130 w 157"/>
                  <a:gd name="T7" fmla="*/ 31 h 129"/>
                  <a:gd name="T8" fmla="*/ 123 w 157"/>
                  <a:gd name="T9" fmla="*/ 25 h 129"/>
                  <a:gd name="T10" fmla="*/ 117 w 157"/>
                  <a:gd name="T11" fmla="*/ 17 h 129"/>
                  <a:gd name="T12" fmla="*/ 75 w 157"/>
                  <a:gd name="T13" fmla="*/ 0 h 129"/>
                  <a:gd name="T14" fmla="*/ 71 w 157"/>
                  <a:gd name="T15" fmla="*/ 0 h 129"/>
                  <a:gd name="T16" fmla="*/ 67 w 157"/>
                  <a:gd name="T17" fmla="*/ 2 h 129"/>
                  <a:gd name="T18" fmla="*/ 52 w 157"/>
                  <a:gd name="T19" fmla="*/ 23 h 129"/>
                  <a:gd name="T20" fmla="*/ 44 w 157"/>
                  <a:gd name="T21" fmla="*/ 33 h 129"/>
                  <a:gd name="T22" fmla="*/ 35 w 157"/>
                  <a:gd name="T23" fmla="*/ 42 h 129"/>
                  <a:gd name="T24" fmla="*/ 4 w 157"/>
                  <a:gd name="T25" fmla="*/ 65 h 129"/>
                  <a:gd name="T26" fmla="*/ 0 w 157"/>
                  <a:gd name="T27" fmla="*/ 71 h 129"/>
                  <a:gd name="T28" fmla="*/ 0 w 157"/>
                  <a:gd name="T29" fmla="*/ 77 h 129"/>
                  <a:gd name="T30" fmla="*/ 8 w 157"/>
                  <a:gd name="T31" fmla="*/ 88 h 129"/>
                  <a:gd name="T32" fmla="*/ 10 w 157"/>
                  <a:gd name="T33" fmla="*/ 90 h 129"/>
                  <a:gd name="T34" fmla="*/ 12 w 157"/>
                  <a:gd name="T35" fmla="*/ 92 h 129"/>
                  <a:gd name="T36" fmla="*/ 17 w 157"/>
                  <a:gd name="T37" fmla="*/ 92 h 129"/>
                  <a:gd name="T38" fmla="*/ 29 w 157"/>
                  <a:gd name="T39" fmla="*/ 107 h 129"/>
                  <a:gd name="T40" fmla="*/ 44 w 157"/>
                  <a:gd name="T41" fmla="*/ 119 h 129"/>
                  <a:gd name="T42" fmla="*/ 56 w 157"/>
                  <a:gd name="T43" fmla="*/ 129 h 129"/>
                  <a:gd name="T44" fmla="*/ 65 w 157"/>
                  <a:gd name="T45" fmla="*/ 127 h 129"/>
                  <a:gd name="T46" fmla="*/ 75 w 157"/>
                  <a:gd name="T47" fmla="*/ 125 h 129"/>
                  <a:gd name="T48" fmla="*/ 79 w 157"/>
                  <a:gd name="T49" fmla="*/ 123 h 129"/>
                  <a:gd name="T50" fmla="*/ 79 w 157"/>
                  <a:gd name="T51" fmla="*/ 121 h 129"/>
                  <a:gd name="T52" fmla="*/ 77 w 157"/>
                  <a:gd name="T53" fmla="*/ 121 h 129"/>
                  <a:gd name="T54" fmla="*/ 69 w 157"/>
                  <a:gd name="T55" fmla="*/ 111 h 129"/>
                  <a:gd name="T56" fmla="*/ 56 w 157"/>
                  <a:gd name="T57" fmla="*/ 96 h 129"/>
                  <a:gd name="T58" fmla="*/ 40 w 157"/>
                  <a:gd name="T59" fmla="*/ 82 h 129"/>
                  <a:gd name="T60" fmla="*/ 40 w 157"/>
                  <a:gd name="T61" fmla="*/ 67 h 129"/>
                  <a:gd name="T62" fmla="*/ 58 w 157"/>
                  <a:gd name="T63" fmla="*/ 54 h 129"/>
                  <a:gd name="T64" fmla="*/ 71 w 157"/>
                  <a:gd name="T65" fmla="*/ 36 h 129"/>
                  <a:gd name="T66" fmla="*/ 94 w 157"/>
                  <a:gd name="T67" fmla="*/ 31 h 129"/>
                  <a:gd name="T68" fmla="*/ 111 w 157"/>
                  <a:gd name="T69" fmla="*/ 44 h 129"/>
                  <a:gd name="T70" fmla="*/ 127 w 157"/>
                  <a:gd name="T71" fmla="*/ 59 h 129"/>
                  <a:gd name="T72" fmla="*/ 119 w 157"/>
                  <a:gd name="T73" fmla="*/ 77 h 129"/>
                  <a:gd name="T74" fmla="*/ 102 w 157"/>
                  <a:gd name="T75" fmla="*/ 96 h 129"/>
                  <a:gd name="T76" fmla="*/ 84 w 157"/>
                  <a:gd name="T77" fmla="*/ 117 h 129"/>
                  <a:gd name="T78" fmla="*/ 83 w 157"/>
                  <a:gd name="T79" fmla="*/ 125 h 129"/>
                  <a:gd name="T80" fmla="*/ 96 w 157"/>
                  <a:gd name="T81" fmla="*/ 123 h 129"/>
                  <a:gd name="T82" fmla="*/ 107 w 157"/>
                  <a:gd name="T83" fmla="*/ 121 h 129"/>
                  <a:gd name="T84" fmla="*/ 119 w 157"/>
                  <a:gd name="T85" fmla="*/ 115 h 129"/>
                  <a:gd name="T86" fmla="*/ 129 w 157"/>
                  <a:gd name="T87" fmla="*/ 106 h 129"/>
                  <a:gd name="T88" fmla="*/ 134 w 157"/>
                  <a:gd name="T89" fmla="*/ 94 h 129"/>
                  <a:gd name="T90" fmla="*/ 155 w 157"/>
                  <a:gd name="T91" fmla="*/ 69 h 129"/>
                  <a:gd name="T92" fmla="*/ 157 w 157"/>
                  <a:gd name="T93" fmla="*/ 65 h 129"/>
                  <a:gd name="T94" fmla="*/ 155 w 157"/>
                  <a:gd name="T95" fmla="*/ 6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7" h="129">
                    <a:moveTo>
                      <a:pt x="155" y="61"/>
                    </a:moveTo>
                    <a:lnTo>
                      <a:pt x="155" y="52"/>
                    </a:lnTo>
                    <a:lnTo>
                      <a:pt x="153" y="52"/>
                    </a:lnTo>
                    <a:lnTo>
                      <a:pt x="153" y="50"/>
                    </a:lnTo>
                    <a:lnTo>
                      <a:pt x="153" y="48"/>
                    </a:lnTo>
                    <a:lnTo>
                      <a:pt x="152" y="48"/>
                    </a:lnTo>
                    <a:lnTo>
                      <a:pt x="152" y="46"/>
                    </a:lnTo>
                    <a:lnTo>
                      <a:pt x="150" y="44"/>
                    </a:lnTo>
                    <a:lnTo>
                      <a:pt x="148" y="44"/>
                    </a:lnTo>
                    <a:lnTo>
                      <a:pt x="148" y="44"/>
                    </a:lnTo>
                    <a:lnTo>
                      <a:pt x="132" y="33"/>
                    </a:lnTo>
                    <a:lnTo>
                      <a:pt x="130" y="31"/>
                    </a:lnTo>
                    <a:lnTo>
                      <a:pt x="127" y="29"/>
                    </a:lnTo>
                    <a:lnTo>
                      <a:pt x="125" y="27"/>
                    </a:lnTo>
                    <a:lnTo>
                      <a:pt x="123" y="25"/>
                    </a:lnTo>
                    <a:lnTo>
                      <a:pt x="121" y="23"/>
                    </a:lnTo>
                    <a:lnTo>
                      <a:pt x="119" y="19"/>
                    </a:lnTo>
                    <a:lnTo>
                      <a:pt x="117" y="17"/>
                    </a:lnTo>
                    <a:lnTo>
                      <a:pt x="115" y="15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69" y="0"/>
                    </a:lnTo>
                    <a:lnTo>
                      <a:pt x="69" y="2"/>
                    </a:lnTo>
                    <a:lnTo>
                      <a:pt x="67" y="2"/>
                    </a:lnTo>
                    <a:lnTo>
                      <a:pt x="67" y="4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0" y="27"/>
                    </a:lnTo>
                    <a:lnTo>
                      <a:pt x="46" y="31"/>
                    </a:lnTo>
                    <a:lnTo>
                      <a:pt x="44" y="33"/>
                    </a:lnTo>
                    <a:lnTo>
                      <a:pt x="40" y="36"/>
                    </a:lnTo>
                    <a:lnTo>
                      <a:pt x="39" y="40"/>
                    </a:lnTo>
                    <a:lnTo>
                      <a:pt x="35" y="42"/>
                    </a:lnTo>
                    <a:lnTo>
                      <a:pt x="31" y="44"/>
                    </a:lnTo>
                    <a:lnTo>
                      <a:pt x="25" y="48"/>
                    </a:lnTo>
                    <a:lnTo>
                      <a:pt x="4" y="65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8" y="88"/>
                    </a:lnTo>
                    <a:lnTo>
                      <a:pt x="10" y="88"/>
                    </a:lnTo>
                    <a:lnTo>
                      <a:pt x="10" y="90"/>
                    </a:lnTo>
                    <a:lnTo>
                      <a:pt x="10" y="90"/>
                    </a:lnTo>
                    <a:lnTo>
                      <a:pt x="12" y="90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17" y="92"/>
                    </a:lnTo>
                    <a:lnTo>
                      <a:pt x="21" y="98"/>
                    </a:lnTo>
                    <a:lnTo>
                      <a:pt x="25" y="104"/>
                    </a:lnTo>
                    <a:lnTo>
                      <a:pt x="29" y="107"/>
                    </a:lnTo>
                    <a:lnTo>
                      <a:pt x="35" y="111"/>
                    </a:lnTo>
                    <a:lnTo>
                      <a:pt x="39" y="115"/>
                    </a:lnTo>
                    <a:lnTo>
                      <a:pt x="44" y="119"/>
                    </a:lnTo>
                    <a:lnTo>
                      <a:pt x="48" y="125"/>
                    </a:lnTo>
                    <a:lnTo>
                      <a:pt x="54" y="129"/>
                    </a:lnTo>
                    <a:lnTo>
                      <a:pt x="56" y="129"/>
                    </a:lnTo>
                    <a:lnTo>
                      <a:pt x="60" y="127"/>
                    </a:lnTo>
                    <a:lnTo>
                      <a:pt x="63" y="127"/>
                    </a:lnTo>
                    <a:lnTo>
                      <a:pt x="65" y="127"/>
                    </a:lnTo>
                    <a:lnTo>
                      <a:pt x="69" y="127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3" y="115"/>
                    </a:lnTo>
                    <a:lnTo>
                      <a:pt x="69" y="111"/>
                    </a:lnTo>
                    <a:lnTo>
                      <a:pt x="63" y="106"/>
                    </a:lnTo>
                    <a:lnTo>
                      <a:pt x="60" y="102"/>
                    </a:lnTo>
                    <a:lnTo>
                      <a:pt x="56" y="96"/>
                    </a:lnTo>
                    <a:lnTo>
                      <a:pt x="50" y="92"/>
                    </a:lnTo>
                    <a:lnTo>
                      <a:pt x="46" y="88"/>
                    </a:lnTo>
                    <a:lnTo>
                      <a:pt x="40" y="82"/>
                    </a:lnTo>
                    <a:lnTo>
                      <a:pt x="27" y="73"/>
                    </a:lnTo>
                    <a:lnTo>
                      <a:pt x="35" y="71"/>
                    </a:lnTo>
                    <a:lnTo>
                      <a:pt x="40" y="67"/>
                    </a:lnTo>
                    <a:lnTo>
                      <a:pt x="46" y="63"/>
                    </a:lnTo>
                    <a:lnTo>
                      <a:pt x="52" y="59"/>
                    </a:lnTo>
                    <a:lnTo>
                      <a:pt x="58" y="54"/>
                    </a:lnTo>
                    <a:lnTo>
                      <a:pt x="62" y="50"/>
                    </a:lnTo>
                    <a:lnTo>
                      <a:pt x="67" y="44"/>
                    </a:lnTo>
                    <a:lnTo>
                      <a:pt x="71" y="36"/>
                    </a:lnTo>
                    <a:lnTo>
                      <a:pt x="83" y="23"/>
                    </a:lnTo>
                    <a:lnTo>
                      <a:pt x="88" y="27"/>
                    </a:lnTo>
                    <a:lnTo>
                      <a:pt x="94" y="31"/>
                    </a:lnTo>
                    <a:lnTo>
                      <a:pt x="100" y="34"/>
                    </a:lnTo>
                    <a:lnTo>
                      <a:pt x="106" y="40"/>
                    </a:lnTo>
                    <a:lnTo>
                      <a:pt x="111" y="44"/>
                    </a:lnTo>
                    <a:lnTo>
                      <a:pt x="115" y="50"/>
                    </a:lnTo>
                    <a:lnTo>
                      <a:pt x="121" y="54"/>
                    </a:lnTo>
                    <a:lnTo>
                      <a:pt x="127" y="59"/>
                    </a:lnTo>
                    <a:lnTo>
                      <a:pt x="130" y="61"/>
                    </a:lnTo>
                    <a:lnTo>
                      <a:pt x="123" y="69"/>
                    </a:lnTo>
                    <a:lnTo>
                      <a:pt x="119" y="77"/>
                    </a:lnTo>
                    <a:lnTo>
                      <a:pt x="113" y="84"/>
                    </a:lnTo>
                    <a:lnTo>
                      <a:pt x="107" y="90"/>
                    </a:lnTo>
                    <a:lnTo>
                      <a:pt x="102" y="96"/>
                    </a:lnTo>
                    <a:lnTo>
                      <a:pt x="96" y="104"/>
                    </a:lnTo>
                    <a:lnTo>
                      <a:pt x="90" y="109"/>
                    </a:lnTo>
                    <a:lnTo>
                      <a:pt x="84" y="117"/>
                    </a:lnTo>
                    <a:lnTo>
                      <a:pt x="79" y="123"/>
                    </a:lnTo>
                    <a:lnTo>
                      <a:pt x="79" y="125"/>
                    </a:lnTo>
                    <a:lnTo>
                      <a:pt x="83" y="125"/>
                    </a:lnTo>
                    <a:lnTo>
                      <a:pt x="86" y="125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0" y="123"/>
                    </a:lnTo>
                    <a:lnTo>
                      <a:pt x="104" y="123"/>
                    </a:lnTo>
                    <a:lnTo>
                      <a:pt x="107" y="121"/>
                    </a:lnTo>
                    <a:lnTo>
                      <a:pt x="111" y="121"/>
                    </a:lnTo>
                    <a:lnTo>
                      <a:pt x="115" y="117"/>
                    </a:lnTo>
                    <a:lnTo>
                      <a:pt x="119" y="115"/>
                    </a:lnTo>
                    <a:lnTo>
                      <a:pt x="121" y="111"/>
                    </a:lnTo>
                    <a:lnTo>
                      <a:pt x="125" y="109"/>
                    </a:lnTo>
                    <a:lnTo>
                      <a:pt x="129" y="106"/>
                    </a:lnTo>
                    <a:lnTo>
                      <a:pt x="130" y="102"/>
                    </a:lnTo>
                    <a:lnTo>
                      <a:pt x="132" y="98"/>
                    </a:lnTo>
                    <a:lnTo>
                      <a:pt x="134" y="94"/>
                    </a:lnTo>
                    <a:lnTo>
                      <a:pt x="153" y="71"/>
                    </a:lnTo>
                    <a:lnTo>
                      <a:pt x="155" y="69"/>
                    </a:lnTo>
                    <a:lnTo>
                      <a:pt x="155" y="69"/>
                    </a:lnTo>
                    <a:lnTo>
                      <a:pt x="155" y="67"/>
                    </a:lnTo>
                    <a:lnTo>
                      <a:pt x="155" y="65"/>
                    </a:lnTo>
                    <a:lnTo>
                      <a:pt x="157" y="65"/>
                    </a:lnTo>
                    <a:lnTo>
                      <a:pt x="157" y="63"/>
                    </a:lnTo>
                    <a:lnTo>
                      <a:pt x="157" y="61"/>
                    </a:lnTo>
                    <a:lnTo>
                      <a:pt x="155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Freeform 27"/>
              <p:cNvSpPr>
                <a:spLocks/>
              </p:cNvSpPr>
              <p:nvPr/>
            </p:nvSpPr>
            <p:spPr bwMode="auto">
              <a:xfrm>
                <a:off x="793" y="1320"/>
                <a:ext cx="519" cy="258"/>
              </a:xfrm>
              <a:custGeom>
                <a:avLst/>
                <a:gdLst>
                  <a:gd name="T0" fmla="*/ 467 w 519"/>
                  <a:gd name="T1" fmla="*/ 33 h 258"/>
                  <a:gd name="T2" fmla="*/ 485 w 519"/>
                  <a:gd name="T3" fmla="*/ 81 h 258"/>
                  <a:gd name="T4" fmla="*/ 492 w 519"/>
                  <a:gd name="T5" fmla="*/ 158 h 258"/>
                  <a:gd name="T6" fmla="*/ 494 w 519"/>
                  <a:gd name="T7" fmla="*/ 233 h 258"/>
                  <a:gd name="T8" fmla="*/ 27 w 519"/>
                  <a:gd name="T9" fmla="*/ 71 h 258"/>
                  <a:gd name="T10" fmla="*/ 34 w 519"/>
                  <a:gd name="T11" fmla="*/ 58 h 258"/>
                  <a:gd name="T12" fmla="*/ 46 w 519"/>
                  <a:gd name="T13" fmla="*/ 46 h 258"/>
                  <a:gd name="T14" fmla="*/ 107 w 519"/>
                  <a:gd name="T15" fmla="*/ 35 h 258"/>
                  <a:gd name="T16" fmla="*/ 259 w 519"/>
                  <a:gd name="T17" fmla="*/ 23 h 258"/>
                  <a:gd name="T18" fmla="*/ 410 w 519"/>
                  <a:gd name="T19" fmla="*/ 29 h 258"/>
                  <a:gd name="T20" fmla="*/ 477 w 519"/>
                  <a:gd name="T21" fmla="*/ 12 h 258"/>
                  <a:gd name="T22" fmla="*/ 473 w 519"/>
                  <a:gd name="T23" fmla="*/ 10 h 258"/>
                  <a:gd name="T24" fmla="*/ 471 w 519"/>
                  <a:gd name="T25" fmla="*/ 10 h 258"/>
                  <a:gd name="T26" fmla="*/ 454 w 519"/>
                  <a:gd name="T27" fmla="*/ 10 h 258"/>
                  <a:gd name="T28" fmla="*/ 444 w 519"/>
                  <a:gd name="T29" fmla="*/ 8 h 258"/>
                  <a:gd name="T30" fmla="*/ 437 w 519"/>
                  <a:gd name="T31" fmla="*/ 8 h 258"/>
                  <a:gd name="T32" fmla="*/ 425 w 519"/>
                  <a:gd name="T33" fmla="*/ 6 h 258"/>
                  <a:gd name="T34" fmla="*/ 408 w 519"/>
                  <a:gd name="T35" fmla="*/ 4 h 258"/>
                  <a:gd name="T36" fmla="*/ 391 w 519"/>
                  <a:gd name="T37" fmla="*/ 4 h 258"/>
                  <a:gd name="T38" fmla="*/ 327 w 519"/>
                  <a:gd name="T39" fmla="*/ 0 h 258"/>
                  <a:gd name="T40" fmla="*/ 239 w 519"/>
                  <a:gd name="T41" fmla="*/ 0 h 258"/>
                  <a:gd name="T42" fmla="*/ 151 w 519"/>
                  <a:gd name="T43" fmla="*/ 6 h 258"/>
                  <a:gd name="T44" fmla="*/ 130 w 519"/>
                  <a:gd name="T45" fmla="*/ 8 h 258"/>
                  <a:gd name="T46" fmla="*/ 107 w 519"/>
                  <a:gd name="T47" fmla="*/ 12 h 258"/>
                  <a:gd name="T48" fmla="*/ 88 w 519"/>
                  <a:gd name="T49" fmla="*/ 14 h 258"/>
                  <a:gd name="T50" fmla="*/ 73 w 519"/>
                  <a:gd name="T51" fmla="*/ 17 h 258"/>
                  <a:gd name="T52" fmla="*/ 57 w 519"/>
                  <a:gd name="T53" fmla="*/ 19 h 258"/>
                  <a:gd name="T54" fmla="*/ 40 w 519"/>
                  <a:gd name="T55" fmla="*/ 25 h 258"/>
                  <a:gd name="T56" fmla="*/ 25 w 519"/>
                  <a:gd name="T57" fmla="*/ 35 h 258"/>
                  <a:gd name="T58" fmla="*/ 13 w 519"/>
                  <a:gd name="T59" fmla="*/ 50 h 258"/>
                  <a:gd name="T60" fmla="*/ 0 w 519"/>
                  <a:gd name="T61" fmla="*/ 67 h 258"/>
                  <a:gd name="T62" fmla="*/ 0 w 519"/>
                  <a:gd name="T63" fmla="*/ 71 h 258"/>
                  <a:gd name="T64" fmla="*/ 0 w 519"/>
                  <a:gd name="T65" fmla="*/ 73 h 258"/>
                  <a:gd name="T66" fmla="*/ 0 w 519"/>
                  <a:gd name="T67" fmla="*/ 244 h 258"/>
                  <a:gd name="T68" fmla="*/ 2 w 519"/>
                  <a:gd name="T69" fmla="*/ 248 h 258"/>
                  <a:gd name="T70" fmla="*/ 4 w 519"/>
                  <a:gd name="T71" fmla="*/ 250 h 258"/>
                  <a:gd name="T72" fmla="*/ 6 w 519"/>
                  <a:gd name="T73" fmla="*/ 254 h 258"/>
                  <a:gd name="T74" fmla="*/ 10 w 519"/>
                  <a:gd name="T75" fmla="*/ 256 h 258"/>
                  <a:gd name="T76" fmla="*/ 473 w 519"/>
                  <a:gd name="T77" fmla="*/ 258 h 258"/>
                  <a:gd name="T78" fmla="*/ 509 w 519"/>
                  <a:gd name="T79" fmla="*/ 256 h 258"/>
                  <a:gd name="T80" fmla="*/ 515 w 519"/>
                  <a:gd name="T81" fmla="*/ 254 h 258"/>
                  <a:gd name="T82" fmla="*/ 519 w 519"/>
                  <a:gd name="T83" fmla="*/ 248 h 258"/>
                  <a:gd name="T84" fmla="*/ 519 w 519"/>
                  <a:gd name="T85" fmla="*/ 227 h 258"/>
                  <a:gd name="T86" fmla="*/ 515 w 519"/>
                  <a:gd name="T87" fmla="*/ 156 h 258"/>
                  <a:gd name="T88" fmla="*/ 509 w 519"/>
                  <a:gd name="T89" fmla="*/ 87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19" h="258">
                    <a:moveTo>
                      <a:pt x="500" y="40"/>
                    </a:moveTo>
                    <a:lnTo>
                      <a:pt x="477" y="12"/>
                    </a:lnTo>
                    <a:lnTo>
                      <a:pt x="467" y="33"/>
                    </a:lnTo>
                    <a:lnTo>
                      <a:pt x="469" y="35"/>
                    </a:lnTo>
                    <a:lnTo>
                      <a:pt x="479" y="58"/>
                    </a:lnTo>
                    <a:lnTo>
                      <a:pt x="485" y="81"/>
                    </a:lnTo>
                    <a:lnTo>
                      <a:pt x="488" y="106"/>
                    </a:lnTo>
                    <a:lnTo>
                      <a:pt x="490" y="131"/>
                    </a:lnTo>
                    <a:lnTo>
                      <a:pt x="492" y="158"/>
                    </a:lnTo>
                    <a:lnTo>
                      <a:pt x="492" y="183"/>
                    </a:lnTo>
                    <a:lnTo>
                      <a:pt x="492" y="208"/>
                    </a:lnTo>
                    <a:lnTo>
                      <a:pt x="494" y="233"/>
                    </a:lnTo>
                    <a:lnTo>
                      <a:pt x="25" y="233"/>
                    </a:lnTo>
                    <a:lnTo>
                      <a:pt x="25" y="77"/>
                    </a:lnTo>
                    <a:lnTo>
                      <a:pt x="27" y="71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4" y="58"/>
                    </a:lnTo>
                    <a:lnTo>
                      <a:pt x="36" y="54"/>
                    </a:lnTo>
                    <a:lnTo>
                      <a:pt x="40" y="50"/>
                    </a:lnTo>
                    <a:lnTo>
                      <a:pt x="46" y="46"/>
                    </a:lnTo>
                    <a:lnTo>
                      <a:pt x="50" y="44"/>
                    </a:lnTo>
                    <a:lnTo>
                      <a:pt x="56" y="42"/>
                    </a:lnTo>
                    <a:lnTo>
                      <a:pt x="107" y="35"/>
                    </a:lnTo>
                    <a:lnTo>
                      <a:pt x="157" y="29"/>
                    </a:lnTo>
                    <a:lnTo>
                      <a:pt x="209" y="25"/>
                    </a:lnTo>
                    <a:lnTo>
                      <a:pt x="259" y="23"/>
                    </a:lnTo>
                    <a:lnTo>
                      <a:pt x="310" y="23"/>
                    </a:lnTo>
                    <a:lnTo>
                      <a:pt x="360" y="25"/>
                    </a:lnTo>
                    <a:lnTo>
                      <a:pt x="410" y="29"/>
                    </a:lnTo>
                    <a:lnTo>
                      <a:pt x="462" y="33"/>
                    </a:lnTo>
                    <a:lnTo>
                      <a:pt x="467" y="33"/>
                    </a:lnTo>
                    <a:lnTo>
                      <a:pt x="477" y="12"/>
                    </a:lnTo>
                    <a:lnTo>
                      <a:pt x="475" y="12"/>
                    </a:lnTo>
                    <a:lnTo>
                      <a:pt x="475" y="10"/>
                    </a:lnTo>
                    <a:lnTo>
                      <a:pt x="473" y="10"/>
                    </a:lnTo>
                    <a:lnTo>
                      <a:pt x="473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69" y="10"/>
                    </a:lnTo>
                    <a:lnTo>
                      <a:pt x="454" y="10"/>
                    </a:lnTo>
                    <a:lnTo>
                      <a:pt x="450" y="10"/>
                    </a:lnTo>
                    <a:lnTo>
                      <a:pt x="448" y="8"/>
                    </a:lnTo>
                    <a:lnTo>
                      <a:pt x="444" y="8"/>
                    </a:lnTo>
                    <a:lnTo>
                      <a:pt x="442" y="8"/>
                    </a:lnTo>
                    <a:lnTo>
                      <a:pt x="439" y="8"/>
                    </a:lnTo>
                    <a:lnTo>
                      <a:pt x="437" y="8"/>
                    </a:lnTo>
                    <a:lnTo>
                      <a:pt x="435" y="8"/>
                    </a:lnTo>
                    <a:lnTo>
                      <a:pt x="431" y="8"/>
                    </a:lnTo>
                    <a:lnTo>
                      <a:pt x="425" y="6"/>
                    </a:lnTo>
                    <a:lnTo>
                      <a:pt x="419" y="6"/>
                    </a:lnTo>
                    <a:lnTo>
                      <a:pt x="414" y="6"/>
                    </a:lnTo>
                    <a:lnTo>
                      <a:pt x="408" y="4"/>
                    </a:lnTo>
                    <a:lnTo>
                      <a:pt x="402" y="4"/>
                    </a:lnTo>
                    <a:lnTo>
                      <a:pt x="396" y="4"/>
                    </a:lnTo>
                    <a:lnTo>
                      <a:pt x="391" y="4"/>
                    </a:lnTo>
                    <a:lnTo>
                      <a:pt x="385" y="2"/>
                    </a:lnTo>
                    <a:lnTo>
                      <a:pt x="356" y="2"/>
                    </a:lnTo>
                    <a:lnTo>
                      <a:pt x="327" y="0"/>
                    </a:lnTo>
                    <a:lnTo>
                      <a:pt x="297" y="0"/>
                    </a:lnTo>
                    <a:lnTo>
                      <a:pt x="268" y="0"/>
                    </a:lnTo>
                    <a:lnTo>
                      <a:pt x="239" y="0"/>
                    </a:lnTo>
                    <a:lnTo>
                      <a:pt x="211" y="2"/>
                    </a:lnTo>
                    <a:lnTo>
                      <a:pt x="182" y="4"/>
                    </a:lnTo>
                    <a:lnTo>
                      <a:pt x="151" y="6"/>
                    </a:lnTo>
                    <a:lnTo>
                      <a:pt x="146" y="6"/>
                    </a:lnTo>
                    <a:lnTo>
                      <a:pt x="138" y="8"/>
                    </a:lnTo>
                    <a:lnTo>
                      <a:pt x="130" y="8"/>
                    </a:lnTo>
                    <a:lnTo>
                      <a:pt x="123" y="10"/>
                    </a:lnTo>
                    <a:lnTo>
                      <a:pt x="115" y="10"/>
                    </a:lnTo>
                    <a:lnTo>
                      <a:pt x="107" y="12"/>
                    </a:lnTo>
                    <a:lnTo>
                      <a:pt x="100" y="12"/>
                    </a:lnTo>
                    <a:lnTo>
                      <a:pt x="94" y="14"/>
                    </a:lnTo>
                    <a:lnTo>
                      <a:pt x="88" y="14"/>
                    </a:lnTo>
                    <a:lnTo>
                      <a:pt x="82" y="15"/>
                    </a:lnTo>
                    <a:lnTo>
                      <a:pt x="77" y="15"/>
                    </a:lnTo>
                    <a:lnTo>
                      <a:pt x="73" y="17"/>
                    </a:lnTo>
                    <a:lnTo>
                      <a:pt x="67" y="17"/>
                    </a:lnTo>
                    <a:lnTo>
                      <a:pt x="61" y="19"/>
                    </a:lnTo>
                    <a:lnTo>
                      <a:pt x="57" y="19"/>
                    </a:lnTo>
                    <a:lnTo>
                      <a:pt x="52" y="21"/>
                    </a:lnTo>
                    <a:lnTo>
                      <a:pt x="46" y="21"/>
                    </a:lnTo>
                    <a:lnTo>
                      <a:pt x="40" y="25"/>
                    </a:lnTo>
                    <a:lnTo>
                      <a:pt x="34" y="27"/>
                    </a:lnTo>
                    <a:lnTo>
                      <a:pt x="31" y="31"/>
                    </a:lnTo>
                    <a:lnTo>
                      <a:pt x="25" y="35"/>
                    </a:lnTo>
                    <a:lnTo>
                      <a:pt x="21" y="40"/>
                    </a:lnTo>
                    <a:lnTo>
                      <a:pt x="17" y="44"/>
                    </a:lnTo>
                    <a:lnTo>
                      <a:pt x="13" y="50"/>
                    </a:lnTo>
                    <a:lnTo>
                      <a:pt x="2" y="67"/>
                    </a:lnTo>
                    <a:lnTo>
                      <a:pt x="2" y="67"/>
                    </a:lnTo>
                    <a:lnTo>
                      <a:pt x="0" y="67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242"/>
                    </a:lnTo>
                    <a:lnTo>
                      <a:pt x="0" y="242"/>
                    </a:lnTo>
                    <a:lnTo>
                      <a:pt x="0" y="244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48"/>
                    </a:lnTo>
                    <a:lnTo>
                      <a:pt x="2" y="248"/>
                    </a:lnTo>
                    <a:lnTo>
                      <a:pt x="2" y="250"/>
                    </a:lnTo>
                    <a:lnTo>
                      <a:pt x="4" y="250"/>
                    </a:lnTo>
                    <a:lnTo>
                      <a:pt x="4" y="252"/>
                    </a:lnTo>
                    <a:lnTo>
                      <a:pt x="4" y="252"/>
                    </a:lnTo>
                    <a:lnTo>
                      <a:pt x="6" y="254"/>
                    </a:lnTo>
                    <a:lnTo>
                      <a:pt x="8" y="256"/>
                    </a:lnTo>
                    <a:lnTo>
                      <a:pt x="10" y="256"/>
                    </a:lnTo>
                    <a:lnTo>
                      <a:pt x="10" y="256"/>
                    </a:lnTo>
                    <a:lnTo>
                      <a:pt x="11" y="258"/>
                    </a:lnTo>
                    <a:lnTo>
                      <a:pt x="13" y="258"/>
                    </a:lnTo>
                    <a:lnTo>
                      <a:pt x="473" y="258"/>
                    </a:lnTo>
                    <a:lnTo>
                      <a:pt x="483" y="258"/>
                    </a:lnTo>
                    <a:lnTo>
                      <a:pt x="506" y="256"/>
                    </a:lnTo>
                    <a:lnTo>
                      <a:pt x="509" y="256"/>
                    </a:lnTo>
                    <a:lnTo>
                      <a:pt x="511" y="256"/>
                    </a:lnTo>
                    <a:lnTo>
                      <a:pt x="513" y="254"/>
                    </a:lnTo>
                    <a:lnTo>
                      <a:pt x="515" y="254"/>
                    </a:lnTo>
                    <a:lnTo>
                      <a:pt x="515" y="252"/>
                    </a:lnTo>
                    <a:lnTo>
                      <a:pt x="517" y="250"/>
                    </a:lnTo>
                    <a:lnTo>
                      <a:pt x="519" y="248"/>
                    </a:lnTo>
                    <a:lnTo>
                      <a:pt x="519" y="246"/>
                    </a:lnTo>
                    <a:lnTo>
                      <a:pt x="519" y="244"/>
                    </a:lnTo>
                    <a:lnTo>
                      <a:pt x="519" y="227"/>
                    </a:lnTo>
                    <a:lnTo>
                      <a:pt x="517" y="204"/>
                    </a:lnTo>
                    <a:lnTo>
                      <a:pt x="517" y="181"/>
                    </a:lnTo>
                    <a:lnTo>
                      <a:pt x="515" y="156"/>
                    </a:lnTo>
                    <a:lnTo>
                      <a:pt x="513" y="133"/>
                    </a:lnTo>
                    <a:lnTo>
                      <a:pt x="511" y="110"/>
                    </a:lnTo>
                    <a:lnTo>
                      <a:pt x="509" y="87"/>
                    </a:lnTo>
                    <a:lnTo>
                      <a:pt x="506" y="64"/>
                    </a:lnTo>
                    <a:lnTo>
                      <a:pt x="50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53" name="그룹 52"/>
          <p:cNvGrpSpPr/>
          <p:nvPr/>
        </p:nvGrpSpPr>
        <p:grpSpPr>
          <a:xfrm>
            <a:off x="6444208" y="1332727"/>
            <a:ext cx="1760722" cy="701825"/>
            <a:chOff x="1258888" y="1906591"/>
            <a:chExt cx="1760722" cy="701825"/>
          </a:xfrm>
        </p:grpSpPr>
        <p:pic>
          <p:nvPicPr>
            <p:cNvPr id="54" name="Picture 4" descr="C:\Users\JDS\AppData\Local\Microsoft\Windows\Temporary Internet Files\Content.IE5\7UQK8NHM\MC90022804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1909814"/>
              <a:ext cx="823874" cy="69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5" name="Group 7"/>
            <p:cNvGrpSpPr>
              <a:grpSpLocks noChangeAspect="1"/>
            </p:cNvGrpSpPr>
            <p:nvPr/>
          </p:nvGrpSpPr>
          <p:grpSpPr bwMode="auto">
            <a:xfrm>
              <a:off x="1258888" y="1906591"/>
              <a:ext cx="823912" cy="698501"/>
              <a:chOff x="793" y="1201"/>
              <a:chExt cx="519" cy="440"/>
            </a:xfrm>
          </p:grpSpPr>
          <p:sp>
            <p:nvSpPr>
              <p:cNvPr id="56" name="AutoShape 6"/>
              <p:cNvSpPr>
                <a:spLocks noChangeAspect="1" noChangeArrowheads="1" noTextEdit="1"/>
              </p:cNvSpPr>
              <p:nvPr/>
            </p:nvSpPr>
            <p:spPr bwMode="auto">
              <a:xfrm>
                <a:off x="793" y="1201"/>
                <a:ext cx="519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8"/>
              <p:cNvSpPr>
                <a:spLocks/>
              </p:cNvSpPr>
              <p:nvPr/>
            </p:nvSpPr>
            <p:spPr bwMode="auto">
              <a:xfrm>
                <a:off x="860" y="1228"/>
                <a:ext cx="103" cy="100"/>
              </a:xfrm>
              <a:custGeom>
                <a:avLst/>
                <a:gdLst>
                  <a:gd name="T0" fmla="*/ 103 w 103"/>
                  <a:gd name="T1" fmla="*/ 38 h 100"/>
                  <a:gd name="T2" fmla="*/ 100 w 103"/>
                  <a:gd name="T3" fmla="*/ 36 h 100"/>
                  <a:gd name="T4" fmla="*/ 94 w 103"/>
                  <a:gd name="T5" fmla="*/ 31 h 100"/>
                  <a:gd name="T6" fmla="*/ 88 w 103"/>
                  <a:gd name="T7" fmla="*/ 27 h 100"/>
                  <a:gd name="T8" fmla="*/ 84 w 103"/>
                  <a:gd name="T9" fmla="*/ 21 h 100"/>
                  <a:gd name="T10" fmla="*/ 79 w 103"/>
                  <a:gd name="T11" fmla="*/ 17 h 100"/>
                  <a:gd name="T12" fmla="*/ 73 w 103"/>
                  <a:gd name="T13" fmla="*/ 11 h 100"/>
                  <a:gd name="T14" fmla="*/ 67 w 103"/>
                  <a:gd name="T15" fmla="*/ 8 h 100"/>
                  <a:gd name="T16" fmla="*/ 61 w 103"/>
                  <a:gd name="T17" fmla="*/ 4 h 100"/>
                  <a:gd name="T18" fmla="*/ 56 w 103"/>
                  <a:gd name="T19" fmla="*/ 0 h 100"/>
                  <a:gd name="T20" fmla="*/ 44 w 103"/>
                  <a:gd name="T21" fmla="*/ 13 h 100"/>
                  <a:gd name="T22" fmla="*/ 40 w 103"/>
                  <a:gd name="T23" fmla="*/ 21 h 100"/>
                  <a:gd name="T24" fmla="*/ 35 w 103"/>
                  <a:gd name="T25" fmla="*/ 27 h 100"/>
                  <a:gd name="T26" fmla="*/ 31 w 103"/>
                  <a:gd name="T27" fmla="*/ 31 h 100"/>
                  <a:gd name="T28" fmla="*/ 25 w 103"/>
                  <a:gd name="T29" fmla="*/ 36 h 100"/>
                  <a:gd name="T30" fmla="*/ 19 w 103"/>
                  <a:gd name="T31" fmla="*/ 40 h 100"/>
                  <a:gd name="T32" fmla="*/ 13 w 103"/>
                  <a:gd name="T33" fmla="*/ 44 h 100"/>
                  <a:gd name="T34" fmla="*/ 8 w 103"/>
                  <a:gd name="T35" fmla="*/ 48 h 100"/>
                  <a:gd name="T36" fmla="*/ 0 w 103"/>
                  <a:gd name="T37" fmla="*/ 50 h 100"/>
                  <a:gd name="T38" fmla="*/ 13 w 103"/>
                  <a:gd name="T39" fmla="*/ 59 h 100"/>
                  <a:gd name="T40" fmla="*/ 19 w 103"/>
                  <a:gd name="T41" fmla="*/ 65 h 100"/>
                  <a:gd name="T42" fmla="*/ 23 w 103"/>
                  <a:gd name="T43" fmla="*/ 69 h 100"/>
                  <a:gd name="T44" fmla="*/ 29 w 103"/>
                  <a:gd name="T45" fmla="*/ 73 h 100"/>
                  <a:gd name="T46" fmla="*/ 33 w 103"/>
                  <a:gd name="T47" fmla="*/ 79 h 100"/>
                  <a:gd name="T48" fmla="*/ 36 w 103"/>
                  <a:gd name="T49" fmla="*/ 83 h 100"/>
                  <a:gd name="T50" fmla="*/ 42 w 103"/>
                  <a:gd name="T51" fmla="*/ 88 h 100"/>
                  <a:gd name="T52" fmla="*/ 46 w 103"/>
                  <a:gd name="T53" fmla="*/ 92 h 100"/>
                  <a:gd name="T54" fmla="*/ 50 w 103"/>
                  <a:gd name="T55" fmla="*/ 98 h 100"/>
                  <a:gd name="T56" fmla="*/ 50 w 103"/>
                  <a:gd name="T57" fmla="*/ 98 h 100"/>
                  <a:gd name="T58" fmla="*/ 50 w 103"/>
                  <a:gd name="T59" fmla="*/ 98 h 100"/>
                  <a:gd name="T60" fmla="*/ 50 w 103"/>
                  <a:gd name="T61" fmla="*/ 98 h 100"/>
                  <a:gd name="T62" fmla="*/ 52 w 103"/>
                  <a:gd name="T63" fmla="*/ 98 h 100"/>
                  <a:gd name="T64" fmla="*/ 52 w 103"/>
                  <a:gd name="T65" fmla="*/ 100 h 100"/>
                  <a:gd name="T66" fmla="*/ 52 w 103"/>
                  <a:gd name="T67" fmla="*/ 100 h 100"/>
                  <a:gd name="T68" fmla="*/ 52 w 103"/>
                  <a:gd name="T69" fmla="*/ 100 h 100"/>
                  <a:gd name="T70" fmla="*/ 52 w 103"/>
                  <a:gd name="T71" fmla="*/ 100 h 100"/>
                  <a:gd name="T72" fmla="*/ 57 w 103"/>
                  <a:gd name="T73" fmla="*/ 94 h 100"/>
                  <a:gd name="T74" fmla="*/ 63 w 103"/>
                  <a:gd name="T75" fmla="*/ 86 h 100"/>
                  <a:gd name="T76" fmla="*/ 69 w 103"/>
                  <a:gd name="T77" fmla="*/ 81 h 100"/>
                  <a:gd name="T78" fmla="*/ 75 w 103"/>
                  <a:gd name="T79" fmla="*/ 73 h 100"/>
                  <a:gd name="T80" fmla="*/ 80 w 103"/>
                  <a:gd name="T81" fmla="*/ 67 h 100"/>
                  <a:gd name="T82" fmla="*/ 86 w 103"/>
                  <a:gd name="T83" fmla="*/ 61 h 100"/>
                  <a:gd name="T84" fmla="*/ 92 w 103"/>
                  <a:gd name="T85" fmla="*/ 54 h 100"/>
                  <a:gd name="T86" fmla="*/ 96 w 103"/>
                  <a:gd name="T87" fmla="*/ 46 h 100"/>
                  <a:gd name="T88" fmla="*/ 103 w 103"/>
                  <a:gd name="T89" fmla="*/ 3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3" h="100">
                    <a:moveTo>
                      <a:pt x="103" y="38"/>
                    </a:moveTo>
                    <a:lnTo>
                      <a:pt x="100" y="36"/>
                    </a:lnTo>
                    <a:lnTo>
                      <a:pt x="94" y="31"/>
                    </a:lnTo>
                    <a:lnTo>
                      <a:pt x="88" y="27"/>
                    </a:lnTo>
                    <a:lnTo>
                      <a:pt x="84" y="21"/>
                    </a:lnTo>
                    <a:lnTo>
                      <a:pt x="79" y="17"/>
                    </a:lnTo>
                    <a:lnTo>
                      <a:pt x="73" y="11"/>
                    </a:lnTo>
                    <a:lnTo>
                      <a:pt x="67" y="8"/>
                    </a:lnTo>
                    <a:lnTo>
                      <a:pt x="61" y="4"/>
                    </a:lnTo>
                    <a:lnTo>
                      <a:pt x="56" y="0"/>
                    </a:lnTo>
                    <a:lnTo>
                      <a:pt x="44" y="13"/>
                    </a:lnTo>
                    <a:lnTo>
                      <a:pt x="40" y="21"/>
                    </a:lnTo>
                    <a:lnTo>
                      <a:pt x="35" y="27"/>
                    </a:lnTo>
                    <a:lnTo>
                      <a:pt x="31" y="31"/>
                    </a:lnTo>
                    <a:lnTo>
                      <a:pt x="25" y="36"/>
                    </a:lnTo>
                    <a:lnTo>
                      <a:pt x="19" y="40"/>
                    </a:lnTo>
                    <a:lnTo>
                      <a:pt x="13" y="44"/>
                    </a:lnTo>
                    <a:lnTo>
                      <a:pt x="8" y="48"/>
                    </a:lnTo>
                    <a:lnTo>
                      <a:pt x="0" y="50"/>
                    </a:lnTo>
                    <a:lnTo>
                      <a:pt x="13" y="59"/>
                    </a:lnTo>
                    <a:lnTo>
                      <a:pt x="19" y="65"/>
                    </a:lnTo>
                    <a:lnTo>
                      <a:pt x="23" y="69"/>
                    </a:lnTo>
                    <a:lnTo>
                      <a:pt x="29" y="73"/>
                    </a:lnTo>
                    <a:lnTo>
                      <a:pt x="33" y="79"/>
                    </a:lnTo>
                    <a:lnTo>
                      <a:pt x="36" y="83"/>
                    </a:lnTo>
                    <a:lnTo>
                      <a:pt x="42" y="88"/>
                    </a:lnTo>
                    <a:lnTo>
                      <a:pt x="46" y="92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0" y="98"/>
                    </a:lnTo>
                    <a:lnTo>
                      <a:pt x="52" y="98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7" y="94"/>
                    </a:lnTo>
                    <a:lnTo>
                      <a:pt x="63" y="86"/>
                    </a:lnTo>
                    <a:lnTo>
                      <a:pt x="69" y="81"/>
                    </a:lnTo>
                    <a:lnTo>
                      <a:pt x="75" y="73"/>
                    </a:lnTo>
                    <a:lnTo>
                      <a:pt x="80" y="67"/>
                    </a:lnTo>
                    <a:lnTo>
                      <a:pt x="86" y="61"/>
                    </a:lnTo>
                    <a:lnTo>
                      <a:pt x="92" y="54"/>
                    </a:lnTo>
                    <a:lnTo>
                      <a:pt x="96" y="46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9"/>
              <p:cNvSpPr>
                <a:spLocks/>
              </p:cNvSpPr>
              <p:nvPr/>
            </p:nvSpPr>
            <p:spPr bwMode="auto">
              <a:xfrm>
                <a:off x="927" y="1578"/>
                <a:ext cx="65" cy="40"/>
              </a:xfrm>
              <a:custGeom>
                <a:avLst/>
                <a:gdLst>
                  <a:gd name="T0" fmla="*/ 2 w 65"/>
                  <a:gd name="T1" fmla="*/ 2 h 40"/>
                  <a:gd name="T2" fmla="*/ 2 w 65"/>
                  <a:gd name="T3" fmla="*/ 2 h 40"/>
                  <a:gd name="T4" fmla="*/ 2 w 65"/>
                  <a:gd name="T5" fmla="*/ 2 h 40"/>
                  <a:gd name="T6" fmla="*/ 4 w 65"/>
                  <a:gd name="T7" fmla="*/ 2 h 40"/>
                  <a:gd name="T8" fmla="*/ 2 w 65"/>
                  <a:gd name="T9" fmla="*/ 7 h 40"/>
                  <a:gd name="T10" fmla="*/ 4 w 65"/>
                  <a:gd name="T11" fmla="*/ 17 h 40"/>
                  <a:gd name="T12" fmla="*/ 6 w 65"/>
                  <a:gd name="T13" fmla="*/ 25 h 40"/>
                  <a:gd name="T14" fmla="*/ 8 w 65"/>
                  <a:gd name="T15" fmla="*/ 28 h 40"/>
                  <a:gd name="T16" fmla="*/ 10 w 65"/>
                  <a:gd name="T17" fmla="*/ 30 h 40"/>
                  <a:gd name="T18" fmla="*/ 13 w 65"/>
                  <a:gd name="T19" fmla="*/ 34 h 40"/>
                  <a:gd name="T20" fmla="*/ 17 w 65"/>
                  <a:gd name="T21" fmla="*/ 36 h 40"/>
                  <a:gd name="T22" fmla="*/ 19 w 65"/>
                  <a:gd name="T23" fmla="*/ 38 h 40"/>
                  <a:gd name="T24" fmla="*/ 23 w 65"/>
                  <a:gd name="T25" fmla="*/ 38 h 40"/>
                  <a:gd name="T26" fmla="*/ 25 w 65"/>
                  <a:gd name="T27" fmla="*/ 38 h 40"/>
                  <a:gd name="T28" fmla="*/ 25 w 65"/>
                  <a:gd name="T29" fmla="*/ 40 h 40"/>
                  <a:gd name="T30" fmla="*/ 25 w 65"/>
                  <a:gd name="T31" fmla="*/ 40 h 40"/>
                  <a:gd name="T32" fmla="*/ 46 w 65"/>
                  <a:gd name="T33" fmla="*/ 40 h 40"/>
                  <a:gd name="T34" fmla="*/ 50 w 65"/>
                  <a:gd name="T35" fmla="*/ 38 h 40"/>
                  <a:gd name="T36" fmla="*/ 52 w 65"/>
                  <a:gd name="T37" fmla="*/ 36 h 40"/>
                  <a:gd name="T38" fmla="*/ 52 w 65"/>
                  <a:gd name="T39" fmla="*/ 36 h 40"/>
                  <a:gd name="T40" fmla="*/ 52 w 65"/>
                  <a:gd name="T41" fmla="*/ 36 h 40"/>
                  <a:gd name="T42" fmla="*/ 50 w 65"/>
                  <a:gd name="T43" fmla="*/ 36 h 40"/>
                  <a:gd name="T44" fmla="*/ 50 w 65"/>
                  <a:gd name="T45" fmla="*/ 38 h 40"/>
                  <a:gd name="T46" fmla="*/ 50 w 65"/>
                  <a:gd name="T47" fmla="*/ 38 h 40"/>
                  <a:gd name="T48" fmla="*/ 50 w 65"/>
                  <a:gd name="T49" fmla="*/ 38 h 40"/>
                  <a:gd name="T50" fmla="*/ 56 w 65"/>
                  <a:gd name="T51" fmla="*/ 34 h 40"/>
                  <a:gd name="T52" fmla="*/ 59 w 65"/>
                  <a:gd name="T53" fmla="*/ 32 h 40"/>
                  <a:gd name="T54" fmla="*/ 61 w 65"/>
                  <a:gd name="T55" fmla="*/ 30 h 40"/>
                  <a:gd name="T56" fmla="*/ 63 w 65"/>
                  <a:gd name="T57" fmla="*/ 28 h 40"/>
                  <a:gd name="T58" fmla="*/ 65 w 65"/>
                  <a:gd name="T59" fmla="*/ 13 h 40"/>
                  <a:gd name="T60" fmla="*/ 65 w 65"/>
                  <a:gd name="T61" fmla="*/ 3 h 40"/>
                  <a:gd name="T62" fmla="*/ 65 w 65"/>
                  <a:gd name="T63" fmla="*/ 2 h 40"/>
                  <a:gd name="T64" fmla="*/ 65 w 65"/>
                  <a:gd name="T65" fmla="*/ 0 h 40"/>
                  <a:gd name="T66" fmla="*/ 65 w 65"/>
                  <a:gd name="T67" fmla="*/ 0 h 40"/>
                  <a:gd name="T68" fmla="*/ 65 w 65"/>
                  <a:gd name="T69" fmla="*/ 0 h 40"/>
                  <a:gd name="T70" fmla="*/ 65 w 65"/>
                  <a:gd name="T71" fmla="*/ 0 h 40"/>
                  <a:gd name="T72" fmla="*/ 65 w 65"/>
                  <a:gd name="T73" fmla="*/ 0 h 40"/>
                  <a:gd name="T74" fmla="*/ 0 w 65"/>
                  <a:gd name="T75" fmla="*/ 0 h 40"/>
                  <a:gd name="T76" fmla="*/ 0 w 65"/>
                  <a:gd name="T77" fmla="*/ 0 h 40"/>
                  <a:gd name="T78" fmla="*/ 0 w 65"/>
                  <a:gd name="T79" fmla="*/ 0 h 40"/>
                  <a:gd name="T80" fmla="*/ 0 w 65"/>
                  <a:gd name="T8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40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6" y="25"/>
                    </a:lnTo>
                    <a:lnTo>
                      <a:pt x="6" y="26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0" y="30"/>
                    </a:lnTo>
                    <a:lnTo>
                      <a:pt x="12" y="32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1" y="38"/>
                    </a:lnTo>
                    <a:lnTo>
                      <a:pt x="23" y="38"/>
                    </a:lnTo>
                    <a:lnTo>
                      <a:pt x="23" y="38"/>
                    </a:lnTo>
                    <a:lnTo>
                      <a:pt x="25" y="38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25" y="40"/>
                    </a:lnTo>
                    <a:lnTo>
                      <a:pt x="46" y="40"/>
                    </a:lnTo>
                    <a:lnTo>
                      <a:pt x="48" y="38"/>
                    </a:lnTo>
                    <a:lnTo>
                      <a:pt x="50" y="38"/>
                    </a:lnTo>
                    <a:lnTo>
                      <a:pt x="50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2" y="36"/>
                    </a:lnTo>
                    <a:lnTo>
                      <a:pt x="50" y="36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52" y="36"/>
                    </a:lnTo>
                    <a:lnTo>
                      <a:pt x="56" y="34"/>
                    </a:lnTo>
                    <a:lnTo>
                      <a:pt x="58" y="32"/>
                    </a:lnTo>
                    <a:lnTo>
                      <a:pt x="59" y="32"/>
                    </a:lnTo>
                    <a:lnTo>
                      <a:pt x="59" y="30"/>
                    </a:lnTo>
                    <a:lnTo>
                      <a:pt x="61" y="30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19"/>
                    </a:lnTo>
                    <a:lnTo>
                      <a:pt x="65" y="13"/>
                    </a:lnTo>
                    <a:lnTo>
                      <a:pt x="65" y="7"/>
                    </a:lnTo>
                    <a:lnTo>
                      <a:pt x="65" y="3"/>
                    </a:lnTo>
                    <a:lnTo>
                      <a:pt x="65" y="2"/>
                    </a:lnTo>
                    <a:lnTo>
                      <a:pt x="65" y="2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0"/>
              <p:cNvSpPr>
                <a:spLocks/>
              </p:cNvSpPr>
              <p:nvPr/>
            </p:nvSpPr>
            <p:spPr bwMode="auto">
              <a:xfrm>
                <a:off x="831" y="1578"/>
                <a:ext cx="67" cy="38"/>
              </a:xfrm>
              <a:custGeom>
                <a:avLst/>
                <a:gdLst>
                  <a:gd name="T0" fmla="*/ 65 w 67"/>
                  <a:gd name="T1" fmla="*/ 0 h 38"/>
                  <a:gd name="T2" fmla="*/ 2 w 67"/>
                  <a:gd name="T3" fmla="*/ 0 h 38"/>
                  <a:gd name="T4" fmla="*/ 2 w 67"/>
                  <a:gd name="T5" fmla="*/ 2 h 38"/>
                  <a:gd name="T6" fmla="*/ 0 w 67"/>
                  <a:gd name="T7" fmla="*/ 3 h 38"/>
                  <a:gd name="T8" fmla="*/ 0 w 67"/>
                  <a:gd name="T9" fmla="*/ 5 h 38"/>
                  <a:gd name="T10" fmla="*/ 0 w 67"/>
                  <a:gd name="T11" fmla="*/ 7 h 38"/>
                  <a:gd name="T12" fmla="*/ 0 w 67"/>
                  <a:gd name="T13" fmla="*/ 7 h 38"/>
                  <a:gd name="T14" fmla="*/ 0 w 67"/>
                  <a:gd name="T15" fmla="*/ 9 h 38"/>
                  <a:gd name="T16" fmla="*/ 2 w 67"/>
                  <a:gd name="T17" fmla="*/ 11 h 38"/>
                  <a:gd name="T18" fmla="*/ 2 w 67"/>
                  <a:gd name="T19" fmla="*/ 13 h 38"/>
                  <a:gd name="T20" fmla="*/ 14 w 67"/>
                  <a:gd name="T21" fmla="*/ 30 h 38"/>
                  <a:gd name="T22" fmla="*/ 18 w 67"/>
                  <a:gd name="T23" fmla="*/ 30 h 38"/>
                  <a:gd name="T24" fmla="*/ 16 w 67"/>
                  <a:gd name="T25" fmla="*/ 30 h 38"/>
                  <a:gd name="T26" fmla="*/ 41 w 67"/>
                  <a:gd name="T27" fmla="*/ 38 h 38"/>
                  <a:gd name="T28" fmla="*/ 44 w 67"/>
                  <a:gd name="T29" fmla="*/ 34 h 38"/>
                  <a:gd name="T30" fmla="*/ 44 w 67"/>
                  <a:gd name="T31" fmla="*/ 34 h 38"/>
                  <a:gd name="T32" fmla="*/ 44 w 67"/>
                  <a:gd name="T33" fmla="*/ 34 h 38"/>
                  <a:gd name="T34" fmla="*/ 44 w 67"/>
                  <a:gd name="T35" fmla="*/ 34 h 38"/>
                  <a:gd name="T36" fmla="*/ 46 w 67"/>
                  <a:gd name="T37" fmla="*/ 34 h 38"/>
                  <a:gd name="T38" fmla="*/ 46 w 67"/>
                  <a:gd name="T39" fmla="*/ 34 h 38"/>
                  <a:gd name="T40" fmla="*/ 46 w 67"/>
                  <a:gd name="T41" fmla="*/ 34 h 38"/>
                  <a:gd name="T42" fmla="*/ 46 w 67"/>
                  <a:gd name="T43" fmla="*/ 34 h 38"/>
                  <a:gd name="T44" fmla="*/ 46 w 67"/>
                  <a:gd name="T45" fmla="*/ 34 h 38"/>
                  <a:gd name="T46" fmla="*/ 62 w 67"/>
                  <a:gd name="T47" fmla="*/ 25 h 38"/>
                  <a:gd name="T48" fmla="*/ 65 w 67"/>
                  <a:gd name="T49" fmla="*/ 9 h 38"/>
                  <a:gd name="T50" fmla="*/ 67 w 67"/>
                  <a:gd name="T51" fmla="*/ 9 h 38"/>
                  <a:gd name="T52" fmla="*/ 67 w 67"/>
                  <a:gd name="T53" fmla="*/ 9 h 38"/>
                  <a:gd name="T54" fmla="*/ 67 w 67"/>
                  <a:gd name="T55" fmla="*/ 9 h 38"/>
                  <a:gd name="T56" fmla="*/ 67 w 67"/>
                  <a:gd name="T57" fmla="*/ 7 h 38"/>
                  <a:gd name="T58" fmla="*/ 67 w 67"/>
                  <a:gd name="T59" fmla="*/ 7 h 38"/>
                  <a:gd name="T60" fmla="*/ 67 w 67"/>
                  <a:gd name="T61" fmla="*/ 7 h 38"/>
                  <a:gd name="T62" fmla="*/ 67 w 67"/>
                  <a:gd name="T63" fmla="*/ 7 h 38"/>
                  <a:gd name="T64" fmla="*/ 67 w 67"/>
                  <a:gd name="T65" fmla="*/ 7 h 38"/>
                  <a:gd name="T66" fmla="*/ 67 w 67"/>
                  <a:gd name="T67" fmla="*/ 5 h 38"/>
                  <a:gd name="T68" fmla="*/ 67 w 67"/>
                  <a:gd name="T69" fmla="*/ 5 h 38"/>
                  <a:gd name="T70" fmla="*/ 67 w 67"/>
                  <a:gd name="T71" fmla="*/ 5 h 38"/>
                  <a:gd name="T72" fmla="*/ 67 w 67"/>
                  <a:gd name="T73" fmla="*/ 5 h 38"/>
                  <a:gd name="T74" fmla="*/ 67 w 67"/>
                  <a:gd name="T75" fmla="*/ 3 h 38"/>
                  <a:gd name="T76" fmla="*/ 67 w 67"/>
                  <a:gd name="T77" fmla="*/ 3 h 38"/>
                  <a:gd name="T78" fmla="*/ 67 w 67"/>
                  <a:gd name="T79" fmla="*/ 3 h 38"/>
                  <a:gd name="T80" fmla="*/ 67 w 67"/>
                  <a:gd name="T81" fmla="*/ 3 h 38"/>
                  <a:gd name="T82" fmla="*/ 65 w 67"/>
                  <a:gd name="T8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7" h="38">
                    <a:moveTo>
                      <a:pt x="65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14" y="30"/>
                    </a:lnTo>
                    <a:lnTo>
                      <a:pt x="18" y="30"/>
                    </a:lnTo>
                    <a:lnTo>
                      <a:pt x="16" y="30"/>
                    </a:lnTo>
                    <a:lnTo>
                      <a:pt x="41" y="38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4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62" y="25"/>
                    </a:lnTo>
                    <a:lnTo>
                      <a:pt x="65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5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Freeform 11"/>
              <p:cNvSpPr>
                <a:spLocks/>
              </p:cNvSpPr>
              <p:nvPr/>
            </p:nvSpPr>
            <p:spPr bwMode="auto">
              <a:xfrm>
                <a:off x="1212" y="1578"/>
                <a:ext cx="64" cy="30"/>
              </a:xfrm>
              <a:custGeom>
                <a:avLst/>
                <a:gdLst>
                  <a:gd name="T0" fmla="*/ 54 w 64"/>
                  <a:gd name="T1" fmla="*/ 0 h 30"/>
                  <a:gd name="T2" fmla="*/ 0 w 64"/>
                  <a:gd name="T3" fmla="*/ 0 h 30"/>
                  <a:gd name="T4" fmla="*/ 2 w 64"/>
                  <a:gd name="T5" fmla="*/ 5 h 30"/>
                  <a:gd name="T6" fmla="*/ 4 w 64"/>
                  <a:gd name="T7" fmla="*/ 11 h 30"/>
                  <a:gd name="T8" fmla="*/ 8 w 64"/>
                  <a:gd name="T9" fmla="*/ 15 h 30"/>
                  <a:gd name="T10" fmla="*/ 14 w 64"/>
                  <a:gd name="T11" fmla="*/ 19 h 30"/>
                  <a:gd name="T12" fmla="*/ 18 w 64"/>
                  <a:gd name="T13" fmla="*/ 23 h 30"/>
                  <a:gd name="T14" fmla="*/ 23 w 64"/>
                  <a:gd name="T15" fmla="*/ 26 h 30"/>
                  <a:gd name="T16" fmla="*/ 29 w 64"/>
                  <a:gd name="T17" fmla="*/ 28 h 30"/>
                  <a:gd name="T18" fmla="*/ 35 w 64"/>
                  <a:gd name="T19" fmla="*/ 30 h 30"/>
                  <a:gd name="T20" fmla="*/ 43 w 64"/>
                  <a:gd name="T21" fmla="*/ 30 h 30"/>
                  <a:gd name="T22" fmla="*/ 56 w 64"/>
                  <a:gd name="T23" fmla="*/ 21 h 30"/>
                  <a:gd name="T24" fmla="*/ 58 w 64"/>
                  <a:gd name="T25" fmla="*/ 17 h 30"/>
                  <a:gd name="T26" fmla="*/ 60 w 64"/>
                  <a:gd name="T27" fmla="*/ 15 h 30"/>
                  <a:gd name="T28" fmla="*/ 62 w 64"/>
                  <a:gd name="T29" fmla="*/ 11 h 30"/>
                  <a:gd name="T30" fmla="*/ 62 w 64"/>
                  <a:gd name="T31" fmla="*/ 9 h 30"/>
                  <a:gd name="T32" fmla="*/ 64 w 64"/>
                  <a:gd name="T33" fmla="*/ 7 h 30"/>
                  <a:gd name="T34" fmla="*/ 64 w 64"/>
                  <a:gd name="T35" fmla="*/ 3 h 30"/>
                  <a:gd name="T36" fmla="*/ 64 w 64"/>
                  <a:gd name="T37" fmla="*/ 2 h 30"/>
                  <a:gd name="T38" fmla="*/ 64 w 64"/>
                  <a:gd name="T39" fmla="*/ 0 h 30"/>
                  <a:gd name="T40" fmla="*/ 54 w 64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30">
                    <a:moveTo>
                      <a:pt x="54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4" y="11"/>
                    </a:lnTo>
                    <a:lnTo>
                      <a:pt x="8" y="15"/>
                    </a:lnTo>
                    <a:lnTo>
                      <a:pt x="14" y="19"/>
                    </a:lnTo>
                    <a:lnTo>
                      <a:pt x="18" y="23"/>
                    </a:lnTo>
                    <a:lnTo>
                      <a:pt x="23" y="26"/>
                    </a:lnTo>
                    <a:lnTo>
                      <a:pt x="29" y="28"/>
                    </a:lnTo>
                    <a:lnTo>
                      <a:pt x="35" y="30"/>
                    </a:lnTo>
                    <a:lnTo>
                      <a:pt x="43" y="30"/>
                    </a:lnTo>
                    <a:lnTo>
                      <a:pt x="56" y="21"/>
                    </a:lnTo>
                    <a:lnTo>
                      <a:pt x="58" y="17"/>
                    </a:lnTo>
                    <a:lnTo>
                      <a:pt x="60" y="15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4" y="7"/>
                    </a:lnTo>
                    <a:lnTo>
                      <a:pt x="64" y="3"/>
                    </a:lnTo>
                    <a:lnTo>
                      <a:pt x="64" y="2"/>
                    </a:lnTo>
                    <a:lnTo>
                      <a:pt x="64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12"/>
              <p:cNvSpPr>
                <a:spLocks/>
              </p:cNvSpPr>
              <p:nvPr/>
            </p:nvSpPr>
            <p:spPr bwMode="auto">
              <a:xfrm>
                <a:off x="1101" y="1578"/>
                <a:ext cx="75" cy="32"/>
              </a:xfrm>
              <a:custGeom>
                <a:avLst/>
                <a:gdLst>
                  <a:gd name="T0" fmla="*/ 6 w 75"/>
                  <a:gd name="T1" fmla="*/ 13 h 32"/>
                  <a:gd name="T2" fmla="*/ 4 w 75"/>
                  <a:gd name="T3" fmla="*/ 11 h 32"/>
                  <a:gd name="T4" fmla="*/ 6 w 75"/>
                  <a:gd name="T5" fmla="*/ 11 h 32"/>
                  <a:gd name="T6" fmla="*/ 8 w 75"/>
                  <a:gd name="T7" fmla="*/ 13 h 32"/>
                  <a:gd name="T8" fmla="*/ 10 w 75"/>
                  <a:gd name="T9" fmla="*/ 15 h 32"/>
                  <a:gd name="T10" fmla="*/ 12 w 75"/>
                  <a:gd name="T11" fmla="*/ 19 h 32"/>
                  <a:gd name="T12" fmla="*/ 16 w 75"/>
                  <a:gd name="T13" fmla="*/ 21 h 32"/>
                  <a:gd name="T14" fmla="*/ 18 w 75"/>
                  <a:gd name="T15" fmla="*/ 25 h 32"/>
                  <a:gd name="T16" fmla="*/ 19 w 75"/>
                  <a:gd name="T17" fmla="*/ 26 h 32"/>
                  <a:gd name="T18" fmla="*/ 23 w 75"/>
                  <a:gd name="T19" fmla="*/ 26 h 32"/>
                  <a:gd name="T20" fmla="*/ 25 w 75"/>
                  <a:gd name="T21" fmla="*/ 28 h 32"/>
                  <a:gd name="T22" fmla="*/ 27 w 75"/>
                  <a:gd name="T23" fmla="*/ 30 h 32"/>
                  <a:gd name="T24" fmla="*/ 29 w 75"/>
                  <a:gd name="T25" fmla="*/ 30 h 32"/>
                  <a:gd name="T26" fmla="*/ 31 w 75"/>
                  <a:gd name="T27" fmla="*/ 30 h 32"/>
                  <a:gd name="T28" fmla="*/ 33 w 75"/>
                  <a:gd name="T29" fmla="*/ 30 h 32"/>
                  <a:gd name="T30" fmla="*/ 35 w 75"/>
                  <a:gd name="T31" fmla="*/ 32 h 32"/>
                  <a:gd name="T32" fmla="*/ 35 w 75"/>
                  <a:gd name="T33" fmla="*/ 32 h 32"/>
                  <a:gd name="T34" fmla="*/ 37 w 75"/>
                  <a:gd name="T35" fmla="*/ 32 h 32"/>
                  <a:gd name="T36" fmla="*/ 41 w 75"/>
                  <a:gd name="T37" fmla="*/ 30 h 32"/>
                  <a:gd name="T38" fmla="*/ 42 w 75"/>
                  <a:gd name="T39" fmla="*/ 30 h 32"/>
                  <a:gd name="T40" fmla="*/ 44 w 75"/>
                  <a:gd name="T41" fmla="*/ 30 h 32"/>
                  <a:gd name="T42" fmla="*/ 46 w 75"/>
                  <a:gd name="T43" fmla="*/ 30 h 32"/>
                  <a:gd name="T44" fmla="*/ 48 w 75"/>
                  <a:gd name="T45" fmla="*/ 30 h 32"/>
                  <a:gd name="T46" fmla="*/ 48 w 75"/>
                  <a:gd name="T47" fmla="*/ 30 h 32"/>
                  <a:gd name="T48" fmla="*/ 50 w 75"/>
                  <a:gd name="T49" fmla="*/ 30 h 32"/>
                  <a:gd name="T50" fmla="*/ 58 w 75"/>
                  <a:gd name="T51" fmla="*/ 25 h 32"/>
                  <a:gd name="T52" fmla="*/ 62 w 75"/>
                  <a:gd name="T53" fmla="*/ 21 h 32"/>
                  <a:gd name="T54" fmla="*/ 65 w 75"/>
                  <a:gd name="T55" fmla="*/ 17 h 32"/>
                  <a:gd name="T56" fmla="*/ 67 w 75"/>
                  <a:gd name="T57" fmla="*/ 13 h 32"/>
                  <a:gd name="T58" fmla="*/ 69 w 75"/>
                  <a:gd name="T59" fmla="*/ 11 h 32"/>
                  <a:gd name="T60" fmla="*/ 71 w 75"/>
                  <a:gd name="T61" fmla="*/ 9 h 32"/>
                  <a:gd name="T62" fmla="*/ 71 w 75"/>
                  <a:gd name="T63" fmla="*/ 7 h 32"/>
                  <a:gd name="T64" fmla="*/ 73 w 75"/>
                  <a:gd name="T65" fmla="*/ 5 h 32"/>
                  <a:gd name="T66" fmla="*/ 73 w 75"/>
                  <a:gd name="T67" fmla="*/ 5 h 32"/>
                  <a:gd name="T68" fmla="*/ 73 w 75"/>
                  <a:gd name="T69" fmla="*/ 3 h 32"/>
                  <a:gd name="T70" fmla="*/ 73 w 75"/>
                  <a:gd name="T71" fmla="*/ 3 h 32"/>
                  <a:gd name="T72" fmla="*/ 75 w 75"/>
                  <a:gd name="T73" fmla="*/ 3 h 32"/>
                  <a:gd name="T74" fmla="*/ 75 w 75"/>
                  <a:gd name="T75" fmla="*/ 2 h 32"/>
                  <a:gd name="T76" fmla="*/ 75 w 75"/>
                  <a:gd name="T77" fmla="*/ 2 h 32"/>
                  <a:gd name="T78" fmla="*/ 75 w 75"/>
                  <a:gd name="T79" fmla="*/ 0 h 32"/>
                  <a:gd name="T80" fmla="*/ 75 w 75"/>
                  <a:gd name="T81" fmla="*/ 0 h 32"/>
                  <a:gd name="T82" fmla="*/ 0 w 75"/>
                  <a:gd name="T83" fmla="*/ 0 h 32"/>
                  <a:gd name="T84" fmla="*/ 0 w 75"/>
                  <a:gd name="T85" fmla="*/ 2 h 32"/>
                  <a:gd name="T86" fmla="*/ 2 w 75"/>
                  <a:gd name="T87" fmla="*/ 3 h 32"/>
                  <a:gd name="T88" fmla="*/ 2 w 75"/>
                  <a:gd name="T89" fmla="*/ 7 h 32"/>
                  <a:gd name="T90" fmla="*/ 4 w 75"/>
                  <a:gd name="T91" fmla="*/ 9 h 32"/>
                  <a:gd name="T92" fmla="*/ 4 w 75"/>
                  <a:gd name="T93" fmla="*/ 11 h 32"/>
                  <a:gd name="T94" fmla="*/ 4 w 75"/>
                  <a:gd name="T95" fmla="*/ 11 h 32"/>
                  <a:gd name="T96" fmla="*/ 6 w 75"/>
                  <a:gd name="T97" fmla="*/ 13 h 32"/>
                  <a:gd name="T98" fmla="*/ 6 w 75"/>
                  <a:gd name="T99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5" h="32">
                    <a:moveTo>
                      <a:pt x="6" y="13"/>
                    </a:moveTo>
                    <a:lnTo>
                      <a:pt x="4" y="11"/>
                    </a:lnTo>
                    <a:lnTo>
                      <a:pt x="6" y="11"/>
                    </a:lnTo>
                    <a:lnTo>
                      <a:pt x="8" y="13"/>
                    </a:lnTo>
                    <a:lnTo>
                      <a:pt x="10" y="15"/>
                    </a:lnTo>
                    <a:lnTo>
                      <a:pt x="12" y="19"/>
                    </a:lnTo>
                    <a:lnTo>
                      <a:pt x="16" y="21"/>
                    </a:lnTo>
                    <a:lnTo>
                      <a:pt x="18" y="25"/>
                    </a:lnTo>
                    <a:lnTo>
                      <a:pt x="19" y="26"/>
                    </a:lnTo>
                    <a:lnTo>
                      <a:pt x="23" y="26"/>
                    </a:lnTo>
                    <a:lnTo>
                      <a:pt x="25" y="28"/>
                    </a:lnTo>
                    <a:lnTo>
                      <a:pt x="27" y="30"/>
                    </a:lnTo>
                    <a:lnTo>
                      <a:pt x="29" y="30"/>
                    </a:lnTo>
                    <a:lnTo>
                      <a:pt x="31" y="30"/>
                    </a:lnTo>
                    <a:lnTo>
                      <a:pt x="33" y="30"/>
                    </a:lnTo>
                    <a:lnTo>
                      <a:pt x="35" y="32"/>
                    </a:lnTo>
                    <a:lnTo>
                      <a:pt x="35" y="32"/>
                    </a:lnTo>
                    <a:lnTo>
                      <a:pt x="37" y="32"/>
                    </a:lnTo>
                    <a:lnTo>
                      <a:pt x="41" y="30"/>
                    </a:lnTo>
                    <a:lnTo>
                      <a:pt x="42" y="30"/>
                    </a:lnTo>
                    <a:lnTo>
                      <a:pt x="44" y="30"/>
                    </a:lnTo>
                    <a:lnTo>
                      <a:pt x="46" y="30"/>
                    </a:lnTo>
                    <a:lnTo>
                      <a:pt x="48" y="30"/>
                    </a:lnTo>
                    <a:lnTo>
                      <a:pt x="48" y="30"/>
                    </a:lnTo>
                    <a:lnTo>
                      <a:pt x="50" y="30"/>
                    </a:lnTo>
                    <a:lnTo>
                      <a:pt x="58" y="25"/>
                    </a:lnTo>
                    <a:lnTo>
                      <a:pt x="62" y="21"/>
                    </a:lnTo>
                    <a:lnTo>
                      <a:pt x="65" y="17"/>
                    </a:lnTo>
                    <a:lnTo>
                      <a:pt x="67" y="13"/>
                    </a:lnTo>
                    <a:lnTo>
                      <a:pt x="69" y="11"/>
                    </a:lnTo>
                    <a:lnTo>
                      <a:pt x="71" y="9"/>
                    </a:lnTo>
                    <a:lnTo>
                      <a:pt x="71" y="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3" y="3"/>
                    </a:lnTo>
                    <a:lnTo>
                      <a:pt x="73" y="3"/>
                    </a:lnTo>
                    <a:lnTo>
                      <a:pt x="75" y="3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Freeform 13"/>
              <p:cNvSpPr>
                <a:spLocks/>
              </p:cNvSpPr>
              <p:nvPr/>
            </p:nvSpPr>
            <p:spPr bwMode="auto">
              <a:xfrm>
                <a:off x="1170" y="1228"/>
                <a:ext cx="62" cy="86"/>
              </a:xfrm>
              <a:custGeom>
                <a:avLst/>
                <a:gdLst>
                  <a:gd name="T0" fmla="*/ 60 w 62"/>
                  <a:gd name="T1" fmla="*/ 36 h 86"/>
                  <a:gd name="T2" fmla="*/ 60 w 62"/>
                  <a:gd name="T3" fmla="*/ 38 h 86"/>
                  <a:gd name="T4" fmla="*/ 42 w 62"/>
                  <a:gd name="T5" fmla="*/ 21 h 86"/>
                  <a:gd name="T6" fmla="*/ 40 w 62"/>
                  <a:gd name="T7" fmla="*/ 19 h 86"/>
                  <a:gd name="T8" fmla="*/ 39 w 62"/>
                  <a:gd name="T9" fmla="*/ 15 h 86"/>
                  <a:gd name="T10" fmla="*/ 39 w 62"/>
                  <a:gd name="T11" fmla="*/ 13 h 86"/>
                  <a:gd name="T12" fmla="*/ 37 w 62"/>
                  <a:gd name="T13" fmla="*/ 11 h 86"/>
                  <a:gd name="T14" fmla="*/ 35 w 62"/>
                  <a:gd name="T15" fmla="*/ 10 h 86"/>
                  <a:gd name="T16" fmla="*/ 33 w 62"/>
                  <a:gd name="T17" fmla="*/ 8 h 86"/>
                  <a:gd name="T18" fmla="*/ 31 w 62"/>
                  <a:gd name="T19" fmla="*/ 6 h 86"/>
                  <a:gd name="T20" fmla="*/ 29 w 62"/>
                  <a:gd name="T21" fmla="*/ 2 h 86"/>
                  <a:gd name="T22" fmla="*/ 25 w 62"/>
                  <a:gd name="T23" fmla="*/ 0 h 86"/>
                  <a:gd name="T24" fmla="*/ 16 w 62"/>
                  <a:gd name="T25" fmla="*/ 13 h 86"/>
                  <a:gd name="T26" fmla="*/ 14 w 62"/>
                  <a:gd name="T27" fmla="*/ 15 h 86"/>
                  <a:gd name="T28" fmla="*/ 12 w 62"/>
                  <a:gd name="T29" fmla="*/ 19 h 86"/>
                  <a:gd name="T30" fmla="*/ 10 w 62"/>
                  <a:gd name="T31" fmla="*/ 21 h 86"/>
                  <a:gd name="T32" fmla="*/ 8 w 62"/>
                  <a:gd name="T33" fmla="*/ 23 h 86"/>
                  <a:gd name="T34" fmla="*/ 6 w 62"/>
                  <a:gd name="T35" fmla="*/ 25 h 86"/>
                  <a:gd name="T36" fmla="*/ 4 w 62"/>
                  <a:gd name="T37" fmla="*/ 29 h 86"/>
                  <a:gd name="T38" fmla="*/ 2 w 62"/>
                  <a:gd name="T39" fmla="*/ 31 h 86"/>
                  <a:gd name="T40" fmla="*/ 2 w 62"/>
                  <a:gd name="T41" fmla="*/ 33 h 86"/>
                  <a:gd name="T42" fmla="*/ 0 w 62"/>
                  <a:gd name="T43" fmla="*/ 38 h 86"/>
                  <a:gd name="T44" fmla="*/ 6 w 62"/>
                  <a:gd name="T45" fmla="*/ 50 h 86"/>
                  <a:gd name="T46" fmla="*/ 8 w 62"/>
                  <a:gd name="T47" fmla="*/ 56 h 86"/>
                  <a:gd name="T48" fmla="*/ 12 w 62"/>
                  <a:gd name="T49" fmla="*/ 59 h 86"/>
                  <a:gd name="T50" fmla="*/ 16 w 62"/>
                  <a:gd name="T51" fmla="*/ 63 h 86"/>
                  <a:gd name="T52" fmla="*/ 18 w 62"/>
                  <a:gd name="T53" fmla="*/ 69 h 86"/>
                  <a:gd name="T54" fmla="*/ 21 w 62"/>
                  <a:gd name="T55" fmla="*/ 73 h 86"/>
                  <a:gd name="T56" fmla="*/ 25 w 62"/>
                  <a:gd name="T57" fmla="*/ 77 h 86"/>
                  <a:gd name="T58" fmla="*/ 29 w 62"/>
                  <a:gd name="T59" fmla="*/ 83 h 86"/>
                  <a:gd name="T60" fmla="*/ 33 w 62"/>
                  <a:gd name="T61" fmla="*/ 86 h 86"/>
                  <a:gd name="T62" fmla="*/ 37 w 62"/>
                  <a:gd name="T63" fmla="*/ 83 h 86"/>
                  <a:gd name="T64" fmla="*/ 42 w 62"/>
                  <a:gd name="T65" fmla="*/ 77 h 86"/>
                  <a:gd name="T66" fmla="*/ 46 w 62"/>
                  <a:gd name="T67" fmla="*/ 71 h 86"/>
                  <a:gd name="T68" fmla="*/ 50 w 62"/>
                  <a:gd name="T69" fmla="*/ 65 h 86"/>
                  <a:gd name="T70" fmla="*/ 54 w 62"/>
                  <a:gd name="T71" fmla="*/ 59 h 86"/>
                  <a:gd name="T72" fmla="*/ 58 w 62"/>
                  <a:gd name="T73" fmla="*/ 54 h 86"/>
                  <a:gd name="T74" fmla="*/ 60 w 62"/>
                  <a:gd name="T75" fmla="*/ 48 h 86"/>
                  <a:gd name="T76" fmla="*/ 62 w 62"/>
                  <a:gd name="T77" fmla="*/ 40 h 86"/>
                  <a:gd name="T78" fmla="*/ 60 w 62"/>
                  <a:gd name="T79" fmla="*/ 3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2" h="86">
                    <a:moveTo>
                      <a:pt x="60" y="36"/>
                    </a:moveTo>
                    <a:lnTo>
                      <a:pt x="60" y="38"/>
                    </a:lnTo>
                    <a:lnTo>
                      <a:pt x="42" y="21"/>
                    </a:lnTo>
                    <a:lnTo>
                      <a:pt x="40" y="19"/>
                    </a:lnTo>
                    <a:lnTo>
                      <a:pt x="39" y="15"/>
                    </a:lnTo>
                    <a:lnTo>
                      <a:pt x="39" y="13"/>
                    </a:lnTo>
                    <a:lnTo>
                      <a:pt x="37" y="11"/>
                    </a:lnTo>
                    <a:lnTo>
                      <a:pt x="35" y="10"/>
                    </a:lnTo>
                    <a:lnTo>
                      <a:pt x="33" y="8"/>
                    </a:lnTo>
                    <a:lnTo>
                      <a:pt x="31" y="6"/>
                    </a:lnTo>
                    <a:lnTo>
                      <a:pt x="29" y="2"/>
                    </a:lnTo>
                    <a:lnTo>
                      <a:pt x="25" y="0"/>
                    </a:lnTo>
                    <a:lnTo>
                      <a:pt x="16" y="13"/>
                    </a:lnTo>
                    <a:lnTo>
                      <a:pt x="14" y="15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8" y="23"/>
                    </a:lnTo>
                    <a:lnTo>
                      <a:pt x="6" y="25"/>
                    </a:lnTo>
                    <a:lnTo>
                      <a:pt x="4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0" y="38"/>
                    </a:lnTo>
                    <a:lnTo>
                      <a:pt x="6" y="50"/>
                    </a:lnTo>
                    <a:lnTo>
                      <a:pt x="8" y="56"/>
                    </a:lnTo>
                    <a:lnTo>
                      <a:pt x="12" y="59"/>
                    </a:lnTo>
                    <a:lnTo>
                      <a:pt x="16" y="63"/>
                    </a:lnTo>
                    <a:lnTo>
                      <a:pt x="18" y="69"/>
                    </a:lnTo>
                    <a:lnTo>
                      <a:pt x="21" y="73"/>
                    </a:lnTo>
                    <a:lnTo>
                      <a:pt x="25" y="77"/>
                    </a:lnTo>
                    <a:lnTo>
                      <a:pt x="29" y="83"/>
                    </a:lnTo>
                    <a:lnTo>
                      <a:pt x="33" y="86"/>
                    </a:lnTo>
                    <a:lnTo>
                      <a:pt x="37" y="83"/>
                    </a:lnTo>
                    <a:lnTo>
                      <a:pt x="42" y="77"/>
                    </a:lnTo>
                    <a:lnTo>
                      <a:pt x="46" y="71"/>
                    </a:lnTo>
                    <a:lnTo>
                      <a:pt x="50" y="65"/>
                    </a:lnTo>
                    <a:lnTo>
                      <a:pt x="54" y="59"/>
                    </a:lnTo>
                    <a:lnTo>
                      <a:pt x="58" y="54"/>
                    </a:lnTo>
                    <a:lnTo>
                      <a:pt x="60" y="48"/>
                    </a:lnTo>
                    <a:lnTo>
                      <a:pt x="62" y="40"/>
                    </a:lnTo>
                    <a:lnTo>
                      <a:pt x="60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Freeform 14"/>
              <p:cNvSpPr>
                <a:spLocks/>
              </p:cNvSpPr>
              <p:nvPr/>
            </p:nvSpPr>
            <p:spPr bwMode="auto">
              <a:xfrm>
                <a:off x="818" y="1343"/>
                <a:ext cx="469" cy="210"/>
              </a:xfrm>
              <a:custGeom>
                <a:avLst/>
                <a:gdLst>
                  <a:gd name="T0" fmla="*/ 31 w 469"/>
                  <a:gd name="T1" fmla="*/ 19 h 210"/>
                  <a:gd name="T2" fmla="*/ 25 w 469"/>
                  <a:gd name="T3" fmla="*/ 21 h 210"/>
                  <a:gd name="T4" fmla="*/ 21 w 469"/>
                  <a:gd name="T5" fmla="*/ 23 h 210"/>
                  <a:gd name="T6" fmla="*/ 15 w 469"/>
                  <a:gd name="T7" fmla="*/ 27 h 210"/>
                  <a:gd name="T8" fmla="*/ 11 w 469"/>
                  <a:gd name="T9" fmla="*/ 31 h 210"/>
                  <a:gd name="T10" fmla="*/ 9 w 469"/>
                  <a:gd name="T11" fmla="*/ 35 h 210"/>
                  <a:gd name="T12" fmla="*/ 6 w 469"/>
                  <a:gd name="T13" fmla="*/ 39 h 210"/>
                  <a:gd name="T14" fmla="*/ 4 w 469"/>
                  <a:gd name="T15" fmla="*/ 42 h 210"/>
                  <a:gd name="T16" fmla="*/ 2 w 469"/>
                  <a:gd name="T17" fmla="*/ 48 h 210"/>
                  <a:gd name="T18" fmla="*/ 0 w 469"/>
                  <a:gd name="T19" fmla="*/ 54 h 210"/>
                  <a:gd name="T20" fmla="*/ 0 w 469"/>
                  <a:gd name="T21" fmla="*/ 210 h 210"/>
                  <a:gd name="T22" fmla="*/ 469 w 469"/>
                  <a:gd name="T23" fmla="*/ 210 h 210"/>
                  <a:gd name="T24" fmla="*/ 467 w 469"/>
                  <a:gd name="T25" fmla="*/ 185 h 210"/>
                  <a:gd name="T26" fmla="*/ 467 w 469"/>
                  <a:gd name="T27" fmla="*/ 160 h 210"/>
                  <a:gd name="T28" fmla="*/ 467 w 469"/>
                  <a:gd name="T29" fmla="*/ 135 h 210"/>
                  <a:gd name="T30" fmla="*/ 465 w 469"/>
                  <a:gd name="T31" fmla="*/ 108 h 210"/>
                  <a:gd name="T32" fmla="*/ 463 w 469"/>
                  <a:gd name="T33" fmla="*/ 83 h 210"/>
                  <a:gd name="T34" fmla="*/ 460 w 469"/>
                  <a:gd name="T35" fmla="*/ 58 h 210"/>
                  <a:gd name="T36" fmla="*/ 454 w 469"/>
                  <a:gd name="T37" fmla="*/ 35 h 210"/>
                  <a:gd name="T38" fmla="*/ 444 w 469"/>
                  <a:gd name="T39" fmla="*/ 12 h 210"/>
                  <a:gd name="T40" fmla="*/ 442 w 469"/>
                  <a:gd name="T41" fmla="*/ 10 h 210"/>
                  <a:gd name="T42" fmla="*/ 437 w 469"/>
                  <a:gd name="T43" fmla="*/ 10 h 210"/>
                  <a:gd name="T44" fmla="*/ 385 w 469"/>
                  <a:gd name="T45" fmla="*/ 6 h 210"/>
                  <a:gd name="T46" fmla="*/ 335 w 469"/>
                  <a:gd name="T47" fmla="*/ 2 h 210"/>
                  <a:gd name="T48" fmla="*/ 285 w 469"/>
                  <a:gd name="T49" fmla="*/ 0 h 210"/>
                  <a:gd name="T50" fmla="*/ 234 w 469"/>
                  <a:gd name="T51" fmla="*/ 0 h 210"/>
                  <a:gd name="T52" fmla="*/ 184 w 469"/>
                  <a:gd name="T53" fmla="*/ 2 h 210"/>
                  <a:gd name="T54" fmla="*/ 132 w 469"/>
                  <a:gd name="T55" fmla="*/ 6 h 210"/>
                  <a:gd name="T56" fmla="*/ 82 w 469"/>
                  <a:gd name="T57" fmla="*/ 12 h 210"/>
                  <a:gd name="T58" fmla="*/ 31 w 469"/>
                  <a:gd name="T59" fmla="*/ 1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9" h="210">
                    <a:moveTo>
                      <a:pt x="31" y="19"/>
                    </a:moveTo>
                    <a:lnTo>
                      <a:pt x="25" y="21"/>
                    </a:lnTo>
                    <a:lnTo>
                      <a:pt x="21" y="23"/>
                    </a:lnTo>
                    <a:lnTo>
                      <a:pt x="15" y="27"/>
                    </a:lnTo>
                    <a:lnTo>
                      <a:pt x="11" y="31"/>
                    </a:lnTo>
                    <a:lnTo>
                      <a:pt x="9" y="35"/>
                    </a:lnTo>
                    <a:lnTo>
                      <a:pt x="6" y="39"/>
                    </a:lnTo>
                    <a:lnTo>
                      <a:pt x="4" y="42"/>
                    </a:lnTo>
                    <a:lnTo>
                      <a:pt x="2" y="48"/>
                    </a:lnTo>
                    <a:lnTo>
                      <a:pt x="0" y="54"/>
                    </a:lnTo>
                    <a:lnTo>
                      <a:pt x="0" y="210"/>
                    </a:lnTo>
                    <a:lnTo>
                      <a:pt x="469" y="210"/>
                    </a:lnTo>
                    <a:lnTo>
                      <a:pt x="467" y="185"/>
                    </a:lnTo>
                    <a:lnTo>
                      <a:pt x="467" y="160"/>
                    </a:lnTo>
                    <a:lnTo>
                      <a:pt x="467" y="135"/>
                    </a:lnTo>
                    <a:lnTo>
                      <a:pt x="465" y="108"/>
                    </a:lnTo>
                    <a:lnTo>
                      <a:pt x="463" y="83"/>
                    </a:lnTo>
                    <a:lnTo>
                      <a:pt x="460" y="58"/>
                    </a:lnTo>
                    <a:lnTo>
                      <a:pt x="454" y="35"/>
                    </a:lnTo>
                    <a:lnTo>
                      <a:pt x="444" y="12"/>
                    </a:lnTo>
                    <a:lnTo>
                      <a:pt x="442" y="10"/>
                    </a:lnTo>
                    <a:lnTo>
                      <a:pt x="437" y="10"/>
                    </a:lnTo>
                    <a:lnTo>
                      <a:pt x="385" y="6"/>
                    </a:lnTo>
                    <a:lnTo>
                      <a:pt x="335" y="2"/>
                    </a:lnTo>
                    <a:lnTo>
                      <a:pt x="285" y="0"/>
                    </a:lnTo>
                    <a:lnTo>
                      <a:pt x="234" y="0"/>
                    </a:lnTo>
                    <a:lnTo>
                      <a:pt x="184" y="2"/>
                    </a:lnTo>
                    <a:lnTo>
                      <a:pt x="132" y="6"/>
                    </a:lnTo>
                    <a:lnTo>
                      <a:pt x="82" y="12"/>
                    </a:lnTo>
                    <a:lnTo>
                      <a:pt x="31" y="19"/>
                    </a:lnTo>
                    <a:close/>
                  </a:path>
                </a:pathLst>
              </a:custGeom>
              <a:solidFill>
                <a:srgbClr val="FF1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Freeform 15"/>
              <p:cNvSpPr>
                <a:spLocks/>
              </p:cNvSpPr>
              <p:nvPr/>
            </p:nvSpPr>
            <p:spPr bwMode="auto">
              <a:xfrm>
                <a:off x="1168" y="1409"/>
                <a:ext cx="48" cy="48"/>
              </a:xfrm>
              <a:custGeom>
                <a:avLst/>
                <a:gdLst>
                  <a:gd name="T0" fmla="*/ 46 w 48"/>
                  <a:gd name="T1" fmla="*/ 48 h 48"/>
                  <a:gd name="T2" fmla="*/ 46 w 48"/>
                  <a:gd name="T3" fmla="*/ 48 h 48"/>
                  <a:gd name="T4" fmla="*/ 48 w 48"/>
                  <a:gd name="T5" fmla="*/ 30 h 48"/>
                  <a:gd name="T6" fmla="*/ 48 w 48"/>
                  <a:gd name="T7" fmla="*/ 15 h 48"/>
                  <a:gd name="T8" fmla="*/ 44 w 48"/>
                  <a:gd name="T9" fmla="*/ 9 h 48"/>
                  <a:gd name="T10" fmla="*/ 42 w 48"/>
                  <a:gd name="T11" fmla="*/ 7 h 48"/>
                  <a:gd name="T12" fmla="*/ 42 w 48"/>
                  <a:gd name="T13" fmla="*/ 7 h 48"/>
                  <a:gd name="T14" fmla="*/ 42 w 48"/>
                  <a:gd name="T15" fmla="*/ 7 h 48"/>
                  <a:gd name="T16" fmla="*/ 42 w 48"/>
                  <a:gd name="T17" fmla="*/ 5 h 48"/>
                  <a:gd name="T18" fmla="*/ 42 w 48"/>
                  <a:gd name="T19" fmla="*/ 5 h 48"/>
                  <a:gd name="T20" fmla="*/ 42 w 48"/>
                  <a:gd name="T21" fmla="*/ 5 h 48"/>
                  <a:gd name="T22" fmla="*/ 42 w 48"/>
                  <a:gd name="T23" fmla="*/ 3 h 48"/>
                  <a:gd name="T24" fmla="*/ 41 w 48"/>
                  <a:gd name="T25" fmla="*/ 3 h 48"/>
                  <a:gd name="T26" fmla="*/ 23 w 48"/>
                  <a:gd name="T27" fmla="*/ 0 h 48"/>
                  <a:gd name="T28" fmla="*/ 8 w 48"/>
                  <a:gd name="T29" fmla="*/ 0 h 48"/>
                  <a:gd name="T30" fmla="*/ 4 w 48"/>
                  <a:gd name="T31" fmla="*/ 3 h 48"/>
                  <a:gd name="T32" fmla="*/ 2 w 48"/>
                  <a:gd name="T33" fmla="*/ 7 h 48"/>
                  <a:gd name="T34" fmla="*/ 0 w 48"/>
                  <a:gd name="T35" fmla="*/ 11 h 48"/>
                  <a:gd name="T36" fmla="*/ 0 w 48"/>
                  <a:gd name="T37" fmla="*/ 15 h 48"/>
                  <a:gd name="T38" fmla="*/ 0 w 48"/>
                  <a:gd name="T39" fmla="*/ 19 h 48"/>
                  <a:gd name="T40" fmla="*/ 0 w 48"/>
                  <a:gd name="T41" fmla="*/ 23 h 48"/>
                  <a:gd name="T42" fmla="*/ 0 w 48"/>
                  <a:gd name="T43" fmla="*/ 26 h 48"/>
                  <a:gd name="T44" fmla="*/ 0 w 48"/>
                  <a:gd name="T45" fmla="*/ 30 h 48"/>
                  <a:gd name="T46" fmla="*/ 0 w 48"/>
                  <a:gd name="T47" fmla="*/ 48 h 48"/>
                  <a:gd name="T48" fmla="*/ 12 w 48"/>
                  <a:gd name="T49" fmla="*/ 48 h 48"/>
                  <a:gd name="T50" fmla="*/ 46 w 48"/>
                  <a:gd name="T5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8" h="48">
                    <a:moveTo>
                      <a:pt x="46" y="48"/>
                    </a:moveTo>
                    <a:lnTo>
                      <a:pt x="46" y="48"/>
                    </a:lnTo>
                    <a:lnTo>
                      <a:pt x="48" y="30"/>
                    </a:lnTo>
                    <a:lnTo>
                      <a:pt x="48" y="15"/>
                    </a:lnTo>
                    <a:lnTo>
                      <a:pt x="44" y="9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3"/>
                    </a:lnTo>
                    <a:lnTo>
                      <a:pt x="41" y="3"/>
                    </a:lnTo>
                    <a:lnTo>
                      <a:pt x="23" y="0"/>
                    </a:lnTo>
                    <a:lnTo>
                      <a:pt x="8" y="0"/>
                    </a:lnTo>
                    <a:lnTo>
                      <a:pt x="4" y="3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0" y="48"/>
                    </a:lnTo>
                    <a:lnTo>
                      <a:pt x="12" y="48"/>
                    </a:lnTo>
                    <a:lnTo>
                      <a:pt x="4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Freeform 16"/>
              <p:cNvSpPr>
                <a:spLocks/>
              </p:cNvSpPr>
              <p:nvPr/>
            </p:nvSpPr>
            <p:spPr bwMode="auto">
              <a:xfrm>
                <a:off x="889" y="1418"/>
                <a:ext cx="40" cy="48"/>
              </a:xfrm>
              <a:custGeom>
                <a:avLst/>
                <a:gdLst>
                  <a:gd name="T0" fmla="*/ 0 w 40"/>
                  <a:gd name="T1" fmla="*/ 46 h 48"/>
                  <a:gd name="T2" fmla="*/ 15 w 40"/>
                  <a:gd name="T3" fmla="*/ 48 h 48"/>
                  <a:gd name="T4" fmla="*/ 28 w 40"/>
                  <a:gd name="T5" fmla="*/ 48 h 48"/>
                  <a:gd name="T6" fmla="*/ 34 w 40"/>
                  <a:gd name="T7" fmla="*/ 42 h 48"/>
                  <a:gd name="T8" fmla="*/ 34 w 40"/>
                  <a:gd name="T9" fmla="*/ 42 h 48"/>
                  <a:gd name="T10" fmla="*/ 36 w 40"/>
                  <a:gd name="T11" fmla="*/ 42 h 48"/>
                  <a:gd name="T12" fmla="*/ 36 w 40"/>
                  <a:gd name="T13" fmla="*/ 42 h 48"/>
                  <a:gd name="T14" fmla="*/ 36 w 40"/>
                  <a:gd name="T15" fmla="*/ 40 h 48"/>
                  <a:gd name="T16" fmla="*/ 36 w 40"/>
                  <a:gd name="T17" fmla="*/ 40 h 48"/>
                  <a:gd name="T18" fmla="*/ 38 w 40"/>
                  <a:gd name="T19" fmla="*/ 40 h 48"/>
                  <a:gd name="T20" fmla="*/ 38 w 40"/>
                  <a:gd name="T21" fmla="*/ 40 h 48"/>
                  <a:gd name="T22" fmla="*/ 38 w 40"/>
                  <a:gd name="T23" fmla="*/ 40 h 48"/>
                  <a:gd name="T24" fmla="*/ 40 w 40"/>
                  <a:gd name="T25" fmla="*/ 23 h 48"/>
                  <a:gd name="T26" fmla="*/ 40 w 40"/>
                  <a:gd name="T27" fmla="*/ 0 h 48"/>
                  <a:gd name="T28" fmla="*/ 25 w 40"/>
                  <a:gd name="T29" fmla="*/ 0 h 48"/>
                  <a:gd name="T30" fmla="*/ 23 w 40"/>
                  <a:gd name="T31" fmla="*/ 0 h 48"/>
                  <a:gd name="T32" fmla="*/ 19 w 40"/>
                  <a:gd name="T33" fmla="*/ 0 h 48"/>
                  <a:gd name="T34" fmla="*/ 17 w 40"/>
                  <a:gd name="T35" fmla="*/ 2 h 48"/>
                  <a:gd name="T36" fmla="*/ 13 w 40"/>
                  <a:gd name="T37" fmla="*/ 2 h 48"/>
                  <a:gd name="T38" fmla="*/ 11 w 40"/>
                  <a:gd name="T39" fmla="*/ 4 h 48"/>
                  <a:gd name="T40" fmla="*/ 7 w 40"/>
                  <a:gd name="T41" fmla="*/ 4 h 48"/>
                  <a:gd name="T42" fmla="*/ 6 w 40"/>
                  <a:gd name="T43" fmla="*/ 6 h 48"/>
                  <a:gd name="T44" fmla="*/ 4 w 40"/>
                  <a:gd name="T45" fmla="*/ 6 h 48"/>
                  <a:gd name="T46" fmla="*/ 2 w 40"/>
                  <a:gd name="T47" fmla="*/ 6 h 48"/>
                  <a:gd name="T48" fmla="*/ 2 w 40"/>
                  <a:gd name="T49" fmla="*/ 6 h 48"/>
                  <a:gd name="T50" fmla="*/ 2 w 40"/>
                  <a:gd name="T51" fmla="*/ 6 h 48"/>
                  <a:gd name="T52" fmla="*/ 2 w 40"/>
                  <a:gd name="T53" fmla="*/ 6 h 48"/>
                  <a:gd name="T54" fmla="*/ 2 w 40"/>
                  <a:gd name="T55" fmla="*/ 6 h 48"/>
                  <a:gd name="T56" fmla="*/ 0 w 40"/>
                  <a:gd name="T57" fmla="*/ 8 h 48"/>
                  <a:gd name="T58" fmla="*/ 0 w 40"/>
                  <a:gd name="T59" fmla="*/ 8 h 48"/>
                  <a:gd name="T60" fmla="*/ 0 w 40"/>
                  <a:gd name="T61" fmla="*/ 8 h 48"/>
                  <a:gd name="T62" fmla="*/ 0 w 40"/>
                  <a:gd name="T63" fmla="*/ 44 h 48"/>
                  <a:gd name="T64" fmla="*/ 0 w 40"/>
                  <a:gd name="T65" fmla="*/ 4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48">
                    <a:moveTo>
                      <a:pt x="0" y="46"/>
                    </a:moveTo>
                    <a:lnTo>
                      <a:pt x="15" y="48"/>
                    </a:lnTo>
                    <a:lnTo>
                      <a:pt x="28" y="48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6" y="42"/>
                    </a:lnTo>
                    <a:lnTo>
                      <a:pt x="36" y="42"/>
                    </a:lnTo>
                    <a:lnTo>
                      <a:pt x="36" y="40"/>
                    </a:lnTo>
                    <a:lnTo>
                      <a:pt x="36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40" y="23"/>
                    </a:lnTo>
                    <a:lnTo>
                      <a:pt x="40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7" y="2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4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Freeform 17"/>
              <p:cNvSpPr>
                <a:spLocks/>
              </p:cNvSpPr>
              <p:nvPr/>
            </p:nvSpPr>
            <p:spPr bwMode="auto">
              <a:xfrm>
                <a:off x="1025" y="1409"/>
                <a:ext cx="48" cy="55"/>
              </a:xfrm>
              <a:custGeom>
                <a:avLst/>
                <a:gdLst>
                  <a:gd name="T0" fmla="*/ 17 w 48"/>
                  <a:gd name="T1" fmla="*/ 55 h 55"/>
                  <a:gd name="T2" fmla="*/ 32 w 48"/>
                  <a:gd name="T3" fmla="*/ 51 h 55"/>
                  <a:gd name="T4" fmla="*/ 34 w 48"/>
                  <a:gd name="T5" fmla="*/ 51 h 55"/>
                  <a:gd name="T6" fmla="*/ 34 w 48"/>
                  <a:gd name="T7" fmla="*/ 49 h 55"/>
                  <a:gd name="T8" fmla="*/ 36 w 48"/>
                  <a:gd name="T9" fmla="*/ 49 h 55"/>
                  <a:gd name="T10" fmla="*/ 36 w 48"/>
                  <a:gd name="T11" fmla="*/ 49 h 55"/>
                  <a:gd name="T12" fmla="*/ 36 w 48"/>
                  <a:gd name="T13" fmla="*/ 49 h 55"/>
                  <a:gd name="T14" fmla="*/ 38 w 48"/>
                  <a:gd name="T15" fmla="*/ 49 h 55"/>
                  <a:gd name="T16" fmla="*/ 38 w 48"/>
                  <a:gd name="T17" fmla="*/ 49 h 55"/>
                  <a:gd name="T18" fmla="*/ 40 w 48"/>
                  <a:gd name="T19" fmla="*/ 49 h 55"/>
                  <a:gd name="T20" fmla="*/ 46 w 48"/>
                  <a:gd name="T21" fmla="*/ 48 h 55"/>
                  <a:gd name="T22" fmla="*/ 48 w 48"/>
                  <a:gd name="T23" fmla="*/ 36 h 55"/>
                  <a:gd name="T24" fmla="*/ 48 w 48"/>
                  <a:gd name="T25" fmla="*/ 3 h 55"/>
                  <a:gd name="T26" fmla="*/ 46 w 48"/>
                  <a:gd name="T27" fmla="*/ 3 h 55"/>
                  <a:gd name="T28" fmla="*/ 21 w 48"/>
                  <a:gd name="T29" fmla="*/ 0 h 55"/>
                  <a:gd name="T30" fmla="*/ 19 w 48"/>
                  <a:gd name="T31" fmla="*/ 1 h 55"/>
                  <a:gd name="T32" fmla="*/ 15 w 48"/>
                  <a:gd name="T33" fmla="*/ 1 h 55"/>
                  <a:gd name="T34" fmla="*/ 13 w 48"/>
                  <a:gd name="T35" fmla="*/ 3 h 55"/>
                  <a:gd name="T36" fmla="*/ 9 w 48"/>
                  <a:gd name="T37" fmla="*/ 3 h 55"/>
                  <a:gd name="T38" fmla="*/ 7 w 48"/>
                  <a:gd name="T39" fmla="*/ 3 h 55"/>
                  <a:gd name="T40" fmla="*/ 5 w 48"/>
                  <a:gd name="T41" fmla="*/ 5 h 55"/>
                  <a:gd name="T42" fmla="*/ 2 w 48"/>
                  <a:gd name="T43" fmla="*/ 5 h 55"/>
                  <a:gd name="T44" fmla="*/ 0 w 48"/>
                  <a:gd name="T45" fmla="*/ 7 h 55"/>
                  <a:gd name="T46" fmla="*/ 0 w 48"/>
                  <a:gd name="T47" fmla="*/ 49 h 55"/>
                  <a:gd name="T48" fmla="*/ 17 w 48"/>
                  <a:gd name="T4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55">
                    <a:moveTo>
                      <a:pt x="17" y="55"/>
                    </a:moveTo>
                    <a:lnTo>
                      <a:pt x="32" y="51"/>
                    </a:lnTo>
                    <a:lnTo>
                      <a:pt x="34" y="51"/>
                    </a:lnTo>
                    <a:lnTo>
                      <a:pt x="34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6" y="49"/>
                    </a:lnTo>
                    <a:lnTo>
                      <a:pt x="38" y="49"/>
                    </a:lnTo>
                    <a:lnTo>
                      <a:pt x="38" y="49"/>
                    </a:lnTo>
                    <a:lnTo>
                      <a:pt x="40" y="49"/>
                    </a:lnTo>
                    <a:lnTo>
                      <a:pt x="46" y="48"/>
                    </a:lnTo>
                    <a:lnTo>
                      <a:pt x="48" y="36"/>
                    </a:lnTo>
                    <a:lnTo>
                      <a:pt x="48" y="3"/>
                    </a:lnTo>
                    <a:lnTo>
                      <a:pt x="46" y="3"/>
                    </a:lnTo>
                    <a:lnTo>
                      <a:pt x="21" y="0"/>
                    </a:lnTo>
                    <a:lnTo>
                      <a:pt x="19" y="1"/>
                    </a:lnTo>
                    <a:lnTo>
                      <a:pt x="15" y="1"/>
                    </a:lnTo>
                    <a:lnTo>
                      <a:pt x="13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49"/>
                    </a:lnTo>
                    <a:lnTo>
                      <a:pt x="17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Freeform 18"/>
              <p:cNvSpPr>
                <a:spLocks/>
              </p:cNvSpPr>
              <p:nvPr/>
            </p:nvSpPr>
            <p:spPr bwMode="auto">
              <a:xfrm>
                <a:off x="866" y="1393"/>
                <a:ext cx="86" cy="96"/>
              </a:xfrm>
              <a:custGeom>
                <a:avLst/>
                <a:gdLst>
                  <a:gd name="T0" fmla="*/ 59 w 86"/>
                  <a:gd name="T1" fmla="*/ 0 h 96"/>
                  <a:gd name="T2" fmla="*/ 42 w 86"/>
                  <a:gd name="T3" fmla="*/ 0 h 96"/>
                  <a:gd name="T4" fmla="*/ 23 w 86"/>
                  <a:gd name="T5" fmla="*/ 6 h 96"/>
                  <a:gd name="T6" fmla="*/ 15 w 86"/>
                  <a:gd name="T7" fmla="*/ 10 h 96"/>
                  <a:gd name="T8" fmla="*/ 13 w 86"/>
                  <a:gd name="T9" fmla="*/ 10 h 96"/>
                  <a:gd name="T10" fmla="*/ 13 w 86"/>
                  <a:gd name="T11" fmla="*/ 12 h 96"/>
                  <a:gd name="T12" fmla="*/ 23 w 86"/>
                  <a:gd name="T13" fmla="*/ 33 h 96"/>
                  <a:gd name="T14" fmla="*/ 25 w 86"/>
                  <a:gd name="T15" fmla="*/ 31 h 96"/>
                  <a:gd name="T16" fmla="*/ 27 w 86"/>
                  <a:gd name="T17" fmla="*/ 31 h 96"/>
                  <a:gd name="T18" fmla="*/ 34 w 86"/>
                  <a:gd name="T19" fmla="*/ 29 h 96"/>
                  <a:gd name="T20" fmla="*/ 42 w 86"/>
                  <a:gd name="T21" fmla="*/ 25 h 96"/>
                  <a:gd name="T22" fmla="*/ 63 w 86"/>
                  <a:gd name="T23" fmla="*/ 25 h 96"/>
                  <a:gd name="T24" fmla="*/ 61 w 86"/>
                  <a:gd name="T25" fmla="*/ 65 h 96"/>
                  <a:gd name="T26" fmla="*/ 59 w 86"/>
                  <a:gd name="T27" fmla="*/ 65 h 96"/>
                  <a:gd name="T28" fmla="*/ 57 w 86"/>
                  <a:gd name="T29" fmla="*/ 67 h 96"/>
                  <a:gd name="T30" fmla="*/ 38 w 86"/>
                  <a:gd name="T31" fmla="*/ 73 h 96"/>
                  <a:gd name="T32" fmla="*/ 23 w 86"/>
                  <a:gd name="T33" fmla="*/ 33 h 96"/>
                  <a:gd name="T34" fmla="*/ 11 w 86"/>
                  <a:gd name="T35" fmla="*/ 12 h 96"/>
                  <a:gd name="T36" fmla="*/ 11 w 86"/>
                  <a:gd name="T37" fmla="*/ 12 h 96"/>
                  <a:gd name="T38" fmla="*/ 11 w 86"/>
                  <a:gd name="T39" fmla="*/ 12 h 96"/>
                  <a:gd name="T40" fmla="*/ 4 w 86"/>
                  <a:gd name="T41" fmla="*/ 14 h 96"/>
                  <a:gd name="T42" fmla="*/ 0 w 86"/>
                  <a:gd name="T43" fmla="*/ 19 h 96"/>
                  <a:gd name="T44" fmla="*/ 0 w 86"/>
                  <a:gd name="T45" fmla="*/ 29 h 96"/>
                  <a:gd name="T46" fmla="*/ 0 w 86"/>
                  <a:gd name="T47" fmla="*/ 46 h 96"/>
                  <a:gd name="T48" fmla="*/ 0 w 86"/>
                  <a:gd name="T49" fmla="*/ 64 h 96"/>
                  <a:gd name="T50" fmla="*/ 0 w 86"/>
                  <a:gd name="T51" fmla="*/ 75 h 96"/>
                  <a:gd name="T52" fmla="*/ 0 w 86"/>
                  <a:gd name="T53" fmla="*/ 77 h 96"/>
                  <a:gd name="T54" fmla="*/ 2 w 86"/>
                  <a:gd name="T55" fmla="*/ 81 h 96"/>
                  <a:gd name="T56" fmla="*/ 7 w 86"/>
                  <a:gd name="T57" fmla="*/ 90 h 96"/>
                  <a:gd name="T58" fmla="*/ 11 w 86"/>
                  <a:gd name="T59" fmla="*/ 92 h 96"/>
                  <a:gd name="T60" fmla="*/ 15 w 86"/>
                  <a:gd name="T61" fmla="*/ 94 h 96"/>
                  <a:gd name="T62" fmla="*/ 30 w 86"/>
                  <a:gd name="T63" fmla="*/ 96 h 96"/>
                  <a:gd name="T64" fmla="*/ 36 w 86"/>
                  <a:gd name="T65" fmla="*/ 96 h 96"/>
                  <a:gd name="T66" fmla="*/ 44 w 86"/>
                  <a:gd name="T67" fmla="*/ 96 h 96"/>
                  <a:gd name="T68" fmla="*/ 57 w 86"/>
                  <a:gd name="T69" fmla="*/ 96 h 96"/>
                  <a:gd name="T70" fmla="*/ 59 w 86"/>
                  <a:gd name="T71" fmla="*/ 96 h 96"/>
                  <a:gd name="T72" fmla="*/ 63 w 86"/>
                  <a:gd name="T73" fmla="*/ 94 h 96"/>
                  <a:gd name="T74" fmla="*/ 74 w 86"/>
                  <a:gd name="T75" fmla="*/ 89 h 96"/>
                  <a:gd name="T76" fmla="*/ 80 w 86"/>
                  <a:gd name="T77" fmla="*/ 87 h 96"/>
                  <a:gd name="T78" fmla="*/ 84 w 86"/>
                  <a:gd name="T79" fmla="*/ 83 h 96"/>
                  <a:gd name="T80" fmla="*/ 86 w 86"/>
                  <a:gd name="T81" fmla="*/ 65 h 96"/>
                  <a:gd name="T82" fmla="*/ 86 w 86"/>
                  <a:gd name="T83" fmla="*/ 10 h 96"/>
                  <a:gd name="T84" fmla="*/ 82 w 86"/>
                  <a:gd name="T85" fmla="*/ 4 h 96"/>
                  <a:gd name="T86" fmla="*/ 76 w 86"/>
                  <a:gd name="T87" fmla="*/ 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96">
                    <a:moveTo>
                      <a:pt x="76" y="2"/>
                    </a:moveTo>
                    <a:lnTo>
                      <a:pt x="67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2"/>
                    </a:lnTo>
                    <a:lnTo>
                      <a:pt x="29" y="4"/>
                    </a:lnTo>
                    <a:lnTo>
                      <a:pt x="23" y="6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7" y="31"/>
                    </a:lnTo>
                    <a:lnTo>
                      <a:pt x="29" y="31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6" y="27"/>
                    </a:lnTo>
                    <a:lnTo>
                      <a:pt x="40" y="27"/>
                    </a:lnTo>
                    <a:lnTo>
                      <a:pt x="42" y="25"/>
                    </a:lnTo>
                    <a:lnTo>
                      <a:pt x="46" y="25"/>
                    </a:lnTo>
                    <a:lnTo>
                      <a:pt x="48" y="25"/>
                    </a:lnTo>
                    <a:lnTo>
                      <a:pt x="63" y="25"/>
                    </a:lnTo>
                    <a:lnTo>
                      <a:pt x="63" y="48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59" y="65"/>
                    </a:lnTo>
                    <a:lnTo>
                      <a:pt x="59" y="65"/>
                    </a:lnTo>
                    <a:lnTo>
                      <a:pt x="59" y="67"/>
                    </a:lnTo>
                    <a:lnTo>
                      <a:pt x="59" y="67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1" y="73"/>
                    </a:lnTo>
                    <a:lnTo>
                      <a:pt x="38" y="73"/>
                    </a:lnTo>
                    <a:lnTo>
                      <a:pt x="23" y="71"/>
                    </a:lnTo>
                    <a:lnTo>
                      <a:pt x="23" y="69"/>
                    </a:lnTo>
                    <a:lnTo>
                      <a:pt x="23" y="33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2"/>
                    </a:lnTo>
                    <a:lnTo>
                      <a:pt x="6" y="12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3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0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69"/>
                    </a:lnTo>
                    <a:lnTo>
                      <a:pt x="0" y="75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79"/>
                    </a:lnTo>
                    <a:lnTo>
                      <a:pt x="0" y="79"/>
                    </a:lnTo>
                    <a:lnTo>
                      <a:pt x="2" y="81"/>
                    </a:lnTo>
                    <a:lnTo>
                      <a:pt x="2" y="81"/>
                    </a:lnTo>
                    <a:lnTo>
                      <a:pt x="7" y="90"/>
                    </a:lnTo>
                    <a:lnTo>
                      <a:pt x="7" y="90"/>
                    </a:lnTo>
                    <a:lnTo>
                      <a:pt x="9" y="92"/>
                    </a:lnTo>
                    <a:lnTo>
                      <a:pt x="9" y="92"/>
                    </a:lnTo>
                    <a:lnTo>
                      <a:pt x="11" y="92"/>
                    </a:lnTo>
                    <a:lnTo>
                      <a:pt x="11" y="94"/>
                    </a:lnTo>
                    <a:lnTo>
                      <a:pt x="13" y="94"/>
                    </a:lnTo>
                    <a:lnTo>
                      <a:pt x="15" y="94"/>
                    </a:lnTo>
                    <a:lnTo>
                      <a:pt x="15" y="94"/>
                    </a:lnTo>
                    <a:lnTo>
                      <a:pt x="27" y="96"/>
                    </a:lnTo>
                    <a:lnTo>
                      <a:pt x="30" y="96"/>
                    </a:lnTo>
                    <a:lnTo>
                      <a:pt x="32" y="96"/>
                    </a:lnTo>
                    <a:lnTo>
                      <a:pt x="34" y="96"/>
                    </a:lnTo>
                    <a:lnTo>
                      <a:pt x="36" y="96"/>
                    </a:lnTo>
                    <a:lnTo>
                      <a:pt x="40" y="96"/>
                    </a:lnTo>
                    <a:lnTo>
                      <a:pt x="42" y="96"/>
                    </a:lnTo>
                    <a:lnTo>
                      <a:pt x="44" y="96"/>
                    </a:lnTo>
                    <a:lnTo>
                      <a:pt x="46" y="96"/>
                    </a:lnTo>
                    <a:lnTo>
                      <a:pt x="55" y="96"/>
                    </a:lnTo>
                    <a:lnTo>
                      <a:pt x="57" y="96"/>
                    </a:lnTo>
                    <a:lnTo>
                      <a:pt x="57" y="96"/>
                    </a:lnTo>
                    <a:lnTo>
                      <a:pt x="59" y="96"/>
                    </a:lnTo>
                    <a:lnTo>
                      <a:pt x="59" y="96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3" y="94"/>
                    </a:lnTo>
                    <a:lnTo>
                      <a:pt x="63" y="94"/>
                    </a:lnTo>
                    <a:lnTo>
                      <a:pt x="69" y="89"/>
                    </a:lnTo>
                    <a:lnTo>
                      <a:pt x="74" y="89"/>
                    </a:lnTo>
                    <a:lnTo>
                      <a:pt x="76" y="89"/>
                    </a:lnTo>
                    <a:lnTo>
                      <a:pt x="78" y="87"/>
                    </a:lnTo>
                    <a:lnTo>
                      <a:pt x="80" y="87"/>
                    </a:lnTo>
                    <a:lnTo>
                      <a:pt x="80" y="85"/>
                    </a:lnTo>
                    <a:lnTo>
                      <a:pt x="82" y="83"/>
                    </a:lnTo>
                    <a:lnTo>
                      <a:pt x="84" y="83"/>
                    </a:lnTo>
                    <a:lnTo>
                      <a:pt x="84" y="81"/>
                    </a:lnTo>
                    <a:lnTo>
                      <a:pt x="84" y="79"/>
                    </a:lnTo>
                    <a:lnTo>
                      <a:pt x="86" y="65"/>
                    </a:lnTo>
                    <a:lnTo>
                      <a:pt x="86" y="14"/>
                    </a:lnTo>
                    <a:lnTo>
                      <a:pt x="86" y="12"/>
                    </a:lnTo>
                    <a:lnTo>
                      <a:pt x="86" y="10"/>
                    </a:lnTo>
                    <a:lnTo>
                      <a:pt x="84" y="8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0" y="2"/>
                    </a:lnTo>
                    <a:lnTo>
                      <a:pt x="78" y="2"/>
                    </a:lnTo>
                    <a:lnTo>
                      <a:pt x="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Freeform 19"/>
              <p:cNvSpPr>
                <a:spLocks/>
              </p:cNvSpPr>
              <p:nvPr/>
            </p:nvSpPr>
            <p:spPr bwMode="auto">
              <a:xfrm>
                <a:off x="1000" y="1385"/>
                <a:ext cx="96" cy="104"/>
              </a:xfrm>
              <a:custGeom>
                <a:avLst/>
                <a:gdLst>
                  <a:gd name="T0" fmla="*/ 84 w 96"/>
                  <a:gd name="T1" fmla="*/ 6 h 104"/>
                  <a:gd name="T2" fmla="*/ 82 w 96"/>
                  <a:gd name="T3" fmla="*/ 4 h 104"/>
                  <a:gd name="T4" fmla="*/ 80 w 96"/>
                  <a:gd name="T5" fmla="*/ 4 h 104"/>
                  <a:gd name="T6" fmla="*/ 80 w 96"/>
                  <a:gd name="T7" fmla="*/ 4 h 104"/>
                  <a:gd name="T8" fmla="*/ 69 w 96"/>
                  <a:gd name="T9" fmla="*/ 0 h 104"/>
                  <a:gd name="T10" fmla="*/ 55 w 96"/>
                  <a:gd name="T11" fmla="*/ 0 h 104"/>
                  <a:gd name="T12" fmla="*/ 42 w 96"/>
                  <a:gd name="T13" fmla="*/ 0 h 104"/>
                  <a:gd name="T14" fmla="*/ 29 w 96"/>
                  <a:gd name="T15" fmla="*/ 2 h 104"/>
                  <a:gd name="T16" fmla="*/ 13 w 96"/>
                  <a:gd name="T17" fmla="*/ 8 h 104"/>
                  <a:gd name="T18" fmla="*/ 27 w 96"/>
                  <a:gd name="T19" fmla="*/ 29 h 104"/>
                  <a:gd name="T20" fmla="*/ 32 w 96"/>
                  <a:gd name="T21" fmla="*/ 27 h 104"/>
                  <a:gd name="T22" fmla="*/ 38 w 96"/>
                  <a:gd name="T23" fmla="*/ 27 h 104"/>
                  <a:gd name="T24" fmla="*/ 44 w 96"/>
                  <a:gd name="T25" fmla="*/ 25 h 104"/>
                  <a:gd name="T26" fmla="*/ 71 w 96"/>
                  <a:gd name="T27" fmla="*/ 27 h 104"/>
                  <a:gd name="T28" fmla="*/ 73 w 96"/>
                  <a:gd name="T29" fmla="*/ 60 h 104"/>
                  <a:gd name="T30" fmla="*/ 65 w 96"/>
                  <a:gd name="T31" fmla="*/ 73 h 104"/>
                  <a:gd name="T32" fmla="*/ 63 w 96"/>
                  <a:gd name="T33" fmla="*/ 73 h 104"/>
                  <a:gd name="T34" fmla="*/ 61 w 96"/>
                  <a:gd name="T35" fmla="*/ 73 h 104"/>
                  <a:gd name="T36" fmla="*/ 59 w 96"/>
                  <a:gd name="T37" fmla="*/ 73 h 104"/>
                  <a:gd name="T38" fmla="*/ 57 w 96"/>
                  <a:gd name="T39" fmla="*/ 75 h 104"/>
                  <a:gd name="T40" fmla="*/ 25 w 96"/>
                  <a:gd name="T41" fmla="*/ 73 h 104"/>
                  <a:gd name="T42" fmla="*/ 13 w 96"/>
                  <a:gd name="T43" fmla="*/ 8 h 104"/>
                  <a:gd name="T44" fmla="*/ 13 w 96"/>
                  <a:gd name="T45" fmla="*/ 8 h 104"/>
                  <a:gd name="T46" fmla="*/ 13 w 96"/>
                  <a:gd name="T47" fmla="*/ 8 h 104"/>
                  <a:gd name="T48" fmla="*/ 13 w 96"/>
                  <a:gd name="T49" fmla="*/ 8 h 104"/>
                  <a:gd name="T50" fmla="*/ 13 w 96"/>
                  <a:gd name="T51" fmla="*/ 8 h 104"/>
                  <a:gd name="T52" fmla="*/ 7 w 96"/>
                  <a:gd name="T53" fmla="*/ 10 h 104"/>
                  <a:gd name="T54" fmla="*/ 4 w 96"/>
                  <a:gd name="T55" fmla="*/ 12 h 104"/>
                  <a:gd name="T56" fmla="*/ 2 w 96"/>
                  <a:gd name="T57" fmla="*/ 16 h 104"/>
                  <a:gd name="T58" fmla="*/ 0 w 96"/>
                  <a:gd name="T59" fmla="*/ 20 h 104"/>
                  <a:gd name="T60" fmla="*/ 0 w 96"/>
                  <a:gd name="T61" fmla="*/ 35 h 104"/>
                  <a:gd name="T62" fmla="*/ 0 w 96"/>
                  <a:gd name="T63" fmla="*/ 50 h 104"/>
                  <a:gd name="T64" fmla="*/ 2 w 96"/>
                  <a:gd name="T65" fmla="*/ 64 h 104"/>
                  <a:gd name="T66" fmla="*/ 4 w 96"/>
                  <a:gd name="T67" fmla="*/ 79 h 104"/>
                  <a:gd name="T68" fmla="*/ 0 w 96"/>
                  <a:gd name="T69" fmla="*/ 83 h 104"/>
                  <a:gd name="T70" fmla="*/ 2 w 96"/>
                  <a:gd name="T71" fmla="*/ 85 h 104"/>
                  <a:gd name="T72" fmla="*/ 4 w 96"/>
                  <a:gd name="T73" fmla="*/ 89 h 104"/>
                  <a:gd name="T74" fmla="*/ 6 w 96"/>
                  <a:gd name="T75" fmla="*/ 91 h 104"/>
                  <a:gd name="T76" fmla="*/ 13 w 96"/>
                  <a:gd name="T77" fmla="*/ 95 h 104"/>
                  <a:gd name="T78" fmla="*/ 21 w 96"/>
                  <a:gd name="T79" fmla="*/ 98 h 104"/>
                  <a:gd name="T80" fmla="*/ 29 w 96"/>
                  <a:gd name="T81" fmla="*/ 102 h 104"/>
                  <a:gd name="T82" fmla="*/ 38 w 96"/>
                  <a:gd name="T83" fmla="*/ 104 h 104"/>
                  <a:gd name="T84" fmla="*/ 46 w 96"/>
                  <a:gd name="T85" fmla="*/ 104 h 104"/>
                  <a:gd name="T86" fmla="*/ 65 w 96"/>
                  <a:gd name="T87" fmla="*/ 97 h 104"/>
                  <a:gd name="T88" fmla="*/ 65 w 96"/>
                  <a:gd name="T89" fmla="*/ 97 h 104"/>
                  <a:gd name="T90" fmla="*/ 65 w 96"/>
                  <a:gd name="T91" fmla="*/ 97 h 104"/>
                  <a:gd name="T92" fmla="*/ 65 w 96"/>
                  <a:gd name="T93" fmla="*/ 97 h 104"/>
                  <a:gd name="T94" fmla="*/ 75 w 96"/>
                  <a:gd name="T95" fmla="*/ 97 h 104"/>
                  <a:gd name="T96" fmla="*/ 84 w 96"/>
                  <a:gd name="T97" fmla="*/ 97 h 104"/>
                  <a:gd name="T98" fmla="*/ 88 w 96"/>
                  <a:gd name="T99" fmla="*/ 95 h 104"/>
                  <a:gd name="T100" fmla="*/ 92 w 96"/>
                  <a:gd name="T101" fmla="*/ 93 h 104"/>
                  <a:gd name="T102" fmla="*/ 94 w 96"/>
                  <a:gd name="T103" fmla="*/ 89 h 104"/>
                  <a:gd name="T104" fmla="*/ 96 w 96"/>
                  <a:gd name="T105" fmla="*/ 73 h 104"/>
                  <a:gd name="T106" fmla="*/ 96 w 96"/>
                  <a:gd name="T107" fmla="*/ 22 h 104"/>
                  <a:gd name="T108" fmla="*/ 96 w 96"/>
                  <a:gd name="T109" fmla="*/ 20 h 104"/>
                  <a:gd name="T110" fmla="*/ 96 w 96"/>
                  <a:gd name="T111" fmla="*/ 18 h 104"/>
                  <a:gd name="T112" fmla="*/ 94 w 96"/>
                  <a:gd name="T113" fmla="*/ 16 h 104"/>
                  <a:gd name="T114" fmla="*/ 84 w 96"/>
                  <a:gd name="T115" fmla="*/ 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104">
                    <a:moveTo>
                      <a:pt x="84" y="6"/>
                    </a:moveTo>
                    <a:lnTo>
                      <a:pt x="84" y="6"/>
                    </a:lnTo>
                    <a:lnTo>
                      <a:pt x="84" y="6"/>
                    </a:lnTo>
                    <a:lnTo>
                      <a:pt x="82" y="4"/>
                    </a:lnTo>
                    <a:lnTo>
                      <a:pt x="82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78" y="2"/>
                    </a:lnTo>
                    <a:lnTo>
                      <a:pt x="69" y="0"/>
                    </a:lnTo>
                    <a:lnTo>
                      <a:pt x="63" y="0"/>
                    </a:lnTo>
                    <a:lnTo>
                      <a:pt x="55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4" y="0"/>
                    </a:lnTo>
                    <a:lnTo>
                      <a:pt x="29" y="2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25" y="31"/>
                    </a:lnTo>
                    <a:lnTo>
                      <a:pt x="27" y="29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4" y="27"/>
                    </a:lnTo>
                    <a:lnTo>
                      <a:pt x="38" y="27"/>
                    </a:lnTo>
                    <a:lnTo>
                      <a:pt x="40" y="25"/>
                    </a:lnTo>
                    <a:lnTo>
                      <a:pt x="44" y="25"/>
                    </a:lnTo>
                    <a:lnTo>
                      <a:pt x="46" y="24"/>
                    </a:lnTo>
                    <a:lnTo>
                      <a:pt x="71" y="27"/>
                    </a:lnTo>
                    <a:lnTo>
                      <a:pt x="73" y="27"/>
                    </a:lnTo>
                    <a:lnTo>
                      <a:pt x="73" y="60"/>
                    </a:lnTo>
                    <a:lnTo>
                      <a:pt x="71" y="72"/>
                    </a:lnTo>
                    <a:lnTo>
                      <a:pt x="65" y="73"/>
                    </a:lnTo>
                    <a:lnTo>
                      <a:pt x="63" y="73"/>
                    </a:lnTo>
                    <a:lnTo>
                      <a:pt x="63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61" y="73"/>
                    </a:lnTo>
                    <a:lnTo>
                      <a:pt x="59" y="73"/>
                    </a:lnTo>
                    <a:lnTo>
                      <a:pt x="59" y="75"/>
                    </a:lnTo>
                    <a:lnTo>
                      <a:pt x="57" y="75"/>
                    </a:lnTo>
                    <a:lnTo>
                      <a:pt x="42" y="79"/>
                    </a:lnTo>
                    <a:lnTo>
                      <a:pt x="25" y="73"/>
                    </a:lnTo>
                    <a:lnTo>
                      <a:pt x="25" y="31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0" y="35"/>
                    </a:lnTo>
                    <a:lnTo>
                      <a:pt x="0" y="43"/>
                    </a:lnTo>
                    <a:lnTo>
                      <a:pt x="0" y="50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2" y="72"/>
                    </a:lnTo>
                    <a:lnTo>
                      <a:pt x="4" y="79"/>
                    </a:lnTo>
                    <a:lnTo>
                      <a:pt x="0" y="81"/>
                    </a:lnTo>
                    <a:lnTo>
                      <a:pt x="0" y="83"/>
                    </a:lnTo>
                    <a:lnTo>
                      <a:pt x="2" y="85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6" y="91"/>
                    </a:lnTo>
                    <a:lnTo>
                      <a:pt x="6" y="91"/>
                    </a:lnTo>
                    <a:lnTo>
                      <a:pt x="7" y="91"/>
                    </a:lnTo>
                    <a:lnTo>
                      <a:pt x="13" y="95"/>
                    </a:lnTo>
                    <a:lnTo>
                      <a:pt x="17" y="97"/>
                    </a:lnTo>
                    <a:lnTo>
                      <a:pt x="21" y="98"/>
                    </a:lnTo>
                    <a:lnTo>
                      <a:pt x="25" y="100"/>
                    </a:lnTo>
                    <a:lnTo>
                      <a:pt x="29" y="102"/>
                    </a:lnTo>
                    <a:lnTo>
                      <a:pt x="32" y="102"/>
                    </a:lnTo>
                    <a:lnTo>
                      <a:pt x="38" y="104"/>
                    </a:lnTo>
                    <a:lnTo>
                      <a:pt x="42" y="104"/>
                    </a:lnTo>
                    <a:lnTo>
                      <a:pt x="46" y="104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7" y="97"/>
                    </a:lnTo>
                    <a:lnTo>
                      <a:pt x="75" y="97"/>
                    </a:lnTo>
                    <a:lnTo>
                      <a:pt x="82" y="97"/>
                    </a:lnTo>
                    <a:lnTo>
                      <a:pt x="84" y="97"/>
                    </a:lnTo>
                    <a:lnTo>
                      <a:pt x="86" y="95"/>
                    </a:lnTo>
                    <a:lnTo>
                      <a:pt x="88" y="95"/>
                    </a:lnTo>
                    <a:lnTo>
                      <a:pt x="90" y="93"/>
                    </a:lnTo>
                    <a:lnTo>
                      <a:pt x="92" y="93"/>
                    </a:lnTo>
                    <a:lnTo>
                      <a:pt x="94" y="91"/>
                    </a:lnTo>
                    <a:lnTo>
                      <a:pt x="94" y="89"/>
                    </a:lnTo>
                    <a:lnTo>
                      <a:pt x="94" y="87"/>
                    </a:lnTo>
                    <a:lnTo>
                      <a:pt x="96" y="73"/>
                    </a:lnTo>
                    <a:lnTo>
                      <a:pt x="96" y="24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0"/>
                    </a:lnTo>
                    <a:lnTo>
                      <a:pt x="96" y="18"/>
                    </a:lnTo>
                    <a:lnTo>
                      <a:pt x="96" y="18"/>
                    </a:lnTo>
                    <a:lnTo>
                      <a:pt x="94" y="16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8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Freeform 20"/>
              <p:cNvSpPr>
                <a:spLocks/>
              </p:cNvSpPr>
              <p:nvPr/>
            </p:nvSpPr>
            <p:spPr bwMode="auto">
              <a:xfrm>
                <a:off x="1143" y="1385"/>
                <a:ext cx="96" cy="97"/>
              </a:xfrm>
              <a:custGeom>
                <a:avLst/>
                <a:gdLst>
                  <a:gd name="T0" fmla="*/ 90 w 96"/>
                  <a:gd name="T1" fmla="*/ 20 h 97"/>
                  <a:gd name="T2" fmla="*/ 89 w 96"/>
                  <a:gd name="T3" fmla="*/ 14 h 97"/>
                  <a:gd name="T4" fmla="*/ 89 w 96"/>
                  <a:gd name="T5" fmla="*/ 12 h 97"/>
                  <a:gd name="T6" fmla="*/ 87 w 96"/>
                  <a:gd name="T7" fmla="*/ 8 h 97"/>
                  <a:gd name="T8" fmla="*/ 83 w 96"/>
                  <a:gd name="T9" fmla="*/ 6 h 97"/>
                  <a:gd name="T10" fmla="*/ 66 w 96"/>
                  <a:gd name="T11" fmla="*/ 0 h 97"/>
                  <a:gd name="T12" fmla="*/ 29 w 96"/>
                  <a:gd name="T13" fmla="*/ 0 h 97"/>
                  <a:gd name="T14" fmla="*/ 25 w 96"/>
                  <a:gd name="T15" fmla="*/ 2 h 97"/>
                  <a:gd name="T16" fmla="*/ 23 w 96"/>
                  <a:gd name="T17" fmla="*/ 4 h 97"/>
                  <a:gd name="T18" fmla="*/ 22 w 96"/>
                  <a:gd name="T19" fmla="*/ 6 h 97"/>
                  <a:gd name="T20" fmla="*/ 18 w 96"/>
                  <a:gd name="T21" fmla="*/ 8 h 97"/>
                  <a:gd name="T22" fmla="*/ 16 w 96"/>
                  <a:gd name="T23" fmla="*/ 10 h 97"/>
                  <a:gd name="T24" fmla="*/ 12 w 96"/>
                  <a:gd name="T25" fmla="*/ 12 h 97"/>
                  <a:gd name="T26" fmla="*/ 10 w 96"/>
                  <a:gd name="T27" fmla="*/ 14 h 97"/>
                  <a:gd name="T28" fmla="*/ 6 w 96"/>
                  <a:gd name="T29" fmla="*/ 24 h 97"/>
                  <a:gd name="T30" fmla="*/ 2 w 96"/>
                  <a:gd name="T31" fmla="*/ 41 h 97"/>
                  <a:gd name="T32" fmla="*/ 0 w 96"/>
                  <a:gd name="T33" fmla="*/ 56 h 97"/>
                  <a:gd name="T34" fmla="*/ 4 w 96"/>
                  <a:gd name="T35" fmla="*/ 73 h 97"/>
                  <a:gd name="T36" fmla="*/ 25 w 96"/>
                  <a:gd name="T37" fmla="*/ 72 h 97"/>
                  <a:gd name="T38" fmla="*/ 25 w 96"/>
                  <a:gd name="T39" fmla="*/ 50 h 97"/>
                  <a:gd name="T40" fmla="*/ 25 w 96"/>
                  <a:gd name="T41" fmla="*/ 43 h 97"/>
                  <a:gd name="T42" fmla="*/ 25 w 96"/>
                  <a:gd name="T43" fmla="*/ 35 h 97"/>
                  <a:gd name="T44" fmla="*/ 29 w 96"/>
                  <a:gd name="T45" fmla="*/ 27 h 97"/>
                  <a:gd name="T46" fmla="*/ 48 w 96"/>
                  <a:gd name="T47" fmla="*/ 24 h 97"/>
                  <a:gd name="T48" fmla="*/ 67 w 96"/>
                  <a:gd name="T49" fmla="*/ 27 h 97"/>
                  <a:gd name="T50" fmla="*/ 67 w 96"/>
                  <a:gd name="T51" fmla="*/ 29 h 97"/>
                  <a:gd name="T52" fmla="*/ 67 w 96"/>
                  <a:gd name="T53" fmla="*/ 31 h 97"/>
                  <a:gd name="T54" fmla="*/ 67 w 96"/>
                  <a:gd name="T55" fmla="*/ 31 h 97"/>
                  <a:gd name="T56" fmla="*/ 73 w 96"/>
                  <a:gd name="T57" fmla="*/ 39 h 97"/>
                  <a:gd name="T58" fmla="*/ 71 w 96"/>
                  <a:gd name="T59" fmla="*/ 72 h 97"/>
                  <a:gd name="T60" fmla="*/ 37 w 96"/>
                  <a:gd name="T61" fmla="*/ 72 h 97"/>
                  <a:gd name="T62" fmla="*/ 8 w 96"/>
                  <a:gd name="T63" fmla="*/ 83 h 97"/>
                  <a:gd name="T64" fmla="*/ 2 w 96"/>
                  <a:gd name="T65" fmla="*/ 83 h 97"/>
                  <a:gd name="T66" fmla="*/ 2 w 96"/>
                  <a:gd name="T67" fmla="*/ 87 h 97"/>
                  <a:gd name="T68" fmla="*/ 4 w 96"/>
                  <a:gd name="T69" fmla="*/ 91 h 97"/>
                  <a:gd name="T70" fmla="*/ 8 w 96"/>
                  <a:gd name="T71" fmla="*/ 93 h 97"/>
                  <a:gd name="T72" fmla="*/ 23 w 96"/>
                  <a:gd name="T73" fmla="*/ 97 h 97"/>
                  <a:gd name="T74" fmla="*/ 77 w 96"/>
                  <a:gd name="T75" fmla="*/ 97 h 97"/>
                  <a:gd name="T76" fmla="*/ 79 w 96"/>
                  <a:gd name="T77" fmla="*/ 97 h 97"/>
                  <a:gd name="T78" fmla="*/ 81 w 96"/>
                  <a:gd name="T79" fmla="*/ 95 h 97"/>
                  <a:gd name="T80" fmla="*/ 83 w 96"/>
                  <a:gd name="T81" fmla="*/ 93 h 97"/>
                  <a:gd name="T82" fmla="*/ 92 w 96"/>
                  <a:gd name="T83" fmla="*/ 85 h 97"/>
                  <a:gd name="T84" fmla="*/ 92 w 96"/>
                  <a:gd name="T85" fmla="*/ 83 h 97"/>
                  <a:gd name="T86" fmla="*/ 94 w 96"/>
                  <a:gd name="T87" fmla="*/ 81 h 97"/>
                  <a:gd name="T88" fmla="*/ 94 w 96"/>
                  <a:gd name="T89" fmla="*/ 79 h 97"/>
                  <a:gd name="T90" fmla="*/ 94 w 96"/>
                  <a:gd name="T91" fmla="*/ 77 h 97"/>
                  <a:gd name="T92" fmla="*/ 96 w 96"/>
                  <a:gd name="T93" fmla="*/ 33 h 97"/>
                  <a:gd name="T94" fmla="*/ 96 w 96"/>
                  <a:gd name="T95" fmla="*/ 31 h 97"/>
                  <a:gd name="T96" fmla="*/ 96 w 96"/>
                  <a:gd name="T97" fmla="*/ 29 h 97"/>
                  <a:gd name="T98" fmla="*/ 96 w 96"/>
                  <a:gd name="T99" fmla="*/ 29 h 97"/>
                  <a:gd name="T100" fmla="*/ 94 w 96"/>
                  <a:gd name="T101" fmla="*/ 2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6" h="97">
                    <a:moveTo>
                      <a:pt x="94" y="27"/>
                    </a:moveTo>
                    <a:lnTo>
                      <a:pt x="90" y="20"/>
                    </a:lnTo>
                    <a:lnTo>
                      <a:pt x="89" y="16"/>
                    </a:lnTo>
                    <a:lnTo>
                      <a:pt x="89" y="14"/>
                    </a:lnTo>
                    <a:lnTo>
                      <a:pt x="89" y="12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7" y="8"/>
                    </a:lnTo>
                    <a:lnTo>
                      <a:pt x="85" y="8"/>
                    </a:lnTo>
                    <a:lnTo>
                      <a:pt x="83" y="6"/>
                    </a:lnTo>
                    <a:lnTo>
                      <a:pt x="83" y="6"/>
                    </a:lnTo>
                    <a:lnTo>
                      <a:pt x="66" y="0"/>
                    </a:lnTo>
                    <a:lnTo>
                      <a:pt x="31" y="0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2"/>
                    </a:lnTo>
                    <a:lnTo>
                      <a:pt x="23" y="2"/>
                    </a:lnTo>
                    <a:lnTo>
                      <a:pt x="23" y="4"/>
                    </a:lnTo>
                    <a:lnTo>
                      <a:pt x="22" y="4"/>
                    </a:lnTo>
                    <a:lnTo>
                      <a:pt x="22" y="6"/>
                    </a:lnTo>
                    <a:lnTo>
                      <a:pt x="20" y="8"/>
                    </a:lnTo>
                    <a:lnTo>
                      <a:pt x="18" y="8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10" y="16"/>
                    </a:lnTo>
                    <a:lnTo>
                      <a:pt x="6" y="24"/>
                    </a:lnTo>
                    <a:lnTo>
                      <a:pt x="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6"/>
                    </a:lnTo>
                    <a:lnTo>
                      <a:pt x="2" y="66"/>
                    </a:lnTo>
                    <a:lnTo>
                      <a:pt x="4" y="73"/>
                    </a:lnTo>
                    <a:lnTo>
                      <a:pt x="8" y="83"/>
                    </a:lnTo>
                    <a:lnTo>
                      <a:pt x="25" y="72"/>
                    </a:lnTo>
                    <a:lnTo>
                      <a:pt x="25" y="54"/>
                    </a:lnTo>
                    <a:lnTo>
                      <a:pt x="25" y="50"/>
                    </a:lnTo>
                    <a:lnTo>
                      <a:pt x="25" y="47"/>
                    </a:lnTo>
                    <a:lnTo>
                      <a:pt x="25" y="43"/>
                    </a:lnTo>
                    <a:lnTo>
                      <a:pt x="25" y="39"/>
                    </a:lnTo>
                    <a:lnTo>
                      <a:pt x="25" y="35"/>
                    </a:lnTo>
                    <a:lnTo>
                      <a:pt x="27" y="31"/>
                    </a:lnTo>
                    <a:lnTo>
                      <a:pt x="29" y="27"/>
                    </a:lnTo>
                    <a:lnTo>
                      <a:pt x="33" y="24"/>
                    </a:lnTo>
                    <a:lnTo>
                      <a:pt x="48" y="24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3" y="39"/>
                    </a:lnTo>
                    <a:lnTo>
                      <a:pt x="73" y="54"/>
                    </a:lnTo>
                    <a:lnTo>
                      <a:pt x="71" y="72"/>
                    </a:lnTo>
                    <a:lnTo>
                      <a:pt x="71" y="72"/>
                    </a:lnTo>
                    <a:lnTo>
                      <a:pt x="37" y="72"/>
                    </a:lnTo>
                    <a:lnTo>
                      <a:pt x="25" y="72"/>
                    </a:lnTo>
                    <a:lnTo>
                      <a:pt x="8" y="83"/>
                    </a:lnTo>
                    <a:lnTo>
                      <a:pt x="0" y="81"/>
                    </a:lnTo>
                    <a:lnTo>
                      <a:pt x="2" y="83"/>
                    </a:lnTo>
                    <a:lnTo>
                      <a:pt x="2" y="85"/>
                    </a:lnTo>
                    <a:lnTo>
                      <a:pt x="2" y="87"/>
                    </a:lnTo>
                    <a:lnTo>
                      <a:pt x="4" y="89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8" y="93"/>
                    </a:lnTo>
                    <a:lnTo>
                      <a:pt x="10" y="93"/>
                    </a:lnTo>
                    <a:lnTo>
                      <a:pt x="23" y="97"/>
                    </a:lnTo>
                    <a:lnTo>
                      <a:pt x="75" y="97"/>
                    </a:lnTo>
                    <a:lnTo>
                      <a:pt x="77" y="97"/>
                    </a:lnTo>
                    <a:lnTo>
                      <a:pt x="77" y="97"/>
                    </a:lnTo>
                    <a:lnTo>
                      <a:pt x="79" y="97"/>
                    </a:lnTo>
                    <a:lnTo>
                      <a:pt x="79" y="95"/>
                    </a:lnTo>
                    <a:lnTo>
                      <a:pt x="81" y="95"/>
                    </a:lnTo>
                    <a:lnTo>
                      <a:pt x="81" y="95"/>
                    </a:lnTo>
                    <a:lnTo>
                      <a:pt x="83" y="93"/>
                    </a:lnTo>
                    <a:lnTo>
                      <a:pt x="83" y="93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3"/>
                    </a:lnTo>
                    <a:lnTo>
                      <a:pt x="94" y="83"/>
                    </a:lnTo>
                    <a:lnTo>
                      <a:pt x="94" y="81"/>
                    </a:lnTo>
                    <a:lnTo>
                      <a:pt x="94" y="81"/>
                    </a:lnTo>
                    <a:lnTo>
                      <a:pt x="94" y="79"/>
                    </a:lnTo>
                    <a:lnTo>
                      <a:pt x="94" y="79"/>
                    </a:lnTo>
                    <a:lnTo>
                      <a:pt x="94" y="77"/>
                    </a:lnTo>
                    <a:lnTo>
                      <a:pt x="96" y="66"/>
                    </a:lnTo>
                    <a:lnTo>
                      <a:pt x="96" y="33"/>
                    </a:lnTo>
                    <a:lnTo>
                      <a:pt x="96" y="33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6" y="29"/>
                    </a:lnTo>
                    <a:lnTo>
                      <a:pt x="94" y="27"/>
                    </a:lnTo>
                    <a:lnTo>
                      <a:pt x="9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Freeform 21"/>
              <p:cNvSpPr>
                <a:spLocks/>
              </p:cNvSpPr>
              <p:nvPr/>
            </p:nvSpPr>
            <p:spPr bwMode="auto">
              <a:xfrm>
                <a:off x="808" y="1578"/>
                <a:ext cx="106" cy="63"/>
              </a:xfrm>
              <a:custGeom>
                <a:avLst/>
                <a:gdLst>
                  <a:gd name="T0" fmla="*/ 85 w 106"/>
                  <a:gd name="T1" fmla="*/ 25 h 63"/>
                  <a:gd name="T2" fmla="*/ 69 w 106"/>
                  <a:gd name="T3" fmla="*/ 34 h 63"/>
                  <a:gd name="T4" fmla="*/ 69 w 106"/>
                  <a:gd name="T5" fmla="*/ 34 h 63"/>
                  <a:gd name="T6" fmla="*/ 67 w 106"/>
                  <a:gd name="T7" fmla="*/ 34 h 63"/>
                  <a:gd name="T8" fmla="*/ 67 w 106"/>
                  <a:gd name="T9" fmla="*/ 34 h 63"/>
                  <a:gd name="T10" fmla="*/ 64 w 106"/>
                  <a:gd name="T11" fmla="*/ 38 h 63"/>
                  <a:gd name="T12" fmla="*/ 41 w 106"/>
                  <a:gd name="T13" fmla="*/ 30 h 63"/>
                  <a:gd name="T14" fmla="*/ 25 w 106"/>
                  <a:gd name="T15" fmla="*/ 13 h 63"/>
                  <a:gd name="T16" fmla="*/ 23 w 106"/>
                  <a:gd name="T17" fmla="*/ 9 h 63"/>
                  <a:gd name="T18" fmla="*/ 23 w 106"/>
                  <a:gd name="T19" fmla="*/ 7 h 63"/>
                  <a:gd name="T20" fmla="*/ 23 w 106"/>
                  <a:gd name="T21" fmla="*/ 3 h 63"/>
                  <a:gd name="T22" fmla="*/ 25 w 106"/>
                  <a:gd name="T23" fmla="*/ 0 h 63"/>
                  <a:gd name="T24" fmla="*/ 0 w 106"/>
                  <a:gd name="T25" fmla="*/ 5 h 63"/>
                  <a:gd name="T26" fmla="*/ 2 w 106"/>
                  <a:gd name="T27" fmla="*/ 15 h 63"/>
                  <a:gd name="T28" fmla="*/ 4 w 106"/>
                  <a:gd name="T29" fmla="*/ 26 h 63"/>
                  <a:gd name="T30" fmla="*/ 10 w 106"/>
                  <a:gd name="T31" fmla="*/ 36 h 63"/>
                  <a:gd name="T32" fmla="*/ 19 w 106"/>
                  <a:gd name="T33" fmla="*/ 48 h 63"/>
                  <a:gd name="T34" fmla="*/ 21 w 106"/>
                  <a:gd name="T35" fmla="*/ 50 h 63"/>
                  <a:gd name="T36" fmla="*/ 23 w 106"/>
                  <a:gd name="T37" fmla="*/ 50 h 63"/>
                  <a:gd name="T38" fmla="*/ 23 w 106"/>
                  <a:gd name="T39" fmla="*/ 51 h 63"/>
                  <a:gd name="T40" fmla="*/ 25 w 106"/>
                  <a:gd name="T41" fmla="*/ 51 h 63"/>
                  <a:gd name="T42" fmla="*/ 33 w 106"/>
                  <a:gd name="T43" fmla="*/ 53 h 63"/>
                  <a:gd name="T44" fmla="*/ 39 w 106"/>
                  <a:gd name="T45" fmla="*/ 55 h 63"/>
                  <a:gd name="T46" fmla="*/ 42 w 106"/>
                  <a:gd name="T47" fmla="*/ 57 h 63"/>
                  <a:gd name="T48" fmla="*/ 48 w 106"/>
                  <a:gd name="T49" fmla="*/ 61 h 63"/>
                  <a:gd name="T50" fmla="*/ 65 w 106"/>
                  <a:gd name="T51" fmla="*/ 63 h 63"/>
                  <a:gd name="T52" fmla="*/ 67 w 106"/>
                  <a:gd name="T53" fmla="*/ 63 h 63"/>
                  <a:gd name="T54" fmla="*/ 69 w 106"/>
                  <a:gd name="T55" fmla="*/ 63 h 63"/>
                  <a:gd name="T56" fmla="*/ 71 w 106"/>
                  <a:gd name="T57" fmla="*/ 61 h 63"/>
                  <a:gd name="T58" fmla="*/ 73 w 106"/>
                  <a:gd name="T59" fmla="*/ 61 h 63"/>
                  <a:gd name="T60" fmla="*/ 83 w 106"/>
                  <a:gd name="T61" fmla="*/ 53 h 63"/>
                  <a:gd name="T62" fmla="*/ 85 w 106"/>
                  <a:gd name="T63" fmla="*/ 51 h 63"/>
                  <a:gd name="T64" fmla="*/ 88 w 106"/>
                  <a:gd name="T65" fmla="*/ 50 h 63"/>
                  <a:gd name="T66" fmla="*/ 92 w 106"/>
                  <a:gd name="T67" fmla="*/ 48 h 63"/>
                  <a:gd name="T68" fmla="*/ 102 w 106"/>
                  <a:gd name="T69" fmla="*/ 42 h 63"/>
                  <a:gd name="T70" fmla="*/ 102 w 106"/>
                  <a:gd name="T71" fmla="*/ 42 h 63"/>
                  <a:gd name="T72" fmla="*/ 104 w 106"/>
                  <a:gd name="T73" fmla="*/ 40 h 63"/>
                  <a:gd name="T74" fmla="*/ 106 w 106"/>
                  <a:gd name="T75" fmla="*/ 40 h 63"/>
                  <a:gd name="T76" fmla="*/ 106 w 106"/>
                  <a:gd name="T77" fmla="*/ 38 h 63"/>
                  <a:gd name="T78" fmla="*/ 102 w 106"/>
                  <a:gd name="T79" fmla="*/ 30 h 63"/>
                  <a:gd name="T80" fmla="*/ 98 w 106"/>
                  <a:gd name="T81" fmla="*/ 23 h 63"/>
                  <a:gd name="T82" fmla="*/ 94 w 106"/>
                  <a:gd name="T83" fmla="*/ 15 h 63"/>
                  <a:gd name="T84" fmla="*/ 90 w 106"/>
                  <a:gd name="T85" fmla="*/ 7 h 63"/>
                  <a:gd name="T86" fmla="*/ 90 w 106"/>
                  <a:gd name="T87" fmla="*/ 7 h 63"/>
                  <a:gd name="T88" fmla="*/ 90 w 106"/>
                  <a:gd name="T89" fmla="*/ 7 h 63"/>
                  <a:gd name="T90" fmla="*/ 90 w 106"/>
                  <a:gd name="T91" fmla="*/ 9 h 63"/>
                  <a:gd name="T92" fmla="*/ 88 w 106"/>
                  <a:gd name="T93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6" h="63">
                    <a:moveTo>
                      <a:pt x="88" y="9"/>
                    </a:moveTo>
                    <a:lnTo>
                      <a:pt x="85" y="25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7" y="34"/>
                    </a:lnTo>
                    <a:lnTo>
                      <a:pt x="64" y="38"/>
                    </a:lnTo>
                    <a:lnTo>
                      <a:pt x="39" y="30"/>
                    </a:lnTo>
                    <a:lnTo>
                      <a:pt x="41" y="30"/>
                    </a:lnTo>
                    <a:lnTo>
                      <a:pt x="37" y="30"/>
                    </a:lnTo>
                    <a:lnTo>
                      <a:pt x="25" y="13"/>
                    </a:lnTo>
                    <a:lnTo>
                      <a:pt x="25" y="11"/>
                    </a:lnTo>
                    <a:lnTo>
                      <a:pt x="23" y="9"/>
                    </a:lnTo>
                    <a:lnTo>
                      <a:pt x="23" y="7"/>
                    </a:lnTo>
                    <a:lnTo>
                      <a:pt x="23" y="7"/>
                    </a:lnTo>
                    <a:lnTo>
                      <a:pt x="23" y="5"/>
                    </a:lnTo>
                    <a:lnTo>
                      <a:pt x="23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2" y="15"/>
                    </a:lnTo>
                    <a:lnTo>
                      <a:pt x="2" y="21"/>
                    </a:lnTo>
                    <a:lnTo>
                      <a:pt x="4" y="26"/>
                    </a:lnTo>
                    <a:lnTo>
                      <a:pt x="8" y="32"/>
                    </a:lnTo>
                    <a:lnTo>
                      <a:pt x="10" y="36"/>
                    </a:lnTo>
                    <a:lnTo>
                      <a:pt x="14" y="42"/>
                    </a:lnTo>
                    <a:lnTo>
                      <a:pt x="19" y="48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3" y="50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31" y="51"/>
                    </a:lnTo>
                    <a:lnTo>
                      <a:pt x="33" y="53"/>
                    </a:lnTo>
                    <a:lnTo>
                      <a:pt x="37" y="53"/>
                    </a:lnTo>
                    <a:lnTo>
                      <a:pt x="39" y="55"/>
                    </a:lnTo>
                    <a:lnTo>
                      <a:pt x="41" y="57"/>
                    </a:lnTo>
                    <a:lnTo>
                      <a:pt x="42" y="57"/>
                    </a:lnTo>
                    <a:lnTo>
                      <a:pt x="46" y="59"/>
                    </a:lnTo>
                    <a:lnTo>
                      <a:pt x="48" y="61"/>
                    </a:lnTo>
                    <a:lnTo>
                      <a:pt x="50" y="61"/>
                    </a:lnTo>
                    <a:lnTo>
                      <a:pt x="65" y="63"/>
                    </a:lnTo>
                    <a:lnTo>
                      <a:pt x="65" y="63"/>
                    </a:lnTo>
                    <a:lnTo>
                      <a:pt x="67" y="63"/>
                    </a:lnTo>
                    <a:lnTo>
                      <a:pt x="67" y="63"/>
                    </a:lnTo>
                    <a:lnTo>
                      <a:pt x="69" y="63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1" y="61"/>
                    </a:lnTo>
                    <a:lnTo>
                      <a:pt x="73" y="61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1"/>
                    </a:lnTo>
                    <a:lnTo>
                      <a:pt x="87" y="51"/>
                    </a:lnTo>
                    <a:lnTo>
                      <a:pt x="88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4" y="48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2" y="42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4" y="40"/>
                    </a:lnTo>
                    <a:lnTo>
                      <a:pt x="106" y="40"/>
                    </a:lnTo>
                    <a:lnTo>
                      <a:pt x="106" y="38"/>
                    </a:lnTo>
                    <a:lnTo>
                      <a:pt x="106" y="38"/>
                    </a:lnTo>
                    <a:lnTo>
                      <a:pt x="104" y="34"/>
                    </a:lnTo>
                    <a:lnTo>
                      <a:pt x="102" y="30"/>
                    </a:lnTo>
                    <a:lnTo>
                      <a:pt x="100" y="26"/>
                    </a:lnTo>
                    <a:lnTo>
                      <a:pt x="98" y="23"/>
                    </a:lnTo>
                    <a:lnTo>
                      <a:pt x="96" y="19"/>
                    </a:lnTo>
                    <a:lnTo>
                      <a:pt x="94" y="15"/>
                    </a:lnTo>
                    <a:lnTo>
                      <a:pt x="92" y="11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7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90" y="9"/>
                    </a:lnTo>
                    <a:lnTo>
                      <a:pt x="8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Freeform 22"/>
              <p:cNvSpPr>
                <a:spLocks/>
              </p:cNvSpPr>
              <p:nvPr/>
            </p:nvSpPr>
            <p:spPr bwMode="auto">
              <a:xfrm>
                <a:off x="896" y="1578"/>
                <a:ext cx="121" cy="63"/>
              </a:xfrm>
              <a:custGeom>
                <a:avLst/>
                <a:gdLst>
                  <a:gd name="T0" fmla="*/ 96 w 121"/>
                  <a:gd name="T1" fmla="*/ 0 h 63"/>
                  <a:gd name="T2" fmla="*/ 96 w 121"/>
                  <a:gd name="T3" fmla="*/ 7 h 63"/>
                  <a:gd name="T4" fmla="*/ 94 w 121"/>
                  <a:gd name="T5" fmla="*/ 28 h 63"/>
                  <a:gd name="T6" fmla="*/ 90 w 121"/>
                  <a:gd name="T7" fmla="*/ 30 h 63"/>
                  <a:gd name="T8" fmla="*/ 87 w 121"/>
                  <a:gd name="T9" fmla="*/ 34 h 63"/>
                  <a:gd name="T10" fmla="*/ 81 w 121"/>
                  <a:gd name="T11" fmla="*/ 38 h 63"/>
                  <a:gd name="T12" fmla="*/ 81 w 121"/>
                  <a:gd name="T13" fmla="*/ 38 h 63"/>
                  <a:gd name="T14" fmla="*/ 83 w 121"/>
                  <a:gd name="T15" fmla="*/ 36 h 63"/>
                  <a:gd name="T16" fmla="*/ 83 w 121"/>
                  <a:gd name="T17" fmla="*/ 36 h 63"/>
                  <a:gd name="T18" fmla="*/ 81 w 121"/>
                  <a:gd name="T19" fmla="*/ 36 h 63"/>
                  <a:gd name="T20" fmla="*/ 77 w 121"/>
                  <a:gd name="T21" fmla="*/ 40 h 63"/>
                  <a:gd name="T22" fmla="*/ 56 w 121"/>
                  <a:gd name="T23" fmla="*/ 40 h 63"/>
                  <a:gd name="T24" fmla="*/ 56 w 121"/>
                  <a:gd name="T25" fmla="*/ 38 h 63"/>
                  <a:gd name="T26" fmla="*/ 52 w 121"/>
                  <a:gd name="T27" fmla="*/ 38 h 63"/>
                  <a:gd name="T28" fmla="*/ 48 w 121"/>
                  <a:gd name="T29" fmla="*/ 36 h 63"/>
                  <a:gd name="T30" fmla="*/ 43 w 121"/>
                  <a:gd name="T31" fmla="*/ 32 h 63"/>
                  <a:gd name="T32" fmla="*/ 39 w 121"/>
                  <a:gd name="T33" fmla="*/ 28 h 63"/>
                  <a:gd name="T34" fmla="*/ 35 w 121"/>
                  <a:gd name="T35" fmla="*/ 21 h 63"/>
                  <a:gd name="T36" fmla="*/ 33 w 121"/>
                  <a:gd name="T37" fmla="*/ 7 h 63"/>
                  <a:gd name="T38" fmla="*/ 35 w 121"/>
                  <a:gd name="T39" fmla="*/ 2 h 63"/>
                  <a:gd name="T40" fmla="*/ 33 w 121"/>
                  <a:gd name="T41" fmla="*/ 2 h 63"/>
                  <a:gd name="T42" fmla="*/ 33 w 121"/>
                  <a:gd name="T43" fmla="*/ 0 h 63"/>
                  <a:gd name="T44" fmla="*/ 31 w 121"/>
                  <a:gd name="T45" fmla="*/ 0 h 63"/>
                  <a:gd name="T46" fmla="*/ 31 w 121"/>
                  <a:gd name="T47" fmla="*/ 0 h 63"/>
                  <a:gd name="T48" fmla="*/ 0 w 121"/>
                  <a:gd name="T49" fmla="*/ 0 h 63"/>
                  <a:gd name="T50" fmla="*/ 2 w 121"/>
                  <a:gd name="T51" fmla="*/ 3 h 63"/>
                  <a:gd name="T52" fmla="*/ 2 w 121"/>
                  <a:gd name="T53" fmla="*/ 5 h 63"/>
                  <a:gd name="T54" fmla="*/ 2 w 121"/>
                  <a:gd name="T55" fmla="*/ 7 h 63"/>
                  <a:gd name="T56" fmla="*/ 8 w 121"/>
                  <a:gd name="T57" fmla="*/ 19 h 63"/>
                  <a:gd name="T58" fmla="*/ 14 w 121"/>
                  <a:gd name="T59" fmla="*/ 30 h 63"/>
                  <a:gd name="T60" fmla="*/ 18 w 121"/>
                  <a:gd name="T61" fmla="*/ 38 h 63"/>
                  <a:gd name="T62" fmla="*/ 20 w 121"/>
                  <a:gd name="T63" fmla="*/ 40 h 63"/>
                  <a:gd name="T64" fmla="*/ 20 w 121"/>
                  <a:gd name="T65" fmla="*/ 42 h 63"/>
                  <a:gd name="T66" fmla="*/ 41 w 121"/>
                  <a:gd name="T67" fmla="*/ 59 h 63"/>
                  <a:gd name="T68" fmla="*/ 43 w 121"/>
                  <a:gd name="T69" fmla="*/ 61 h 63"/>
                  <a:gd name="T70" fmla="*/ 46 w 121"/>
                  <a:gd name="T71" fmla="*/ 63 h 63"/>
                  <a:gd name="T72" fmla="*/ 81 w 121"/>
                  <a:gd name="T73" fmla="*/ 63 h 63"/>
                  <a:gd name="T74" fmla="*/ 85 w 121"/>
                  <a:gd name="T75" fmla="*/ 63 h 63"/>
                  <a:gd name="T76" fmla="*/ 87 w 121"/>
                  <a:gd name="T77" fmla="*/ 61 h 63"/>
                  <a:gd name="T78" fmla="*/ 96 w 121"/>
                  <a:gd name="T79" fmla="*/ 55 h 63"/>
                  <a:gd name="T80" fmla="*/ 111 w 121"/>
                  <a:gd name="T81" fmla="*/ 46 h 63"/>
                  <a:gd name="T82" fmla="*/ 113 w 121"/>
                  <a:gd name="T83" fmla="*/ 44 h 63"/>
                  <a:gd name="T84" fmla="*/ 117 w 121"/>
                  <a:gd name="T85" fmla="*/ 40 h 63"/>
                  <a:gd name="T86" fmla="*/ 121 w 121"/>
                  <a:gd name="T87" fmla="*/ 0 h 63"/>
                  <a:gd name="T88" fmla="*/ 121 w 121"/>
                  <a:gd name="T89" fmla="*/ 0 h 63"/>
                  <a:gd name="T90" fmla="*/ 121 w 121"/>
                  <a:gd name="T91" fmla="*/ 0 h 63"/>
                  <a:gd name="T92" fmla="*/ 96 w 121"/>
                  <a:gd name="T93" fmla="*/ 0 h 63"/>
                  <a:gd name="T94" fmla="*/ 96 w 121"/>
                  <a:gd name="T95" fmla="*/ 0 h 63"/>
                  <a:gd name="T96" fmla="*/ 96 w 121"/>
                  <a:gd name="T9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1" h="63">
                    <a:moveTo>
                      <a:pt x="96" y="0"/>
                    </a:moveTo>
                    <a:lnTo>
                      <a:pt x="96" y="0"/>
                    </a:lnTo>
                    <a:lnTo>
                      <a:pt x="96" y="0"/>
                    </a:lnTo>
                    <a:lnTo>
                      <a:pt x="96" y="2"/>
                    </a:lnTo>
                    <a:lnTo>
                      <a:pt x="96" y="3"/>
                    </a:lnTo>
                    <a:lnTo>
                      <a:pt x="96" y="7"/>
                    </a:lnTo>
                    <a:lnTo>
                      <a:pt x="96" y="11"/>
                    </a:lnTo>
                    <a:lnTo>
                      <a:pt x="94" y="19"/>
                    </a:lnTo>
                    <a:lnTo>
                      <a:pt x="94" y="28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89" y="32"/>
                    </a:lnTo>
                    <a:lnTo>
                      <a:pt x="87" y="34"/>
                    </a:lnTo>
                    <a:lnTo>
                      <a:pt x="83" y="36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1" y="36"/>
                    </a:lnTo>
                    <a:lnTo>
                      <a:pt x="81" y="38"/>
                    </a:lnTo>
                    <a:lnTo>
                      <a:pt x="79" y="38"/>
                    </a:lnTo>
                    <a:lnTo>
                      <a:pt x="77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38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2" y="38"/>
                    </a:lnTo>
                    <a:lnTo>
                      <a:pt x="50" y="38"/>
                    </a:lnTo>
                    <a:lnTo>
                      <a:pt x="50" y="38"/>
                    </a:lnTo>
                    <a:lnTo>
                      <a:pt x="48" y="36"/>
                    </a:lnTo>
                    <a:lnTo>
                      <a:pt x="46" y="34"/>
                    </a:lnTo>
                    <a:lnTo>
                      <a:pt x="44" y="34"/>
                    </a:lnTo>
                    <a:lnTo>
                      <a:pt x="43" y="32"/>
                    </a:lnTo>
                    <a:lnTo>
                      <a:pt x="41" y="30"/>
                    </a:lnTo>
                    <a:lnTo>
                      <a:pt x="39" y="28"/>
                    </a:lnTo>
                    <a:lnTo>
                      <a:pt x="39" y="28"/>
                    </a:lnTo>
                    <a:lnTo>
                      <a:pt x="37" y="26"/>
                    </a:lnTo>
                    <a:lnTo>
                      <a:pt x="37" y="25"/>
                    </a:lnTo>
                    <a:lnTo>
                      <a:pt x="35" y="21"/>
                    </a:lnTo>
                    <a:lnTo>
                      <a:pt x="35" y="17"/>
                    </a:lnTo>
                    <a:lnTo>
                      <a:pt x="33" y="13"/>
                    </a:lnTo>
                    <a:lnTo>
                      <a:pt x="33" y="7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4" y="11"/>
                    </a:lnTo>
                    <a:lnTo>
                      <a:pt x="6" y="15"/>
                    </a:lnTo>
                    <a:lnTo>
                      <a:pt x="8" y="19"/>
                    </a:lnTo>
                    <a:lnTo>
                      <a:pt x="10" y="23"/>
                    </a:lnTo>
                    <a:lnTo>
                      <a:pt x="12" y="26"/>
                    </a:lnTo>
                    <a:lnTo>
                      <a:pt x="14" y="30"/>
                    </a:lnTo>
                    <a:lnTo>
                      <a:pt x="1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40"/>
                    </a:lnTo>
                    <a:lnTo>
                      <a:pt x="20" y="40"/>
                    </a:lnTo>
                    <a:lnTo>
                      <a:pt x="20" y="40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1" y="44"/>
                    </a:lnTo>
                    <a:lnTo>
                      <a:pt x="39" y="59"/>
                    </a:lnTo>
                    <a:lnTo>
                      <a:pt x="41" y="59"/>
                    </a:lnTo>
                    <a:lnTo>
                      <a:pt x="41" y="61"/>
                    </a:lnTo>
                    <a:lnTo>
                      <a:pt x="43" y="61"/>
                    </a:lnTo>
                    <a:lnTo>
                      <a:pt x="43" y="61"/>
                    </a:lnTo>
                    <a:lnTo>
                      <a:pt x="44" y="61"/>
                    </a:lnTo>
                    <a:lnTo>
                      <a:pt x="44" y="61"/>
                    </a:lnTo>
                    <a:lnTo>
                      <a:pt x="46" y="63"/>
                    </a:lnTo>
                    <a:lnTo>
                      <a:pt x="46" y="63"/>
                    </a:lnTo>
                    <a:lnTo>
                      <a:pt x="56" y="63"/>
                    </a:lnTo>
                    <a:lnTo>
                      <a:pt x="81" y="63"/>
                    </a:lnTo>
                    <a:lnTo>
                      <a:pt x="83" y="63"/>
                    </a:lnTo>
                    <a:lnTo>
                      <a:pt x="83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5" y="63"/>
                    </a:lnTo>
                    <a:lnTo>
                      <a:pt x="87" y="61"/>
                    </a:lnTo>
                    <a:lnTo>
                      <a:pt x="87" y="61"/>
                    </a:lnTo>
                    <a:lnTo>
                      <a:pt x="89" y="61"/>
                    </a:lnTo>
                    <a:lnTo>
                      <a:pt x="96" y="55"/>
                    </a:lnTo>
                    <a:lnTo>
                      <a:pt x="92" y="57"/>
                    </a:lnTo>
                    <a:lnTo>
                      <a:pt x="110" y="46"/>
                    </a:lnTo>
                    <a:lnTo>
                      <a:pt x="111" y="46"/>
                    </a:lnTo>
                    <a:lnTo>
                      <a:pt x="111" y="46"/>
                    </a:lnTo>
                    <a:lnTo>
                      <a:pt x="113" y="44"/>
                    </a:lnTo>
                    <a:lnTo>
                      <a:pt x="113" y="44"/>
                    </a:lnTo>
                    <a:lnTo>
                      <a:pt x="115" y="42"/>
                    </a:lnTo>
                    <a:lnTo>
                      <a:pt x="115" y="42"/>
                    </a:lnTo>
                    <a:lnTo>
                      <a:pt x="117" y="40"/>
                    </a:lnTo>
                    <a:lnTo>
                      <a:pt x="117" y="38"/>
                    </a:lnTo>
                    <a:lnTo>
                      <a:pt x="121" y="25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Freeform 23"/>
              <p:cNvSpPr>
                <a:spLocks/>
              </p:cNvSpPr>
              <p:nvPr/>
            </p:nvSpPr>
            <p:spPr bwMode="auto">
              <a:xfrm>
                <a:off x="1076" y="1578"/>
                <a:ext cx="121" cy="55"/>
              </a:xfrm>
              <a:custGeom>
                <a:avLst/>
                <a:gdLst>
                  <a:gd name="T0" fmla="*/ 100 w 121"/>
                  <a:gd name="T1" fmla="*/ 0 h 55"/>
                  <a:gd name="T2" fmla="*/ 100 w 121"/>
                  <a:gd name="T3" fmla="*/ 2 h 55"/>
                  <a:gd name="T4" fmla="*/ 98 w 121"/>
                  <a:gd name="T5" fmla="*/ 3 h 55"/>
                  <a:gd name="T6" fmla="*/ 98 w 121"/>
                  <a:gd name="T7" fmla="*/ 5 h 55"/>
                  <a:gd name="T8" fmla="*/ 96 w 121"/>
                  <a:gd name="T9" fmla="*/ 7 h 55"/>
                  <a:gd name="T10" fmla="*/ 94 w 121"/>
                  <a:gd name="T11" fmla="*/ 11 h 55"/>
                  <a:gd name="T12" fmla="*/ 90 w 121"/>
                  <a:gd name="T13" fmla="*/ 17 h 55"/>
                  <a:gd name="T14" fmla="*/ 83 w 121"/>
                  <a:gd name="T15" fmla="*/ 25 h 55"/>
                  <a:gd name="T16" fmla="*/ 73 w 121"/>
                  <a:gd name="T17" fmla="*/ 30 h 55"/>
                  <a:gd name="T18" fmla="*/ 71 w 121"/>
                  <a:gd name="T19" fmla="*/ 30 h 55"/>
                  <a:gd name="T20" fmla="*/ 67 w 121"/>
                  <a:gd name="T21" fmla="*/ 30 h 55"/>
                  <a:gd name="T22" fmla="*/ 62 w 121"/>
                  <a:gd name="T23" fmla="*/ 32 h 55"/>
                  <a:gd name="T24" fmla="*/ 60 w 121"/>
                  <a:gd name="T25" fmla="*/ 32 h 55"/>
                  <a:gd name="T26" fmla="*/ 56 w 121"/>
                  <a:gd name="T27" fmla="*/ 30 h 55"/>
                  <a:gd name="T28" fmla="*/ 52 w 121"/>
                  <a:gd name="T29" fmla="*/ 30 h 55"/>
                  <a:gd name="T30" fmla="*/ 48 w 121"/>
                  <a:gd name="T31" fmla="*/ 26 h 55"/>
                  <a:gd name="T32" fmla="*/ 43 w 121"/>
                  <a:gd name="T33" fmla="*/ 25 h 55"/>
                  <a:gd name="T34" fmla="*/ 37 w 121"/>
                  <a:gd name="T35" fmla="*/ 19 h 55"/>
                  <a:gd name="T36" fmla="*/ 33 w 121"/>
                  <a:gd name="T37" fmla="*/ 13 h 55"/>
                  <a:gd name="T38" fmla="*/ 29 w 121"/>
                  <a:gd name="T39" fmla="*/ 11 h 55"/>
                  <a:gd name="T40" fmla="*/ 31 w 121"/>
                  <a:gd name="T41" fmla="*/ 13 h 55"/>
                  <a:gd name="T42" fmla="*/ 29 w 121"/>
                  <a:gd name="T43" fmla="*/ 11 h 55"/>
                  <a:gd name="T44" fmla="*/ 27 w 121"/>
                  <a:gd name="T45" fmla="*/ 7 h 55"/>
                  <a:gd name="T46" fmla="*/ 25 w 121"/>
                  <a:gd name="T47" fmla="*/ 2 h 55"/>
                  <a:gd name="T48" fmla="*/ 0 w 121"/>
                  <a:gd name="T49" fmla="*/ 0 h 55"/>
                  <a:gd name="T50" fmla="*/ 0 w 121"/>
                  <a:gd name="T51" fmla="*/ 0 h 55"/>
                  <a:gd name="T52" fmla="*/ 0 w 121"/>
                  <a:gd name="T53" fmla="*/ 2 h 55"/>
                  <a:gd name="T54" fmla="*/ 4 w 121"/>
                  <a:gd name="T55" fmla="*/ 9 h 55"/>
                  <a:gd name="T56" fmla="*/ 8 w 121"/>
                  <a:gd name="T57" fmla="*/ 21 h 55"/>
                  <a:gd name="T58" fmla="*/ 8 w 121"/>
                  <a:gd name="T59" fmla="*/ 21 h 55"/>
                  <a:gd name="T60" fmla="*/ 8 w 121"/>
                  <a:gd name="T61" fmla="*/ 21 h 55"/>
                  <a:gd name="T62" fmla="*/ 8 w 121"/>
                  <a:gd name="T63" fmla="*/ 21 h 55"/>
                  <a:gd name="T64" fmla="*/ 8 w 121"/>
                  <a:gd name="T65" fmla="*/ 23 h 55"/>
                  <a:gd name="T66" fmla="*/ 10 w 121"/>
                  <a:gd name="T67" fmla="*/ 23 h 55"/>
                  <a:gd name="T68" fmla="*/ 10 w 121"/>
                  <a:gd name="T69" fmla="*/ 23 h 55"/>
                  <a:gd name="T70" fmla="*/ 12 w 121"/>
                  <a:gd name="T71" fmla="*/ 26 h 55"/>
                  <a:gd name="T72" fmla="*/ 18 w 121"/>
                  <a:gd name="T73" fmla="*/ 30 h 55"/>
                  <a:gd name="T74" fmla="*/ 20 w 121"/>
                  <a:gd name="T75" fmla="*/ 32 h 55"/>
                  <a:gd name="T76" fmla="*/ 25 w 121"/>
                  <a:gd name="T77" fmla="*/ 38 h 55"/>
                  <a:gd name="T78" fmla="*/ 33 w 121"/>
                  <a:gd name="T79" fmla="*/ 44 h 55"/>
                  <a:gd name="T80" fmla="*/ 43 w 121"/>
                  <a:gd name="T81" fmla="*/ 51 h 55"/>
                  <a:gd name="T82" fmla="*/ 52 w 121"/>
                  <a:gd name="T83" fmla="*/ 53 h 55"/>
                  <a:gd name="T84" fmla="*/ 60 w 121"/>
                  <a:gd name="T85" fmla="*/ 53 h 55"/>
                  <a:gd name="T86" fmla="*/ 67 w 121"/>
                  <a:gd name="T87" fmla="*/ 53 h 55"/>
                  <a:gd name="T88" fmla="*/ 79 w 121"/>
                  <a:gd name="T89" fmla="*/ 55 h 55"/>
                  <a:gd name="T90" fmla="*/ 79 w 121"/>
                  <a:gd name="T91" fmla="*/ 55 h 55"/>
                  <a:gd name="T92" fmla="*/ 81 w 121"/>
                  <a:gd name="T93" fmla="*/ 55 h 55"/>
                  <a:gd name="T94" fmla="*/ 83 w 121"/>
                  <a:gd name="T95" fmla="*/ 53 h 55"/>
                  <a:gd name="T96" fmla="*/ 85 w 121"/>
                  <a:gd name="T97" fmla="*/ 53 h 55"/>
                  <a:gd name="T98" fmla="*/ 87 w 121"/>
                  <a:gd name="T99" fmla="*/ 53 h 55"/>
                  <a:gd name="T100" fmla="*/ 89 w 121"/>
                  <a:gd name="T101" fmla="*/ 51 h 55"/>
                  <a:gd name="T102" fmla="*/ 90 w 121"/>
                  <a:gd name="T103" fmla="*/ 50 h 55"/>
                  <a:gd name="T104" fmla="*/ 96 w 121"/>
                  <a:gd name="T105" fmla="*/ 46 h 55"/>
                  <a:gd name="T106" fmla="*/ 98 w 121"/>
                  <a:gd name="T107" fmla="*/ 44 h 55"/>
                  <a:gd name="T108" fmla="*/ 102 w 121"/>
                  <a:gd name="T109" fmla="*/ 38 h 55"/>
                  <a:gd name="T110" fmla="*/ 112 w 121"/>
                  <a:gd name="T111" fmla="*/ 30 h 55"/>
                  <a:gd name="T112" fmla="*/ 121 w 121"/>
                  <a:gd name="T113" fmla="*/ 23 h 55"/>
                  <a:gd name="T114" fmla="*/ 117 w 121"/>
                  <a:gd name="T115" fmla="*/ 19 h 55"/>
                  <a:gd name="T116" fmla="*/ 115 w 121"/>
                  <a:gd name="T117" fmla="*/ 13 h 55"/>
                  <a:gd name="T118" fmla="*/ 113 w 121"/>
                  <a:gd name="T119" fmla="*/ 5 h 55"/>
                  <a:gd name="T120" fmla="*/ 112 w 121"/>
                  <a:gd name="T12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1" h="55">
                    <a:moveTo>
                      <a:pt x="100" y="0"/>
                    </a:moveTo>
                    <a:lnTo>
                      <a:pt x="100" y="0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98" y="3"/>
                    </a:lnTo>
                    <a:lnTo>
                      <a:pt x="98" y="3"/>
                    </a:lnTo>
                    <a:lnTo>
                      <a:pt x="98" y="5"/>
                    </a:lnTo>
                    <a:lnTo>
                      <a:pt x="98" y="5"/>
                    </a:lnTo>
                    <a:lnTo>
                      <a:pt x="96" y="7"/>
                    </a:lnTo>
                    <a:lnTo>
                      <a:pt x="96" y="9"/>
                    </a:lnTo>
                    <a:lnTo>
                      <a:pt x="94" y="11"/>
                    </a:lnTo>
                    <a:lnTo>
                      <a:pt x="92" y="13"/>
                    </a:lnTo>
                    <a:lnTo>
                      <a:pt x="90" y="17"/>
                    </a:lnTo>
                    <a:lnTo>
                      <a:pt x="87" y="21"/>
                    </a:lnTo>
                    <a:lnTo>
                      <a:pt x="83" y="25"/>
                    </a:lnTo>
                    <a:lnTo>
                      <a:pt x="75" y="30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1" y="30"/>
                    </a:lnTo>
                    <a:lnTo>
                      <a:pt x="69" y="30"/>
                    </a:lnTo>
                    <a:lnTo>
                      <a:pt x="67" y="30"/>
                    </a:lnTo>
                    <a:lnTo>
                      <a:pt x="66" y="30"/>
                    </a:lnTo>
                    <a:lnTo>
                      <a:pt x="62" y="32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58" y="30"/>
                    </a:lnTo>
                    <a:lnTo>
                      <a:pt x="56" y="30"/>
                    </a:lnTo>
                    <a:lnTo>
                      <a:pt x="54" y="30"/>
                    </a:lnTo>
                    <a:lnTo>
                      <a:pt x="52" y="30"/>
                    </a:lnTo>
                    <a:lnTo>
                      <a:pt x="50" y="28"/>
                    </a:lnTo>
                    <a:lnTo>
                      <a:pt x="48" y="26"/>
                    </a:lnTo>
                    <a:lnTo>
                      <a:pt x="44" y="26"/>
                    </a:lnTo>
                    <a:lnTo>
                      <a:pt x="43" y="25"/>
                    </a:lnTo>
                    <a:lnTo>
                      <a:pt x="41" y="21"/>
                    </a:lnTo>
                    <a:lnTo>
                      <a:pt x="37" y="19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1" y="11"/>
                    </a:lnTo>
                    <a:lnTo>
                      <a:pt x="29" y="11"/>
                    </a:lnTo>
                    <a:lnTo>
                      <a:pt x="31" y="13"/>
                    </a:lnTo>
                    <a:lnTo>
                      <a:pt x="31" y="13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3"/>
                    </a:lnTo>
                    <a:lnTo>
                      <a:pt x="25" y="2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4" y="9"/>
                    </a:lnTo>
                    <a:lnTo>
                      <a:pt x="6" y="13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2" y="25"/>
                    </a:lnTo>
                    <a:lnTo>
                      <a:pt x="12" y="26"/>
                    </a:lnTo>
                    <a:lnTo>
                      <a:pt x="14" y="28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20" y="32"/>
                    </a:lnTo>
                    <a:lnTo>
                      <a:pt x="22" y="34"/>
                    </a:lnTo>
                    <a:lnTo>
                      <a:pt x="25" y="38"/>
                    </a:lnTo>
                    <a:lnTo>
                      <a:pt x="29" y="40"/>
                    </a:lnTo>
                    <a:lnTo>
                      <a:pt x="33" y="44"/>
                    </a:lnTo>
                    <a:lnTo>
                      <a:pt x="37" y="48"/>
                    </a:lnTo>
                    <a:lnTo>
                      <a:pt x="43" y="51"/>
                    </a:lnTo>
                    <a:lnTo>
                      <a:pt x="48" y="51"/>
                    </a:lnTo>
                    <a:lnTo>
                      <a:pt x="52" y="53"/>
                    </a:lnTo>
                    <a:lnTo>
                      <a:pt x="56" y="53"/>
                    </a:lnTo>
                    <a:lnTo>
                      <a:pt x="60" y="53"/>
                    </a:lnTo>
                    <a:lnTo>
                      <a:pt x="64" y="53"/>
                    </a:lnTo>
                    <a:lnTo>
                      <a:pt x="67" y="53"/>
                    </a:lnTo>
                    <a:lnTo>
                      <a:pt x="73" y="53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79" y="55"/>
                    </a:lnTo>
                    <a:lnTo>
                      <a:pt x="81" y="55"/>
                    </a:lnTo>
                    <a:lnTo>
                      <a:pt x="81" y="55"/>
                    </a:lnTo>
                    <a:lnTo>
                      <a:pt x="83" y="53"/>
                    </a:lnTo>
                    <a:lnTo>
                      <a:pt x="83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5" y="53"/>
                    </a:lnTo>
                    <a:lnTo>
                      <a:pt x="87" y="53"/>
                    </a:lnTo>
                    <a:lnTo>
                      <a:pt x="87" y="51"/>
                    </a:lnTo>
                    <a:lnTo>
                      <a:pt x="89" y="51"/>
                    </a:lnTo>
                    <a:lnTo>
                      <a:pt x="89" y="50"/>
                    </a:lnTo>
                    <a:lnTo>
                      <a:pt x="90" y="50"/>
                    </a:lnTo>
                    <a:lnTo>
                      <a:pt x="92" y="48"/>
                    </a:lnTo>
                    <a:lnTo>
                      <a:pt x="96" y="46"/>
                    </a:lnTo>
                    <a:lnTo>
                      <a:pt x="96" y="46"/>
                    </a:lnTo>
                    <a:lnTo>
                      <a:pt x="98" y="44"/>
                    </a:lnTo>
                    <a:lnTo>
                      <a:pt x="100" y="42"/>
                    </a:lnTo>
                    <a:lnTo>
                      <a:pt x="102" y="38"/>
                    </a:lnTo>
                    <a:lnTo>
                      <a:pt x="106" y="34"/>
                    </a:lnTo>
                    <a:lnTo>
                      <a:pt x="112" y="30"/>
                    </a:lnTo>
                    <a:lnTo>
                      <a:pt x="115" y="26"/>
                    </a:lnTo>
                    <a:lnTo>
                      <a:pt x="121" y="23"/>
                    </a:lnTo>
                    <a:lnTo>
                      <a:pt x="119" y="21"/>
                    </a:lnTo>
                    <a:lnTo>
                      <a:pt x="117" y="19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3" y="9"/>
                    </a:lnTo>
                    <a:lnTo>
                      <a:pt x="113" y="5"/>
                    </a:lnTo>
                    <a:lnTo>
                      <a:pt x="112" y="3"/>
                    </a:lnTo>
                    <a:lnTo>
                      <a:pt x="112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Freeform 24"/>
              <p:cNvSpPr>
                <a:spLocks/>
              </p:cNvSpPr>
              <p:nvPr/>
            </p:nvSpPr>
            <p:spPr bwMode="auto">
              <a:xfrm>
                <a:off x="1188" y="1576"/>
                <a:ext cx="111" cy="57"/>
              </a:xfrm>
              <a:custGeom>
                <a:avLst/>
                <a:gdLst>
                  <a:gd name="T0" fmla="*/ 80 w 111"/>
                  <a:gd name="T1" fmla="*/ 23 h 57"/>
                  <a:gd name="T2" fmla="*/ 67 w 111"/>
                  <a:gd name="T3" fmla="*/ 32 h 57"/>
                  <a:gd name="T4" fmla="*/ 59 w 111"/>
                  <a:gd name="T5" fmla="*/ 32 h 57"/>
                  <a:gd name="T6" fmla="*/ 53 w 111"/>
                  <a:gd name="T7" fmla="*/ 30 h 57"/>
                  <a:gd name="T8" fmla="*/ 47 w 111"/>
                  <a:gd name="T9" fmla="*/ 28 h 57"/>
                  <a:gd name="T10" fmla="*/ 42 w 111"/>
                  <a:gd name="T11" fmla="*/ 25 h 57"/>
                  <a:gd name="T12" fmla="*/ 38 w 111"/>
                  <a:gd name="T13" fmla="*/ 21 h 57"/>
                  <a:gd name="T14" fmla="*/ 32 w 111"/>
                  <a:gd name="T15" fmla="*/ 17 h 57"/>
                  <a:gd name="T16" fmla="*/ 28 w 111"/>
                  <a:gd name="T17" fmla="*/ 13 h 57"/>
                  <a:gd name="T18" fmla="*/ 26 w 111"/>
                  <a:gd name="T19" fmla="*/ 7 h 57"/>
                  <a:gd name="T20" fmla="*/ 24 w 111"/>
                  <a:gd name="T21" fmla="*/ 2 h 57"/>
                  <a:gd name="T22" fmla="*/ 0 w 111"/>
                  <a:gd name="T23" fmla="*/ 2 h 57"/>
                  <a:gd name="T24" fmla="*/ 0 w 111"/>
                  <a:gd name="T25" fmla="*/ 5 h 57"/>
                  <a:gd name="T26" fmla="*/ 1 w 111"/>
                  <a:gd name="T27" fmla="*/ 7 h 57"/>
                  <a:gd name="T28" fmla="*/ 1 w 111"/>
                  <a:gd name="T29" fmla="*/ 11 h 57"/>
                  <a:gd name="T30" fmla="*/ 3 w 111"/>
                  <a:gd name="T31" fmla="*/ 15 h 57"/>
                  <a:gd name="T32" fmla="*/ 3 w 111"/>
                  <a:gd name="T33" fmla="*/ 17 h 57"/>
                  <a:gd name="T34" fmla="*/ 5 w 111"/>
                  <a:gd name="T35" fmla="*/ 21 h 57"/>
                  <a:gd name="T36" fmla="*/ 7 w 111"/>
                  <a:gd name="T37" fmla="*/ 23 h 57"/>
                  <a:gd name="T38" fmla="*/ 9 w 111"/>
                  <a:gd name="T39" fmla="*/ 25 h 57"/>
                  <a:gd name="T40" fmla="*/ 13 w 111"/>
                  <a:gd name="T41" fmla="*/ 30 h 57"/>
                  <a:gd name="T42" fmla="*/ 19 w 111"/>
                  <a:gd name="T43" fmla="*/ 34 h 57"/>
                  <a:gd name="T44" fmla="*/ 24 w 111"/>
                  <a:gd name="T45" fmla="*/ 38 h 57"/>
                  <a:gd name="T46" fmla="*/ 30 w 111"/>
                  <a:gd name="T47" fmla="*/ 42 h 57"/>
                  <a:gd name="T48" fmla="*/ 36 w 111"/>
                  <a:gd name="T49" fmla="*/ 46 h 57"/>
                  <a:gd name="T50" fmla="*/ 44 w 111"/>
                  <a:gd name="T51" fmla="*/ 50 h 57"/>
                  <a:gd name="T52" fmla="*/ 49 w 111"/>
                  <a:gd name="T53" fmla="*/ 52 h 57"/>
                  <a:gd name="T54" fmla="*/ 57 w 111"/>
                  <a:gd name="T55" fmla="*/ 55 h 57"/>
                  <a:gd name="T56" fmla="*/ 68 w 111"/>
                  <a:gd name="T57" fmla="*/ 57 h 57"/>
                  <a:gd name="T58" fmla="*/ 70 w 111"/>
                  <a:gd name="T59" fmla="*/ 57 h 57"/>
                  <a:gd name="T60" fmla="*/ 72 w 111"/>
                  <a:gd name="T61" fmla="*/ 55 h 57"/>
                  <a:gd name="T62" fmla="*/ 72 w 111"/>
                  <a:gd name="T63" fmla="*/ 55 h 57"/>
                  <a:gd name="T64" fmla="*/ 74 w 111"/>
                  <a:gd name="T65" fmla="*/ 55 h 57"/>
                  <a:gd name="T66" fmla="*/ 74 w 111"/>
                  <a:gd name="T67" fmla="*/ 55 h 57"/>
                  <a:gd name="T68" fmla="*/ 76 w 111"/>
                  <a:gd name="T69" fmla="*/ 55 h 57"/>
                  <a:gd name="T70" fmla="*/ 76 w 111"/>
                  <a:gd name="T71" fmla="*/ 53 h 57"/>
                  <a:gd name="T72" fmla="*/ 78 w 111"/>
                  <a:gd name="T73" fmla="*/ 53 h 57"/>
                  <a:gd name="T74" fmla="*/ 84 w 111"/>
                  <a:gd name="T75" fmla="*/ 48 h 57"/>
                  <a:gd name="T76" fmla="*/ 90 w 111"/>
                  <a:gd name="T77" fmla="*/ 44 h 57"/>
                  <a:gd name="T78" fmla="*/ 95 w 111"/>
                  <a:gd name="T79" fmla="*/ 38 h 57"/>
                  <a:gd name="T80" fmla="*/ 99 w 111"/>
                  <a:gd name="T81" fmla="*/ 34 h 57"/>
                  <a:gd name="T82" fmla="*/ 103 w 111"/>
                  <a:gd name="T83" fmla="*/ 28 h 57"/>
                  <a:gd name="T84" fmla="*/ 107 w 111"/>
                  <a:gd name="T85" fmla="*/ 21 h 57"/>
                  <a:gd name="T86" fmla="*/ 109 w 111"/>
                  <a:gd name="T87" fmla="*/ 15 h 57"/>
                  <a:gd name="T88" fmla="*/ 111 w 111"/>
                  <a:gd name="T89" fmla="*/ 7 h 57"/>
                  <a:gd name="T90" fmla="*/ 111 w 111"/>
                  <a:gd name="T91" fmla="*/ 0 h 57"/>
                  <a:gd name="T92" fmla="*/ 88 w 111"/>
                  <a:gd name="T93" fmla="*/ 2 h 57"/>
                  <a:gd name="T94" fmla="*/ 88 w 111"/>
                  <a:gd name="T95" fmla="*/ 4 h 57"/>
                  <a:gd name="T96" fmla="*/ 88 w 111"/>
                  <a:gd name="T97" fmla="*/ 5 h 57"/>
                  <a:gd name="T98" fmla="*/ 88 w 111"/>
                  <a:gd name="T99" fmla="*/ 9 h 57"/>
                  <a:gd name="T100" fmla="*/ 86 w 111"/>
                  <a:gd name="T101" fmla="*/ 11 h 57"/>
                  <a:gd name="T102" fmla="*/ 86 w 111"/>
                  <a:gd name="T103" fmla="*/ 13 h 57"/>
                  <a:gd name="T104" fmla="*/ 84 w 111"/>
                  <a:gd name="T105" fmla="*/ 17 h 57"/>
                  <a:gd name="T106" fmla="*/ 82 w 111"/>
                  <a:gd name="T107" fmla="*/ 19 h 57"/>
                  <a:gd name="T108" fmla="*/ 80 w 111"/>
                  <a:gd name="T109" fmla="*/ 2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57">
                    <a:moveTo>
                      <a:pt x="80" y="23"/>
                    </a:moveTo>
                    <a:lnTo>
                      <a:pt x="67" y="32"/>
                    </a:lnTo>
                    <a:lnTo>
                      <a:pt x="59" y="32"/>
                    </a:lnTo>
                    <a:lnTo>
                      <a:pt x="53" y="30"/>
                    </a:lnTo>
                    <a:lnTo>
                      <a:pt x="47" y="28"/>
                    </a:lnTo>
                    <a:lnTo>
                      <a:pt x="42" y="25"/>
                    </a:lnTo>
                    <a:lnTo>
                      <a:pt x="38" y="21"/>
                    </a:lnTo>
                    <a:lnTo>
                      <a:pt x="32" y="17"/>
                    </a:lnTo>
                    <a:lnTo>
                      <a:pt x="28" y="13"/>
                    </a:lnTo>
                    <a:lnTo>
                      <a:pt x="26" y="7"/>
                    </a:lnTo>
                    <a:lnTo>
                      <a:pt x="24" y="2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5" y="21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3" y="30"/>
                    </a:lnTo>
                    <a:lnTo>
                      <a:pt x="19" y="34"/>
                    </a:lnTo>
                    <a:lnTo>
                      <a:pt x="24" y="38"/>
                    </a:lnTo>
                    <a:lnTo>
                      <a:pt x="30" y="42"/>
                    </a:lnTo>
                    <a:lnTo>
                      <a:pt x="36" y="46"/>
                    </a:lnTo>
                    <a:lnTo>
                      <a:pt x="44" y="50"/>
                    </a:lnTo>
                    <a:lnTo>
                      <a:pt x="49" y="52"/>
                    </a:lnTo>
                    <a:lnTo>
                      <a:pt x="57" y="55"/>
                    </a:lnTo>
                    <a:lnTo>
                      <a:pt x="68" y="57"/>
                    </a:lnTo>
                    <a:lnTo>
                      <a:pt x="70" y="57"/>
                    </a:lnTo>
                    <a:lnTo>
                      <a:pt x="72" y="55"/>
                    </a:lnTo>
                    <a:lnTo>
                      <a:pt x="72" y="55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6" y="53"/>
                    </a:lnTo>
                    <a:lnTo>
                      <a:pt x="78" y="53"/>
                    </a:lnTo>
                    <a:lnTo>
                      <a:pt x="84" y="48"/>
                    </a:lnTo>
                    <a:lnTo>
                      <a:pt x="90" y="44"/>
                    </a:lnTo>
                    <a:lnTo>
                      <a:pt x="95" y="38"/>
                    </a:lnTo>
                    <a:lnTo>
                      <a:pt x="99" y="34"/>
                    </a:lnTo>
                    <a:lnTo>
                      <a:pt x="103" y="28"/>
                    </a:lnTo>
                    <a:lnTo>
                      <a:pt x="107" y="21"/>
                    </a:lnTo>
                    <a:lnTo>
                      <a:pt x="109" y="15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88" y="2"/>
                    </a:lnTo>
                    <a:lnTo>
                      <a:pt x="88" y="4"/>
                    </a:lnTo>
                    <a:lnTo>
                      <a:pt x="88" y="5"/>
                    </a:lnTo>
                    <a:lnTo>
                      <a:pt x="88" y="9"/>
                    </a:lnTo>
                    <a:lnTo>
                      <a:pt x="86" y="11"/>
                    </a:lnTo>
                    <a:lnTo>
                      <a:pt x="86" y="13"/>
                    </a:lnTo>
                    <a:lnTo>
                      <a:pt x="84" y="17"/>
                    </a:lnTo>
                    <a:lnTo>
                      <a:pt x="82" y="19"/>
                    </a:lnTo>
                    <a:lnTo>
                      <a:pt x="8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Freeform 25"/>
              <p:cNvSpPr>
                <a:spLocks/>
              </p:cNvSpPr>
              <p:nvPr/>
            </p:nvSpPr>
            <p:spPr bwMode="auto">
              <a:xfrm>
                <a:off x="1143" y="1201"/>
                <a:ext cx="113" cy="127"/>
              </a:xfrm>
              <a:custGeom>
                <a:avLst/>
                <a:gdLst>
                  <a:gd name="T0" fmla="*/ 108 w 113"/>
                  <a:gd name="T1" fmla="*/ 52 h 127"/>
                  <a:gd name="T2" fmla="*/ 106 w 113"/>
                  <a:gd name="T3" fmla="*/ 50 h 127"/>
                  <a:gd name="T4" fmla="*/ 104 w 113"/>
                  <a:gd name="T5" fmla="*/ 48 h 127"/>
                  <a:gd name="T6" fmla="*/ 89 w 113"/>
                  <a:gd name="T7" fmla="*/ 31 h 127"/>
                  <a:gd name="T8" fmla="*/ 83 w 113"/>
                  <a:gd name="T9" fmla="*/ 23 h 127"/>
                  <a:gd name="T10" fmla="*/ 79 w 113"/>
                  <a:gd name="T11" fmla="*/ 17 h 127"/>
                  <a:gd name="T12" fmla="*/ 56 w 113"/>
                  <a:gd name="T13" fmla="*/ 2 h 127"/>
                  <a:gd name="T14" fmla="*/ 52 w 113"/>
                  <a:gd name="T15" fmla="*/ 0 h 127"/>
                  <a:gd name="T16" fmla="*/ 46 w 113"/>
                  <a:gd name="T17" fmla="*/ 2 h 127"/>
                  <a:gd name="T18" fmla="*/ 37 w 113"/>
                  <a:gd name="T19" fmla="*/ 6 h 127"/>
                  <a:gd name="T20" fmla="*/ 35 w 113"/>
                  <a:gd name="T21" fmla="*/ 8 h 127"/>
                  <a:gd name="T22" fmla="*/ 33 w 113"/>
                  <a:gd name="T23" fmla="*/ 10 h 127"/>
                  <a:gd name="T24" fmla="*/ 2 w 113"/>
                  <a:gd name="T25" fmla="*/ 60 h 127"/>
                  <a:gd name="T26" fmla="*/ 2 w 113"/>
                  <a:gd name="T27" fmla="*/ 63 h 127"/>
                  <a:gd name="T28" fmla="*/ 0 w 113"/>
                  <a:gd name="T29" fmla="*/ 67 h 127"/>
                  <a:gd name="T30" fmla="*/ 12 w 113"/>
                  <a:gd name="T31" fmla="*/ 88 h 127"/>
                  <a:gd name="T32" fmla="*/ 12 w 113"/>
                  <a:gd name="T33" fmla="*/ 88 h 127"/>
                  <a:gd name="T34" fmla="*/ 12 w 113"/>
                  <a:gd name="T35" fmla="*/ 88 h 127"/>
                  <a:gd name="T36" fmla="*/ 14 w 113"/>
                  <a:gd name="T37" fmla="*/ 92 h 127"/>
                  <a:gd name="T38" fmla="*/ 22 w 113"/>
                  <a:gd name="T39" fmla="*/ 106 h 127"/>
                  <a:gd name="T40" fmla="*/ 31 w 113"/>
                  <a:gd name="T41" fmla="*/ 117 h 127"/>
                  <a:gd name="T42" fmla="*/ 41 w 113"/>
                  <a:gd name="T43" fmla="*/ 123 h 127"/>
                  <a:gd name="T44" fmla="*/ 50 w 113"/>
                  <a:gd name="T45" fmla="*/ 123 h 127"/>
                  <a:gd name="T46" fmla="*/ 60 w 113"/>
                  <a:gd name="T47" fmla="*/ 123 h 127"/>
                  <a:gd name="T48" fmla="*/ 52 w 113"/>
                  <a:gd name="T49" fmla="*/ 104 h 127"/>
                  <a:gd name="T50" fmla="*/ 43 w 113"/>
                  <a:gd name="T51" fmla="*/ 90 h 127"/>
                  <a:gd name="T52" fmla="*/ 33 w 113"/>
                  <a:gd name="T53" fmla="*/ 77 h 127"/>
                  <a:gd name="T54" fmla="*/ 29 w 113"/>
                  <a:gd name="T55" fmla="*/ 58 h 127"/>
                  <a:gd name="T56" fmla="*/ 35 w 113"/>
                  <a:gd name="T57" fmla="*/ 50 h 127"/>
                  <a:gd name="T58" fmla="*/ 41 w 113"/>
                  <a:gd name="T59" fmla="*/ 42 h 127"/>
                  <a:gd name="T60" fmla="*/ 56 w 113"/>
                  <a:gd name="T61" fmla="*/ 29 h 127"/>
                  <a:gd name="T62" fmla="*/ 62 w 113"/>
                  <a:gd name="T63" fmla="*/ 37 h 127"/>
                  <a:gd name="T64" fmla="*/ 66 w 113"/>
                  <a:gd name="T65" fmla="*/ 42 h 127"/>
                  <a:gd name="T66" fmla="*/ 87 w 113"/>
                  <a:gd name="T67" fmla="*/ 65 h 127"/>
                  <a:gd name="T68" fmla="*/ 87 w 113"/>
                  <a:gd name="T69" fmla="*/ 75 h 127"/>
                  <a:gd name="T70" fmla="*/ 77 w 113"/>
                  <a:gd name="T71" fmla="*/ 92 h 127"/>
                  <a:gd name="T72" fmla="*/ 64 w 113"/>
                  <a:gd name="T73" fmla="*/ 110 h 127"/>
                  <a:gd name="T74" fmla="*/ 62 w 113"/>
                  <a:gd name="T75" fmla="*/ 125 h 127"/>
                  <a:gd name="T76" fmla="*/ 69 w 113"/>
                  <a:gd name="T77" fmla="*/ 125 h 127"/>
                  <a:gd name="T78" fmla="*/ 79 w 113"/>
                  <a:gd name="T79" fmla="*/ 125 h 127"/>
                  <a:gd name="T80" fmla="*/ 92 w 113"/>
                  <a:gd name="T81" fmla="*/ 115 h 127"/>
                  <a:gd name="T82" fmla="*/ 104 w 113"/>
                  <a:gd name="T83" fmla="*/ 96 h 127"/>
                  <a:gd name="T84" fmla="*/ 113 w 113"/>
                  <a:gd name="T85" fmla="*/ 7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3" h="127">
                    <a:moveTo>
                      <a:pt x="108" y="54"/>
                    </a:moveTo>
                    <a:lnTo>
                      <a:pt x="108" y="54"/>
                    </a:lnTo>
                    <a:lnTo>
                      <a:pt x="108" y="52"/>
                    </a:lnTo>
                    <a:lnTo>
                      <a:pt x="108" y="52"/>
                    </a:lnTo>
                    <a:lnTo>
                      <a:pt x="106" y="52"/>
                    </a:lnTo>
                    <a:lnTo>
                      <a:pt x="106" y="50"/>
                    </a:lnTo>
                    <a:lnTo>
                      <a:pt x="106" y="50"/>
                    </a:lnTo>
                    <a:lnTo>
                      <a:pt x="104" y="50"/>
                    </a:lnTo>
                    <a:lnTo>
                      <a:pt x="104" y="48"/>
                    </a:lnTo>
                    <a:lnTo>
                      <a:pt x="90" y="35"/>
                    </a:lnTo>
                    <a:lnTo>
                      <a:pt x="89" y="33"/>
                    </a:lnTo>
                    <a:lnTo>
                      <a:pt x="89" y="31"/>
                    </a:lnTo>
                    <a:lnTo>
                      <a:pt x="87" y="29"/>
                    </a:lnTo>
                    <a:lnTo>
                      <a:pt x="85" y="25"/>
                    </a:lnTo>
                    <a:lnTo>
                      <a:pt x="83" y="23"/>
                    </a:lnTo>
                    <a:lnTo>
                      <a:pt x="81" y="21"/>
                    </a:lnTo>
                    <a:lnTo>
                      <a:pt x="81" y="19"/>
                    </a:lnTo>
                    <a:lnTo>
                      <a:pt x="79" y="17"/>
                    </a:lnTo>
                    <a:lnTo>
                      <a:pt x="58" y="2"/>
                    </a:lnTo>
                    <a:lnTo>
                      <a:pt x="58" y="2"/>
                    </a:lnTo>
                    <a:lnTo>
                      <a:pt x="56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50" y="0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7" y="6"/>
                    </a:lnTo>
                    <a:lnTo>
                      <a:pt x="37" y="8"/>
                    </a:lnTo>
                    <a:lnTo>
                      <a:pt x="35" y="8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3" y="10"/>
                    </a:lnTo>
                    <a:lnTo>
                      <a:pt x="33" y="10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" y="60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0" y="67"/>
                    </a:lnTo>
                    <a:lnTo>
                      <a:pt x="2" y="69"/>
                    </a:lnTo>
                    <a:lnTo>
                      <a:pt x="2" y="69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2" y="88"/>
                    </a:lnTo>
                    <a:lnTo>
                      <a:pt x="10" y="88"/>
                    </a:lnTo>
                    <a:lnTo>
                      <a:pt x="10" y="88"/>
                    </a:lnTo>
                    <a:lnTo>
                      <a:pt x="14" y="92"/>
                    </a:lnTo>
                    <a:lnTo>
                      <a:pt x="16" y="96"/>
                    </a:lnTo>
                    <a:lnTo>
                      <a:pt x="20" y="102"/>
                    </a:lnTo>
                    <a:lnTo>
                      <a:pt x="22" y="106"/>
                    </a:lnTo>
                    <a:lnTo>
                      <a:pt x="25" y="110"/>
                    </a:lnTo>
                    <a:lnTo>
                      <a:pt x="29" y="113"/>
                    </a:lnTo>
                    <a:lnTo>
                      <a:pt x="31" y="117"/>
                    </a:lnTo>
                    <a:lnTo>
                      <a:pt x="35" y="121"/>
                    </a:lnTo>
                    <a:lnTo>
                      <a:pt x="39" y="123"/>
                    </a:lnTo>
                    <a:lnTo>
                      <a:pt x="41" y="123"/>
                    </a:lnTo>
                    <a:lnTo>
                      <a:pt x="45" y="123"/>
                    </a:lnTo>
                    <a:lnTo>
                      <a:pt x="46" y="123"/>
                    </a:lnTo>
                    <a:lnTo>
                      <a:pt x="50" y="123"/>
                    </a:lnTo>
                    <a:lnTo>
                      <a:pt x="52" y="123"/>
                    </a:lnTo>
                    <a:lnTo>
                      <a:pt x="56" y="123"/>
                    </a:lnTo>
                    <a:lnTo>
                      <a:pt x="60" y="123"/>
                    </a:lnTo>
                    <a:lnTo>
                      <a:pt x="60" y="113"/>
                    </a:lnTo>
                    <a:lnTo>
                      <a:pt x="56" y="110"/>
                    </a:lnTo>
                    <a:lnTo>
                      <a:pt x="52" y="104"/>
                    </a:lnTo>
                    <a:lnTo>
                      <a:pt x="48" y="100"/>
                    </a:lnTo>
                    <a:lnTo>
                      <a:pt x="45" y="96"/>
                    </a:lnTo>
                    <a:lnTo>
                      <a:pt x="43" y="90"/>
                    </a:lnTo>
                    <a:lnTo>
                      <a:pt x="39" y="86"/>
                    </a:lnTo>
                    <a:lnTo>
                      <a:pt x="35" y="83"/>
                    </a:lnTo>
                    <a:lnTo>
                      <a:pt x="33" y="77"/>
                    </a:lnTo>
                    <a:lnTo>
                      <a:pt x="27" y="65"/>
                    </a:lnTo>
                    <a:lnTo>
                      <a:pt x="29" y="60"/>
                    </a:lnTo>
                    <a:lnTo>
                      <a:pt x="29" y="58"/>
                    </a:lnTo>
                    <a:lnTo>
                      <a:pt x="31" y="56"/>
                    </a:lnTo>
                    <a:lnTo>
                      <a:pt x="33" y="52"/>
                    </a:lnTo>
                    <a:lnTo>
                      <a:pt x="35" y="50"/>
                    </a:lnTo>
                    <a:lnTo>
                      <a:pt x="37" y="48"/>
                    </a:lnTo>
                    <a:lnTo>
                      <a:pt x="39" y="46"/>
                    </a:lnTo>
                    <a:lnTo>
                      <a:pt x="41" y="42"/>
                    </a:lnTo>
                    <a:lnTo>
                      <a:pt x="43" y="40"/>
                    </a:lnTo>
                    <a:lnTo>
                      <a:pt x="52" y="27"/>
                    </a:lnTo>
                    <a:lnTo>
                      <a:pt x="56" y="29"/>
                    </a:lnTo>
                    <a:lnTo>
                      <a:pt x="58" y="33"/>
                    </a:lnTo>
                    <a:lnTo>
                      <a:pt x="60" y="35"/>
                    </a:lnTo>
                    <a:lnTo>
                      <a:pt x="62" y="37"/>
                    </a:lnTo>
                    <a:lnTo>
                      <a:pt x="64" y="38"/>
                    </a:lnTo>
                    <a:lnTo>
                      <a:pt x="66" y="40"/>
                    </a:lnTo>
                    <a:lnTo>
                      <a:pt x="66" y="42"/>
                    </a:lnTo>
                    <a:lnTo>
                      <a:pt x="67" y="46"/>
                    </a:lnTo>
                    <a:lnTo>
                      <a:pt x="69" y="48"/>
                    </a:lnTo>
                    <a:lnTo>
                      <a:pt x="87" y="65"/>
                    </a:lnTo>
                    <a:lnTo>
                      <a:pt x="87" y="63"/>
                    </a:lnTo>
                    <a:lnTo>
                      <a:pt x="89" y="67"/>
                    </a:lnTo>
                    <a:lnTo>
                      <a:pt x="87" y="75"/>
                    </a:lnTo>
                    <a:lnTo>
                      <a:pt x="85" y="81"/>
                    </a:lnTo>
                    <a:lnTo>
                      <a:pt x="81" y="86"/>
                    </a:lnTo>
                    <a:lnTo>
                      <a:pt x="77" y="92"/>
                    </a:lnTo>
                    <a:lnTo>
                      <a:pt x="73" y="98"/>
                    </a:lnTo>
                    <a:lnTo>
                      <a:pt x="69" y="104"/>
                    </a:lnTo>
                    <a:lnTo>
                      <a:pt x="64" y="110"/>
                    </a:lnTo>
                    <a:lnTo>
                      <a:pt x="60" y="113"/>
                    </a:lnTo>
                    <a:lnTo>
                      <a:pt x="60" y="123"/>
                    </a:lnTo>
                    <a:lnTo>
                      <a:pt x="62" y="125"/>
                    </a:lnTo>
                    <a:lnTo>
                      <a:pt x="64" y="125"/>
                    </a:lnTo>
                    <a:lnTo>
                      <a:pt x="67" y="125"/>
                    </a:lnTo>
                    <a:lnTo>
                      <a:pt x="69" y="125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81" y="127"/>
                    </a:lnTo>
                    <a:lnTo>
                      <a:pt x="87" y="121"/>
                    </a:lnTo>
                    <a:lnTo>
                      <a:pt x="92" y="115"/>
                    </a:lnTo>
                    <a:lnTo>
                      <a:pt x="96" y="110"/>
                    </a:lnTo>
                    <a:lnTo>
                      <a:pt x="100" y="104"/>
                    </a:lnTo>
                    <a:lnTo>
                      <a:pt x="104" y="96"/>
                    </a:lnTo>
                    <a:lnTo>
                      <a:pt x="108" y="90"/>
                    </a:lnTo>
                    <a:lnTo>
                      <a:pt x="112" y="83"/>
                    </a:lnTo>
                    <a:lnTo>
                      <a:pt x="113" y="75"/>
                    </a:lnTo>
                    <a:lnTo>
                      <a:pt x="10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Freeform 26"/>
              <p:cNvSpPr>
                <a:spLocks/>
              </p:cNvSpPr>
              <p:nvPr/>
            </p:nvSpPr>
            <p:spPr bwMode="auto">
              <a:xfrm>
                <a:off x="833" y="1205"/>
                <a:ext cx="157" cy="129"/>
              </a:xfrm>
              <a:custGeom>
                <a:avLst/>
                <a:gdLst>
                  <a:gd name="T0" fmla="*/ 153 w 157"/>
                  <a:gd name="T1" fmla="*/ 52 h 129"/>
                  <a:gd name="T2" fmla="*/ 152 w 157"/>
                  <a:gd name="T3" fmla="*/ 48 h 129"/>
                  <a:gd name="T4" fmla="*/ 148 w 157"/>
                  <a:gd name="T5" fmla="*/ 44 h 129"/>
                  <a:gd name="T6" fmla="*/ 130 w 157"/>
                  <a:gd name="T7" fmla="*/ 31 h 129"/>
                  <a:gd name="T8" fmla="*/ 123 w 157"/>
                  <a:gd name="T9" fmla="*/ 25 h 129"/>
                  <a:gd name="T10" fmla="*/ 117 w 157"/>
                  <a:gd name="T11" fmla="*/ 17 h 129"/>
                  <a:gd name="T12" fmla="*/ 75 w 157"/>
                  <a:gd name="T13" fmla="*/ 0 h 129"/>
                  <a:gd name="T14" fmla="*/ 71 w 157"/>
                  <a:gd name="T15" fmla="*/ 0 h 129"/>
                  <a:gd name="T16" fmla="*/ 67 w 157"/>
                  <a:gd name="T17" fmla="*/ 2 h 129"/>
                  <a:gd name="T18" fmla="*/ 52 w 157"/>
                  <a:gd name="T19" fmla="*/ 23 h 129"/>
                  <a:gd name="T20" fmla="*/ 44 w 157"/>
                  <a:gd name="T21" fmla="*/ 33 h 129"/>
                  <a:gd name="T22" fmla="*/ 35 w 157"/>
                  <a:gd name="T23" fmla="*/ 42 h 129"/>
                  <a:gd name="T24" fmla="*/ 4 w 157"/>
                  <a:gd name="T25" fmla="*/ 65 h 129"/>
                  <a:gd name="T26" fmla="*/ 0 w 157"/>
                  <a:gd name="T27" fmla="*/ 71 h 129"/>
                  <a:gd name="T28" fmla="*/ 0 w 157"/>
                  <a:gd name="T29" fmla="*/ 77 h 129"/>
                  <a:gd name="T30" fmla="*/ 8 w 157"/>
                  <a:gd name="T31" fmla="*/ 88 h 129"/>
                  <a:gd name="T32" fmla="*/ 10 w 157"/>
                  <a:gd name="T33" fmla="*/ 90 h 129"/>
                  <a:gd name="T34" fmla="*/ 12 w 157"/>
                  <a:gd name="T35" fmla="*/ 92 h 129"/>
                  <a:gd name="T36" fmla="*/ 17 w 157"/>
                  <a:gd name="T37" fmla="*/ 92 h 129"/>
                  <a:gd name="T38" fmla="*/ 29 w 157"/>
                  <a:gd name="T39" fmla="*/ 107 h 129"/>
                  <a:gd name="T40" fmla="*/ 44 w 157"/>
                  <a:gd name="T41" fmla="*/ 119 h 129"/>
                  <a:gd name="T42" fmla="*/ 56 w 157"/>
                  <a:gd name="T43" fmla="*/ 129 h 129"/>
                  <a:gd name="T44" fmla="*/ 65 w 157"/>
                  <a:gd name="T45" fmla="*/ 127 h 129"/>
                  <a:gd name="T46" fmla="*/ 75 w 157"/>
                  <a:gd name="T47" fmla="*/ 125 h 129"/>
                  <a:gd name="T48" fmla="*/ 79 w 157"/>
                  <a:gd name="T49" fmla="*/ 123 h 129"/>
                  <a:gd name="T50" fmla="*/ 79 w 157"/>
                  <a:gd name="T51" fmla="*/ 121 h 129"/>
                  <a:gd name="T52" fmla="*/ 77 w 157"/>
                  <a:gd name="T53" fmla="*/ 121 h 129"/>
                  <a:gd name="T54" fmla="*/ 69 w 157"/>
                  <a:gd name="T55" fmla="*/ 111 h 129"/>
                  <a:gd name="T56" fmla="*/ 56 w 157"/>
                  <a:gd name="T57" fmla="*/ 96 h 129"/>
                  <a:gd name="T58" fmla="*/ 40 w 157"/>
                  <a:gd name="T59" fmla="*/ 82 h 129"/>
                  <a:gd name="T60" fmla="*/ 40 w 157"/>
                  <a:gd name="T61" fmla="*/ 67 h 129"/>
                  <a:gd name="T62" fmla="*/ 58 w 157"/>
                  <a:gd name="T63" fmla="*/ 54 h 129"/>
                  <a:gd name="T64" fmla="*/ 71 w 157"/>
                  <a:gd name="T65" fmla="*/ 36 h 129"/>
                  <a:gd name="T66" fmla="*/ 94 w 157"/>
                  <a:gd name="T67" fmla="*/ 31 h 129"/>
                  <a:gd name="T68" fmla="*/ 111 w 157"/>
                  <a:gd name="T69" fmla="*/ 44 h 129"/>
                  <a:gd name="T70" fmla="*/ 127 w 157"/>
                  <a:gd name="T71" fmla="*/ 59 h 129"/>
                  <a:gd name="T72" fmla="*/ 119 w 157"/>
                  <a:gd name="T73" fmla="*/ 77 h 129"/>
                  <a:gd name="T74" fmla="*/ 102 w 157"/>
                  <a:gd name="T75" fmla="*/ 96 h 129"/>
                  <a:gd name="T76" fmla="*/ 84 w 157"/>
                  <a:gd name="T77" fmla="*/ 117 h 129"/>
                  <a:gd name="T78" fmla="*/ 83 w 157"/>
                  <a:gd name="T79" fmla="*/ 125 h 129"/>
                  <a:gd name="T80" fmla="*/ 96 w 157"/>
                  <a:gd name="T81" fmla="*/ 123 h 129"/>
                  <a:gd name="T82" fmla="*/ 107 w 157"/>
                  <a:gd name="T83" fmla="*/ 121 h 129"/>
                  <a:gd name="T84" fmla="*/ 119 w 157"/>
                  <a:gd name="T85" fmla="*/ 115 h 129"/>
                  <a:gd name="T86" fmla="*/ 129 w 157"/>
                  <a:gd name="T87" fmla="*/ 106 h 129"/>
                  <a:gd name="T88" fmla="*/ 134 w 157"/>
                  <a:gd name="T89" fmla="*/ 94 h 129"/>
                  <a:gd name="T90" fmla="*/ 155 w 157"/>
                  <a:gd name="T91" fmla="*/ 69 h 129"/>
                  <a:gd name="T92" fmla="*/ 157 w 157"/>
                  <a:gd name="T93" fmla="*/ 65 h 129"/>
                  <a:gd name="T94" fmla="*/ 155 w 157"/>
                  <a:gd name="T95" fmla="*/ 6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7" h="129">
                    <a:moveTo>
                      <a:pt x="155" y="61"/>
                    </a:moveTo>
                    <a:lnTo>
                      <a:pt x="155" y="52"/>
                    </a:lnTo>
                    <a:lnTo>
                      <a:pt x="153" y="52"/>
                    </a:lnTo>
                    <a:lnTo>
                      <a:pt x="153" y="50"/>
                    </a:lnTo>
                    <a:lnTo>
                      <a:pt x="153" y="48"/>
                    </a:lnTo>
                    <a:lnTo>
                      <a:pt x="152" y="48"/>
                    </a:lnTo>
                    <a:lnTo>
                      <a:pt x="152" y="46"/>
                    </a:lnTo>
                    <a:lnTo>
                      <a:pt x="150" y="44"/>
                    </a:lnTo>
                    <a:lnTo>
                      <a:pt x="148" y="44"/>
                    </a:lnTo>
                    <a:lnTo>
                      <a:pt x="148" y="44"/>
                    </a:lnTo>
                    <a:lnTo>
                      <a:pt x="132" y="33"/>
                    </a:lnTo>
                    <a:lnTo>
                      <a:pt x="130" y="31"/>
                    </a:lnTo>
                    <a:lnTo>
                      <a:pt x="127" y="29"/>
                    </a:lnTo>
                    <a:lnTo>
                      <a:pt x="125" y="27"/>
                    </a:lnTo>
                    <a:lnTo>
                      <a:pt x="123" y="25"/>
                    </a:lnTo>
                    <a:lnTo>
                      <a:pt x="121" y="23"/>
                    </a:lnTo>
                    <a:lnTo>
                      <a:pt x="119" y="19"/>
                    </a:lnTo>
                    <a:lnTo>
                      <a:pt x="117" y="17"/>
                    </a:lnTo>
                    <a:lnTo>
                      <a:pt x="115" y="15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69" y="0"/>
                    </a:lnTo>
                    <a:lnTo>
                      <a:pt x="69" y="2"/>
                    </a:lnTo>
                    <a:lnTo>
                      <a:pt x="67" y="2"/>
                    </a:lnTo>
                    <a:lnTo>
                      <a:pt x="67" y="4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0" y="27"/>
                    </a:lnTo>
                    <a:lnTo>
                      <a:pt x="46" y="31"/>
                    </a:lnTo>
                    <a:lnTo>
                      <a:pt x="44" y="33"/>
                    </a:lnTo>
                    <a:lnTo>
                      <a:pt x="40" y="36"/>
                    </a:lnTo>
                    <a:lnTo>
                      <a:pt x="39" y="40"/>
                    </a:lnTo>
                    <a:lnTo>
                      <a:pt x="35" y="42"/>
                    </a:lnTo>
                    <a:lnTo>
                      <a:pt x="31" y="44"/>
                    </a:lnTo>
                    <a:lnTo>
                      <a:pt x="25" y="48"/>
                    </a:lnTo>
                    <a:lnTo>
                      <a:pt x="4" y="65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8" y="88"/>
                    </a:lnTo>
                    <a:lnTo>
                      <a:pt x="10" y="88"/>
                    </a:lnTo>
                    <a:lnTo>
                      <a:pt x="10" y="90"/>
                    </a:lnTo>
                    <a:lnTo>
                      <a:pt x="10" y="90"/>
                    </a:lnTo>
                    <a:lnTo>
                      <a:pt x="12" y="90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17" y="92"/>
                    </a:lnTo>
                    <a:lnTo>
                      <a:pt x="21" y="98"/>
                    </a:lnTo>
                    <a:lnTo>
                      <a:pt x="25" y="104"/>
                    </a:lnTo>
                    <a:lnTo>
                      <a:pt x="29" y="107"/>
                    </a:lnTo>
                    <a:lnTo>
                      <a:pt x="35" y="111"/>
                    </a:lnTo>
                    <a:lnTo>
                      <a:pt x="39" y="115"/>
                    </a:lnTo>
                    <a:lnTo>
                      <a:pt x="44" y="119"/>
                    </a:lnTo>
                    <a:lnTo>
                      <a:pt x="48" y="125"/>
                    </a:lnTo>
                    <a:lnTo>
                      <a:pt x="54" y="129"/>
                    </a:lnTo>
                    <a:lnTo>
                      <a:pt x="56" y="129"/>
                    </a:lnTo>
                    <a:lnTo>
                      <a:pt x="60" y="127"/>
                    </a:lnTo>
                    <a:lnTo>
                      <a:pt x="63" y="127"/>
                    </a:lnTo>
                    <a:lnTo>
                      <a:pt x="65" y="127"/>
                    </a:lnTo>
                    <a:lnTo>
                      <a:pt x="69" y="127"/>
                    </a:lnTo>
                    <a:lnTo>
                      <a:pt x="73" y="125"/>
                    </a:lnTo>
                    <a:lnTo>
                      <a:pt x="75" y="125"/>
                    </a:lnTo>
                    <a:lnTo>
                      <a:pt x="79" y="125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3"/>
                    </a:lnTo>
                    <a:lnTo>
                      <a:pt x="79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7" y="121"/>
                    </a:lnTo>
                    <a:lnTo>
                      <a:pt x="73" y="115"/>
                    </a:lnTo>
                    <a:lnTo>
                      <a:pt x="69" y="111"/>
                    </a:lnTo>
                    <a:lnTo>
                      <a:pt x="63" y="106"/>
                    </a:lnTo>
                    <a:lnTo>
                      <a:pt x="60" y="102"/>
                    </a:lnTo>
                    <a:lnTo>
                      <a:pt x="56" y="96"/>
                    </a:lnTo>
                    <a:lnTo>
                      <a:pt x="50" y="92"/>
                    </a:lnTo>
                    <a:lnTo>
                      <a:pt x="46" y="88"/>
                    </a:lnTo>
                    <a:lnTo>
                      <a:pt x="40" y="82"/>
                    </a:lnTo>
                    <a:lnTo>
                      <a:pt x="27" y="73"/>
                    </a:lnTo>
                    <a:lnTo>
                      <a:pt x="35" y="71"/>
                    </a:lnTo>
                    <a:lnTo>
                      <a:pt x="40" y="67"/>
                    </a:lnTo>
                    <a:lnTo>
                      <a:pt x="46" y="63"/>
                    </a:lnTo>
                    <a:lnTo>
                      <a:pt x="52" y="59"/>
                    </a:lnTo>
                    <a:lnTo>
                      <a:pt x="58" y="54"/>
                    </a:lnTo>
                    <a:lnTo>
                      <a:pt x="62" y="50"/>
                    </a:lnTo>
                    <a:lnTo>
                      <a:pt x="67" y="44"/>
                    </a:lnTo>
                    <a:lnTo>
                      <a:pt x="71" y="36"/>
                    </a:lnTo>
                    <a:lnTo>
                      <a:pt x="83" y="23"/>
                    </a:lnTo>
                    <a:lnTo>
                      <a:pt x="88" y="27"/>
                    </a:lnTo>
                    <a:lnTo>
                      <a:pt x="94" y="31"/>
                    </a:lnTo>
                    <a:lnTo>
                      <a:pt x="100" y="34"/>
                    </a:lnTo>
                    <a:lnTo>
                      <a:pt x="106" y="40"/>
                    </a:lnTo>
                    <a:lnTo>
                      <a:pt x="111" y="44"/>
                    </a:lnTo>
                    <a:lnTo>
                      <a:pt x="115" y="50"/>
                    </a:lnTo>
                    <a:lnTo>
                      <a:pt x="121" y="54"/>
                    </a:lnTo>
                    <a:lnTo>
                      <a:pt x="127" y="59"/>
                    </a:lnTo>
                    <a:lnTo>
                      <a:pt x="130" y="61"/>
                    </a:lnTo>
                    <a:lnTo>
                      <a:pt x="123" y="69"/>
                    </a:lnTo>
                    <a:lnTo>
                      <a:pt x="119" y="77"/>
                    </a:lnTo>
                    <a:lnTo>
                      <a:pt x="113" y="84"/>
                    </a:lnTo>
                    <a:lnTo>
                      <a:pt x="107" y="90"/>
                    </a:lnTo>
                    <a:lnTo>
                      <a:pt x="102" y="96"/>
                    </a:lnTo>
                    <a:lnTo>
                      <a:pt x="96" y="104"/>
                    </a:lnTo>
                    <a:lnTo>
                      <a:pt x="90" y="109"/>
                    </a:lnTo>
                    <a:lnTo>
                      <a:pt x="84" y="117"/>
                    </a:lnTo>
                    <a:lnTo>
                      <a:pt x="79" y="123"/>
                    </a:lnTo>
                    <a:lnTo>
                      <a:pt x="79" y="125"/>
                    </a:lnTo>
                    <a:lnTo>
                      <a:pt x="83" y="125"/>
                    </a:lnTo>
                    <a:lnTo>
                      <a:pt x="86" y="125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0" y="123"/>
                    </a:lnTo>
                    <a:lnTo>
                      <a:pt x="104" y="123"/>
                    </a:lnTo>
                    <a:lnTo>
                      <a:pt x="107" y="121"/>
                    </a:lnTo>
                    <a:lnTo>
                      <a:pt x="111" y="121"/>
                    </a:lnTo>
                    <a:lnTo>
                      <a:pt x="115" y="117"/>
                    </a:lnTo>
                    <a:lnTo>
                      <a:pt x="119" y="115"/>
                    </a:lnTo>
                    <a:lnTo>
                      <a:pt x="121" y="111"/>
                    </a:lnTo>
                    <a:lnTo>
                      <a:pt x="125" y="109"/>
                    </a:lnTo>
                    <a:lnTo>
                      <a:pt x="129" y="106"/>
                    </a:lnTo>
                    <a:lnTo>
                      <a:pt x="130" y="102"/>
                    </a:lnTo>
                    <a:lnTo>
                      <a:pt x="132" y="98"/>
                    </a:lnTo>
                    <a:lnTo>
                      <a:pt x="134" y="94"/>
                    </a:lnTo>
                    <a:lnTo>
                      <a:pt x="153" y="71"/>
                    </a:lnTo>
                    <a:lnTo>
                      <a:pt x="155" y="69"/>
                    </a:lnTo>
                    <a:lnTo>
                      <a:pt x="155" y="69"/>
                    </a:lnTo>
                    <a:lnTo>
                      <a:pt x="155" y="67"/>
                    </a:lnTo>
                    <a:lnTo>
                      <a:pt x="155" y="65"/>
                    </a:lnTo>
                    <a:lnTo>
                      <a:pt x="157" y="65"/>
                    </a:lnTo>
                    <a:lnTo>
                      <a:pt x="157" y="63"/>
                    </a:lnTo>
                    <a:lnTo>
                      <a:pt x="157" y="61"/>
                    </a:lnTo>
                    <a:lnTo>
                      <a:pt x="155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6" name="Freeform 27"/>
              <p:cNvSpPr>
                <a:spLocks/>
              </p:cNvSpPr>
              <p:nvPr/>
            </p:nvSpPr>
            <p:spPr bwMode="auto">
              <a:xfrm>
                <a:off x="793" y="1320"/>
                <a:ext cx="519" cy="258"/>
              </a:xfrm>
              <a:custGeom>
                <a:avLst/>
                <a:gdLst>
                  <a:gd name="T0" fmla="*/ 467 w 519"/>
                  <a:gd name="T1" fmla="*/ 33 h 258"/>
                  <a:gd name="T2" fmla="*/ 485 w 519"/>
                  <a:gd name="T3" fmla="*/ 81 h 258"/>
                  <a:gd name="T4" fmla="*/ 492 w 519"/>
                  <a:gd name="T5" fmla="*/ 158 h 258"/>
                  <a:gd name="T6" fmla="*/ 494 w 519"/>
                  <a:gd name="T7" fmla="*/ 233 h 258"/>
                  <a:gd name="T8" fmla="*/ 27 w 519"/>
                  <a:gd name="T9" fmla="*/ 71 h 258"/>
                  <a:gd name="T10" fmla="*/ 34 w 519"/>
                  <a:gd name="T11" fmla="*/ 58 h 258"/>
                  <a:gd name="T12" fmla="*/ 46 w 519"/>
                  <a:gd name="T13" fmla="*/ 46 h 258"/>
                  <a:gd name="T14" fmla="*/ 107 w 519"/>
                  <a:gd name="T15" fmla="*/ 35 h 258"/>
                  <a:gd name="T16" fmla="*/ 259 w 519"/>
                  <a:gd name="T17" fmla="*/ 23 h 258"/>
                  <a:gd name="T18" fmla="*/ 410 w 519"/>
                  <a:gd name="T19" fmla="*/ 29 h 258"/>
                  <a:gd name="T20" fmla="*/ 477 w 519"/>
                  <a:gd name="T21" fmla="*/ 12 h 258"/>
                  <a:gd name="T22" fmla="*/ 473 w 519"/>
                  <a:gd name="T23" fmla="*/ 10 h 258"/>
                  <a:gd name="T24" fmla="*/ 471 w 519"/>
                  <a:gd name="T25" fmla="*/ 10 h 258"/>
                  <a:gd name="T26" fmla="*/ 454 w 519"/>
                  <a:gd name="T27" fmla="*/ 10 h 258"/>
                  <a:gd name="T28" fmla="*/ 444 w 519"/>
                  <a:gd name="T29" fmla="*/ 8 h 258"/>
                  <a:gd name="T30" fmla="*/ 437 w 519"/>
                  <a:gd name="T31" fmla="*/ 8 h 258"/>
                  <a:gd name="T32" fmla="*/ 425 w 519"/>
                  <a:gd name="T33" fmla="*/ 6 h 258"/>
                  <a:gd name="T34" fmla="*/ 408 w 519"/>
                  <a:gd name="T35" fmla="*/ 4 h 258"/>
                  <a:gd name="T36" fmla="*/ 391 w 519"/>
                  <a:gd name="T37" fmla="*/ 4 h 258"/>
                  <a:gd name="T38" fmla="*/ 327 w 519"/>
                  <a:gd name="T39" fmla="*/ 0 h 258"/>
                  <a:gd name="T40" fmla="*/ 239 w 519"/>
                  <a:gd name="T41" fmla="*/ 0 h 258"/>
                  <a:gd name="T42" fmla="*/ 151 w 519"/>
                  <a:gd name="T43" fmla="*/ 6 h 258"/>
                  <a:gd name="T44" fmla="*/ 130 w 519"/>
                  <a:gd name="T45" fmla="*/ 8 h 258"/>
                  <a:gd name="T46" fmla="*/ 107 w 519"/>
                  <a:gd name="T47" fmla="*/ 12 h 258"/>
                  <a:gd name="T48" fmla="*/ 88 w 519"/>
                  <a:gd name="T49" fmla="*/ 14 h 258"/>
                  <a:gd name="T50" fmla="*/ 73 w 519"/>
                  <a:gd name="T51" fmla="*/ 17 h 258"/>
                  <a:gd name="T52" fmla="*/ 57 w 519"/>
                  <a:gd name="T53" fmla="*/ 19 h 258"/>
                  <a:gd name="T54" fmla="*/ 40 w 519"/>
                  <a:gd name="T55" fmla="*/ 25 h 258"/>
                  <a:gd name="T56" fmla="*/ 25 w 519"/>
                  <a:gd name="T57" fmla="*/ 35 h 258"/>
                  <a:gd name="T58" fmla="*/ 13 w 519"/>
                  <a:gd name="T59" fmla="*/ 50 h 258"/>
                  <a:gd name="T60" fmla="*/ 0 w 519"/>
                  <a:gd name="T61" fmla="*/ 67 h 258"/>
                  <a:gd name="T62" fmla="*/ 0 w 519"/>
                  <a:gd name="T63" fmla="*/ 71 h 258"/>
                  <a:gd name="T64" fmla="*/ 0 w 519"/>
                  <a:gd name="T65" fmla="*/ 73 h 258"/>
                  <a:gd name="T66" fmla="*/ 0 w 519"/>
                  <a:gd name="T67" fmla="*/ 244 h 258"/>
                  <a:gd name="T68" fmla="*/ 2 w 519"/>
                  <a:gd name="T69" fmla="*/ 248 h 258"/>
                  <a:gd name="T70" fmla="*/ 4 w 519"/>
                  <a:gd name="T71" fmla="*/ 250 h 258"/>
                  <a:gd name="T72" fmla="*/ 6 w 519"/>
                  <a:gd name="T73" fmla="*/ 254 h 258"/>
                  <a:gd name="T74" fmla="*/ 10 w 519"/>
                  <a:gd name="T75" fmla="*/ 256 h 258"/>
                  <a:gd name="T76" fmla="*/ 473 w 519"/>
                  <a:gd name="T77" fmla="*/ 258 h 258"/>
                  <a:gd name="T78" fmla="*/ 509 w 519"/>
                  <a:gd name="T79" fmla="*/ 256 h 258"/>
                  <a:gd name="T80" fmla="*/ 515 w 519"/>
                  <a:gd name="T81" fmla="*/ 254 h 258"/>
                  <a:gd name="T82" fmla="*/ 519 w 519"/>
                  <a:gd name="T83" fmla="*/ 248 h 258"/>
                  <a:gd name="T84" fmla="*/ 519 w 519"/>
                  <a:gd name="T85" fmla="*/ 227 h 258"/>
                  <a:gd name="T86" fmla="*/ 515 w 519"/>
                  <a:gd name="T87" fmla="*/ 156 h 258"/>
                  <a:gd name="T88" fmla="*/ 509 w 519"/>
                  <a:gd name="T89" fmla="*/ 87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19" h="258">
                    <a:moveTo>
                      <a:pt x="500" y="40"/>
                    </a:moveTo>
                    <a:lnTo>
                      <a:pt x="477" y="12"/>
                    </a:lnTo>
                    <a:lnTo>
                      <a:pt x="467" y="33"/>
                    </a:lnTo>
                    <a:lnTo>
                      <a:pt x="469" y="35"/>
                    </a:lnTo>
                    <a:lnTo>
                      <a:pt x="479" y="58"/>
                    </a:lnTo>
                    <a:lnTo>
                      <a:pt x="485" y="81"/>
                    </a:lnTo>
                    <a:lnTo>
                      <a:pt x="488" y="106"/>
                    </a:lnTo>
                    <a:lnTo>
                      <a:pt x="490" y="131"/>
                    </a:lnTo>
                    <a:lnTo>
                      <a:pt x="492" y="158"/>
                    </a:lnTo>
                    <a:lnTo>
                      <a:pt x="492" y="183"/>
                    </a:lnTo>
                    <a:lnTo>
                      <a:pt x="492" y="208"/>
                    </a:lnTo>
                    <a:lnTo>
                      <a:pt x="494" y="233"/>
                    </a:lnTo>
                    <a:lnTo>
                      <a:pt x="25" y="233"/>
                    </a:lnTo>
                    <a:lnTo>
                      <a:pt x="25" y="77"/>
                    </a:lnTo>
                    <a:lnTo>
                      <a:pt x="27" y="71"/>
                    </a:lnTo>
                    <a:lnTo>
                      <a:pt x="29" y="65"/>
                    </a:lnTo>
                    <a:lnTo>
                      <a:pt x="31" y="62"/>
                    </a:lnTo>
                    <a:lnTo>
                      <a:pt x="34" y="58"/>
                    </a:lnTo>
                    <a:lnTo>
                      <a:pt x="36" y="54"/>
                    </a:lnTo>
                    <a:lnTo>
                      <a:pt x="40" y="50"/>
                    </a:lnTo>
                    <a:lnTo>
                      <a:pt x="46" y="46"/>
                    </a:lnTo>
                    <a:lnTo>
                      <a:pt x="50" y="44"/>
                    </a:lnTo>
                    <a:lnTo>
                      <a:pt x="56" y="42"/>
                    </a:lnTo>
                    <a:lnTo>
                      <a:pt x="107" y="35"/>
                    </a:lnTo>
                    <a:lnTo>
                      <a:pt x="157" y="29"/>
                    </a:lnTo>
                    <a:lnTo>
                      <a:pt x="209" y="25"/>
                    </a:lnTo>
                    <a:lnTo>
                      <a:pt x="259" y="23"/>
                    </a:lnTo>
                    <a:lnTo>
                      <a:pt x="310" y="23"/>
                    </a:lnTo>
                    <a:lnTo>
                      <a:pt x="360" y="25"/>
                    </a:lnTo>
                    <a:lnTo>
                      <a:pt x="410" y="29"/>
                    </a:lnTo>
                    <a:lnTo>
                      <a:pt x="462" y="33"/>
                    </a:lnTo>
                    <a:lnTo>
                      <a:pt x="467" y="33"/>
                    </a:lnTo>
                    <a:lnTo>
                      <a:pt x="477" y="12"/>
                    </a:lnTo>
                    <a:lnTo>
                      <a:pt x="475" y="12"/>
                    </a:lnTo>
                    <a:lnTo>
                      <a:pt x="475" y="10"/>
                    </a:lnTo>
                    <a:lnTo>
                      <a:pt x="473" y="10"/>
                    </a:lnTo>
                    <a:lnTo>
                      <a:pt x="473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71" y="10"/>
                    </a:lnTo>
                    <a:lnTo>
                      <a:pt x="469" y="10"/>
                    </a:lnTo>
                    <a:lnTo>
                      <a:pt x="454" y="10"/>
                    </a:lnTo>
                    <a:lnTo>
                      <a:pt x="450" y="10"/>
                    </a:lnTo>
                    <a:lnTo>
                      <a:pt x="448" y="8"/>
                    </a:lnTo>
                    <a:lnTo>
                      <a:pt x="444" y="8"/>
                    </a:lnTo>
                    <a:lnTo>
                      <a:pt x="442" y="8"/>
                    </a:lnTo>
                    <a:lnTo>
                      <a:pt x="439" y="8"/>
                    </a:lnTo>
                    <a:lnTo>
                      <a:pt x="437" y="8"/>
                    </a:lnTo>
                    <a:lnTo>
                      <a:pt x="435" y="8"/>
                    </a:lnTo>
                    <a:lnTo>
                      <a:pt x="431" y="8"/>
                    </a:lnTo>
                    <a:lnTo>
                      <a:pt x="425" y="6"/>
                    </a:lnTo>
                    <a:lnTo>
                      <a:pt x="419" y="6"/>
                    </a:lnTo>
                    <a:lnTo>
                      <a:pt x="414" y="6"/>
                    </a:lnTo>
                    <a:lnTo>
                      <a:pt x="408" y="4"/>
                    </a:lnTo>
                    <a:lnTo>
                      <a:pt x="402" y="4"/>
                    </a:lnTo>
                    <a:lnTo>
                      <a:pt x="396" y="4"/>
                    </a:lnTo>
                    <a:lnTo>
                      <a:pt x="391" y="4"/>
                    </a:lnTo>
                    <a:lnTo>
                      <a:pt x="385" y="2"/>
                    </a:lnTo>
                    <a:lnTo>
                      <a:pt x="356" y="2"/>
                    </a:lnTo>
                    <a:lnTo>
                      <a:pt x="327" y="0"/>
                    </a:lnTo>
                    <a:lnTo>
                      <a:pt x="297" y="0"/>
                    </a:lnTo>
                    <a:lnTo>
                      <a:pt x="268" y="0"/>
                    </a:lnTo>
                    <a:lnTo>
                      <a:pt x="239" y="0"/>
                    </a:lnTo>
                    <a:lnTo>
                      <a:pt x="211" y="2"/>
                    </a:lnTo>
                    <a:lnTo>
                      <a:pt x="182" y="4"/>
                    </a:lnTo>
                    <a:lnTo>
                      <a:pt x="151" y="6"/>
                    </a:lnTo>
                    <a:lnTo>
                      <a:pt x="146" y="6"/>
                    </a:lnTo>
                    <a:lnTo>
                      <a:pt x="138" y="8"/>
                    </a:lnTo>
                    <a:lnTo>
                      <a:pt x="130" y="8"/>
                    </a:lnTo>
                    <a:lnTo>
                      <a:pt x="123" y="10"/>
                    </a:lnTo>
                    <a:lnTo>
                      <a:pt x="115" y="10"/>
                    </a:lnTo>
                    <a:lnTo>
                      <a:pt x="107" y="12"/>
                    </a:lnTo>
                    <a:lnTo>
                      <a:pt x="100" y="12"/>
                    </a:lnTo>
                    <a:lnTo>
                      <a:pt x="94" y="14"/>
                    </a:lnTo>
                    <a:lnTo>
                      <a:pt x="88" y="14"/>
                    </a:lnTo>
                    <a:lnTo>
                      <a:pt x="82" y="15"/>
                    </a:lnTo>
                    <a:lnTo>
                      <a:pt x="77" y="15"/>
                    </a:lnTo>
                    <a:lnTo>
                      <a:pt x="73" y="17"/>
                    </a:lnTo>
                    <a:lnTo>
                      <a:pt x="67" y="17"/>
                    </a:lnTo>
                    <a:lnTo>
                      <a:pt x="61" y="19"/>
                    </a:lnTo>
                    <a:lnTo>
                      <a:pt x="57" y="19"/>
                    </a:lnTo>
                    <a:lnTo>
                      <a:pt x="52" y="21"/>
                    </a:lnTo>
                    <a:lnTo>
                      <a:pt x="46" y="21"/>
                    </a:lnTo>
                    <a:lnTo>
                      <a:pt x="40" y="25"/>
                    </a:lnTo>
                    <a:lnTo>
                      <a:pt x="34" y="27"/>
                    </a:lnTo>
                    <a:lnTo>
                      <a:pt x="31" y="31"/>
                    </a:lnTo>
                    <a:lnTo>
                      <a:pt x="25" y="35"/>
                    </a:lnTo>
                    <a:lnTo>
                      <a:pt x="21" y="40"/>
                    </a:lnTo>
                    <a:lnTo>
                      <a:pt x="17" y="44"/>
                    </a:lnTo>
                    <a:lnTo>
                      <a:pt x="13" y="50"/>
                    </a:lnTo>
                    <a:lnTo>
                      <a:pt x="2" y="67"/>
                    </a:lnTo>
                    <a:lnTo>
                      <a:pt x="2" y="67"/>
                    </a:lnTo>
                    <a:lnTo>
                      <a:pt x="0" y="67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73"/>
                    </a:lnTo>
                    <a:lnTo>
                      <a:pt x="0" y="242"/>
                    </a:lnTo>
                    <a:lnTo>
                      <a:pt x="0" y="242"/>
                    </a:lnTo>
                    <a:lnTo>
                      <a:pt x="0" y="244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48"/>
                    </a:lnTo>
                    <a:lnTo>
                      <a:pt x="2" y="248"/>
                    </a:lnTo>
                    <a:lnTo>
                      <a:pt x="2" y="250"/>
                    </a:lnTo>
                    <a:lnTo>
                      <a:pt x="4" y="250"/>
                    </a:lnTo>
                    <a:lnTo>
                      <a:pt x="4" y="252"/>
                    </a:lnTo>
                    <a:lnTo>
                      <a:pt x="4" y="252"/>
                    </a:lnTo>
                    <a:lnTo>
                      <a:pt x="6" y="254"/>
                    </a:lnTo>
                    <a:lnTo>
                      <a:pt x="8" y="256"/>
                    </a:lnTo>
                    <a:lnTo>
                      <a:pt x="10" y="256"/>
                    </a:lnTo>
                    <a:lnTo>
                      <a:pt x="10" y="256"/>
                    </a:lnTo>
                    <a:lnTo>
                      <a:pt x="11" y="258"/>
                    </a:lnTo>
                    <a:lnTo>
                      <a:pt x="13" y="258"/>
                    </a:lnTo>
                    <a:lnTo>
                      <a:pt x="473" y="258"/>
                    </a:lnTo>
                    <a:lnTo>
                      <a:pt x="483" y="258"/>
                    </a:lnTo>
                    <a:lnTo>
                      <a:pt x="506" y="256"/>
                    </a:lnTo>
                    <a:lnTo>
                      <a:pt x="509" y="256"/>
                    </a:lnTo>
                    <a:lnTo>
                      <a:pt x="511" y="256"/>
                    </a:lnTo>
                    <a:lnTo>
                      <a:pt x="513" y="254"/>
                    </a:lnTo>
                    <a:lnTo>
                      <a:pt x="515" y="254"/>
                    </a:lnTo>
                    <a:lnTo>
                      <a:pt x="515" y="252"/>
                    </a:lnTo>
                    <a:lnTo>
                      <a:pt x="517" y="250"/>
                    </a:lnTo>
                    <a:lnTo>
                      <a:pt x="519" y="248"/>
                    </a:lnTo>
                    <a:lnTo>
                      <a:pt x="519" y="246"/>
                    </a:lnTo>
                    <a:lnTo>
                      <a:pt x="519" y="244"/>
                    </a:lnTo>
                    <a:lnTo>
                      <a:pt x="519" y="227"/>
                    </a:lnTo>
                    <a:lnTo>
                      <a:pt x="517" y="204"/>
                    </a:lnTo>
                    <a:lnTo>
                      <a:pt x="517" y="181"/>
                    </a:lnTo>
                    <a:lnTo>
                      <a:pt x="515" y="156"/>
                    </a:lnTo>
                    <a:lnTo>
                      <a:pt x="513" y="133"/>
                    </a:lnTo>
                    <a:lnTo>
                      <a:pt x="511" y="110"/>
                    </a:lnTo>
                    <a:lnTo>
                      <a:pt x="509" y="87"/>
                    </a:lnTo>
                    <a:lnTo>
                      <a:pt x="506" y="64"/>
                    </a:lnTo>
                    <a:lnTo>
                      <a:pt x="50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37" name="아래쪽 화살표 36"/>
          <p:cNvSpPr/>
          <p:nvPr/>
        </p:nvSpPr>
        <p:spPr>
          <a:xfrm>
            <a:off x="1871482" y="701873"/>
            <a:ext cx="51171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</p:txBody>
      </p:sp>
      <p:sp>
        <p:nvSpPr>
          <p:cNvPr id="38" name="TextBox 37"/>
          <p:cNvSpPr txBox="1"/>
          <p:nvPr/>
        </p:nvSpPr>
        <p:spPr>
          <a:xfrm>
            <a:off x="1472239" y="285202"/>
            <a:ext cx="14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 CBA </a:t>
            </a:r>
            <a:endParaRPr lang="ko-KR" altLang="en-US" dirty="0"/>
          </a:p>
        </p:txBody>
      </p:sp>
      <p:sp>
        <p:nvSpPr>
          <p:cNvPr id="98" name="아래쪽 화살표 97"/>
          <p:cNvSpPr/>
          <p:nvPr/>
        </p:nvSpPr>
        <p:spPr>
          <a:xfrm>
            <a:off x="7627675" y="669607"/>
            <a:ext cx="51171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</p:txBody>
      </p:sp>
      <p:sp>
        <p:nvSpPr>
          <p:cNvPr id="99" name="TextBox 98"/>
          <p:cNvSpPr txBox="1"/>
          <p:nvPr/>
        </p:nvSpPr>
        <p:spPr>
          <a:xfrm>
            <a:off x="7228432" y="252936"/>
            <a:ext cx="14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MB CBA 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7153136" y="2608262"/>
            <a:ext cx="34977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B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C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D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E</a:t>
            </a:r>
          </a:p>
        </p:txBody>
      </p:sp>
      <p:sp>
        <p:nvSpPr>
          <p:cNvPr id="102" name="왼쪽으로 구부러진 화살표 101"/>
          <p:cNvSpPr/>
          <p:nvPr/>
        </p:nvSpPr>
        <p:spPr>
          <a:xfrm rot="10952293">
            <a:off x="6687907" y="2932783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왼쪽으로 구부러진 화살표 102"/>
          <p:cNvSpPr/>
          <p:nvPr/>
        </p:nvSpPr>
        <p:spPr>
          <a:xfrm flipH="1" flipV="1">
            <a:off x="6732240" y="3801735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4" name="왼쪽으로 구부러진 화살표 103"/>
          <p:cNvSpPr/>
          <p:nvPr/>
        </p:nvSpPr>
        <p:spPr>
          <a:xfrm flipH="1" flipV="1">
            <a:off x="6732240" y="4653134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5" name="왼쪽으로 구부러진 화살표 104"/>
          <p:cNvSpPr/>
          <p:nvPr/>
        </p:nvSpPr>
        <p:spPr>
          <a:xfrm flipH="1" flipV="1">
            <a:off x="6732240" y="5488768"/>
            <a:ext cx="365760" cy="532519"/>
          </a:xfrm>
          <a:prstGeom prst="curvedLeftArrow">
            <a:avLst>
              <a:gd name="adj1" fmla="val 25000"/>
              <a:gd name="adj2" fmla="val 39862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2197538" y="2608263"/>
            <a:ext cx="832178" cy="3693319"/>
            <a:chOff x="2197538" y="2608263"/>
            <a:chExt cx="832178" cy="3693319"/>
          </a:xfrm>
        </p:grpSpPr>
        <p:sp>
          <p:nvSpPr>
            <p:cNvPr id="1045" name="TextBox 1044"/>
            <p:cNvSpPr txBox="1"/>
            <p:nvPr/>
          </p:nvSpPr>
          <p:spPr>
            <a:xfrm>
              <a:off x="2197538" y="2608263"/>
              <a:ext cx="349776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A</a:t>
              </a:r>
            </a:p>
            <a:p>
              <a:endParaRPr lang="en-US" altLang="ko-KR" dirty="0" smtClean="0"/>
            </a:p>
            <a:p>
              <a:r>
                <a:rPr lang="en-US" altLang="ko-KR" dirty="0" smtClean="0"/>
                <a:t> </a:t>
              </a:r>
              <a:endParaRPr lang="en-US" altLang="ko-KR" dirty="0"/>
            </a:p>
            <a:p>
              <a:r>
                <a:rPr lang="en-US" altLang="ko-KR" dirty="0" smtClean="0"/>
                <a:t>B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C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D</a:t>
              </a:r>
            </a:p>
            <a:p>
              <a:endParaRPr lang="en-US" altLang="ko-KR" dirty="0" smtClean="0"/>
            </a:p>
            <a:p>
              <a:endParaRPr lang="en-US" altLang="ko-KR" dirty="0"/>
            </a:p>
            <a:p>
              <a:r>
                <a:rPr lang="en-US" altLang="ko-KR" dirty="0" smtClean="0"/>
                <a:t>E</a:t>
              </a:r>
            </a:p>
          </p:txBody>
        </p:sp>
        <p:sp>
          <p:nvSpPr>
            <p:cNvPr id="36" name="왼쪽으로 구부러진 화살표 35"/>
            <p:cNvSpPr/>
            <p:nvPr/>
          </p:nvSpPr>
          <p:spPr>
            <a:xfrm>
              <a:off x="2663956" y="3040497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왼쪽으로 구부러진 화살표 92"/>
            <p:cNvSpPr/>
            <p:nvPr/>
          </p:nvSpPr>
          <p:spPr>
            <a:xfrm>
              <a:off x="2663956" y="3801736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왼쪽으로 구부러진 화살표 93"/>
            <p:cNvSpPr/>
            <p:nvPr/>
          </p:nvSpPr>
          <p:spPr>
            <a:xfrm>
              <a:off x="2663956" y="4653135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왼쪽으로 구부러진 화살표 94"/>
            <p:cNvSpPr/>
            <p:nvPr/>
          </p:nvSpPr>
          <p:spPr>
            <a:xfrm>
              <a:off x="2663956" y="5488769"/>
              <a:ext cx="365760" cy="532519"/>
            </a:xfrm>
            <a:prstGeom prst="curvedLeftArrow">
              <a:avLst>
                <a:gd name="adj1" fmla="val 25000"/>
                <a:gd name="adj2" fmla="val 39862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설명선 1(강조선) 1"/>
          <p:cNvSpPr/>
          <p:nvPr/>
        </p:nvSpPr>
        <p:spPr>
          <a:xfrm>
            <a:off x="4313683" y="3580578"/>
            <a:ext cx="914400" cy="612648"/>
          </a:xfrm>
          <a:prstGeom prst="accentCallout1">
            <a:avLst>
              <a:gd name="adj1" fmla="val 18750"/>
              <a:gd name="adj2" fmla="val -8333"/>
              <a:gd name="adj3" fmla="val 198278"/>
              <a:gd name="adj4" fmla="val -13488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중간에서 </a:t>
            </a:r>
            <a:r>
              <a:rPr lang="en-US" altLang="ko-KR" sz="1000" dirty="0" smtClean="0">
                <a:solidFill>
                  <a:schemeClr val="tx1"/>
                </a:solidFill>
              </a:rPr>
              <a:t>CAB </a:t>
            </a:r>
            <a:r>
              <a:rPr lang="ko-KR" altLang="en-US" sz="1000" dirty="0" smtClean="0">
                <a:solidFill>
                  <a:schemeClr val="tx1"/>
                </a:solidFill>
              </a:rPr>
              <a:t>신호가</a:t>
            </a:r>
            <a:r>
              <a:rPr lang="en-US" altLang="ko-KR" sz="1000" dirty="0" smtClean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변경 되었을 </a:t>
            </a:r>
            <a:r>
              <a:rPr lang="ko-KR" altLang="en-US" sz="1000" dirty="0" smtClean="0">
                <a:solidFill>
                  <a:schemeClr val="tx1"/>
                </a:solidFill>
              </a:rPr>
              <a:t>경우</a:t>
            </a:r>
            <a:endParaRPr lang="en-US" altLang="ko-KR" sz="1000" dirty="0" smtClean="0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/>
          <p:nvPr/>
        </p:nvCxnSpPr>
        <p:spPr>
          <a:xfrm flipV="1">
            <a:off x="954645" y="4861520"/>
            <a:ext cx="7632475" cy="5023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1289" y="472708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현재 위치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358846" y="5051708"/>
            <a:ext cx="6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①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7556858" y="5562177"/>
            <a:ext cx="648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rgbClr val="FF0000"/>
                </a:solidFill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오른쪽 화살표 30"/>
          <p:cNvSpPr/>
          <p:nvPr/>
        </p:nvSpPr>
        <p:spPr>
          <a:xfrm rot="947465">
            <a:off x="3664642" y="5363748"/>
            <a:ext cx="2212482" cy="38161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으로 구부러진 화살표 31"/>
          <p:cNvSpPr/>
          <p:nvPr/>
        </p:nvSpPr>
        <p:spPr>
          <a:xfrm flipV="1">
            <a:off x="7968673" y="4727087"/>
            <a:ext cx="731520" cy="138048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615" y="5169680"/>
            <a:ext cx="1905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설명선 1 32"/>
          <p:cNvSpPr/>
          <p:nvPr/>
        </p:nvSpPr>
        <p:spPr>
          <a:xfrm>
            <a:off x="4499992" y="4307311"/>
            <a:ext cx="914400" cy="1731890"/>
          </a:xfrm>
          <a:prstGeom prst="borderCallout1">
            <a:avLst>
              <a:gd name="adj1" fmla="val 18750"/>
              <a:gd name="adj2" fmla="val -8333"/>
              <a:gd name="adj3" fmla="val 56465"/>
              <a:gd name="adj4" fmla="val -67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중간 역에서 </a:t>
            </a:r>
            <a:r>
              <a:rPr lang="en-US" altLang="ko-KR" sz="1000" dirty="0" smtClean="0">
                <a:solidFill>
                  <a:schemeClr val="tx1"/>
                </a:solidFill>
              </a:rPr>
              <a:t>CBA </a:t>
            </a:r>
            <a:r>
              <a:rPr lang="ko-KR" altLang="en-US" sz="1000" dirty="0" smtClean="0">
                <a:solidFill>
                  <a:schemeClr val="tx1"/>
                </a:solidFill>
              </a:rPr>
              <a:t>신호가 빠지고 </a:t>
            </a:r>
            <a:r>
              <a:rPr lang="en-US" altLang="ko-KR" sz="1000" dirty="0" smtClean="0">
                <a:solidFill>
                  <a:schemeClr val="tx1"/>
                </a:solidFill>
              </a:rPr>
              <a:t>MB</a:t>
            </a:r>
            <a:r>
              <a:rPr lang="ko-KR" altLang="en-US" sz="1000" dirty="0" smtClean="0">
                <a:solidFill>
                  <a:schemeClr val="tx1"/>
                </a:solidFill>
              </a:rPr>
              <a:t>에서 </a:t>
            </a:r>
            <a:r>
              <a:rPr lang="en-US" altLang="ko-KR" sz="1000" dirty="0" smtClean="0">
                <a:solidFill>
                  <a:schemeClr val="tx1"/>
                </a:solidFill>
              </a:rPr>
              <a:t>CBA </a:t>
            </a:r>
            <a:r>
              <a:rPr lang="ko-KR" altLang="en-US" sz="1000" dirty="0" smtClean="0">
                <a:solidFill>
                  <a:schemeClr val="tx1"/>
                </a:solidFill>
              </a:rPr>
              <a:t>신고가 들어 가면 운행 </a:t>
            </a:r>
            <a:r>
              <a:rPr lang="en-US" altLang="ko-KR" sz="1000" dirty="0" smtClean="0">
                <a:solidFill>
                  <a:schemeClr val="tx1"/>
                </a:solidFill>
              </a:rPr>
              <a:t>DIA</a:t>
            </a:r>
            <a:r>
              <a:rPr lang="ko-KR" altLang="en-US" sz="1000" dirty="0" smtClean="0">
                <a:solidFill>
                  <a:schemeClr val="tx1"/>
                </a:solidFill>
              </a:rPr>
              <a:t>는 상행선 종착</a:t>
            </a:r>
            <a:r>
              <a:rPr lang="en-US" altLang="ko-KR" sz="1000" dirty="0" smtClean="0">
                <a:solidFill>
                  <a:schemeClr val="tx1"/>
                </a:solidFill>
              </a:rPr>
              <a:t>(E</a:t>
            </a:r>
            <a:r>
              <a:rPr lang="ko-KR" altLang="en-US" sz="1000" dirty="0" smtClean="0">
                <a:solidFill>
                  <a:schemeClr val="tx1"/>
                </a:solidFill>
              </a:rPr>
              <a:t>역</a:t>
            </a:r>
            <a:r>
              <a:rPr lang="en-US" altLang="ko-KR" sz="1000" dirty="0" smtClean="0">
                <a:solidFill>
                  <a:schemeClr val="tx1"/>
                </a:solidFill>
              </a:rPr>
              <a:t>) </a:t>
            </a:r>
            <a:r>
              <a:rPr lang="ko-KR" altLang="en-US" sz="1000" dirty="0" smtClean="0">
                <a:solidFill>
                  <a:schemeClr val="tx1"/>
                </a:solidFill>
              </a:rPr>
              <a:t>부터 스케줄 설정한다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9" name="설명선 1 78"/>
          <p:cNvSpPr/>
          <p:nvPr/>
        </p:nvSpPr>
        <p:spPr>
          <a:xfrm>
            <a:off x="7920048" y="2723032"/>
            <a:ext cx="914400" cy="1731890"/>
          </a:xfrm>
          <a:prstGeom prst="borderCallout1">
            <a:avLst>
              <a:gd name="adj1" fmla="val 102498"/>
              <a:gd name="adj2" fmla="val 62931"/>
              <a:gd name="adj3" fmla="val 140213"/>
              <a:gd name="adj4" fmla="val 6166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MB</a:t>
            </a:r>
            <a:r>
              <a:rPr lang="ko-KR" altLang="en-US" sz="1000" dirty="0" smtClean="0">
                <a:solidFill>
                  <a:schemeClr val="tx1"/>
                </a:solidFill>
              </a:rPr>
              <a:t>에서는 상행 종착역 </a:t>
            </a:r>
            <a:r>
              <a:rPr lang="en-US" altLang="ko-KR" sz="1000" dirty="0" smtClean="0">
                <a:solidFill>
                  <a:schemeClr val="tx1"/>
                </a:solidFill>
              </a:rPr>
              <a:t>(E</a:t>
            </a:r>
            <a:r>
              <a:rPr lang="ko-KR" altLang="en-US" sz="1000" dirty="0" smtClean="0">
                <a:solidFill>
                  <a:schemeClr val="tx1"/>
                </a:solidFill>
              </a:rPr>
              <a:t>역</a:t>
            </a:r>
            <a:r>
              <a:rPr lang="en-US" altLang="ko-KR" sz="1000" dirty="0" smtClean="0">
                <a:solidFill>
                  <a:schemeClr val="tx1"/>
                </a:solidFill>
              </a:rPr>
              <a:t>) </a:t>
            </a:r>
            <a:r>
              <a:rPr lang="ko-KR" altLang="en-US" sz="1000" dirty="0" smtClean="0">
                <a:solidFill>
                  <a:schemeClr val="tx1"/>
                </a:solidFill>
              </a:rPr>
              <a:t>스케줄 설정이 되고</a:t>
            </a:r>
            <a:r>
              <a:rPr lang="en-US" altLang="ko-KR" sz="1000" dirty="0" smtClean="0">
                <a:solidFill>
                  <a:schemeClr val="tx1"/>
                </a:solidFill>
              </a:rPr>
              <a:t>, </a:t>
            </a:r>
            <a:r>
              <a:rPr lang="ko-KR" altLang="en-US" sz="1000" dirty="0" smtClean="0">
                <a:solidFill>
                  <a:schemeClr val="tx1"/>
                </a:solidFill>
              </a:rPr>
              <a:t>현재 위치 정보는 </a:t>
            </a:r>
            <a:r>
              <a:rPr lang="en-US" altLang="ko-KR" sz="1000" dirty="0" smtClean="0">
                <a:solidFill>
                  <a:schemeClr val="tx1"/>
                </a:solidFill>
              </a:rPr>
              <a:t>GPS </a:t>
            </a:r>
            <a:r>
              <a:rPr lang="ko-KR" altLang="en-US" sz="1000" dirty="0" smtClean="0">
                <a:solidFill>
                  <a:schemeClr val="tx1"/>
                </a:solidFill>
              </a:rPr>
              <a:t>정보를 이용하여 찾는다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r>
              <a:rPr lang="ko-KR" altLang="en-US" sz="1000" dirty="0" smtClean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71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136</Words>
  <Application>Microsoft Office PowerPoint</Application>
  <PresentationFormat>화면 슬라이드 쇼(4:3)</PresentationFormat>
  <Paragraphs>72</Paragraphs>
  <Slides>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9</cp:revision>
  <cp:lastPrinted>2013-06-03T23:42:29Z</cp:lastPrinted>
  <dcterms:created xsi:type="dcterms:W3CDTF">2013-06-03T22:49:24Z</dcterms:created>
  <dcterms:modified xsi:type="dcterms:W3CDTF">2013-06-07T04:46:25Z</dcterms:modified>
</cp:coreProperties>
</file>