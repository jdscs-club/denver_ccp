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1266" y="-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4083-F2F3-42CB-B3D5-FB7A20D8490A}" type="datetimeFigureOut">
              <a:rPr lang="ko-KR" altLang="en-US" smtClean="0"/>
              <a:t>2013-02-04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42E79-7A9D-4B21-8F2B-D4CEE5D166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560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4083-F2F3-42CB-B3D5-FB7A20D8490A}" type="datetimeFigureOut">
              <a:rPr lang="ko-KR" altLang="en-US" smtClean="0"/>
              <a:t>2013-02-04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42E79-7A9D-4B21-8F2B-D4CEE5D166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124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4083-F2F3-42CB-B3D5-FB7A20D8490A}" type="datetimeFigureOut">
              <a:rPr lang="ko-KR" altLang="en-US" smtClean="0"/>
              <a:t>2013-02-04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42E79-7A9D-4B21-8F2B-D4CEE5D166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6777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4083-F2F3-42CB-B3D5-FB7A20D8490A}" type="datetimeFigureOut">
              <a:rPr lang="ko-KR" altLang="en-US" smtClean="0"/>
              <a:t>2013-02-04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42E79-7A9D-4B21-8F2B-D4CEE5D166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7318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4083-F2F3-42CB-B3D5-FB7A20D8490A}" type="datetimeFigureOut">
              <a:rPr lang="ko-KR" altLang="en-US" smtClean="0"/>
              <a:t>2013-02-04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42E79-7A9D-4B21-8F2B-D4CEE5D166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138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4083-F2F3-42CB-B3D5-FB7A20D8490A}" type="datetimeFigureOut">
              <a:rPr lang="ko-KR" altLang="en-US" smtClean="0"/>
              <a:t>2013-02-04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42E79-7A9D-4B21-8F2B-D4CEE5D166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1072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4083-F2F3-42CB-B3D5-FB7A20D8490A}" type="datetimeFigureOut">
              <a:rPr lang="ko-KR" altLang="en-US" smtClean="0"/>
              <a:t>2013-02-04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42E79-7A9D-4B21-8F2B-D4CEE5D166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4768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4083-F2F3-42CB-B3D5-FB7A20D8490A}" type="datetimeFigureOut">
              <a:rPr lang="ko-KR" altLang="en-US" smtClean="0"/>
              <a:t>2013-02-04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42E79-7A9D-4B21-8F2B-D4CEE5D166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626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4083-F2F3-42CB-B3D5-FB7A20D8490A}" type="datetimeFigureOut">
              <a:rPr lang="ko-KR" altLang="en-US" smtClean="0"/>
              <a:t>2013-02-04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42E79-7A9D-4B21-8F2B-D4CEE5D166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6848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4083-F2F3-42CB-B3D5-FB7A20D8490A}" type="datetimeFigureOut">
              <a:rPr lang="ko-KR" altLang="en-US" smtClean="0"/>
              <a:t>2013-02-04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42E79-7A9D-4B21-8F2B-D4CEE5D166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27621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C4083-F2F3-42CB-B3D5-FB7A20D8490A}" type="datetimeFigureOut">
              <a:rPr lang="ko-KR" altLang="en-US" smtClean="0"/>
              <a:t>2013-02-04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42E79-7A9D-4B21-8F2B-D4CEE5D166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5538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C4083-F2F3-42CB-B3D5-FB7A20D8490A}" type="datetimeFigureOut">
              <a:rPr lang="ko-KR" altLang="en-US" smtClean="0"/>
              <a:t>2013-02-04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742E79-7A9D-4B21-8F2B-D4CEE5D1660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675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/>
          <p:cNvGrpSpPr/>
          <p:nvPr/>
        </p:nvGrpSpPr>
        <p:grpSpPr>
          <a:xfrm>
            <a:off x="1235139" y="1791108"/>
            <a:ext cx="6400487" cy="2555704"/>
            <a:chOff x="827584" y="1881408"/>
            <a:chExt cx="6400487" cy="2555704"/>
          </a:xfrm>
        </p:grpSpPr>
        <p:grpSp>
          <p:nvGrpSpPr>
            <p:cNvPr id="13" name="그룹 12"/>
            <p:cNvGrpSpPr/>
            <p:nvPr/>
          </p:nvGrpSpPr>
          <p:grpSpPr>
            <a:xfrm>
              <a:off x="1403648" y="2348880"/>
              <a:ext cx="1440160" cy="1440160"/>
              <a:chOff x="1835696" y="1700808"/>
              <a:chExt cx="2088232" cy="1440160"/>
            </a:xfrm>
          </p:grpSpPr>
          <p:sp>
            <p:nvSpPr>
              <p:cNvPr id="4" name="직사각형 3"/>
              <p:cNvSpPr/>
              <p:nvPr/>
            </p:nvSpPr>
            <p:spPr>
              <a:xfrm>
                <a:off x="1835696" y="1700808"/>
                <a:ext cx="216024" cy="144016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" name="직선 연결선 5"/>
              <p:cNvCxnSpPr/>
              <p:nvPr/>
            </p:nvCxnSpPr>
            <p:spPr>
              <a:xfrm>
                <a:off x="2051720" y="1916832"/>
                <a:ext cx="187220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/>
              <p:cNvCxnSpPr/>
              <p:nvPr/>
            </p:nvCxnSpPr>
            <p:spPr>
              <a:xfrm>
                <a:off x="2051720" y="1988840"/>
                <a:ext cx="187220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직선 연결선 7"/>
              <p:cNvCxnSpPr/>
              <p:nvPr/>
            </p:nvCxnSpPr>
            <p:spPr>
              <a:xfrm>
                <a:off x="2051720" y="2060848"/>
                <a:ext cx="187220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직선 연결선 8"/>
              <p:cNvCxnSpPr/>
              <p:nvPr/>
            </p:nvCxnSpPr>
            <p:spPr>
              <a:xfrm>
                <a:off x="2051720" y="2132856"/>
                <a:ext cx="187220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직선 연결선 9"/>
              <p:cNvCxnSpPr/>
              <p:nvPr/>
            </p:nvCxnSpPr>
            <p:spPr>
              <a:xfrm>
                <a:off x="2051720" y="2276872"/>
                <a:ext cx="187220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직선 연결선 10"/>
              <p:cNvCxnSpPr/>
              <p:nvPr/>
            </p:nvCxnSpPr>
            <p:spPr>
              <a:xfrm>
                <a:off x="2051720" y="2204864"/>
                <a:ext cx="187220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직선 연결선 11"/>
              <p:cNvCxnSpPr/>
              <p:nvPr/>
            </p:nvCxnSpPr>
            <p:spPr>
              <a:xfrm>
                <a:off x="2051720" y="1844824"/>
                <a:ext cx="187220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오른쪽 화살표 13"/>
            <p:cNvSpPr/>
            <p:nvPr/>
          </p:nvSpPr>
          <p:spPr>
            <a:xfrm>
              <a:off x="3585349" y="2780928"/>
              <a:ext cx="720080" cy="484632"/>
            </a:xfrm>
            <a:prstGeom prst="rightArrow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925137" y="2348880"/>
              <a:ext cx="148982" cy="144016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24" name="그룹 23"/>
            <p:cNvGrpSpPr/>
            <p:nvPr/>
          </p:nvGrpSpPr>
          <p:grpSpPr>
            <a:xfrm>
              <a:off x="6012160" y="2491711"/>
              <a:ext cx="787122" cy="432048"/>
              <a:chOff x="5729094" y="2492896"/>
              <a:chExt cx="1291178" cy="432048"/>
            </a:xfrm>
          </p:grpSpPr>
          <p:cxnSp>
            <p:nvCxnSpPr>
              <p:cNvPr id="17" name="직선 연결선 16"/>
              <p:cNvCxnSpPr/>
              <p:nvPr/>
            </p:nvCxnSpPr>
            <p:spPr>
              <a:xfrm>
                <a:off x="5729094" y="2564904"/>
                <a:ext cx="129117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/>
              <p:cNvCxnSpPr/>
              <p:nvPr/>
            </p:nvCxnSpPr>
            <p:spPr>
              <a:xfrm>
                <a:off x="5729094" y="2636912"/>
                <a:ext cx="129117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/>
              <p:cNvCxnSpPr/>
              <p:nvPr/>
            </p:nvCxnSpPr>
            <p:spPr>
              <a:xfrm>
                <a:off x="5729094" y="2708920"/>
                <a:ext cx="129117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/>
              <p:cNvCxnSpPr/>
              <p:nvPr/>
            </p:nvCxnSpPr>
            <p:spPr>
              <a:xfrm>
                <a:off x="5729094" y="2780928"/>
                <a:ext cx="129117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직선 연결선 20"/>
              <p:cNvCxnSpPr/>
              <p:nvPr/>
            </p:nvCxnSpPr>
            <p:spPr>
              <a:xfrm>
                <a:off x="5729094" y="2924944"/>
                <a:ext cx="129117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직선 연결선 21"/>
              <p:cNvCxnSpPr/>
              <p:nvPr/>
            </p:nvCxnSpPr>
            <p:spPr>
              <a:xfrm>
                <a:off x="5729094" y="2852936"/>
                <a:ext cx="129117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직선 연결선 22"/>
              <p:cNvCxnSpPr/>
              <p:nvPr/>
            </p:nvCxnSpPr>
            <p:spPr>
              <a:xfrm>
                <a:off x="5729094" y="2492896"/>
                <a:ext cx="1291178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6" name="직선 연결선 25"/>
            <p:cNvCxnSpPr/>
            <p:nvPr/>
          </p:nvCxnSpPr>
          <p:spPr>
            <a:xfrm flipV="1">
              <a:off x="5074119" y="2563719"/>
              <a:ext cx="794025" cy="118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직사각형 26"/>
            <p:cNvSpPr/>
            <p:nvPr/>
          </p:nvSpPr>
          <p:spPr>
            <a:xfrm>
              <a:off x="5868144" y="2348880"/>
              <a:ext cx="144016" cy="674364"/>
            </a:xfrm>
            <a:prstGeom prst="rect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모서리가 둥근 사각형 설명선 27"/>
            <p:cNvSpPr/>
            <p:nvPr/>
          </p:nvSpPr>
          <p:spPr>
            <a:xfrm>
              <a:off x="5244256" y="3265560"/>
              <a:ext cx="1555025" cy="416048"/>
            </a:xfrm>
            <a:prstGeom prst="wedgeRoundRectCallout">
              <a:avLst>
                <a:gd name="adj1" fmla="val -8014"/>
                <a:gd name="adj2" fmla="val -139091"/>
                <a:gd name="adj3" fmla="val 16667"/>
              </a:avLst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 smtClean="0">
                  <a:solidFill>
                    <a:schemeClr val="tx1"/>
                  </a:solidFill>
                </a:rPr>
                <a:t>외부 터미널에서 공통 신호라인 단말 처리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403648" y="3933056"/>
              <a:ext cx="23257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&lt; </a:t>
              </a:r>
              <a:r>
                <a:rPr lang="ko-KR" altLang="en-US" dirty="0" err="1" smtClean="0"/>
                <a:t>변경전</a:t>
              </a:r>
              <a:r>
                <a:rPr lang="en-US" altLang="ko-KR" dirty="0" smtClean="0"/>
                <a:t>&gt;</a:t>
              </a:r>
              <a:endParaRPr lang="ko-KR" altLang="en-US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902354" y="3933056"/>
              <a:ext cx="23257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&lt; </a:t>
              </a:r>
              <a:r>
                <a:rPr lang="ko-KR" altLang="en-US" dirty="0" smtClean="0"/>
                <a:t>변경 방안</a:t>
              </a:r>
              <a:r>
                <a:rPr lang="en-US" altLang="ko-KR" dirty="0" smtClean="0"/>
                <a:t>&gt;</a:t>
              </a:r>
              <a:endParaRPr lang="ko-KR" altLang="en-US" dirty="0"/>
            </a:p>
          </p:txBody>
        </p:sp>
        <p:sp>
          <p:nvSpPr>
            <p:cNvPr id="31" name="모서리가 둥근 직사각형 30"/>
            <p:cNvSpPr/>
            <p:nvPr/>
          </p:nvSpPr>
          <p:spPr>
            <a:xfrm>
              <a:off x="827584" y="1881408"/>
              <a:ext cx="2520280" cy="2555704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모서리가 둥근 직사각형 31"/>
            <p:cNvSpPr/>
            <p:nvPr/>
          </p:nvSpPr>
          <p:spPr>
            <a:xfrm>
              <a:off x="4435383" y="1881408"/>
              <a:ext cx="2520280" cy="2555704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583997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</Words>
  <Application>Microsoft Office PowerPoint</Application>
  <PresentationFormat>화면 슬라이드 쇼(4:3)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JDS</dc:creator>
  <cp:lastModifiedBy>JDS</cp:lastModifiedBy>
  <cp:revision>1</cp:revision>
  <dcterms:created xsi:type="dcterms:W3CDTF">2013-02-04T01:11:38Z</dcterms:created>
  <dcterms:modified xsi:type="dcterms:W3CDTF">2013-02-04T01:17:35Z</dcterms:modified>
</cp:coreProperties>
</file>