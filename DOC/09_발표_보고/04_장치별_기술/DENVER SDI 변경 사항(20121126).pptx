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98" autoAdjust="0"/>
  </p:normalViewPr>
  <p:slideViewPr>
    <p:cSldViewPr>
      <p:cViewPr varScale="1">
        <p:scale>
          <a:sx n="91" d="100"/>
          <a:sy n="91" d="100"/>
        </p:scale>
        <p:origin x="-13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21A68-7DDE-4466-9765-330CD4DC19D1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A8A15-A62C-4517-A955-6C89B75F5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6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A8A15-A62C-4517-A955-6C89B75F53F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725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A8A15-A62C-4517-A955-6C89B75F53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29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06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63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56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27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71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92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85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52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76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6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23213-200F-4CFE-8A2D-1EA16A7BEEAE}" type="datetimeFigureOut">
              <a:rPr lang="ko-KR" altLang="en-US" smtClean="0"/>
              <a:t>2012-11-26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8D2A1-1B3C-4463-A11C-E6F8FF653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36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DENVER SDI </a:t>
            </a:r>
            <a:r>
              <a:rPr lang="ko-KR" altLang="en-US" dirty="0" smtClean="0"/>
              <a:t>변경 사항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6" name="Picture 2" descr="D:\JDS 프로젝트\DENVER\자료\사진\sdia.bm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" t="10842" r="34349" b="21901"/>
          <a:stretch/>
        </p:blipFill>
        <p:spPr bwMode="auto">
          <a:xfrm>
            <a:off x="1546467" y="2131716"/>
            <a:ext cx="2758441" cy="311979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411760" y="5421689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SDI&gt;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347864" y="3212976"/>
            <a:ext cx="360040" cy="936104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2890664" y="4509120"/>
            <a:ext cx="914400" cy="612648"/>
          </a:xfrm>
          <a:prstGeom prst="wedgeRoundRectCallout">
            <a:avLst>
              <a:gd name="adj1" fmla="val 27084"/>
              <a:gd name="adj2" fmla="val -172263"/>
              <a:gd name="adj3" fmla="val 16667"/>
            </a:avLst>
          </a:prstGeom>
          <a:solidFill>
            <a:srgbClr val="92D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LED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데이터 케이블과 간섭 발생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436096" y="2131716"/>
            <a:ext cx="3362672" cy="3659305"/>
            <a:chOff x="5436096" y="2131716"/>
            <a:chExt cx="3362672" cy="3659305"/>
          </a:xfrm>
        </p:grpSpPr>
        <p:pic>
          <p:nvPicPr>
            <p:cNvPr id="1027" name="Picture 3" descr="D:\JDS 프로젝트\DENVER\자료\사진\sdi2.bmp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063"/>
            <a:stretch/>
          </p:blipFill>
          <p:spPr bwMode="auto">
            <a:xfrm>
              <a:off x="5436096" y="2131716"/>
              <a:ext cx="2572132" cy="31197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6019886" y="5421689"/>
              <a:ext cx="1404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&lt;</a:t>
              </a:r>
              <a:r>
                <a:rPr lang="ko-KR" altLang="en-US" dirty="0" smtClean="0"/>
                <a:t>변경 </a:t>
              </a:r>
              <a:r>
                <a:rPr lang="en-US" altLang="ko-KR" dirty="0" smtClean="0"/>
                <a:t>SDI&gt;</a:t>
              </a:r>
              <a:endParaRPr lang="ko-KR" altLang="en-US" dirty="0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064398" y="3196977"/>
              <a:ext cx="360040" cy="936104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오른쪽 화살표 8"/>
            <p:cNvSpPr/>
            <p:nvPr/>
          </p:nvSpPr>
          <p:spPr>
            <a:xfrm rot="10800000">
              <a:off x="6706677" y="2337382"/>
              <a:ext cx="241587" cy="36242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사각형 설명선 13"/>
            <p:cNvSpPr/>
            <p:nvPr/>
          </p:nvSpPr>
          <p:spPr>
            <a:xfrm>
              <a:off x="7884368" y="3052381"/>
              <a:ext cx="914400" cy="612648"/>
            </a:xfrm>
            <a:prstGeom prst="wedgeRoundRectCallout">
              <a:avLst>
                <a:gd name="adj1" fmla="val -153124"/>
                <a:gd name="adj2" fmla="val -130285"/>
                <a:gd name="adj3" fmla="val 16667"/>
              </a:avLst>
            </a:prstGeom>
            <a:solidFill>
              <a:srgbClr val="92D05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파워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방</a:t>
              </a:r>
              <a:r>
                <a:rPr lang="ko-KR" altLang="en-US" sz="1000" b="1" dirty="0" err="1" smtClean="0">
                  <a:solidFill>
                    <a:schemeClr val="tx1"/>
                  </a:solidFill>
                </a:rPr>
                <a:t>열판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높이를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10 </a:t>
              </a:r>
              <a:r>
                <a:rPr lang="en-US" altLang="ko-KR" sz="1000" b="1" dirty="0" smtClean="0">
                  <a:solidFill>
                    <a:schemeClr val="tx1"/>
                  </a:solidFill>
                  <a:sym typeface="Wingdings" pitchFamily="2" charset="2"/>
                </a:rPr>
                <a:t> 5mm </a:t>
              </a:r>
              <a:r>
                <a:rPr lang="ko-KR" altLang="en-US" sz="1000" b="1" dirty="0" smtClean="0">
                  <a:solidFill>
                    <a:schemeClr val="tx1"/>
                  </a:solidFill>
                  <a:sym typeface="Wingdings" pitchFamily="2" charset="2"/>
                </a:rPr>
                <a:t>변경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6379801" y="2321383"/>
              <a:ext cx="360040" cy="2478062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사각형 설명선 11"/>
            <p:cNvSpPr/>
            <p:nvPr/>
          </p:nvSpPr>
          <p:spPr>
            <a:xfrm>
              <a:off x="6607198" y="4493121"/>
              <a:ext cx="914400" cy="612648"/>
            </a:xfrm>
            <a:prstGeom prst="wedgeRoundRectCallout">
              <a:avLst>
                <a:gd name="adj1" fmla="val 27084"/>
                <a:gd name="adj2" fmla="val -172263"/>
                <a:gd name="adj3" fmla="val 16667"/>
              </a:avLst>
            </a:prstGeom>
            <a:solidFill>
              <a:srgbClr val="92D05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LED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 케이블과 간섭 해결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오른쪽 화살표 9"/>
          <p:cNvSpPr/>
          <p:nvPr/>
        </p:nvSpPr>
        <p:spPr>
          <a:xfrm>
            <a:off x="4457688" y="353183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56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17350" y="1912649"/>
            <a:ext cx="3362672" cy="3659305"/>
            <a:chOff x="5436096" y="2131716"/>
            <a:chExt cx="3362672" cy="3659305"/>
          </a:xfrm>
        </p:grpSpPr>
        <p:pic>
          <p:nvPicPr>
            <p:cNvPr id="5" name="Picture 3" descr="D:\JDS 프로젝트\DENVER\자료\사진\sdi2.bmp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063"/>
            <a:stretch/>
          </p:blipFill>
          <p:spPr bwMode="auto">
            <a:xfrm>
              <a:off x="5436096" y="2131716"/>
              <a:ext cx="2572132" cy="31197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6019886" y="5421689"/>
              <a:ext cx="1404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&lt;</a:t>
              </a:r>
              <a:r>
                <a:rPr lang="ko-KR" altLang="en-US" dirty="0" smtClean="0"/>
                <a:t>변경 </a:t>
              </a:r>
              <a:r>
                <a:rPr lang="en-US" altLang="ko-KR" dirty="0" smtClean="0"/>
                <a:t>SDI&gt;</a:t>
              </a:r>
              <a:endParaRPr lang="ko-KR" altLang="en-US" dirty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064398" y="3196977"/>
              <a:ext cx="360040" cy="936104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오른쪽 화살표 7"/>
            <p:cNvSpPr/>
            <p:nvPr/>
          </p:nvSpPr>
          <p:spPr>
            <a:xfrm rot="10800000">
              <a:off x="6706677" y="2337382"/>
              <a:ext cx="241587" cy="36242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사각형 설명선 8"/>
            <p:cNvSpPr/>
            <p:nvPr/>
          </p:nvSpPr>
          <p:spPr>
            <a:xfrm>
              <a:off x="7884368" y="3052381"/>
              <a:ext cx="914400" cy="612648"/>
            </a:xfrm>
            <a:prstGeom prst="wedgeRoundRectCallout">
              <a:avLst>
                <a:gd name="adj1" fmla="val -153124"/>
                <a:gd name="adj2" fmla="val -130285"/>
                <a:gd name="adj3" fmla="val 16667"/>
              </a:avLst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파워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방</a:t>
              </a:r>
              <a:r>
                <a:rPr lang="ko-KR" altLang="en-US" sz="1000" b="1" dirty="0" err="1" smtClean="0">
                  <a:solidFill>
                    <a:schemeClr val="tx1"/>
                  </a:solidFill>
                </a:rPr>
                <a:t>열판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높이를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10 </a:t>
              </a:r>
              <a:r>
                <a:rPr lang="en-US" altLang="ko-KR" sz="1000" b="1" dirty="0" smtClean="0">
                  <a:solidFill>
                    <a:schemeClr val="tx1"/>
                  </a:solidFill>
                  <a:sym typeface="Wingdings" pitchFamily="2" charset="2"/>
                </a:rPr>
                <a:t> 5mm </a:t>
              </a:r>
              <a:r>
                <a:rPr lang="ko-KR" altLang="en-US" sz="1000" b="1" dirty="0" smtClean="0">
                  <a:solidFill>
                    <a:schemeClr val="tx1"/>
                  </a:solidFill>
                  <a:sym typeface="Wingdings" pitchFamily="2" charset="2"/>
                </a:rPr>
                <a:t>변경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6379801" y="2321383"/>
              <a:ext cx="360040" cy="2478062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121262" y="2392126"/>
            <a:ext cx="4495358" cy="2327210"/>
            <a:chOff x="1403648" y="2996952"/>
            <a:chExt cx="5904656" cy="2779044"/>
          </a:xfrm>
        </p:grpSpPr>
        <p:pic>
          <p:nvPicPr>
            <p:cNvPr id="21" name="Picture 4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44" t="22804" r="18683"/>
            <a:stretch/>
          </p:blipFill>
          <p:spPr bwMode="auto">
            <a:xfrm rot="10800000">
              <a:off x="2987824" y="2996952"/>
              <a:ext cx="3184633" cy="2779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2" name="직선 연결선 21"/>
            <p:cNvCxnSpPr/>
            <p:nvPr/>
          </p:nvCxnSpPr>
          <p:spPr>
            <a:xfrm>
              <a:off x="1403648" y="4653136"/>
              <a:ext cx="259228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4572000" y="4869160"/>
              <a:ext cx="259228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619672" y="3945753"/>
              <a:ext cx="936104" cy="551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/>
                <a:t>기존 </a:t>
              </a:r>
              <a:r>
                <a:rPr lang="ko-KR" altLang="en-US" sz="1200" dirty="0" err="1" smtClean="0"/>
                <a:t>방열판</a:t>
              </a:r>
              <a:endParaRPr lang="ko-KR" altLang="en-US" sz="12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72200" y="4222829"/>
              <a:ext cx="936104" cy="551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/>
                <a:t>수</a:t>
              </a:r>
              <a:r>
                <a:rPr lang="ko-KR" altLang="en-US" sz="1200" dirty="0"/>
                <a:t>정</a:t>
              </a:r>
              <a:r>
                <a:rPr lang="ko-KR" altLang="en-US" sz="1200" dirty="0" smtClean="0"/>
                <a:t> </a:t>
              </a:r>
              <a:r>
                <a:rPr lang="ko-KR" altLang="en-US" sz="1200" dirty="0" err="1" smtClean="0"/>
                <a:t>방열판</a:t>
              </a:r>
              <a:endParaRPr lang="ko-KR" altLang="en-US" sz="1200" dirty="0"/>
            </a:p>
          </p:txBody>
        </p:sp>
      </p:grpSp>
      <p:sp>
        <p:nvSpPr>
          <p:cNvPr id="27" name="제목 1"/>
          <p:cNvSpPr txBox="1">
            <a:spLocks/>
          </p:cNvSpPr>
          <p:nvPr/>
        </p:nvSpPr>
        <p:spPr>
          <a:xfrm>
            <a:off x="755576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DENVER SDI </a:t>
            </a:r>
            <a:r>
              <a:rPr lang="ko-KR" altLang="en-US" dirty="0" smtClean="0"/>
              <a:t>현품 적용 사진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620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17350" y="1912649"/>
            <a:ext cx="2572132" cy="3659305"/>
            <a:chOff x="5436096" y="2131716"/>
            <a:chExt cx="2572132" cy="3659305"/>
          </a:xfrm>
        </p:grpSpPr>
        <p:pic>
          <p:nvPicPr>
            <p:cNvPr id="5" name="Picture 3" descr="D:\JDS 프로젝트\DENVER\자료\사진\sdi2.bmp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063"/>
            <a:stretch/>
          </p:blipFill>
          <p:spPr bwMode="auto">
            <a:xfrm>
              <a:off x="5436096" y="2131716"/>
              <a:ext cx="2572132" cy="31197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6019886" y="5421689"/>
              <a:ext cx="1404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&lt;</a:t>
              </a:r>
              <a:r>
                <a:rPr lang="ko-KR" altLang="en-US" dirty="0" smtClean="0"/>
                <a:t>변경 </a:t>
              </a:r>
              <a:r>
                <a:rPr lang="en-US" altLang="ko-KR" dirty="0" smtClean="0"/>
                <a:t>SDI&gt;</a:t>
              </a:r>
              <a:endParaRPr lang="ko-KR" altLang="en-US" dirty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064398" y="3196977"/>
              <a:ext cx="360040" cy="936104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오른쪽 화살표 7"/>
            <p:cNvSpPr/>
            <p:nvPr/>
          </p:nvSpPr>
          <p:spPr>
            <a:xfrm rot="10800000">
              <a:off x="6706677" y="2337382"/>
              <a:ext cx="241587" cy="36242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6379801" y="2321383"/>
              <a:ext cx="360040" cy="2478062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모서리가 둥근 사각형 설명선 10"/>
            <p:cNvSpPr/>
            <p:nvPr/>
          </p:nvSpPr>
          <p:spPr>
            <a:xfrm>
              <a:off x="6607198" y="4493121"/>
              <a:ext cx="914400" cy="612648"/>
            </a:xfrm>
            <a:prstGeom prst="wedgeRoundRectCallout">
              <a:avLst>
                <a:gd name="adj1" fmla="val 27084"/>
                <a:gd name="adj2" fmla="val -172263"/>
                <a:gd name="adj3" fmla="val 16667"/>
              </a:avLst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LED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 케이블과 간섭 해결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제목 1"/>
          <p:cNvSpPr txBox="1">
            <a:spLocks/>
          </p:cNvSpPr>
          <p:nvPr/>
        </p:nvSpPr>
        <p:spPr>
          <a:xfrm>
            <a:off x="755576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DENVER SDI </a:t>
            </a:r>
            <a:r>
              <a:rPr lang="ko-KR" altLang="en-US" dirty="0" smtClean="0"/>
              <a:t>현품 적용 사진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3810087" y="1856084"/>
            <a:ext cx="4717889" cy="3861196"/>
            <a:chOff x="4283968" y="2133731"/>
            <a:chExt cx="4717889" cy="3861196"/>
          </a:xfrm>
        </p:grpSpPr>
        <p:grpSp>
          <p:nvGrpSpPr>
            <p:cNvPr id="14" name="그룹 13"/>
            <p:cNvGrpSpPr/>
            <p:nvPr/>
          </p:nvGrpSpPr>
          <p:grpSpPr>
            <a:xfrm>
              <a:off x="4283968" y="3786682"/>
              <a:ext cx="3312368" cy="2208245"/>
              <a:chOff x="1403648" y="3404997"/>
              <a:chExt cx="3312368" cy="2208245"/>
            </a:xfrm>
          </p:grpSpPr>
          <p:pic>
            <p:nvPicPr>
              <p:cNvPr id="16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3648" y="3404997"/>
                <a:ext cx="3312368" cy="2208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타원 16"/>
              <p:cNvSpPr/>
              <p:nvPr/>
            </p:nvSpPr>
            <p:spPr>
              <a:xfrm>
                <a:off x="2771800" y="4185084"/>
                <a:ext cx="576064" cy="648072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6721112" y="2133731"/>
              <a:ext cx="2280745" cy="2477651"/>
              <a:chOff x="3143595" y="2247493"/>
              <a:chExt cx="2280745" cy="2477651"/>
            </a:xfrm>
          </p:grpSpPr>
          <p:pic>
            <p:nvPicPr>
              <p:cNvPr id="18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207" t="35825" r="39851" b="23530"/>
              <a:stretch/>
            </p:blipFill>
            <p:spPr bwMode="auto">
              <a:xfrm>
                <a:off x="3143595" y="2247493"/>
                <a:ext cx="2280745" cy="2477651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" name="타원 18"/>
              <p:cNvSpPr/>
              <p:nvPr/>
            </p:nvSpPr>
            <p:spPr>
              <a:xfrm>
                <a:off x="3851919" y="2780928"/>
                <a:ext cx="864096" cy="864096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아래쪽 화살표 14"/>
            <p:cNvSpPr/>
            <p:nvPr/>
          </p:nvSpPr>
          <p:spPr>
            <a:xfrm rot="13769904">
              <a:off x="6824658" y="3575589"/>
              <a:ext cx="484632" cy="978408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99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D:\JDS 프로젝트\DENVER\자료\사진\SDI 방열 사진\IMG_1537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20673" r="28179" b="33046"/>
          <a:stretch/>
        </p:blipFill>
        <p:spPr bwMode="auto">
          <a:xfrm>
            <a:off x="4860032" y="1916832"/>
            <a:ext cx="3352799" cy="21336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JDS 프로젝트\DENVER\자료\사진\SDI 방열 사진\IMG_1536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4" t="13697" r="26658" b="42572"/>
          <a:stretch/>
        </p:blipFill>
        <p:spPr bwMode="auto">
          <a:xfrm>
            <a:off x="442491" y="1916832"/>
            <a:ext cx="3352800" cy="21336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D:\JDS 프로젝트\DENVER\자료\사진\SDI 방열 사진\IMG_154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174692"/>
            <a:ext cx="3373884" cy="2520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모서리가 둥근 직사각형 11"/>
          <p:cNvSpPr/>
          <p:nvPr/>
        </p:nvSpPr>
        <p:spPr>
          <a:xfrm>
            <a:off x="3059832" y="5458135"/>
            <a:ext cx="1470918" cy="50405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4757150" y="5459320"/>
            <a:ext cx="1470918" cy="504056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아래쪽 화살표 19"/>
          <p:cNvSpPr/>
          <p:nvPr/>
        </p:nvSpPr>
        <p:spPr>
          <a:xfrm rot="12390831">
            <a:off x="5350083" y="420156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아래쪽 화살표 26"/>
          <p:cNvSpPr/>
          <p:nvPr/>
        </p:nvSpPr>
        <p:spPr>
          <a:xfrm rot="8606684">
            <a:off x="3231526" y="4201568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1835696" y="3140968"/>
            <a:ext cx="720080" cy="57606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12160" y="3212976"/>
            <a:ext cx="720080" cy="57606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99592" y="1916832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방열구조 변경 파워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(Box </a:t>
            </a:r>
            <a:r>
              <a:rPr lang="ko-KR" altLang="en-US" dirty="0">
                <a:solidFill>
                  <a:srgbClr val="FF0000"/>
                </a:solidFill>
              </a:rPr>
              <a:t>방열로 변경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63767" y="1959037"/>
            <a:ext cx="2276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00B050"/>
                </a:solidFill>
              </a:rPr>
              <a:t>기존 방열 구조 파워</a:t>
            </a:r>
            <a:endParaRPr lang="en-US" altLang="ko-KR" dirty="0" smtClean="0">
              <a:solidFill>
                <a:srgbClr val="00B050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(Heat Sink)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755576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200" dirty="0" smtClean="0"/>
              <a:t>DENVER SDI </a:t>
            </a:r>
            <a:r>
              <a:rPr lang="ko-KR" altLang="en-US" sz="4200" dirty="0" smtClean="0"/>
              <a:t>현품 적용 </a:t>
            </a:r>
            <a:r>
              <a:rPr lang="ko-KR" altLang="en-US" sz="4200" dirty="0" smtClean="0"/>
              <a:t>온도 시험</a:t>
            </a:r>
            <a:r>
              <a:rPr lang="en-US" altLang="ko-KR" sz="4200" dirty="0" smtClean="0"/>
              <a:t>.</a:t>
            </a:r>
          </a:p>
          <a:p>
            <a:r>
              <a:rPr lang="ko-KR" altLang="en-US" sz="2000" dirty="0" smtClean="0"/>
              <a:t>시험 시간 </a:t>
            </a:r>
            <a:r>
              <a:rPr lang="en-US" altLang="ko-KR" sz="2000" dirty="0" smtClean="0"/>
              <a:t>: 11:04 ~~ 15:34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9973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1"/>
          <p:cNvSpPr txBox="1">
            <a:spLocks/>
          </p:cNvSpPr>
          <p:nvPr/>
        </p:nvSpPr>
        <p:spPr>
          <a:xfrm>
            <a:off x="755576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200" dirty="0" smtClean="0"/>
              <a:t>DENVER SDI </a:t>
            </a:r>
            <a:r>
              <a:rPr lang="ko-KR" altLang="en-US" sz="4200" dirty="0" smtClean="0"/>
              <a:t>현품 적용 </a:t>
            </a:r>
            <a:r>
              <a:rPr lang="ko-KR" altLang="en-US" sz="4200" dirty="0" smtClean="0"/>
              <a:t>온도 시험</a:t>
            </a:r>
            <a:r>
              <a:rPr lang="en-US" altLang="ko-KR" sz="4200" dirty="0" smtClean="0"/>
              <a:t>.</a:t>
            </a:r>
          </a:p>
          <a:p>
            <a:r>
              <a:rPr lang="ko-KR" altLang="en-US" sz="2000" dirty="0" smtClean="0"/>
              <a:t>시험 시간 </a:t>
            </a:r>
            <a:r>
              <a:rPr lang="en-US" altLang="ko-KR" sz="2000" dirty="0" smtClean="0"/>
              <a:t>: 11:04 ~~ 15:34</a:t>
            </a:r>
            <a:endParaRPr lang="ko-KR" altLang="en-US" sz="20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470462" y="1491923"/>
            <a:ext cx="8208912" cy="5177437"/>
            <a:chOff x="470462" y="1312426"/>
            <a:chExt cx="8208912" cy="517743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488"/>
            <a:stretch/>
          </p:blipFill>
          <p:spPr bwMode="auto">
            <a:xfrm>
              <a:off x="470462" y="1312426"/>
              <a:ext cx="8208912" cy="5177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사각형 설명선 11"/>
            <p:cNvSpPr/>
            <p:nvPr/>
          </p:nvSpPr>
          <p:spPr>
            <a:xfrm>
              <a:off x="1855228" y="2299522"/>
              <a:ext cx="2140707" cy="612648"/>
            </a:xfrm>
            <a:prstGeom prst="wedgeRectCallout">
              <a:avLst>
                <a:gd name="adj1" fmla="val 60776"/>
                <a:gd name="adj2" fmla="val 340421"/>
              </a:avLst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err="1" smtClean="0">
                  <a:solidFill>
                    <a:schemeClr val="tx1"/>
                  </a:solidFill>
                </a:rPr>
                <a:t>방열판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수정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(Box 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방열로 변경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)</a:t>
              </a:r>
            </a:p>
            <a:p>
              <a:r>
                <a:rPr lang="ko-KR" altLang="en-US" sz="1000" dirty="0" smtClean="0">
                  <a:solidFill>
                    <a:schemeClr val="tx1"/>
                  </a:solidFill>
                </a:rPr>
                <a:t>온도 변화 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17.6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℃ </a:t>
              </a:r>
              <a:r>
                <a:rPr lang="en-US" altLang="ko-KR" sz="1200" b="1" dirty="0">
                  <a:solidFill>
                    <a:srgbClr val="FF0000"/>
                  </a:solidFill>
                  <a:sym typeface="Wingdings" pitchFamily="2" charset="2"/>
                </a:rPr>
                <a:t> 32.2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℃</a:t>
              </a:r>
            </a:p>
          </p:txBody>
        </p:sp>
        <p:sp>
          <p:nvSpPr>
            <p:cNvPr id="24" name="사각형 설명선 23"/>
            <p:cNvSpPr/>
            <p:nvPr/>
          </p:nvSpPr>
          <p:spPr>
            <a:xfrm>
              <a:off x="4499992" y="2302534"/>
              <a:ext cx="2140707" cy="612648"/>
            </a:xfrm>
            <a:prstGeom prst="wedgeRectCallout">
              <a:avLst>
                <a:gd name="adj1" fmla="val -42329"/>
                <a:gd name="adj2" fmla="val 330128"/>
              </a:avLst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err="1" smtClean="0">
                  <a:solidFill>
                    <a:schemeClr val="tx1"/>
                  </a:solidFill>
                </a:rPr>
                <a:t>방열판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수정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(Box 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방열로 변경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)</a:t>
              </a:r>
            </a:p>
            <a:p>
              <a:r>
                <a:rPr lang="ko-KR" altLang="en-US" sz="1000" dirty="0" smtClean="0">
                  <a:solidFill>
                    <a:schemeClr val="tx1"/>
                  </a:solidFill>
                </a:rPr>
                <a:t>온도 변화 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00B050"/>
                  </a:solidFill>
                </a:rPr>
                <a:t>18.1 </a:t>
              </a:r>
              <a:r>
                <a:rPr lang="en-US" altLang="ko-KR" sz="1200" b="1" dirty="0">
                  <a:solidFill>
                    <a:srgbClr val="00B050"/>
                  </a:solidFill>
                </a:rPr>
                <a:t>℃ </a:t>
              </a:r>
              <a:r>
                <a:rPr lang="en-US" altLang="ko-KR" sz="1200" b="1" dirty="0">
                  <a:solidFill>
                    <a:srgbClr val="00B050"/>
                  </a:solidFill>
                  <a:sym typeface="Wingdings" pitchFamily="2" charset="2"/>
                </a:rPr>
                <a:t> </a:t>
              </a:r>
              <a:r>
                <a:rPr lang="en-US" altLang="ko-KR" sz="1200" b="1" dirty="0" smtClean="0">
                  <a:solidFill>
                    <a:srgbClr val="00B050"/>
                  </a:solidFill>
                  <a:sym typeface="Wingdings" pitchFamily="2" charset="2"/>
                </a:rPr>
                <a:t>33.7 </a:t>
              </a:r>
              <a:r>
                <a:rPr lang="en-US" altLang="ko-KR" sz="1200" b="1" dirty="0">
                  <a:solidFill>
                    <a:srgbClr val="00B050"/>
                  </a:solidFill>
                </a:rPr>
                <a:t>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973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1"/>
          <p:cNvSpPr txBox="1">
            <a:spLocks/>
          </p:cNvSpPr>
          <p:nvPr/>
        </p:nvSpPr>
        <p:spPr>
          <a:xfrm>
            <a:off x="755576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200" dirty="0" smtClean="0"/>
              <a:t>DENVER SDI </a:t>
            </a:r>
            <a:r>
              <a:rPr lang="ko-KR" altLang="en-US" sz="4200" dirty="0" smtClean="0"/>
              <a:t>현품 적용 </a:t>
            </a:r>
            <a:r>
              <a:rPr lang="ko-KR" altLang="en-US" sz="4200" dirty="0" smtClean="0"/>
              <a:t>온도 시험</a:t>
            </a:r>
            <a:r>
              <a:rPr lang="en-US" altLang="ko-KR" sz="4200" dirty="0" smtClean="0"/>
              <a:t>.</a:t>
            </a:r>
          </a:p>
          <a:p>
            <a:r>
              <a:rPr lang="ko-KR" altLang="en-US" sz="2000" dirty="0" smtClean="0"/>
              <a:t>시험 시간 </a:t>
            </a:r>
            <a:r>
              <a:rPr lang="en-US" altLang="ko-KR" sz="2000" dirty="0" smtClean="0"/>
              <a:t>: 11:04 ~~ 15:34</a:t>
            </a:r>
            <a:endParaRPr lang="ko-KR" alt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44824"/>
            <a:ext cx="90560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/>
              <a:t>• </a:t>
            </a:r>
            <a:r>
              <a:rPr lang="ko-KR" altLang="en-US" sz="4000" dirty="0" smtClean="0"/>
              <a:t>결</a:t>
            </a:r>
            <a:r>
              <a:rPr lang="ko-KR" altLang="en-US" sz="4000" dirty="0"/>
              <a:t>론</a:t>
            </a:r>
            <a:r>
              <a:rPr lang="en-US" altLang="ko-KR" sz="4000" dirty="0" smtClean="0"/>
              <a:t>.</a:t>
            </a:r>
          </a:p>
          <a:p>
            <a:r>
              <a:rPr lang="en-US" altLang="ko-KR" sz="4000" dirty="0"/>
              <a:t> </a:t>
            </a:r>
            <a:r>
              <a:rPr lang="en-US" altLang="ko-KR" sz="4000" dirty="0" smtClean="0"/>
              <a:t> </a:t>
            </a:r>
            <a:r>
              <a:rPr lang="en-US" altLang="ko-KR" sz="2400" dirty="0" smtClean="0">
                <a:sym typeface="Wingdings" pitchFamily="2" charset="2"/>
              </a:rPr>
              <a:t> </a:t>
            </a:r>
            <a:r>
              <a:rPr lang="ko-KR" altLang="en-US" sz="2400" dirty="0">
                <a:sym typeface="Wingdings" pitchFamily="2" charset="2"/>
              </a:rPr>
              <a:t>시험결과 </a:t>
            </a:r>
            <a:r>
              <a:rPr lang="en-US" altLang="ko-KR" sz="2400" dirty="0" smtClean="0">
                <a:sym typeface="Wingdings" pitchFamily="2" charset="2"/>
              </a:rPr>
              <a:t>BOX </a:t>
            </a:r>
            <a:r>
              <a:rPr lang="ko-KR" altLang="en-US" sz="2400" dirty="0" smtClean="0">
                <a:sym typeface="Wingdings" pitchFamily="2" charset="2"/>
              </a:rPr>
              <a:t>자체 방열 구조가 평균 </a:t>
            </a:r>
            <a:r>
              <a:rPr lang="en-US" altLang="ko-KR" sz="2400" dirty="0" smtClean="0">
                <a:sym typeface="Wingdings" pitchFamily="2" charset="2"/>
              </a:rPr>
              <a:t>1.5 ℃ </a:t>
            </a:r>
            <a:r>
              <a:rPr lang="ko-KR" altLang="en-US" sz="2400" dirty="0" smtClean="0">
                <a:sym typeface="Wingdings" pitchFamily="2" charset="2"/>
              </a:rPr>
              <a:t>효율이 좋다</a:t>
            </a:r>
            <a:r>
              <a:rPr lang="en-US" altLang="ko-KR" sz="2400" dirty="0" smtClean="0">
                <a:sym typeface="Wingdings" pitchFamily="2" charset="2"/>
              </a:rPr>
              <a:t>.</a:t>
            </a:r>
            <a:endParaRPr lang="en-US" altLang="ko-KR" sz="2400" dirty="0" smtClean="0"/>
          </a:p>
          <a:p>
            <a:r>
              <a:rPr lang="en-US" altLang="ko-KR" sz="4000" dirty="0"/>
              <a:t> </a:t>
            </a:r>
            <a:r>
              <a:rPr lang="en-US" altLang="ko-KR" sz="4000" dirty="0" smtClean="0"/>
              <a:t> </a:t>
            </a:r>
            <a:r>
              <a:rPr lang="en-US" altLang="ko-KR" sz="2400" dirty="0" smtClean="0">
                <a:sym typeface="Wingdings" pitchFamily="2" charset="2"/>
              </a:rPr>
              <a:t> LED </a:t>
            </a:r>
            <a:r>
              <a:rPr lang="ko-KR" altLang="en-US" sz="2400" dirty="0" smtClean="0">
                <a:sym typeface="Wingdings" pitchFamily="2" charset="2"/>
              </a:rPr>
              <a:t>표시기 </a:t>
            </a:r>
            <a:r>
              <a:rPr lang="en-US" altLang="ko-KR" sz="2400" dirty="0" smtClean="0">
                <a:sym typeface="Wingdings" pitchFamily="2" charset="2"/>
              </a:rPr>
              <a:t>BOX </a:t>
            </a:r>
            <a:r>
              <a:rPr lang="ko-KR" altLang="en-US" sz="2400" dirty="0" smtClean="0">
                <a:sym typeface="Wingdings" pitchFamily="2" charset="2"/>
              </a:rPr>
              <a:t>내부 구조가 좁아 기존</a:t>
            </a:r>
            <a:r>
              <a:rPr lang="en-US" altLang="ko-KR" sz="2400" dirty="0" smtClean="0">
                <a:sym typeface="Wingdings" pitchFamily="2" charset="2"/>
              </a:rPr>
              <a:t>(</a:t>
            </a:r>
            <a:r>
              <a:rPr lang="en-US" altLang="ko-KR" sz="2400" dirty="0"/>
              <a:t>Heat Sink </a:t>
            </a:r>
            <a:r>
              <a:rPr lang="en-US" altLang="ko-KR" sz="2400" dirty="0" smtClean="0"/>
              <a:t>)</a:t>
            </a:r>
          </a:p>
          <a:p>
            <a:r>
              <a:rPr lang="en-US" altLang="ko-KR" sz="2400" dirty="0"/>
              <a:t> </a:t>
            </a:r>
            <a:r>
              <a:rPr lang="en-US" altLang="ko-KR" sz="2400" dirty="0" smtClean="0"/>
              <a:t>      </a:t>
            </a:r>
            <a:r>
              <a:rPr lang="ko-KR" altLang="en-US" sz="2400" dirty="0" smtClean="0"/>
              <a:t>방열 구조보다 </a:t>
            </a:r>
            <a:r>
              <a:rPr lang="en-US" altLang="ko-KR" sz="2400" dirty="0" smtClean="0"/>
              <a:t>BOX </a:t>
            </a:r>
            <a:r>
              <a:rPr lang="ko-KR" altLang="en-US" sz="2400" dirty="0" smtClean="0"/>
              <a:t>자체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방열 구조로 </a:t>
            </a:r>
            <a:r>
              <a:rPr lang="ko-KR" altLang="en-US" sz="2400" dirty="0" err="1" smtClean="0"/>
              <a:t>변경시</a:t>
            </a:r>
            <a:r>
              <a:rPr lang="ko-KR" altLang="en-US" sz="2400" dirty="0" smtClean="0"/>
              <a:t> 효율이 증가</a:t>
            </a:r>
            <a:r>
              <a:rPr lang="en-US" altLang="ko-KR" sz="2400" dirty="0" smtClean="0"/>
              <a:t>.</a:t>
            </a:r>
          </a:p>
          <a:p>
            <a:r>
              <a:rPr lang="en-US" altLang="ko-KR" sz="2400" dirty="0"/>
              <a:t> </a:t>
            </a:r>
            <a:r>
              <a:rPr lang="en-US" altLang="ko-KR" sz="2400" dirty="0" smtClean="0"/>
              <a:t>   </a:t>
            </a:r>
            <a:r>
              <a:rPr lang="en-US" altLang="ko-KR" sz="2400" dirty="0" smtClean="0">
                <a:sym typeface="Wingdings" pitchFamily="2" charset="2"/>
              </a:rPr>
              <a:t> SDI </a:t>
            </a:r>
            <a:r>
              <a:rPr lang="ko-KR" altLang="en-US" sz="2400" dirty="0" smtClean="0">
                <a:sym typeface="Wingdings" pitchFamily="2" charset="2"/>
              </a:rPr>
              <a:t>및 </a:t>
            </a:r>
            <a:r>
              <a:rPr lang="en-US" altLang="ko-KR" sz="2400" dirty="0" smtClean="0">
                <a:sym typeface="Wingdings" pitchFamily="2" charset="2"/>
              </a:rPr>
              <a:t>FDI</a:t>
            </a:r>
            <a:r>
              <a:rPr lang="ko-KR" altLang="en-US" sz="2400" dirty="0" smtClean="0">
                <a:sym typeface="Wingdings" pitchFamily="2" charset="2"/>
              </a:rPr>
              <a:t> 방열</a:t>
            </a:r>
            <a:r>
              <a:rPr lang="en-US" altLang="ko-KR" sz="2400" dirty="0" smtClean="0">
                <a:sym typeface="Wingdings" pitchFamily="2" charset="2"/>
              </a:rPr>
              <a:t> </a:t>
            </a:r>
            <a:r>
              <a:rPr lang="ko-KR" altLang="en-US" sz="2400" dirty="0" smtClean="0">
                <a:sym typeface="Wingdings" pitchFamily="2" charset="2"/>
              </a:rPr>
              <a:t>구조를 </a:t>
            </a:r>
            <a:r>
              <a:rPr lang="en-US" altLang="ko-KR" sz="2400" dirty="0" smtClean="0">
                <a:sym typeface="Wingdings" pitchFamily="2" charset="2"/>
              </a:rPr>
              <a:t>BOX </a:t>
            </a:r>
            <a:r>
              <a:rPr lang="ko-KR" altLang="en-US" sz="2400" dirty="0" smtClean="0">
                <a:sym typeface="Wingdings" pitchFamily="2" charset="2"/>
              </a:rPr>
              <a:t>자체</a:t>
            </a:r>
            <a:r>
              <a:rPr lang="en-US" altLang="ko-KR" sz="2400" dirty="0" smtClean="0">
                <a:sym typeface="Wingdings" pitchFamily="2" charset="2"/>
              </a:rPr>
              <a:t> </a:t>
            </a:r>
            <a:r>
              <a:rPr lang="ko-KR" altLang="en-US" sz="2400" dirty="0" smtClean="0">
                <a:sym typeface="Wingdings" pitchFamily="2" charset="2"/>
              </a:rPr>
              <a:t>방열 구조로 변경 희망</a:t>
            </a:r>
            <a:r>
              <a:rPr lang="en-US" altLang="ko-KR" sz="2400" dirty="0" smtClean="0">
                <a:sym typeface="Wingdings" pitchFamily="2" charset="2"/>
              </a:rPr>
              <a:t>. 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397645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207</Words>
  <Application>Microsoft Office PowerPoint</Application>
  <PresentationFormat>화면 슬라이드 쇼(4:3)</PresentationFormat>
  <Paragraphs>35</Paragraphs>
  <Slides>6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DENVER SDI 변경 사항.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DENVER SDI 변경 사항.</dc:title>
  <dc:creator>JDS</dc:creator>
  <cp:lastModifiedBy>JDS</cp:lastModifiedBy>
  <cp:revision>14</cp:revision>
  <dcterms:created xsi:type="dcterms:W3CDTF">2012-11-19T00:50:28Z</dcterms:created>
  <dcterms:modified xsi:type="dcterms:W3CDTF">2012-11-26T07:52:53Z</dcterms:modified>
</cp:coreProperties>
</file>