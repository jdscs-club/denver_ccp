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44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76" y="1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42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26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97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19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6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41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8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32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7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46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69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F1021-3013-41C2-B348-FABB9C51D25C}" type="datetimeFigureOut">
              <a:rPr lang="ko-KR" altLang="en-US" smtClean="0"/>
              <a:t>2016. 10. 4.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20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10.xx.yy.199/" TargetMode="External"/><Relationship Id="rId3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8047383" y="927652"/>
            <a:ext cx="3893654" cy="5191539"/>
            <a:chOff x="1500809" y="781878"/>
            <a:chExt cx="3893654" cy="519153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51866" y="1430821"/>
              <a:ext cx="5191539" cy="389365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6200000">
              <a:off x="2551090" y="3120887"/>
              <a:ext cx="1524000" cy="1895061"/>
            </a:xfrm>
            <a:prstGeom prst="rect">
              <a:avLst/>
            </a:prstGeom>
          </p:spPr>
        </p:pic>
        <p:sp>
          <p:nvSpPr>
            <p:cNvPr id="6" name="타원형 설명선[O] 5"/>
            <p:cNvSpPr/>
            <p:nvPr/>
          </p:nvSpPr>
          <p:spPr>
            <a:xfrm rot="19043577">
              <a:off x="1838378" y="1299262"/>
              <a:ext cx="1054360" cy="1408455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Moxa</a:t>
              </a:r>
              <a:r>
                <a:rPr lang="en-US" altLang="ko-KR" sz="1200" dirty="0"/>
                <a:t> Switch hub</a:t>
              </a:r>
              <a:endParaRPr kumimoji="1" lang="ko-KR" altLang="en-US" sz="1200" dirty="0"/>
            </a:p>
          </p:txBody>
        </p:sp>
        <p:sp>
          <p:nvSpPr>
            <p:cNvPr id="7" name="타원형 설명선[O] 6"/>
            <p:cNvSpPr/>
            <p:nvPr/>
          </p:nvSpPr>
          <p:spPr>
            <a:xfrm rot="1182410">
              <a:off x="3732605" y="1459528"/>
              <a:ext cx="914400" cy="1169239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dirty="0" smtClean="0"/>
                <a:t>노트북</a:t>
              </a:r>
              <a:endParaRPr kumimoji="1" lang="en-US" altLang="ko-KR" sz="1200" dirty="0" smtClean="0"/>
            </a:p>
            <a:p>
              <a:pPr algn="ctr"/>
              <a:r>
                <a:rPr kumimoji="1" lang="ko-KR" altLang="en-US" sz="1200" dirty="0" smtClean="0"/>
                <a:t>연결</a:t>
              </a:r>
              <a:endParaRPr kumimoji="1" lang="ko-KR" altLang="en-US" sz="1200" dirty="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625" y="770916"/>
            <a:ext cx="5728804" cy="514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2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1593021" y="606283"/>
            <a:ext cx="9651503" cy="5562232"/>
            <a:chOff x="970169" y="566527"/>
            <a:chExt cx="9651503" cy="556223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0169" y="566527"/>
              <a:ext cx="4171674" cy="5562232"/>
            </a:xfrm>
            <a:prstGeom prst="rect">
              <a:avLst/>
            </a:prstGeom>
          </p:spPr>
        </p:pic>
        <p:sp>
          <p:nvSpPr>
            <p:cNvPr id="6" name="모서리가 둥근 직사각형 5"/>
            <p:cNvSpPr/>
            <p:nvPr/>
          </p:nvSpPr>
          <p:spPr>
            <a:xfrm>
              <a:off x="1811679" y="4744280"/>
              <a:ext cx="1099931" cy="983974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오른쪽 화살표[R] 6"/>
            <p:cNvSpPr/>
            <p:nvPr/>
          </p:nvSpPr>
          <p:spPr>
            <a:xfrm rot="8145023">
              <a:off x="2822710" y="4240696"/>
              <a:ext cx="821635" cy="43732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텍스트 상자 9"/>
            <p:cNvSpPr txBox="1"/>
            <p:nvPr/>
          </p:nvSpPr>
          <p:spPr>
            <a:xfrm>
              <a:off x="2756394" y="3247439"/>
              <a:ext cx="199304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Moxa</a:t>
              </a:r>
              <a:r>
                <a:rPr lang="en-US" altLang="ko-KR" dirty="0"/>
                <a:t> Switch hub</a:t>
              </a:r>
              <a:endParaRPr kumimoji="1" lang="ko-KR" altLang="en-US" dirty="0"/>
            </a:p>
            <a:p>
              <a:r>
                <a:rPr kumimoji="1" lang="ko-KR" altLang="en-US" dirty="0" smtClean="0"/>
                <a:t>노트북 연결</a:t>
              </a:r>
              <a:endParaRPr kumimoji="1" lang="ko-KR" altLang="en-US" dirty="0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83353" y="1834925"/>
              <a:ext cx="4638319" cy="3791780"/>
            </a:xfrm>
            <a:prstGeom prst="rect">
              <a:avLst/>
            </a:prstGeom>
          </p:spPr>
        </p:pic>
        <p:sp>
          <p:nvSpPr>
            <p:cNvPr id="12" name="타원 11"/>
            <p:cNvSpPr/>
            <p:nvPr/>
          </p:nvSpPr>
          <p:spPr>
            <a:xfrm>
              <a:off x="8812696" y="3445565"/>
              <a:ext cx="490330" cy="570501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" name="오른쪽 화살표[R] 13"/>
          <p:cNvSpPr/>
          <p:nvPr/>
        </p:nvSpPr>
        <p:spPr>
          <a:xfrm rot="3106292">
            <a:off x="8817410" y="3068534"/>
            <a:ext cx="821635" cy="4373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440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5117" y="1178677"/>
            <a:ext cx="91107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노트북의 </a:t>
            </a:r>
            <a:r>
              <a:rPr lang="en-US" altLang="ko-KR" dirty="0"/>
              <a:t>Lan</a:t>
            </a:r>
            <a:r>
              <a:rPr lang="ko-KR" altLang="en-US" dirty="0"/>
              <a:t>을 </a:t>
            </a:r>
            <a:r>
              <a:rPr lang="en-US" altLang="ko-KR" dirty="0"/>
              <a:t>Moxa Switch hub</a:t>
            </a:r>
            <a:r>
              <a:rPr lang="ko-KR" altLang="en-US" dirty="0"/>
              <a:t>에 연결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노트북의 </a:t>
            </a:r>
            <a:r>
              <a:rPr lang="en-US" altLang="ko-KR" dirty="0"/>
              <a:t>IP</a:t>
            </a:r>
            <a:r>
              <a:rPr lang="ko-KR" altLang="en-US" dirty="0"/>
              <a:t>를 해당 차량의 </a:t>
            </a:r>
            <a:r>
              <a:rPr lang="en-US" altLang="ko-KR" dirty="0"/>
              <a:t>IP</a:t>
            </a:r>
            <a:r>
              <a:rPr lang="ko-KR" altLang="en-US" dirty="0"/>
              <a:t>를 조정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Ex) 10.xx.yy.223(</a:t>
            </a:r>
            <a:r>
              <a:rPr lang="en-US" altLang="ko-KR" dirty="0" err="1"/>
              <a:t>xx.yy</a:t>
            </a:r>
            <a:r>
              <a:rPr lang="en-US" altLang="ko-KR" dirty="0"/>
              <a:t> </a:t>
            </a:r>
            <a:r>
              <a:rPr lang="ko-KR" altLang="en-US" dirty="0"/>
              <a:t>열차 번호 입력</a:t>
            </a:r>
            <a:r>
              <a:rPr lang="en-US" altLang="ko-KR" dirty="0"/>
              <a:t>, 223</a:t>
            </a:r>
            <a:r>
              <a:rPr lang="ko-KR" altLang="en-US" dirty="0"/>
              <a:t>의 경우</a:t>
            </a:r>
            <a:r>
              <a:rPr lang="en-US" altLang="ko-KR" dirty="0"/>
              <a:t> </a:t>
            </a:r>
            <a:r>
              <a:rPr lang="ko-KR" altLang="en-US" dirty="0"/>
              <a:t>차량에서 할당되지 않은</a:t>
            </a:r>
            <a:r>
              <a:rPr lang="en-US" altLang="ko-KR" dirty="0"/>
              <a:t> IP</a:t>
            </a:r>
            <a:r>
              <a:rPr lang="ko-KR" altLang="en-US" dirty="0"/>
              <a:t> 예시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윈도우 </a:t>
            </a:r>
            <a:r>
              <a:rPr lang="en-US" altLang="ko-KR" dirty="0"/>
              <a:t>Command </a:t>
            </a:r>
            <a:r>
              <a:rPr lang="ko-KR" altLang="en-US" dirty="0"/>
              <a:t>창을 </a:t>
            </a:r>
            <a:r>
              <a:rPr lang="en-US" altLang="ko-KR" dirty="0"/>
              <a:t>Open</a:t>
            </a:r>
          </a:p>
          <a:p>
            <a:r>
              <a:rPr lang="en-US" altLang="ko-KR" dirty="0"/>
              <a:t>4. ping 10.xx.yy.199</a:t>
            </a:r>
            <a:r>
              <a:rPr lang="ko-KR" altLang="en-US" dirty="0"/>
              <a:t>을 입력 후</a:t>
            </a:r>
            <a:r>
              <a:rPr lang="en-US" altLang="ko-KR" dirty="0"/>
              <a:t>, Enter</a:t>
            </a:r>
          </a:p>
          <a:p>
            <a:r>
              <a:rPr lang="en-US" altLang="ko-KR" dirty="0"/>
              <a:t>5. ping </a:t>
            </a:r>
            <a:r>
              <a:rPr lang="ko-KR" altLang="en-US" dirty="0"/>
              <a:t>시험 결과 확인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4314" y="2933004"/>
            <a:ext cx="4709645" cy="15755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6210301" y="2933002"/>
            <a:ext cx="4403082" cy="1575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50509" y="4608999"/>
            <a:ext cx="361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Voip</a:t>
            </a:r>
            <a:r>
              <a:rPr lang="ko-KR" altLang="en-US" dirty="0"/>
              <a:t>가 비정상일 경우</a:t>
            </a:r>
            <a:r>
              <a:rPr lang="en-US" altLang="ko-KR" dirty="0"/>
              <a:t>, </a:t>
            </a:r>
            <a:r>
              <a:rPr lang="ko-KR" altLang="en-US" dirty="0"/>
              <a:t>응답 상태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61635" y="4608999"/>
            <a:ext cx="3384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Voip</a:t>
            </a:r>
            <a:r>
              <a:rPr lang="ko-KR" altLang="en-US" dirty="0"/>
              <a:t>가 정상일 경우</a:t>
            </a:r>
            <a:r>
              <a:rPr lang="en-US" altLang="ko-KR" dirty="0"/>
              <a:t>, </a:t>
            </a:r>
            <a:r>
              <a:rPr lang="ko-KR" altLang="en-US" dirty="0"/>
              <a:t>응답 상태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4093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1. VOIP </a:t>
            </a:r>
            <a:r>
              <a:rPr lang="ko-KR" altLang="en-US" sz="2800" b="1" dirty="0"/>
              <a:t>연결 상태 확인</a:t>
            </a:r>
            <a:r>
              <a:rPr lang="en-US" altLang="ko-KR" sz="2800" b="1" dirty="0"/>
              <a:t>.</a:t>
            </a:r>
            <a:endParaRPr lang="ko-KR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35117" y="5126655"/>
            <a:ext cx="8861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위와 같이 확인 하였을 때</a:t>
            </a:r>
            <a:r>
              <a:rPr lang="en-US" altLang="ko-KR" dirty="0"/>
              <a:t>, </a:t>
            </a:r>
            <a:r>
              <a:rPr lang="ko-KR" altLang="en-US" dirty="0"/>
              <a:t>정상적인 응답 상태라면</a:t>
            </a:r>
            <a:r>
              <a:rPr lang="en-US" altLang="ko-KR" dirty="0"/>
              <a:t>, VOIP</a:t>
            </a:r>
            <a:r>
              <a:rPr lang="ko-KR" altLang="en-US" dirty="0"/>
              <a:t>의 </a:t>
            </a:r>
            <a:r>
              <a:rPr lang="en-US" altLang="ko-KR" dirty="0"/>
              <a:t>Local </a:t>
            </a:r>
            <a:r>
              <a:rPr lang="ko-KR" altLang="en-US" dirty="0"/>
              <a:t>상태는 </a:t>
            </a:r>
            <a:r>
              <a:rPr lang="ko-KR" altLang="en-US" dirty="0" err="1"/>
              <a:t>정상임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49597" y="3237704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09075" y="3686662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09075" y="3856337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09075" y="4018003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90075" y="3545222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13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5117" y="1178677"/>
            <a:ext cx="10152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/>
              <a:t>Voip</a:t>
            </a:r>
            <a:r>
              <a:rPr lang="ko-KR" altLang="en-US" dirty="0"/>
              <a:t>는 </a:t>
            </a:r>
            <a:r>
              <a:rPr lang="en-US" altLang="ko-KR" dirty="0"/>
              <a:t>Internet Explorer browser</a:t>
            </a:r>
            <a:r>
              <a:rPr lang="ko-KR" altLang="en-US" dirty="0"/>
              <a:t>만 사용됩니다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/>
              <a:t>Explorer </a:t>
            </a:r>
            <a:r>
              <a:rPr lang="ko-KR" altLang="en-US" dirty="0"/>
              <a:t>주소창에 위의 주소 </a:t>
            </a:r>
            <a:r>
              <a:rPr lang="en-US" altLang="ko-KR" dirty="0">
                <a:hlinkClick r:id="rId2"/>
              </a:rPr>
              <a:t>http://10.xx.yy.199</a:t>
            </a:r>
            <a:r>
              <a:rPr lang="ko-KR" altLang="en-US" dirty="0"/>
              <a:t>를 입력하면 아래와 같은 설정 화면이 출력됨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324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2. VOIP </a:t>
            </a:r>
            <a:r>
              <a:rPr lang="ko-KR" altLang="en-US" sz="2800" b="1" dirty="0"/>
              <a:t>상태 확인</a:t>
            </a:r>
            <a:r>
              <a:rPr lang="en-US" altLang="ko-KR" sz="2800" b="1" dirty="0"/>
              <a:t>.</a:t>
            </a:r>
            <a:endParaRPr lang="ko-KR" altLang="en-US" sz="2800" b="1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1761" y="1925433"/>
            <a:ext cx="4032448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35117" y="6002505"/>
            <a:ext cx="669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위의 적색 사각형 부분이 위와 같으면 </a:t>
            </a:r>
            <a:r>
              <a:rPr lang="en-US" altLang="ko-KR" dirty="0"/>
              <a:t>VOIP</a:t>
            </a:r>
            <a:r>
              <a:rPr lang="ko-KR" altLang="en-US" dirty="0"/>
              <a:t>의 설정은 </a:t>
            </a:r>
            <a:r>
              <a:rPr lang="ko-KR" altLang="en-US" dirty="0" err="1"/>
              <a:t>정상임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477108" y="3651738"/>
            <a:ext cx="3511061" cy="2028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6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5117" y="1178677"/>
            <a:ext cx="91107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노트북의 </a:t>
            </a:r>
            <a:r>
              <a:rPr lang="en-US" altLang="ko-KR" dirty="0"/>
              <a:t>Lan</a:t>
            </a:r>
            <a:r>
              <a:rPr lang="ko-KR" altLang="en-US" dirty="0"/>
              <a:t>을 </a:t>
            </a:r>
            <a:r>
              <a:rPr lang="en-US" altLang="ko-KR" dirty="0"/>
              <a:t>Moxa Switch hub</a:t>
            </a:r>
            <a:r>
              <a:rPr lang="ko-KR" altLang="en-US" dirty="0"/>
              <a:t>에 연결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노트북의 </a:t>
            </a:r>
            <a:r>
              <a:rPr lang="en-US" altLang="ko-KR" dirty="0"/>
              <a:t>IP</a:t>
            </a:r>
            <a:r>
              <a:rPr lang="ko-KR" altLang="en-US" dirty="0"/>
              <a:t>를 해당 차량의 </a:t>
            </a:r>
            <a:r>
              <a:rPr lang="en-US" altLang="ko-KR" dirty="0"/>
              <a:t>IP</a:t>
            </a:r>
            <a:r>
              <a:rPr lang="ko-KR" altLang="en-US" dirty="0"/>
              <a:t>를 조정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Ex) 10.xx.yy.223(</a:t>
            </a:r>
            <a:r>
              <a:rPr lang="en-US" altLang="ko-KR" dirty="0" err="1"/>
              <a:t>xx.yy</a:t>
            </a:r>
            <a:r>
              <a:rPr lang="en-US" altLang="ko-KR" dirty="0"/>
              <a:t> </a:t>
            </a:r>
            <a:r>
              <a:rPr lang="ko-KR" altLang="en-US" dirty="0"/>
              <a:t>열차 번호 입력</a:t>
            </a:r>
            <a:r>
              <a:rPr lang="en-US" altLang="ko-KR" dirty="0"/>
              <a:t>, 223</a:t>
            </a:r>
            <a:r>
              <a:rPr lang="ko-KR" altLang="en-US" dirty="0"/>
              <a:t>의 경우</a:t>
            </a:r>
            <a:r>
              <a:rPr lang="en-US" altLang="ko-KR" dirty="0"/>
              <a:t> </a:t>
            </a:r>
            <a:r>
              <a:rPr lang="ko-KR" altLang="en-US" dirty="0"/>
              <a:t>차량에서 할당되지 않은</a:t>
            </a:r>
            <a:r>
              <a:rPr lang="en-US" altLang="ko-KR" dirty="0"/>
              <a:t> IP</a:t>
            </a:r>
            <a:r>
              <a:rPr lang="ko-KR" altLang="en-US" dirty="0"/>
              <a:t> 예시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윈도우 </a:t>
            </a:r>
            <a:r>
              <a:rPr lang="en-US" altLang="ko-KR" dirty="0"/>
              <a:t>Command </a:t>
            </a:r>
            <a:r>
              <a:rPr lang="ko-KR" altLang="en-US" dirty="0"/>
              <a:t>창을 </a:t>
            </a:r>
            <a:r>
              <a:rPr lang="en-US" altLang="ko-KR" dirty="0"/>
              <a:t>Open</a:t>
            </a:r>
          </a:p>
          <a:p>
            <a:r>
              <a:rPr lang="en-US" altLang="ko-KR" dirty="0"/>
              <a:t>4. ping 10.xx.yy.200</a:t>
            </a:r>
            <a:r>
              <a:rPr lang="ko-KR" altLang="en-US" dirty="0"/>
              <a:t>을 입력 후</a:t>
            </a:r>
            <a:r>
              <a:rPr lang="en-US" altLang="ko-KR" dirty="0"/>
              <a:t>, Enter</a:t>
            </a:r>
          </a:p>
          <a:p>
            <a:r>
              <a:rPr lang="en-US" altLang="ko-KR" dirty="0"/>
              <a:t>5. ping </a:t>
            </a:r>
            <a:r>
              <a:rPr lang="ko-KR" altLang="en-US" dirty="0"/>
              <a:t>시험 결과 확인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4314" y="2933004"/>
            <a:ext cx="4709645" cy="15755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6210301" y="2933002"/>
            <a:ext cx="4403082" cy="1575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50509" y="4608999"/>
            <a:ext cx="374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CNCS</a:t>
            </a:r>
            <a:r>
              <a:rPr lang="ko-KR" altLang="en-US" dirty="0"/>
              <a:t>가 비정상일 경우</a:t>
            </a:r>
            <a:r>
              <a:rPr lang="en-US" altLang="ko-KR" dirty="0"/>
              <a:t>, </a:t>
            </a:r>
            <a:r>
              <a:rPr lang="ko-KR" altLang="en-US" dirty="0"/>
              <a:t>응답 상태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61635" y="4608999"/>
            <a:ext cx="351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CNCS</a:t>
            </a:r>
            <a:r>
              <a:rPr lang="ko-KR" altLang="en-US" dirty="0"/>
              <a:t>가 정상일 경우</a:t>
            </a:r>
            <a:r>
              <a:rPr lang="en-US" altLang="ko-KR" dirty="0"/>
              <a:t>, </a:t>
            </a:r>
            <a:r>
              <a:rPr lang="ko-KR" altLang="en-US" dirty="0"/>
              <a:t>응답 상태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4192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3. CNCS </a:t>
            </a:r>
            <a:r>
              <a:rPr lang="ko-KR" altLang="en-US" sz="2800" b="1" dirty="0"/>
              <a:t>연결 상태 확인</a:t>
            </a:r>
            <a:r>
              <a:rPr lang="en-US" altLang="ko-KR" sz="2800" b="1" dirty="0"/>
              <a:t>.</a:t>
            </a:r>
            <a:endParaRPr lang="ko-KR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35117" y="5126655"/>
            <a:ext cx="10053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위와 같이 확인 하였을 때</a:t>
            </a:r>
            <a:r>
              <a:rPr lang="en-US" altLang="ko-KR" dirty="0"/>
              <a:t>, </a:t>
            </a:r>
            <a:r>
              <a:rPr lang="ko-KR" altLang="en-US" dirty="0"/>
              <a:t>정상적인 응답 상태라면</a:t>
            </a:r>
            <a:r>
              <a:rPr lang="en-US" altLang="ko-KR" dirty="0"/>
              <a:t>, CNCS</a:t>
            </a:r>
            <a:r>
              <a:rPr lang="ko-KR" altLang="en-US" dirty="0"/>
              <a:t>의 </a:t>
            </a:r>
            <a:r>
              <a:rPr lang="en-US" altLang="ko-KR" dirty="0"/>
              <a:t>Local </a:t>
            </a:r>
            <a:r>
              <a:rPr lang="ko-KR" altLang="en-US" dirty="0"/>
              <a:t>상태는 정상 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7. CNCS</a:t>
            </a:r>
            <a:r>
              <a:rPr lang="ko-KR" altLang="en-US" dirty="0"/>
              <a:t>의 </a:t>
            </a:r>
            <a:r>
              <a:rPr lang="en-US" altLang="ko-KR" dirty="0"/>
              <a:t>Network </a:t>
            </a:r>
            <a:r>
              <a:rPr lang="ko-KR" altLang="en-US" dirty="0"/>
              <a:t>설정 상태를 확인하여</a:t>
            </a:r>
            <a:r>
              <a:rPr lang="en-US" altLang="ko-KR" dirty="0"/>
              <a:t>, Gateway</a:t>
            </a:r>
            <a:r>
              <a:rPr lang="ko-KR" altLang="en-US" dirty="0"/>
              <a:t>가 </a:t>
            </a:r>
            <a:r>
              <a:rPr lang="en-US" altLang="ko-KR" dirty="0"/>
              <a:t>10.xx.yy.201</a:t>
            </a:r>
            <a:r>
              <a:rPr lang="ko-KR" altLang="en-US" dirty="0"/>
              <a:t>로 설정되어 있으면 </a:t>
            </a:r>
            <a:r>
              <a:rPr lang="ko-KR" altLang="en-US" dirty="0" err="1"/>
              <a:t>정상임</a:t>
            </a:r>
            <a:r>
              <a:rPr lang="en-US" altLang="ko-KR" dirty="0"/>
              <a:t>.  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43844" y="3551084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200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8661" y="3839666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200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0992" y="3989889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200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50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5117" y="1178677"/>
            <a:ext cx="97278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CNCS</a:t>
            </a:r>
            <a:r>
              <a:rPr lang="ko-KR" altLang="en-US" dirty="0"/>
              <a:t>의 </a:t>
            </a:r>
            <a:r>
              <a:rPr lang="en-US" altLang="ko-KR" dirty="0"/>
              <a:t>USB</a:t>
            </a:r>
            <a:r>
              <a:rPr lang="ko-KR" altLang="en-US" dirty="0"/>
              <a:t>에 </a:t>
            </a:r>
            <a:r>
              <a:rPr lang="en-US" altLang="ko-KR" dirty="0"/>
              <a:t>Keyboard</a:t>
            </a:r>
            <a:r>
              <a:rPr lang="ko-KR" altLang="en-US" dirty="0"/>
              <a:t>를 연결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/>
              <a:t>Alt + Tab</a:t>
            </a:r>
            <a:r>
              <a:rPr lang="ko-KR" altLang="en-US" dirty="0"/>
              <a:t>키를 눌러</a:t>
            </a:r>
            <a:r>
              <a:rPr lang="en-US" altLang="ko-KR" dirty="0"/>
              <a:t>, </a:t>
            </a:r>
            <a:r>
              <a:rPr lang="en-US" altLang="ko-KR" dirty="0" err="1"/>
              <a:t>Woojin</a:t>
            </a:r>
            <a:r>
              <a:rPr lang="en-US" altLang="ko-KR" dirty="0"/>
              <a:t> </a:t>
            </a:r>
            <a:r>
              <a:rPr lang="en-US" altLang="ko-KR" dirty="0" err="1"/>
              <a:t>TrainCar</a:t>
            </a:r>
            <a:r>
              <a:rPr lang="en-US" altLang="ko-KR" dirty="0"/>
              <a:t> </a:t>
            </a:r>
            <a:r>
              <a:rPr lang="en-US" altLang="ko-KR" dirty="0" err="1"/>
              <a:t>SIPPhone</a:t>
            </a:r>
            <a:r>
              <a:rPr lang="en-US" altLang="ko-KR" dirty="0"/>
              <a:t> V1.0</a:t>
            </a:r>
            <a:r>
              <a:rPr lang="ko-KR" altLang="en-US" dirty="0"/>
              <a:t>의 프로그램이 실행되고 있는지 확인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(</a:t>
            </a:r>
            <a:r>
              <a:rPr lang="ko-KR" altLang="en-US" dirty="0"/>
              <a:t>주</a:t>
            </a:r>
            <a:r>
              <a:rPr lang="en-US" altLang="ko-KR" dirty="0"/>
              <a:t>)</a:t>
            </a:r>
            <a:r>
              <a:rPr lang="ko-KR" altLang="en-US" dirty="0"/>
              <a:t>우진산전 </a:t>
            </a:r>
            <a:r>
              <a:rPr lang="en-US" altLang="ko-KR" dirty="0"/>
              <a:t>Rick</a:t>
            </a:r>
            <a:r>
              <a:rPr lang="ko-KR" altLang="en-US" dirty="0"/>
              <a:t>에게 문의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3882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4. CNCS SIP</a:t>
            </a:r>
            <a:r>
              <a:rPr lang="ko-KR" altLang="en-US" sz="2800" b="1" dirty="0"/>
              <a:t>상태 확인</a:t>
            </a:r>
            <a:r>
              <a:rPr lang="en-US" altLang="ko-KR" sz="2800" b="1" dirty="0"/>
              <a:t>.</a:t>
            </a:r>
            <a:endParaRPr lang="ko-KR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35117" y="4495764"/>
            <a:ext cx="773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위의 프로그램이 </a:t>
            </a:r>
            <a:r>
              <a:rPr lang="ko-KR" altLang="en-US" dirty="0" err="1"/>
              <a:t>동작중일</a:t>
            </a:r>
            <a:r>
              <a:rPr lang="ko-KR" altLang="en-US" dirty="0"/>
              <a:t> 경우</a:t>
            </a:r>
            <a:r>
              <a:rPr lang="en-US" altLang="ko-KR" dirty="0"/>
              <a:t>, CNCS</a:t>
            </a:r>
            <a:r>
              <a:rPr lang="ko-KR" altLang="en-US" dirty="0"/>
              <a:t>의 </a:t>
            </a:r>
            <a:r>
              <a:rPr lang="en-US" altLang="ko-KR" dirty="0"/>
              <a:t>SIP</a:t>
            </a:r>
            <a:r>
              <a:rPr lang="ko-KR" altLang="en-US" dirty="0"/>
              <a:t>프로그램은 정상동작 중</a:t>
            </a:r>
            <a:r>
              <a:rPr lang="en-US" altLang="ko-KR" dirty="0"/>
              <a:t>. 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33" y="2210524"/>
            <a:ext cx="28765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8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328</Words>
  <Application>Microsoft Macintosh PowerPoint</Application>
  <PresentationFormat>와이드스크린</PresentationFormat>
  <Paragraphs>44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hamsung98</dc:creator>
  <cp:lastModifiedBy>장덕수</cp:lastModifiedBy>
  <cp:revision>14</cp:revision>
  <dcterms:created xsi:type="dcterms:W3CDTF">2016-09-23T06:53:28Z</dcterms:created>
  <dcterms:modified xsi:type="dcterms:W3CDTF">2016-10-04T10:07:34Z</dcterms:modified>
</cp:coreProperties>
</file>