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74" y="64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11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91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76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9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66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94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1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04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69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47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00321-2433-477C-8053-E4D3AB7546BC}" type="datetimeFigureOut">
              <a:rPr lang="ko-KR" altLang="en-US" smtClean="0"/>
              <a:t>2012-11-13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41AFD-FBDB-4B09-BE84-D08480828C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88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Line 594"/>
          <p:cNvSpPr>
            <a:spLocks noChangeShapeType="1"/>
          </p:cNvSpPr>
          <p:nvPr/>
        </p:nvSpPr>
        <p:spPr bwMode="auto">
          <a:xfrm rot="10800000" flipV="1">
            <a:off x="3339234" y="3694094"/>
            <a:ext cx="16676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6" name="Line 46"/>
          <p:cNvSpPr>
            <a:spLocks noChangeShapeType="1"/>
          </p:cNvSpPr>
          <p:nvPr/>
        </p:nvSpPr>
        <p:spPr bwMode="auto">
          <a:xfrm>
            <a:off x="1250047" y="2797632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>
            <a:off x="1266894" y="2906489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>
            <a:off x="8350988" y="3374320"/>
            <a:ext cx="405434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8357867" y="3490779"/>
            <a:ext cx="405434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V="1">
            <a:off x="2411327" y="4823005"/>
            <a:ext cx="17560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H="1" flipV="1">
            <a:off x="2418206" y="3746504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H="1" flipV="1">
            <a:off x="2418206" y="3746502"/>
            <a:ext cx="36098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16200000">
            <a:off x="1927840" y="4283179"/>
            <a:ext cx="1096290" cy="1174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>
            <a:off x="3211771" y="3376044"/>
            <a:ext cx="802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 flipH="1">
            <a:off x="3498356" y="4132205"/>
            <a:ext cx="935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 flipH="1">
            <a:off x="6115985" y="4132205"/>
            <a:ext cx="2107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7" name="Freeform 548"/>
          <p:cNvSpPr>
            <a:spLocks/>
          </p:cNvSpPr>
          <p:nvPr/>
        </p:nvSpPr>
        <p:spPr bwMode="auto">
          <a:xfrm flipH="1">
            <a:off x="8328714" y="618725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 flipH="1">
            <a:off x="8344104" y="640803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 flipH="1">
            <a:off x="8537341" y="3320544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>
            <a:off x="448048" y="22648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 flipH="1">
            <a:off x="8350121" y="515720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 flipH="1">
            <a:off x="8350121" y="5265670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 flipH="1">
            <a:off x="8350121" y="653941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 flipH="1">
            <a:off x="8350121" y="6647877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 flipH="1">
            <a:off x="8344959" y="6289916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 flipH="1">
            <a:off x="8353993" y="5972447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 flipH="1">
            <a:off x="8350121" y="5517765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 flipH="1">
            <a:off x="8347114" y="3049546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 flipH="1">
            <a:off x="8343241" y="3160390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 flipH="1">
            <a:off x="8350121" y="402255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 flipH="1">
            <a:off x="8350121" y="4131013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 flipH="1">
            <a:off x="8693576" y="299911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 flipH="1">
            <a:off x="8693576" y="310757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 flipH="1">
            <a:off x="8693576" y="399156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 flipH="1">
            <a:off x="8693576" y="4100023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 flipH="1">
            <a:off x="8693576" y="512622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 flipH="1">
            <a:off x="8693576" y="523468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 flipH="1">
            <a:off x="8693576" y="650842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 flipH="1">
            <a:off x="8693576" y="661688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 flipH="1">
            <a:off x="8688416" y="62589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 flipH="1">
            <a:off x="8697449" y="594145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 flipH="1">
            <a:off x="8693576" y="548677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 flipH="1">
            <a:off x="326674" y="184742"/>
            <a:ext cx="1346708" cy="5903316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H="1" flipV="1">
            <a:off x="1615280" y="4021360"/>
            <a:ext cx="673484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H="1" flipV="1">
            <a:off x="1615280" y="4129820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>
            <a:off x="4517873" y="4049966"/>
            <a:ext cx="53326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16200000" flipH="1">
            <a:off x="-37242" y="2805856"/>
            <a:ext cx="903435" cy="568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>
            <a:off x="1801214" y="1462424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V="1">
            <a:off x="1615281" y="1570882"/>
            <a:ext cx="105361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>
            <a:off x="1641104" y="620688"/>
            <a:ext cx="565541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>
            <a:off x="1610117" y="768479"/>
            <a:ext cx="56683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H="1" flipV="1">
            <a:off x="1615280" y="4834213"/>
            <a:ext cx="17560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>
            <a:off x="1615281" y="4725754"/>
            <a:ext cx="291809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H="1" flipV="1">
            <a:off x="1790882" y="4834215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H="1" flipV="1">
            <a:off x="1907089" y="4726946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 flipH="1">
            <a:off x="1204682" y="2219260"/>
            <a:ext cx="410599" cy="2865927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 flipH="1">
            <a:off x="1615280" y="1322895"/>
            <a:ext cx="175602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>
            <a:off x="1731490" y="1264496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>
            <a:off x="1673384" y="2412340"/>
            <a:ext cx="534552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>
            <a:off x="1615283" y="2489813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>
            <a:off x="1673384" y="2293154"/>
            <a:ext cx="53455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>
            <a:off x="1615283" y="2382545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>
            <a:off x="1625611" y="2179929"/>
            <a:ext cx="534552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>
            <a:off x="1615283" y="2274084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>
            <a:off x="1801211" y="977334"/>
            <a:ext cx="692076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V="1">
            <a:off x="1615281" y="1084602"/>
            <a:ext cx="105361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>
            <a:off x="1801214" y="1570882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V="1">
            <a:off x="1615281" y="1678150"/>
            <a:ext cx="1053610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>
            <a:off x="1625181" y="2708922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>
            <a:off x="551340" y="5371747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V="1">
            <a:off x="502278" y="5483781"/>
            <a:ext cx="70240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>
            <a:off x="2844493" y="5071397"/>
            <a:ext cx="566831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>
            <a:off x="1615280" y="5158401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>
            <a:off x="1615280" y="5266862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>
            <a:off x="2847075" y="5179856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>
            <a:off x="2755164" y="5886632"/>
            <a:ext cx="56683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V="1">
            <a:off x="1615280" y="5517764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V="1">
            <a:off x="1615280" y="5970062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>
            <a:off x="2739587" y="5425992"/>
            <a:ext cx="56554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 flipH="1">
            <a:off x="3430693" y="4295489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>
            <a:off x="1743109" y="4035664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PEI ADDRESS</a:t>
            </a:r>
            <a:r>
              <a:rPr lang="en-US" altLang="ko-KR" sz="600" dirty="0">
                <a:latin typeface="Arial" charset="0"/>
              </a:rPr>
              <a:t>.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>
            <a:off x="1951525" y="3917670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>
            <a:off x="1712640" y="418584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H="1" flipV="1">
            <a:off x="1615283" y="4262117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>
            <a:off x="1682145" y="428714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Control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H="1" flipV="1">
            <a:off x="1615281" y="4370577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16200000" flipH="1">
            <a:off x="-1144579" y="2735925"/>
            <a:ext cx="4054219" cy="644304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>
            <a:off x="583622" y="383785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>
            <a:off x="618485" y="489860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V="1">
            <a:off x="618482" y="489862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V="1">
            <a:off x="2256371" y="4377726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H="1" flipV="1">
            <a:off x="2375789" y="4272843"/>
            <a:ext cx="4405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>
            <a:off x="2960701" y="4293106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H="1" flipV="1">
            <a:off x="2960700" y="4401565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 flipH="1">
            <a:off x="1204682" y="274132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 flipH="1">
            <a:off x="1204682" y="1030967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 flipH="1">
            <a:off x="1204682" y="1462424"/>
            <a:ext cx="410599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 flipH="1">
            <a:off x="1204682" y="2057165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 flipH="1">
            <a:off x="1204682" y="543493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 flipH="1">
            <a:off x="1204682" y="1732978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H="1" flipV="1">
            <a:off x="970977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V="1">
            <a:off x="970978" y="1265765"/>
            <a:ext cx="236288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>
            <a:off x="970978" y="1732976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 flipH="1">
            <a:off x="1204682" y="1193060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H="1" flipV="1">
            <a:off x="1074273" y="2238328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H="1" flipV="1">
            <a:off x="1087186" y="1895070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H="1" flipV="1">
            <a:off x="1087186" y="1517251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 flipH="1">
            <a:off x="1087184" y="1589952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 flipH="1">
            <a:off x="1074272" y="1949897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H="1" flipV="1">
            <a:off x="1087184" y="1625708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V="1">
            <a:off x="1074272" y="2003532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16200000">
            <a:off x="761110" y="1432229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16200000">
            <a:off x="1140719" y="2010187"/>
            <a:ext cx="215728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16200000">
            <a:off x="1094386" y="1687041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 flipH="1">
            <a:off x="1087186" y="1084601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V="1">
            <a:off x="1086051" y="1138234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16200000" flipH="1">
            <a:off x="-1144579" y="2735925"/>
            <a:ext cx="4054219" cy="64430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121757" tIns="60877" rIns="121757" bIns="6087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 flipH="1">
            <a:off x="5464313" y="5064245"/>
            <a:ext cx="566832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 flipH="1">
            <a:off x="5463022" y="5179856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 flipH="1">
            <a:off x="7587196" y="4035664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CPO </a:t>
            </a:r>
            <a:r>
              <a:rPr lang="en-US" altLang="ko-KR" sz="600" dirty="0" smtClean="0">
                <a:latin typeface="Arial" charset="0"/>
              </a:rPr>
              <a:t>ADDRESS</a:t>
            </a:r>
            <a:r>
              <a:rPr lang="en-US" altLang="ko-KR" sz="600" dirty="0">
                <a:latin typeface="Arial" charset="0"/>
              </a:rPr>
              <a:t>.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H="1" flipV="1">
            <a:off x="1615280" y="3045599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>
            <a:off x="1864828" y="2972897"/>
            <a:ext cx="534552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DPH ADDRESS.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H="1" flipV="1">
            <a:off x="1615280" y="3152867"/>
            <a:ext cx="6734840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>
            <a:off x="1625609" y="3055134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Audio.</a:t>
            </a:r>
            <a:endParaRPr lang="ko-KR" altLang="ko-KR" dirty="0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 flipH="1">
            <a:off x="6064718" y="4295489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V="1">
            <a:off x="3490085" y="5579742"/>
            <a:ext cx="351203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9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H="1" flipV="1">
            <a:off x="3196987" y="5579742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V="1">
            <a:off x="3665687" y="5740645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>
            <a:off x="3314487" y="5849104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>
            <a:off x="3314484" y="5740645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 flipH="1">
            <a:off x="2961989" y="551776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V="1">
            <a:off x="2961989" y="5687009"/>
            <a:ext cx="23241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H="1" flipV="1">
            <a:off x="3899392" y="5806776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V="1">
            <a:off x="3899392" y="5806776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>
            <a:off x="4133100" y="5591049"/>
            <a:ext cx="644303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V="1">
            <a:off x="5891697" y="5586893"/>
            <a:ext cx="351203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H="1" flipV="1">
            <a:off x="5598597" y="5586893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V="1">
            <a:off x="6067298" y="5747797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>
            <a:off x="5716098" y="5856254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>
            <a:off x="5716094" y="5747797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 flipH="1">
            <a:off x="5363601" y="5524917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V="1">
            <a:off x="5363602" y="5694160"/>
            <a:ext cx="23370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H="1" flipV="1">
            <a:off x="6301003" y="5813927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V="1">
            <a:off x="6301004" y="5813927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>
            <a:off x="6534710" y="5598202"/>
            <a:ext cx="644303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V="1">
            <a:off x="4250924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2" name="Line 440"/>
          <p:cNvSpPr>
            <a:spLocks noChangeShapeType="1"/>
          </p:cNvSpPr>
          <p:nvPr/>
        </p:nvSpPr>
        <p:spPr bwMode="auto">
          <a:xfrm flipH="1" flipV="1">
            <a:off x="5307596" y="4942675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4" name="Line 449"/>
          <p:cNvSpPr>
            <a:spLocks noChangeShapeType="1"/>
          </p:cNvSpPr>
          <p:nvPr/>
        </p:nvSpPr>
        <p:spPr bwMode="auto">
          <a:xfrm flipV="1">
            <a:off x="2668889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6" name="Line 458"/>
          <p:cNvSpPr>
            <a:spLocks noChangeShapeType="1"/>
          </p:cNvSpPr>
          <p:nvPr/>
        </p:nvSpPr>
        <p:spPr bwMode="auto">
          <a:xfrm flipV="1">
            <a:off x="6885913" y="4942675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8" name="Line 467"/>
          <p:cNvSpPr>
            <a:spLocks noChangeShapeType="1"/>
          </p:cNvSpPr>
          <p:nvPr/>
        </p:nvSpPr>
        <p:spPr bwMode="auto">
          <a:xfrm flipV="1">
            <a:off x="6199449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00" name="Line 476"/>
          <p:cNvSpPr>
            <a:spLocks noChangeShapeType="1"/>
          </p:cNvSpPr>
          <p:nvPr/>
        </p:nvSpPr>
        <p:spPr bwMode="auto">
          <a:xfrm flipV="1">
            <a:off x="3548846" y="4942675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09" name="Rectangle 499"/>
          <p:cNvSpPr>
            <a:spLocks noChangeArrowheads="1"/>
          </p:cNvSpPr>
          <p:nvPr/>
        </p:nvSpPr>
        <p:spPr bwMode="auto">
          <a:xfrm>
            <a:off x="6760668" y="4293106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H="1" flipV="1">
            <a:off x="6650917" y="4401565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V="1">
            <a:off x="5107731" y="4563661"/>
            <a:ext cx="1290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9" name="Rectangle 527"/>
          <p:cNvSpPr>
            <a:spLocks noChangeArrowheads="1"/>
          </p:cNvSpPr>
          <p:nvPr/>
        </p:nvSpPr>
        <p:spPr bwMode="auto">
          <a:xfrm flipH="1">
            <a:off x="1204682" y="5085187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>
            <a:off x="4082313" y="2920715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16200000" flipH="1" flipV="1">
            <a:off x="4184695" y="2648811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V="1">
            <a:off x="1648021" y="2595471"/>
            <a:ext cx="2641197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5400000">
            <a:off x="4163804" y="2750463"/>
            <a:ext cx="162094" cy="87801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5" name="Rectangle 76"/>
          <p:cNvSpPr>
            <a:spLocks noChangeArrowheads="1"/>
          </p:cNvSpPr>
          <p:nvPr/>
        </p:nvSpPr>
        <p:spPr bwMode="auto">
          <a:xfrm>
            <a:off x="1776129" y="3315088"/>
            <a:ext cx="75018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</a:t>
            </a:r>
            <a:r>
              <a:rPr lang="en-US" altLang="ko-KR" sz="600" dirty="0" smtClean="0">
                <a:latin typeface="Arial" charset="0"/>
              </a:rPr>
              <a:t>ADDRESS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H="1" flipV="1">
            <a:off x="1615279" y="3382770"/>
            <a:ext cx="6736031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rot="10800000" flipV="1">
            <a:off x="2317688" y="3683468"/>
            <a:ext cx="46870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V="1">
            <a:off x="3363551" y="3808016"/>
            <a:ext cx="468701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>
            <a:off x="4399188" y="3805634"/>
            <a:ext cx="303430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>
            <a:off x="2341975" y="3554271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>
            <a:off x="3430693" y="3698366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>
            <a:off x="3195695" y="3808016"/>
            <a:ext cx="852184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>
            <a:off x="4104794" y="3667378"/>
            <a:ext cx="176893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V="1">
            <a:off x="3371297" y="3909063"/>
            <a:ext cx="847011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>
            <a:off x="6903218" y="332658"/>
            <a:ext cx="1794199" cy="399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>
            <a:off x="4458534" y="563902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3515552" y="5600400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5914285" y="5607187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6852727" y="5646393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 flipH="1">
            <a:off x="1208587" y="2986667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>
            <a:off x="964528" y="3009552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H="1" flipV="1">
            <a:off x="970305" y="1745085"/>
            <a:ext cx="26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>
            <a:off x="7293262" y="2883211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5400000">
            <a:off x="7374754" y="2712960"/>
            <a:ext cx="162094" cy="87801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16200000" flipH="1" flipV="1">
            <a:off x="7407909" y="2620957"/>
            <a:ext cx="91269" cy="7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V="1">
            <a:off x="4244448" y="2591233"/>
            <a:ext cx="3205691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>
            <a:off x="588173" y="5029202"/>
            <a:ext cx="620416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>
            <a:off x="636494" y="5190105"/>
            <a:ext cx="527465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>
            <a:off x="8348650" y="3232028"/>
            <a:ext cx="405434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H="1" flipV="1">
            <a:off x="1615140" y="3265807"/>
            <a:ext cx="6734840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V="1">
            <a:off x="2111907" y="4470402"/>
            <a:ext cx="6879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 flipH="1">
            <a:off x="1620979" y="4470402"/>
            <a:ext cx="497807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>
            <a:off x="338459" y="6179823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 flipH="1">
            <a:off x="1910664" y="6185790"/>
            <a:ext cx="644303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V="1">
            <a:off x="350491" y="6524628"/>
            <a:ext cx="8002539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>
            <a:off x="350491" y="6633930"/>
            <a:ext cx="8002539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V="1">
            <a:off x="350493" y="6286503"/>
            <a:ext cx="7997379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>
            <a:off x="350494" y="6402710"/>
            <a:ext cx="8007698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 flipH="1">
            <a:off x="7397800" y="6092825"/>
            <a:ext cx="566831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 flipH="1">
            <a:off x="7409420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7413294" y="632166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 flipH="1">
            <a:off x="7412002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>
            <a:off x="369859" y="6088058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>
            <a:off x="478035" y="620843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>
            <a:off x="441301" y="631689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>
            <a:off x="457552" y="64384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 PA Control TL</a:t>
            </a:r>
            <a:endParaRPr lang="ko-KR" altLang="ko-KR" sz="600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>
            <a:off x="488504" y="6548120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 Audio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 flipH="1">
            <a:off x="8687560" y="637705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 flipH="1">
            <a:off x="8672170" y="6156263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 flipH="1">
            <a:off x="1626147" y="4584703"/>
            <a:ext cx="382572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V="1">
            <a:off x="2002432" y="4578353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H="1" flipV="1">
            <a:off x="1621835" y="3497070"/>
            <a:ext cx="6736031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>
            <a:off x="1653126" y="3159060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>
            <a:off x="1660005" y="3401445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</a:t>
            </a:r>
            <a:r>
              <a:rPr lang="en-US" altLang="ko-KR" sz="600" dirty="0" smtClean="0">
                <a:latin typeface="Arial" charset="0"/>
              </a:rPr>
              <a:t>Audio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>
            <a:off x="2847978" y="3492502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>
            <a:off x="2970427" y="3268983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 flipH="1">
            <a:off x="3086367" y="3154682"/>
            <a:ext cx="7885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>
            <a:off x="6332963" y="3276602"/>
            <a:ext cx="1209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>
            <a:off x="6462684" y="3154683"/>
            <a:ext cx="4222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>
            <a:off x="3749148" y="3262632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>
            <a:off x="3858544" y="3154683"/>
            <a:ext cx="11285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 flipH="1">
            <a:off x="3989919" y="3498853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 flipH="1">
            <a:off x="6591184" y="350101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>
            <a:off x="7374984" y="2966474"/>
            <a:ext cx="90207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</a:t>
              </a:r>
              <a:r>
                <a:rPr lang="en-US" altLang="ko-KR" sz="600" dirty="0" smtClean="0">
                  <a:latin typeface="Arial" charset="0"/>
                </a:rPr>
                <a:t>– tone.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>
            <a:off x="1741392" y="4395615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>
            <a:off x="1748145" y="4516771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>
            <a:off x="1668384" y="465314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H="1" flipV="1">
            <a:off x="1082052" y="2732876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H="1" flipV="1">
            <a:off x="1070260" y="2249611"/>
            <a:ext cx="8790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>
            <a:off x="1642030" y="2817780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 flipH="1">
            <a:off x="1208587" y="2698635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sp>
        <p:nvSpPr>
          <p:cNvPr id="468" name="Line 605"/>
          <p:cNvSpPr>
            <a:spLocks noChangeShapeType="1"/>
          </p:cNvSpPr>
          <p:nvPr/>
        </p:nvSpPr>
        <p:spPr bwMode="auto">
          <a:xfrm rot="10800000">
            <a:off x="1638301" y="3819905"/>
            <a:ext cx="1116864" cy="3043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9" name="Rectangle 599"/>
          <p:cNvSpPr>
            <a:spLocks noChangeArrowheads="1"/>
          </p:cNvSpPr>
          <p:nvPr/>
        </p:nvSpPr>
        <p:spPr bwMode="auto">
          <a:xfrm>
            <a:off x="1817433" y="3723140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OCC AUDIO</a:t>
            </a:r>
            <a:endParaRPr lang="ko-KR" altLang="ko-KR" dirty="0"/>
          </a:p>
        </p:txBody>
      </p:sp>
      <p:sp>
        <p:nvSpPr>
          <p:cNvPr id="356" name="Rectangle 231"/>
          <p:cNvSpPr>
            <a:spLocks noChangeArrowheads="1"/>
          </p:cNvSpPr>
          <p:nvPr/>
        </p:nvSpPr>
        <p:spPr bwMode="auto">
          <a:xfrm>
            <a:off x="7372068" y="643240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 PA Control TL</a:t>
            </a:r>
            <a:endParaRPr lang="ko-KR" altLang="ko-KR" sz="600" dirty="0"/>
          </a:p>
        </p:txBody>
      </p:sp>
      <p:sp>
        <p:nvSpPr>
          <p:cNvPr id="357" name="Line 176"/>
          <p:cNvSpPr>
            <a:spLocks noChangeShapeType="1"/>
          </p:cNvSpPr>
          <p:nvPr/>
        </p:nvSpPr>
        <p:spPr bwMode="auto">
          <a:xfrm>
            <a:off x="5207125" y="3033932"/>
            <a:ext cx="0" cy="64953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8" name="Line 608"/>
          <p:cNvSpPr>
            <a:spLocks noChangeShapeType="1"/>
          </p:cNvSpPr>
          <p:nvPr/>
        </p:nvSpPr>
        <p:spPr bwMode="auto">
          <a:xfrm>
            <a:off x="5003932" y="3493389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9" name="Line 608"/>
          <p:cNvSpPr>
            <a:spLocks noChangeShapeType="1"/>
          </p:cNvSpPr>
          <p:nvPr/>
        </p:nvSpPr>
        <p:spPr bwMode="auto">
          <a:xfrm>
            <a:off x="5119877" y="3276897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6" name="직사각형 57555"/>
          <p:cNvSpPr/>
          <p:nvPr/>
        </p:nvSpPr>
        <p:spPr>
          <a:xfrm>
            <a:off x="4962471" y="3650417"/>
            <a:ext cx="293099" cy="1583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DPH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57624" name="Rectangle 75"/>
          <p:cNvSpPr>
            <a:spLocks noChangeArrowheads="1"/>
          </p:cNvSpPr>
          <p:nvPr/>
        </p:nvSpPr>
        <p:spPr bwMode="auto">
          <a:xfrm flipH="1">
            <a:off x="2786390" y="3644730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394" name="Rectangle 94"/>
          <p:cNvSpPr>
            <a:spLocks noChangeArrowheads="1"/>
          </p:cNvSpPr>
          <p:nvPr/>
        </p:nvSpPr>
        <p:spPr bwMode="auto">
          <a:xfrm>
            <a:off x="4359848" y="3917670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401" name="Rectangle 94"/>
          <p:cNvSpPr>
            <a:spLocks noChangeArrowheads="1"/>
          </p:cNvSpPr>
          <p:nvPr/>
        </p:nvSpPr>
        <p:spPr bwMode="auto">
          <a:xfrm>
            <a:off x="7257257" y="3910052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402" name="Rectangle 5"/>
          <p:cNvSpPr>
            <a:spLocks noChangeArrowheads="1"/>
          </p:cNvSpPr>
          <p:nvPr/>
        </p:nvSpPr>
        <p:spPr bwMode="auto">
          <a:xfrm>
            <a:off x="3809305" y="260649"/>
            <a:ext cx="1071688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grpSp>
        <p:nvGrpSpPr>
          <p:cNvPr id="403" name="Group 12"/>
          <p:cNvGrpSpPr>
            <a:grpSpLocks/>
          </p:cNvGrpSpPr>
          <p:nvPr/>
        </p:nvGrpSpPr>
        <p:grpSpPr bwMode="auto">
          <a:xfrm>
            <a:off x="3789070" y="455294"/>
            <a:ext cx="1027787" cy="324188"/>
            <a:chOff x="5877" y="427"/>
            <a:chExt cx="953" cy="318"/>
          </a:xfrm>
        </p:grpSpPr>
        <p:sp>
          <p:nvSpPr>
            <p:cNvPr id="404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5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1" name="직사각형 430"/>
          <p:cNvSpPr/>
          <p:nvPr/>
        </p:nvSpPr>
        <p:spPr>
          <a:xfrm>
            <a:off x="3518293" y="208646"/>
            <a:ext cx="1506716" cy="125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2" name="TextBox 431"/>
          <p:cNvSpPr txBox="1"/>
          <p:nvPr/>
        </p:nvSpPr>
        <p:spPr>
          <a:xfrm>
            <a:off x="2933668" y="1423811"/>
            <a:ext cx="3221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 Not included in scope of supply.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33" name="Line 15"/>
          <p:cNvSpPr>
            <a:spLocks noChangeShapeType="1"/>
          </p:cNvSpPr>
          <p:nvPr/>
        </p:nvSpPr>
        <p:spPr bwMode="auto">
          <a:xfrm>
            <a:off x="4377610" y="705588"/>
            <a:ext cx="0" cy="49116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8" name="Oval 17"/>
          <p:cNvSpPr>
            <a:spLocks noChangeArrowheads="1"/>
          </p:cNvSpPr>
          <p:nvPr/>
        </p:nvSpPr>
        <p:spPr bwMode="auto">
          <a:xfrm flipH="1">
            <a:off x="4319507" y="1196754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455" name="Group 22"/>
          <p:cNvGrpSpPr>
            <a:grpSpLocks/>
          </p:cNvGrpSpPr>
          <p:nvPr/>
        </p:nvGrpSpPr>
        <p:grpSpPr bwMode="auto">
          <a:xfrm flipH="1">
            <a:off x="4349205" y="601894"/>
            <a:ext cx="58104" cy="103692"/>
            <a:chOff x="3016" y="2523"/>
            <a:chExt cx="91" cy="46"/>
          </a:xfrm>
        </p:grpSpPr>
        <p:sp>
          <p:nvSpPr>
            <p:cNvPr id="459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0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61" name="직사각형 460"/>
          <p:cNvSpPr/>
          <p:nvPr/>
        </p:nvSpPr>
        <p:spPr>
          <a:xfrm>
            <a:off x="4160913" y="908720"/>
            <a:ext cx="413178" cy="160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CMU</a:t>
            </a:r>
            <a:endParaRPr lang="ko-KR" altLang="en-US" sz="800" dirty="0"/>
          </a:p>
        </p:txBody>
      </p:sp>
      <p:sp>
        <p:nvSpPr>
          <p:cNvPr id="462" name="Rectangle 598"/>
          <p:cNvSpPr>
            <a:spLocks noChangeArrowheads="1"/>
          </p:cNvSpPr>
          <p:nvPr/>
        </p:nvSpPr>
        <p:spPr bwMode="auto">
          <a:xfrm>
            <a:off x="4339740" y="358425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POWER DC 24V</a:t>
            </a:r>
            <a:endParaRPr lang="ko-KR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2504728" y="4323576"/>
            <a:ext cx="4608512" cy="943287"/>
            <a:chOff x="2504728" y="4323576"/>
            <a:chExt cx="4608512" cy="943287"/>
          </a:xfrm>
        </p:grpSpPr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4736976" y="4563662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2504728" y="4709907"/>
              <a:ext cx="410795" cy="261465"/>
              <a:chOff x="2844493" y="4709907"/>
              <a:chExt cx="410795" cy="261465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23" name="TextBox 422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387" name="그룹 386"/>
            <p:cNvGrpSpPr/>
            <p:nvPr/>
          </p:nvGrpSpPr>
          <p:grpSpPr>
            <a:xfrm>
              <a:off x="3376444" y="4725144"/>
              <a:ext cx="410795" cy="261465"/>
              <a:chOff x="2844493" y="4709907"/>
              <a:chExt cx="410795" cy="261465"/>
            </a:xfrm>
          </p:grpSpPr>
          <p:grpSp>
            <p:nvGrpSpPr>
              <p:cNvPr id="406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09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10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08" name="TextBox 407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30" name="그룹 429"/>
            <p:cNvGrpSpPr/>
            <p:nvPr/>
          </p:nvGrpSpPr>
          <p:grpSpPr>
            <a:xfrm>
              <a:off x="4068629" y="4725144"/>
              <a:ext cx="410795" cy="261465"/>
              <a:chOff x="2844493" y="4709907"/>
              <a:chExt cx="410795" cy="261465"/>
            </a:xfrm>
          </p:grpSpPr>
          <p:grpSp>
            <p:nvGrpSpPr>
              <p:cNvPr id="463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65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66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64" name="TextBox 463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67" name="그룹 466"/>
            <p:cNvGrpSpPr/>
            <p:nvPr/>
          </p:nvGrpSpPr>
          <p:grpSpPr>
            <a:xfrm>
              <a:off x="4551432" y="4323576"/>
              <a:ext cx="410795" cy="261465"/>
              <a:chOff x="2844493" y="4709907"/>
              <a:chExt cx="410795" cy="261465"/>
            </a:xfrm>
          </p:grpSpPr>
          <p:grpSp>
            <p:nvGrpSpPr>
              <p:cNvPr id="470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72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73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71" name="TextBox 470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74" name="그룹 473"/>
            <p:cNvGrpSpPr/>
            <p:nvPr/>
          </p:nvGrpSpPr>
          <p:grpSpPr>
            <a:xfrm>
              <a:off x="4930140" y="4327283"/>
              <a:ext cx="410795" cy="261465"/>
              <a:chOff x="2844493" y="4709907"/>
              <a:chExt cx="410795" cy="261465"/>
            </a:xfrm>
          </p:grpSpPr>
          <p:grpSp>
            <p:nvGrpSpPr>
              <p:cNvPr id="475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77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78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76" name="TextBox 475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79" name="그룹 478"/>
            <p:cNvGrpSpPr/>
            <p:nvPr/>
          </p:nvGrpSpPr>
          <p:grpSpPr>
            <a:xfrm>
              <a:off x="5125889" y="4717524"/>
              <a:ext cx="410795" cy="261465"/>
              <a:chOff x="2844493" y="4709907"/>
              <a:chExt cx="410795" cy="261465"/>
            </a:xfrm>
          </p:grpSpPr>
          <p:grpSp>
            <p:nvGrpSpPr>
              <p:cNvPr id="480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82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83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81" name="TextBox 480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84" name="그룹 483"/>
            <p:cNvGrpSpPr/>
            <p:nvPr/>
          </p:nvGrpSpPr>
          <p:grpSpPr>
            <a:xfrm>
              <a:off x="6016273" y="4713611"/>
              <a:ext cx="410795" cy="261465"/>
              <a:chOff x="2844493" y="4709907"/>
              <a:chExt cx="410795" cy="261465"/>
            </a:xfrm>
          </p:grpSpPr>
          <p:grpSp>
            <p:nvGrpSpPr>
              <p:cNvPr id="485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87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88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86" name="TextBox 485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grpSp>
          <p:nvGrpSpPr>
            <p:cNvPr id="489" name="그룹 488"/>
            <p:cNvGrpSpPr/>
            <p:nvPr/>
          </p:nvGrpSpPr>
          <p:grpSpPr>
            <a:xfrm>
              <a:off x="6702445" y="4725144"/>
              <a:ext cx="410795" cy="261465"/>
              <a:chOff x="2844493" y="4709907"/>
              <a:chExt cx="410795" cy="261465"/>
            </a:xfrm>
          </p:grpSpPr>
          <p:grpSp>
            <p:nvGrpSpPr>
              <p:cNvPr id="490" name="Group 442"/>
              <p:cNvGrpSpPr>
                <a:grpSpLocks/>
              </p:cNvGrpSpPr>
              <p:nvPr/>
            </p:nvGrpSpPr>
            <p:grpSpPr bwMode="auto">
              <a:xfrm rot="10800000" flipV="1">
                <a:off x="2844493" y="4780579"/>
                <a:ext cx="351204" cy="162094"/>
                <a:chOff x="1477" y="3739"/>
                <a:chExt cx="227" cy="91"/>
              </a:xfrm>
            </p:grpSpPr>
            <p:sp>
              <p:nvSpPr>
                <p:cNvPr id="492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93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91" name="TextBox 490"/>
              <p:cNvSpPr txBox="1"/>
              <p:nvPr/>
            </p:nvSpPr>
            <p:spPr>
              <a:xfrm>
                <a:off x="2865245" y="4709907"/>
                <a:ext cx="390043" cy="261465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786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Line 594"/>
          <p:cNvSpPr>
            <a:spLocks noChangeShapeType="1"/>
          </p:cNvSpPr>
          <p:nvPr/>
        </p:nvSpPr>
        <p:spPr bwMode="auto">
          <a:xfrm rot="10800000" flipH="1" flipV="1">
            <a:off x="4083125" y="3694094"/>
            <a:ext cx="16676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6" name="Line 46"/>
          <p:cNvSpPr>
            <a:spLocks noChangeShapeType="1"/>
          </p:cNvSpPr>
          <p:nvPr/>
        </p:nvSpPr>
        <p:spPr bwMode="auto">
          <a:xfrm flipH="1">
            <a:off x="6421510" y="2797632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 flipH="1">
            <a:off x="6404663" y="2906489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 flipH="1">
            <a:off x="333553" y="3374320"/>
            <a:ext cx="405434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 flipH="1">
            <a:off x="326674" y="3490779"/>
            <a:ext cx="405434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H="1" flipV="1">
            <a:off x="6503046" y="4823005"/>
            <a:ext cx="17560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V="1">
            <a:off x="6671769" y="3746504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V="1">
            <a:off x="6310789" y="3746502"/>
            <a:ext cx="36098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5400000" flipH="1">
            <a:off x="6065845" y="4283179"/>
            <a:ext cx="1096290" cy="1174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 flipH="1">
            <a:off x="5877402" y="3376044"/>
            <a:ext cx="802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>
            <a:off x="5582262" y="4132205"/>
            <a:ext cx="935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>
            <a:off x="2971883" y="4132205"/>
            <a:ext cx="2107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7" name="Freeform 548"/>
          <p:cNvSpPr>
            <a:spLocks/>
          </p:cNvSpPr>
          <p:nvPr/>
        </p:nvSpPr>
        <p:spPr bwMode="auto">
          <a:xfrm>
            <a:off x="389398" y="618725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>
            <a:off x="374008" y="640803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>
            <a:off x="552634" y="3320544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 flipH="1">
            <a:off x="7570240" y="22648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>
            <a:off x="367991" y="515720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>
            <a:off x="367991" y="5265670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>
            <a:off x="367991" y="653941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>
            <a:off x="367991" y="6647877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>
            <a:off x="373153" y="6289916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>
            <a:off x="362828" y="5972447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>
            <a:off x="367991" y="5517765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>
            <a:off x="369707" y="3049546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>
            <a:off x="374871" y="3160390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>
            <a:off x="367991" y="402255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>
            <a:off x="367991" y="4131013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>
            <a:off x="334421" y="299911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>
            <a:off x="334421" y="310757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>
            <a:off x="334421" y="399156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>
            <a:off x="334421" y="4100023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>
            <a:off x="334421" y="512622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>
            <a:off x="334421" y="523468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>
            <a:off x="334421" y="650842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>
            <a:off x="334421" y="661688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>
            <a:off x="339581" y="62589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>
            <a:off x="330548" y="594145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>
            <a:off x="334421" y="548677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>
            <a:off x="7416593" y="184742"/>
            <a:ext cx="1346708" cy="5903316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V="1">
            <a:off x="739855" y="4021360"/>
            <a:ext cx="673484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V="1">
            <a:off x="739855" y="4129820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 flipH="1">
            <a:off x="4038841" y="4049966"/>
            <a:ext cx="53326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5400000">
            <a:off x="8223782" y="2805856"/>
            <a:ext cx="903435" cy="568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 flipH="1">
            <a:off x="6724512" y="1462424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H="1" flipV="1">
            <a:off x="6421084" y="1570882"/>
            <a:ext cx="105361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 flipH="1">
            <a:off x="6883330" y="674618"/>
            <a:ext cx="565541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 flipH="1">
            <a:off x="6913027" y="822409"/>
            <a:ext cx="56683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V="1">
            <a:off x="7299093" y="4834213"/>
            <a:ext cx="17560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 flipH="1">
            <a:off x="7182885" y="4725754"/>
            <a:ext cx="291809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V="1">
            <a:off x="7299093" y="4834215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V="1">
            <a:off x="7182886" y="4726946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>
            <a:off x="7474694" y="2219260"/>
            <a:ext cx="410599" cy="2865927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>
            <a:off x="7299093" y="1322895"/>
            <a:ext cx="175602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 flipH="1">
            <a:off x="7240988" y="1264496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 flipH="1">
            <a:off x="6882039" y="2412340"/>
            <a:ext cx="534552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 flipH="1">
            <a:off x="6889784" y="2489813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 flipH="1">
            <a:off x="6882039" y="2293154"/>
            <a:ext cx="53455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 flipH="1">
            <a:off x="6889784" y="2382545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 flipH="1">
            <a:off x="6929812" y="2179929"/>
            <a:ext cx="534552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 flipH="1">
            <a:off x="6889784" y="2274084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 flipH="1">
            <a:off x="6596688" y="977334"/>
            <a:ext cx="692076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H="1" flipV="1">
            <a:off x="6421084" y="1084602"/>
            <a:ext cx="105361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 flipH="1">
            <a:off x="6724512" y="1570882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H="1" flipV="1">
            <a:off x="6421084" y="1678150"/>
            <a:ext cx="1053610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 flipH="1">
            <a:off x="6899253" y="2708922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 flipH="1">
            <a:off x="8002792" y="5371747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H="1" flipV="1">
            <a:off x="7885291" y="5483781"/>
            <a:ext cx="70240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 flipH="1">
            <a:off x="5678651" y="5071397"/>
            <a:ext cx="566831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 flipH="1">
            <a:off x="739855" y="5158401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 flipH="1">
            <a:off x="739855" y="5266862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 flipH="1">
            <a:off x="5677359" y="5179856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 flipH="1">
            <a:off x="5767980" y="5886632"/>
            <a:ext cx="56683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H="1" flipV="1">
            <a:off x="739855" y="5517764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H="1" flipV="1">
            <a:off x="739855" y="5970062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 flipH="1">
            <a:off x="5784847" y="5425992"/>
            <a:ext cx="56554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>
            <a:off x="5074374" y="4295489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 flipH="1">
            <a:off x="6596685" y="4035664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PEI ADDRESS</a:t>
            </a:r>
            <a:r>
              <a:rPr lang="en-US" altLang="ko-KR" sz="600" dirty="0">
                <a:latin typeface="Arial" charset="0"/>
              </a:rPr>
              <a:t>.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 flipH="1">
            <a:off x="6266897" y="3917670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 flipH="1">
            <a:off x="6931103" y="418584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V="1">
            <a:off x="6714182" y="4262117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 flipH="1">
            <a:off x="6873278" y="428714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Control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V="1">
            <a:off x="6831681" y="4370577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5400000">
            <a:off x="6180335" y="2735925"/>
            <a:ext cx="4054219" cy="644304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 flipH="1">
            <a:off x="7970509" y="383785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 flipH="1">
            <a:off x="7885291" y="489860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H="1" flipV="1">
            <a:off x="8471493" y="489862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H="1" flipV="1">
            <a:off x="6831681" y="4377726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V="1">
            <a:off x="6709781" y="4272843"/>
            <a:ext cx="4405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 flipH="1">
            <a:off x="5771615" y="4293106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V="1">
            <a:off x="5660574" y="4401565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>
            <a:off x="7474694" y="274132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>
            <a:off x="7474694" y="1030967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>
            <a:off x="7474694" y="1462424"/>
            <a:ext cx="410599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>
            <a:off x="7474694" y="2057165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>
            <a:off x="7474694" y="543493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>
            <a:off x="7474694" y="1732978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V="1">
            <a:off x="8118998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H="1" flipV="1">
            <a:off x="7882709" y="1265765"/>
            <a:ext cx="236288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 flipH="1">
            <a:off x="7881419" y="1732976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>
            <a:off x="7474694" y="1193060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V="1">
            <a:off x="7882709" y="2238328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V="1">
            <a:off x="7881418" y="1895070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V="1">
            <a:off x="7881418" y="1517251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>
            <a:off x="7882710" y="1589952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>
            <a:off x="7881419" y="1949897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V="1">
            <a:off x="8002791" y="1625708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H="1" flipV="1">
            <a:off x="8015703" y="2003532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5400000" flipH="1">
            <a:off x="8004677" y="1432229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5400000" flipH="1">
            <a:off x="7733528" y="2010187"/>
            <a:ext cx="215728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5400000" flipH="1">
            <a:off x="7683320" y="1687041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>
            <a:off x="7881418" y="1084601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H="1" flipV="1">
            <a:off x="8002792" y="1138234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5400000">
            <a:off x="6180335" y="2735925"/>
            <a:ext cx="4054219" cy="64430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121757" tIns="60877" rIns="121757" bIns="6087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>
            <a:off x="3058830" y="5064245"/>
            <a:ext cx="566832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>
            <a:off x="3061412" y="5179856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>
            <a:off x="752598" y="4035664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CPO </a:t>
            </a:r>
            <a:r>
              <a:rPr lang="en-US" altLang="ko-KR" sz="600" dirty="0" smtClean="0">
                <a:latin typeface="Arial" charset="0"/>
              </a:rPr>
              <a:t>ADDRESS</a:t>
            </a:r>
            <a:r>
              <a:rPr lang="en-US" altLang="ko-KR" sz="600" dirty="0">
                <a:latin typeface="Arial" charset="0"/>
              </a:rPr>
              <a:t>.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V="1">
            <a:off x="739855" y="3045599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 flipH="1">
            <a:off x="6690595" y="2972897"/>
            <a:ext cx="534552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DPH ADDRESS.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V="1">
            <a:off x="739855" y="3152867"/>
            <a:ext cx="6734840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 flipH="1">
            <a:off x="6596687" y="3055134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Audio.</a:t>
            </a:r>
            <a:endParaRPr lang="ko-KR" altLang="ko-KR" dirty="0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>
            <a:off x="2440349" y="4295489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H="1" flipV="1">
            <a:off x="5248687" y="5579742"/>
            <a:ext cx="351203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9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V="1">
            <a:off x="5657992" y="5579742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H="1" flipV="1">
            <a:off x="5424288" y="5740645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 flipH="1">
            <a:off x="5425577" y="5849104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 flipH="1">
            <a:off x="5775491" y="5740645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>
            <a:off x="6127986" y="551776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H="1" flipV="1">
            <a:off x="5895572" y="5687009"/>
            <a:ext cx="23241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V="1">
            <a:off x="5190583" y="5806776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H="1" flipV="1">
            <a:off x="4955587" y="5806776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 flipH="1">
            <a:off x="4312572" y="5591049"/>
            <a:ext cx="644303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H="1" flipV="1">
            <a:off x="2847075" y="5586893"/>
            <a:ext cx="351203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V="1">
            <a:off x="3256382" y="5586893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H="1" flipV="1">
            <a:off x="3022677" y="5747797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 flipH="1">
            <a:off x="3023966" y="5856254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 flipH="1">
            <a:off x="3373881" y="5747797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>
            <a:off x="3726374" y="5524917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H="1" flipV="1">
            <a:off x="3492667" y="5694160"/>
            <a:ext cx="23370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V="1">
            <a:off x="2788972" y="5813927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H="1" flipV="1">
            <a:off x="2553975" y="5813927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 flipH="1">
            <a:off x="1910962" y="5598202"/>
            <a:ext cx="644303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H="1" flipV="1">
            <a:off x="4839051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2" name="Line 440"/>
          <p:cNvSpPr>
            <a:spLocks noChangeShapeType="1"/>
          </p:cNvSpPr>
          <p:nvPr/>
        </p:nvSpPr>
        <p:spPr bwMode="auto">
          <a:xfrm flipV="1">
            <a:off x="3781087" y="4942675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4" name="Line 449"/>
          <p:cNvSpPr>
            <a:spLocks noChangeShapeType="1"/>
          </p:cNvSpPr>
          <p:nvPr/>
        </p:nvSpPr>
        <p:spPr bwMode="auto">
          <a:xfrm flipH="1" flipV="1">
            <a:off x="6421086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6" name="Line 458"/>
          <p:cNvSpPr>
            <a:spLocks noChangeShapeType="1"/>
          </p:cNvSpPr>
          <p:nvPr/>
        </p:nvSpPr>
        <p:spPr bwMode="auto">
          <a:xfrm flipH="1" flipV="1">
            <a:off x="2204062" y="4942675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98" name="Line 467"/>
          <p:cNvSpPr>
            <a:spLocks noChangeShapeType="1"/>
          </p:cNvSpPr>
          <p:nvPr/>
        </p:nvSpPr>
        <p:spPr bwMode="auto">
          <a:xfrm flipH="1" flipV="1">
            <a:off x="2890526" y="4942675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00" name="Line 476"/>
          <p:cNvSpPr>
            <a:spLocks noChangeShapeType="1"/>
          </p:cNvSpPr>
          <p:nvPr/>
        </p:nvSpPr>
        <p:spPr bwMode="auto">
          <a:xfrm flipH="1" flipV="1">
            <a:off x="5539837" y="4942675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09" name="Rectangle 499"/>
          <p:cNvSpPr>
            <a:spLocks noChangeArrowheads="1"/>
          </p:cNvSpPr>
          <p:nvPr/>
        </p:nvSpPr>
        <p:spPr bwMode="auto">
          <a:xfrm flipH="1">
            <a:off x="1971648" y="4293106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V="1">
            <a:off x="1970357" y="4401565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H="1" flipV="1">
            <a:off x="3980954" y="4563661"/>
            <a:ext cx="1290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9" name="Rectangle 527"/>
          <p:cNvSpPr>
            <a:spLocks noChangeArrowheads="1"/>
          </p:cNvSpPr>
          <p:nvPr/>
        </p:nvSpPr>
        <p:spPr bwMode="auto">
          <a:xfrm>
            <a:off x="7474694" y="5085187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 flipH="1">
            <a:off x="4672468" y="2920715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5400000" flipV="1">
            <a:off x="4798012" y="2648811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H="1" flipV="1">
            <a:off x="4800757" y="2595471"/>
            <a:ext cx="2641197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16200000" flipH="1">
            <a:off x="4764077" y="2750463"/>
            <a:ext cx="162094" cy="87801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5" name="Rectangle 76"/>
          <p:cNvSpPr>
            <a:spLocks noChangeArrowheads="1"/>
          </p:cNvSpPr>
          <p:nvPr/>
        </p:nvSpPr>
        <p:spPr bwMode="auto">
          <a:xfrm flipH="1">
            <a:off x="6563665" y="3315088"/>
            <a:ext cx="75018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</a:t>
            </a:r>
            <a:r>
              <a:rPr lang="en-US" altLang="ko-KR" sz="600" dirty="0" smtClean="0">
                <a:latin typeface="Arial" charset="0"/>
              </a:rPr>
              <a:t>ADDRESS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V="1">
            <a:off x="738665" y="3382770"/>
            <a:ext cx="6736031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rot="10800000" flipH="1" flipV="1">
            <a:off x="6303585" y="3683468"/>
            <a:ext cx="46870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H="1" flipV="1">
            <a:off x="5257723" y="3808016"/>
            <a:ext cx="468701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 flipH="1">
            <a:off x="4387357" y="3805634"/>
            <a:ext cx="303430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 flipH="1">
            <a:off x="6390341" y="3554271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 flipH="1">
            <a:off x="5190581" y="3698366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 flipH="1">
            <a:off x="5042096" y="3808016"/>
            <a:ext cx="852184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 flipH="1">
            <a:off x="4808288" y="3667378"/>
            <a:ext cx="176893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H="1" flipV="1">
            <a:off x="4871667" y="3909063"/>
            <a:ext cx="847011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 flipH="1">
            <a:off x="392558" y="332658"/>
            <a:ext cx="1794199" cy="399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 flipH="1">
            <a:off x="4295606" y="561997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 flipH="1">
            <a:off x="5238588" y="5581350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 flipH="1">
            <a:off x="2839855" y="5588137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 flipH="1">
            <a:off x="1901413" y="5627343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>
            <a:off x="7647362" y="2986667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 flipH="1">
            <a:off x="7887869" y="3009552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V="1">
            <a:off x="8117062" y="1745085"/>
            <a:ext cx="26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 flipH="1">
            <a:off x="1461519" y="2883211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16200000" flipH="1">
            <a:off x="1553127" y="2712960"/>
            <a:ext cx="162094" cy="87801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5400000" flipV="1">
            <a:off x="1590797" y="2620957"/>
            <a:ext cx="91269" cy="7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H="1" flipV="1">
            <a:off x="1639836" y="2591233"/>
            <a:ext cx="3205691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 flipH="1">
            <a:off x="7881386" y="5029202"/>
            <a:ext cx="620416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 flipH="1">
            <a:off x="7926016" y="5190105"/>
            <a:ext cx="527465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 flipH="1">
            <a:off x="335891" y="3232028"/>
            <a:ext cx="405434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V="1">
            <a:off x="739995" y="3265807"/>
            <a:ext cx="6734840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H="1" flipV="1">
            <a:off x="6971189" y="4470402"/>
            <a:ext cx="6879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>
            <a:off x="6971189" y="4470402"/>
            <a:ext cx="497807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 flipH="1">
            <a:off x="7302143" y="6179823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>
            <a:off x="736280" y="6185790"/>
            <a:ext cx="644303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H="1" flipV="1">
            <a:off x="736945" y="6524628"/>
            <a:ext cx="8002539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 flipH="1">
            <a:off x="736945" y="6633930"/>
            <a:ext cx="8002539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H="1" flipV="1">
            <a:off x="742103" y="6286503"/>
            <a:ext cx="7997379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 flipH="1">
            <a:off x="731783" y="6402710"/>
            <a:ext cx="8007698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>
            <a:off x="1125344" y="6092825"/>
            <a:ext cx="566831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>
            <a:off x="1147294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>
            <a:off x="1143420" y="632166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>
            <a:off x="1179379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 flipH="1">
            <a:off x="8153284" y="6088058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 flipH="1">
            <a:off x="8078679" y="620843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 flipH="1">
            <a:off x="8115413" y="631689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 flipH="1">
            <a:off x="8099162" y="64384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 PA Control TL</a:t>
            </a:r>
            <a:endParaRPr lang="ko-KR" altLang="ko-KR" sz="600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 flipH="1">
            <a:off x="8121352" y="6548120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</a:t>
            </a:r>
            <a:r>
              <a:rPr lang="en-US" altLang="ko-KR" sz="600" dirty="0" smtClean="0">
                <a:latin typeface="Arial" charset="0"/>
              </a:rPr>
              <a:t>Audio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>
            <a:off x="340437" y="6377050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>
            <a:off x="355827" y="6156263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>
            <a:off x="7081256" y="4584703"/>
            <a:ext cx="382572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H="1" flipV="1">
            <a:off x="7081255" y="4578353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V="1">
            <a:off x="732109" y="3497070"/>
            <a:ext cx="6736031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 flipH="1">
            <a:off x="6569170" y="3159060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 flipH="1">
            <a:off x="6562291" y="3401445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</a:t>
            </a:r>
            <a:r>
              <a:rPr lang="en-US" altLang="ko-KR" sz="600" dirty="0" smtClean="0">
                <a:latin typeface="Arial" charset="0"/>
              </a:rPr>
              <a:t>Audio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 flipH="1">
            <a:off x="6236160" y="3492502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 flipH="1">
            <a:off x="6117044" y="3268983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>
            <a:off x="5995723" y="3154682"/>
            <a:ext cx="7885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 flipH="1">
            <a:off x="2755803" y="3276602"/>
            <a:ext cx="1209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 flipH="1">
            <a:off x="2623069" y="3154683"/>
            <a:ext cx="4222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 flipH="1">
            <a:off x="5340827" y="3262632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 flipH="1">
            <a:off x="5220146" y="3154683"/>
            <a:ext cx="11285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>
            <a:off x="5100056" y="3498853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>
            <a:off x="2498791" y="350101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 flipH="1">
            <a:off x="812917" y="2966474"/>
            <a:ext cx="90207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</a:t>
              </a:r>
              <a:r>
                <a:rPr lang="en-US" altLang="ko-KR" sz="600" dirty="0" smtClean="0">
                  <a:latin typeface="Arial" charset="0"/>
                </a:rPr>
                <a:t>– tone.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 flipH="1">
            <a:off x="6814031" y="4395615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 flipH="1">
            <a:off x="6807278" y="4516771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 flipH="1">
            <a:off x="6887039" y="465314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V="1">
            <a:off x="7874930" y="2732876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V="1">
            <a:off x="8010925" y="2249611"/>
            <a:ext cx="8790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 flipH="1">
            <a:off x="6882404" y="2817780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>
            <a:off x="7647362" y="2698635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sp>
        <p:nvSpPr>
          <p:cNvPr id="468" name="Line 605"/>
          <p:cNvSpPr>
            <a:spLocks noChangeShapeType="1"/>
          </p:cNvSpPr>
          <p:nvPr/>
        </p:nvSpPr>
        <p:spPr bwMode="auto">
          <a:xfrm rot="10800000" flipH="1">
            <a:off x="6334810" y="3819905"/>
            <a:ext cx="1116864" cy="3043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9" name="Rectangle 599"/>
          <p:cNvSpPr>
            <a:spLocks noChangeArrowheads="1"/>
          </p:cNvSpPr>
          <p:nvPr/>
        </p:nvSpPr>
        <p:spPr bwMode="auto">
          <a:xfrm flipH="1">
            <a:off x="6989026" y="3723140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OCC AUDIO</a:t>
            </a:r>
            <a:endParaRPr lang="ko-KR" altLang="ko-KR" dirty="0"/>
          </a:p>
        </p:txBody>
      </p:sp>
      <p:sp>
        <p:nvSpPr>
          <p:cNvPr id="356" name="Rectangle 231"/>
          <p:cNvSpPr>
            <a:spLocks noChangeArrowheads="1"/>
          </p:cNvSpPr>
          <p:nvPr/>
        </p:nvSpPr>
        <p:spPr bwMode="auto">
          <a:xfrm flipH="1">
            <a:off x="1184646" y="643240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 PA Control TL</a:t>
            </a:r>
            <a:endParaRPr lang="ko-KR" altLang="ko-KR" sz="600" dirty="0"/>
          </a:p>
        </p:txBody>
      </p:sp>
      <p:sp>
        <p:nvSpPr>
          <p:cNvPr id="357" name="Line 176"/>
          <p:cNvSpPr>
            <a:spLocks noChangeShapeType="1"/>
          </p:cNvSpPr>
          <p:nvPr/>
        </p:nvSpPr>
        <p:spPr bwMode="auto">
          <a:xfrm flipH="1">
            <a:off x="3882850" y="3033932"/>
            <a:ext cx="0" cy="64953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8" name="Line 608"/>
          <p:cNvSpPr>
            <a:spLocks noChangeShapeType="1"/>
          </p:cNvSpPr>
          <p:nvPr/>
        </p:nvSpPr>
        <p:spPr bwMode="auto">
          <a:xfrm flipH="1">
            <a:off x="4080206" y="3493389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9" name="Line 608"/>
          <p:cNvSpPr>
            <a:spLocks noChangeShapeType="1"/>
          </p:cNvSpPr>
          <p:nvPr/>
        </p:nvSpPr>
        <p:spPr bwMode="auto">
          <a:xfrm flipH="1">
            <a:off x="3967594" y="3276897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6" name="직사각형 57555"/>
          <p:cNvSpPr/>
          <p:nvPr/>
        </p:nvSpPr>
        <p:spPr>
          <a:xfrm flipH="1">
            <a:off x="3834405" y="3650417"/>
            <a:ext cx="293099" cy="1583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DPH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57624" name="Rectangle 75"/>
          <p:cNvSpPr>
            <a:spLocks noChangeArrowheads="1"/>
          </p:cNvSpPr>
          <p:nvPr/>
        </p:nvSpPr>
        <p:spPr bwMode="auto">
          <a:xfrm>
            <a:off x="5727716" y="3644730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394" name="Rectangle 94"/>
          <p:cNvSpPr>
            <a:spLocks noChangeArrowheads="1"/>
          </p:cNvSpPr>
          <p:nvPr/>
        </p:nvSpPr>
        <p:spPr bwMode="auto">
          <a:xfrm flipH="1">
            <a:off x="3858574" y="3917670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401" name="Rectangle 94"/>
          <p:cNvSpPr>
            <a:spLocks noChangeArrowheads="1"/>
          </p:cNvSpPr>
          <p:nvPr/>
        </p:nvSpPr>
        <p:spPr bwMode="auto">
          <a:xfrm flipH="1">
            <a:off x="1064569" y="3910052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CAB / UNCOUPLE REDUNDANCY signal</a:t>
            </a:r>
          </a:p>
        </p:txBody>
      </p:sp>
      <p:sp>
        <p:nvSpPr>
          <p:cNvPr id="355" name="Rectangle 5"/>
          <p:cNvSpPr>
            <a:spLocks noChangeArrowheads="1"/>
          </p:cNvSpPr>
          <p:nvPr/>
        </p:nvSpPr>
        <p:spPr bwMode="auto">
          <a:xfrm flipH="1">
            <a:off x="3689353" y="260649"/>
            <a:ext cx="1071688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grpSp>
        <p:nvGrpSpPr>
          <p:cNvPr id="387" name="Group 12"/>
          <p:cNvGrpSpPr>
            <a:grpSpLocks/>
          </p:cNvGrpSpPr>
          <p:nvPr/>
        </p:nvGrpSpPr>
        <p:grpSpPr bwMode="auto">
          <a:xfrm flipH="1">
            <a:off x="3753488" y="455294"/>
            <a:ext cx="1027787" cy="324188"/>
            <a:chOff x="5877" y="427"/>
            <a:chExt cx="953" cy="318"/>
          </a:xfrm>
        </p:grpSpPr>
        <p:sp>
          <p:nvSpPr>
            <p:cNvPr id="402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3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04" name="Line 15"/>
          <p:cNvSpPr>
            <a:spLocks noChangeShapeType="1"/>
          </p:cNvSpPr>
          <p:nvPr/>
        </p:nvSpPr>
        <p:spPr bwMode="auto">
          <a:xfrm>
            <a:off x="4233594" y="705588"/>
            <a:ext cx="0" cy="49116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5" name="Oval 17"/>
          <p:cNvSpPr>
            <a:spLocks noChangeArrowheads="1"/>
          </p:cNvSpPr>
          <p:nvPr/>
        </p:nvSpPr>
        <p:spPr bwMode="auto">
          <a:xfrm flipH="1">
            <a:off x="4175491" y="1196754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406" name="Group 22"/>
          <p:cNvGrpSpPr>
            <a:grpSpLocks/>
          </p:cNvGrpSpPr>
          <p:nvPr/>
        </p:nvGrpSpPr>
        <p:grpSpPr bwMode="auto">
          <a:xfrm flipH="1">
            <a:off x="4205189" y="601894"/>
            <a:ext cx="58104" cy="103692"/>
            <a:chOff x="3016" y="2523"/>
            <a:chExt cx="91" cy="46"/>
          </a:xfrm>
        </p:grpSpPr>
        <p:sp>
          <p:nvSpPr>
            <p:cNvPr id="408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9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직사각형 6"/>
          <p:cNvSpPr/>
          <p:nvPr/>
        </p:nvSpPr>
        <p:spPr>
          <a:xfrm>
            <a:off x="4016897" y="908720"/>
            <a:ext cx="413178" cy="160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CMU</a:t>
            </a:r>
            <a:endParaRPr lang="ko-KR" altLang="en-US" sz="800" dirty="0"/>
          </a:p>
        </p:txBody>
      </p:sp>
      <p:sp>
        <p:nvSpPr>
          <p:cNvPr id="410" name="직사각형 409"/>
          <p:cNvSpPr/>
          <p:nvPr/>
        </p:nvSpPr>
        <p:spPr>
          <a:xfrm>
            <a:off x="3518293" y="208646"/>
            <a:ext cx="1506716" cy="125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0" name="TextBox 429"/>
          <p:cNvSpPr txBox="1"/>
          <p:nvPr/>
        </p:nvSpPr>
        <p:spPr>
          <a:xfrm>
            <a:off x="2933668" y="1423811"/>
            <a:ext cx="3221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 Not included in scope of supply.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31" name="Rectangle 598"/>
          <p:cNvSpPr>
            <a:spLocks noChangeArrowheads="1"/>
          </p:cNvSpPr>
          <p:nvPr/>
        </p:nvSpPr>
        <p:spPr bwMode="auto">
          <a:xfrm>
            <a:off x="4339740" y="358425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POWER DC 24V</a:t>
            </a:r>
            <a:endParaRPr lang="ko-KR" altLang="ko-KR" dirty="0"/>
          </a:p>
        </p:txBody>
      </p:sp>
      <p:sp>
        <p:nvSpPr>
          <p:cNvPr id="433" name="Line 485"/>
          <p:cNvSpPr>
            <a:spLocks noChangeShapeType="1"/>
          </p:cNvSpPr>
          <p:nvPr/>
        </p:nvSpPr>
        <p:spPr bwMode="auto">
          <a:xfrm flipH="1" flipV="1">
            <a:off x="4355916" y="4563662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38" name="그룹 437"/>
          <p:cNvGrpSpPr/>
          <p:nvPr/>
        </p:nvGrpSpPr>
        <p:grpSpPr>
          <a:xfrm flipH="1">
            <a:off x="6236960" y="4709907"/>
            <a:ext cx="393512" cy="261465"/>
            <a:chOff x="2802185" y="4709907"/>
            <a:chExt cx="393512" cy="261465"/>
          </a:xfrm>
        </p:grpSpPr>
        <p:grpSp>
          <p:nvGrpSpPr>
            <p:cNvPr id="495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97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98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96" name="TextBox 495"/>
            <p:cNvSpPr txBox="1"/>
            <p:nvPr/>
          </p:nvSpPr>
          <p:spPr>
            <a:xfrm>
              <a:off x="280218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55" name="그룹 454"/>
          <p:cNvGrpSpPr/>
          <p:nvPr/>
        </p:nvGrpSpPr>
        <p:grpSpPr>
          <a:xfrm flipH="1">
            <a:off x="5385013" y="4725144"/>
            <a:ext cx="390043" cy="261465"/>
            <a:chOff x="2812695" y="4709907"/>
            <a:chExt cx="390043" cy="261465"/>
          </a:xfrm>
        </p:grpSpPr>
        <p:grpSp>
          <p:nvGrpSpPr>
            <p:cNvPr id="491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93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94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92" name="TextBox 491"/>
            <p:cNvSpPr txBox="1"/>
            <p:nvPr/>
          </p:nvSpPr>
          <p:spPr>
            <a:xfrm>
              <a:off x="281269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59" name="그룹 458"/>
          <p:cNvGrpSpPr/>
          <p:nvPr/>
        </p:nvGrpSpPr>
        <p:grpSpPr>
          <a:xfrm flipH="1">
            <a:off x="4675478" y="4725144"/>
            <a:ext cx="393512" cy="261465"/>
            <a:chOff x="2802185" y="4709907"/>
            <a:chExt cx="393512" cy="261465"/>
          </a:xfrm>
        </p:grpSpPr>
        <p:grpSp>
          <p:nvGrpSpPr>
            <p:cNvPr id="487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89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90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88" name="TextBox 487"/>
            <p:cNvSpPr txBox="1"/>
            <p:nvPr/>
          </p:nvSpPr>
          <p:spPr>
            <a:xfrm>
              <a:off x="280218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60" name="그룹 459"/>
          <p:cNvGrpSpPr/>
          <p:nvPr/>
        </p:nvGrpSpPr>
        <p:grpSpPr>
          <a:xfrm flipH="1">
            <a:off x="4172705" y="4323576"/>
            <a:ext cx="390043" cy="261465"/>
            <a:chOff x="2823205" y="4709907"/>
            <a:chExt cx="390043" cy="261465"/>
          </a:xfrm>
        </p:grpSpPr>
        <p:grpSp>
          <p:nvGrpSpPr>
            <p:cNvPr id="483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85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86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84" name="TextBox 483"/>
            <p:cNvSpPr txBox="1"/>
            <p:nvPr/>
          </p:nvSpPr>
          <p:spPr>
            <a:xfrm>
              <a:off x="282320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61" name="그룹 460"/>
          <p:cNvGrpSpPr/>
          <p:nvPr/>
        </p:nvGrpSpPr>
        <p:grpSpPr>
          <a:xfrm flipH="1">
            <a:off x="3804507" y="4327283"/>
            <a:ext cx="390043" cy="261465"/>
            <a:chOff x="2812695" y="4709907"/>
            <a:chExt cx="390043" cy="261465"/>
          </a:xfrm>
        </p:grpSpPr>
        <p:grpSp>
          <p:nvGrpSpPr>
            <p:cNvPr id="479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81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82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80" name="TextBox 479"/>
            <p:cNvSpPr txBox="1"/>
            <p:nvPr/>
          </p:nvSpPr>
          <p:spPr>
            <a:xfrm>
              <a:off x="281269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62" name="그룹 461"/>
          <p:cNvGrpSpPr/>
          <p:nvPr/>
        </p:nvGrpSpPr>
        <p:grpSpPr>
          <a:xfrm flipH="1">
            <a:off x="3615799" y="4717524"/>
            <a:ext cx="393512" cy="261465"/>
            <a:chOff x="2802185" y="4709907"/>
            <a:chExt cx="393512" cy="261465"/>
          </a:xfrm>
        </p:grpSpPr>
        <p:grpSp>
          <p:nvGrpSpPr>
            <p:cNvPr id="475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77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78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76" name="TextBox 475"/>
            <p:cNvSpPr txBox="1"/>
            <p:nvPr/>
          </p:nvSpPr>
          <p:spPr>
            <a:xfrm>
              <a:off x="2802185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63" name="그룹 462"/>
          <p:cNvGrpSpPr/>
          <p:nvPr/>
        </p:nvGrpSpPr>
        <p:grpSpPr>
          <a:xfrm flipH="1">
            <a:off x="2720752" y="4713611"/>
            <a:ext cx="390043" cy="261465"/>
            <a:chOff x="2810317" y="4709907"/>
            <a:chExt cx="390043" cy="261465"/>
          </a:xfrm>
        </p:grpSpPr>
        <p:grpSp>
          <p:nvGrpSpPr>
            <p:cNvPr id="471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73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74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72" name="TextBox 471"/>
            <p:cNvSpPr txBox="1"/>
            <p:nvPr/>
          </p:nvSpPr>
          <p:spPr>
            <a:xfrm>
              <a:off x="2810317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  <p:grpSp>
        <p:nvGrpSpPr>
          <p:cNvPr id="464" name="그룹 463"/>
          <p:cNvGrpSpPr/>
          <p:nvPr/>
        </p:nvGrpSpPr>
        <p:grpSpPr>
          <a:xfrm flipH="1">
            <a:off x="2039243" y="4725144"/>
            <a:ext cx="393477" cy="261465"/>
            <a:chOff x="2802220" y="4709907"/>
            <a:chExt cx="393477" cy="261465"/>
          </a:xfrm>
        </p:grpSpPr>
        <p:grpSp>
          <p:nvGrpSpPr>
            <p:cNvPr id="465" name="Group 442"/>
            <p:cNvGrpSpPr>
              <a:grpSpLocks/>
            </p:cNvGrpSpPr>
            <p:nvPr/>
          </p:nvGrpSpPr>
          <p:grpSpPr bwMode="auto">
            <a:xfrm rot="10800000" flipV="1">
              <a:off x="2844493" y="4780579"/>
              <a:ext cx="351204" cy="162094"/>
              <a:chOff x="1477" y="3739"/>
              <a:chExt cx="227" cy="91"/>
            </a:xfrm>
          </p:grpSpPr>
          <p:sp>
            <p:nvSpPr>
              <p:cNvPr id="467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70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66" name="TextBox 465"/>
            <p:cNvSpPr txBox="1"/>
            <p:nvPr/>
          </p:nvSpPr>
          <p:spPr>
            <a:xfrm>
              <a:off x="2802220" y="4709907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036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26672" y="22648"/>
            <a:ext cx="8428882" cy="6812711"/>
            <a:chOff x="326672" y="22646"/>
            <a:chExt cx="8428881" cy="6812711"/>
          </a:xfrm>
        </p:grpSpPr>
        <p:grpSp>
          <p:nvGrpSpPr>
            <p:cNvPr id="642" name="그룹 641"/>
            <p:cNvGrpSpPr/>
            <p:nvPr/>
          </p:nvGrpSpPr>
          <p:grpSpPr>
            <a:xfrm>
              <a:off x="8333087" y="2780812"/>
              <a:ext cx="405434" cy="85814"/>
              <a:chOff x="10763258" y="8618765"/>
              <a:chExt cx="523945" cy="120140"/>
            </a:xfrm>
          </p:grpSpPr>
          <p:sp>
            <p:nvSpPr>
              <p:cNvPr id="643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4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39" name="그룹 638"/>
            <p:cNvGrpSpPr/>
            <p:nvPr/>
          </p:nvGrpSpPr>
          <p:grpSpPr>
            <a:xfrm>
              <a:off x="8336561" y="2893304"/>
              <a:ext cx="405434" cy="85814"/>
              <a:chOff x="10763258" y="8618765"/>
              <a:chExt cx="523945" cy="120140"/>
            </a:xfrm>
          </p:grpSpPr>
          <p:sp>
            <p:nvSpPr>
              <p:cNvPr id="640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1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48" name="그룹 647"/>
            <p:cNvGrpSpPr/>
            <p:nvPr/>
          </p:nvGrpSpPr>
          <p:grpSpPr>
            <a:xfrm>
              <a:off x="8337208" y="1542987"/>
              <a:ext cx="405434" cy="85814"/>
              <a:chOff x="10763258" y="8618765"/>
              <a:chExt cx="523945" cy="120140"/>
            </a:xfrm>
          </p:grpSpPr>
          <p:sp>
            <p:nvSpPr>
              <p:cNvPr id="649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50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" name="Line 46"/>
            <p:cNvSpPr>
              <a:spLocks noChangeShapeType="1"/>
            </p:cNvSpPr>
            <p:nvPr/>
          </p:nvSpPr>
          <p:spPr bwMode="auto">
            <a:xfrm flipV="1">
              <a:off x="1721213" y="2796269"/>
              <a:ext cx="6607493" cy="155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5" name="Line 46"/>
            <p:cNvSpPr>
              <a:spLocks noChangeShapeType="1"/>
            </p:cNvSpPr>
            <p:nvPr/>
          </p:nvSpPr>
          <p:spPr bwMode="auto">
            <a:xfrm>
              <a:off x="1709967" y="2902857"/>
              <a:ext cx="6622425" cy="226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28" name="Freeform 548"/>
            <p:cNvSpPr>
              <a:spLocks/>
            </p:cNvSpPr>
            <p:nvPr/>
          </p:nvSpPr>
          <p:spPr bwMode="auto">
            <a:xfrm flipH="1">
              <a:off x="8344102" y="6408036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29" name="Line 560"/>
            <p:cNvSpPr>
              <a:spLocks noChangeShapeType="1"/>
            </p:cNvSpPr>
            <p:nvPr/>
          </p:nvSpPr>
          <p:spPr bwMode="auto">
            <a:xfrm>
              <a:off x="8535082" y="244930"/>
              <a:ext cx="2259" cy="6590427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448047" y="22646"/>
              <a:ext cx="1071687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34" name="Freeform 544"/>
            <p:cNvSpPr>
              <a:spLocks/>
            </p:cNvSpPr>
            <p:nvPr/>
          </p:nvSpPr>
          <p:spPr bwMode="auto">
            <a:xfrm flipH="1">
              <a:off x="8350119" y="6539416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5" name="Freeform 545"/>
            <p:cNvSpPr>
              <a:spLocks/>
            </p:cNvSpPr>
            <p:nvPr/>
          </p:nvSpPr>
          <p:spPr bwMode="auto">
            <a:xfrm flipH="1">
              <a:off x="8350119" y="6647875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6" name="Freeform 548"/>
            <p:cNvSpPr>
              <a:spLocks/>
            </p:cNvSpPr>
            <p:nvPr/>
          </p:nvSpPr>
          <p:spPr bwMode="auto">
            <a:xfrm flipH="1">
              <a:off x="8344958" y="6289913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49" name="Oval 563"/>
            <p:cNvSpPr>
              <a:spLocks noChangeArrowheads="1"/>
            </p:cNvSpPr>
            <p:nvPr/>
          </p:nvSpPr>
          <p:spPr bwMode="auto">
            <a:xfrm flipH="1">
              <a:off x="8693575" y="650842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0" name="Oval 564"/>
            <p:cNvSpPr>
              <a:spLocks noChangeArrowheads="1"/>
            </p:cNvSpPr>
            <p:nvPr/>
          </p:nvSpPr>
          <p:spPr bwMode="auto">
            <a:xfrm flipH="1">
              <a:off x="8693575" y="661688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1" name="Oval 567"/>
            <p:cNvSpPr>
              <a:spLocks noChangeArrowheads="1"/>
            </p:cNvSpPr>
            <p:nvPr/>
          </p:nvSpPr>
          <p:spPr bwMode="auto">
            <a:xfrm flipH="1">
              <a:off x="8688414" y="625892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 flipH="1">
              <a:off x="326672" y="184741"/>
              <a:ext cx="1346709" cy="590331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70" name="Rectangle 32"/>
            <p:cNvSpPr>
              <a:spLocks noChangeArrowheads="1"/>
            </p:cNvSpPr>
            <p:nvPr/>
          </p:nvSpPr>
          <p:spPr bwMode="auto">
            <a:xfrm rot="16200000" flipH="1">
              <a:off x="-37243" y="2805855"/>
              <a:ext cx="903435" cy="5681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71" name="Rectangle 34"/>
            <p:cNvSpPr>
              <a:spLocks noChangeArrowheads="1"/>
            </p:cNvSpPr>
            <p:nvPr/>
          </p:nvSpPr>
          <p:spPr bwMode="auto">
            <a:xfrm>
              <a:off x="1801212" y="1462422"/>
              <a:ext cx="564249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72" name="Line 35"/>
            <p:cNvSpPr>
              <a:spLocks noChangeShapeType="1"/>
            </p:cNvSpPr>
            <p:nvPr/>
          </p:nvSpPr>
          <p:spPr bwMode="auto">
            <a:xfrm flipV="1">
              <a:off x="1615281" y="1558020"/>
              <a:ext cx="6735538" cy="1286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3" name="Rectangle 40"/>
            <p:cNvSpPr>
              <a:spLocks noChangeArrowheads="1"/>
            </p:cNvSpPr>
            <p:nvPr/>
          </p:nvSpPr>
          <p:spPr bwMode="auto">
            <a:xfrm>
              <a:off x="1641102" y="252676"/>
              <a:ext cx="565542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1610113" y="400467"/>
              <a:ext cx="5668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5" name="Line 49"/>
            <p:cNvSpPr>
              <a:spLocks noChangeShapeType="1"/>
            </p:cNvSpPr>
            <p:nvPr/>
          </p:nvSpPr>
          <p:spPr bwMode="auto">
            <a:xfrm flipH="1" flipV="1">
              <a:off x="1615279" y="4834211"/>
              <a:ext cx="17560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6" name="Line 50"/>
            <p:cNvSpPr>
              <a:spLocks noChangeShapeType="1"/>
            </p:cNvSpPr>
            <p:nvPr/>
          </p:nvSpPr>
          <p:spPr bwMode="auto">
            <a:xfrm>
              <a:off x="1615279" y="4725751"/>
              <a:ext cx="29181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7" name="Line 53"/>
            <p:cNvSpPr>
              <a:spLocks noChangeShapeType="1"/>
            </p:cNvSpPr>
            <p:nvPr/>
          </p:nvSpPr>
          <p:spPr bwMode="auto">
            <a:xfrm flipH="1" flipV="1">
              <a:off x="1790879" y="4834214"/>
              <a:ext cx="0" cy="135157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8" name="Line 54"/>
            <p:cNvSpPr>
              <a:spLocks noChangeShapeType="1"/>
            </p:cNvSpPr>
            <p:nvPr/>
          </p:nvSpPr>
          <p:spPr bwMode="auto">
            <a:xfrm flipH="1" flipV="1">
              <a:off x="1907086" y="4726944"/>
              <a:ext cx="0" cy="14588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9" name="Rectangle 59"/>
            <p:cNvSpPr>
              <a:spLocks noChangeArrowheads="1"/>
            </p:cNvSpPr>
            <p:nvPr/>
          </p:nvSpPr>
          <p:spPr bwMode="auto">
            <a:xfrm flipH="1">
              <a:off x="1204682" y="2219258"/>
              <a:ext cx="410599" cy="2865926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80" name="Line 60"/>
            <p:cNvSpPr>
              <a:spLocks noChangeShapeType="1"/>
            </p:cNvSpPr>
            <p:nvPr/>
          </p:nvSpPr>
          <p:spPr bwMode="auto">
            <a:xfrm flipH="1">
              <a:off x="1615279" y="1322892"/>
              <a:ext cx="175601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1" name="Oval 61"/>
            <p:cNvSpPr>
              <a:spLocks noChangeArrowheads="1"/>
            </p:cNvSpPr>
            <p:nvPr/>
          </p:nvSpPr>
          <p:spPr bwMode="auto">
            <a:xfrm>
              <a:off x="1731489" y="1264495"/>
              <a:ext cx="117497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82" name="Rectangle 64"/>
            <p:cNvSpPr>
              <a:spLocks noChangeArrowheads="1"/>
            </p:cNvSpPr>
            <p:nvPr/>
          </p:nvSpPr>
          <p:spPr bwMode="auto">
            <a:xfrm>
              <a:off x="1673382" y="2412340"/>
              <a:ext cx="534551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1615282" y="2489810"/>
              <a:ext cx="5849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73382" y="2293153"/>
              <a:ext cx="534551" cy="893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85" name="Line 67"/>
            <p:cNvSpPr>
              <a:spLocks noChangeShapeType="1"/>
            </p:cNvSpPr>
            <p:nvPr/>
          </p:nvSpPr>
          <p:spPr bwMode="auto">
            <a:xfrm>
              <a:off x="1615282" y="2382542"/>
              <a:ext cx="584908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6" name="Rectangle 68"/>
            <p:cNvSpPr>
              <a:spLocks noChangeArrowheads="1"/>
            </p:cNvSpPr>
            <p:nvPr/>
          </p:nvSpPr>
          <p:spPr bwMode="auto">
            <a:xfrm>
              <a:off x="1625610" y="2179927"/>
              <a:ext cx="534551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87" name="Line 69"/>
            <p:cNvSpPr>
              <a:spLocks noChangeShapeType="1"/>
            </p:cNvSpPr>
            <p:nvPr/>
          </p:nvSpPr>
          <p:spPr bwMode="auto">
            <a:xfrm>
              <a:off x="1615282" y="2274081"/>
              <a:ext cx="58490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8" name="Rectangle 70"/>
            <p:cNvSpPr>
              <a:spLocks noChangeArrowheads="1"/>
            </p:cNvSpPr>
            <p:nvPr/>
          </p:nvSpPr>
          <p:spPr bwMode="auto">
            <a:xfrm>
              <a:off x="1801209" y="977333"/>
              <a:ext cx="692077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89" name="Line 71"/>
            <p:cNvSpPr>
              <a:spLocks noChangeShapeType="1"/>
            </p:cNvSpPr>
            <p:nvPr/>
          </p:nvSpPr>
          <p:spPr bwMode="auto">
            <a:xfrm flipV="1">
              <a:off x="1615279" y="1079503"/>
              <a:ext cx="723638" cy="5099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90" name="Rectangle 72"/>
            <p:cNvSpPr>
              <a:spLocks noChangeArrowheads="1"/>
            </p:cNvSpPr>
            <p:nvPr/>
          </p:nvSpPr>
          <p:spPr bwMode="auto">
            <a:xfrm>
              <a:off x="1801212" y="1570881"/>
              <a:ext cx="564249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91" name="Line 73"/>
            <p:cNvSpPr>
              <a:spLocks noChangeShapeType="1"/>
            </p:cNvSpPr>
            <p:nvPr/>
          </p:nvSpPr>
          <p:spPr bwMode="auto">
            <a:xfrm>
              <a:off x="1615280" y="1679341"/>
              <a:ext cx="1046539" cy="17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med"/>
              <a:tailEnd type="none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92" name="Rectangle 74"/>
            <p:cNvSpPr>
              <a:spLocks noChangeArrowheads="1"/>
            </p:cNvSpPr>
            <p:nvPr/>
          </p:nvSpPr>
          <p:spPr bwMode="auto">
            <a:xfrm>
              <a:off x="1625178" y="2708921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93" name="Rectangle 81"/>
            <p:cNvSpPr>
              <a:spLocks noChangeArrowheads="1"/>
            </p:cNvSpPr>
            <p:nvPr/>
          </p:nvSpPr>
          <p:spPr bwMode="auto">
            <a:xfrm>
              <a:off x="551337" y="5371745"/>
              <a:ext cx="535843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94" name="Line 82"/>
            <p:cNvSpPr>
              <a:spLocks noChangeShapeType="1"/>
            </p:cNvSpPr>
            <p:nvPr/>
          </p:nvSpPr>
          <p:spPr bwMode="auto">
            <a:xfrm flipV="1">
              <a:off x="502277" y="5483779"/>
              <a:ext cx="70240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06" name="Rectangle 106"/>
            <p:cNvSpPr>
              <a:spLocks noChangeArrowheads="1"/>
            </p:cNvSpPr>
            <p:nvPr/>
          </p:nvSpPr>
          <p:spPr bwMode="auto">
            <a:xfrm>
              <a:off x="1624318" y="4185838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107" name="Line 107"/>
            <p:cNvSpPr>
              <a:spLocks noChangeShapeType="1"/>
            </p:cNvSpPr>
            <p:nvPr/>
          </p:nvSpPr>
          <p:spPr bwMode="auto">
            <a:xfrm flipH="1" flipV="1">
              <a:off x="1615281" y="4262115"/>
              <a:ext cx="760510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08" name="Rectangle 108"/>
            <p:cNvSpPr>
              <a:spLocks noChangeArrowheads="1"/>
            </p:cNvSpPr>
            <p:nvPr/>
          </p:nvSpPr>
          <p:spPr bwMode="auto">
            <a:xfrm>
              <a:off x="1624318" y="4287147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109" name="Line 109"/>
            <p:cNvSpPr>
              <a:spLocks noChangeShapeType="1"/>
            </p:cNvSpPr>
            <p:nvPr/>
          </p:nvSpPr>
          <p:spPr bwMode="auto">
            <a:xfrm flipH="1" flipV="1">
              <a:off x="1615280" y="4370575"/>
              <a:ext cx="643013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0" name="Rectangle 112"/>
            <p:cNvSpPr>
              <a:spLocks noChangeArrowheads="1"/>
            </p:cNvSpPr>
            <p:nvPr/>
          </p:nvSpPr>
          <p:spPr bwMode="auto">
            <a:xfrm rot="16200000" flipH="1">
              <a:off x="-1144580" y="2735925"/>
              <a:ext cx="4054219" cy="64430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111" name="Rectangle 115"/>
            <p:cNvSpPr>
              <a:spLocks noChangeArrowheads="1"/>
            </p:cNvSpPr>
            <p:nvPr/>
          </p:nvSpPr>
          <p:spPr bwMode="auto">
            <a:xfrm>
              <a:off x="583621" y="383783"/>
              <a:ext cx="53584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112" name="Line 116"/>
            <p:cNvSpPr>
              <a:spLocks noChangeShapeType="1"/>
            </p:cNvSpPr>
            <p:nvPr/>
          </p:nvSpPr>
          <p:spPr bwMode="auto">
            <a:xfrm>
              <a:off x="618484" y="489859"/>
              <a:ext cx="586199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3" name="Line 118"/>
            <p:cNvSpPr>
              <a:spLocks noChangeShapeType="1"/>
            </p:cNvSpPr>
            <p:nvPr/>
          </p:nvSpPr>
          <p:spPr bwMode="auto">
            <a:xfrm flipV="1">
              <a:off x="618479" y="489861"/>
              <a:ext cx="0" cy="541106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4" name="Line 128"/>
            <p:cNvSpPr>
              <a:spLocks noChangeShapeType="1"/>
            </p:cNvSpPr>
            <p:nvPr/>
          </p:nvSpPr>
          <p:spPr bwMode="auto">
            <a:xfrm flipV="1">
              <a:off x="2256370" y="4377724"/>
              <a:ext cx="1923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5" name="Line 129"/>
            <p:cNvSpPr>
              <a:spLocks noChangeShapeType="1"/>
            </p:cNvSpPr>
            <p:nvPr/>
          </p:nvSpPr>
          <p:spPr bwMode="auto">
            <a:xfrm flipH="1" flipV="1">
              <a:off x="2375787" y="4272842"/>
              <a:ext cx="440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1" name="Rectangle 182"/>
            <p:cNvSpPr>
              <a:spLocks noChangeArrowheads="1"/>
            </p:cNvSpPr>
            <p:nvPr/>
          </p:nvSpPr>
          <p:spPr bwMode="auto">
            <a:xfrm flipH="1">
              <a:off x="1204682" y="274130"/>
              <a:ext cx="410599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122" name="Rectangle 183"/>
            <p:cNvSpPr>
              <a:spLocks noChangeArrowheads="1"/>
            </p:cNvSpPr>
            <p:nvPr/>
          </p:nvSpPr>
          <p:spPr bwMode="auto">
            <a:xfrm flipH="1">
              <a:off x="1204682" y="1030965"/>
              <a:ext cx="410599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123" name="Rectangle 185"/>
            <p:cNvSpPr>
              <a:spLocks noChangeArrowheads="1"/>
            </p:cNvSpPr>
            <p:nvPr/>
          </p:nvSpPr>
          <p:spPr bwMode="auto">
            <a:xfrm flipH="1">
              <a:off x="1204682" y="1462422"/>
              <a:ext cx="410599" cy="270554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124" name="Rectangle 186"/>
            <p:cNvSpPr>
              <a:spLocks noChangeArrowheads="1"/>
            </p:cNvSpPr>
            <p:nvPr/>
          </p:nvSpPr>
          <p:spPr bwMode="auto">
            <a:xfrm flipH="1">
              <a:off x="1204682" y="2057163"/>
              <a:ext cx="410599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125" name="Rectangle 187"/>
            <p:cNvSpPr>
              <a:spLocks noChangeArrowheads="1"/>
            </p:cNvSpPr>
            <p:nvPr/>
          </p:nvSpPr>
          <p:spPr bwMode="auto">
            <a:xfrm flipH="1">
              <a:off x="1204682" y="543492"/>
              <a:ext cx="410599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126" name="Rectangle 188"/>
            <p:cNvSpPr>
              <a:spLocks noChangeArrowheads="1"/>
            </p:cNvSpPr>
            <p:nvPr/>
          </p:nvSpPr>
          <p:spPr bwMode="auto">
            <a:xfrm flipH="1">
              <a:off x="1204682" y="1732975"/>
              <a:ext cx="410599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127" name="Line 190"/>
            <p:cNvSpPr>
              <a:spLocks noChangeShapeType="1"/>
            </p:cNvSpPr>
            <p:nvPr/>
          </p:nvSpPr>
          <p:spPr bwMode="auto">
            <a:xfrm flipH="1" flipV="1">
              <a:off x="970974" y="1355156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8" name="Line 191"/>
            <p:cNvSpPr>
              <a:spLocks noChangeShapeType="1"/>
            </p:cNvSpPr>
            <p:nvPr/>
          </p:nvSpPr>
          <p:spPr bwMode="auto">
            <a:xfrm flipV="1">
              <a:off x="970977" y="1265763"/>
              <a:ext cx="236288" cy="8939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9" name="Line 192"/>
            <p:cNvSpPr>
              <a:spLocks noChangeShapeType="1"/>
            </p:cNvSpPr>
            <p:nvPr/>
          </p:nvSpPr>
          <p:spPr bwMode="auto">
            <a:xfrm>
              <a:off x="970976" y="1732974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0" name="Rectangle 193"/>
            <p:cNvSpPr>
              <a:spLocks noChangeArrowheads="1"/>
            </p:cNvSpPr>
            <p:nvPr/>
          </p:nvSpPr>
          <p:spPr bwMode="auto">
            <a:xfrm flipH="1">
              <a:off x="1204682" y="1193059"/>
              <a:ext cx="410599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131" name="Line 195"/>
            <p:cNvSpPr>
              <a:spLocks noChangeShapeType="1"/>
            </p:cNvSpPr>
            <p:nvPr/>
          </p:nvSpPr>
          <p:spPr bwMode="auto">
            <a:xfrm flipH="1" flipV="1">
              <a:off x="1074271" y="2238327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2" name="Line 197"/>
            <p:cNvSpPr>
              <a:spLocks noChangeShapeType="1"/>
            </p:cNvSpPr>
            <p:nvPr/>
          </p:nvSpPr>
          <p:spPr bwMode="auto">
            <a:xfrm flipH="1" flipV="1">
              <a:off x="1087184" y="1895069"/>
              <a:ext cx="121371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3" name="Line 198"/>
            <p:cNvSpPr>
              <a:spLocks noChangeShapeType="1"/>
            </p:cNvSpPr>
            <p:nvPr/>
          </p:nvSpPr>
          <p:spPr bwMode="auto">
            <a:xfrm flipH="1" flipV="1">
              <a:off x="1087184" y="1517250"/>
              <a:ext cx="121371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4" name="Line 199"/>
            <p:cNvSpPr>
              <a:spLocks noChangeShapeType="1"/>
            </p:cNvSpPr>
            <p:nvPr/>
          </p:nvSpPr>
          <p:spPr bwMode="auto">
            <a:xfrm flipH="1">
              <a:off x="1087184" y="1589951"/>
              <a:ext cx="120081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5" name="Line 200"/>
            <p:cNvSpPr>
              <a:spLocks noChangeShapeType="1"/>
            </p:cNvSpPr>
            <p:nvPr/>
          </p:nvSpPr>
          <p:spPr bwMode="auto">
            <a:xfrm flipH="1">
              <a:off x="1074270" y="1949895"/>
              <a:ext cx="13428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6" name="Line 201"/>
            <p:cNvSpPr>
              <a:spLocks noChangeShapeType="1"/>
            </p:cNvSpPr>
            <p:nvPr/>
          </p:nvSpPr>
          <p:spPr bwMode="auto">
            <a:xfrm flipH="1" flipV="1">
              <a:off x="1087181" y="1625707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7" name="Line 202"/>
            <p:cNvSpPr>
              <a:spLocks noChangeShapeType="1"/>
            </p:cNvSpPr>
            <p:nvPr/>
          </p:nvSpPr>
          <p:spPr bwMode="auto">
            <a:xfrm flipV="1">
              <a:off x="1074269" y="2003531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8" name="Rectangle 203"/>
            <p:cNvSpPr>
              <a:spLocks noChangeArrowheads="1"/>
            </p:cNvSpPr>
            <p:nvPr/>
          </p:nvSpPr>
          <p:spPr bwMode="auto">
            <a:xfrm rot="-5400000">
              <a:off x="761107" y="1432226"/>
              <a:ext cx="324188" cy="1342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139" name="Rectangle 204"/>
            <p:cNvSpPr>
              <a:spLocks noChangeArrowheads="1"/>
            </p:cNvSpPr>
            <p:nvPr/>
          </p:nvSpPr>
          <p:spPr bwMode="auto">
            <a:xfrm rot="-5400000">
              <a:off x="1140718" y="2010186"/>
              <a:ext cx="215729" cy="903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40" name="Rectangle 205"/>
            <p:cNvSpPr>
              <a:spLocks noChangeArrowheads="1"/>
            </p:cNvSpPr>
            <p:nvPr/>
          </p:nvSpPr>
          <p:spPr bwMode="auto">
            <a:xfrm rot="-5400000">
              <a:off x="1094385" y="1687040"/>
              <a:ext cx="312269" cy="942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41" name="Line 207"/>
            <p:cNvSpPr>
              <a:spLocks noChangeShapeType="1"/>
            </p:cNvSpPr>
            <p:nvPr/>
          </p:nvSpPr>
          <p:spPr bwMode="auto">
            <a:xfrm flipH="1">
              <a:off x="1087184" y="1084599"/>
              <a:ext cx="121371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42" name="Line 208"/>
            <p:cNvSpPr>
              <a:spLocks noChangeShapeType="1"/>
            </p:cNvSpPr>
            <p:nvPr/>
          </p:nvSpPr>
          <p:spPr bwMode="auto">
            <a:xfrm flipV="1">
              <a:off x="1086049" y="1138233"/>
              <a:ext cx="1132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43" name="Rectangle 210"/>
            <p:cNvSpPr>
              <a:spLocks noChangeArrowheads="1"/>
            </p:cNvSpPr>
            <p:nvPr/>
          </p:nvSpPr>
          <p:spPr bwMode="auto">
            <a:xfrm rot="16200000" flipH="1">
              <a:off x="-1144580" y="2735925"/>
              <a:ext cx="4054219" cy="64430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5745" tIns="47871" rIns="95745" bIns="47871" anchor="ctr"/>
            <a:lstStyle/>
            <a:p>
              <a:pPr algn="ctr"/>
              <a:endParaRPr lang="ko-KR" altLang="ko-KR"/>
            </a:p>
          </p:txBody>
        </p:sp>
        <p:sp>
          <p:nvSpPr>
            <p:cNvPr id="286" name="Rectangle 527"/>
            <p:cNvSpPr>
              <a:spLocks noChangeArrowheads="1"/>
            </p:cNvSpPr>
            <p:nvPr/>
          </p:nvSpPr>
          <p:spPr bwMode="auto">
            <a:xfrm flipH="1">
              <a:off x="1204682" y="5085184"/>
              <a:ext cx="410599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322" name="Rectangle 209"/>
            <p:cNvSpPr>
              <a:spLocks noChangeArrowheads="1"/>
            </p:cNvSpPr>
            <p:nvPr/>
          </p:nvSpPr>
          <p:spPr bwMode="auto">
            <a:xfrm flipH="1">
              <a:off x="1208585" y="2986666"/>
              <a:ext cx="234026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7541" tIns="63770" rIns="127541" bIns="63770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23" name="Line 192"/>
            <p:cNvSpPr>
              <a:spLocks noChangeShapeType="1"/>
            </p:cNvSpPr>
            <p:nvPr/>
          </p:nvSpPr>
          <p:spPr bwMode="auto">
            <a:xfrm>
              <a:off x="964527" y="3009549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24" name="Line 190"/>
            <p:cNvSpPr>
              <a:spLocks noChangeShapeType="1"/>
            </p:cNvSpPr>
            <p:nvPr/>
          </p:nvSpPr>
          <p:spPr bwMode="auto">
            <a:xfrm flipH="1" flipV="1">
              <a:off x="970303" y="1745083"/>
              <a:ext cx="2609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cxnSp>
          <p:nvCxnSpPr>
            <p:cNvPr id="331" name="꺾인 연결선 330"/>
            <p:cNvCxnSpPr/>
            <p:nvPr/>
          </p:nvCxnSpPr>
          <p:spPr>
            <a:xfrm>
              <a:off x="588171" y="5029201"/>
              <a:ext cx="620416" cy="272009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Rectangle 93"/>
            <p:cNvSpPr>
              <a:spLocks noChangeArrowheads="1"/>
            </p:cNvSpPr>
            <p:nvPr/>
          </p:nvSpPr>
          <p:spPr bwMode="auto">
            <a:xfrm>
              <a:off x="636492" y="5190104"/>
              <a:ext cx="527466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sp>
          <p:nvSpPr>
            <p:cNvPr id="338" name="Line 128"/>
            <p:cNvSpPr>
              <a:spLocks noChangeShapeType="1"/>
            </p:cNvSpPr>
            <p:nvPr/>
          </p:nvSpPr>
          <p:spPr bwMode="auto">
            <a:xfrm flipV="1">
              <a:off x="2111905" y="4470401"/>
              <a:ext cx="6878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39" name="Line 109"/>
            <p:cNvSpPr>
              <a:spLocks noChangeShapeType="1"/>
            </p:cNvSpPr>
            <p:nvPr/>
          </p:nvSpPr>
          <p:spPr bwMode="auto">
            <a:xfrm flipH="1">
              <a:off x="1620979" y="4470400"/>
              <a:ext cx="497806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0" name="Line 74"/>
            <p:cNvSpPr>
              <a:spLocks noChangeShapeType="1"/>
            </p:cNvSpPr>
            <p:nvPr/>
          </p:nvSpPr>
          <p:spPr bwMode="auto">
            <a:xfrm>
              <a:off x="338458" y="6179820"/>
              <a:ext cx="144937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1" name="Line 75"/>
            <p:cNvSpPr>
              <a:spLocks noChangeShapeType="1"/>
            </p:cNvSpPr>
            <p:nvPr/>
          </p:nvSpPr>
          <p:spPr bwMode="auto">
            <a:xfrm flipH="1">
              <a:off x="1910663" y="6185787"/>
              <a:ext cx="644303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2" name="Line 117"/>
            <p:cNvSpPr>
              <a:spLocks noChangeShapeType="1"/>
            </p:cNvSpPr>
            <p:nvPr/>
          </p:nvSpPr>
          <p:spPr bwMode="auto">
            <a:xfrm flipV="1">
              <a:off x="350489" y="6524627"/>
              <a:ext cx="8002540" cy="84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3" name="Line 118"/>
            <p:cNvSpPr>
              <a:spLocks noChangeShapeType="1"/>
            </p:cNvSpPr>
            <p:nvPr/>
          </p:nvSpPr>
          <p:spPr bwMode="auto">
            <a:xfrm>
              <a:off x="350489" y="6633928"/>
              <a:ext cx="800254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4" name="Line 134"/>
            <p:cNvSpPr>
              <a:spLocks noChangeShapeType="1"/>
            </p:cNvSpPr>
            <p:nvPr/>
          </p:nvSpPr>
          <p:spPr bwMode="auto">
            <a:xfrm flipV="1">
              <a:off x="350490" y="6286500"/>
              <a:ext cx="7997380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5" name="Line 135"/>
            <p:cNvSpPr>
              <a:spLocks noChangeShapeType="1"/>
            </p:cNvSpPr>
            <p:nvPr/>
          </p:nvSpPr>
          <p:spPr bwMode="auto">
            <a:xfrm>
              <a:off x="350491" y="6402708"/>
              <a:ext cx="8007700" cy="285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6" name="Rectangle 207"/>
            <p:cNvSpPr>
              <a:spLocks noChangeArrowheads="1"/>
            </p:cNvSpPr>
            <p:nvPr/>
          </p:nvSpPr>
          <p:spPr bwMode="auto">
            <a:xfrm flipH="1">
              <a:off x="7397799" y="6092823"/>
              <a:ext cx="566832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47" name="Rectangle 208"/>
            <p:cNvSpPr>
              <a:spLocks noChangeArrowheads="1"/>
            </p:cNvSpPr>
            <p:nvPr/>
          </p:nvSpPr>
          <p:spPr bwMode="auto">
            <a:xfrm flipH="1">
              <a:off x="7409419" y="621320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48" name="Rectangle 209"/>
            <p:cNvSpPr>
              <a:spLocks noChangeArrowheads="1"/>
            </p:cNvSpPr>
            <p:nvPr/>
          </p:nvSpPr>
          <p:spPr bwMode="auto">
            <a:xfrm flipH="1">
              <a:off x="7413293" y="6321662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49" name="Rectangle 210"/>
            <p:cNvSpPr>
              <a:spLocks noChangeArrowheads="1"/>
            </p:cNvSpPr>
            <p:nvPr/>
          </p:nvSpPr>
          <p:spPr bwMode="auto">
            <a:xfrm flipH="1">
              <a:off x="7412002" y="643846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0" name="Rectangle 211"/>
            <p:cNvSpPr>
              <a:spLocks noChangeArrowheads="1"/>
            </p:cNvSpPr>
            <p:nvPr/>
          </p:nvSpPr>
          <p:spPr bwMode="auto">
            <a:xfrm flipH="1">
              <a:off x="7412002" y="655288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1" name="Rectangle 228"/>
            <p:cNvSpPr>
              <a:spLocks noChangeArrowheads="1"/>
            </p:cNvSpPr>
            <p:nvPr/>
          </p:nvSpPr>
          <p:spPr bwMode="auto">
            <a:xfrm>
              <a:off x="369857" y="6088055"/>
              <a:ext cx="566833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52" name="Rectangle 229"/>
            <p:cNvSpPr>
              <a:spLocks noChangeArrowheads="1"/>
            </p:cNvSpPr>
            <p:nvPr/>
          </p:nvSpPr>
          <p:spPr bwMode="auto">
            <a:xfrm>
              <a:off x="478033" y="620843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53" name="Rectangle 230"/>
            <p:cNvSpPr>
              <a:spLocks noChangeArrowheads="1"/>
            </p:cNvSpPr>
            <p:nvPr/>
          </p:nvSpPr>
          <p:spPr bwMode="auto">
            <a:xfrm>
              <a:off x="441299" y="631689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54" name="Rectangle 231"/>
            <p:cNvSpPr>
              <a:spLocks noChangeArrowheads="1"/>
            </p:cNvSpPr>
            <p:nvPr/>
          </p:nvSpPr>
          <p:spPr bwMode="auto">
            <a:xfrm>
              <a:off x="389227" y="6433699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5" name="Rectangle 232"/>
            <p:cNvSpPr>
              <a:spLocks noChangeArrowheads="1"/>
            </p:cNvSpPr>
            <p:nvPr/>
          </p:nvSpPr>
          <p:spPr bwMode="auto">
            <a:xfrm>
              <a:off x="389227" y="6548118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6" name="Oval 567"/>
            <p:cNvSpPr>
              <a:spLocks noChangeArrowheads="1"/>
            </p:cNvSpPr>
            <p:nvPr/>
          </p:nvSpPr>
          <p:spPr bwMode="auto">
            <a:xfrm flipH="1">
              <a:off x="8687559" y="637704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grpSp>
          <p:nvGrpSpPr>
            <p:cNvPr id="638" name="그룹 637"/>
            <p:cNvGrpSpPr/>
            <p:nvPr/>
          </p:nvGrpSpPr>
          <p:grpSpPr>
            <a:xfrm>
              <a:off x="8328714" y="6156262"/>
              <a:ext cx="405434" cy="85814"/>
              <a:chOff x="10763258" y="8618765"/>
              <a:chExt cx="523945" cy="120140"/>
            </a:xfrm>
          </p:grpSpPr>
          <p:sp>
            <p:nvSpPr>
              <p:cNvPr id="27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35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58" name="Line 109"/>
            <p:cNvSpPr>
              <a:spLocks noChangeShapeType="1"/>
            </p:cNvSpPr>
            <p:nvPr/>
          </p:nvSpPr>
          <p:spPr bwMode="auto">
            <a:xfrm flipH="1">
              <a:off x="1626144" y="4584701"/>
              <a:ext cx="382573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59" name="Line 128"/>
            <p:cNvSpPr>
              <a:spLocks noChangeShapeType="1"/>
            </p:cNvSpPr>
            <p:nvPr/>
          </p:nvSpPr>
          <p:spPr bwMode="auto">
            <a:xfrm flipV="1">
              <a:off x="2002430" y="4578352"/>
              <a:ext cx="6288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0" name="Rectangle 106"/>
            <p:cNvSpPr>
              <a:spLocks noChangeArrowheads="1"/>
            </p:cNvSpPr>
            <p:nvPr/>
          </p:nvSpPr>
          <p:spPr bwMode="auto">
            <a:xfrm>
              <a:off x="1741391" y="4395613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81" name="Rectangle 106"/>
            <p:cNvSpPr>
              <a:spLocks noChangeArrowheads="1"/>
            </p:cNvSpPr>
            <p:nvPr/>
          </p:nvSpPr>
          <p:spPr bwMode="auto">
            <a:xfrm>
              <a:off x="1748143" y="4516771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382" name="Rectangle 106"/>
            <p:cNvSpPr>
              <a:spLocks noChangeArrowheads="1"/>
            </p:cNvSpPr>
            <p:nvPr/>
          </p:nvSpPr>
          <p:spPr bwMode="auto">
            <a:xfrm>
              <a:off x="1668383" y="4653139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3" name="Line 195"/>
            <p:cNvSpPr>
              <a:spLocks noChangeShapeType="1"/>
            </p:cNvSpPr>
            <p:nvPr/>
          </p:nvSpPr>
          <p:spPr bwMode="auto">
            <a:xfrm flipH="1" flipV="1">
              <a:off x="1082051" y="2732875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4" name="Line 202"/>
            <p:cNvSpPr>
              <a:spLocks noChangeShapeType="1"/>
            </p:cNvSpPr>
            <p:nvPr/>
          </p:nvSpPr>
          <p:spPr bwMode="auto">
            <a:xfrm flipH="1" flipV="1">
              <a:off x="1070259" y="2249609"/>
              <a:ext cx="8789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5" name="Rectangle 74"/>
            <p:cNvSpPr>
              <a:spLocks noChangeArrowheads="1"/>
            </p:cNvSpPr>
            <p:nvPr/>
          </p:nvSpPr>
          <p:spPr bwMode="auto">
            <a:xfrm>
              <a:off x="1642029" y="2817778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1208585" y="2698634"/>
              <a:ext cx="234026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7541" tIns="63770" rIns="127541" bIns="63770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grpSp>
          <p:nvGrpSpPr>
            <p:cNvPr id="387" name="Group 454"/>
            <p:cNvGrpSpPr>
              <a:grpSpLocks/>
            </p:cNvGrpSpPr>
            <p:nvPr/>
          </p:nvGrpSpPr>
          <p:grpSpPr bwMode="auto">
            <a:xfrm>
              <a:off x="2344935" y="218941"/>
              <a:ext cx="1630771" cy="505351"/>
              <a:chOff x="2375" y="729"/>
              <a:chExt cx="1263" cy="424"/>
            </a:xfrm>
          </p:grpSpPr>
          <p:sp>
            <p:nvSpPr>
              <p:cNvPr id="388" name="Rectangle 22"/>
              <p:cNvSpPr>
                <a:spLocks noChangeArrowheads="1"/>
              </p:cNvSpPr>
              <p:nvPr/>
            </p:nvSpPr>
            <p:spPr bwMode="auto">
              <a:xfrm flipH="1">
                <a:off x="2375" y="745"/>
                <a:ext cx="690" cy="408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Communication</a:t>
                </a:r>
              </a:p>
              <a:p>
                <a:pPr algn="ctr"/>
                <a:r>
                  <a:rPr lang="en-US" altLang="ko-KR" sz="900" dirty="0">
                    <a:latin typeface="Arial" charset="0"/>
                  </a:rPr>
                  <a:t>Control Head</a:t>
                </a:r>
                <a:endParaRPr lang="ko-KR" altLang="ko-KR" dirty="0"/>
              </a:p>
            </p:txBody>
          </p:sp>
          <p:sp>
            <p:nvSpPr>
              <p:cNvPr id="389" name="Rectangle 23"/>
              <p:cNvSpPr>
                <a:spLocks noChangeArrowheads="1"/>
              </p:cNvSpPr>
              <p:nvPr/>
            </p:nvSpPr>
            <p:spPr bwMode="auto">
              <a:xfrm>
                <a:off x="3081" y="729"/>
                <a:ext cx="542" cy="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390" name="Line 24"/>
              <p:cNvSpPr>
                <a:spLocks noChangeShapeType="1"/>
              </p:cNvSpPr>
              <p:nvPr/>
            </p:nvSpPr>
            <p:spPr bwMode="auto">
              <a:xfrm flipV="1">
                <a:off x="3065" y="836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1" name="Rectangle 27"/>
              <p:cNvSpPr>
                <a:spLocks noChangeArrowheads="1"/>
              </p:cNvSpPr>
              <p:nvPr/>
            </p:nvSpPr>
            <p:spPr bwMode="auto">
              <a:xfrm>
                <a:off x="3095" y="871"/>
                <a:ext cx="543" cy="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ADDRESS</a:t>
                </a:r>
                <a:endParaRPr lang="ko-KR" altLang="ko-KR" dirty="0"/>
              </a:p>
            </p:txBody>
          </p:sp>
          <p:sp>
            <p:nvSpPr>
              <p:cNvPr id="392" name="Line 28"/>
              <p:cNvSpPr>
                <a:spLocks noChangeShapeType="1"/>
              </p:cNvSpPr>
              <p:nvPr/>
            </p:nvSpPr>
            <p:spPr bwMode="auto">
              <a:xfrm flipV="1">
                <a:off x="3065" y="972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3" name="Rectangle 47"/>
              <p:cNvSpPr>
                <a:spLocks noChangeArrowheads="1"/>
              </p:cNvSpPr>
              <p:nvPr/>
            </p:nvSpPr>
            <p:spPr bwMode="auto">
              <a:xfrm>
                <a:off x="3093" y="1028"/>
                <a:ext cx="544" cy="4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394" name="Line 48"/>
              <p:cNvSpPr>
                <a:spLocks noChangeShapeType="1"/>
              </p:cNvSpPr>
              <p:nvPr/>
            </p:nvSpPr>
            <p:spPr bwMode="auto">
              <a:xfrm flipV="1">
                <a:off x="3065" y="1108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96" name="Rectangle 396"/>
            <p:cNvSpPr>
              <a:spLocks noChangeArrowheads="1"/>
            </p:cNvSpPr>
            <p:nvPr/>
          </p:nvSpPr>
          <p:spPr bwMode="auto">
            <a:xfrm flipV="1">
              <a:off x="2724182" y="960155"/>
              <a:ext cx="835715" cy="381397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397" name="Rectangle 402" descr="좁은 눈금"/>
            <p:cNvSpPr>
              <a:spLocks noChangeArrowheads="1"/>
            </p:cNvSpPr>
            <p:nvPr/>
          </p:nvSpPr>
          <p:spPr bwMode="auto">
            <a:xfrm flipV="1">
              <a:off x="2755563" y="1014982"/>
              <a:ext cx="774316" cy="278896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FDI</a:t>
              </a:r>
              <a:endParaRPr lang="ko-KR" altLang="ko-KR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399" name="Rectangle 370"/>
            <p:cNvSpPr>
              <a:spLocks noChangeArrowheads="1"/>
            </p:cNvSpPr>
            <p:nvPr/>
          </p:nvSpPr>
          <p:spPr bwMode="auto">
            <a:xfrm flipV="1">
              <a:off x="7070380" y="3789041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00" name="Rectangle 383" descr="좁은 눈금"/>
            <p:cNvSpPr>
              <a:spLocks noChangeArrowheads="1"/>
            </p:cNvSpPr>
            <p:nvPr/>
          </p:nvSpPr>
          <p:spPr bwMode="auto">
            <a:xfrm flipV="1">
              <a:off x="7126031" y="3817646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02" name="Rectangle 384"/>
            <p:cNvSpPr>
              <a:spLocks noChangeArrowheads="1"/>
            </p:cNvSpPr>
            <p:nvPr/>
          </p:nvSpPr>
          <p:spPr bwMode="auto">
            <a:xfrm flipV="1">
              <a:off x="5844654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03" name="Rectangle 391" descr="좁은 눈금"/>
            <p:cNvSpPr>
              <a:spLocks noChangeArrowheads="1"/>
            </p:cNvSpPr>
            <p:nvPr/>
          </p:nvSpPr>
          <p:spPr bwMode="auto">
            <a:xfrm flipV="1">
              <a:off x="5886494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49" name="Rectangle 370"/>
            <p:cNvSpPr>
              <a:spLocks noChangeArrowheads="1"/>
            </p:cNvSpPr>
            <p:nvPr/>
          </p:nvSpPr>
          <p:spPr bwMode="auto">
            <a:xfrm flipV="1">
              <a:off x="4117195" y="1165892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0" name="Rectangle 383" descr="좁은 눈금"/>
            <p:cNvSpPr>
              <a:spLocks noChangeArrowheads="1"/>
            </p:cNvSpPr>
            <p:nvPr/>
          </p:nvSpPr>
          <p:spPr bwMode="auto">
            <a:xfrm flipV="1">
              <a:off x="4172845" y="1194498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2" name="Rectangle 384"/>
            <p:cNvSpPr>
              <a:spLocks noChangeArrowheads="1"/>
            </p:cNvSpPr>
            <p:nvPr/>
          </p:nvSpPr>
          <p:spPr bwMode="auto">
            <a:xfrm flipV="1">
              <a:off x="7293263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3" name="Rectangle 391" descr="좁은 눈금"/>
            <p:cNvSpPr>
              <a:spLocks noChangeArrowheads="1"/>
            </p:cNvSpPr>
            <p:nvPr/>
          </p:nvSpPr>
          <p:spPr bwMode="auto">
            <a:xfrm flipV="1">
              <a:off x="7335102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5" name="Rectangle 384"/>
            <p:cNvSpPr>
              <a:spLocks noChangeArrowheads="1"/>
            </p:cNvSpPr>
            <p:nvPr/>
          </p:nvSpPr>
          <p:spPr bwMode="auto">
            <a:xfrm flipV="1">
              <a:off x="3950034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6" name="Rectangle 391" descr="좁은 눈금"/>
            <p:cNvSpPr>
              <a:spLocks noChangeArrowheads="1"/>
            </p:cNvSpPr>
            <p:nvPr/>
          </p:nvSpPr>
          <p:spPr bwMode="auto">
            <a:xfrm flipV="1">
              <a:off x="3991874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8" name="Rectangle 384"/>
            <p:cNvSpPr>
              <a:spLocks noChangeArrowheads="1"/>
            </p:cNvSpPr>
            <p:nvPr/>
          </p:nvSpPr>
          <p:spPr bwMode="auto">
            <a:xfrm flipV="1">
              <a:off x="5677369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9" name="Rectangle 391" descr="좁은 눈금"/>
            <p:cNvSpPr>
              <a:spLocks noChangeArrowheads="1"/>
            </p:cNvSpPr>
            <p:nvPr/>
          </p:nvSpPr>
          <p:spPr bwMode="auto">
            <a:xfrm flipV="1">
              <a:off x="5719210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cxnSp>
          <p:nvCxnSpPr>
            <p:cNvPr id="485" name="직선 연결선 484"/>
            <p:cNvCxnSpPr>
              <a:stCxn id="91" idx="1"/>
            </p:cNvCxnSpPr>
            <p:nvPr/>
          </p:nvCxnSpPr>
          <p:spPr>
            <a:xfrm rot="16200000" flipH="1">
              <a:off x="2176151" y="2165176"/>
              <a:ext cx="977976" cy="6644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연결선 486"/>
            <p:cNvCxnSpPr/>
            <p:nvPr/>
          </p:nvCxnSpPr>
          <p:spPr>
            <a:xfrm flipV="1">
              <a:off x="2668462" y="2653393"/>
              <a:ext cx="611428" cy="409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" name="Line 420"/>
            <p:cNvSpPr>
              <a:spLocks noChangeShapeType="1"/>
            </p:cNvSpPr>
            <p:nvPr/>
          </p:nvSpPr>
          <p:spPr bwMode="auto">
            <a:xfrm flipH="1">
              <a:off x="3281387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2" name="Line 421"/>
            <p:cNvSpPr>
              <a:spLocks noChangeShapeType="1"/>
            </p:cNvSpPr>
            <p:nvPr/>
          </p:nvSpPr>
          <p:spPr bwMode="auto">
            <a:xfrm flipH="1">
              <a:off x="3281387" y="2656796"/>
              <a:ext cx="2188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3" name="Line 422"/>
            <p:cNvSpPr>
              <a:spLocks noChangeShapeType="1"/>
            </p:cNvSpPr>
            <p:nvPr/>
          </p:nvSpPr>
          <p:spPr bwMode="auto">
            <a:xfrm flipH="1">
              <a:off x="3398886" y="2656796"/>
              <a:ext cx="2617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5" name="Line 420"/>
            <p:cNvSpPr>
              <a:spLocks noChangeShapeType="1"/>
            </p:cNvSpPr>
            <p:nvPr/>
          </p:nvSpPr>
          <p:spPr bwMode="auto">
            <a:xfrm rot="10800000" flipH="1">
              <a:off x="3838592" y="2372696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6" name="Line 421"/>
            <p:cNvSpPr>
              <a:spLocks noChangeShapeType="1"/>
            </p:cNvSpPr>
            <p:nvPr/>
          </p:nvSpPr>
          <p:spPr bwMode="auto">
            <a:xfrm rot="10800000" flipH="1">
              <a:off x="3950607" y="2372695"/>
              <a:ext cx="5482" cy="29090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7" name="Line 422"/>
            <p:cNvSpPr>
              <a:spLocks noChangeShapeType="1"/>
            </p:cNvSpPr>
            <p:nvPr/>
          </p:nvSpPr>
          <p:spPr bwMode="auto">
            <a:xfrm rot="10800000">
              <a:off x="3838591" y="2372694"/>
              <a:ext cx="5144" cy="29770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9" name="Line 420"/>
            <p:cNvSpPr>
              <a:spLocks noChangeShapeType="1"/>
            </p:cNvSpPr>
            <p:nvPr/>
          </p:nvSpPr>
          <p:spPr bwMode="auto">
            <a:xfrm flipH="1">
              <a:off x="4785841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0" name="Line 421"/>
            <p:cNvSpPr>
              <a:spLocks noChangeShapeType="1"/>
            </p:cNvSpPr>
            <p:nvPr/>
          </p:nvSpPr>
          <p:spPr bwMode="auto">
            <a:xfrm flipH="1">
              <a:off x="4785840" y="2656796"/>
              <a:ext cx="12380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1" name="Line 422"/>
            <p:cNvSpPr>
              <a:spLocks noChangeShapeType="1"/>
            </p:cNvSpPr>
            <p:nvPr/>
          </p:nvSpPr>
          <p:spPr bwMode="auto">
            <a:xfrm flipH="1">
              <a:off x="4903337" y="2653394"/>
              <a:ext cx="16496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3" name="Line 420"/>
            <p:cNvSpPr>
              <a:spLocks noChangeShapeType="1"/>
            </p:cNvSpPr>
            <p:nvPr/>
          </p:nvSpPr>
          <p:spPr bwMode="auto">
            <a:xfrm rot="10800000" flipH="1">
              <a:off x="5361624" y="2372180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4" name="Line 421"/>
            <p:cNvSpPr>
              <a:spLocks noChangeShapeType="1"/>
            </p:cNvSpPr>
            <p:nvPr/>
          </p:nvSpPr>
          <p:spPr bwMode="auto">
            <a:xfrm rot="10800000" flipH="1">
              <a:off x="5476309" y="2372180"/>
              <a:ext cx="2814" cy="277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5" name="Line 422"/>
            <p:cNvSpPr>
              <a:spLocks noChangeShapeType="1"/>
            </p:cNvSpPr>
            <p:nvPr/>
          </p:nvSpPr>
          <p:spPr bwMode="auto">
            <a:xfrm rot="10800000" flipH="1">
              <a:off x="5358381" y="2372178"/>
              <a:ext cx="3244" cy="2846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7" name="Line 420"/>
            <p:cNvSpPr>
              <a:spLocks noChangeShapeType="1"/>
            </p:cNvSpPr>
            <p:nvPr/>
          </p:nvSpPr>
          <p:spPr bwMode="auto">
            <a:xfrm flipH="1">
              <a:off x="6295466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8" name="Line 421"/>
            <p:cNvSpPr>
              <a:spLocks noChangeShapeType="1"/>
            </p:cNvSpPr>
            <p:nvPr/>
          </p:nvSpPr>
          <p:spPr bwMode="auto">
            <a:xfrm>
              <a:off x="6290753" y="2656796"/>
              <a:ext cx="4713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9" name="Line 422"/>
            <p:cNvSpPr>
              <a:spLocks noChangeShapeType="1"/>
            </p:cNvSpPr>
            <p:nvPr/>
          </p:nvSpPr>
          <p:spPr bwMode="auto">
            <a:xfrm flipH="1">
              <a:off x="6412964" y="2653394"/>
              <a:ext cx="3088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cxnSp>
          <p:nvCxnSpPr>
            <p:cNvPr id="535" name="직선 연결선 534"/>
            <p:cNvCxnSpPr/>
            <p:nvPr/>
          </p:nvCxnSpPr>
          <p:spPr>
            <a:xfrm>
              <a:off x="3392828" y="2661582"/>
              <a:ext cx="447223" cy="201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직선 연결선 537"/>
            <p:cNvCxnSpPr/>
            <p:nvPr/>
          </p:nvCxnSpPr>
          <p:spPr>
            <a:xfrm flipV="1">
              <a:off x="3942951" y="2657928"/>
              <a:ext cx="870011" cy="214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/>
            <p:cNvCxnSpPr/>
            <p:nvPr/>
          </p:nvCxnSpPr>
          <p:spPr>
            <a:xfrm>
              <a:off x="4923519" y="2653393"/>
              <a:ext cx="442231" cy="3402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/>
            <p:cNvCxnSpPr/>
            <p:nvPr/>
          </p:nvCxnSpPr>
          <p:spPr>
            <a:xfrm>
              <a:off x="5465253" y="2648365"/>
              <a:ext cx="825500" cy="843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직선 연결선 555"/>
            <p:cNvCxnSpPr/>
            <p:nvPr/>
          </p:nvCxnSpPr>
          <p:spPr>
            <a:xfrm>
              <a:off x="6412964" y="2662466"/>
              <a:ext cx="1907145" cy="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직선 연결선 561"/>
            <p:cNvCxnSpPr/>
            <p:nvPr/>
          </p:nvCxnSpPr>
          <p:spPr>
            <a:xfrm rot="5400000" flipH="1" flipV="1">
              <a:off x="2171285" y="2066963"/>
              <a:ext cx="1431018" cy="49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직선 연결선 565"/>
            <p:cNvCxnSpPr/>
            <p:nvPr/>
          </p:nvCxnSpPr>
          <p:spPr>
            <a:xfrm rot="5400000" flipH="1" flipV="1">
              <a:off x="7297667" y="2073873"/>
              <a:ext cx="1448806" cy="888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/>
            <p:cNvCxnSpPr/>
            <p:nvPr/>
          </p:nvCxnSpPr>
          <p:spPr>
            <a:xfrm rot="16200000" flipV="1">
              <a:off x="5954248" y="2077373"/>
              <a:ext cx="1449551" cy="2629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직선 연결선 567"/>
            <p:cNvCxnSpPr/>
            <p:nvPr/>
          </p:nvCxnSpPr>
          <p:spPr>
            <a:xfrm rot="5400000" flipH="1" flipV="1">
              <a:off x="4451455" y="2073430"/>
              <a:ext cx="1449551" cy="1051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연결선 570"/>
            <p:cNvCxnSpPr/>
            <p:nvPr/>
          </p:nvCxnSpPr>
          <p:spPr>
            <a:xfrm rot="5400000">
              <a:off x="3946460" y="3526877"/>
              <a:ext cx="1228718" cy="428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연결선 571"/>
            <p:cNvCxnSpPr/>
            <p:nvPr/>
          </p:nvCxnSpPr>
          <p:spPr>
            <a:xfrm rot="5400000">
              <a:off x="5451584" y="3527548"/>
              <a:ext cx="1228718" cy="293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 572"/>
            <p:cNvCxnSpPr/>
            <p:nvPr/>
          </p:nvCxnSpPr>
          <p:spPr>
            <a:xfrm rot="5400000">
              <a:off x="7078400" y="3351846"/>
              <a:ext cx="874932" cy="55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6" name="그룹 595"/>
            <p:cNvGrpSpPr/>
            <p:nvPr/>
          </p:nvGrpSpPr>
          <p:grpSpPr>
            <a:xfrm>
              <a:off x="3392830" y="718044"/>
              <a:ext cx="570704" cy="270619"/>
              <a:chOff x="4384576" y="1005260"/>
              <a:chExt cx="737527" cy="378866"/>
            </a:xfrm>
          </p:grpSpPr>
          <p:sp>
            <p:nvSpPr>
              <p:cNvPr id="593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59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59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597" name="그룹 596"/>
            <p:cNvGrpSpPr/>
            <p:nvPr/>
          </p:nvGrpSpPr>
          <p:grpSpPr>
            <a:xfrm>
              <a:off x="6234574" y="836954"/>
              <a:ext cx="570704" cy="270619"/>
              <a:chOff x="4384576" y="1005260"/>
              <a:chExt cx="737527" cy="378866"/>
            </a:xfrm>
          </p:grpSpPr>
          <p:sp>
            <p:nvSpPr>
              <p:cNvPr id="59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59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01" name="그룹 600"/>
            <p:cNvGrpSpPr/>
            <p:nvPr/>
          </p:nvGrpSpPr>
          <p:grpSpPr>
            <a:xfrm>
              <a:off x="7614086" y="843839"/>
              <a:ext cx="570704" cy="270619"/>
              <a:chOff x="4384576" y="1005260"/>
              <a:chExt cx="737527" cy="378866"/>
            </a:xfrm>
          </p:grpSpPr>
          <p:sp>
            <p:nvSpPr>
              <p:cNvPr id="60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03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4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05" name="그룹 604"/>
            <p:cNvGrpSpPr/>
            <p:nvPr/>
          </p:nvGrpSpPr>
          <p:grpSpPr>
            <a:xfrm>
              <a:off x="4340078" y="1563760"/>
              <a:ext cx="570704" cy="270619"/>
              <a:chOff x="4384576" y="1005260"/>
              <a:chExt cx="737527" cy="378866"/>
            </a:xfrm>
          </p:grpSpPr>
          <p:sp>
            <p:nvSpPr>
              <p:cNvPr id="60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0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17" name="그룹 616"/>
            <p:cNvGrpSpPr/>
            <p:nvPr/>
          </p:nvGrpSpPr>
          <p:grpSpPr>
            <a:xfrm>
              <a:off x="5008725" y="878021"/>
              <a:ext cx="570704" cy="270619"/>
              <a:chOff x="4384576" y="1005260"/>
              <a:chExt cx="737527" cy="378866"/>
            </a:xfrm>
          </p:grpSpPr>
          <p:sp>
            <p:nvSpPr>
              <p:cNvPr id="61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1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25" name="그룹 624"/>
            <p:cNvGrpSpPr/>
            <p:nvPr/>
          </p:nvGrpSpPr>
          <p:grpSpPr>
            <a:xfrm>
              <a:off x="7883725" y="3501170"/>
              <a:ext cx="570704" cy="270619"/>
              <a:chOff x="4384576" y="1005260"/>
              <a:chExt cx="737527" cy="378866"/>
            </a:xfrm>
          </p:grpSpPr>
          <p:sp>
            <p:nvSpPr>
              <p:cNvPr id="62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2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cxnSp>
          <p:nvCxnSpPr>
            <p:cNvPr id="629" name="직선 연결선 628"/>
            <p:cNvCxnSpPr/>
            <p:nvPr/>
          </p:nvCxnSpPr>
          <p:spPr>
            <a:xfrm rot="5400000" flipH="1" flipV="1">
              <a:off x="1530782" y="1772694"/>
              <a:ext cx="2056199" cy="37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5" name="그룹 644"/>
            <p:cNvGrpSpPr/>
            <p:nvPr/>
          </p:nvGrpSpPr>
          <p:grpSpPr>
            <a:xfrm>
              <a:off x="8336561" y="2657487"/>
              <a:ext cx="405434" cy="85814"/>
              <a:chOff x="10763258" y="8618765"/>
              <a:chExt cx="523945" cy="120140"/>
            </a:xfrm>
          </p:grpSpPr>
          <p:sp>
            <p:nvSpPr>
              <p:cNvPr id="646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652" name="직선 연결선 651"/>
            <p:cNvCxnSpPr/>
            <p:nvPr/>
          </p:nvCxnSpPr>
          <p:spPr>
            <a:xfrm rot="16200000" flipH="1">
              <a:off x="3821961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직선 연결선 658"/>
            <p:cNvCxnSpPr/>
            <p:nvPr/>
          </p:nvCxnSpPr>
          <p:spPr>
            <a:xfrm rot="16200000" flipH="1">
              <a:off x="5379889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직선 연결선 659"/>
            <p:cNvCxnSpPr/>
            <p:nvPr/>
          </p:nvCxnSpPr>
          <p:spPr>
            <a:xfrm rot="16200000" flipH="1">
              <a:off x="6886586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직선 연결선 660"/>
            <p:cNvCxnSpPr/>
            <p:nvPr/>
          </p:nvCxnSpPr>
          <p:spPr>
            <a:xfrm rot="5400000" flipH="1" flipV="1">
              <a:off x="4155908" y="2633823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직선 연결선 662"/>
            <p:cNvCxnSpPr/>
            <p:nvPr/>
          </p:nvCxnSpPr>
          <p:spPr>
            <a:xfrm rot="5400000" flipH="1" flipV="1">
              <a:off x="5670878" y="2632204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5" name="그룹 664"/>
            <p:cNvGrpSpPr/>
            <p:nvPr/>
          </p:nvGrpSpPr>
          <p:grpSpPr>
            <a:xfrm>
              <a:off x="5886752" y="1563920"/>
              <a:ext cx="570704" cy="270619"/>
              <a:chOff x="4384576" y="1005260"/>
              <a:chExt cx="737527" cy="378866"/>
            </a:xfrm>
          </p:grpSpPr>
          <p:sp>
            <p:nvSpPr>
              <p:cNvPr id="66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6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6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69" name="그룹 668"/>
            <p:cNvGrpSpPr/>
            <p:nvPr/>
          </p:nvGrpSpPr>
          <p:grpSpPr>
            <a:xfrm>
              <a:off x="7348985" y="1563920"/>
              <a:ext cx="570704" cy="270619"/>
              <a:chOff x="4384576" y="1005260"/>
              <a:chExt cx="737527" cy="378866"/>
            </a:xfrm>
          </p:grpSpPr>
          <p:sp>
            <p:nvSpPr>
              <p:cNvPr id="67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71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72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83" name="그룹 682"/>
            <p:cNvGrpSpPr/>
            <p:nvPr/>
          </p:nvGrpSpPr>
          <p:grpSpPr>
            <a:xfrm>
              <a:off x="3147837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77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79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0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84" name="그룹 683"/>
            <p:cNvGrpSpPr/>
            <p:nvPr/>
          </p:nvGrpSpPr>
          <p:grpSpPr>
            <a:xfrm>
              <a:off x="4674402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8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8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89" name="그룹 688"/>
            <p:cNvGrpSpPr/>
            <p:nvPr/>
          </p:nvGrpSpPr>
          <p:grpSpPr>
            <a:xfrm>
              <a:off x="6178855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9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94" name="그룹 693"/>
            <p:cNvGrpSpPr/>
            <p:nvPr/>
          </p:nvGrpSpPr>
          <p:grpSpPr>
            <a:xfrm>
              <a:off x="3727154" y="4390629"/>
              <a:ext cx="570704" cy="272794"/>
              <a:chOff x="4067969" y="5160640"/>
              <a:chExt cx="737527" cy="381912"/>
            </a:xfrm>
          </p:grpSpPr>
          <p:grpSp>
            <p:nvGrpSpPr>
              <p:cNvPr id="69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99" name="그룹 698"/>
            <p:cNvGrpSpPr/>
            <p:nvPr/>
          </p:nvGrpSpPr>
          <p:grpSpPr>
            <a:xfrm>
              <a:off x="5385268" y="4390629"/>
              <a:ext cx="570704" cy="272794"/>
              <a:chOff x="4067969" y="5160640"/>
              <a:chExt cx="737527" cy="381912"/>
            </a:xfrm>
          </p:grpSpPr>
          <p:grpSp>
            <p:nvGrpSpPr>
              <p:cNvPr id="70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70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70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70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sp>
          <p:nvSpPr>
            <p:cNvPr id="266" name="TextBox 265"/>
            <p:cNvSpPr txBox="1"/>
            <p:nvPr/>
          </p:nvSpPr>
          <p:spPr>
            <a:xfrm>
              <a:off x="5510447" y="42043"/>
              <a:ext cx="2730303" cy="6507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5770" tIns="47885" rIns="95770" bIns="47885" rtlCol="0">
              <a:spAutoFit/>
            </a:bodyPr>
            <a:lstStyle/>
            <a:p>
              <a:r>
                <a:rPr lang="en-US" altLang="ko-KR" dirty="0" smtClean="0"/>
                <a:t>Passenger Information System M</a:t>
              </a:r>
              <a:r>
                <a:rPr lang="en-US" altLang="ko-KR" sz="1000" dirty="0"/>
                <a:t>A</a:t>
              </a:r>
              <a:endParaRPr lang="ko-KR" altLang="en-US" sz="1000" dirty="0"/>
            </a:p>
          </p:txBody>
        </p:sp>
        <p:grpSp>
          <p:nvGrpSpPr>
            <p:cNvPr id="463" name="그룹 462"/>
            <p:cNvGrpSpPr/>
            <p:nvPr/>
          </p:nvGrpSpPr>
          <p:grpSpPr>
            <a:xfrm>
              <a:off x="3727150" y="1834539"/>
              <a:ext cx="1053610" cy="625361"/>
              <a:chOff x="5666768" y="1056184"/>
              <a:chExt cx="1361588" cy="875506"/>
            </a:xfrm>
          </p:grpSpPr>
          <p:sp>
            <p:nvSpPr>
              <p:cNvPr id="437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38" name="그림 437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39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64" name="그룹 463"/>
            <p:cNvGrpSpPr/>
            <p:nvPr/>
          </p:nvGrpSpPr>
          <p:grpSpPr>
            <a:xfrm>
              <a:off x="5242399" y="1838290"/>
              <a:ext cx="1053610" cy="625361"/>
              <a:chOff x="5666768" y="1056184"/>
              <a:chExt cx="1361588" cy="875506"/>
            </a:xfrm>
          </p:grpSpPr>
          <p:sp>
            <p:nvSpPr>
              <p:cNvPr id="465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67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  <p:pic>
            <p:nvPicPr>
              <p:cNvPr id="466" name="그림 465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</p:grpSp>
        <p:grpSp>
          <p:nvGrpSpPr>
            <p:cNvPr id="472" name="그룹 471"/>
            <p:cNvGrpSpPr/>
            <p:nvPr/>
          </p:nvGrpSpPr>
          <p:grpSpPr>
            <a:xfrm>
              <a:off x="3169944" y="3068962"/>
              <a:ext cx="1053610" cy="625361"/>
              <a:chOff x="5666768" y="1056184"/>
              <a:chExt cx="1361588" cy="875506"/>
            </a:xfrm>
          </p:grpSpPr>
          <p:sp>
            <p:nvSpPr>
              <p:cNvPr id="473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4" name="그림 473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5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76" name="그룹 475"/>
            <p:cNvGrpSpPr/>
            <p:nvPr/>
          </p:nvGrpSpPr>
          <p:grpSpPr>
            <a:xfrm>
              <a:off x="4685194" y="3072713"/>
              <a:ext cx="1053610" cy="625361"/>
              <a:chOff x="5666768" y="1056184"/>
              <a:chExt cx="1361588" cy="875506"/>
            </a:xfrm>
          </p:grpSpPr>
          <p:sp>
            <p:nvSpPr>
              <p:cNvPr id="477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8" name="그림 477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9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80" name="그룹 479"/>
            <p:cNvGrpSpPr/>
            <p:nvPr/>
          </p:nvGrpSpPr>
          <p:grpSpPr>
            <a:xfrm>
              <a:off x="6189646" y="3072713"/>
              <a:ext cx="1053610" cy="625361"/>
              <a:chOff x="5666768" y="1056184"/>
              <a:chExt cx="1361588" cy="875506"/>
            </a:xfrm>
          </p:grpSpPr>
          <p:sp>
            <p:nvSpPr>
              <p:cNvPr id="481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82" name="그림 481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83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661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43727" y="2780886"/>
            <a:ext cx="405432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40256" y="2893379"/>
            <a:ext cx="405432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39608" y="1543061"/>
            <a:ext cx="405432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753518" y="2796271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749834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66259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44886" y="244932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7562495" y="22646"/>
            <a:ext cx="1071688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60244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60244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65402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26671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26671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31832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7408845" y="184743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8216038" y="2805857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716766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731411" y="1558022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875582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905278" y="400467"/>
            <a:ext cx="56683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7291347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7175137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7291345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7175138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7466947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7291347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7233243" y="1264497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874293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882038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874293" y="2293155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882038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922065" y="2179929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882038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588940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743308" y="1079505"/>
            <a:ext cx="723639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716766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6420410" y="1679343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891504" y="2708923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995043" y="5371747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877546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923357" y="4185840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706436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923357" y="428714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823936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6172589" y="2735927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962763" y="383785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877546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8463744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823937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702031" y="4272844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7466947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7466947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7466947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7466947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7466947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7466947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8111249" y="1355158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874961" y="1265765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873673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7466947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874962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873672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873672" y="1517252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874962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8736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99504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8007955" y="2003533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996928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725781" y="2010187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675575" y="1687041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873672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995046" y="1138235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6172589" y="2735927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7466947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639613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880122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8109315" y="1745085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873640" y="5029203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918268" y="5190106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963443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963443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7294396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728532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729195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729195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734354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724036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117595" y="6092823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139549" y="621320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135673" y="632166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136967" y="643846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136967" y="655288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8145539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8070934" y="620843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8107667" y="631689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8159741" y="6433701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8159741" y="6548120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32687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48104" y="6156336"/>
            <a:ext cx="405432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7073509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7073507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806286" y="4395615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799531" y="451677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879291" y="465314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867185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8003180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874655" y="2817780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639613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5106516" y="218943"/>
            <a:ext cx="1630772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4301464" y="1834541"/>
            <a:ext cx="1053610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522332" y="960157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552348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758277" y="3789043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800720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2123291" y="1114461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2163312" y="115498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711463" y="1165894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753905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74681" y="1114461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714705" y="115498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4017911" y="4149084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4057932" y="4189607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290575" y="4149084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330596" y="4189607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786217" y="1838292"/>
            <a:ext cx="1053610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858669" y="3068964"/>
            <a:ext cx="1053610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343422" y="3072715"/>
            <a:ext cx="1053610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838969" y="3072715"/>
            <a:ext cx="1053610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928098" y="2165177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802336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683342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798652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680724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5126136" y="2372698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5126136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5238491" y="2372696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4178888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4284006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4162392" y="2653396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603103" y="2372182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603101" y="2372182"/>
            <a:ext cx="2815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720600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669261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786760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666174" y="2653396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5242176" y="2661584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4269268" y="2657930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716477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791471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62119" y="2662466"/>
            <a:ext cx="1907143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479921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335750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678431" y="2077374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3181223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907048" y="3526878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401924" y="3527550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128895" y="3351847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5118695" y="718040"/>
            <a:ext cx="570704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276951" y="836950"/>
            <a:ext cx="570704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97439" y="843833"/>
            <a:ext cx="570704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4171447" y="1563755"/>
            <a:ext cx="570704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502800" y="878015"/>
            <a:ext cx="570704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627798" y="3501165"/>
            <a:ext cx="570704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5495250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40256" y="2657561"/>
            <a:ext cx="405432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5113318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555389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2048692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574699" y="2633825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3059728" y="2632206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624773" y="1563915"/>
            <a:ext cx="570704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5363688" y="3686173"/>
            <a:ext cx="570704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837124" y="3686173"/>
            <a:ext cx="570704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332670" y="3686173"/>
            <a:ext cx="570704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784372" y="4390629"/>
            <a:ext cx="570704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3126258" y="4390629"/>
            <a:ext cx="570704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818542" y="118377"/>
            <a:ext cx="2730303" cy="6507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08793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43727" y="2780886"/>
            <a:ext cx="405432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40256" y="2893379"/>
            <a:ext cx="405432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39608" y="1543061"/>
            <a:ext cx="405432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753518" y="2796271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749834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66259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44886" y="244932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7562495" y="22646"/>
            <a:ext cx="1071688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60244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60244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65402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26671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26671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31832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7408845" y="184743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8216038" y="2805857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716766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875582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905278" y="400467"/>
            <a:ext cx="56683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7291347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7175137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7291345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7175138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7466947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7291347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7233243" y="1264497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874293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882038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874293" y="2293155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882038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922065" y="2179929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882038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588940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743308" y="1079505"/>
            <a:ext cx="723639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716766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891504" y="2708923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E-Net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995043" y="5371747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877546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923357" y="4185840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706436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923357" y="428714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823936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6172589" y="2735927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962763" y="383785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877546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8463744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823937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702031" y="4272844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7466947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7466947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7466947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VE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7466947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7466947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7466947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8111249" y="1355158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874961" y="1265765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873673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7466947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874962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873672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873672" y="1517252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874962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8736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99504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8007955" y="2003533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996928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725781" y="2010187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675575" y="1687041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873672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995046" y="1138235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6172589" y="2735927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7466947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639613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880122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8109315" y="1745085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873640" y="5029203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918268" y="5190106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963443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963443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7294396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728532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729195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729195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734354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724036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117595" y="6092823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139549" y="621320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135673" y="632166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136967" y="643846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136967" y="655288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8145539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8070934" y="6208437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8107667" y="631689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8159741" y="6433701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8159741" y="6548120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32687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48104" y="6156336"/>
            <a:ext cx="405432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7073509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7073507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806286" y="4395615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799531" y="451677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879291" y="465314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867185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8003180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874655" y="2817780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E-Net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639613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5106516" y="218943"/>
            <a:ext cx="1630772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4301464" y="1834541"/>
            <a:ext cx="1053610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522332" y="960157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552348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758277" y="3789043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800720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2123291" y="1114461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2163312" y="115498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711463" y="1165894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753905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74681" y="1114461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714705" y="115498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4017911" y="4149084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4057932" y="4189607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290575" y="4149084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330596" y="4189607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786217" y="1838292"/>
            <a:ext cx="1053610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858669" y="3068964"/>
            <a:ext cx="1053610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343422" y="3072715"/>
            <a:ext cx="1053610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838969" y="3072715"/>
            <a:ext cx="1053610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683342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5126136" y="2372698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4178888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603103" y="2372182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669261" y="315148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410" name="직선 연결선 409"/>
          <p:cNvCxnSpPr/>
          <p:nvPr/>
        </p:nvCxnSpPr>
        <p:spPr>
          <a:xfrm rot="16200000" flipV="1">
            <a:off x="5479921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335750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678431" y="2077374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3181223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907048" y="3526878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401924" y="3527550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128895" y="3351847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5118695" y="718040"/>
            <a:ext cx="570704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276951" y="836950"/>
            <a:ext cx="570704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97439" y="843833"/>
            <a:ext cx="570704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4171447" y="1563755"/>
            <a:ext cx="570704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502800" y="878015"/>
            <a:ext cx="570704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627798" y="3501165"/>
            <a:ext cx="570704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5495250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40256" y="2657561"/>
            <a:ext cx="405432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5113318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555389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2048692" y="2987015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574699" y="2633825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3059728" y="2632206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624773" y="1563915"/>
            <a:ext cx="570704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5363688" y="3686173"/>
            <a:ext cx="570704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837124" y="3686173"/>
            <a:ext cx="570704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332670" y="3686173"/>
            <a:ext cx="570704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784372" y="4390629"/>
            <a:ext cx="570704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3126258" y="4390629"/>
            <a:ext cx="570704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818542" y="118377"/>
            <a:ext cx="2730303" cy="6507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1147941" y="2412761"/>
            <a:ext cx="272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동영상 </a:t>
            </a:r>
            <a:r>
              <a:rPr lang="en-US" altLang="ko-KR" dirty="0" smtClean="0"/>
              <a:t>/  </a:t>
            </a:r>
            <a:r>
              <a:rPr lang="ko-KR" altLang="en-US" dirty="0" smtClean="0"/>
              <a:t>데이터 전송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02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33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895</Words>
  <Application>Microsoft Office PowerPoint</Application>
  <PresentationFormat>A4 Paper (210x297 mm)</PresentationFormat>
  <Paragraphs>448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 Unicode MS</vt:lpstr>
      <vt:lpstr>맑은 고딕</vt:lpstr>
      <vt:lpstr>안상수2006가는</vt:lpstr>
      <vt:lpstr>Arial</vt:lpstr>
      <vt:lpstr>Gill Sans MT</vt:lpstr>
      <vt:lpstr>Latha</vt:lpstr>
      <vt:lpstr>한컴돋움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장덕수</cp:lastModifiedBy>
  <cp:revision>10</cp:revision>
  <dcterms:created xsi:type="dcterms:W3CDTF">2012-04-04T06:07:03Z</dcterms:created>
  <dcterms:modified xsi:type="dcterms:W3CDTF">2012-11-13T23:36:32Z</dcterms:modified>
</cp:coreProperties>
</file>