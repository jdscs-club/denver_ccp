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58" r:id="rId15"/>
    <p:sldId id="270" r:id="rId1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45" autoAdjust="0"/>
    <p:restoredTop sz="93810" autoAdjust="0"/>
  </p:normalViewPr>
  <p:slideViewPr>
    <p:cSldViewPr>
      <p:cViewPr varScale="1">
        <p:scale>
          <a:sx n="90" d="100"/>
          <a:sy n="90" d="100"/>
        </p:scale>
        <p:origin x="-1578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2DD2-191D-4AA6-96B1-88B70391B37A}" type="datetimeFigureOut">
              <a:rPr lang="ko-KR" altLang="en-US" smtClean="0"/>
              <a:t>2012-10-08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821BA-4A36-499A-AE93-5013CA4636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47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2DD2-191D-4AA6-96B1-88B70391B37A}" type="datetimeFigureOut">
              <a:rPr lang="ko-KR" altLang="en-US" smtClean="0"/>
              <a:t>2012-10-08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821BA-4A36-499A-AE93-5013CA4636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8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2DD2-191D-4AA6-96B1-88B70391B37A}" type="datetimeFigureOut">
              <a:rPr lang="ko-KR" altLang="en-US" smtClean="0"/>
              <a:t>2012-10-08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821BA-4A36-499A-AE93-5013CA4636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309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2DD2-191D-4AA6-96B1-88B70391B37A}" type="datetimeFigureOut">
              <a:rPr lang="ko-KR" altLang="en-US" smtClean="0"/>
              <a:t>2012-10-08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821BA-4A36-499A-AE93-5013CA4636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014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2DD2-191D-4AA6-96B1-88B70391B37A}" type="datetimeFigureOut">
              <a:rPr lang="ko-KR" altLang="en-US" smtClean="0"/>
              <a:t>2012-10-08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821BA-4A36-499A-AE93-5013CA4636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43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2DD2-191D-4AA6-96B1-88B70391B37A}" type="datetimeFigureOut">
              <a:rPr lang="ko-KR" altLang="en-US" smtClean="0"/>
              <a:t>2012-10-08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821BA-4A36-499A-AE93-5013CA4636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559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2DD2-191D-4AA6-96B1-88B70391B37A}" type="datetimeFigureOut">
              <a:rPr lang="ko-KR" altLang="en-US" smtClean="0"/>
              <a:t>2012-10-08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821BA-4A36-499A-AE93-5013CA4636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913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2DD2-191D-4AA6-96B1-88B70391B37A}" type="datetimeFigureOut">
              <a:rPr lang="ko-KR" altLang="en-US" smtClean="0"/>
              <a:t>2012-10-08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821BA-4A36-499A-AE93-5013CA4636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462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2DD2-191D-4AA6-96B1-88B70391B37A}" type="datetimeFigureOut">
              <a:rPr lang="ko-KR" altLang="en-US" smtClean="0"/>
              <a:t>2012-10-08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821BA-4A36-499A-AE93-5013CA4636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043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2DD2-191D-4AA6-96B1-88B70391B37A}" type="datetimeFigureOut">
              <a:rPr lang="ko-KR" altLang="en-US" smtClean="0"/>
              <a:t>2012-10-08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821BA-4A36-499A-AE93-5013CA4636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381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2DD2-191D-4AA6-96B1-88B70391B37A}" type="datetimeFigureOut">
              <a:rPr lang="ko-KR" altLang="en-US" smtClean="0"/>
              <a:t>2012-10-08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821BA-4A36-499A-AE93-5013CA4636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708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C2DD2-191D-4AA6-96B1-88B70391B37A}" type="datetimeFigureOut">
              <a:rPr lang="ko-KR" altLang="en-US" smtClean="0"/>
              <a:t>2012-10-08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821BA-4A36-499A-AE93-5013CA4636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476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JDS 프로젝트\DENVER\자료\사진\ISP 조립 사진\IMG_1297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16843" r="16200" b="15424"/>
          <a:stretch/>
        </p:blipFill>
        <p:spPr bwMode="auto">
          <a:xfrm>
            <a:off x="323528" y="620688"/>
            <a:ext cx="2406869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JDS 프로젝트\DENVER\자료\사진\ISP 조립 사진\IMG_1298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15816" y="683273"/>
            <a:ext cx="1986456" cy="2070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JDS 프로젝트\DENVER\자료\사진\ISP 조립 사진\IMG_1299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148064" y="683273"/>
            <a:ext cx="1633439" cy="1519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:\JDS 프로젝트\DENVER\자료\사진\ISP 조립 사진\IMG_1299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0272" y="683273"/>
            <a:ext cx="1501140" cy="1516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D:\JDS 프로젝트\DENVER\자료\사진\ISP 조립 사진\IMG_1301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3528" y="3717032"/>
            <a:ext cx="1944414" cy="202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:\JDS 프로젝트\DENVER\자료\사진\ISP 조립 사진\IMG_1302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2" t="2214" r="27955" b="17469"/>
          <a:stretch/>
        </p:blipFill>
        <p:spPr bwMode="auto">
          <a:xfrm>
            <a:off x="2915816" y="3069780"/>
            <a:ext cx="2286162" cy="2891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D:\JDS 프로젝트\DENVER\자료\사진\ISP 조립 사진\IMG_1303.JP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64088" y="2924944"/>
            <a:ext cx="1818295" cy="194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:\JDS 프로젝트\DENVER\자료\사진\ISP 조립 사진\IMG_1304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52320" y="2924944"/>
            <a:ext cx="1421812" cy="1977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D:\JDS 프로젝트\DENVER\자료\사진\ISP 조립 사진\IMG_1305.JPG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283558" y="5046772"/>
            <a:ext cx="1857829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332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734825" y="362798"/>
            <a:ext cx="5524260" cy="4362146"/>
            <a:chOff x="755576" y="362798"/>
            <a:chExt cx="5524260" cy="4362146"/>
          </a:xfrm>
        </p:grpSpPr>
        <p:pic>
          <p:nvPicPr>
            <p:cNvPr id="2050" name="Picture 2" descr="D:\JDS 프로젝트\DENVER\자료\사진\ISP 조립 사진\IMG_1306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427984" y="1556690"/>
              <a:ext cx="1851852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 descr="D:\JDS 프로젝트\DENVER\자료\사진\ISP 조립 사진\IMG_1297.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863" t="16843" r="16200" b="15424"/>
            <a:stretch/>
          </p:blipFill>
          <p:spPr bwMode="auto">
            <a:xfrm>
              <a:off x="755576" y="362798"/>
              <a:ext cx="1776724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3" descr="D:\JDS 프로젝트\DENVER\자료\사진\ISP 조립 사진\IMG_1298.JPG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82815" y="2924944"/>
              <a:ext cx="1726903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1403648" y="2164303"/>
              <a:ext cx="10081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 smtClean="0"/>
                <a:t>+</a:t>
              </a:r>
              <a:endParaRPr lang="ko-KR" altLang="en-US" sz="3200" b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75856" y="2197667"/>
              <a:ext cx="10081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 smtClean="0"/>
                <a:t>=</a:t>
              </a:r>
              <a:endParaRPr lang="ko-KR" altLang="en-US" sz="3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64895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251520" y="404664"/>
            <a:ext cx="5343392" cy="4320280"/>
            <a:chOff x="251520" y="404664"/>
            <a:chExt cx="5343392" cy="4320280"/>
          </a:xfrm>
        </p:grpSpPr>
        <p:pic>
          <p:nvPicPr>
            <p:cNvPr id="2050" name="Picture 2" descr="D:\JDS 프로젝트\DENVER\자료\사진\ISP 조립 사진\IMG_1306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51520" y="404664"/>
              <a:ext cx="1851852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1" name="Picture 3" descr="D:\JDS 프로젝트\DENVER\자료\사진\ISP 조립 사진\IMG_1307.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779912" y="1628800"/>
              <a:ext cx="1815000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D:\JDS 프로젝트\DENVER\자료\사진\ISP 조립 사진\IMG_1299.JPG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51520" y="2924944"/>
              <a:ext cx="1934529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/>
            <p:cNvSpPr txBox="1"/>
            <p:nvPr/>
          </p:nvSpPr>
          <p:spPr>
            <a:xfrm>
              <a:off x="971600" y="2229504"/>
              <a:ext cx="10081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 smtClean="0"/>
                <a:t>+</a:t>
              </a:r>
              <a:endParaRPr lang="ko-KR" altLang="en-US" sz="3200" b="1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915816" y="2190759"/>
              <a:ext cx="10081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 smtClean="0"/>
                <a:t>=</a:t>
              </a:r>
              <a:endParaRPr lang="ko-KR" altLang="en-US" sz="3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36736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579248" y="404664"/>
            <a:ext cx="5720944" cy="4248472"/>
            <a:chOff x="579248" y="404664"/>
            <a:chExt cx="5547766" cy="4208936"/>
          </a:xfrm>
        </p:grpSpPr>
        <p:pic>
          <p:nvPicPr>
            <p:cNvPr id="2051" name="Picture 3" descr="D:\JDS 프로젝트\DENVER\자료\사진\ISP 조립 사진\IMG_1307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579248" y="404664"/>
              <a:ext cx="1815000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D:\JDS 프로젝트\DENVER\자료\사진\ISP 조립 사진\IMG_1308.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320191" y="1597051"/>
              <a:ext cx="1806823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D:\JDS 프로젝트\DENVER\자료\사진\ISP 조립 사진\IMG_1299.JPG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595793" y="2813600"/>
              <a:ext cx="1781910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/>
            <p:cNvSpPr txBox="1"/>
            <p:nvPr/>
          </p:nvSpPr>
          <p:spPr>
            <a:xfrm>
              <a:off x="1259632" y="2204664"/>
              <a:ext cx="10081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 smtClean="0"/>
                <a:t>+</a:t>
              </a:r>
              <a:endParaRPr lang="ko-KR" altLang="en-US" sz="3200" b="1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915816" y="2190759"/>
              <a:ext cx="10081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 smtClean="0"/>
                <a:t>=</a:t>
              </a:r>
              <a:endParaRPr lang="ko-KR" altLang="en-US" sz="3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36736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608615" y="260648"/>
            <a:ext cx="5547361" cy="4608312"/>
            <a:chOff x="608615" y="260648"/>
            <a:chExt cx="5547361" cy="4608312"/>
          </a:xfrm>
        </p:grpSpPr>
        <p:pic>
          <p:nvPicPr>
            <p:cNvPr id="2052" name="Picture 4" descr="D:\JDS 프로젝트\DENVER\자료\사진\ISP 조립 사진\IMG_1308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608615" y="260648"/>
              <a:ext cx="1806823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3" name="Picture 5" descr="D:\JDS 프로젝트\DENVER\자료\사진\ISP 조립 사진\IMG_1309.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39" t="12917" r="18935" b="15555"/>
            <a:stretch/>
          </p:blipFill>
          <p:spPr bwMode="auto">
            <a:xfrm>
              <a:off x="4355976" y="1541038"/>
              <a:ext cx="1800000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5" descr="D:\JDS 프로젝트\DENVER\자료\사진\ISP 조립 사진\IMG_1301.JPG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608615" y="3068960"/>
              <a:ext cx="1725388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/>
            <p:cNvSpPr txBox="1"/>
            <p:nvPr/>
          </p:nvSpPr>
          <p:spPr>
            <a:xfrm>
              <a:off x="1280871" y="2221572"/>
              <a:ext cx="1039581" cy="5902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 smtClean="0"/>
                <a:t>+</a:t>
              </a:r>
              <a:endParaRPr lang="ko-KR" altLang="en-US" sz="3200" b="1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988754" y="2207536"/>
              <a:ext cx="1039581" cy="5902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 smtClean="0"/>
                <a:t>=</a:t>
              </a:r>
              <a:endParaRPr lang="ko-KR" altLang="en-US" sz="3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36736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161652" y="404664"/>
            <a:ext cx="5600635" cy="4608312"/>
            <a:chOff x="401287" y="260648"/>
            <a:chExt cx="5600635" cy="4608312"/>
          </a:xfrm>
        </p:grpSpPr>
        <p:pic>
          <p:nvPicPr>
            <p:cNvPr id="2053" name="Picture 5" descr="D:\JDS 프로젝트\DENVER\자료\사진\ISP 조립 사진\IMG_1309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39" t="12917" r="18935" b="15555"/>
            <a:stretch/>
          </p:blipFill>
          <p:spPr bwMode="auto">
            <a:xfrm>
              <a:off x="401287" y="260648"/>
              <a:ext cx="1800000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D:\JDS 프로젝트\DENVER\자료\사진\ISP 조립 사진\IMG_1310.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 rot="10800000">
              <a:off x="4211960" y="1616706"/>
              <a:ext cx="1789962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6" descr="D:\JDS 프로젝트\DENVER\자료\사진\ISP 조립 사진\IMG_1302.JPG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12" t="2214" r="27955" b="17469"/>
            <a:stretch/>
          </p:blipFill>
          <p:spPr bwMode="auto">
            <a:xfrm rot="10800000">
              <a:off x="552616" y="3068960"/>
              <a:ext cx="1423222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/>
            <p:cNvSpPr txBox="1"/>
            <p:nvPr/>
          </p:nvSpPr>
          <p:spPr>
            <a:xfrm>
              <a:off x="951366" y="2221572"/>
              <a:ext cx="1039581" cy="5902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 smtClean="0"/>
                <a:t>+</a:t>
              </a:r>
              <a:endParaRPr lang="ko-KR" altLang="en-US" sz="3200" b="1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843808" y="2185638"/>
              <a:ext cx="1039581" cy="5902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 smtClean="0"/>
                <a:t>=</a:t>
              </a:r>
              <a:endParaRPr lang="ko-KR" altLang="en-US" sz="3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36736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3419872" y="2132856"/>
            <a:ext cx="2095027" cy="1800000"/>
            <a:chOff x="3419872" y="2132856"/>
            <a:chExt cx="2095027" cy="1800000"/>
          </a:xfrm>
        </p:grpSpPr>
        <p:pic>
          <p:nvPicPr>
            <p:cNvPr id="2055" name="Picture 7" descr="D:\JDS 프로젝트\DENVER\자료\사진\ISP 조립 사진\IMG_1311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22" t="23792" r="10928"/>
            <a:stretch/>
          </p:blipFill>
          <p:spPr bwMode="auto">
            <a:xfrm rot="10800000">
              <a:off x="3419872" y="2132856"/>
              <a:ext cx="2095027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타원 1"/>
            <p:cNvSpPr/>
            <p:nvPr/>
          </p:nvSpPr>
          <p:spPr>
            <a:xfrm>
              <a:off x="4231010" y="3312542"/>
              <a:ext cx="144016" cy="1440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61847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259754" y="1435272"/>
            <a:ext cx="6782554" cy="1944415"/>
            <a:chOff x="1259754" y="1435272"/>
            <a:chExt cx="6782554" cy="1944415"/>
          </a:xfrm>
        </p:grpSpPr>
        <p:grpSp>
          <p:nvGrpSpPr>
            <p:cNvPr id="3" name="그룹 2"/>
            <p:cNvGrpSpPr/>
            <p:nvPr/>
          </p:nvGrpSpPr>
          <p:grpSpPr>
            <a:xfrm>
              <a:off x="1259754" y="1435272"/>
              <a:ext cx="6782554" cy="1944415"/>
              <a:chOff x="1259754" y="1435272"/>
              <a:chExt cx="6782554" cy="1944415"/>
            </a:xfrm>
          </p:grpSpPr>
          <p:pic>
            <p:nvPicPr>
              <p:cNvPr id="2056" name="Picture 8" descr="D:\JDS 프로젝트\DENVER\자료\사진\ISP 조립 사진\IMG_1313.JP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619" r="13558" b="28214"/>
              <a:stretch/>
            </p:blipFill>
            <p:spPr bwMode="auto">
              <a:xfrm rot="10800000">
                <a:off x="3493525" y="1507480"/>
                <a:ext cx="2276890" cy="180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7" name="Picture 9" descr="D:\JDS 프로젝트\DENVER\자료\사진\ISP 조립 사진\IMG_1314.JPG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649" t="33564" r="19412"/>
              <a:stretch/>
            </p:blipFill>
            <p:spPr bwMode="auto">
              <a:xfrm rot="10800000">
                <a:off x="6158232" y="1507480"/>
                <a:ext cx="1884076" cy="180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7" descr="D:\JDS 프로젝트\DENVER\자료\사진\ISP 조립 사진\IMG_1303.JPG"/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 rot="10800000">
                <a:off x="1259754" y="1435272"/>
                <a:ext cx="1818295" cy="19444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오른쪽 화살표 1"/>
              <p:cNvSpPr/>
              <p:nvPr/>
            </p:nvSpPr>
            <p:spPr>
              <a:xfrm>
                <a:off x="2843808" y="2165164"/>
                <a:ext cx="978408" cy="484632"/>
              </a:xfrm>
              <a:prstGeom prst="rightArrow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오른쪽 화살표 15"/>
              <p:cNvSpPr/>
              <p:nvPr/>
            </p:nvSpPr>
            <p:spPr>
              <a:xfrm>
                <a:off x="5508104" y="2165164"/>
                <a:ext cx="978408" cy="484632"/>
              </a:xfrm>
              <a:prstGeom prst="rightArrow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" name="타원 3"/>
            <p:cNvSpPr/>
            <p:nvPr/>
          </p:nvSpPr>
          <p:spPr>
            <a:xfrm>
              <a:off x="2051720" y="1507480"/>
              <a:ext cx="288032" cy="26533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>
            <a:xfrm>
              <a:off x="4487954" y="1792548"/>
              <a:ext cx="288032" cy="26533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7020272" y="2299568"/>
              <a:ext cx="288032" cy="26533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61847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2699792" y="1916832"/>
            <a:ext cx="4362848" cy="1817991"/>
            <a:chOff x="2699792" y="1916832"/>
            <a:chExt cx="4362848" cy="1817991"/>
          </a:xfrm>
        </p:grpSpPr>
        <p:grpSp>
          <p:nvGrpSpPr>
            <p:cNvPr id="2" name="그룹 1"/>
            <p:cNvGrpSpPr/>
            <p:nvPr/>
          </p:nvGrpSpPr>
          <p:grpSpPr>
            <a:xfrm>
              <a:off x="2699792" y="1916832"/>
              <a:ext cx="4362848" cy="1817991"/>
              <a:chOff x="2699792" y="1916832"/>
              <a:chExt cx="4362848" cy="1817991"/>
            </a:xfrm>
          </p:grpSpPr>
          <p:pic>
            <p:nvPicPr>
              <p:cNvPr id="2058" name="Picture 10" descr="D:\JDS 프로젝트\DENVER\자료\사진\ISP 조립 사진\IMG_1315.JP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502" r="12176" b="4143"/>
              <a:stretch/>
            </p:blipFill>
            <p:spPr bwMode="auto">
              <a:xfrm rot="10800000">
                <a:off x="2699792" y="1916832"/>
                <a:ext cx="1918821" cy="180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9" name="Picture 11" descr="D:\JDS 프로젝트\DENVER\자료\사진\ISP 조립 사진\IMG_1316.JPG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55" t="7848" r="11771" b="5734"/>
              <a:stretch/>
            </p:blipFill>
            <p:spPr bwMode="auto">
              <a:xfrm>
                <a:off x="5220072" y="1934823"/>
                <a:ext cx="1842568" cy="180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오른쪽 화살표 13"/>
              <p:cNvSpPr/>
              <p:nvPr/>
            </p:nvSpPr>
            <p:spPr>
              <a:xfrm>
                <a:off x="4529696" y="2633053"/>
                <a:ext cx="978408" cy="484632"/>
              </a:xfrm>
              <a:prstGeom prst="rightArrow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" name="모서리가 둥근 직사각형 2"/>
            <p:cNvSpPr/>
            <p:nvPr/>
          </p:nvSpPr>
          <p:spPr>
            <a:xfrm>
              <a:off x="3203848" y="2633053"/>
              <a:ext cx="720080" cy="24231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" name="직선 화살표 연결선 4"/>
            <p:cNvCxnSpPr/>
            <p:nvPr/>
          </p:nvCxnSpPr>
          <p:spPr>
            <a:xfrm>
              <a:off x="3779912" y="2204864"/>
              <a:ext cx="0" cy="28803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1847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1711" y="1125410"/>
            <a:ext cx="7207996" cy="4420422"/>
            <a:chOff x="771711" y="1125410"/>
            <a:chExt cx="7207996" cy="4420422"/>
          </a:xfrm>
        </p:grpSpPr>
        <p:pic>
          <p:nvPicPr>
            <p:cNvPr id="2060" name="Picture 12" descr="D:\JDS 프로젝트\DENVER\자료\사진\ISP 조립 사진\IMG_1317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83" t="15960" r="18675" b="9592"/>
            <a:stretch/>
          </p:blipFill>
          <p:spPr bwMode="auto">
            <a:xfrm rot="10800000">
              <a:off x="3779912" y="2348880"/>
              <a:ext cx="1891765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1" name="Picture 13" descr="D:\JDS 프로젝트\DENVER\자료\사진\ISP 조립 사진\IMG_1318.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30" t="7856" r="11546"/>
            <a:stretch/>
          </p:blipFill>
          <p:spPr bwMode="auto">
            <a:xfrm rot="10800000">
              <a:off x="6156177" y="2346617"/>
              <a:ext cx="1823530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" descr="D:\JDS 프로젝트\DENVER\자료\사진\ISP 조립 사진\IMG_1303.JPG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02582" y="1125410"/>
              <a:ext cx="1818295" cy="1944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9" descr="D:\JDS 프로젝트\DENVER\자료\사진\ISP 조립 사진\IMG_1305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71711" y="3717032"/>
              <a:ext cx="1857829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/>
            <p:cNvSpPr txBox="1"/>
            <p:nvPr/>
          </p:nvSpPr>
          <p:spPr>
            <a:xfrm>
              <a:off x="1419710" y="3063995"/>
              <a:ext cx="1039581" cy="5902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 smtClean="0"/>
                <a:t>+</a:t>
              </a:r>
              <a:endParaRPr lang="ko-KR" altLang="en-US" sz="3200" b="1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854002" y="3075419"/>
              <a:ext cx="1039581" cy="5902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 smtClean="0"/>
                <a:t>=</a:t>
              </a:r>
              <a:endParaRPr lang="ko-KR" altLang="en-US" sz="3200" b="1" dirty="0"/>
            </a:p>
          </p:txBody>
        </p:sp>
        <p:sp>
          <p:nvSpPr>
            <p:cNvPr id="2" name="타원 1"/>
            <p:cNvSpPr/>
            <p:nvPr/>
          </p:nvSpPr>
          <p:spPr>
            <a:xfrm>
              <a:off x="6696236" y="3011190"/>
              <a:ext cx="216024" cy="21602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>
            <a:xfrm>
              <a:off x="7380312" y="2996952"/>
              <a:ext cx="216024" cy="21602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6660232" y="3717032"/>
              <a:ext cx="216024" cy="21602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/>
            <p:cNvSpPr/>
            <p:nvPr/>
          </p:nvSpPr>
          <p:spPr>
            <a:xfrm>
              <a:off x="7380312" y="3717032"/>
              <a:ext cx="216024" cy="21602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61847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1475656" y="836712"/>
            <a:ext cx="5124377" cy="3423183"/>
            <a:chOff x="1475656" y="836712"/>
            <a:chExt cx="5124377" cy="3423183"/>
          </a:xfrm>
        </p:grpSpPr>
        <p:grpSp>
          <p:nvGrpSpPr>
            <p:cNvPr id="3" name="그룹 2"/>
            <p:cNvGrpSpPr/>
            <p:nvPr/>
          </p:nvGrpSpPr>
          <p:grpSpPr>
            <a:xfrm>
              <a:off x="4505419" y="2459895"/>
              <a:ext cx="2094614" cy="1800000"/>
              <a:chOff x="3496720" y="2420888"/>
              <a:chExt cx="2094614" cy="1800000"/>
            </a:xfrm>
          </p:grpSpPr>
          <p:pic>
            <p:nvPicPr>
              <p:cNvPr id="3074" name="Picture 2" descr="D:\JDS 프로젝트\DENVER\자료\사진\ISP 조립 사진\IMG_1319.JP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49" r="10135"/>
              <a:stretch/>
            </p:blipFill>
            <p:spPr bwMode="auto">
              <a:xfrm rot="10800000">
                <a:off x="3496720" y="2420888"/>
                <a:ext cx="2094614" cy="180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직사각형 1"/>
              <p:cNvSpPr/>
              <p:nvPr/>
            </p:nvSpPr>
            <p:spPr>
              <a:xfrm>
                <a:off x="3995936" y="3140968"/>
                <a:ext cx="360040" cy="43204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" name="설명선 2 3"/>
            <p:cNvSpPr/>
            <p:nvPr/>
          </p:nvSpPr>
          <p:spPr>
            <a:xfrm>
              <a:off x="1475656" y="836712"/>
              <a:ext cx="2052149" cy="2160240"/>
            </a:xfrm>
            <a:prstGeom prst="borderCallout2">
              <a:avLst>
                <a:gd name="adj1" fmla="val 48254"/>
                <a:gd name="adj2" fmla="val 104458"/>
                <a:gd name="adj3" fmla="val 76022"/>
                <a:gd name="adj4" fmla="val 142635"/>
                <a:gd name="adj5" fmla="val 109178"/>
                <a:gd name="adj6" fmla="val 171711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2" name="Picture 9" descr="D:\JDS 프로젝트\DENVER\자료\사진\ISP 조립 사진\IMG_1305.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494652" y="980728"/>
              <a:ext cx="1857829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1763688" y="2132856"/>
              <a:ext cx="288032" cy="5040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61847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1763688" y="980728"/>
            <a:ext cx="6026968" cy="3639986"/>
            <a:chOff x="1763688" y="980728"/>
            <a:chExt cx="6026968" cy="3639986"/>
          </a:xfrm>
        </p:grpSpPr>
        <p:pic>
          <p:nvPicPr>
            <p:cNvPr id="16" name="Picture 2" descr="D:\JDS 프로젝트\DENVER\자료\사진\ISP 조립 사진\IMG_1320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35" r="9493" b="7058"/>
            <a:stretch/>
          </p:blipFill>
          <p:spPr bwMode="auto">
            <a:xfrm rot="10800000">
              <a:off x="3491880" y="2820714"/>
              <a:ext cx="1824694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 descr="D:\JDS 프로젝트\DENVER\자료\사진\ISP 조립 사진\IMG_1321.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0" r="22181"/>
            <a:stretch/>
          </p:blipFill>
          <p:spPr bwMode="auto">
            <a:xfrm rot="10800000">
              <a:off x="1763688" y="2820712"/>
              <a:ext cx="1270000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9" descr="D:\JDS 프로젝트\DENVER\자료\사진\ISP 조립 사진\IMG_1305.JPG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 rot="10800000">
              <a:off x="5762182" y="1124744"/>
              <a:ext cx="1857829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설명선 2 2"/>
            <p:cNvSpPr/>
            <p:nvPr/>
          </p:nvSpPr>
          <p:spPr>
            <a:xfrm>
              <a:off x="5580112" y="980728"/>
              <a:ext cx="2210544" cy="2088231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117082"/>
                <a:gd name="adj6" fmla="val -38009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4644008" y="3501008"/>
              <a:ext cx="144016" cy="360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7020272" y="2348880"/>
              <a:ext cx="432048" cy="4718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61847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99991" y="1772816"/>
            <a:ext cx="6756403" cy="2945219"/>
            <a:chOff x="899991" y="1772816"/>
            <a:chExt cx="6756403" cy="2945219"/>
          </a:xfrm>
        </p:grpSpPr>
        <p:pic>
          <p:nvPicPr>
            <p:cNvPr id="5123" name="Picture 3" descr="D:\JDS 프로젝트\DENVER\자료\사진\ISP 조립 사진\IMG_1322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41" t="16927" r="17665" b="15733"/>
            <a:stretch/>
          </p:blipFill>
          <p:spPr bwMode="auto">
            <a:xfrm rot="10800000">
              <a:off x="899991" y="1988840"/>
              <a:ext cx="3455583" cy="2424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D:\JDS 프로젝트\DENVER\자료\사진\ISP 조립 사진\IMG_1323.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6" t="5425" r="25276" b="12763"/>
            <a:stretch/>
          </p:blipFill>
          <p:spPr bwMode="auto">
            <a:xfrm rot="10800000">
              <a:off x="4860032" y="1772816"/>
              <a:ext cx="2796362" cy="2945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오른쪽 화살표 1"/>
            <p:cNvSpPr/>
            <p:nvPr/>
          </p:nvSpPr>
          <p:spPr>
            <a:xfrm>
              <a:off x="4139952" y="2760793"/>
              <a:ext cx="978408" cy="484632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94616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D:\JDS 프로젝트\DENVER\자료\사진\ISP 조립 사진\IMG_1324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4" t="23566" r="26290" b="9095"/>
          <a:stretch/>
        </p:blipFill>
        <p:spPr bwMode="auto">
          <a:xfrm rot="10800000">
            <a:off x="3275856" y="1988840"/>
            <a:ext cx="2243467" cy="242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533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681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12</Words>
  <Application>Microsoft Office PowerPoint</Application>
  <PresentationFormat>화면 슬라이드 쇼(4:3)</PresentationFormat>
  <Paragraphs>12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</dc:creator>
  <cp:lastModifiedBy>JDS</cp:lastModifiedBy>
  <cp:revision>10</cp:revision>
  <dcterms:created xsi:type="dcterms:W3CDTF">2012-10-08T06:32:47Z</dcterms:created>
  <dcterms:modified xsi:type="dcterms:W3CDTF">2012-10-08T09:34:02Z</dcterms:modified>
</cp:coreProperties>
</file>