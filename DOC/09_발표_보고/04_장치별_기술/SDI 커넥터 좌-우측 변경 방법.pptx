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1" d="100"/>
          <a:sy n="91" d="100"/>
        </p:scale>
        <p:origin x="-810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95AE0-85C0-4663-9A85-EC45DEA1E98B}" type="datetimeFigureOut">
              <a:rPr lang="ko-KR" altLang="en-US" smtClean="0"/>
              <a:t>2013-02-14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5A1C0-37CD-414A-BB63-41C1D68CDD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4397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95AE0-85C0-4663-9A85-EC45DEA1E98B}" type="datetimeFigureOut">
              <a:rPr lang="ko-KR" altLang="en-US" smtClean="0"/>
              <a:t>2013-02-14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5A1C0-37CD-414A-BB63-41C1D68CDD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6681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95AE0-85C0-4663-9A85-EC45DEA1E98B}" type="datetimeFigureOut">
              <a:rPr lang="ko-KR" altLang="en-US" smtClean="0"/>
              <a:t>2013-02-14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5A1C0-37CD-414A-BB63-41C1D68CDD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1031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95AE0-85C0-4663-9A85-EC45DEA1E98B}" type="datetimeFigureOut">
              <a:rPr lang="ko-KR" altLang="en-US" smtClean="0"/>
              <a:t>2013-02-14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5A1C0-37CD-414A-BB63-41C1D68CDD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8940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95AE0-85C0-4663-9A85-EC45DEA1E98B}" type="datetimeFigureOut">
              <a:rPr lang="ko-KR" altLang="en-US" smtClean="0"/>
              <a:t>2013-02-14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5A1C0-37CD-414A-BB63-41C1D68CDD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2039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95AE0-85C0-4663-9A85-EC45DEA1E98B}" type="datetimeFigureOut">
              <a:rPr lang="ko-KR" altLang="en-US" smtClean="0"/>
              <a:t>2013-02-14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5A1C0-37CD-414A-BB63-41C1D68CDD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0367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95AE0-85C0-4663-9A85-EC45DEA1E98B}" type="datetimeFigureOut">
              <a:rPr lang="ko-KR" altLang="en-US" smtClean="0"/>
              <a:t>2013-02-14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5A1C0-37CD-414A-BB63-41C1D68CDD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5809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95AE0-85C0-4663-9A85-EC45DEA1E98B}" type="datetimeFigureOut">
              <a:rPr lang="ko-KR" altLang="en-US" smtClean="0"/>
              <a:t>2013-02-14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5A1C0-37CD-414A-BB63-41C1D68CDD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8515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95AE0-85C0-4663-9A85-EC45DEA1E98B}" type="datetimeFigureOut">
              <a:rPr lang="ko-KR" altLang="en-US" smtClean="0"/>
              <a:t>2013-02-14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5A1C0-37CD-414A-BB63-41C1D68CDD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1725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95AE0-85C0-4663-9A85-EC45DEA1E98B}" type="datetimeFigureOut">
              <a:rPr lang="ko-KR" altLang="en-US" smtClean="0"/>
              <a:t>2013-02-14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5A1C0-37CD-414A-BB63-41C1D68CDD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2483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95AE0-85C0-4663-9A85-EC45DEA1E98B}" type="datetimeFigureOut">
              <a:rPr lang="ko-KR" altLang="en-US" smtClean="0"/>
              <a:t>2013-02-14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5A1C0-37CD-414A-BB63-41C1D68CDD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2281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D95AE0-85C0-4663-9A85-EC45DEA1E98B}" type="datetimeFigureOut">
              <a:rPr lang="ko-KR" altLang="en-US" smtClean="0"/>
              <a:t>2013-02-14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C5A1C0-37CD-414A-BB63-41C1D68CDD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8516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/>
          <p:cNvGrpSpPr/>
          <p:nvPr/>
        </p:nvGrpSpPr>
        <p:grpSpPr>
          <a:xfrm>
            <a:off x="424486" y="991953"/>
            <a:ext cx="8323978" cy="5481258"/>
            <a:chOff x="424486" y="476673"/>
            <a:chExt cx="8323978" cy="5481258"/>
          </a:xfrm>
        </p:grpSpPr>
        <p:pic>
          <p:nvPicPr>
            <p:cNvPr id="1026" name="Picture 2" descr="C:\Users\JDS\SkyDrive\데이타\2013-02-14T14-17-59_0.jpg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385" r="20571"/>
            <a:stretch/>
          </p:blipFill>
          <p:spPr bwMode="auto">
            <a:xfrm rot="5400000">
              <a:off x="3613356" y="-1482880"/>
              <a:ext cx="2123090" cy="60421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7" name="Picture 3" descr="C:\Users\JDS\SkyDrive\데이타\2013-02-14T14-18-00_1.jpg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46" b="22102"/>
            <a:stretch/>
          </p:blipFill>
          <p:spPr bwMode="auto">
            <a:xfrm>
              <a:off x="4674901" y="3329779"/>
              <a:ext cx="3952371" cy="252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C:\Users\JDS\SkyDrive\데이타\2013-02-14T14-18-00_4.jp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9552" y="3329779"/>
              <a:ext cx="3373884" cy="252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타원 3"/>
            <p:cNvSpPr/>
            <p:nvPr/>
          </p:nvSpPr>
          <p:spPr>
            <a:xfrm>
              <a:off x="1403648" y="1124744"/>
              <a:ext cx="648072" cy="648072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타원 7"/>
            <p:cNvSpPr/>
            <p:nvPr/>
          </p:nvSpPr>
          <p:spPr>
            <a:xfrm>
              <a:off x="7041096" y="962070"/>
              <a:ext cx="648072" cy="648072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사각형 설명선 4"/>
            <p:cNvSpPr/>
            <p:nvPr/>
          </p:nvSpPr>
          <p:spPr>
            <a:xfrm>
              <a:off x="424486" y="3212976"/>
              <a:ext cx="3571449" cy="2736304"/>
            </a:xfrm>
            <a:prstGeom prst="wedgeRectCallout">
              <a:avLst>
                <a:gd name="adj1" fmla="val -17592"/>
                <a:gd name="adj2" fmla="val -106244"/>
              </a:avLst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사각형 설명선 9"/>
            <p:cNvSpPr/>
            <p:nvPr/>
          </p:nvSpPr>
          <p:spPr>
            <a:xfrm>
              <a:off x="4572000" y="3221627"/>
              <a:ext cx="4176464" cy="2736304"/>
            </a:xfrm>
            <a:prstGeom prst="wedgeRectCallout">
              <a:avLst>
                <a:gd name="adj1" fmla="val 16885"/>
                <a:gd name="adj2" fmla="val -109701"/>
              </a:avLst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2051720" y="332656"/>
            <a:ext cx="4599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1) </a:t>
            </a:r>
            <a:r>
              <a:rPr lang="ko-KR" altLang="en-US" dirty="0" smtClean="0"/>
              <a:t>커넥터 고정 볼트를 푼다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10166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/>
        </p:nvGrpSpPr>
        <p:grpSpPr>
          <a:xfrm>
            <a:off x="1547664" y="661338"/>
            <a:ext cx="6042195" cy="2123090"/>
            <a:chOff x="1653803" y="476673"/>
            <a:chExt cx="6042195" cy="2123090"/>
          </a:xfrm>
        </p:grpSpPr>
        <p:pic>
          <p:nvPicPr>
            <p:cNvPr id="4" name="Picture 2" descr="C:\Users\JDS\SkyDrive\데이타\2013-02-14T14-17-59_0.jpg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385" r="20571"/>
            <a:stretch/>
          </p:blipFill>
          <p:spPr bwMode="auto">
            <a:xfrm rot="5400000">
              <a:off x="3613356" y="-1482880"/>
              <a:ext cx="2123090" cy="60421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타원 6"/>
            <p:cNvSpPr/>
            <p:nvPr/>
          </p:nvSpPr>
          <p:spPr>
            <a:xfrm>
              <a:off x="1907704" y="1052736"/>
              <a:ext cx="360040" cy="432048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타원 7"/>
            <p:cNvSpPr/>
            <p:nvPr/>
          </p:nvSpPr>
          <p:spPr>
            <a:xfrm>
              <a:off x="4674900" y="1268759"/>
              <a:ext cx="1913323" cy="216025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1" name="Picture 2" descr="C:\Users\JDS\SkyDrive\데이타\2013-02-14T14-17-59_0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85" r="20571"/>
          <a:stretch/>
        </p:blipFill>
        <p:spPr bwMode="auto">
          <a:xfrm rot="5400000">
            <a:off x="3579225" y="1550354"/>
            <a:ext cx="2123090" cy="6042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자유형 5"/>
          <p:cNvSpPr/>
          <p:nvPr/>
        </p:nvSpPr>
        <p:spPr>
          <a:xfrm>
            <a:off x="1219200" y="4366031"/>
            <a:ext cx="5980386" cy="290052"/>
          </a:xfrm>
          <a:custGeom>
            <a:avLst/>
            <a:gdLst>
              <a:gd name="connsiteX0" fmla="*/ 5980386 w 5980386"/>
              <a:gd name="connsiteY0" fmla="*/ 6272 h 290052"/>
              <a:gd name="connsiteX1" fmla="*/ 5927834 w 5980386"/>
              <a:gd name="connsiteY1" fmla="*/ 16783 h 290052"/>
              <a:gd name="connsiteX2" fmla="*/ 5822731 w 5980386"/>
              <a:gd name="connsiteY2" fmla="*/ 37803 h 290052"/>
              <a:gd name="connsiteX3" fmla="*/ 5770179 w 5980386"/>
              <a:gd name="connsiteY3" fmla="*/ 58824 h 290052"/>
              <a:gd name="connsiteX4" fmla="*/ 5654566 w 5980386"/>
              <a:gd name="connsiteY4" fmla="*/ 69335 h 290052"/>
              <a:gd name="connsiteX5" fmla="*/ 5454869 w 5980386"/>
              <a:gd name="connsiteY5" fmla="*/ 90355 h 290052"/>
              <a:gd name="connsiteX6" fmla="*/ 5160579 w 5980386"/>
              <a:gd name="connsiteY6" fmla="*/ 100866 h 290052"/>
              <a:gd name="connsiteX7" fmla="*/ 4960883 w 5980386"/>
              <a:gd name="connsiteY7" fmla="*/ 79845 h 290052"/>
              <a:gd name="connsiteX8" fmla="*/ 4141076 w 5980386"/>
              <a:gd name="connsiteY8" fmla="*/ 58824 h 290052"/>
              <a:gd name="connsiteX9" fmla="*/ 4088524 w 5980386"/>
              <a:gd name="connsiteY9" fmla="*/ 48314 h 290052"/>
              <a:gd name="connsiteX10" fmla="*/ 4056993 w 5980386"/>
              <a:gd name="connsiteY10" fmla="*/ 37803 h 290052"/>
              <a:gd name="connsiteX11" fmla="*/ 3678621 w 5980386"/>
              <a:gd name="connsiteY11" fmla="*/ 27293 h 290052"/>
              <a:gd name="connsiteX12" fmla="*/ 3153103 w 5980386"/>
              <a:gd name="connsiteY12" fmla="*/ 16783 h 290052"/>
              <a:gd name="connsiteX13" fmla="*/ 2764221 w 5980386"/>
              <a:gd name="connsiteY13" fmla="*/ 16783 h 290052"/>
              <a:gd name="connsiteX14" fmla="*/ 2701159 w 5980386"/>
              <a:gd name="connsiteY14" fmla="*/ 27293 h 290052"/>
              <a:gd name="connsiteX15" fmla="*/ 2501462 w 5980386"/>
              <a:gd name="connsiteY15" fmla="*/ 48314 h 290052"/>
              <a:gd name="connsiteX16" fmla="*/ 2438400 w 5980386"/>
              <a:gd name="connsiteY16" fmla="*/ 58824 h 290052"/>
              <a:gd name="connsiteX17" fmla="*/ 2396359 w 5980386"/>
              <a:gd name="connsiteY17" fmla="*/ 69335 h 290052"/>
              <a:gd name="connsiteX18" fmla="*/ 2154621 w 5980386"/>
              <a:gd name="connsiteY18" fmla="*/ 90355 h 290052"/>
              <a:gd name="connsiteX19" fmla="*/ 2028497 w 5980386"/>
              <a:gd name="connsiteY19" fmla="*/ 79845 h 290052"/>
              <a:gd name="connsiteX20" fmla="*/ 1839310 w 5980386"/>
              <a:gd name="connsiteY20" fmla="*/ 69335 h 290052"/>
              <a:gd name="connsiteX21" fmla="*/ 1723697 w 5980386"/>
              <a:gd name="connsiteY21" fmla="*/ 48314 h 290052"/>
              <a:gd name="connsiteX22" fmla="*/ 1587062 w 5980386"/>
              <a:gd name="connsiteY22" fmla="*/ 37803 h 290052"/>
              <a:gd name="connsiteX23" fmla="*/ 1555531 w 5980386"/>
              <a:gd name="connsiteY23" fmla="*/ 27293 h 290052"/>
              <a:gd name="connsiteX24" fmla="*/ 1282262 w 5980386"/>
              <a:gd name="connsiteY24" fmla="*/ 27293 h 290052"/>
              <a:gd name="connsiteX25" fmla="*/ 1240221 w 5980386"/>
              <a:gd name="connsiteY25" fmla="*/ 37803 h 290052"/>
              <a:gd name="connsiteX26" fmla="*/ 1019503 w 5980386"/>
              <a:gd name="connsiteY26" fmla="*/ 58824 h 290052"/>
              <a:gd name="connsiteX27" fmla="*/ 956441 w 5980386"/>
              <a:gd name="connsiteY27" fmla="*/ 69335 h 290052"/>
              <a:gd name="connsiteX28" fmla="*/ 924910 w 5980386"/>
              <a:gd name="connsiteY28" fmla="*/ 79845 h 290052"/>
              <a:gd name="connsiteX29" fmla="*/ 798786 w 5980386"/>
              <a:gd name="connsiteY29" fmla="*/ 90355 h 290052"/>
              <a:gd name="connsiteX30" fmla="*/ 693683 w 5980386"/>
              <a:gd name="connsiteY30" fmla="*/ 111376 h 290052"/>
              <a:gd name="connsiteX31" fmla="*/ 662152 w 5980386"/>
              <a:gd name="connsiteY31" fmla="*/ 121886 h 290052"/>
              <a:gd name="connsiteX32" fmla="*/ 493986 w 5980386"/>
              <a:gd name="connsiteY32" fmla="*/ 132397 h 290052"/>
              <a:gd name="connsiteX33" fmla="*/ 231228 w 5980386"/>
              <a:gd name="connsiteY33" fmla="*/ 163928 h 290052"/>
              <a:gd name="connsiteX34" fmla="*/ 31531 w 5980386"/>
              <a:gd name="connsiteY34" fmla="*/ 142907 h 290052"/>
              <a:gd name="connsiteX35" fmla="*/ 94593 w 5980386"/>
              <a:gd name="connsiteY35" fmla="*/ 121886 h 290052"/>
              <a:gd name="connsiteX36" fmla="*/ 73572 w 5980386"/>
              <a:gd name="connsiteY36" fmla="*/ 111376 h 290052"/>
              <a:gd name="connsiteX37" fmla="*/ 63062 w 5980386"/>
              <a:gd name="connsiteY37" fmla="*/ 142907 h 290052"/>
              <a:gd name="connsiteX38" fmla="*/ 0 w 5980386"/>
              <a:gd name="connsiteY38" fmla="*/ 163928 h 290052"/>
              <a:gd name="connsiteX39" fmla="*/ 10510 w 5980386"/>
              <a:gd name="connsiteY39" fmla="*/ 205969 h 290052"/>
              <a:gd name="connsiteX40" fmla="*/ 73572 w 5980386"/>
              <a:gd name="connsiteY40" fmla="*/ 258521 h 290052"/>
              <a:gd name="connsiteX41" fmla="*/ 115614 w 5980386"/>
              <a:gd name="connsiteY41" fmla="*/ 279541 h 290052"/>
              <a:gd name="connsiteX42" fmla="*/ 147145 w 5980386"/>
              <a:gd name="connsiteY42" fmla="*/ 290052 h 290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5980386" h="290052">
                <a:moveTo>
                  <a:pt x="5980386" y="6272"/>
                </a:moveTo>
                <a:lnTo>
                  <a:pt x="5927834" y="16783"/>
                </a:lnTo>
                <a:cubicBezTo>
                  <a:pt x="5893681" y="22993"/>
                  <a:pt x="5856193" y="26649"/>
                  <a:pt x="5822731" y="37803"/>
                </a:cubicBezTo>
                <a:cubicBezTo>
                  <a:pt x="5804832" y="43769"/>
                  <a:pt x="5788723" y="55347"/>
                  <a:pt x="5770179" y="58824"/>
                </a:cubicBezTo>
                <a:cubicBezTo>
                  <a:pt x="5732145" y="65956"/>
                  <a:pt x="5693104" y="65831"/>
                  <a:pt x="5654566" y="69335"/>
                </a:cubicBezTo>
                <a:cubicBezTo>
                  <a:pt x="5566102" y="91450"/>
                  <a:pt x="5609896" y="83144"/>
                  <a:pt x="5454869" y="90355"/>
                </a:cubicBezTo>
                <a:cubicBezTo>
                  <a:pt x="5356816" y="94916"/>
                  <a:pt x="5258676" y="97362"/>
                  <a:pt x="5160579" y="100866"/>
                </a:cubicBezTo>
                <a:cubicBezTo>
                  <a:pt x="5094014" y="93859"/>
                  <a:pt x="5027696" y="83854"/>
                  <a:pt x="4960883" y="79845"/>
                </a:cubicBezTo>
                <a:cubicBezTo>
                  <a:pt x="4821828" y="71502"/>
                  <a:pt x="4211122" y="60314"/>
                  <a:pt x="4141076" y="58824"/>
                </a:cubicBezTo>
                <a:cubicBezTo>
                  <a:pt x="4123559" y="55321"/>
                  <a:pt x="4105855" y="52647"/>
                  <a:pt x="4088524" y="48314"/>
                </a:cubicBezTo>
                <a:cubicBezTo>
                  <a:pt x="4077776" y="45627"/>
                  <a:pt x="4068057" y="38370"/>
                  <a:pt x="4056993" y="37803"/>
                </a:cubicBezTo>
                <a:cubicBezTo>
                  <a:pt x="3930986" y="31341"/>
                  <a:pt x="3804760" y="30226"/>
                  <a:pt x="3678621" y="27293"/>
                </a:cubicBezTo>
                <a:lnTo>
                  <a:pt x="3153103" y="16783"/>
                </a:lnTo>
                <a:cubicBezTo>
                  <a:pt x="2989578" y="-10473"/>
                  <a:pt x="3077066" y="-128"/>
                  <a:pt x="2764221" y="16783"/>
                </a:cubicBezTo>
                <a:cubicBezTo>
                  <a:pt x="2742941" y="17933"/>
                  <a:pt x="2722324" y="24803"/>
                  <a:pt x="2701159" y="27293"/>
                </a:cubicBezTo>
                <a:cubicBezTo>
                  <a:pt x="2523794" y="48159"/>
                  <a:pt x="2648484" y="27311"/>
                  <a:pt x="2501462" y="48314"/>
                </a:cubicBezTo>
                <a:cubicBezTo>
                  <a:pt x="2480366" y="51328"/>
                  <a:pt x="2459297" y="54645"/>
                  <a:pt x="2438400" y="58824"/>
                </a:cubicBezTo>
                <a:cubicBezTo>
                  <a:pt x="2424236" y="61657"/>
                  <a:pt x="2410607" y="66960"/>
                  <a:pt x="2396359" y="69335"/>
                </a:cubicBezTo>
                <a:cubicBezTo>
                  <a:pt x="2316832" y="82590"/>
                  <a:pt x="2234515" y="85029"/>
                  <a:pt x="2154621" y="90355"/>
                </a:cubicBezTo>
                <a:lnTo>
                  <a:pt x="2028497" y="79845"/>
                </a:lnTo>
                <a:cubicBezTo>
                  <a:pt x="1965477" y="75644"/>
                  <a:pt x="1902251" y="74580"/>
                  <a:pt x="1839310" y="69335"/>
                </a:cubicBezTo>
                <a:cubicBezTo>
                  <a:pt x="1720340" y="59421"/>
                  <a:pt x="1829239" y="60041"/>
                  <a:pt x="1723697" y="48314"/>
                </a:cubicBezTo>
                <a:cubicBezTo>
                  <a:pt x="1678297" y="43269"/>
                  <a:pt x="1632607" y="41307"/>
                  <a:pt x="1587062" y="37803"/>
                </a:cubicBezTo>
                <a:cubicBezTo>
                  <a:pt x="1576552" y="34300"/>
                  <a:pt x="1566346" y="29696"/>
                  <a:pt x="1555531" y="27293"/>
                </a:cubicBezTo>
                <a:cubicBezTo>
                  <a:pt x="1450260" y="3900"/>
                  <a:pt x="1424891" y="20162"/>
                  <a:pt x="1282262" y="27293"/>
                </a:cubicBezTo>
                <a:cubicBezTo>
                  <a:pt x="1268248" y="30796"/>
                  <a:pt x="1254563" y="36082"/>
                  <a:pt x="1240221" y="37803"/>
                </a:cubicBezTo>
                <a:cubicBezTo>
                  <a:pt x="1166842" y="46608"/>
                  <a:pt x="1092403" y="46673"/>
                  <a:pt x="1019503" y="58824"/>
                </a:cubicBezTo>
                <a:cubicBezTo>
                  <a:pt x="998482" y="62328"/>
                  <a:pt x="977244" y="64712"/>
                  <a:pt x="956441" y="69335"/>
                </a:cubicBezTo>
                <a:cubicBezTo>
                  <a:pt x="945626" y="71738"/>
                  <a:pt x="935892" y="78381"/>
                  <a:pt x="924910" y="79845"/>
                </a:cubicBezTo>
                <a:cubicBezTo>
                  <a:pt x="883093" y="85420"/>
                  <a:pt x="840827" y="86852"/>
                  <a:pt x="798786" y="90355"/>
                </a:cubicBezTo>
                <a:cubicBezTo>
                  <a:pt x="763752" y="97362"/>
                  <a:pt x="728496" y="103342"/>
                  <a:pt x="693683" y="111376"/>
                </a:cubicBezTo>
                <a:cubicBezTo>
                  <a:pt x="682888" y="113867"/>
                  <a:pt x="673170" y="120726"/>
                  <a:pt x="662152" y="121886"/>
                </a:cubicBezTo>
                <a:cubicBezTo>
                  <a:pt x="606296" y="127766"/>
                  <a:pt x="549933" y="127460"/>
                  <a:pt x="493986" y="132397"/>
                </a:cubicBezTo>
                <a:cubicBezTo>
                  <a:pt x="369692" y="143364"/>
                  <a:pt x="332663" y="149436"/>
                  <a:pt x="231228" y="163928"/>
                </a:cubicBezTo>
                <a:cubicBezTo>
                  <a:pt x="164662" y="156921"/>
                  <a:pt x="95505" y="162591"/>
                  <a:pt x="31531" y="142907"/>
                </a:cubicBezTo>
                <a:cubicBezTo>
                  <a:pt x="10353" y="136391"/>
                  <a:pt x="94593" y="121886"/>
                  <a:pt x="94593" y="121886"/>
                </a:cubicBezTo>
                <a:cubicBezTo>
                  <a:pt x="109097" y="78371"/>
                  <a:pt x="114321" y="84210"/>
                  <a:pt x="73572" y="111376"/>
                </a:cubicBezTo>
                <a:cubicBezTo>
                  <a:pt x="70069" y="121886"/>
                  <a:pt x="72077" y="136468"/>
                  <a:pt x="63062" y="142907"/>
                </a:cubicBezTo>
                <a:cubicBezTo>
                  <a:pt x="45032" y="155786"/>
                  <a:pt x="0" y="163928"/>
                  <a:pt x="0" y="163928"/>
                </a:cubicBezTo>
                <a:cubicBezTo>
                  <a:pt x="3503" y="177942"/>
                  <a:pt x="3343" y="193427"/>
                  <a:pt x="10510" y="205969"/>
                </a:cubicBezTo>
                <a:cubicBezTo>
                  <a:pt x="21049" y="224412"/>
                  <a:pt x="55104" y="247968"/>
                  <a:pt x="73572" y="258521"/>
                </a:cubicBezTo>
                <a:cubicBezTo>
                  <a:pt x="87176" y="266294"/>
                  <a:pt x="101213" y="273369"/>
                  <a:pt x="115614" y="279541"/>
                </a:cubicBezTo>
                <a:cubicBezTo>
                  <a:pt x="125797" y="283905"/>
                  <a:pt x="147145" y="290052"/>
                  <a:pt x="147145" y="290052"/>
                </a:cubicBezTo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2051720" y="116632"/>
            <a:ext cx="4599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</a:t>
            </a:r>
            <a:r>
              <a:rPr lang="en-US" altLang="ko-KR" dirty="0" smtClean="0"/>
              <a:t>) </a:t>
            </a:r>
            <a:r>
              <a:rPr lang="ko-KR" altLang="en-US" dirty="0" smtClean="0"/>
              <a:t>커넥터 케이블 타이를 전단 한다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2161605" y="3068960"/>
            <a:ext cx="4599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</a:t>
            </a:r>
            <a:r>
              <a:rPr lang="en-US" altLang="ko-KR" dirty="0" smtClean="0"/>
              <a:t>) </a:t>
            </a:r>
            <a:r>
              <a:rPr lang="ko-KR" altLang="en-US" dirty="0" smtClean="0"/>
              <a:t>커넥터 방향을 반대로 변경 한다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33170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907704" y="332656"/>
            <a:ext cx="4599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4) </a:t>
            </a:r>
            <a:r>
              <a:rPr lang="ko-KR" altLang="en-US" dirty="0" smtClean="0"/>
              <a:t>커넥터를 </a:t>
            </a:r>
            <a:r>
              <a:rPr lang="ko-KR" altLang="en-US" dirty="0"/>
              <a:t>케이블 </a:t>
            </a:r>
            <a:r>
              <a:rPr lang="ko-KR" altLang="en-US" dirty="0" smtClean="0"/>
              <a:t>타이로 고정 한다</a:t>
            </a:r>
            <a:endParaRPr lang="ko-KR" altLang="en-US" dirty="0"/>
          </a:p>
        </p:txBody>
      </p:sp>
      <p:grpSp>
        <p:nvGrpSpPr>
          <p:cNvPr id="8" name="그룹 7"/>
          <p:cNvGrpSpPr/>
          <p:nvPr/>
        </p:nvGrpSpPr>
        <p:grpSpPr>
          <a:xfrm>
            <a:off x="1238343" y="667020"/>
            <a:ext cx="6264696" cy="1707535"/>
            <a:chOff x="1331640" y="825458"/>
            <a:chExt cx="6264696" cy="1707535"/>
          </a:xfrm>
        </p:grpSpPr>
        <p:pic>
          <p:nvPicPr>
            <p:cNvPr id="1027" name="Picture 3" descr="C:\Users\JDS\SkyDrive\데이타\2013-02-14T19-18-50_0.jpg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5941" b="36446"/>
            <a:stretch/>
          </p:blipFill>
          <p:spPr bwMode="auto">
            <a:xfrm>
              <a:off x="1331640" y="825458"/>
              <a:ext cx="6078102" cy="17075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타원 10"/>
            <p:cNvSpPr/>
            <p:nvPr/>
          </p:nvSpPr>
          <p:spPr>
            <a:xfrm>
              <a:off x="1763688" y="1412776"/>
              <a:ext cx="360040" cy="432048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/>
            <p:cNvSpPr/>
            <p:nvPr/>
          </p:nvSpPr>
          <p:spPr>
            <a:xfrm>
              <a:off x="2195736" y="1700808"/>
              <a:ext cx="1913323" cy="216025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타원 16"/>
            <p:cNvSpPr/>
            <p:nvPr/>
          </p:nvSpPr>
          <p:spPr>
            <a:xfrm>
              <a:off x="6948264" y="1520788"/>
              <a:ext cx="648072" cy="648072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3" name="Picture 3" descr="C:\Users\JDS\SkyDrive\데이타\2013-02-14T19-18-50_0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941" b="35902"/>
          <a:stretch/>
        </p:blipFill>
        <p:spPr bwMode="auto">
          <a:xfrm>
            <a:off x="1333942" y="3210545"/>
            <a:ext cx="5552305" cy="1154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3" descr="C:\Users\JDS\SkyDrive\데이타\2013-02-14T14-18-00_1.jp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46" b="22102"/>
          <a:stretch/>
        </p:blipFill>
        <p:spPr bwMode="auto">
          <a:xfrm>
            <a:off x="4387989" y="4851970"/>
            <a:ext cx="3610464" cy="1679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4" descr="C:\Users\JDS\SkyDrive\데이타\2013-02-14T14-18-00_4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375" y="4851970"/>
            <a:ext cx="3082020" cy="1679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타원 25"/>
          <p:cNvSpPr/>
          <p:nvPr/>
        </p:nvSpPr>
        <p:spPr>
          <a:xfrm>
            <a:off x="1258402" y="3573117"/>
            <a:ext cx="592009" cy="4319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/>
          <p:cNvSpPr/>
          <p:nvPr/>
        </p:nvSpPr>
        <p:spPr>
          <a:xfrm>
            <a:off x="6444208" y="3717133"/>
            <a:ext cx="592009" cy="4319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사각형 설명선 27"/>
          <p:cNvSpPr/>
          <p:nvPr/>
        </p:nvSpPr>
        <p:spPr>
          <a:xfrm>
            <a:off x="505263" y="4774120"/>
            <a:ext cx="3262495" cy="1823777"/>
          </a:xfrm>
          <a:prstGeom prst="wedgeRectCallout">
            <a:avLst>
              <a:gd name="adj1" fmla="val -17270"/>
              <a:gd name="adj2" fmla="val -91836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사각형 설명선 28"/>
          <p:cNvSpPr/>
          <p:nvPr/>
        </p:nvSpPr>
        <p:spPr>
          <a:xfrm>
            <a:off x="4293989" y="4779886"/>
            <a:ext cx="3815172" cy="1823777"/>
          </a:xfrm>
          <a:prstGeom prst="wedgeRectCallout">
            <a:avLst>
              <a:gd name="adj1" fmla="val 12753"/>
              <a:gd name="adj2" fmla="val -8549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1810411" y="2839372"/>
            <a:ext cx="4599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</a:t>
            </a:r>
            <a:r>
              <a:rPr lang="en-US" altLang="ko-KR" dirty="0" smtClean="0"/>
              <a:t>) </a:t>
            </a:r>
            <a:r>
              <a:rPr lang="ko-KR" altLang="en-US" dirty="0" smtClean="0"/>
              <a:t>커넥터 고정 볼트를 조립한다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850881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37</Words>
  <Application>Microsoft Office PowerPoint</Application>
  <PresentationFormat>화면 슬라이드 쇼(4:3)</PresentationFormat>
  <Paragraphs>5</Paragraphs>
  <Slides>3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4" baseType="lpstr">
      <vt:lpstr>Office 테마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JDS</dc:creator>
  <cp:lastModifiedBy>JDS</cp:lastModifiedBy>
  <cp:revision>4</cp:revision>
  <dcterms:created xsi:type="dcterms:W3CDTF">2013-02-14T06:33:35Z</dcterms:created>
  <dcterms:modified xsi:type="dcterms:W3CDTF">2013-02-14T10:25:52Z</dcterms:modified>
</cp:coreProperties>
</file>