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3" autoAdjust="0"/>
    <p:restoredTop sz="94660"/>
  </p:normalViewPr>
  <p:slideViewPr>
    <p:cSldViewPr snapToGrid="0">
      <p:cViewPr>
        <p:scale>
          <a:sx n="100" d="100"/>
          <a:sy n="100" d="100"/>
        </p:scale>
        <p:origin x="-552" y="3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41400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79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39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63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52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274638"/>
            <a:ext cx="8543925" cy="1143000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489075"/>
            <a:ext cx="4189413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878" y="2193926"/>
            <a:ext cx="4189413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102" y="1489075"/>
            <a:ext cx="4190702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102" y="2193926"/>
            <a:ext cx="4190702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5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20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96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1850"/>
            <a:ext cx="3194943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27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1850"/>
            <a:ext cx="3194943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9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25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88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7" y="6356351"/>
            <a:ext cx="26622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452DB-503F-49FC-9DE8-986E077480FF}" type="datetimeFigureOut">
              <a:rPr lang="ko-KR" altLang="en-US" smtClean="0"/>
              <a:t>2012-10-12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76663" y="6356351"/>
            <a:ext cx="2352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62725" y="6356351"/>
            <a:ext cx="26622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E9C43-39CD-4EEB-86C1-13532B766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468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00" y="2150223"/>
            <a:ext cx="3211346" cy="4016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타원 3"/>
          <p:cNvSpPr/>
          <p:nvPr/>
        </p:nvSpPr>
        <p:spPr>
          <a:xfrm>
            <a:off x="2479599" y="2136889"/>
            <a:ext cx="1337310" cy="10248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3906783" y="2425877"/>
            <a:ext cx="605504" cy="446912"/>
          </a:xfrm>
          <a:prstGeom prst="right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39" name="그룹 1038"/>
          <p:cNvGrpSpPr/>
          <p:nvPr/>
        </p:nvGrpSpPr>
        <p:grpSpPr>
          <a:xfrm>
            <a:off x="4512287" y="1580057"/>
            <a:ext cx="4250657" cy="3015330"/>
            <a:chOff x="4512287" y="1953673"/>
            <a:chExt cx="4250657" cy="3015330"/>
          </a:xfrm>
        </p:grpSpPr>
        <p:sp>
          <p:nvSpPr>
            <p:cNvPr id="6" name="직사각형 5"/>
            <p:cNvSpPr/>
            <p:nvPr/>
          </p:nvSpPr>
          <p:spPr>
            <a:xfrm>
              <a:off x="4813701" y="2799493"/>
              <a:ext cx="544830" cy="31680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587606" y="2799493"/>
              <a:ext cx="2049305" cy="31680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PEI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(Public Emergency 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Intercomm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7636911" y="3666268"/>
              <a:ext cx="910129" cy="31680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DVR/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CCTV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774892" y="4388263"/>
              <a:ext cx="1739741" cy="31680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On-board Ethernet Switch/Router(HR)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951343" y="1953673"/>
              <a:ext cx="1123712" cy="3168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Loco Power Supply ?? 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꺾인 연결선 10"/>
            <p:cNvCxnSpPr>
              <a:stCxn id="6" idx="0"/>
              <a:endCxn id="13" idx="2"/>
            </p:cNvCxnSpPr>
            <p:nvPr/>
          </p:nvCxnSpPr>
          <p:spPr>
            <a:xfrm rot="5400000" flipH="1" flipV="1">
              <a:off x="5535148" y="1821442"/>
              <a:ext cx="529018" cy="1427083"/>
            </a:xfrm>
            <a:prstGeom prst="bentConnector3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꺾인 연결선 15"/>
            <p:cNvCxnSpPr>
              <a:stCxn id="9" idx="0"/>
              <a:endCxn id="13" idx="2"/>
            </p:cNvCxnSpPr>
            <p:nvPr/>
          </p:nvCxnSpPr>
          <p:spPr>
            <a:xfrm rot="16200000" flipV="1">
              <a:off x="6298220" y="2485454"/>
              <a:ext cx="529018" cy="99060"/>
            </a:xfrm>
            <a:prstGeom prst="bentConnector3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꺾인 연결선 18"/>
            <p:cNvCxnSpPr>
              <a:stCxn id="13" idx="2"/>
              <a:endCxn id="10" idx="0"/>
            </p:cNvCxnSpPr>
            <p:nvPr/>
          </p:nvCxnSpPr>
          <p:spPr>
            <a:xfrm rot="16200000" flipH="1">
              <a:off x="6604691" y="2178982"/>
              <a:ext cx="1395793" cy="1578777"/>
            </a:xfrm>
            <a:prstGeom prst="bentConnector3">
              <a:avLst>
                <a:gd name="adj1" fmla="val 19064"/>
              </a:avLst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꺾인 연결선 22"/>
            <p:cNvCxnSpPr>
              <a:stCxn id="6" idx="2"/>
              <a:endCxn id="12" idx="0"/>
            </p:cNvCxnSpPr>
            <p:nvPr/>
          </p:nvCxnSpPr>
          <p:spPr>
            <a:xfrm rot="16200000" flipH="1">
              <a:off x="5229455" y="2972956"/>
              <a:ext cx="1271968" cy="1558647"/>
            </a:xfrm>
            <a:prstGeom prst="bentConnector3">
              <a:avLst/>
            </a:prstGeom>
            <a:ln w="12700">
              <a:solidFill>
                <a:srgbClr val="7030A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꺾인 연결선 24"/>
            <p:cNvCxnSpPr>
              <a:stCxn id="9" idx="2"/>
              <a:endCxn id="12" idx="0"/>
            </p:cNvCxnSpPr>
            <p:nvPr/>
          </p:nvCxnSpPr>
          <p:spPr>
            <a:xfrm rot="16200000" flipH="1">
              <a:off x="5992527" y="3736027"/>
              <a:ext cx="1271968" cy="32504"/>
            </a:xfrm>
            <a:prstGeom prst="bentConnector3">
              <a:avLst/>
            </a:prstGeom>
            <a:ln w="12700">
              <a:solidFill>
                <a:srgbClr val="7030A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꺾인 연결선 27"/>
            <p:cNvCxnSpPr>
              <a:stCxn id="10" idx="2"/>
              <a:endCxn id="12" idx="0"/>
            </p:cNvCxnSpPr>
            <p:nvPr/>
          </p:nvCxnSpPr>
          <p:spPr>
            <a:xfrm rot="5400000">
              <a:off x="7165774" y="3462060"/>
              <a:ext cx="405193" cy="1447213"/>
            </a:xfrm>
            <a:prstGeom prst="bentConnector3">
              <a:avLst/>
            </a:prstGeom>
            <a:ln w="12700">
              <a:solidFill>
                <a:srgbClr val="7030A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구름 30"/>
            <p:cNvSpPr/>
            <p:nvPr/>
          </p:nvSpPr>
          <p:spPr>
            <a:xfrm>
              <a:off x="4512287" y="2620995"/>
              <a:ext cx="2979129" cy="914400"/>
            </a:xfrm>
            <a:prstGeom prst="clou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  <a:p>
              <a:pPr algn="ctr"/>
              <a:endParaRPr lang="en-US" altLang="ko-KR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  <a:p>
              <a:pPr algn="ctr"/>
              <a:r>
                <a:rPr lang="en-US" altLang="ko-KR" b="1" dirty="0" err="1" smtClean="0">
                  <a:ln w="18000">
                    <a:solidFill>
                      <a:schemeClr val="accent2">
                        <a:satMod val="140000"/>
                      </a:schemeClr>
                    </a:solidFill>
                    <a:prstDash val="solid"/>
                    <a:miter lim="800000"/>
                  </a:ln>
                  <a:noFill/>
                  <a:effectLst>
                    <a:outerShdw blurRad="25500" dist="23000" dir="7020000" algn="tl">
                      <a:srgbClr val="000000">
                        <a:alpha val="50000"/>
                      </a:srgbClr>
                    </a:outerShdw>
                  </a:effectLst>
                </a:rPr>
                <a:t>Woojin</a:t>
              </a:r>
              <a:endParaRPr lang="ko-KR" altLang="en-US" dirty="0"/>
            </a:p>
          </p:txBody>
        </p:sp>
        <p:sp>
          <p:nvSpPr>
            <p:cNvPr id="1024" name="구름 1023"/>
            <p:cNvSpPr/>
            <p:nvPr/>
          </p:nvSpPr>
          <p:spPr>
            <a:xfrm>
              <a:off x="5659580" y="3606928"/>
              <a:ext cx="3103364" cy="1362075"/>
            </a:xfrm>
            <a:prstGeom prst="clou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spc="50" dirty="0" smtClean="0">
                  <a:ln w="12700" cmpd="sng">
                    <a:solidFill>
                      <a:schemeClr val="accent6">
                        <a:satMod val="120000"/>
                        <a:shade val="80000"/>
                      </a:schemeClr>
                    </a:solidFill>
                    <a:prstDash val="solid"/>
                  </a:ln>
                  <a:solidFill>
                    <a:schemeClr val="accent6">
                      <a:tint val="1000"/>
                    </a:schemeClr>
                  </a:solidFill>
                  <a:effectLst>
                    <a:glow rad="53100">
                      <a:schemeClr val="accent6">
                        <a:satMod val="180000"/>
                        <a:alpha val="30000"/>
                      </a:schemeClr>
                    </a:glow>
                  </a:effectLst>
                </a:rPr>
                <a:t>Inter-M</a:t>
              </a:r>
              <a:endParaRPr lang="ko-KR" altLang="en-US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endParaRPr>
            </a:p>
          </p:txBody>
        </p:sp>
      </p:grpSp>
      <p:sp>
        <p:nvSpPr>
          <p:cNvPr id="1038" name="TextBox 1037"/>
          <p:cNvSpPr txBox="1"/>
          <p:nvPr/>
        </p:nvSpPr>
        <p:spPr>
          <a:xfrm>
            <a:off x="1322509" y="514348"/>
            <a:ext cx="7440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err="1" smtClean="0"/>
              <a:t>Woojin</a:t>
            </a:r>
            <a:r>
              <a:rPr lang="en-US" altLang="ko-KR" sz="3200" dirty="0" smtClean="0"/>
              <a:t> Wayside Reply Sheet </a:t>
            </a:r>
            <a:r>
              <a:rPr lang="ko-KR" altLang="en-US" sz="3200" dirty="0" smtClean="0"/>
              <a:t>수정 내용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4116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4725045" y="882753"/>
            <a:ext cx="4980592" cy="3949700"/>
            <a:chOff x="1711881" y="981731"/>
            <a:chExt cx="5990034" cy="4805659"/>
          </a:xfrm>
        </p:grpSpPr>
        <p:sp>
          <p:nvSpPr>
            <p:cNvPr id="4" name="Oval 3"/>
            <p:cNvSpPr/>
            <p:nvPr/>
          </p:nvSpPr>
          <p:spPr>
            <a:xfrm>
              <a:off x="4070747" y="5021580"/>
              <a:ext cx="1272302" cy="76581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Nomad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" name="Cloud 4"/>
            <p:cNvSpPr/>
            <p:nvPr/>
          </p:nvSpPr>
          <p:spPr>
            <a:xfrm>
              <a:off x="3257371" y="3097530"/>
              <a:ext cx="2651403" cy="1131570"/>
            </a:xfrm>
            <a:prstGeom prst="cloud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INTERNET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711881" y="5021580"/>
              <a:ext cx="1272302" cy="76581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RSC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3946920" y="981731"/>
              <a:ext cx="1272302" cy="134998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</a:rPr>
                <a:t>Woojin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429613" y="5021580"/>
              <a:ext cx="1272302" cy="76581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</a:rPr>
                <a:t>Penta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5924142" y="2386630"/>
              <a:ext cx="1563289" cy="299580"/>
              <a:chOff x="6616882" y="1699937"/>
              <a:chExt cx="1924048" cy="299580"/>
            </a:xfrm>
          </p:grpSpPr>
          <p:cxnSp>
            <p:nvCxnSpPr>
              <p:cNvPr id="3" name="Straight Arrow Connector 2"/>
              <p:cNvCxnSpPr/>
              <p:nvPr/>
            </p:nvCxnSpPr>
            <p:spPr>
              <a:xfrm flipH="1" flipV="1">
                <a:off x="6616882" y="1873176"/>
                <a:ext cx="737235" cy="1143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7434127" y="1699937"/>
                <a:ext cx="1106803" cy="299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 smtClean="0"/>
                  <a:t>VPN</a:t>
                </a:r>
                <a:endParaRPr lang="ko-KR" altLang="en-US" sz="1000" dirty="0"/>
              </a:p>
            </p:txBody>
          </p:sp>
        </p:grpSp>
        <p:cxnSp>
          <p:nvCxnSpPr>
            <p:cNvPr id="13" name="Straight Arrow Connector 12"/>
            <p:cNvCxnSpPr>
              <a:endCxn id="6" idx="0"/>
            </p:cNvCxnSpPr>
            <p:nvPr/>
          </p:nvCxnSpPr>
          <p:spPr>
            <a:xfrm flipH="1">
              <a:off x="2348032" y="3518052"/>
              <a:ext cx="2258257" cy="1503528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4606289" y="3518052"/>
              <a:ext cx="2431502" cy="1503528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4" idx="0"/>
            </p:cNvCxnSpPr>
            <p:nvPr/>
          </p:nvCxnSpPr>
          <p:spPr>
            <a:xfrm>
              <a:off x="4606290" y="3518052"/>
              <a:ext cx="100608" cy="1503528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4207567" y="1807534"/>
              <a:ext cx="776997" cy="35433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4" name="Straight Arrow Connector 23"/>
            <p:cNvCxnSpPr>
              <a:endCxn id="7" idx="4"/>
            </p:cNvCxnSpPr>
            <p:nvPr/>
          </p:nvCxnSpPr>
          <p:spPr>
            <a:xfrm flipH="1" flipV="1">
              <a:off x="4583072" y="2331720"/>
              <a:ext cx="23219" cy="118693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23" y="865239"/>
            <a:ext cx="4028457" cy="4228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오른쪽 화살표 13"/>
          <p:cNvSpPr/>
          <p:nvPr/>
        </p:nvSpPr>
        <p:spPr>
          <a:xfrm>
            <a:off x="4539996" y="203741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549828" y="5038410"/>
            <a:ext cx="50730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Internet-based VPN test </a:t>
            </a:r>
            <a:r>
              <a:rPr lang="ko-KR" altLang="en-US" sz="1200" dirty="0" smtClean="0"/>
              <a:t>블록 </a:t>
            </a:r>
            <a:r>
              <a:rPr lang="ko-KR" altLang="en-US" sz="1200" dirty="0" err="1" smtClean="0"/>
              <a:t>다이어</a:t>
            </a:r>
            <a:r>
              <a:rPr lang="ko-KR" altLang="en-US" sz="1200" dirty="0" smtClean="0"/>
              <a:t> 그램을 </a:t>
            </a:r>
            <a:r>
              <a:rPr lang="ko-KR" altLang="en-US" sz="1200" dirty="0" err="1" smtClean="0"/>
              <a:t>간락하게</a:t>
            </a:r>
            <a:r>
              <a:rPr lang="ko-KR" altLang="en-US" sz="1200" dirty="0" smtClean="0"/>
              <a:t> 표현</a:t>
            </a:r>
            <a:r>
              <a:rPr lang="en-US" altLang="ko-KR" sz="12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smtClean="0"/>
              <a:t>VPN Server</a:t>
            </a:r>
            <a:r>
              <a:rPr lang="ko-KR" altLang="en-US" sz="1200" dirty="0" smtClean="0"/>
              <a:t>를 우진에 설치 하여 각 업체가 접속하는 걸로 진행</a:t>
            </a:r>
            <a:r>
              <a:rPr lang="en-US" altLang="ko-KR" sz="12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각 업체는 우진 </a:t>
            </a:r>
            <a:r>
              <a:rPr lang="en-US" altLang="ko-KR" sz="1200" dirty="0" smtClean="0"/>
              <a:t>VPN Server </a:t>
            </a:r>
            <a:r>
              <a:rPr lang="ko-KR" altLang="en-US" sz="1200" dirty="0" smtClean="0"/>
              <a:t>로 접속</a:t>
            </a:r>
            <a:r>
              <a:rPr lang="ko-KR" altLang="en-US" sz="1200" dirty="0"/>
              <a:t>할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IP</a:t>
            </a:r>
            <a:r>
              <a:rPr lang="ko-KR" altLang="en-US" sz="1200" dirty="0" smtClean="0"/>
              <a:t>를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우진에 제공 해야 한다</a:t>
            </a:r>
            <a:r>
              <a:rPr lang="en-US" altLang="ko-KR" sz="12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우진은 각 업체가 </a:t>
            </a:r>
            <a:r>
              <a:rPr lang="en-US" altLang="ko-KR" sz="1200" dirty="0" smtClean="0"/>
              <a:t>IP</a:t>
            </a:r>
            <a:r>
              <a:rPr lang="ko-KR" altLang="en-US" sz="1200" dirty="0" smtClean="0"/>
              <a:t>에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대하여 서버 접속 </a:t>
            </a:r>
            <a:r>
              <a:rPr lang="en-US" altLang="ko-KR" sz="1200" dirty="0" err="1" smtClean="0"/>
              <a:t>Seting</a:t>
            </a:r>
            <a:r>
              <a:rPr lang="ko-KR" altLang="en-US" sz="1200" dirty="0" smtClean="0"/>
              <a:t>을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한다</a:t>
            </a:r>
            <a:r>
              <a:rPr lang="en-US" altLang="ko-KR" sz="12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우진은 서버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Seting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후</a:t>
            </a:r>
            <a:r>
              <a:rPr lang="en-US" altLang="ko-KR" sz="1200" dirty="0" smtClean="0"/>
              <a:t> SIP </a:t>
            </a:r>
            <a:r>
              <a:rPr lang="ko-KR" altLang="en-US" sz="1200" dirty="0" smtClean="0"/>
              <a:t>전송 관련 포트를 각 업체에 알려 준다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698190" y="252798"/>
            <a:ext cx="66620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Internet-based VPN test </a:t>
            </a:r>
            <a:r>
              <a:rPr lang="ko-KR" altLang="en-US" dirty="0"/>
              <a:t>블록 </a:t>
            </a:r>
            <a:r>
              <a:rPr lang="ko-KR" altLang="en-US" dirty="0" err="1"/>
              <a:t>다이어</a:t>
            </a:r>
            <a:r>
              <a:rPr lang="ko-KR" altLang="en-US" dirty="0"/>
              <a:t> 그램을 </a:t>
            </a:r>
            <a:r>
              <a:rPr lang="ko-KR" altLang="en-US" dirty="0" err="1"/>
              <a:t>간락하게</a:t>
            </a:r>
            <a:r>
              <a:rPr lang="ko-KR" altLang="en-US" dirty="0"/>
              <a:t> 표현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038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503853" y="1161516"/>
            <a:ext cx="5208234" cy="3547244"/>
            <a:chOff x="402253" y="511276"/>
            <a:chExt cx="5208234" cy="3547244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53" y="511276"/>
              <a:ext cx="5208234" cy="354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1868125" y="1401137"/>
              <a:ext cx="3500284" cy="46211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774691" y="2040343"/>
            <a:ext cx="274748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Woojin</a:t>
            </a:r>
            <a:r>
              <a:rPr lang="ko-KR" altLang="en-US" sz="1200" dirty="0" smtClean="0"/>
              <a:t>은 </a:t>
            </a:r>
            <a:r>
              <a:rPr lang="en-US" altLang="ko-KR" sz="1200" dirty="0" smtClean="0"/>
              <a:t>OCC </a:t>
            </a:r>
            <a:r>
              <a:rPr lang="ko-KR" altLang="en-US" sz="1200" dirty="0" smtClean="0"/>
              <a:t>운영에 필요한 어떠한</a:t>
            </a:r>
            <a:endParaRPr lang="en-US" altLang="ko-KR" sz="1200" dirty="0" smtClean="0"/>
          </a:p>
          <a:p>
            <a:r>
              <a:rPr lang="ko-KR" altLang="en-US" sz="1200" dirty="0" smtClean="0"/>
              <a:t>프로그램도 제공 하지 않는다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6" name="오른쪽 화살표 5"/>
          <p:cNvSpPr/>
          <p:nvPr/>
        </p:nvSpPr>
        <p:spPr>
          <a:xfrm>
            <a:off x="5664108" y="20288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49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4" t="3104" b="9176"/>
          <a:stretch/>
        </p:blipFill>
        <p:spPr>
          <a:xfrm>
            <a:off x="689280" y="598894"/>
            <a:ext cx="1527780" cy="914399"/>
          </a:xfrm>
          <a:prstGeom prst="rect">
            <a:avLst/>
          </a:prstGeom>
        </p:spPr>
      </p:pic>
      <p:pic>
        <p:nvPicPr>
          <p:cNvPr id="1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323156" y="1767830"/>
            <a:ext cx="581308" cy="8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04464" y="1923313"/>
            <a:ext cx="203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Woojin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VPN Server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79335" y="489574"/>
            <a:ext cx="68764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CRA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0" name="Freeform 27"/>
          <p:cNvSpPr/>
          <p:nvPr/>
        </p:nvSpPr>
        <p:spPr>
          <a:xfrm>
            <a:off x="758956" y="1204712"/>
            <a:ext cx="597695" cy="698500"/>
          </a:xfrm>
          <a:custGeom>
            <a:avLst/>
            <a:gdLst>
              <a:gd name="connsiteX0" fmla="*/ 496095 w 597695"/>
              <a:gd name="connsiteY0" fmla="*/ 698500 h 698500"/>
              <a:gd name="connsiteX1" fmla="*/ 795 w 597695"/>
              <a:gd name="connsiteY1" fmla="*/ 495300 h 698500"/>
              <a:gd name="connsiteX2" fmla="*/ 597695 w 597695"/>
              <a:gd name="connsiteY2" fmla="*/ 0 h 698500"/>
              <a:gd name="connsiteX3" fmla="*/ 597695 w 597695"/>
              <a:gd name="connsiteY3" fmla="*/ 0 h 69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95" h="698500">
                <a:moveTo>
                  <a:pt x="496095" y="698500"/>
                </a:moveTo>
                <a:cubicBezTo>
                  <a:pt x="239978" y="655108"/>
                  <a:pt x="-16138" y="611717"/>
                  <a:pt x="795" y="495300"/>
                </a:cubicBezTo>
                <a:cubicBezTo>
                  <a:pt x="17728" y="378883"/>
                  <a:pt x="597695" y="0"/>
                  <a:pt x="597695" y="0"/>
                </a:cubicBezTo>
                <a:lnTo>
                  <a:pt x="597695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Freeform 2050"/>
          <p:cNvSpPr/>
          <p:nvPr/>
        </p:nvSpPr>
        <p:spPr>
          <a:xfrm>
            <a:off x="1769401" y="858906"/>
            <a:ext cx="881047" cy="608039"/>
          </a:xfrm>
          <a:custGeom>
            <a:avLst/>
            <a:gdLst>
              <a:gd name="connsiteX0" fmla="*/ 0 w 1143000"/>
              <a:gd name="connsiteY0" fmla="*/ 571500 h 617833"/>
              <a:gd name="connsiteX1" fmla="*/ 434340 w 1143000"/>
              <a:gd name="connsiteY1" fmla="*/ 560070 h 617833"/>
              <a:gd name="connsiteX2" fmla="*/ 1143000 w 1143000"/>
              <a:gd name="connsiteY2" fmla="*/ 0 h 617833"/>
              <a:gd name="connsiteX3" fmla="*/ 1143000 w 1143000"/>
              <a:gd name="connsiteY3" fmla="*/ 0 h 61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" h="617833">
                <a:moveTo>
                  <a:pt x="0" y="571500"/>
                </a:moveTo>
                <a:cubicBezTo>
                  <a:pt x="121920" y="613410"/>
                  <a:pt x="243840" y="655320"/>
                  <a:pt x="434340" y="560070"/>
                </a:cubicBezTo>
                <a:cubicBezTo>
                  <a:pt x="624840" y="464820"/>
                  <a:pt x="1143000" y="0"/>
                  <a:pt x="1143000" y="0"/>
                </a:cubicBezTo>
                <a:lnTo>
                  <a:pt x="114300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2052"/>
          <p:cNvSpPr/>
          <p:nvPr/>
        </p:nvSpPr>
        <p:spPr>
          <a:xfrm>
            <a:off x="0" y="247606"/>
            <a:ext cx="3601301" cy="26127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" name="그룹 57"/>
          <p:cNvGrpSpPr/>
          <p:nvPr/>
        </p:nvGrpSpPr>
        <p:grpSpPr>
          <a:xfrm>
            <a:off x="3939262" y="145329"/>
            <a:ext cx="5293228" cy="4515226"/>
            <a:chOff x="3939262" y="145329"/>
            <a:chExt cx="5293228" cy="4515226"/>
          </a:xfrm>
        </p:grpSpPr>
        <p:sp>
          <p:nvSpPr>
            <p:cNvPr id="13" name="Cloud 4"/>
            <p:cNvSpPr/>
            <p:nvPr/>
          </p:nvSpPr>
          <p:spPr>
            <a:xfrm>
              <a:off x="5016750" y="2484148"/>
              <a:ext cx="2524080" cy="1301269"/>
            </a:xfrm>
            <a:prstGeom prst="cloud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INTERNET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6"/>
            <p:cNvSpPr/>
            <p:nvPr/>
          </p:nvSpPr>
          <p:spPr>
            <a:xfrm>
              <a:off x="3939262" y="145329"/>
              <a:ext cx="4300195" cy="210114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31"/>
            <p:cNvGrpSpPr/>
            <p:nvPr/>
          </p:nvGrpSpPr>
          <p:grpSpPr>
            <a:xfrm>
              <a:off x="7504024" y="2246478"/>
              <a:ext cx="1299843" cy="246220"/>
              <a:chOff x="6616882" y="1699937"/>
              <a:chExt cx="1924048" cy="299580"/>
            </a:xfrm>
          </p:grpSpPr>
          <p:cxnSp>
            <p:nvCxnSpPr>
              <p:cNvPr id="30" name="Straight Arrow Connector 2"/>
              <p:cNvCxnSpPr/>
              <p:nvPr/>
            </p:nvCxnSpPr>
            <p:spPr>
              <a:xfrm flipH="1" flipV="1">
                <a:off x="6616882" y="1873176"/>
                <a:ext cx="737235" cy="1143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7434127" y="1699937"/>
                <a:ext cx="1106803" cy="299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 smtClean="0"/>
                  <a:t>VPN</a:t>
                </a:r>
                <a:endParaRPr lang="ko-KR" altLang="en-US" sz="1000" dirty="0"/>
              </a:p>
            </p:txBody>
          </p:sp>
        </p:grpSp>
        <p:cxnSp>
          <p:nvCxnSpPr>
            <p:cNvPr id="26" name="Straight Arrow Connector 15"/>
            <p:cNvCxnSpPr>
              <a:stCxn id="28" idx="2"/>
              <a:endCxn id="32" idx="0"/>
            </p:cNvCxnSpPr>
            <p:nvPr/>
          </p:nvCxnSpPr>
          <p:spPr>
            <a:xfrm>
              <a:off x="6302916" y="2117799"/>
              <a:ext cx="17831" cy="1913348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2"/>
            <p:cNvSpPr/>
            <p:nvPr/>
          </p:nvSpPr>
          <p:spPr>
            <a:xfrm>
              <a:off x="5864291" y="1826580"/>
              <a:ext cx="877250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SERVER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Oval 7"/>
            <p:cNvSpPr/>
            <p:nvPr/>
          </p:nvSpPr>
          <p:spPr>
            <a:xfrm>
              <a:off x="5791800" y="4031147"/>
              <a:ext cx="1057893" cy="62940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Avaya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524044" y="446745"/>
              <a:ext cx="1425072" cy="7161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CRA</a:t>
              </a: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 rot="16200000">
              <a:off x="5445137" y="678609"/>
              <a:ext cx="716179" cy="2524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VOIP PCB</a:t>
              </a:r>
              <a:endParaRPr lang="ko-KR" altLang="en-US" sz="1000" dirty="0"/>
            </a:p>
          </p:txBody>
        </p:sp>
        <p:cxnSp>
          <p:nvCxnSpPr>
            <p:cNvPr id="36" name="구부러진 연결선 35"/>
            <p:cNvCxnSpPr>
              <a:stCxn id="9" idx="3"/>
              <a:endCxn id="47" idx="0"/>
            </p:cNvCxnSpPr>
            <p:nvPr/>
          </p:nvCxnSpPr>
          <p:spPr>
            <a:xfrm>
              <a:off x="5949116" y="804835"/>
              <a:ext cx="346355" cy="454696"/>
            </a:xfrm>
            <a:prstGeom prst="curved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구부러진 연결선 38"/>
            <p:cNvCxnSpPr>
              <a:stCxn id="22" idx="7"/>
              <a:endCxn id="47" idx="0"/>
            </p:cNvCxnSpPr>
            <p:nvPr/>
          </p:nvCxnSpPr>
          <p:spPr>
            <a:xfrm flipH="1">
              <a:off x="6295471" y="910472"/>
              <a:ext cx="1247883" cy="349059"/>
            </a:xfrm>
            <a:prstGeom prst="curvedConnector4">
              <a:avLst>
                <a:gd name="adj1" fmla="val -18319"/>
                <a:gd name="adj2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laptop"/>
            <p:cNvSpPr>
              <a:spLocks noEditPoints="1" noChangeArrowheads="1"/>
            </p:cNvSpPr>
            <p:nvPr/>
          </p:nvSpPr>
          <p:spPr bwMode="auto">
            <a:xfrm>
              <a:off x="6932802" y="455891"/>
              <a:ext cx="610552" cy="454581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Rounded Rectangle 22"/>
            <p:cNvSpPr/>
            <p:nvPr/>
          </p:nvSpPr>
          <p:spPr>
            <a:xfrm>
              <a:off x="5972442" y="1259531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HUB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51" name="구부러진 연결선 50"/>
            <p:cNvCxnSpPr>
              <a:stCxn id="47" idx="2"/>
              <a:endCxn id="28" idx="0"/>
            </p:cNvCxnSpPr>
            <p:nvPr/>
          </p:nvCxnSpPr>
          <p:spPr>
            <a:xfrm rot="16200000" flipH="1">
              <a:off x="6161278" y="1684942"/>
              <a:ext cx="275830" cy="7445"/>
            </a:xfrm>
            <a:prstGeom prst="curvedConnector3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/>
            <p:cNvCxnSpPr/>
            <p:nvPr/>
          </p:nvCxnSpPr>
          <p:spPr>
            <a:xfrm>
              <a:off x="7543354" y="2569644"/>
              <a:ext cx="4572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8060813" y="2408724"/>
              <a:ext cx="11716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E-Net cable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130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77" y="865238"/>
            <a:ext cx="4028457" cy="4228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4" name="그룹 23"/>
          <p:cNvGrpSpPr/>
          <p:nvPr/>
        </p:nvGrpSpPr>
        <p:grpSpPr>
          <a:xfrm>
            <a:off x="4725045" y="882753"/>
            <a:ext cx="4980592" cy="4210920"/>
            <a:chOff x="4725045" y="882753"/>
            <a:chExt cx="4980592" cy="4210920"/>
          </a:xfrm>
        </p:grpSpPr>
        <p:grpSp>
          <p:nvGrpSpPr>
            <p:cNvPr id="5" name="그룹 4"/>
            <p:cNvGrpSpPr/>
            <p:nvPr/>
          </p:nvGrpSpPr>
          <p:grpSpPr>
            <a:xfrm>
              <a:off x="4725045" y="882753"/>
              <a:ext cx="4980592" cy="4210920"/>
              <a:chOff x="1711881" y="981731"/>
              <a:chExt cx="5990034" cy="5123489"/>
            </a:xfrm>
          </p:grpSpPr>
          <p:sp>
            <p:nvSpPr>
              <p:cNvPr id="6" name="Oval 3"/>
              <p:cNvSpPr/>
              <p:nvPr/>
            </p:nvSpPr>
            <p:spPr>
              <a:xfrm>
                <a:off x="4070747" y="5021580"/>
                <a:ext cx="1272302" cy="108364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</a:rPr>
                  <a:t>Nomad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Cloud 4"/>
              <p:cNvSpPr/>
              <p:nvPr/>
            </p:nvSpPr>
            <p:spPr>
              <a:xfrm>
                <a:off x="3257371" y="3097530"/>
                <a:ext cx="2651403" cy="1131570"/>
              </a:xfrm>
              <a:prstGeom prst="cloud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</a:rPr>
                  <a:t>INTERNET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Oval 5"/>
              <p:cNvSpPr/>
              <p:nvPr/>
            </p:nvSpPr>
            <p:spPr>
              <a:xfrm>
                <a:off x="1711881" y="5021580"/>
                <a:ext cx="1272302" cy="108364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</a:rPr>
                  <a:t>RSC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6"/>
              <p:cNvSpPr/>
              <p:nvPr/>
            </p:nvSpPr>
            <p:spPr>
              <a:xfrm>
                <a:off x="3946920" y="981731"/>
                <a:ext cx="1272302" cy="134998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 smtClean="0">
                    <a:solidFill>
                      <a:schemeClr val="tx1"/>
                    </a:solidFill>
                  </a:rPr>
                  <a:t>Woojin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Oval 7"/>
              <p:cNvSpPr/>
              <p:nvPr/>
            </p:nvSpPr>
            <p:spPr>
              <a:xfrm>
                <a:off x="6429613" y="5021580"/>
                <a:ext cx="1272302" cy="108364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err="1" smtClean="0">
                    <a:solidFill>
                      <a:schemeClr val="tx1"/>
                    </a:solidFill>
                  </a:rPr>
                  <a:t>Penta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31"/>
              <p:cNvGrpSpPr/>
              <p:nvPr/>
            </p:nvGrpSpPr>
            <p:grpSpPr>
              <a:xfrm>
                <a:off x="5924142" y="2386630"/>
                <a:ext cx="1563289" cy="299580"/>
                <a:chOff x="6616882" y="1699937"/>
                <a:chExt cx="1924048" cy="299580"/>
              </a:xfrm>
            </p:grpSpPr>
            <p:cxnSp>
              <p:nvCxnSpPr>
                <p:cNvPr id="17" name="Straight Arrow Connector 2"/>
                <p:cNvCxnSpPr/>
                <p:nvPr/>
              </p:nvCxnSpPr>
              <p:spPr>
                <a:xfrm flipH="1" flipV="1">
                  <a:off x="6616882" y="1873176"/>
                  <a:ext cx="737235" cy="1143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prstDash val="sysDash"/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/>
                <p:cNvSpPr txBox="1"/>
                <p:nvPr/>
              </p:nvSpPr>
              <p:spPr>
                <a:xfrm>
                  <a:off x="7434127" y="1699937"/>
                  <a:ext cx="1106803" cy="299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 smtClean="0"/>
                    <a:t>VPN</a:t>
                  </a:r>
                  <a:endParaRPr lang="ko-KR" altLang="en-US" sz="1000" dirty="0"/>
                </a:p>
              </p:txBody>
            </p:sp>
          </p:grpSp>
          <p:cxnSp>
            <p:nvCxnSpPr>
              <p:cNvPr id="12" name="Straight Arrow Connector 12"/>
              <p:cNvCxnSpPr>
                <a:endCxn id="8" idx="0"/>
              </p:cNvCxnSpPr>
              <p:nvPr/>
            </p:nvCxnSpPr>
            <p:spPr>
              <a:xfrm flipH="1">
                <a:off x="2348032" y="3518052"/>
                <a:ext cx="2258258" cy="150352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5"/>
              <p:cNvCxnSpPr/>
              <p:nvPr/>
            </p:nvCxnSpPr>
            <p:spPr>
              <a:xfrm>
                <a:off x="4606289" y="3518052"/>
                <a:ext cx="2431502" cy="150352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8"/>
              <p:cNvCxnSpPr>
                <a:endCxn id="6" idx="0"/>
              </p:cNvCxnSpPr>
              <p:nvPr/>
            </p:nvCxnSpPr>
            <p:spPr>
              <a:xfrm>
                <a:off x="4606289" y="3518052"/>
                <a:ext cx="100609" cy="150352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ounded Rectangle 22"/>
              <p:cNvSpPr/>
              <p:nvPr/>
            </p:nvSpPr>
            <p:spPr>
              <a:xfrm>
                <a:off x="4207567" y="1807534"/>
                <a:ext cx="776997" cy="3543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SERVE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cxnSp>
            <p:nvCxnSpPr>
              <p:cNvPr id="16" name="Straight Arrow Connector 23"/>
              <p:cNvCxnSpPr>
                <a:endCxn id="15" idx="2"/>
              </p:cNvCxnSpPr>
              <p:nvPr/>
            </p:nvCxnSpPr>
            <p:spPr>
              <a:xfrm flipH="1" flipV="1">
                <a:off x="4596065" y="2161864"/>
                <a:ext cx="10225" cy="135679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ounded Rectangle 22"/>
            <p:cNvSpPr/>
            <p:nvPr/>
          </p:nvSpPr>
          <p:spPr>
            <a:xfrm>
              <a:off x="4930962" y="4226530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Rounded Rectangle 22"/>
            <p:cNvSpPr/>
            <p:nvPr/>
          </p:nvSpPr>
          <p:spPr>
            <a:xfrm>
              <a:off x="6892312" y="4203045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Rounded Rectangle 22"/>
            <p:cNvSpPr/>
            <p:nvPr/>
          </p:nvSpPr>
          <p:spPr>
            <a:xfrm>
              <a:off x="8917597" y="4226529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22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3"/>
          <p:cNvSpPr/>
          <p:nvPr/>
        </p:nvSpPr>
        <p:spPr>
          <a:xfrm>
            <a:off x="4615397" y="5072784"/>
            <a:ext cx="1057893" cy="89062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Nomad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Cloud 4"/>
          <p:cNvSpPr/>
          <p:nvPr/>
        </p:nvSpPr>
        <p:spPr>
          <a:xfrm>
            <a:off x="3939092" y="3491436"/>
            <a:ext cx="2204588" cy="930021"/>
          </a:xfrm>
          <a:prstGeom prst="cloud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INTERNET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Oval 5"/>
          <p:cNvSpPr/>
          <p:nvPr/>
        </p:nvSpPr>
        <p:spPr>
          <a:xfrm>
            <a:off x="2654048" y="5072784"/>
            <a:ext cx="1057893" cy="89062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RSC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Oval 6"/>
          <p:cNvSpPr/>
          <p:nvPr/>
        </p:nvSpPr>
        <p:spPr>
          <a:xfrm>
            <a:off x="3454545" y="990600"/>
            <a:ext cx="3122202" cy="181694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</a:rPr>
              <a:t>Woojin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Oval 7"/>
          <p:cNvSpPr/>
          <p:nvPr/>
        </p:nvSpPr>
        <p:spPr>
          <a:xfrm>
            <a:off x="6576747" y="5072784"/>
            <a:ext cx="1057893" cy="89062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</a:rPr>
              <a:t>Penta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14" name="Group 31"/>
          <p:cNvGrpSpPr/>
          <p:nvPr/>
        </p:nvGrpSpPr>
        <p:grpSpPr>
          <a:xfrm>
            <a:off x="6156458" y="2907158"/>
            <a:ext cx="1299843" cy="246220"/>
            <a:chOff x="6616882" y="1699937"/>
            <a:chExt cx="1924048" cy="299580"/>
          </a:xfrm>
        </p:grpSpPr>
        <p:cxnSp>
          <p:nvCxnSpPr>
            <p:cNvPr id="20" name="Straight Arrow Connector 2"/>
            <p:cNvCxnSpPr/>
            <p:nvPr/>
          </p:nvCxnSpPr>
          <p:spPr>
            <a:xfrm flipH="1" flipV="1">
              <a:off x="6616882" y="1873176"/>
              <a:ext cx="737235" cy="11430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434127" y="1699937"/>
              <a:ext cx="1106803" cy="29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VPN</a:t>
              </a:r>
              <a:endParaRPr lang="ko-KR" altLang="en-US" sz="1000" dirty="0"/>
            </a:p>
          </p:txBody>
        </p:sp>
      </p:grpSp>
      <p:cxnSp>
        <p:nvCxnSpPr>
          <p:cNvPr id="15" name="Straight Arrow Connector 12"/>
          <p:cNvCxnSpPr>
            <a:endCxn id="11" idx="0"/>
          </p:cNvCxnSpPr>
          <p:nvPr/>
        </p:nvCxnSpPr>
        <p:spPr>
          <a:xfrm flipH="1">
            <a:off x="3182995" y="3837057"/>
            <a:ext cx="1877696" cy="1235727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060690" y="3837057"/>
            <a:ext cx="2021745" cy="1235727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8"/>
          <p:cNvCxnSpPr>
            <a:endCxn id="9" idx="0"/>
          </p:cNvCxnSpPr>
          <p:nvPr/>
        </p:nvCxnSpPr>
        <p:spPr>
          <a:xfrm>
            <a:off x="5060690" y="3837057"/>
            <a:ext cx="83654" cy="1235727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3"/>
          <p:cNvCxnSpPr>
            <a:endCxn id="56" idx="2"/>
          </p:cNvCxnSpPr>
          <p:nvPr/>
        </p:nvCxnSpPr>
        <p:spPr>
          <a:xfrm flipH="1" flipV="1">
            <a:off x="5015646" y="2366962"/>
            <a:ext cx="45044" cy="1470096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22"/>
          <p:cNvSpPr/>
          <p:nvPr/>
        </p:nvSpPr>
        <p:spPr>
          <a:xfrm>
            <a:off x="2859965" y="5096269"/>
            <a:ext cx="646057" cy="29121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rPr>
              <a:t>VPN SERVE</a:t>
            </a:r>
            <a:endParaRPr lang="ko-KR" alt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ounded Rectangle 22"/>
          <p:cNvSpPr/>
          <p:nvPr/>
        </p:nvSpPr>
        <p:spPr>
          <a:xfrm>
            <a:off x="4821315" y="5072784"/>
            <a:ext cx="646057" cy="29121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rPr>
              <a:t>VPN SERVE</a:t>
            </a:r>
            <a:endParaRPr lang="ko-KR" alt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22"/>
          <p:cNvSpPr/>
          <p:nvPr/>
        </p:nvSpPr>
        <p:spPr>
          <a:xfrm>
            <a:off x="6846600" y="5096268"/>
            <a:ext cx="646057" cy="29121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rPr>
              <a:t>VPN SERVE</a:t>
            </a:r>
            <a:endParaRPr lang="ko-KR" alt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4615397" y="626356"/>
            <a:ext cx="646057" cy="724470"/>
            <a:chOff x="4615397" y="626356"/>
            <a:chExt cx="646057" cy="724470"/>
          </a:xfrm>
        </p:grpSpPr>
        <p:sp>
          <p:nvSpPr>
            <p:cNvPr id="18" name="Rounded Rectangle 22"/>
            <p:cNvSpPr/>
            <p:nvPr/>
          </p:nvSpPr>
          <p:spPr>
            <a:xfrm>
              <a:off x="4615397" y="1059607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1026" name="Picture 2" descr="C:\Users\JDS\AppData\Local\Microsoft\Windows\Temporary Internet Files\Content.IE5\V5CH99PD\MC900383834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7602" y="626356"/>
              <a:ext cx="421646" cy="433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그룹 56"/>
          <p:cNvGrpSpPr/>
          <p:nvPr/>
        </p:nvGrpSpPr>
        <p:grpSpPr>
          <a:xfrm>
            <a:off x="3506865" y="1357616"/>
            <a:ext cx="646057" cy="724470"/>
            <a:chOff x="4615397" y="626356"/>
            <a:chExt cx="646057" cy="724470"/>
          </a:xfrm>
        </p:grpSpPr>
        <p:sp>
          <p:nvSpPr>
            <p:cNvPr id="58" name="Rounded Rectangle 22"/>
            <p:cNvSpPr/>
            <p:nvPr/>
          </p:nvSpPr>
          <p:spPr>
            <a:xfrm>
              <a:off x="4615397" y="1059607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59" name="Picture 2" descr="C:\Users\JDS\AppData\Local\Microsoft\Windows\Temporary Internet Files\Content.IE5\V5CH99PD\MC900383834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7602" y="626356"/>
              <a:ext cx="421646" cy="433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" name="그룹 59"/>
          <p:cNvGrpSpPr/>
          <p:nvPr/>
        </p:nvGrpSpPr>
        <p:grpSpPr>
          <a:xfrm>
            <a:off x="5760273" y="1376666"/>
            <a:ext cx="646057" cy="724470"/>
            <a:chOff x="4615397" y="626356"/>
            <a:chExt cx="646057" cy="724470"/>
          </a:xfrm>
        </p:grpSpPr>
        <p:sp>
          <p:nvSpPr>
            <p:cNvPr id="61" name="Rounded Rectangle 22"/>
            <p:cNvSpPr/>
            <p:nvPr/>
          </p:nvSpPr>
          <p:spPr>
            <a:xfrm>
              <a:off x="4615397" y="1059607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2" name="Picture 2" descr="C:\Users\JDS\AppData\Local\Microsoft\Windows\Temporary Internet Files\Content.IE5\V5CH99PD\MC900383834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7602" y="626356"/>
              <a:ext cx="421646" cy="433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직사각형 55"/>
          <p:cNvSpPr/>
          <p:nvPr/>
        </p:nvSpPr>
        <p:spPr>
          <a:xfrm>
            <a:off x="4646947" y="2025809"/>
            <a:ext cx="737397" cy="341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VPN</a:t>
            </a:r>
            <a:endParaRPr lang="ko-KR" altLang="en-US" sz="1000" dirty="0"/>
          </a:p>
        </p:txBody>
      </p:sp>
      <p:cxnSp>
        <p:nvCxnSpPr>
          <p:cNvPr id="1024" name="구부러진 연결선 1023"/>
          <p:cNvCxnSpPr>
            <a:stCxn id="58" idx="3"/>
            <a:endCxn id="56" idx="1"/>
          </p:cNvCxnSpPr>
          <p:nvPr/>
        </p:nvCxnSpPr>
        <p:spPr>
          <a:xfrm>
            <a:off x="4152922" y="1936477"/>
            <a:ext cx="494025" cy="259909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구부러진 연결선 1026"/>
          <p:cNvCxnSpPr>
            <a:stCxn id="18" idx="2"/>
            <a:endCxn id="56" idx="0"/>
          </p:cNvCxnSpPr>
          <p:nvPr/>
        </p:nvCxnSpPr>
        <p:spPr>
          <a:xfrm rot="16200000" flipH="1">
            <a:off x="4639545" y="1649707"/>
            <a:ext cx="674983" cy="77220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구부러진 연결선 1028"/>
          <p:cNvCxnSpPr>
            <a:stCxn id="56" idx="3"/>
            <a:endCxn id="61" idx="1"/>
          </p:cNvCxnSpPr>
          <p:nvPr/>
        </p:nvCxnSpPr>
        <p:spPr>
          <a:xfrm flipV="1">
            <a:off x="5384344" y="1955527"/>
            <a:ext cx="375929" cy="240859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16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231090" y="4233632"/>
            <a:ext cx="1057893" cy="89062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Nomad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Cloud 4"/>
          <p:cNvSpPr/>
          <p:nvPr/>
        </p:nvSpPr>
        <p:spPr>
          <a:xfrm>
            <a:off x="3554785" y="2652284"/>
            <a:ext cx="2204588" cy="930021"/>
          </a:xfrm>
          <a:prstGeom prst="cloud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INTERNET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269741" y="4233632"/>
            <a:ext cx="1057893" cy="89062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RSC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192440" y="4233632"/>
            <a:ext cx="1057893" cy="89062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</a:rPr>
              <a:t>Penta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9" name="Group 31"/>
          <p:cNvGrpSpPr/>
          <p:nvPr/>
        </p:nvGrpSpPr>
        <p:grpSpPr>
          <a:xfrm>
            <a:off x="5902207" y="2514755"/>
            <a:ext cx="1299843" cy="246220"/>
            <a:chOff x="6616882" y="1699937"/>
            <a:chExt cx="1924048" cy="299580"/>
          </a:xfrm>
        </p:grpSpPr>
        <p:cxnSp>
          <p:nvCxnSpPr>
            <p:cNvPr id="10" name="Straight Arrow Connector 2"/>
            <p:cNvCxnSpPr/>
            <p:nvPr/>
          </p:nvCxnSpPr>
          <p:spPr>
            <a:xfrm flipH="1" flipV="1">
              <a:off x="6616882" y="1873176"/>
              <a:ext cx="737235" cy="11430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434127" y="1699937"/>
              <a:ext cx="1106803" cy="299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VPN</a:t>
              </a:r>
              <a:endParaRPr lang="ko-KR" altLang="en-US" sz="1000" dirty="0"/>
            </a:p>
          </p:txBody>
        </p:sp>
      </p:grpSp>
      <p:cxnSp>
        <p:nvCxnSpPr>
          <p:cNvPr id="12" name="Straight Arrow Connector 12"/>
          <p:cNvCxnSpPr>
            <a:endCxn id="6" idx="0"/>
          </p:cNvCxnSpPr>
          <p:nvPr/>
        </p:nvCxnSpPr>
        <p:spPr>
          <a:xfrm flipH="1">
            <a:off x="2798688" y="2997905"/>
            <a:ext cx="1877696" cy="1235727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/>
          <p:cNvCxnSpPr/>
          <p:nvPr/>
        </p:nvCxnSpPr>
        <p:spPr>
          <a:xfrm>
            <a:off x="4676383" y="2997905"/>
            <a:ext cx="2021745" cy="1235727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8"/>
          <p:cNvCxnSpPr>
            <a:endCxn id="4" idx="0"/>
          </p:cNvCxnSpPr>
          <p:nvPr/>
        </p:nvCxnSpPr>
        <p:spPr>
          <a:xfrm>
            <a:off x="4676383" y="2997905"/>
            <a:ext cx="83654" cy="1235727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5234397" y="1445673"/>
            <a:ext cx="898685" cy="291219"/>
            <a:chOff x="6715125" y="1799440"/>
            <a:chExt cx="898685" cy="291219"/>
          </a:xfrm>
        </p:grpSpPr>
        <p:sp>
          <p:nvSpPr>
            <p:cNvPr id="17" name="Rounded Rectangle 22"/>
            <p:cNvSpPr/>
            <p:nvPr/>
          </p:nvSpPr>
          <p:spPr>
            <a:xfrm>
              <a:off x="6715125" y="1799440"/>
              <a:ext cx="898685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SERVER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7382935" y="1960518"/>
              <a:ext cx="230875" cy="1247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6270351" y="1270710"/>
            <a:ext cx="482392" cy="130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CRA</a:t>
            </a:r>
            <a:endParaRPr lang="ko-KR" altLang="en-US" sz="1000" dirty="0"/>
          </a:p>
        </p:txBody>
      </p:sp>
      <p:cxnSp>
        <p:nvCxnSpPr>
          <p:cNvPr id="20" name="구부러진 연결선 19"/>
          <p:cNvCxnSpPr>
            <a:stCxn id="18" idx="3"/>
            <a:endCxn id="19" idx="2"/>
          </p:cNvCxnSpPr>
          <p:nvPr/>
        </p:nvCxnSpPr>
        <p:spPr>
          <a:xfrm flipV="1">
            <a:off x="6133082" y="1401143"/>
            <a:ext cx="378465" cy="267966"/>
          </a:xfrm>
          <a:prstGeom prst="curvedConnector2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6"/>
          <p:cNvSpPr/>
          <p:nvPr/>
        </p:nvSpPr>
        <p:spPr>
          <a:xfrm>
            <a:off x="2369709" y="133350"/>
            <a:ext cx="4697001" cy="230995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</a:rPr>
              <a:t>Woojin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4121951" y="262112"/>
            <a:ext cx="646057" cy="724470"/>
            <a:chOff x="4615397" y="626356"/>
            <a:chExt cx="646057" cy="724470"/>
          </a:xfrm>
        </p:grpSpPr>
        <p:sp>
          <p:nvSpPr>
            <p:cNvPr id="37" name="Rounded Rectangle 22"/>
            <p:cNvSpPr/>
            <p:nvPr/>
          </p:nvSpPr>
          <p:spPr>
            <a:xfrm>
              <a:off x="4615397" y="1059607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38" name="Picture 2" descr="C:\Users\JDS\AppData\Local\Microsoft\Windows\Temporary Internet Files\Content.IE5\V5CH99PD\MC900383834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7602" y="626356"/>
              <a:ext cx="421646" cy="433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그룹 38"/>
          <p:cNvGrpSpPr/>
          <p:nvPr/>
        </p:nvGrpSpPr>
        <p:grpSpPr>
          <a:xfrm>
            <a:off x="3013419" y="993372"/>
            <a:ext cx="646057" cy="724470"/>
            <a:chOff x="4615397" y="626356"/>
            <a:chExt cx="646057" cy="724470"/>
          </a:xfrm>
        </p:grpSpPr>
        <p:sp>
          <p:nvSpPr>
            <p:cNvPr id="40" name="Rounded Rectangle 22"/>
            <p:cNvSpPr/>
            <p:nvPr/>
          </p:nvSpPr>
          <p:spPr>
            <a:xfrm>
              <a:off x="4615397" y="1059607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41" name="Picture 2" descr="C:\Users\JDS\AppData\Local\Microsoft\Windows\Temporary Internet Files\Content.IE5\V5CH99PD\MC900383834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7602" y="626356"/>
              <a:ext cx="421646" cy="433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4" name="Picture 2" descr="C:\Users\JDS\AppData\Local\Microsoft\Windows\Temporary Internet Files\Content.IE5\V5CH99PD\MC900383834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032" y="1012422"/>
            <a:ext cx="421646" cy="43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/>
          <p:cNvSpPr/>
          <p:nvPr/>
        </p:nvSpPr>
        <p:spPr>
          <a:xfrm>
            <a:off x="4153501" y="1661565"/>
            <a:ext cx="737397" cy="341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VPN</a:t>
            </a:r>
            <a:endParaRPr lang="ko-KR" altLang="en-US" sz="1000" dirty="0"/>
          </a:p>
        </p:txBody>
      </p:sp>
      <p:cxnSp>
        <p:nvCxnSpPr>
          <p:cNvPr id="46" name="구부러진 연결선 45"/>
          <p:cNvCxnSpPr>
            <a:stCxn id="40" idx="3"/>
            <a:endCxn id="45" idx="1"/>
          </p:cNvCxnSpPr>
          <p:nvPr/>
        </p:nvCxnSpPr>
        <p:spPr>
          <a:xfrm>
            <a:off x="3659476" y="1572233"/>
            <a:ext cx="494025" cy="259909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구부러진 연결선 46"/>
          <p:cNvCxnSpPr>
            <a:stCxn id="37" idx="2"/>
            <a:endCxn id="45" idx="0"/>
          </p:cNvCxnSpPr>
          <p:nvPr/>
        </p:nvCxnSpPr>
        <p:spPr>
          <a:xfrm rot="16200000" flipH="1">
            <a:off x="4146099" y="1285463"/>
            <a:ext cx="674983" cy="77220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구부러진 연결선 47"/>
          <p:cNvCxnSpPr>
            <a:stCxn id="45" idx="3"/>
          </p:cNvCxnSpPr>
          <p:nvPr/>
        </p:nvCxnSpPr>
        <p:spPr>
          <a:xfrm flipV="1">
            <a:off x="4890898" y="1591283"/>
            <a:ext cx="375929" cy="240859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구부러진 연결선 49"/>
          <p:cNvCxnSpPr>
            <a:stCxn id="18" idx="2"/>
            <a:endCxn id="45" idx="2"/>
          </p:cNvCxnSpPr>
          <p:nvPr/>
        </p:nvCxnSpPr>
        <p:spPr>
          <a:xfrm rot="5400000">
            <a:off x="5134297" y="1119370"/>
            <a:ext cx="271252" cy="1495445"/>
          </a:xfrm>
          <a:prstGeom prst="curvedConnector3">
            <a:avLst>
              <a:gd name="adj1" fmla="val 184276"/>
            </a:avLst>
          </a:prstGeom>
          <a:ln w="28575">
            <a:solidFill>
              <a:srgbClr val="FF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18"/>
          <p:cNvCxnSpPr>
            <a:stCxn id="45" idx="2"/>
          </p:cNvCxnSpPr>
          <p:nvPr/>
        </p:nvCxnSpPr>
        <p:spPr>
          <a:xfrm>
            <a:off x="4522200" y="2002718"/>
            <a:ext cx="146462" cy="103284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78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020129" y="822009"/>
            <a:ext cx="4320000" cy="2557110"/>
            <a:chOff x="1020129" y="822009"/>
            <a:chExt cx="4320000" cy="2557110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129" y="822009"/>
              <a:ext cx="4320000" cy="2557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모서리가 둥근 직사각형 3"/>
            <p:cNvSpPr/>
            <p:nvPr/>
          </p:nvSpPr>
          <p:spPr>
            <a:xfrm>
              <a:off x="3171825" y="2834640"/>
              <a:ext cx="1301115" cy="495300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826772" y="3780914"/>
            <a:ext cx="4320000" cy="2171829"/>
            <a:chOff x="826772" y="3780914"/>
            <a:chExt cx="4320000" cy="2171829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6772" y="3780914"/>
              <a:ext cx="4320000" cy="2171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모서리가 둥근 직사각형 6"/>
            <p:cNvSpPr/>
            <p:nvPr/>
          </p:nvSpPr>
          <p:spPr>
            <a:xfrm>
              <a:off x="2724149" y="4819650"/>
              <a:ext cx="849631" cy="925830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156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/>
          <p:cNvGrpSpPr/>
          <p:nvPr/>
        </p:nvGrpSpPr>
        <p:grpSpPr>
          <a:xfrm>
            <a:off x="1320705" y="542924"/>
            <a:ext cx="4980592" cy="5420488"/>
            <a:chOff x="1320705" y="542924"/>
            <a:chExt cx="4980592" cy="5420488"/>
          </a:xfrm>
        </p:grpSpPr>
        <p:sp>
          <p:nvSpPr>
            <p:cNvPr id="4" name="Oval 3"/>
            <p:cNvSpPr/>
            <p:nvPr/>
          </p:nvSpPr>
          <p:spPr>
            <a:xfrm>
              <a:off x="3282054" y="5072784"/>
              <a:ext cx="1057893" cy="89062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Nomad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" name="Cloud 4"/>
            <p:cNvSpPr/>
            <p:nvPr/>
          </p:nvSpPr>
          <p:spPr>
            <a:xfrm>
              <a:off x="2605749" y="3491436"/>
              <a:ext cx="2204588" cy="930021"/>
            </a:xfrm>
            <a:prstGeom prst="cloud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INTERNET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20705" y="5072784"/>
              <a:ext cx="1057893" cy="89062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RSC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322919" y="542924"/>
              <a:ext cx="4641548" cy="2447925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</a:rPr>
                <a:t>Woojin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243404" y="5072784"/>
              <a:ext cx="1057893" cy="89062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</a:rPr>
                <a:t>Penta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 31"/>
            <p:cNvGrpSpPr/>
            <p:nvPr/>
          </p:nvGrpSpPr>
          <p:grpSpPr>
            <a:xfrm>
              <a:off x="4960781" y="3886716"/>
              <a:ext cx="1299843" cy="246220"/>
              <a:chOff x="6616882" y="1699937"/>
              <a:chExt cx="1924048" cy="299580"/>
            </a:xfrm>
          </p:grpSpPr>
          <p:cxnSp>
            <p:nvCxnSpPr>
              <p:cNvPr id="10" name="Straight Arrow Connector 2"/>
              <p:cNvCxnSpPr/>
              <p:nvPr/>
            </p:nvCxnSpPr>
            <p:spPr>
              <a:xfrm flipH="1" flipV="1">
                <a:off x="6616882" y="1873176"/>
                <a:ext cx="737235" cy="1143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7434127" y="1699937"/>
                <a:ext cx="1106803" cy="299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 smtClean="0"/>
                  <a:t>VPN</a:t>
                </a:r>
                <a:endParaRPr lang="ko-KR" altLang="en-US" sz="1000" dirty="0"/>
              </a:p>
            </p:txBody>
          </p:sp>
        </p:grpSp>
        <p:cxnSp>
          <p:nvCxnSpPr>
            <p:cNvPr id="12" name="Straight Arrow Connector 12"/>
            <p:cNvCxnSpPr>
              <a:endCxn id="6" idx="0"/>
            </p:cNvCxnSpPr>
            <p:nvPr/>
          </p:nvCxnSpPr>
          <p:spPr>
            <a:xfrm flipH="1">
              <a:off x="1849652" y="3837057"/>
              <a:ext cx="1877696" cy="123572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5"/>
            <p:cNvCxnSpPr/>
            <p:nvPr/>
          </p:nvCxnSpPr>
          <p:spPr>
            <a:xfrm>
              <a:off x="3727347" y="3837057"/>
              <a:ext cx="2021745" cy="123572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8"/>
            <p:cNvCxnSpPr>
              <a:endCxn id="4" idx="0"/>
            </p:cNvCxnSpPr>
            <p:nvPr/>
          </p:nvCxnSpPr>
          <p:spPr>
            <a:xfrm>
              <a:off x="3727347" y="3837057"/>
              <a:ext cx="83654" cy="123572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22"/>
            <p:cNvSpPr/>
            <p:nvPr/>
          </p:nvSpPr>
          <p:spPr>
            <a:xfrm>
              <a:off x="1447800" y="5096269"/>
              <a:ext cx="724879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</a:t>
              </a:r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SERVER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Rounded Rectangle 22"/>
            <p:cNvSpPr/>
            <p:nvPr/>
          </p:nvSpPr>
          <p:spPr>
            <a:xfrm>
              <a:off x="3487972" y="5072784"/>
              <a:ext cx="750993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</a:t>
              </a:r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SERVER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Rounded Rectangle 22"/>
            <p:cNvSpPr/>
            <p:nvPr/>
          </p:nvSpPr>
          <p:spPr>
            <a:xfrm>
              <a:off x="5446582" y="5096268"/>
              <a:ext cx="74736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</a:t>
              </a:r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SERVER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3209926" y="626356"/>
              <a:ext cx="718186" cy="724470"/>
              <a:chOff x="4543269" y="626356"/>
              <a:chExt cx="718186" cy="724470"/>
            </a:xfrm>
          </p:grpSpPr>
          <p:sp>
            <p:nvSpPr>
              <p:cNvPr id="20" name="Rounded Rectangle 22"/>
              <p:cNvSpPr/>
              <p:nvPr/>
            </p:nvSpPr>
            <p:spPr>
              <a:xfrm>
                <a:off x="4543269" y="1059607"/>
                <a:ext cx="718186" cy="29121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</a:t>
                </a:r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SERVER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21" name="Picture 2" descr="C:\Users\JDS\AppData\Local\Microsoft\Windows\Temporary Internet Files\Content.IE5\V5CH99PD\MC900383834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7602" y="626356"/>
                <a:ext cx="421646" cy="43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그룹 21"/>
            <p:cNvGrpSpPr/>
            <p:nvPr/>
          </p:nvGrpSpPr>
          <p:grpSpPr>
            <a:xfrm>
              <a:off x="2105026" y="1357616"/>
              <a:ext cx="714554" cy="724470"/>
              <a:chOff x="4546901" y="626356"/>
              <a:chExt cx="714554" cy="724470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4546901" y="1059607"/>
                <a:ext cx="714554" cy="29121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</a:t>
                </a:r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SERVER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24" name="Picture 2" descr="C:\Users\JDS\AppData\Local\Microsoft\Windows\Temporary Internet Files\Content.IE5\V5CH99PD\MC900383834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7602" y="626356"/>
                <a:ext cx="421646" cy="43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그룹 24"/>
            <p:cNvGrpSpPr/>
            <p:nvPr/>
          </p:nvGrpSpPr>
          <p:grpSpPr>
            <a:xfrm>
              <a:off x="4426930" y="1376666"/>
              <a:ext cx="782880" cy="724470"/>
              <a:chOff x="4615397" y="626356"/>
              <a:chExt cx="782880" cy="724470"/>
            </a:xfrm>
          </p:grpSpPr>
          <p:sp>
            <p:nvSpPr>
              <p:cNvPr id="26" name="Rounded Rectangle 22"/>
              <p:cNvSpPr/>
              <p:nvPr/>
            </p:nvSpPr>
            <p:spPr>
              <a:xfrm>
                <a:off x="4615397" y="1059607"/>
                <a:ext cx="782880" cy="29121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</a:t>
                </a:r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SERVER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27" name="Picture 2" descr="C:\Users\JDS\AppData\Local\Microsoft\Windows\Temporary Internet Files\Content.IE5\V5CH99PD\MC900383834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7602" y="626356"/>
                <a:ext cx="421646" cy="43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직사각형 27"/>
            <p:cNvSpPr/>
            <p:nvPr/>
          </p:nvSpPr>
          <p:spPr>
            <a:xfrm>
              <a:off x="3313604" y="2025809"/>
              <a:ext cx="737397" cy="3411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VPN</a:t>
              </a:r>
              <a:endParaRPr lang="ko-KR" altLang="en-US" sz="1000" dirty="0"/>
            </a:p>
          </p:txBody>
        </p:sp>
        <p:cxnSp>
          <p:nvCxnSpPr>
            <p:cNvPr id="29" name="구부러진 연결선 28"/>
            <p:cNvCxnSpPr>
              <a:stCxn id="23" idx="3"/>
              <a:endCxn id="28" idx="1"/>
            </p:cNvCxnSpPr>
            <p:nvPr/>
          </p:nvCxnSpPr>
          <p:spPr>
            <a:xfrm>
              <a:off x="2819580" y="1936477"/>
              <a:ext cx="494024" cy="259909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구부러진 연결선 29"/>
            <p:cNvCxnSpPr>
              <a:stCxn id="20" idx="2"/>
              <a:endCxn id="28" idx="0"/>
            </p:cNvCxnSpPr>
            <p:nvPr/>
          </p:nvCxnSpPr>
          <p:spPr>
            <a:xfrm rot="16200000" flipH="1">
              <a:off x="3288170" y="1631675"/>
              <a:ext cx="674983" cy="113284"/>
            </a:xfrm>
            <a:prstGeom prst="curvedConnector3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구부러진 연결선 30"/>
            <p:cNvCxnSpPr>
              <a:stCxn id="28" idx="3"/>
              <a:endCxn id="26" idx="1"/>
            </p:cNvCxnSpPr>
            <p:nvPr/>
          </p:nvCxnSpPr>
          <p:spPr>
            <a:xfrm flipV="1">
              <a:off x="4051001" y="1955527"/>
              <a:ext cx="375929" cy="240859"/>
            </a:xfrm>
            <a:prstGeom prst="curvedConnector3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구부러진 연결선 31"/>
            <p:cNvCxnSpPr>
              <a:endCxn id="36" idx="1"/>
            </p:cNvCxnSpPr>
            <p:nvPr/>
          </p:nvCxnSpPr>
          <p:spPr>
            <a:xfrm rot="5400000" flipH="1" flipV="1">
              <a:off x="3361238" y="2917019"/>
              <a:ext cx="1243839" cy="511615"/>
            </a:xfrm>
            <a:prstGeom prst="curvedConnector2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/>
            <p:cNvSpPr/>
            <p:nvPr/>
          </p:nvSpPr>
          <p:spPr>
            <a:xfrm>
              <a:off x="4238965" y="2415757"/>
              <a:ext cx="571372" cy="2702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CRA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574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/>
          <p:cNvGrpSpPr/>
          <p:nvPr/>
        </p:nvGrpSpPr>
        <p:grpSpPr>
          <a:xfrm>
            <a:off x="1143001" y="364002"/>
            <a:ext cx="5841298" cy="5477057"/>
            <a:chOff x="1143001" y="364002"/>
            <a:chExt cx="5841298" cy="5477057"/>
          </a:xfrm>
        </p:grpSpPr>
        <p:sp>
          <p:nvSpPr>
            <p:cNvPr id="4" name="Oval 3"/>
            <p:cNvSpPr/>
            <p:nvPr/>
          </p:nvSpPr>
          <p:spPr>
            <a:xfrm>
              <a:off x="3965056" y="4950431"/>
              <a:ext cx="1057893" cy="89062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Nomad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" name="Cloud 4"/>
            <p:cNvSpPr/>
            <p:nvPr/>
          </p:nvSpPr>
          <p:spPr>
            <a:xfrm>
              <a:off x="3288751" y="3369083"/>
              <a:ext cx="2204588" cy="930021"/>
            </a:xfrm>
            <a:prstGeom prst="cloud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INTERNET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003707" y="4950431"/>
              <a:ext cx="1057893" cy="89062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RSC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926406" y="4950431"/>
              <a:ext cx="1057893" cy="89062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</a:rPr>
                <a:t>Penta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 31"/>
            <p:cNvGrpSpPr/>
            <p:nvPr/>
          </p:nvGrpSpPr>
          <p:grpSpPr>
            <a:xfrm>
              <a:off x="5643783" y="3764363"/>
              <a:ext cx="1299843" cy="246220"/>
              <a:chOff x="6616882" y="1699937"/>
              <a:chExt cx="1924048" cy="299580"/>
            </a:xfrm>
          </p:grpSpPr>
          <p:cxnSp>
            <p:nvCxnSpPr>
              <p:cNvPr id="10" name="Straight Arrow Connector 2"/>
              <p:cNvCxnSpPr/>
              <p:nvPr/>
            </p:nvCxnSpPr>
            <p:spPr>
              <a:xfrm flipH="1" flipV="1">
                <a:off x="6616882" y="1873176"/>
                <a:ext cx="737235" cy="1143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7434127" y="1699937"/>
                <a:ext cx="1106803" cy="299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 smtClean="0"/>
                  <a:t>VPN</a:t>
                </a:r>
                <a:endParaRPr lang="ko-KR" altLang="en-US" sz="1000" dirty="0"/>
              </a:p>
            </p:txBody>
          </p:sp>
        </p:grpSp>
        <p:cxnSp>
          <p:nvCxnSpPr>
            <p:cNvPr id="12" name="Straight Arrow Connector 12"/>
            <p:cNvCxnSpPr>
              <a:endCxn id="6" idx="0"/>
            </p:cNvCxnSpPr>
            <p:nvPr/>
          </p:nvCxnSpPr>
          <p:spPr>
            <a:xfrm flipH="1">
              <a:off x="2532654" y="3714704"/>
              <a:ext cx="1877696" cy="123572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5"/>
            <p:cNvCxnSpPr/>
            <p:nvPr/>
          </p:nvCxnSpPr>
          <p:spPr>
            <a:xfrm>
              <a:off x="4410349" y="3714704"/>
              <a:ext cx="2021745" cy="123572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8"/>
            <p:cNvCxnSpPr>
              <a:endCxn id="4" idx="0"/>
            </p:cNvCxnSpPr>
            <p:nvPr/>
          </p:nvCxnSpPr>
          <p:spPr>
            <a:xfrm>
              <a:off x="4410349" y="3714704"/>
              <a:ext cx="83654" cy="123572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22"/>
            <p:cNvSpPr/>
            <p:nvPr/>
          </p:nvSpPr>
          <p:spPr>
            <a:xfrm>
              <a:off x="2209624" y="4973916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Rounded Rectangle 22"/>
            <p:cNvSpPr/>
            <p:nvPr/>
          </p:nvSpPr>
          <p:spPr>
            <a:xfrm>
              <a:off x="4170974" y="4950431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Rounded Rectangle 22"/>
            <p:cNvSpPr/>
            <p:nvPr/>
          </p:nvSpPr>
          <p:spPr>
            <a:xfrm>
              <a:off x="6196259" y="4973915"/>
              <a:ext cx="646057" cy="29121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rPr>
                <a:t>VPN SERVE</a:t>
              </a:r>
              <a:endPara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143001" y="364002"/>
              <a:ext cx="3540823" cy="2447925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</a:rPr>
                <a:t>Woojin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2566347" y="664059"/>
              <a:ext cx="646057" cy="724470"/>
              <a:chOff x="4615397" y="626356"/>
              <a:chExt cx="646057" cy="724470"/>
            </a:xfrm>
          </p:grpSpPr>
          <p:sp>
            <p:nvSpPr>
              <p:cNvPr id="20" name="Rounded Rectangle 22"/>
              <p:cNvSpPr/>
              <p:nvPr/>
            </p:nvSpPr>
            <p:spPr>
              <a:xfrm>
                <a:off x="4615397" y="1059607"/>
                <a:ext cx="646057" cy="29121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SERVE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21" name="Picture 2" descr="C:\Users\JDS\AppData\Local\Microsoft\Windows\Temporary Internet Files\Content.IE5\V5CH99PD\MC900383834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7602" y="626356"/>
                <a:ext cx="421646" cy="43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그룹 21"/>
            <p:cNvGrpSpPr/>
            <p:nvPr/>
          </p:nvGrpSpPr>
          <p:grpSpPr>
            <a:xfrm>
              <a:off x="1457815" y="1395319"/>
              <a:ext cx="646057" cy="724470"/>
              <a:chOff x="4615397" y="626356"/>
              <a:chExt cx="646057" cy="724470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4615397" y="1059607"/>
                <a:ext cx="646057" cy="29121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SERVE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24" name="Picture 2" descr="C:\Users\JDS\AppData\Local\Microsoft\Windows\Temporary Internet Files\Content.IE5\V5CH99PD\MC900383834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7602" y="626356"/>
                <a:ext cx="421646" cy="43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그룹 24"/>
            <p:cNvGrpSpPr/>
            <p:nvPr/>
          </p:nvGrpSpPr>
          <p:grpSpPr>
            <a:xfrm>
              <a:off x="3711223" y="1414369"/>
              <a:ext cx="646057" cy="724470"/>
              <a:chOff x="4615397" y="626356"/>
              <a:chExt cx="646057" cy="724470"/>
            </a:xfrm>
          </p:grpSpPr>
          <p:sp>
            <p:nvSpPr>
              <p:cNvPr id="26" name="Rounded Rectangle 22"/>
              <p:cNvSpPr/>
              <p:nvPr/>
            </p:nvSpPr>
            <p:spPr>
              <a:xfrm>
                <a:off x="4615397" y="1059607"/>
                <a:ext cx="646057" cy="29121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tx1">
                          <a:alpha val="40000"/>
                        </a:schemeClr>
                      </a:outerShdw>
                    </a:effectLst>
                  </a:rPr>
                  <a:t>VPN SERVE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27" name="Picture 2" descr="C:\Users\JDS\AppData\Local\Microsoft\Windows\Temporary Internet Files\Content.IE5\V5CH99PD\MC900383834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7602" y="626356"/>
                <a:ext cx="421646" cy="43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직사각형 27"/>
            <p:cNvSpPr/>
            <p:nvPr/>
          </p:nvSpPr>
          <p:spPr>
            <a:xfrm>
              <a:off x="2597897" y="2063512"/>
              <a:ext cx="737397" cy="3411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VPN</a:t>
              </a:r>
              <a:endParaRPr lang="ko-KR" altLang="en-US" sz="1000" dirty="0"/>
            </a:p>
          </p:txBody>
        </p:sp>
        <p:cxnSp>
          <p:nvCxnSpPr>
            <p:cNvPr id="29" name="구부러진 연결선 28"/>
            <p:cNvCxnSpPr>
              <a:stCxn id="23" idx="3"/>
              <a:endCxn id="28" idx="1"/>
            </p:cNvCxnSpPr>
            <p:nvPr/>
          </p:nvCxnSpPr>
          <p:spPr>
            <a:xfrm>
              <a:off x="2103872" y="1974180"/>
              <a:ext cx="494025" cy="259909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구부러진 연결선 29"/>
            <p:cNvCxnSpPr>
              <a:stCxn id="20" idx="2"/>
              <a:endCxn id="28" idx="0"/>
            </p:cNvCxnSpPr>
            <p:nvPr/>
          </p:nvCxnSpPr>
          <p:spPr>
            <a:xfrm rot="16200000" flipH="1">
              <a:off x="2590495" y="1687410"/>
              <a:ext cx="674983" cy="77220"/>
            </a:xfrm>
            <a:prstGeom prst="curvedConnector3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구부러진 연결선 30"/>
            <p:cNvCxnSpPr>
              <a:stCxn id="28" idx="3"/>
              <a:endCxn id="26" idx="1"/>
            </p:cNvCxnSpPr>
            <p:nvPr/>
          </p:nvCxnSpPr>
          <p:spPr>
            <a:xfrm flipV="1">
              <a:off x="3335294" y="1993230"/>
              <a:ext cx="375929" cy="240859"/>
            </a:xfrm>
            <a:prstGeom prst="curvedConnector3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/>
            <p:cNvSpPr/>
            <p:nvPr/>
          </p:nvSpPr>
          <p:spPr>
            <a:xfrm>
              <a:off x="5856156" y="1630994"/>
              <a:ext cx="571372" cy="2702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CRA</a:t>
              </a:r>
              <a:endParaRPr lang="ko-KR" altLang="en-US" sz="1000" dirty="0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229415" y="2470774"/>
              <a:ext cx="737397" cy="3411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VOIP VPN</a:t>
              </a:r>
              <a:endParaRPr lang="ko-KR" altLang="en-US" sz="1000" dirty="0"/>
            </a:p>
          </p:txBody>
        </p:sp>
        <p:cxnSp>
          <p:nvCxnSpPr>
            <p:cNvPr id="34" name="Straight Arrow Connector 18"/>
            <p:cNvCxnSpPr>
              <a:stCxn id="33" idx="2"/>
            </p:cNvCxnSpPr>
            <p:nvPr/>
          </p:nvCxnSpPr>
          <p:spPr>
            <a:xfrm flipH="1">
              <a:off x="4452176" y="2811927"/>
              <a:ext cx="1145938" cy="90277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구부러진 연결선 38"/>
            <p:cNvCxnSpPr>
              <a:stCxn id="33" idx="0"/>
              <a:endCxn id="36" idx="2"/>
            </p:cNvCxnSpPr>
            <p:nvPr/>
          </p:nvCxnSpPr>
          <p:spPr>
            <a:xfrm rot="5400000" flipH="1" flipV="1">
              <a:off x="5585237" y="1914169"/>
              <a:ext cx="569482" cy="543728"/>
            </a:xfrm>
            <a:prstGeom prst="curved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6"/>
            <p:cNvSpPr/>
            <p:nvPr/>
          </p:nvSpPr>
          <p:spPr>
            <a:xfrm>
              <a:off x="4936795" y="1242920"/>
              <a:ext cx="1905521" cy="1852706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90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218</Words>
  <Application>Microsoft Office PowerPoint</Application>
  <PresentationFormat>A4 용지(210x297mm)</PresentationFormat>
  <Paragraphs>101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장덕수</dc:creator>
  <cp:lastModifiedBy>JDS</cp:lastModifiedBy>
  <cp:revision>19</cp:revision>
  <dcterms:created xsi:type="dcterms:W3CDTF">2012-08-08T15:02:42Z</dcterms:created>
  <dcterms:modified xsi:type="dcterms:W3CDTF">2012-10-12T07:18:29Z</dcterms:modified>
</cp:coreProperties>
</file>