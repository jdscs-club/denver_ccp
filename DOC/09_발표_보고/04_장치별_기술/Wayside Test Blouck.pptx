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3" autoAdjust="0"/>
    <p:restoredTop sz="94660"/>
  </p:normalViewPr>
  <p:slideViewPr>
    <p:cSldViewPr snapToGrid="0">
      <p:cViewPr>
        <p:scale>
          <a:sx n="75" d="100"/>
          <a:sy n="75" d="100"/>
        </p:scale>
        <p:origin x="40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2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77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89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27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6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67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91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06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9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07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3120E-02E4-436E-9CF9-408B50752EA0}" type="datetimeFigureOut">
              <a:rPr lang="ko-KR" altLang="en-US" smtClean="0"/>
              <a:t>2012-08-14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10CB-DD42-4A15-A756-7E86409D3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53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763" y="4763"/>
            <a:ext cx="6610350" cy="6772275"/>
            <a:chOff x="4763" y="4763"/>
            <a:chExt cx="6610350" cy="67722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4763"/>
              <a:ext cx="6610350" cy="677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Oval 3"/>
            <p:cNvSpPr/>
            <p:nvPr/>
          </p:nvSpPr>
          <p:spPr>
            <a:xfrm>
              <a:off x="2960370" y="560070"/>
              <a:ext cx="1840230" cy="48006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3554730" y="571500"/>
              <a:ext cx="1965960" cy="1143000"/>
            </a:xfrm>
            <a:custGeom>
              <a:avLst/>
              <a:gdLst>
                <a:gd name="connsiteX0" fmla="*/ 1965960 w 1965960"/>
                <a:gd name="connsiteY0" fmla="*/ 91440 h 1143000"/>
                <a:gd name="connsiteX1" fmla="*/ 1371600 w 1965960"/>
                <a:gd name="connsiteY1" fmla="*/ 0 h 1143000"/>
                <a:gd name="connsiteX2" fmla="*/ 1245870 w 1965960"/>
                <a:gd name="connsiteY2" fmla="*/ 411480 h 1143000"/>
                <a:gd name="connsiteX3" fmla="*/ 880110 w 1965960"/>
                <a:gd name="connsiteY3" fmla="*/ 571500 h 1143000"/>
                <a:gd name="connsiteX4" fmla="*/ 45720 w 1965960"/>
                <a:gd name="connsiteY4" fmla="*/ 594360 h 1143000"/>
                <a:gd name="connsiteX5" fmla="*/ 0 w 1965960"/>
                <a:gd name="connsiteY5" fmla="*/ 1143000 h 1143000"/>
                <a:gd name="connsiteX6" fmla="*/ 1897380 w 1965960"/>
                <a:gd name="connsiteY6" fmla="*/ 1097280 h 1143000"/>
                <a:gd name="connsiteX7" fmla="*/ 1965960 w 1965960"/>
                <a:gd name="connsiteY7" fmla="*/ 9144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5960" h="1143000">
                  <a:moveTo>
                    <a:pt x="1965960" y="91440"/>
                  </a:moveTo>
                  <a:lnTo>
                    <a:pt x="1371600" y="0"/>
                  </a:lnTo>
                  <a:lnTo>
                    <a:pt x="1245870" y="411480"/>
                  </a:lnTo>
                  <a:lnTo>
                    <a:pt x="880110" y="571500"/>
                  </a:lnTo>
                  <a:lnTo>
                    <a:pt x="45720" y="594360"/>
                  </a:lnTo>
                  <a:lnTo>
                    <a:pt x="0" y="1143000"/>
                  </a:lnTo>
                  <a:lnTo>
                    <a:pt x="1897380" y="1097280"/>
                  </a:lnTo>
                  <a:lnTo>
                    <a:pt x="1965960" y="91440"/>
                  </a:lnTo>
                  <a:close/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154680" y="202168"/>
              <a:ext cx="994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err="1" smtClean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Woojin</a:t>
              </a:r>
              <a:endParaRPr lang="ko-KR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23484" y="1345168"/>
              <a:ext cx="1091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Inter-M</a:t>
              </a:r>
              <a:endParaRPr lang="ko-KR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68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5629275" cy="643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61" name="Group 2060"/>
          <p:cNvGrpSpPr/>
          <p:nvPr/>
        </p:nvGrpSpPr>
        <p:grpSpPr>
          <a:xfrm>
            <a:off x="5955982" y="4763"/>
            <a:ext cx="5629275" cy="6438900"/>
            <a:chOff x="5955982" y="4763"/>
            <a:chExt cx="5629275" cy="6438900"/>
          </a:xfrm>
        </p:grpSpPr>
        <p:grpSp>
          <p:nvGrpSpPr>
            <p:cNvPr id="2056" name="Group 2055"/>
            <p:cNvGrpSpPr/>
            <p:nvPr/>
          </p:nvGrpSpPr>
          <p:grpSpPr>
            <a:xfrm>
              <a:off x="5955982" y="4763"/>
              <a:ext cx="5629275" cy="6438900"/>
              <a:chOff x="5955982" y="4763"/>
              <a:chExt cx="5629275" cy="6438900"/>
            </a:xfrm>
          </p:grpSpPr>
          <p:grpSp>
            <p:nvGrpSpPr>
              <p:cNvPr id="2054" name="Group 2053"/>
              <p:cNvGrpSpPr/>
              <p:nvPr/>
            </p:nvGrpSpPr>
            <p:grpSpPr>
              <a:xfrm>
                <a:off x="5955982" y="4763"/>
                <a:ext cx="5629275" cy="6438900"/>
                <a:chOff x="5955982" y="4763"/>
                <a:chExt cx="5629275" cy="6438900"/>
              </a:xfrm>
            </p:grpSpPr>
            <p:grpSp>
              <p:nvGrpSpPr>
                <p:cNvPr id="2052" name="Group 2051"/>
                <p:cNvGrpSpPr/>
                <p:nvPr/>
              </p:nvGrpSpPr>
              <p:grpSpPr>
                <a:xfrm>
                  <a:off x="5955982" y="159989"/>
                  <a:ext cx="5629275" cy="6283674"/>
                  <a:chOff x="5955982" y="159989"/>
                  <a:chExt cx="5629275" cy="6283674"/>
                </a:xfrm>
              </p:grpSpPr>
              <p:pic>
                <p:nvPicPr>
                  <p:cNvPr id="4" name="Picture 3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955982" y="1900238"/>
                    <a:ext cx="5629275" cy="4543425"/>
                  </a:xfrm>
                  <a:prstGeom prst="rect">
                    <a:avLst/>
                  </a:prstGeom>
                </p:spPr>
              </p:pic>
              <p:pic>
                <p:nvPicPr>
                  <p:cNvPr id="11" name="Picture 10"/>
                  <p:cNvPicPr>
                    <a:picLocks noChangeAspect="1"/>
                  </p:cNvPicPr>
                  <p:nvPr/>
                </p:nvPicPr>
                <p:blipFill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924" t="3104" b="9176"/>
                  <a:stretch/>
                </p:blipFill>
                <p:spPr>
                  <a:xfrm>
                    <a:off x="8006729" y="321282"/>
                    <a:ext cx="1527780" cy="914399"/>
                  </a:xfrm>
                  <a:prstGeom prst="rect">
                    <a:avLst/>
                  </a:prstGeom>
                </p:spPr>
              </p:pic>
              <p:pic>
                <p:nvPicPr>
                  <p:cNvPr id="13" name="Picture 12"/>
                  <p:cNvPicPr>
                    <a:picLocks noChangeAspect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7484"/>
                  <a:stretch/>
                </p:blipFill>
                <p:spPr>
                  <a:xfrm>
                    <a:off x="9655287" y="200773"/>
                    <a:ext cx="885987" cy="967547"/>
                  </a:xfrm>
                  <a:prstGeom prst="rect">
                    <a:avLst/>
                  </a:prstGeom>
                </p:spPr>
              </p:pic>
              <p:pic>
                <p:nvPicPr>
                  <p:cNvPr id="26" name="Picture 25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V="1">
                    <a:off x="8640605" y="1490218"/>
                    <a:ext cx="581308" cy="820040"/>
                  </a:xfrm>
                  <a:prstGeom prst="rect">
                    <a:avLst/>
                  </a:prstGeom>
                </p:spPr>
              </p:pic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9221913" y="1645701"/>
                    <a:ext cx="2032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 err="1" smtClean="0"/>
                      <a:t>Woojin</a:t>
                    </a:r>
                    <a:r>
                      <a:rPr lang="en-US" altLang="ko-KR" dirty="0" smtClean="0"/>
                      <a:t> </a:t>
                    </a:r>
                  </a:p>
                  <a:p>
                    <a:r>
                      <a:rPr lang="en-US" altLang="ko-KR" dirty="0" smtClean="0"/>
                      <a:t>VPN Server</a:t>
                    </a:r>
                    <a:endParaRPr lang="ko-KR" altLang="en-US"/>
                  </a:p>
                </p:txBody>
              </p:sp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8296784" y="211962"/>
                    <a:ext cx="68764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 smtClean="0">
                        <a:solidFill>
                          <a:srgbClr val="FF0000"/>
                        </a:solidFill>
                      </a:rPr>
                      <a:t>CRA</a:t>
                    </a:r>
                    <a:endParaRPr lang="ko-KR" alt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9679499" y="159989"/>
                    <a:ext cx="85445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 smtClean="0">
                        <a:solidFill>
                          <a:srgbClr val="FF0000"/>
                        </a:solidFill>
                      </a:rPr>
                      <a:t>DPO</a:t>
                    </a:r>
                    <a:endParaRPr lang="ko-KR" alt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8076405" y="927100"/>
                    <a:ext cx="597695" cy="698500"/>
                  </a:xfrm>
                  <a:custGeom>
                    <a:avLst/>
                    <a:gdLst>
                      <a:gd name="connsiteX0" fmla="*/ 496095 w 597695"/>
                      <a:gd name="connsiteY0" fmla="*/ 698500 h 698500"/>
                      <a:gd name="connsiteX1" fmla="*/ 795 w 597695"/>
                      <a:gd name="connsiteY1" fmla="*/ 495300 h 698500"/>
                      <a:gd name="connsiteX2" fmla="*/ 597695 w 597695"/>
                      <a:gd name="connsiteY2" fmla="*/ 0 h 698500"/>
                      <a:gd name="connsiteX3" fmla="*/ 597695 w 597695"/>
                      <a:gd name="connsiteY3" fmla="*/ 0 h 698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7695" h="698500">
                        <a:moveTo>
                          <a:pt x="496095" y="698500"/>
                        </a:moveTo>
                        <a:cubicBezTo>
                          <a:pt x="239978" y="655108"/>
                          <a:pt x="-16138" y="611717"/>
                          <a:pt x="795" y="495300"/>
                        </a:cubicBezTo>
                        <a:cubicBezTo>
                          <a:pt x="17728" y="378883"/>
                          <a:pt x="597695" y="0"/>
                          <a:pt x="597695" y="0"/>
                        </a:cubicBezTo>
                        <a:lnTo>
                          <a:pt x="597695" y="0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51" name="Freeform 2050"/>
                  <p:cNvSpPr/>
                  <p:nvPr/>
                </p:nvSpPr>
                <p:spPr>
                  <a:xfrm>
                    <a:off x="9086850" y="581294"/>
                    <a:ext cx="881047" cy="608039"/>
                  </a:xfrm>
                  <a:custGeom>
                    <a:avLst/>
                    <a:gdLst>
                      <a:gd name="connsiteX0" fmla="*/ 0 w 1143000"/>
                      <a:gd name="connsiteY0" fmla="*/ 571500 h 617833"/>
                      <a:gd name="connsiteX1" fmla="*/ 434340 w 1143000"/>
                      <a:gd name="connsiteY1" fmla="*/ 560070 h 617833"/>
                      <a:gd name="connsiteX2" fmla="*/ 1143000 w 1143000"/>
                      <a:gd name="connsiteY2" fmla="*/ 0 h 617833"/>
                      <a:gd name="connsiteX3" fmla="*/ 1143000 w 1143000"/>
                      <a:gd name="connsiteY3" fmla="*/ 0 h 6178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43000" h="617833">
                        <a:moveTo>
                          <a:pt x="0" y="571500"/>
                        </a:moveTo>
                        <a:cubicBezTo>
                          <a:pt x="121920" y="613410"/>
                          <a:pt x="243840" y="655320"/>
                          <a:pt x="434340" y="560070"/>
                        </a:cubicBezTo>
                        <a:cubicBezTo>
                          <a:pt x="624840" y="464820"/>
                          <a:pt x="1143000" y="0"/>
                          <a:pt x="1143000" y="0"/>
                        </a:cubicBezTo>
                        <a:lnTo>
                          <a:pt x="1143000" y="0"/>
                        </a:lnTo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053" name="Rectangle 2052"/>
                <p:cNvSpPr/>
                <p:nvPr/>
              </p:nvSpPr>
              <p:spPr>
                <a:xfrm>
                  <a:off x="6389370" y="4763"/>
                  <a:ext cx="4949190" cy="261270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055" name="Freeform 2054"/>
              <p:cNvSpPr/>
              <p:nvPr/>
            </p:nvSpPr>
            <p:spPr>
              <a:xfrm>
                <a:off x="9201150" y="1074420"/>
                <a:ext cx="160020" cy="1223010"/>
              </a:xfrm>
              <a:custGeom>
                <a:avLst/>
                <a:gdLst>
                  <a:gd name="connsiteX0" fmla="*/ 160020 w 160020"/>
                  <a:gd name="connsiteY0" fmla="*/ 1223010 h 1223010"/>
                  <a:gd name="connsiteX1" fmla="*/ 114300 w 160020"/>
                  <a:gd name="connsiteY1" fmla="*/ 411480 h 1223010"/>
                  <a:gd name="connsiteX2" fmla="*/ 0 w 160020"/>
                  <a:gd name="connsiteY2" fmla="*/ 0 h 1223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020" h="1223010">
                    <a:moveTo>
                      <a:pt x="160020" y="1223010"/>
                    </a:moveTo>
                    <a:cubicBezTo>
                      <a:pt x="150495" y="919162"/>
                      <a:pt x="140970" y="615315"/>
                      <a:pt x="114300" y="411480"/>
                    </a:cubicBezTo>
                    <a:cubicBezTo>
                      <a:pt x="87630" y="207645"/>
                      <a:pt x="43815" y="103822"/>
                      <a:pt x="0" y="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057" name="Picture 2056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005" t="7667" r="20530" b="3667"/>
            <a:stretch/>
          </p:blipFill>
          <p:spPr>
            <a:xfrm>
              <a:off x="10799478" y="52951"/>
              <a:ext cx="420697" cy="87769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10700800" y="163721"/>
              <a:ext cx="854454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rgbClr val="FF0000"/>
                  </a:solidFill>
                </a:rPr>
                <a:t>PEI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2060" name="Freeform 2059"/>
            <p:cNvSpPr/>
            <p:nvPr/>
          </p:nvSpPr>
          <p:spPr>
            <a:xfrm>
              <a:off x="9091613" y="814388"/>
              <a:ext cx="1840706" cy="402897"/>
            </a:xfrm>
            <a:custGeom>
              <a:avLst/>
              <a:gdLst>
                <a:gd name="connsiteX0" fmla="*/ 0 w 1840706"/>
                <a:gd name="connsiteY0" fmla="*/ 333375 h 402897"/>
                <a:gd name="connsiteX1" fmla="*/ 688181 w 1840706"/>
                <a:gd name="connsiteY1" fmla="*/ 378618 h 402897"/>
                <a:gd name="connsiteX2" fmla="*/ 1840706 w 1840706"/>
                <a:gd name="connsiteY2" fmla="*/ 0 h 402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0706" h="402897">
                  <a:moveTo>
                    <a:pt x="0" y="333375"/>
                  </a:moveTo>
                  <a:cubicBezTo>
                    <a:pt x="190698" y="383777"/>
                    <a:pt x="381397" y="434180"/>
                    <a:pt x="688181" y="378618"/>
                  </a:cubicBezTo>
                  <a:cubicBezTo>
                    <a:pt x="994965" y="323056"/>
                    <a:pt x="1417835" y="161528"/>
                    <a:pt x="184070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155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JDS_SSD</dc:creator>
  <cp:lastModifiedBy>장덕수</cp:lastModifiedBy>
  <cp:revision>8</cp:revision>
  <dcterms:created xsi:type="dcterms:W3CDTF">2012-08-14T02:08:08Z</dcterms:created>
  <dcterms:modified xsi:type="dcterms:W3CDTF">2012-08-14T05:31:20Z</dcterms:modified>
</cp:coreProperties>
</file>