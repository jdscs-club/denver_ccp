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66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75F-EBB6-455C-8708-1002EED8D7BC}" type="datetimeFigureOut">
              <a:rPr lang="ko-KR" altLang="en-US" smtClean="0"/>
              <a:t>2011-03-08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A0F8D-AC0E-4D1C-B630-F4AC369257E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971600" y="1628800"/>
            <a:ext cx="7272808" cy="2394266"/>
            <a:chOff x="899592" y="980728"/>
            <a:chExt cx="7272808" cy="2394266"/>
          </a:xfrm>
        </p:grpSpPr>
        <p:pic>
          <p:nvPicPr>
            <p:cNvPr id="1027" name="Picture 3" descr="J:\사진\사진 007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076056" y="1052736"/>
              <a:ext cx="3096344" cy="2322258"/>
            </a:xfrm>
            <a:prstGeom prst="rect">
              <a:avLst/>
            </a:prstGeom>
            <a:noFill/>
          </p:spPr>
        </p:pic>
        <p:pic>
          <p:nvPicPr>
            <p:cNvPr id="1028" name="Picture 4" descr="J:\사진\사진 008.jpg"/>
            <p:cNvPicPr>
              <a:picLocks noChangeAspect="1" noChangeArrowheads="1"/>
            </p:cNvPicPr>
            <p:nvPr/>
          </p:nvPicPr>
          <p:blipFill>
            <a:blip r:embed="rId3" cstate="print"/>
            <a:srcRect l="20001" r="30494"/>
            <a:stretch>
              <a:fillRect/>
            </a:stretch>
          </p:blipFill>
          <p:spPr bwMode="auto">
            <a:xfrm rot="5400000">
              <a:off x="1511460" y="368860"/>
              <a:ext cx="2376264" cy="3600000"/>
            </a:xfrm>
            <a:prstGeom prst="rect">
              <a:avLst/>
            </a:prstGeom>
            <a:noFill/>
          </p:spPr>
        </p:pic>
        <p:sp>
          <p:nvSpPr>
            <p:cNvPr id="7" name="오른쪽 화살표 6"/>
            <p:cNvSpPr/>
            <p:nvPr/>
          </p:nvSpPr>
          <p:spPr>
            <a:xfrm>
              <a:off x="4211960" y="1988840"/>
              <a:ext cx="1008112" cy="288032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724128" y="1700808"/>
              <a:ext cx="2232248" cy="79208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114827248" descr="EMB000017ec0b4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204864"/>
            <a:ext cx="2880320" cy="2290004"/>
          </a:xfrm>
          <a:prstGeom prst="rect">
            <a:avLst/>
          </a:prstGeom>
          <a:noFill/>
        </p:spPr>
      </p:pic>
      <p:pic>
        <p:nvPicPr>
          <p:cNvPr id="6" name="Picture 2" descr="J:\사진\변경전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404664"/>
            <a:ext cx="2304256" cy="3072342"/>
          </a:xfrm>
          <a:prstGeom prst="rect">
            <a:avLst/>
          </a:prstGeom>
          <a:noFill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1" name="_x114827248" descr="EMB000017ec0b4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3861048"/>
            <a:ext cx="3168352" cy="2556257"/>
          </a:xfrm>
          <a:prstGeom prst="rect">
            <a:avLst/>
          </a:prstGeom>
          <a:noFill/>
        </p:spPr>
      </p:pic>
      <p:sp>
        <p:nvSpPr>
          <p:cNvPr id="9" name="오른쪽 화살표 8"/>
          <p:cNvSpPr/>
          <p:nvPr/>
        </p:nvSpPr>
        <p:spPr>
          <a:xfrm rot="20397123">
            <a:off x="3947487" y="2443004"/>
            <a:ext cx="1305735" cy="36825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 rot="1450225">
            <a:off x="3946396" y="4513343"/>
            <a:ext cx="1152128" cy="35642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012160" y="2060848"/>
            <a:ext cx="1152128" cy="1152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I:\SEPTA공통\사진\PID1\IMG_4445.JPG"/>
          <p:cNvPicPr>
            <a:picLocks noChangeAspect="1" noChangeArrowheads="1"/>
          </p:cNvPicPr>
          <p:nvPr/>
        </p:nvPicPr>
        <p:blipFill>
          <a:blip r:embed="rId2" cstate="print"/>
          <a:srcRect l="9982" r="22505" b="13990"/>
          <a:stretch>
            <a:fillRect/>
          </a:stretch>
        </p:blipFill>
        <p:spPr bwMode="auto">
          <a:xfrm rot="16200000">
            <a:off x="467544" y="1988840"/>
            <a:ext cx="3240360" cy="3096344"/>
          </a:xfrm>
          <a:prstGeom prst="rect">
            <a:avLst/>
          </a:prstGeom>
          <a:noFill/>
        </p:spPr>
      </p:pic>
      <p:grpSp>
        <p:nvGrpSpPr>
          <p:cNvPr id="7" name="그룹 6"/>
          <p:cNvGrpSpPr/>
          <p:nvPr/>
        </p:nvGrpSpPr>
        <p:grpSpPr>
          <a:xfrm>
            <a:off x="5004048" y="2060848"/>
            <a:ext cx="3816424" cy="3024336"/>
            <a:chOff x="4644008" y="1988840"/>
            <a:chExt cx="3816424" cy="3024336"/>
          </a:xfrm>
        </p:grpSpPr>
        <p:pic>
          <p:nvPicPr>
            <p:cNvPr id="15363" name="Picture 3" descr="I:\SEPTA공통\사진\PID1\IMG_4456.JPG"/>
            <p:cNvPicPr>
              <a:picLocks noChangeAspect="1" noChangeArrowheads="1"/>
            </p:cNvPicPr>
            <p:nvPr/>
          </p:nvPicPr>
          <p:blipFill>
            <a:blip r:embed="rId3" cstate="print"/>
            <a:srcRect r="20484" b="15991"/>
            <a:stretch>
              <a:fillRect/>
            </a:stretch>
          </p:blipFill>
          <p:spPr bwMode="auto">
            <a:xfrm>
              <a:off x="4644008" y="1988840"/>
              <a:ext cx="3816424" cy="3024336"/>
            </a:xfrm>
            <a:prstGeom prst="rect">
              <a:avLst/>
            </a:prstGeom>
            <a:noFill/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4788024" y="2636912"/>
              <a:ext cx="1224136" cy="201622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오른쪽 화살표 7"/>
          <p:cNvSpPr/>
          <p:nvPr/>
        </p:nvSpPr>
        <p:spPr>
          <a:xfrm>
            <a:off x="3779912" y="3501008"/>
            <a:ext cx="1008112" cy="2880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화면 슬라이드 쇼(4:3)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jds</dc:creator>
  <cp:lastModifiedBy>jds</cp:lastModifiedBy>
  <cp:revision>4</cp:revision>
  <dcterms:created xsi:type="dcterms:W3CDTF">2011-03-08T01:17:25Z</dcterms:created>
  <dcterms:modified xsi:type="dcterms:W3CDTF">2011-03-08T01:51:28Z</dcterms:modified>
</cp:coreProperties>
</file>