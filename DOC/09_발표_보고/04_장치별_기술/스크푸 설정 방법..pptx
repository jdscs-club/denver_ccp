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489"/>
    <p:restoredTop sz="94674"/>
  </p:normalViewPr>
  <p:slideViewPr>
    <p:cSldViewPr snapToGrid="0" snapToObjects="1">
      <p:cViewPr varScale="1">
        <p:scale>
          <a:sx n="106" d="100"/>
          <a:sy n="106" d="100"/>
        </p:scale>
        <p:origin x="216" y="1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 smtClean="0"/>
              <a:t>마스터 제목 스타일 편집</a:t>
            </a:r>
            <a:endParaRPr kumimoji="1" lang="ko-KR" altLang="en-US"/>
          </a:p>
        </p:txBody>
      </p:sp>
      <p:sp>
        <p:nvSpPr>
          <p:cNvPr id="3" name="부제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 smtClean="0"/>
              <a:t>마스터 부제목 스타일 편집</a:t>
            </a:r>
            <a:endParaRPr kumimoji="1"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561CF-A668-524B-B952-171B5AA9FF35}" type="datetimeFigureOut">
              <a:rPr kumimoji="1" lang="ko-KR" altLang="en-US" smtClean="0"/>
              <a:t>2016. 10. 5.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63E8C-C02C-934C-B3E2-2BD1F76AE9C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64406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smtClean="0"/>
              <a:t>마스터 제목 스타일 편집</a:t>
            </a:r>
            <a:endParaRPr kumimoji="1"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 smtClean="0"/>
              <a:t>마스터 텍스트 스타일을 편집하려면 클릭</a:t>
            </a:r>
          </a:p>
          <a:p>
            <a:pPr lvl="1"/>
            <a:r>
              <a:rPr kumimoji="1" lang="ko-KR" altLang="en-US" smtClean="0"/>
              <a:t>두 번째 수준</a:t>
            </a:r>
          </a:p>
          <a:p>
            <a:pPr lvl="2"/>
            <a:r>
              <a:rPr kumimoji="1" lang="ko-KR" altLang="en-US" smtClean="0"/>
              <a:t>세 번째 수준</a:t>
            </a:r>
          </a:p>
          <a:p>
            <a:pPr lvl="3"/>
            <a:r>
              <a:rPr kumimoji="1" lang="ko-KR" altLang="en-US" smtClean="0"/>
              <a:t>네 번째 수준</a:t>
            </a:r>
          </a:p>
          <a:p>
            <a:pPr lvl="4"/>
            <a:r>
              <a:rPr kumimoji="1" lang="ko-KR" altLang="en-US" smtClean="0"/>
              <a:t>다섯 번째 수준</a:t>
            </a:r>
            <a:endParaRPr kumimoji="1"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561CF-A668-524B-B952-171B5AA9FF35}" type="datetimeFigureOut">
              <a:rPr kumimoji="1" lang="ko-KR" altLang="en-US" smtClean="0"/>
              <a:t>2016. 10. 5.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63E8C-C02C-934C-B3E2-2BD1F76AE9C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70714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 smtClean="0"/>
              <a:t>마스터 제목 스타일 편집</a:t>
            </a:r>
            <a:endParaRPr kumimoji="1"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 smtClean="0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561CF-A668-524B-B952-171B5AA9FF35}" type="datetimeFigureOut">
              <a:rPr kumimoji="1" lang="ko-KR" altLang="en-US" smtClean="0"/>
              <a:t>2016. 10. 5.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63E8C-C02C-934C-B3E2-2BD1F76AE9C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19428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smtClean="0"/>
              <a:t>마스터 제목 스타일 편집</a:t>
            </a:r>
            <a:endParaRPr kumimoji="1"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 smtClean="0"/>
              <a:t>마스터 텍스트 스타일을 편집하려면 클릭</a:t>
            </a:r>
          </a:p>
          <a:p>
            <a:pPr lvl="1"/>
            <a:r>
              <a:rPr kumimoji="1" lang="ko-KR" altLang="en-US" smtClean="0"/>
              <a:t>두 번째 수준</a:t>
            </a:r>
          </a:p>
          <a:p>
            <a:pPr lvl="2"/>
            <a:r>
              <a:rPr kumimoji="1" lang="ko-KR" altLang="en-US" smtClean="0"/>
              <a:t>세 번째 수준</a:t>
            </a:r>
          </a:p>
          <a:p>
            <a:pPr lvl="3"/>
            <a:r>
              <a:rPr kumimoji="1" lang="ko-KR" altLang="en-US" smtClean="0"/>
              <a:t>네 번째 수준</a:t>
            </a:r>
          </a:p>
          <a:p>
            <a:pPr lvl="4"/>
            <a:r>
              <a:rPr kumimoji="1" lang="ko-KR" altLang="en-US" smtClean="0"/>
              <a:t>다섯 번째 수준</a:t>
            </a:r>
            <a:endParaRPr kumimoji="1"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 smtClean="0"/>
              <a:t>마스터 텍스트 스타일을 편집하려면 클릭</a:t>
            </a:r>
          </a:p>
          <a:p>
            <a:pPr lvl="1"/>
            <a:r>
              <a:rPr kumimoji="1" lang="ko-KR" altLang="en-US" smtClean="0"/>
              <a:t>두 번째 수준</a:t>
            </a:r>
          </a:p>
          <a:p>
            <a:pPr lvl="2"/>
            <a:r>
              <a:rPr kumimoji="1" lang="ko-KR" altLang="en-US" smtClean="0"/>
              <a:t>세 번째 수준</a:t>
            </a:r>
          </a:p>
          <a:p>
            <a:pPr lvl="3"/>
            <a:r>
              <a:rPr kumimoji="1" lang="ko-KR" altLang="en-US" smtClean="0"/>
              <a:t>네 번째 수준</a:t>
            </a:r>
          </a:p>
          <a:p>
            <a:pPr lvl="4"/>
            <a:r>
              <a:rPr kumimoji="1" lang="ko-KR" altLang="en-US" smtClean="0"/>
              <a:t>다섯 번째 수준</a:t>
            </a:r>
            <a:endParaRPr kumimoji="1"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561CF-A668-524B-B952-171B5AA9FF35}" type="datetimeFigureOut">
              <a:rPr kumimoji="1" lang="ko-KR" altLang="en-US" smtClean="0"/>
              <a:t>2016. 10. 5.</a:t>
            </a:fld>
            <a:endParaRPr kumimoji="1"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63E8C-C02C-934C-B3E2-2BD1F76AE9C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1425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 smtClean="0"/>
              <a:t>마스터 제목 스타일 편집</a:t>
            </a:r>
            <a:endParaRPr kumimoji="1"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 smtClean="0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 smtClean="0"/>
              <a:t>마스터 텍스트 스타일을 편집하려면 클릭</a:t>
            </a:r>
          </a:p>
          <a:p>
            <a:pPr lvl="1"/>
            <a:r>
              <a:rPr kumimoji="1" lang="ko-KR" altLang="en-US" smtClean="0"/>
              <a:t>두 번째 수준</a:t>
            </a:r>
          </a:p>
          <a:p>
            <a:pPr lvl="2"/>
            <a:r>
              <a:rPr kumimoji="1" lang="ko-KR" altLang="en-US" smtClean="0"/>
              <a:t>세 번째 수준</a:t>
            </a:r>
          </a:p>
          <a:p>
            <a:pPr lvl="3"/>
            <a:r>
              <a:rPr kumimoji="1" lang="ko-KR" altLang="en-US" smtClean="0"/>
              <a:t>네 번째 수준</a:t>
            </a:r>
          </a:p>
          <a:p>
            <a:pPr lvl="4"/>
            <a:r>
              <a:rPr kumimoji="1" lang="ko-KR" altLang="en-US" smtClean="0"/>
              <a:t>다섯 번째 수준</a:t>
            </a:r>
            <a:endParaRPr kumimoji="1"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 smtClean="0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 smtClean="0"/>
              <a:t>마스터 텍스트 스타일을 편집하려면 클릭</a:t>
            </a:r>
          </a:p>
          <a:p>
            <a:pPr lvl="1"/>
            <a:r>
              <a:rPr kumimoji="1" lang="ko-KR" altLang="en-US" smtClean="0"/>
              <a:t>두 번째 수준</a:t>
            </a:r>
          </a:p>
          <a:p>
            <a:pPr lvl="2"/>
            <a:r>
              <a:rPr kumimoji="1" lang="ko-KR" altLang="en-US" smtClean="0"/>
              <a:t>세 번째 수준</a:t>
            </a:r>
          </a:p>
          <a:p>
            <a:pPr lvl="3"/>
            <a:r>
              <a:rPr kumimoji="1" lang="ko-KR" altLang="en-US" smtClean="0"/>
              <a:t>네 번째 수준</a:t>
            </a:r>
          </a:p>
          <a:p>
            <a:pPr lvl="4"/>
            <a:r>
              <a:rPr kumimoji="1" lang="ko-KR" altLang="en-US" smtClean="0"/>
              <a:t>다섯 번째 수준</a:t>
            </a:r>
            <a:endParaRPr kumimoji="1"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561CF-A668-524B-B952-171B5AA9FF35}" type="datetimeFigureOut">
              <a:rPr kumimoji="1" lang="ko-KR" altLang="en-US" smtClean="0"/>
              <a:t>2016. 10. 5.</a:t>
            </a:fld>
            <a:endParaRPr kumimoji="1"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63E8C-C02C-934C-B3E2-2BD1F76AE9C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51659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smtClean="0"/>
              <a:t>마스터 제목 스타일 편집</a:t>
            </a:r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561CF-A668-524B-B952-171B5AA9FF35}" type="datetimeFigureOut">
              <a:rPr kumimoji="1" lang="ko-KR" altLang="en-US" smtClean="0"/>
              <a:t>2016. 10. 5.</a:t>
            </a:fld>
            <a:endParaRPr kumimoji="1"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63E8C-C02C-934C-B3E2-2BD1F76AE9C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45852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백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561CF-A668-524B-B952-171B5AA9FF35}" type="datetimeFigureOut">
              <a:rPr kumimoji="1" lang="ko-KR" altLang="en-US" smtClean="0"/>
              <a:t>2016. 10. 5.</a:t>
            </a:fld>
            <a:endParaRPr kumimoji="1"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63E8C-C02C-934C-B3E2-2BD1F76AE9C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77807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 smtClean="0"/>
              <a:t>마스터 제목 스타일 편집</a:t>
            </a:r>
            <a:endParaRPr kumimoji="1"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 smtClean="0"/>
              <a:t>마스터 텍스트 스타일을 편집하려면 클릭</a:t>
            </a:r>
          </a:p>
          <a:p>
            <a:pPr lvl="1"/>
            <a:r>
              <a:rPr kumimoji="1" lang="ko-KR" altLang="en-US" smtClean="0"/>
              <a:t>두 번째 수준</a:t>
            </a:r>
          </a:p>
          <a:p>
            <a:pPr lvl="2"/>
            <a:r>
              <a:rPr kumimoji="1" lang="ko-KR" altLang="en-US" smtClean="0"/>
              <a:t>세 번째 수준</a:t>
            </a:r>
          </a:p>
          <a:p>
            <a:pPr lvl="3"/>
            <a:r>
              <a:rPr kumimoji="1" lang="ko-KR" altLang="en-US" smtClean="0"/>
              <a:t>네 번째 수준</a:t>
            </a:r>
          </a:p>
          <a:p>
            <a:pPr lvl="4"/>
            <a:r>
              <a:rPr kumimoji="1" lang="ko-KR" altLang="en-US" smtClean="0"/>
              <a:t>다섯 번째 수준</a:t>
            </a:r>
            <a:endParaRPr kumimoji="1"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 smtClean="0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561CF-A668-524B-B952-171B5AA9FF35}" type="datetimeFigureOut">
              <a:rPr kumimoji="1" lang="ko-KR" altLang="en-US" smtClean="0"/>
              <a:t>2016. 10. 5.</a:t>
            </a:fld>
            <a:endParaRPr kumimoji="1"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63E8C-C02C-934C-B3E2-2BD1F76AE9C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81140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 smtClean="0"/>
              <a:t>마스터 제목 스타일 편집</a:t>
            </a:r>
            <a:endParaRPr kumimoji="1"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 smtClean="0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561CF-A668-524B-B952-171B5AA9FF35}" type="datetimeFigureOut">
              <a:rPr kumimoji="1" lang="ko-KR" altLang="en-US" smtClean="0"/>
              <a:t>2016. 10. 5.</a:t>
            </a:fld>
            <a:endParaRPr kumimoji="1"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63E8C-C02C-934C-B3E2-2BD1F76AE9C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58985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smtClean="0"/>
              <a:t>마스터 제목 스타일 편집</a:t>
            </a:r>
            <a:endParaRPr kumimoji="1"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 smtClean="0"/>
              <a:t>마스터 텍스트 스타일을 편집하려면 클릭</a:t>
            </a:r>
          </a:p>
          <a:p>
            <a:pPr lvl="1"/>
            <a:r>
              <a:rPr kumimoji="1" lang="ko-KR" altLang="en-US" smtClean="0"/>
              <a:t>두 번째 수준</a:t>
            </a:r>
          </a:p>
          <a:p>
            <a:pPr lvl="2"/>
            <a:r>
              <a:rPr kumimoji="1" lang="ko-KR" altLang="en-US" smtClean="0"/>
              <a:t>세 번째 수준</a:t>
            </a:r>
          </a:p>
          <a:p>
            <a:pPr lvl="3"/>
            <a:r>
              <a:rPr kumimoji="1" lang="ko-KR" altLang="en-US" smtClean="0"/>
              <a:t>네 번째 수준</a:t>
            </a:r>
          </a:p>
          <a:p>
            <a:pPr lvl="4"/>
            <a:r>
              <a:rPr kumimoji="1" lang="ko-KR" altLang="en-US" smtClean="0"/>
              <a:t>다섯 번째 수준</a:t>
            </a:r>
            <a:endParaRPr kumimoji="1"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561CF-A668-524B-B952-171B5AA9FF35}" type="datetimeFigureOut">
              <a:rPr kumimoji="1" lang="ko-KR" altLang="en-US" smtClean="0"/>
              <a:t>2016. 10. 5.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63E8C-C02C-934C-B3E2-2BD1F76AE9C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05454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 smtClean="0"/>
              <a:t>마스터 제목 스타일 편집</a:t>
            </a:r>
            <a:endParaRPr kumimoji="1"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 smtClean="0"/>
              <a:t>마스터 텍스트 스타일을 편집하려면 클릭</a:t>
            </a:r>
          </a:p>
          <a:p>
            <a:pPr lvl="1"/>
            <a:r>
              <a:rPr kumimoji="1" lang="ko-KR" altLang="en-US" smtClean="0"/>
              <a:t>두 번째 수준</a:t>
            </a:r>
          </a:p>
          <a:p>
            <a:pPr lvl="2"/>
            <a:r>
              <a:rPr kumimoji="1" lang="ko-KR" altLang="en-US" smtClean="0"/>
              <a:t>세 번째 수준</a:t>
            </a:r>
          </a:p>
          <a:p>
            <a:pPr lvl="3"/>
            <a:r>
              <a:rPr kumimoji="1" lang="ko-KR" altLang="en-US" smtClean="0"/>
              <a:t>네 번째 수준</a:t>
            </a:r>
          </a:p>
          <a:p>
            <a:pPr lvl="4"/>
            <a:r>
              <a:rPr kumimoji="1" lang="ko-KR" altLang="en-US" smtClean="0"/>
              <a:t>다섯 번째 수준</a:t>
            </a:r>
            <a:endParaRPr kumimoji="1"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561CF-A668-524B-B952-171B5AA9FF35}" type="datetimeFigureOut">
              <a:rPr kumimoji="1" lang="ko-KR" altLang="en-US" smtClean="0"/>
              <a:t>2016. 10. 5.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63E8C-C02C-934C-B3E2-2BD1F76AE9C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06366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 smtClean="0"/>
              <a:t>마스터 제목 스타일 편집</a:t>
            </a:r>
            <a:endParaRPr kumimoji="1"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 smtClean="0"/>
              <a:t>마스터 텍스트 스타일을 편집하려면 클릭</a:t>
            </a:r>
          </a:p>
          <a:p>
            <a:pPr lvl="1"/>
            <a:r>
              <a:rPr kumimoji="1" lang="ko-KR" altLang="en-US" smtClean="0"/>
              <a:t>두 번째 수준</a:t>
            </a:r>
          </a:p>
          <a:p>
            <a:pPr lvl="2"/>
            <a:r>
              <a:rPr kumimoji="1" lang="ko-KR" altLang="en-US" smtClean="0"/>
              <a:t>세 번째 수준</a:t>
            </a:r>
          </a:p>
          <a:p>
            <a:pPr lvl="3"/>
            <a:r>
              <a:rPr kumimoji="1" lang="ko-KR" altLang="en-US" smtClean="0"/>
              <a:t>네 번째 수준</a:t>
            </a:r>
          </a:p>
          <a:p>
            <a:pPr lvl="4"/>
            <a:r>
              <a:rPr kumimoji="1" lang="ko-KR" altLang="en-US" smtClean="0"/>
              <a:t>다섯 번째 수준</a:t>
            </a:r>
            <a:endParaRPr kumimoji="1"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8561CF-A668-524B-B952-171B5AA9FF35}" type="datetimeFigureOut">
              <a:rPr kumimoji="1" lang="ko-KR" altLang="en-US" smtClean="0"/>
              <a:t>2016. 10. 5.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B63E8C-C02C-934C-B3E2-2BD1F76AE9C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33086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4" Type="http://schemas.openxmlformats.org/officeDocument/2006/relationships/image" Target="../media/image9.jpeg"/><Relationship Id="rId5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/>
        </p:nvGrpSpPr>
        <p:grpSpPr>
          <a:xfrm>
            <a:off x="434108" y="916584"/>
            <a:ext cx="4036291" cy="2777777"/>
            <a:chOff x="748145" y="1537853"/>
            <a:chExt cx="4627418" cy="3851565"/>
          </a:xfrm>
        </p:grpSpPr>
        <p:grpSp>
          <p:nvGrpSpPr>
            <p:cNvPr id="7" name="그룹 6"/>
            <p:cNvGrpSpPr/>
            <p:nvPr/>
          </p:nvGrpSpPr>
          <p:grpSpPr>
            <a:xfrm>
              <a:off x="748145" y="1537853"/>
              <a:ext cx="4627418" cy="3851565"/>
              <a:chOff x="817418" y="1330035"/>
              <a:chExt cx="5486402" cy="4114801"/>
            </a:xfrm>
          </p:grpSpPr>
          <p:pic>
            <p:nvPicPr>
              <p:cNvPr id="4" name="그림 3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17418" y="1330035"/>
                <a:ext cx="5486402" cy="4114801"/>
              </a:xfrm>
              <a:prstGeom prst="rect">
                <a:avLst/>
              </a:prstGeom>
            </p:spPr>
          </p:pic>
          <p:sp>
            <p:nvSpPr>
              <p:cNvPr id="6" name="모서리가 둥근 직사각형 5"/>
              <p:cNvSpPr/>
              <p:nvPr/>
            </p:nvSpPr>
            <p:spPr>
              <a:xfrm>
                <a:off x="1224359" y="4253021"/>
                <a:ext cx="817096" cy="390506"/>
              </a:xfrm>
              <a:prstGeom prst="round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</p:grpSp>
        <p:sp>
          <p:nvSpPr>
            <p:cNvPr id="11" name="아래쪽 화살표[D] 10"/>
            <p:cNvSpPr/>
            <p:nvPr/>
          </p:nvSpPr>
          <p:spPr>
            <a:xfrm rot="1116129">
              <a:off x="1495741" y="3293701"/>
              <a:ext cx="484632" cy="978408"/>
            </a:xfrm>
            <a:prstGeom prst="down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sp>
        <p:nvSpPr>
          <p:cNvPr id="16" name="텍스트 상자 15"/>
          <p:cNvSpPr txBox="1"/>
          <p:nvPr/>
        </p:nvSpPr>
        <p:spPr>
          <a:xfrm>
            <a:off x="4627419" y="526472"/>
            <a:ext cx="42394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400" b="1" dirty="0" smtClean="0">
                <a:latin typeface="+mj-lt"/>
                <a:ea typeface="+mj-ea"/>
              </a:rPr>
              <a:t>전압을 변경하고 싶을때</a:t>
            </a:r>
            <a:endParaRPr kumimoji="1" lang="ko-KR" altLang="en-US" sz="2400" b="1" dirty="0">
              <a:latin typeface="+mj-lt"/>
              <a:ea typeface="+mj-ea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434108" y="3782582"/>
            <a:ext cx="4036292" cy="3075418"/>
            <a:chOff x="6151417" y="1534390"/>
            <a:chExt cx="5140037" cy="3855028"/>
          </a:xfrm>
        </p:grpSpPr>
        <p:grpSp>
          <p:nvGrpSpPr>
            <p:cNvPr id="14" name="그룹 13"/>
            <p:cNvGrpSpPr/>
            <p:nvPr/>
          </p:nvGrpSpPr>
          <p:grpSpPr>
            <a:xfrm>
              <a:off x="6151417" y="1534390"/>
              <a:ext cx="5140037" cy="3855028"/>
              <a:chOff x="6151417" y="1534390"/>
              <a:chExt cx="5140037" cy="3855028"/>
            </a:xfrm>
          </p:grpSpPr>
          <p:pic>
            <p:nvPicPr>
              <p:cNvPr id="8" name="그림 7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6151417" y="1534390"/>
                <a:ext cx="5140037" cy="3855028"/>
              </a:xfrm>
              <a:prstGeom prst="rect">
                <a:avLst/>
              </a:prstGeom>
            </p:spPr>
          </p:pic>
          <p:sp>
            <p:nvSpPr>
              <p:cNvPr id="9" name="타원 8"/>
              <p:cNvSpPr/>
              <p:nvPr/>
            </p:nvSpPr>
            <p:spPr>
              <a:xfrm>
                <a:off x="7938654" y="3699163"/>
                <a:ext cx="346363" cy="263237"/>
              </a:xfrm>
              <a:prstGeom prst="ellipse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sp>
            <p:nvSpPr>
              <p:cNvPr id="10" name="타원 9"/>
              <p:cNvSpPr/>
              <p:nvPr/>
            </p:nvSpPr>
            <p:spPr>
              <a:xfrm>
                <a:off x="7924794" y="3241962"/>
                <a:ext cx="346363" cy="263237"/>
              </a:xfrm>
              <a:prstGeom prst="ellipse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sp>
            <p:nvSpPr>
              <p:cNvPr id="12" name="아래쪽 화살표[D] 11"/>
              <p:cNvSpPr/>
              <p:nvPr/>
            </p:nvSpPr>
            <p:spPr>
              <a:xfrm rot="16200000">
                <a:off x="7273705" y="3297447"/>
                <a:ext cx="373935" cy="595753"/>
              </a:xfrm>
              <a:prstGeom prst="downArrow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</p:grpSp>
        <p:sp>
          <p:nvSpPr>
            <p:cNvPr id="18" name="텍스트 상자 17"/>
            <p:cNvSpPr txBox="1"/>
            <p:nvPr/>
          </p:nvSpPr>
          <p:spPr>
            <a:xfrm>
              <a:off x="6362974" y="4126467"/>
              <a:ext cx="3676021" cy="35310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kumimoji="1" lang="ko-KR" altLang="en-US" sz="1000" dirty="0" smtClean="0"/>
                <a:t>가운데 전압이 변경되는 것을 확인 할수 있다</a:t>
              </a:r>
              <a:r>
                <a:rPr kumimoji="1" lang="en-US" altLang="ko-KR" sz="1000" dirty="0" smtClean="0"/>
                <a:t>.</a:t>
              </a:r>
              <a:endParaRPr kumimoji="1" lang="ko-KR" altLang="en-US" sz="1000" dirty="0"/>
            </a:p>
          </p:txBody>
        </p:sp>
      </p:grpSp>
      <p:pic>
        <p:nvPicPr>
          <p:cNvPr id="5" name="그림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57074" y="3782291"/>
            <a:ext cx="4100945" cy="3075709"/>
          </a:xfrm>
          <a:prstGeom prst="rect">
            <a:avLst/>
          </a:prstGeom>
        </p:spPr>
      </p:pic>
      <p:sp>
        <p:nvSpPr>
          <p:cNvPr id="25" name="오른쪽 화살표[R] 24"/>
          <p:cNvSpPr/>
          <p:nvPr/>
        </p:nvSpPr>
        <p:spPr>
          <a:xfrm rot="5400000">
            <a:off x="3607190" y="3052021"/>
            <a:ext cx="2228834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6" name="오른쪽 화살표[R] 25"/>
          <p:cNvSpPr/>
          <p:nvPr/>
        </p:nvSpPr>
        <p:spPr>
          <a:xfrm rot="18584351">
            <a:off x="4505962" y="4063590"/>
            <a:ext cx="2228834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7" name="오른쪽 화살표[R] 26"/>
          <p:cNvSpPr/>
          <p:nvPr/>
        </p:nvSpPr>
        <p:spPr>
          <a:xfrm rot="5400000">
            <a:off x="5647050" y="4063590"/>
            <a:ext cx="2228834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pSp>
        <p:nvGrpSpPr>
          <p:cNvPr id="13" name="그룹 12"/>
          <p:cNvGrpSpPr/>
          <p:nvPr/>
        </p:nvGrpSpPr>
        <p:grpSpPr>
          <a:xfrm>
            <a:off x="7157074" y="1029023"/>
            <a:ext cx="3553784" cy="2665338"/>
            <a:chOff x="7157074" y="1029023"/>
            <a:chExt cx="3553784" cy="2665338"/>
          </a:xfrm>
        </p:grpSpPr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157074" y="1029023"/>
              <a:ext cx="3553784" cy="2665338"/>
            </a:xfrm>
            <a:prstGeom prst="rect">
              <a:avLst/>
            </a:prstGeom>
          </p:spPr>
        </p:pic>
        <p:sp>
          <p:nvSpPr>
            <p:cNvPr id="28" name="타원 27"/>
            <p:cNvSpPr/>
            <p:nvPr/>
          </p:nvSpPr>
          <p:spPr>
            <a:xfrm>
              <a:off x="8481479" y="2280213"/>
              <a:ext cx="271987" cy="210002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941551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" y="1828800"/>
            <a:ext cx="4913745" cy="368530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45380" y="1828800"/>
            <a:ext cx="4913745" cy="3685309"/>
          </a:xfrm>
          <a:prstGeom prst="rect">
            <a:avLst/>
          </a:prstGeom>
        </p:spPr>
      </p:pic>
      <p:sp>
        <p:nvSpPr>
          <p:cNvPr id="6" name="모서리가 둥근 직사각형 5"/>
          <p:cNvSpPr/>
          <p:nvPr/>
        </p:nvSpPr>
        <p:spPr>
          <a:xfrm>
            <a:off x="1423881" y="4606362"/>
            <a:ext cx="689167" cy="36552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아래쪽 화살표[D] 6"/>
          <p:cNvSpPr/>
          <p:nvPr/>
        </p:nvSpPr>
        <p:spPr>
          <a:xfrm rot="1116129">
            <a:off x="1828249" y="3626216"/>
            <a:ext cx="484632" cy="978408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" name="텍스트 상자 7"/>
          <p:cNvSpPr txBox="1"/>
          <p:nvPr/>
        </p:nvSpPr>
        <p:spPr>
          <a:xfrm>
            <a:off x="4107874" y="588818"/>
            <a:ext cx="53478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400" b="1" smtClean="0">
                <a:latin typeface="+mj-lt"/>
                <a:ea typeface="+mj-ea"/>
              </a:rPr>
              <a:t>파형에 시간을 </a:t>
            </a:r>
            <a:r>
              <a:rPr kumimoji="1" lang="ko-KR" altLang="en-US" sz="2400" b="1" dirty="0" smtClean="0">
                <a:latin typeface="+mj-lt"/>
                <a:ea typeface="+mj-ea"/>
              </a:rPr>
              <a:t>변경하고 싶을때</a:t>
            </a:r>
            <a:endParaRPr kumimoji="1" lang="ko-KR" altLang="en-US" sz="2400" b="1" dirty="0">
              <a:latin typeface="+mj-lt"/>
              <a:ea typeface="+mj-ea"/>
            </a:endParaRPr>
          </a:p>
        </p:txBody>
      </p:sp>
      <p:sp>
        <p:nvSpPr>
          <p:cNvPr id="9" name="타원 8"/>
          <p:cNvSpPr/>
          <p:nvPr/>
        </p:nvSpPr>
        <p:spPr>
          <a:xfrm>
            <a:off x="9624503" y="3852183"/>
            <a:ext cx="346363" cy="26323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" name="아래쪽 화살표[D] 9"/>
          <p:cNvSpPr/>
          <p:nvPr/>
        </p:nvSpPr>
        <p:spPr>
          <a:xfrm rot="1116129">
            <a:off x="9767898" y="2854309"/>
            <a:ext cx="484632" cy="978408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텍스트 상자 10"/>
          <p:cNvSpPr txBox="1"/>
          <p:nvPr/>
        </p:nvSpPr>
        <p:spPr>
          <a:xfrm>
            <a:off x="6911614" y="3081155"/>
            <a:ext cx="3092513" cy="24622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ko-KR" altLang="en-US" sz="1000" dirty="0" smtClean="0"/>
              <a:t>가운데 파형 시간이 변경되는 것을 확인 할수 있다</a:t>
            </a:r>
            <a:r>
              <a:rPr kumimoji="1" lang="en-US" altLang="ko-KR" sz="1000" dirty="0" smtClean="0"/>
              <a:t>.</a:t>
            </a:r>
            <a:endParaRPr kumimoji="1"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81828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상자 7"/>
          <p:cNvSpPr txBox="1"/>
          <p:nvPr/>
        </p:nvSpPr>
        <p:spPr>
          <a:xfrm>
            <a:off x="4107874" y="588818"/>
            <a:ext cx="53478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400" b="1" dirty="0" smtClean="0">
                <a:latin typeface="+mj-lt"/>
                <a:ea typeface="+mj-ea"/>
              </a:rPr>
              <a:t>파형에 시간을 변경하고 싶을때</a:t>
            </a:r>
            <a:endParaRPr kumimoji="1" lang="ko-KR" altLang="en-US" sz="2400" b="1" dirty="0">
              <a:latin typeface="+mj-lt"/>
              <a:ea typeface="+mj-ea"/>
            </a:endParaRPr>
          </a:p>
        </p:txBody>
      </p:sp>
      <p:grpSp>
        <p:nvGrpSpPr>
          <p:cNvPr id="4" name="그룹 3"/>
          <p:cNvGrpSpPr/>
          <p:nvPr/>
        </p:nvGrpSpPr>
        <p:grpSpPr>
          <a:xfrm>
            <a:off x="645498" y="3934404"/>
            <a:ext cx="3421974" cy="2318614"/>
            <a:chOff x="6313153" y="1930113"/>
            <a:chExt cx="4761247" cy="3570935"/>
          </a:xfrm>
        </p:grpSpPr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3153" y="1930113"/>
              <a:ext cx="4761247" cy="3570935"/>
            </a:xfrm>
            <a:prstGeom prst="rect">
              <a:avLst/>
            </a:prstGeom>
          </p:spPr>
        </p:pic>
        <p:sp>
          <p:nvSpPr>
            <p:cNvPr id="12" name="아래쪽 화살표[D] 11"/>
            <p:cNvSpPr/>
            <p:nvPr/>
          </p:nvSpPr>
          <p:spPr>
            <a:xfrm rot="18413893">
              <a:off x="8676709" y="3057788"/>
              <a:ext cx="484632" cy="978408"/>
            </a:xfrm>
            <a:prstGeom prst="down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618896" y="1332006"/>
            <a:ext cx="3448576" cy="2187047"/>
            <a:chOff x="634279" y="1930113"/>
            <a:chExt cx="4765968" cy="3574476"/>
          </a:xfrm>
        </p:grpSpPr>
        <p:grpSp>
          <p:nvGrpSpPr>
            <p:cNvPr id="9" name="그룹 8"/>
            <p:cNvGrpSpPr/>
            <p:nvPr/>
          </p:nvGrpSpPr>
          <p:grpSpPr>
            <a:xfrm>
              <a:off x="634279" y="1930113"/>
              <a:ext cx="4765968" cy="3574476"/>
              <a:chOff x="1191491" y="1787238"/>
              <a:chExt cx="4765968" cy="3574476"/>
            </a:xfrm>
          </p:grpSpPr>
          <p:pic>
            <p:nvPicPr>
              <p:cNvPr id="2" name="그림 1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191491" y="1787238"/>
                <a:ext cx="4765968" cy="3574476"/>
              </a:xfrm>
              <a:prstGeom prst="rect">
                <a:avLst/>
              </a:prstGeom>
            </p:spPr>
          </p:pic>
          <p:sp>
            <p:nvSpPr>
              <p:cNvPr id="6" name="모서리가 둥근 직사각형 5"/>
              <p:cNvSpPr/>
              <p:nvPr/>
            </p:nvSpPr>
            <p:spPr>
              <a:xfrm>
                <a:off x="2338279" y="4382556"/>
                <a:ext cx="689167" cy="365524"/>
              </a:xfrm>
              <a:prstGeom prst="round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sp>
            <p:nvSpPr>
              <p:cNvPr id="7" name="아래쪽 화살표[D] 6"/>
              <p:cNvSpPr/>
              <p:nvPr/>
            </p:nvSpPr>
            <p:spPr>
              <a:xfrm rot="1116129">
                <a:off x="2742647" y="3402410"/>
                <a:ext cx="484632" cy="978408"/>
              </a:xfrm>
              <a:prstGeom prst="downArrow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</p:grpSp>
        <p:sp>
          <p:nvSpPr>
            <p:cNvPr id="13" name="아래쪽 화살표[D] 12"/>
            <p:cNvSpPr/>
            <p:nvPr/>
          </p:nvSpPr>
          <p:spPr>
            <a:xfrm rot="18413893">
              <a:off x="4018365" y="2851134"/>
              <a:ext cx="484632" cy="721057"/>
            </a:xfrm>
            <a:prstGeom prst="down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pic>
        <p:nvPicPr>
          <p:cNvPr id="10" name="그림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1855" y="3934404"/>
            <a:ext cx="3084945" cy="2313709"/>
          </a:xfrm>
          <a:prstGeom prst="rect">
            <a:avLst/>
          </a:prstGeom>
        </p:spPr>
      </p:pic>
      <p:sp>
        <p:nvSpPr>
          <p:cNvPr id="29" name="오른쪽 화살표[R] 28"/>
          <p:cNvSpPr/>
          <p:nvPr/>
        </p:nvSpPr>
        <p:spPr>
          <a:xfrm rot="5400000">
            <a:off x="3269613" y="3174176"/>
            <a:ext cx="2228834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0" name="오른쪽 화살표[R] 29"/>
          <p:cNvSpPr/>
          <p:nvPr/>
        </p:nvSpPr>
        <p:spPr>
          <a:xfrm rot="18584351">
            <a:off x="4168385" y="4185745"/>
            <a:ext cx="2228834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1" name="오른쪽 화살표[R] 30"/>
          <p:cNvSpPr/>
          <p:nvPr/>
        </p:nvSpPr>
        <p:spPr>
          <a:xfrm rot="5400000">
            <a:off x="5309473" y="4185745"/>
            <a:ext cx="2228834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pSp>
        <p:nvGrpSpPr>
          <p:cNvPr id="33" name="그룹 32"/>
          <p:cNvGrpSpPr/>
          <p:nvPr/>
        </p:nvGrpSpPr>
        <p:grpSpPr>
          <a:xfrm>
            <a:off x="6871855" y="1298297"/>
            <a:ext cx="2909454" cy="2182090"/>
            <a:chOff x="6871855" y="1298297"/>
            <a:chExt cx="2909454" cy="2182090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871855" y="1298297"/>
              <a:ext cx="2909454" cy="2182090"/>
            </a:xfrm>
            <a:prstGeom prst="rect">
              <a:avLst/>
            </a:prstGeom>
          </p:spPr>
        </p:pic>
        <p:sp>
          <p:nvSpPr>
            <p:cNvPr id="32" name="타원 31"/>
            <p:cNvSpPr/>
            <p:nvPr/>
          </p:nvSpPr>
          <p:spPr>
            <a:xfrm>
              <a:off x="7996569" y="2224763"/>
              <a:ext cx="271987" cy="210002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85689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28</Words>
  <Application>Microsoft Macintosh PowerPoint</Application>
  <PresentationFormat>와이드스크린</PresentationFormat>
  <Paragraphs>5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15.0026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장덕수</dc:creator>
  <cp:lastModifiedBy>장덕수</cp:lastModifiedBy>
  <cp:revision>6</cp:revision>
  <dcterms:created xsi:type="dcterms:W3CDTF">2016-10-04T09:50:50Z</dcterms:created>
  <dcterms:modified xsi:type="dcterms:W3CDTF">2016-10-04T23:56:09Z</dcterms:modified>
</cp:coreProperties>
</file>