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20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D118A-EA11-4E3D-914F-0FBFB66B56BC}" type="datetimeFigureOut">
              <a:rPr lang="ko-KR" altLang="en-US" smtClean="0"/>
              <a:t>2011-04-19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E40D1-C5BD-4661-B616-326D48F664F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D118A-EA11-4E3D-914F-0FBFB66B56BC}" type="datetimeFigureOut">
              <a:rPr lang="ko-KR" altLang="en-US" smtClean="0"/>
              <a:t>2011-04-19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E40D1-C5BD-4661-B616-326D48F664F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D118A-EA11-4E3D-914F-0FBFB66B56BC}" type="datetimeFigureOut">
              <a:rPr lang="ko-KR" altLang="en-US" smtClean="0"/>
              <a:t>2011-04-19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E40D1-C5BD-4661-B616-326D48F664F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D118A-EA11-4E3D-914F-0FBFB66B56BC}" type="datetimeFigureOut">
              <a:rPr lang="ko-KR" altLang="en-US" smtClean="0"/>
              <a:t>2011-04-19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E40D1-C5BD-4661-B616-326D48F664F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D118A-EA11-4E3D-914F-0FBFB66B56BC}" type="datetimeFigureOut">
              <a:rPr lang="ko-KR" altLang="en-US" smtClean="0"/>
              <a:t>2011-04-19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E40D1-C5BD-4661-B616-326D48F664F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D118A-EA11-4E3D-914F-0FBFB66B56BC}" type="datetimeFigureOut">
              <a:rPr lang="ko-KR" altLang="en-US" smtClean="0"/>
              <a:t>2011-04-19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E40D1-C5BD-4661-B616-326D48F664F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D118A-EA11-4E3D-914F-0FBFB66B56BC}" type="datetimeFigureOut">
              <a:rPr lang="ko-KR" altLang="en-US" smtClean="0"/>
              <a:t>2011-04-19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E40D1-C5BD-4661-B616-326D48F664F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D118A-EA11-4E3D-914F-0FBFB66B56BC}" type="datetimeFigureOut">
              <a:rPr lang="ko-KR" altLang="en-US" smtClean="0"/>
              <a:t>2011-04-19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E40D1-C5BD-4661-B616-326D48F664F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D118A-EA11-4E3D-914F-0FBFB66B56BC}" type="datetimeFigureOut">
              <a:rPr lang="ko-KR" altLang="en-US" smtClean="0"/>
              <a:t>2011-04-19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E40D1-C5BD-4661-B616-326D48F664F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D118A-EA11-4E3D-914F-0FBFB66B56BC}" type="datetimeFigureOut">
              <a:rPr lang="ko-KR" altLang="en-US" smtClean="0"/>
              <a:t>2011-04-19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E40D1-C5BD-4661-B616-326D48F664F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D118A-EA11-4E3D-914F-0FBFB66B56BC}" type="datetimeFigureOut">
              <a:rPr lang="ko-KR" altLang="en-US" smtClean="0"/>
              <a:t>2011-04-19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FE40D1-C5BD-4661-B616-326D48F664F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0D118A-EA11-4E3D-914F-0FBFB66B56BC}" type="datetimeFigureOut">
              <a:rPr lang="ko-KR" altLang="en-US" smtClean="0"/>
              <a:t>2011-04-19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FE40D1-C5BD-4661-B616-326D48F664F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1115616" y="1844824"/>
            <a:ext cx="6408712" cy="2743200"/>
            <a:chOff x="2489250" y="1974949"/>
            <a:chExt cx="6408712" cy="2743200"/>
          </a:xfrm>
        </p:grpSpPr>
        <p:sp>
          <p:nvSpPr>
            <p:cNvPr id="5" name="Rounded Rectangle 3"/>
            <p:cNvSpPr/>
            <p:nvPr/>
          </p:nvSpPr>
          <p:spPr bwMode="auto">
            <a:xfrm>
              <a:off x="2494013" y="2127349"/>
              <a:ext cx="6402387" cy="2438400"/>
            </a:xfrm>
            <a:prstGeom prst="roundRect">
              <a:avLst>
                <a:gd name="adj" fmla="val 7292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cxnSp>
          <p:nvCxnSpPr>
            <p:cNvPr id="6" name="직선 연결선 5"/>
            <p:cNvCxnSpPr/>
            <p:nvPr/>
          </p:nvCxnSpPr>
          <p:spPr>
            <a:xfrm rot="5400000" flipH="1" flipV="1">
              <a:off x="7771114" y="3082876"/>
              <a:ext cx="1257300" cy="604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/>
            <p:cNvCxnSpPr/>
            <p:nvPr/>
          </p:nvCxnSpPr>
          <p:spPr>
            <a:xfrm rot="5400000" flipH="1" flipV="1">
              <a:off x="2294407" y="3528848"/>
              <a:ext cx="1257300" cy="6045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직선 연결선 7"/>
            <p:cNvCxnSpPr/>
            <p:nvPr/>
          </p:nvCxnSpPr>
          <p:spPr>
            <a:xfrm flipV="1">
              <a:off x="8429628" y="3800475"/>
              <a:ext cx="298447" cy="3"/>
            </a:xfrm>
            <a:prstGeom prst="line">
              <a:avLst/>
            </a:prstGeom>
            <a:ln>
              <a:solidFill>
                <a:srgbClr val="808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/>
            <p:cNvCxnSpPr/>
            <p:nvPr/>
          </p:nvCxnSpPr>
          <p:spPr>
            <a:xfrm flipV="1">
              <a:off x="2633266" y="2909888"/>
              <a:ext cx="171847" cy="1166"/>
            </a:xfrm>
            <a:prstGeom prst="line">
              <a:avLst/>
            </a:prstGeom>
            <a:ln>
              <a:solidFill>
                <a:srgbClr val="808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4"/>
            <p:cNvSpPr/>
            <p:nvPr/>
          </p:nvSpPr>
          <p:spPr bwMode="auto">
            <a:xfrm>
              <a:off x="3865613" y="2090837"/>
              <a:ext cx="914400" cy="5715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1" name="Rectangle 5"/>
            <p:cNvSpPr/>
            <p:nvPr/>
          </p:nvSpPr>
          <p:spPr bwMode="auto">
            <a:xfrm>
              <a:off x="3865613" y="4527649"/>
              <a:ext cx="914400" cy="5715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2" name="Oval 8"/>
            <p:cNvSpPr/>
            <p:nvPr/>
          </p:nvSpPr>
          <p:spPr bwMode="auto">
            <a:xfrm>
              <a:off x="2679750" y="2208312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3" name="Oval 10"/>
            <p:cNvSpPr/>
            <p:nvPr/>
          </p:nvSpPr>
          <p:spPr bwMode="auto">
            <a:xfrm>
              <a:off x="8318550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4" name="Oval 11"/>
            <p:cNvSpPr/>
            <p:nvPr/>
          </p:nvSpPr>
          <p:spPr bwMode="auto">
            <a:xfrm>
              <a:off x="2679750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5" name="Oval 12"/>
            <p:cNvSpPr/>
            <p:nvPr/>
          </p:nvSpPr>
          <p:spPr bwMode="auto">
            <a:xfrm>
              <a:off x="3256013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6" name="Oval 13"/>
            <p:cNvSpPr/>
            <p:nvPr/>
          </p:nvSpPr>
          <p:spPr bwMode="auto">
            <a:xfrm>
              <a:off x="4170413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7" name="Oval 14"/>
            <p:cNvSpPr/>
            <p:nvPr/>
          </p:nvSpPr>
          <p:spPr bwMode="auto">
            <a:xfrm>
              <a:off x="5084813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8" name="Oval 15"/>
            <p:cNvSpPr/>
            <p:nvPr/>
          </p:nvSpPr>
          <p:spPr bwMode="auto">
            <a:xfrm>
              <a:off x="6000800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9" name="Oval 16"/>
            <p:cNvSpPr/>
            <p:nvPr/>
          </p:nvSpPr>
          <p:spPr bwMode="auto">
            <a:xfrm>
              <a:off x="6915200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0" name="Oval 17"/>
            <p:cNvSpPr/>
            <p:nvPr/>
          </p:nvSpPr>
          <p:spPr bwMode="auto">
            <a:xfrm>
              <a:off x="7753400" y="3194149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21" name="TextBox 18"/>
            <p:cNvSpPr txBox="1">
              <a:spLocks noChangeArrowheads="1"/>
            </p:cNvSpPr>
            <p:nvPr/>
          </p:nvSpPr>
          <p:spPr bwMode="auto">
            <a:xfrm>
              <a:off x="2641704" y="3220819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</a:rPr>
                <a:t>SP1</a:t>
              </a:r>
              <a:endParaRPr lang="ko-KR" altLang="ko-KR"/>
            </a:p>
          </p:txBody>
        </p:sp>
        <p:sp>
          <p:nvSpPr>
            <p:cNvPr id="22" name="TextBox 19"/>
            <p:cNvSpPr txBox="1">
              <a:spLocks noChangeArrowheads="1"/>
            </p:cNvSpPr>
            <p:nvPr/>
          </p:nvSpPr>
          <p:spPr bwMode="auto">
            <a:xfrm>
              <a:off x="3225722" y="3220819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</a:rPr>
                <a:t>SP2</a:t>
              </a:r>
              <a:endParaRPr lang="ko-KR" altLang="ko-KR"/>
            </a:p>
          </p:txBody>
        </p:sp>
        <p:sp>
          <p:nvSpPr>
            <p:cNvPr id="23" name="TextBox 20"/>
            <p:cNvSpPr txBox="1">
              <a:spLocks noChangeArrowheads="1"/>
            </p:cNvSpPr>
            <p:nvPr/>
          </p:nvSpPr>
          <p:spPr bwMode="auto">
            <a:xfrm>
              <a:off x="4140348" y="3220819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</a:rPr>
                <a:t>SP3</a:t>
              </a:r>
              <a:endParaRPr lang="ko-KR" altLang="ko-KR"/>
            </a:p>
          </p:txBody>
        </p:sp>
        <p:sp>
          <p:nvSpPr>
            <p:cNvPr id="24" name="TextBox 21"/>
            <p:cNvSpPr txBox="1">
              <a:spLocks noChangeArrowheads="1"/>
            </p:cNvSpPr>
            <p:nvPr/>
          </p:nvSpPr>
          <p:spPr bwMode="auto">
            <a:xfrm>
              <a:off x="5047351" y="3220819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</a:rPr>
                <a:t>SP4</a:t>
              </a:r>
              <a:endParaRPr lang="ko-KR" altLang="ko-KR"/>
            </a:p>
          </p:txBody>
        </p:sp>
        <p:sp>
          <p:nvSpPr>
            <p:cNvPr id="25" name="TextBox 22"/>
            <p:cNvSpPr txBox="1">
              <a:spLocks noChangeArrowheads="1"/>
            </p:cNvSpPr>
            <p:nvPr/>
          </p:nvSpPr>
          <p:spPr bwMode="auto">
            <a:xfrm>
              <a:off x="5969599" y="3220819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</a:rPr>
                <a:t>SP5</a:t>
              </a:r>
              <a:endParaRPr lang="ko-KR" altLang="ko-KR"/>
            </a:p>
          </p:txBody>
        </p:sp>
        <p:sp>
          <p:nvSpPr>
            <p:cNvPr id="26" name="TextBox 23"/>
            <p:cNvSpPr txBox="1">
              <a:spLocks noChangeArrowheads="1"/>
            </p:cNvSpPr>
            <p:nvPr/>
          </p:nvSpPr>
          <p:spPr bwMode="auto">
            <a:xfrm>
              <a:off x="6876602" y="3220819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</a:rPr>
                <a:t>SP6</a:t>
              </a:r>
              <a:endParaRPr lang="ko-KR" altLang="ko-KR"/>
            </a:p>
          </p:txBody>
        </p:sp>
        <p:sp>
          <p:nvSpPr>
            <p:cNvPr id="27" name="TextBox 24"/>
            <p:cNvSpPr txBox="1">
              <a:spLocks noChangeArrowheads="1"/>
            </p:cNvSpPr>
            <p:nvPr/>
          </p:nvSpPr>
          <p:spPr bwMode="auto">
            <a:xfrm>
              <a:off x="7715009" y="3220819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</a:rPr>
                <a:t>SP7</a:t>
              </a:r>
              <a:endParaRPr lang="ko-KR" altLang="ko-KR"/>
            </a:p>
          </p:txBody>
        </p:sp>
        <p:sp>
          <p:nvSpPr>
            <p:cNvPr id="28" name="TextBox 25"/>
            <p:cNvSpPr txBox="1">
              <a:spLocks noChangeArrowheads="1"/>
            </p:cNvSpPr>
            <p:nvPr/>
          </p:nvSpPr>
          <p:spPr bwMode="auto">
            <a:xfrm>
              <a:off x="8280456" y="3220819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</a:rPr>
                <a:t>SP8</a:t>
              </a:r>
              <a:endParaRPr lang="ko-KR" altLang="ko-KR"/>
            </a:p>
          </p:txBody>
        </p:sp>
        <p:sp>
          <p:nvSpPr>
            <p:cNvPr id="29" name="TextBox 27"/>
            <p:cNvSpPr txBox="1">
              <a:spLocks noChangeArrowheads="1"/>
            </p:cNvSpPr>
            <p:nvPr/>
          </p:nvSpPr>
          <p:spPr bwMode="auto">
            <a:xfrm>
              <a:off x="2641704" y="2238792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 dirty="0">
                  <a:latin typeface="Calibri" pitchFamily="34" charset="0"/>
                </a:rPr>
                <a:t>CSP</a:t>
              </a:r>
              <a:endParaRPr lang="ko-KR" altLang="ko-KR" dirty="0"/>
            </a:p>
          </p:txBody>
        </p:sp>
        <p:sp>
          <p:nvSpPr>
            <p:cNvPr id="30" name="Oval 28"/>
            <p:cNvSpPr/>
            <p:nvPr/>
          </p:nvSpPr>
          <p:spPr bwMode="auto">
            <a:xfrm>
              <a:off x="3408413" y="1974949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1" name="Oval 29"/>
            <p:cNvSpPr/>
            <p:nvPr/>
          </p:nvSpPr>
          <p:spPr bwMode="auto">
            <a:xfrm>
              <a:off x="7677200" y="1974949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2" name="Oval 30"/>
            <p:cNvSpPr/>
            <p:nvPr/>
          </p:nvSpPr>
          <p:spPr bwMode="auto">
            <a:xfrm>
              <a:off x="3408413" y="4413349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3" name="Oval 31"/>
            <p:cNvSpPr/>
            <p:nvPr/>
          </p:nvSpPr>
          <p:spPr bwMode="auto">
            <a:xfrm>
              <a:off x="7677200" y="4413349"/>
              <a:ext cx="304800" cy="3048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4" name="TextBox 32"/>
            <p:cNvSpPr txBox="1">
              <a:spLocks noChangeArrowheads="1"/>
            </p:cNvSpPr>
            <p:nvPr/>
          </p:nvSpPr>
          <p:spPr bwMode="auto">
            <a:xfrm>
              <a:off x="3370538" y="2005429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</a:rPr>
                <a:t>ESP</a:t>
              </a:r>
              <a:endParaRPr lang="ko-KR" altLang="ko-KR"/>
            </a:p>
          </p:txBody>
        </p:sp>
        <p:sp>
          <p:nvSpPr>
            <p:cNvPr id="35" name="TextBox 33"/>
            <p:cNvSpPr txBox="1">
              <a:spLocks noChangeArrowheads="1"/>
            </p:cNvSpPr>
            <p:nvPr/>
          </p:nvSpPr>
          <p:spPr bwMode="auto">
            <a:xfrm>
              <a:off x="3370538" y="4443829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</a:rPr>
                <a:t>ESP</a:t>
              </a:r>
              <a:endParaRPr lang="ko-KR" altLang="ko-KR"/>
            </a:p>
          </p:txBody>
        </p:sp>
        <p:sp>
          <p:nvSpPr>
            <p:cNvPr id="36" name="TextBox 34"/>
            <p:cNvSpPr txBox="1">
              <a:spLocks noChangeArrowheads="1"/>
            </p:cNvSpPr>
            <p:nvPr/>
          </p:nvSpPr>
          <p:spPr bwMode="auto">
            <a:xfrm>
              <a:off x="7646412" y="4443829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</a:rPr>
                <a:t>ESP</a:t>
              </a:r>
              <a:endParaRPr lang="ko-KR" altLang="ko-KR"/>
            </a:p>
          </p:txBody>
        </p:sp>
        <p:sp>
          <p:nvSpPr>
            <p:cNvPr id="37" name="TextBox 35"/>
            <p:cNvSpPr txBox="1">
              <a:spLocks noChangeArrowheads="1"/>
            </p:cNvSpPr>
            <p:nvPr/>
          </p:nvSpPr>
          <p:spPr bwMode="auto">
            <a:xfrm>
              <a:off x="7646412" y="2005429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</a:rPr>
                <a:t>ESP</a:t>
              </a:r>
              <a:endParaRPr lang="ko-KR" altLang="ko-KR"/>
            </a:p>
          </p:txBody>
        </p:sp>
        <p:sp>
          <p:nvSpPr>
            <p:cNvPr id="38" name="Rectangle 38"/>
            <p:cNvSpPr/>
            <p:nvPr/>
          </p:nvSpPr>
          <p:spPr bwMode="auto">
            <a:xfrm>
              <a:off x="3340150" y="4138712"/>
              <a:ext cx="457200" cy="2286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39" name="Rectangle 39"/>
            <p:cNvSpPr/>
            <p:nvPr/>
          </p:nvSpPr>
          <p:spPr bwMode="auto">
            <a:xfrm>
              <a:off x="7601000" y="2325787"/>
              <a:ext cx="457200" cy="22860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0" name="TextBox 40"/>
            <p:cNvSpPr txBox="1">
              <a:spLocks noChangeArrowheads="1"/>
            </p:cNvSpPr>
            <p:nvPr/>
          </p:nvSpPr>
          <p:spPr bwMode="auto">
            <a:xfrm>
              <a:off x="3362916" y="4131409"/>
              <a:ext cx="457313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</a:rPr>
                <a:t>P E I</a:t>
              </a:r>
              <a:endParaRPr lang="ko-KR" altLang="ko-KR"/>
            </a:p>
          </p:txBody>
        </p:sp>
        <p:sp>
          <p:nvSpPr>
            <p:cNvPr id="41" name="TextBox 41"/>
            <p:cNvSpPr txBox="1">
              <a:spLocks noChangeArrowheads="1"/>
            </p:cNvSpPr>
            <p:nvPr/>
          </p:nvSpPr>
          <p:spPr bwMode="auto">
            <a:xfrm>
              <a:off x="7615924" y="2310229"/>
              <a:ext cx="457313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</a:rPr>
                <a:t>P E I</a:t>
              </a:r>
              <a:endParaRPr lang="ko-KR" altLang="ko-KR"/>
            </a:p>
          </p:txBody>
        </p:sp>
        <p:sp>
          <p:nvSpPr>
            <p:cNvPr id="42" name="Rectangle 42"/>
            <p:cNvSpPr/>
            <p:nvPr/>
          </p:nvSpPr>
          <p:spPr bwMode="auto">
            <a:xfrm>
              <a:off x="6602463" y="2105124"/>
              <a:ext cx="914400" cy="5715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3" name="Rectangle 43"/>
            <p:cNvSpPr/>
            <p:nvPr/>
          </p:nvSpPr>
          <p:spPr bwMode="auto">
            <a:xfrm>
              <a:off x="6602463" y="4541937"/>
              <a:ext cx="914400" cy="5715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4" name="Rectangle 46"/>
            <p:cNvSpPr/>
            <p:nvPr/>
          </p:nvSpPr>
          <p:spPr bwMode="auto">
            <a:xfrm>
              <a:off x="3865613" y="2317849"/>
              <a:ext cx="457200" cy="228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5" name="Rectangle 47"/>
            <p:cNvSpPr/>
            <p:nvPr/>
          </p:nvSpPr>
          <p:spPr bwMode="auto">
            <a:xfrm>
              <a:off x="3865613" y="4138712"/>
              <a:ext cx="457200" cy="22860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6" name="TextBox 48"/>
            <p:cNvSpPr txBox="1">
              <a:spLocks noChangeArrowheads="1"/>
            </p:cNvSpPr>
            <p:nvPr/>
          </p:nvSpPr>
          <p:spPr bwMode="auto">
            <a:xfrm>
              <a:off x="3865960" y="2310229"/>
              <a:ext cx="533531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</a:rPr>
                <a:t>C P O</a:t>
              </a:r>
              <a:endParaRPr lang="ko-KR" altLang="ko-KR"/>
            </a:p>
          </p:txBody>
        </p:sp>
        <p:sp>
          <p:nvSpPr>
            <p:cNvPr id="47" name="TextBox 49"/>
            <p:cNvSpPr txBox="1">
              <a:spLocks noChangeArrowheads="1"/>
            </p:cNvSpPr>
            <p:nvPr/>
          </p:nvSpPr>
          <p:spPr bwMode="auto">
            <a:xfrm>
              <a:off x="3865960" y="4131409"/>
              <a:ext cx="533531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>
                  <a:latin typeface="Calibri" pitchFamily="34" charset="0"/>
                </a:rPr>
                <a:t>C P O</a:t>
              </a:r>
              <a:endParaRPr lang="ko-KR" altLang="ko-KR"/>
            </a:p>
          </p:txBody>
        </p:sp>
        <p:sp>
          <p:nvSpPr>
            <p:cNvPr id="48" name="Rectangle 50"/>
            <p:cNvSpPr/>
            <p:nvPr/>
          </p:nvSpPr>
          <p:spPr bwMode="auto">
            <a:xfrm>
              <a:off x="2722613" y="2813149"/>
              <a:ext cx="342900" cy="169863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49" name="TextBox 54"/>
            <p:cNvSpPr txBox="1">
              <a:spLocks noChangeArrowheads="1"/>
            </p:cNvSpPr>
            <p:nvPr/>
          </p:nvSpPr>
          <p:spPr bwMode="auto">
            <a:xfrm>
              <a:off x="2710186" y="2799760"/>
              <a:ext cx="381094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>
                  <a:latin typeface="Calibri" pitchFamily="34" charset="0"/>
                </a:rPr>
                <a:t>DPO</a:t>
              </a:r>
              <a:endParaRPr lang="ko-KR" altLang="ko-KR"/>
            </a:p>
          </p:txBody>
        </p:sp>
        <p:sp>
          <p:nvSpPr>
            <p:cNvPr id="50" name="Rectangle 55"/>
            <p:cNvSpPr/>
            <p:nvPr/>
          </p:nvSpPr>
          <p:spPr bwMode="auto">
            <a:xfrm>
              <a:off x="8264575" y="3727549"/>
              <a:ext cx="304800" cy="15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51" name="TextBox 56"/>
            <p:cNvSpPr txBox="1">
              <a:spLocks noChangeArrowheads="1"/>
            </p:cNvSpPr>
            <p:nvPr/>
          </p:nvSpPr>
          <p:spPr bwMode="auto">
            <a:xfrm>
              <a:off x="8229488" y="3698979"/>
              <a:ext cx="381094" cy="2154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800" b="1">
                  <a:latin typeface="Calibri" pitchFamily="34" charset="0"/>
                </a:rPr>
                <a:t>DPO</a:t>
              </a:r>
              <a:endParaRPr lang="ko-KR" altLang="ko-KR"/>
            </a:p>
          </p:txBody>
        </p:sp>
        <p:sp>
          <p:nvSpPr>
            <p:cNvPr id="52" name="Rectangle 57"/>
            <p:cNvSpPr/>
            <p:nvPr/>
          </p:nvSpPr>
          <p:spPr bwMode="auto">
            <a:xfrm>
              <a:off x="2570213" y="3735487"/>
              <a:ext cx="671512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53" name="TextBox 58"/>
            <p:cNvSpPr txBox="1">
              <a:spLocks noChangeArrowheads="1"/>
            </p:cNvSpPr>
            <p:nvPr/>
          </p:nvSpPr>
          <p:spPr bwMode="auto">
            <a:xfrm>
              <a:off x="2535728" y="3741846"/>
              <a:ext cx="817618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ko-KR" sz="700" b="1" dirty="0">
                  <a:latin typeface="Calibri" pitchFamily="34" charset="0"/>
                </a:rPr>
                <a:t>PA </a:t>
              </a:r>
              <a:r>
                <a:rPr lang="en-US" altLang="ko-KR" sz="700" b="1" dirty="0" smtClean="0">
                  <a:latin typeface="Calibri" pitchFamily="34" charset="0"/>
                </a:rPr>
                <a:t>CONTROLLER</a:t>
              </a:r>
              <a:endParaRPr lang="en-US" altLang="ko-KR" sz="700" b="1" dirty="0">
                <a:latin typeface="Calibri" pitchFamily="34" charset="0"/>
              </a:endParaRPr>
            </a:p>
            <a:p>
              <a:r>
                <a:rPr lang="en-US" altLang="ko-KR" sz="700" b="1" dirty="0">
                  <a:latin typeface="Calibri" pitchFamily="34" charset="0"/>
                </a:rPr>
                <a:t>&amp; POWER AMP</a:t>
              </a:r>
              <a:endParaRPr lang="ko-KR" altLang="ko-KR" dirty="0"/>
            </a:p>
          </p:txBody>
        </p:sp>
        <p:sp>
          <p:nvSpPr>
            <p:cNvPr id="54" name="Rectangle 59"/>
            <p:cNvSpPr/>
            <p:nvPr/>
          </p:nvSpPr>
          <p:spPr bwMode="auto">
            <a:xfrm>
              <a:off x="8080425" y="2660749"/>
              <a:ext cx="739775" cy="30480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cxnSp>
          <p:nvCxnSpPr>
            <p:cNvPr id="55" name="Straight Connector 62"/>
            <p:cNvCxnSpPr/>
            <p:nvPr/>
          </p:nvCxnSpPr>
          <p:spPr bwMode="auto">
            <a:xfrm>
              <a:off x="2489250" y="3041749"/>
              <a:ext cx="63182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63"/>
            <p:cNvCxnSpPr/>
            <p:nvPr/>
          </p:nvCxnSpPr>
          <p:spPr bwMode="auto">
            <a:xfrm rot="5400000" flipH="1" flipV="1">
              <a:off x="2656732" y="2585343"/>
              <a:ext cx="914400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66"/>
            <p:cNvCxnSpPr/>
            <p:nvPr/>
          </p:nvCxnSpPr>
          <p:spPr bwMode="auto">
            <a:xfrm>
              <a:off x="8194725" y="3651349"/>
              <a:ext cx="69532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69"/>
            <p:cNvCxnSpPr/>
            <p:nvPr/>
          </p:nvCxnSpPr>
          <p:spPr bwMode="auto">
            <a:xfrm rot="10800000">
              <a:off x="3186163" y="2813149"/>
              <a:ext cx="4892675" cy="1588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67"/>
            <p:cNvCxnSpPr/>
            <p:nvPr/>
          </p:nvCxnSpPr>
          <p:spPr bwMode="auto">
            <a:xfrm rot="5400000" flipH="1" flipV="1">
              <a:off x="7744669" y="4107755"/>
              <a:ext cx="914400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68"/>
            <p:cNvCxnSpPr/>
            <p:nvPr/>
          </p:nvCxnSpPr>
          <p:spPr bwMode="auto">
            <a:xfrm rot="5400000" flipH="1" flipV="1">
              <a:off x="2718644" y="3269556"/>
              <a:ext cx="923925" cy="158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74"/>
            <p:cNvCxnSpPr/>
            <p:nvPr/>
          </p:nvCxnSpPr>
          <p:spPr bwMode="auto">
            <a:xfrm rot="10800000">
              <a:off x="3243313" y="3879949"/>
              <a:ext cx="4892675" cy="1588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75"/>
            <p:cNvCxnSpPr/>
            <p:nvPr/>
          </p:nvCxnSpPr>
          <p:spPr bwMode="auto">
            <a:xfrm rot="5400000" flipH="1" flipV="1">
              <a:off x="7677994" y="3426718"/>
              <a:ext cx="914400" cy="1588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76"/>
            <p:cNvCxnSpPr/>
            <p:nvPr/>
          </p:nvCxnSpPr>
          <p:spPr bwMode="auto">
            <a:xfrm rot="5400000" flipH="1" flipV="1">
              <a:off x="2952007" y="2509143"/>
              <a:ext cx="609600" cy="158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78"/>
            <p:cNvCxnSpPr/>
            <p:nvPr/>
          </p:nvCxnSpPr>
          <p:spPr bwMode="auto">
            <a:xfrm rot="10800000">
              <a:off x="3252838" y="2203549"/>
              <a:ext cx="173037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86"/>
            <p:cNvCxnSpPr/>
            <p:nvPr/>
          </p:nvCxnSpPr>
          <p:spPr bwMode="auto">
            <a:xfrm rot="5400000" flipH="1" flipV="1">
              <a:off x="7225557" y="2507555"/>
              <a:ext cx="609600" cy="158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87"/>
            <p:cNvCxnSpPr/>
            <p:nvPr/>
          </p:nvCxnSpPr>
          <p:spPr bwMode="auto">
            <a:xfrm rot="10800000">
              <a:off x="7524800" y="2203549"/>
              <a:ext cx="173038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88"/>
            <p:cNvCxnSpPr/>
            <p:nvPr/>
          </p:nvCxnSpPr>
          <p:spPr bwMode="auto">
            <a:xfrm rot="5400000" flipH="1" flipV="1">
              <a:off x="7562107" y="4147443"/>
              <a:ext cx="533400" cy="1587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90"/>
            <p:cNvCxnSpPr/>
            <p:nvPr/>
          </p:nvCxnSpPr>
          <p:spPr bwMode="auto">
            <a:xfrm rot="5400000" flipH="1" flipV="1">
              <a:off x="2985344" y="4183955"/>
              <a:ext cx="609600" cy="1588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91"/>
            <p:cNvCxnSpPr/>
            <p:nvPr/>
          </p:nvCxnSpPr>
          <p:spPr bwMode="auto">
            <a:xfrm rot="10800000">
              <a:off x="3284588" y="4489549"/>
              <a:ext cx="146050" cy="0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97"/>
            <p:cNvCxnSpPr/>
            <p:nvPr/>
          </p:nvCxnSpPr>
          <p:spPr bwMode="auto">
            <a:xfrm rot="5400000" flipH="1" flipV="1">
              <a:off x="2620219" y="3661668"/>
              <a:ext cx="136525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99"/>
            <p:cNvCxnSpPr/>
            <p:nvPr/>
          </p:nvCxnSpPr>
          <p:spPr bwMode="auto">
            <a:xfrm rot="5400000" flipH="1" flipV="1">
              <a:off x="8358238" y="3284637"/>
              <a:ext cx="630237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09"/>
            <p:cNvCxnSpPr/>
            <p:nvPr/>
          </p:nvCxnSpPr>
          <p:spPr bwMode="auto">
            <a:xfrm>
              <a:off x="2690863" y="3597374"/>
              <a:ext cx="599122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12"/>
            <p:cNvCxnSpPr/>
            <p:nvPr/>
          </p:nvCxnSpPr>
          <p:spPr bwMode="auto">
            <a:xfrm rot="5400000" flipH="1" flipV="1">
              <a:off x="2786906" y="3548956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13"/>
            <p:cNvCxnSpPr/>
            <p:nvPr/>
          </p:nvCxnSpPr>
          <p:spPr bwMode="auto">
            <a:xfrm rot="5400000" flipH="1" flipV="1">
              <a:off x="3363169" y="3544193"/>
              <a:ext cx="92075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14"/>
            <p:cNvCxnSpPr/>
            <p:nvPr/>
          </p:nvCxnSpPr>
          <p:spPr bwMode="auto">
            <a:xfrm rot="5400000" flipH="1" flipV="1">
              <a:off x="4277569" y="3544193"/>
              <a:ext cx="92075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15"/>
            <p:cNvCxnSpPr/>
            <p:nvPr/>
          </p:nvCxnSpPr>
          <p:spPr bwMode="auto">
            <a:xfrm rot="5400000" flipH="1" flipV="1">
              <a:off x="5191969" y="3544193"/>
              <a:ext cx="92075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16"/>
            <p:cNvCxnSpPr/>
            <p:nvPr/>
          </p:nvCxnSpPr>
          <p:spPr bwMode="auto">
            <a:xfrm rot="5400000" flipH="1" flipV="1">
              <a:off x="6107956" y="3544193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17"/>
            <p:cNvCxnSpPr/>
            <p:nvPr/>
          </p:nvCxnSpPr>
          <p:spPr bwMode="auto">
            <a:xfrm rot="5400000" flipH="1" flipV="1">
              <a:off x="7022356" y="3544193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18"/>
            <p:cNvCxnSpPr/>
            <p:nvPr/>
          </p:nvCxnSpPr>
          <p:spPr bwMode="auto">
            <a:xfrm rot="5400000" flipH="1" flipV="1">
              <a:off x="7860556" y="3544193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19"/>
            <p:cNvCxnSpPr/>
            <p:nvPr/>
          </p:nvCxnSpPr>
          <p:spPr bwMode="auto">
            <a:xfrm rot="5400000" flipH="1" flipV="1">
              <a:off x="8425706" y="3544193"/>
              <a:ext cx="92075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20"/>
            <p:cNvCxnSpPr/>
            <p:nvPr/>
          </p:nvCxnSpPr>
          <p:spPr bwMode="auto">
            <a:xfrm rot="5400000" flipH="1" flipV="1">
              <a:off x="4286252" y="3562353"/>
              <a:ext cx="914399" cy="761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Oval 121"/>
            <p:cNvSpPr/>
            <p:nvPr/>
          </p:nvSpPr>
          <p:spPr bwMode="auto">
            <a:xfrm>
              <a:off x="4577482" y="3991173"/>
              <a:ext cx="306388" cy="304800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83" name="TextBox 122"/>
            <p:cNvSpPr txBox="1">
              <a:spLocks noChangeArrowheads="1"/>
            </p:cNvSpPr>
            <p:nvPr/>
          </p:nvSpPr>
          <p:spPr bwMode="auto">
            <a:xfrm>
              <a:off x="4532684" y="4021450"/>
              <a:ext cx="457312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 dirty="0">
                  <a:latin typeface="Calibri" pitchFamily="34" charset="0"/>
                </a:rPr>
                <a:t>ANS</a:t>
              </a:r>
              <a:endParaRPr lang="ko-KR" altLang="ko-KR" dirty="0"/>
            </a:p>
          </p:txBody>
        </p:sp>
        <p:cxnSp>
          <p:nvCxnSpPr>
            <p:cNvPr id="84" name="Straight Connector 123"/>
            <p:cNvCxnSpPr/>
            <p:nvPr/>
          </p:nvCxnSpPr>
          <p:spPr bwMode="auto">
            <a:xfrm rot="5400000" flipH="1" flipV="1">
              <a:off x="2840088" y="3432274"/>
              <a:ext cx="576262" cy="1588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24"/>
            <p:cNvCxnSpPr/>
            <p:nvPr/>
          </p:nvCxnSpPr>
          <p:spPr bwMode="auto">
            <a:xfrm rot="5400000" flipH="1" flipV="1">
              <a:off x="2764682" y="3410843"/>
              <a:ext cx="622300" cy="1587"/>
            </a:xfrm>
            <a:prstGeom prst="line">
              <a:avLst/>
            </a:prstGeom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25"/>
            <p:cNvCxnSpPr/>
            <p:nvPr/>
          </p:nvCxnSpPr>
          <p:spPr bwMode="auto">
            <a:xfrm rot="10800000" flipV="1">
              <a:off x="3130600" y="3151287"/>
              <a:ext cx="5221288" cy="0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31"/>
            <p:cNvCxnSpPr/>
            <p:nvPr/>
          </p:nvCxnSpPr>
          <p:spPr bwMode="auto">
            <a:xfrm rot="5400000" flipH="1" flipV="1">
              <a:off x="8155038" y="3035399"/>
              <a:ext cx="119062" cy="1588"/>
            </a:xfrm>
            <a:prstGeom prst="line">
              <a:avLst/>
            </a:prstGeom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29"/>
            <p:cNvCxnSpPr/>
            <p:nvPr/>
          </p:nvCxnSpPr>
          <p:spPr bwMode="auto">
            <a:xfrm rot="5400000" flipH="1" flipV="1">
              <a:off x="8251875" y="3059212"/>
              <a:ext cx="182563" cy="1587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30"/>
            <p:cNvCxnSpPr/>
            <p:nvPr/>
          </p:nvCxnSpPr>
          <p:spPr bwMode="auto">
            <a:xfrm rot="10800000" flipV="1">
              <a:off x="3079800" y="3098899"/>
              <a:ext cx="5140325" cy="0"/>
            </a:xfrm>
            <a:prstGeom prst="line">
              <a:avLst/>
            </a:prstGeom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132"/>
            <p:cNvCxnSpPr/>
            <p:nvPr/>
          </p:nvCxnSpPr>
          <p:spPr bwMode="auto">
            <a:xfrm rot="5400000" flipH="1" flipV="1">
              <a:off x="3307607" y="3344168"/>
              <a:ext cx="1574800" cy="1587"/>
            </a:xfrm>
            <a:prstGeom prst="line">
              <a:avLst/>
            </a:prstGeom>
            <a:ln w="12700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135"/>
            <p:cNvCxnSpPr/>
            <p:nvPr/>
          </p:nvCxnSpPr>
          <p:spPr bwMode="auto">
            <a:xfrm rot="5400000" flipH="1" flipV="1">
              <a:off x="3160213" y="3641005"/>
              <a:ext cx="976094" cy="3445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136"/>
            <p:cNvCxnSpPr/>
            <p:nvPr/>
          </p:nvCxnSpPr>
          <p:spPr bwMode="auto">
            <a:xfrm rot="5400000" flipH="1" flipV="1">
              <a:off x="7537500" y="2857599"/>
              <a:ext cx="585788" cy="1588"/>
            </a:xfrm>
            <a:prstGeom prst="line">
              <a:avLst/>
            </a:prstGeom>
            <a:ln w="12700">
              <a:solidFill>
                <a:schemeClr val="accent4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137"/>
            <p:cNvCxnSpPr/>
            <p:nvPr/>
          </p:nvCxnSpPr>
          <p:spPr bwMode="auto">
            <a:xfrm rot="5400000" flipH="1" flipV="1">
              <a:off x="2660700" y="3356074"/>
              <a:ext cx="731838" cy="1588"/>
            </a:xfrm>
            <a:prstGeom prst="line">
              <a:avLst/>
            </a:prstGeom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138"/>
            <p:cNvCxnSpPr/>
            <p:nvPr/>
          </p:nvCxnSpPr>
          <p:spPr bwMode="auto">
            <a:xfrm rot="5400000" flipH="1" flipV="1">
              <a:off x="7906594" y="3344168"/>
              <a:ext cx="749300" cy="1588"/>
            </a:xfrm>
            <a:prstGeom prst="line">
              <a:avLst/>
            </a:prstGeom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145"/>
            <p:cNvCxnSpPr/>
            <p:nvPr/>
          </p:nvCxnSpPr>
          <p:spPr bwMode="auto">
            <a:xfrm rot="16200000" flipV="1">
              <a:off x="2228033" y="3315520"/>
              <a:ext cx="808138" cy="6397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146"/>
            <p:cNvCxnSpPr/>
            <p:nvPr/>
          </p:nvCxnSpPr>
          <p:spPr bwMode="auto">
            <a:xfrm rot="5400000" flipH="1" flipV="1">
              <a:off x="2682952" y="2663850"/>
              <a:ext cx="291999" cy="52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150"/>
            <p:cNvCxnSpPr/>
            <p:nvPr/>
          </p:nvCxnSpPr>
          <p:spPr bwMode="auto">
            <a:xfrm rot="16200000" flipV="1">
              <a:off x="8298816" y="4037966"/>
              <a:ext cx="339088" cy="5080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149"/>
            <p:cNvCxnSpPr/>
            <p:nvPr/>
          </p:nvCxnSpPr>
          <p:spPr bwMode="auto">
            <a:xfrm rot="16200000" flipV="1">
              <a:off x="8316195" y="3385419"/>
              <a:ext cx="833337" cy="3125"/>
            </a:xfrm>
            <a:prstGeom prst="line">
              <a:avLst/>
            </a:prstGeom>
            <a:ln w="1270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100"/>
            <p:cNvSpPr txBox="1">
              <a:spLocks noChangeArrowheads="1"/>
            </p:cNvSpPr>
            <p:nvPr/>
          </p:nvSpPr>
          <p:spPr bwMode="auto">
            <a:xfrm>
              <a:off x="8075250" y="2660749"/>
              <a:ext cx="822712" cy="3077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ko-KR" sz="700" b="1" dirty="0">
                  <a:latin typeface="Calibri" pitchFamily="34" charset="0"/>
                </a:rPr>
                <a:t>PA </a:t>
              </a:r>
              <a:r>
                <a:rPr lang="en-US" altLang="ko-KR" sz="700" b="1" dirty="0" smtClean="0">
                  <a:latin typeface="Calibri" pitchFamily="34" charset="0"/>
                </a:rPr>
                <a:t>CONTROLLER</a:t>
              </a:r>
              <a:endParaRPr lang="en-US" altLang="ko-KR" sz="700" b="1" dirty="0">
                <a:latin typeface="Calibri" pitchFamily="34" charset="0"/>
              </a:endParaRPr>
            </a:p>
            <a:p>
              <a:r>
                <a:rPr lang="en-US" altLang="ko-KR" sz="700" b="1" dirty="0">
                  <a:latin typeface="Calibri" pitchFamily="34" charset="0"/>
                </a:rPr>
                <a:t>&amp; POWER AMP</a:t>
              </a:r>
              <a:endParaRPr lang="ko-KR" altLang="ko-KR" dirty="0"/>
            </a:p>
          </p:txBody>
        </p:sp>
        <p:sp>
          <p:nvSpPr>
            <p:cNvPr id="100" name="Oval 101"/>
            <p:cNvSpPr/>
            <p:nvPr/>
          </p:nvSpPr>
          <p:spPr bwMode="auto">
            <a:xfrm>
              <a:off x="6619910" y="2463657"/>
              <a:ext cx="304800" cy="304800"/>
            </a:xfrm>
            <a:prstGeom prst="ellipse">
              <a:avLst/>
            </a:prstGeom>
            <a:solidFill>
              <a:srgbClr val="92D05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01" name="TextBox 102"/>
            <p:cNvSpPr txBox="1">
              <a:spLocks noChangeArrowheads="1"/>
            </p:cNvSpPr>
            <p:nvPr/>
          </p:nvSpPr>
          <p:spPr bwMode="auto">
            <a:xfrm>
              <a:off x="6576710" y="2478187"/>
              <a:ext cx="457312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 dirty="0">
                  <a:latin typeface="Calibri" pitchFamily="34" charset="0"/>
                </a:rPr>
                <a:t>ANS</a:t>
              </a:r>
              <a:endParaRPr lang="ko-KR" altLang="ko-KR" dirty="0"/>
            </a:p>
          </p:txBody>
        </p:sp>
        <p:sp>
          <p:nvSpPr>
            <p:cNvPr id="102" name="Oval 52"/>
            <p:cNvSpPr/>
            <p:nvPr/>
          </p:nvSpPr>
          <p:spPr bwMode="auto">
            <a:xfrm>
              <a:off x="8321898" y="4207197"/>
              <a:ext cx="304800" cy="304800"/>
            </a:xfrm>
            <a:prstGeom prst="ellipse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ko-KR">
                <a:solidFill>
                  <a:schemeClr val="tx1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cxnSp>
          <p:nvCxnSpPr>
            <p:cNvPr id="103" name="Straight Connector 103"/>
            <p:cNvCxnSpPr/>
            <p:nvPr/>
          </p:nvCxnSpPr>
          <p:spPr bwMode="auto">
            <a:xfrm rot="5400000" flipH="1" flipV="1">
              <a:off x="6595941" y="2936065"/>
              <a:ext cx="340624" cy="61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TextBox 53"/>
            <p:cNvSpPr txBox="1">
              <a:spLocks noChangeArrowheads="1"/>
            </p:cNvSpPr>
            <p:nvPr/>
          </p:nvSpPr>
          <p:spPr bwMode="auto">
            <a:xfrm>
              <a:off x="8280456" y="4216184"/>
              <a:ext cx="381094" cy="24622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altLang="ko-KR" sz="1000" b="1" dirty="0">
                  <a:latin typeface="Calibri" pitchFamily="34" charset="0"/>
                </a:rPr>
                <a:t>CSP</a:t>
              </a:r>
              <a:endParaRPr lang="ko-KR" altLang="ko-KR" dirty="0"/>
            </a:p>
          </p:txBody>
        </p:sp>
        <p:grpSp>
          <p:nvGrpSpPr>
            <p:cNvPr id="105" name="그룹 158"/>
            <p:cNvGrpSpPr/>
            <p:nvPr/>
          </p:nvGrpSpPr>
          <p:grpSpPr>
            <a:xfrm>
              <a:off x="2699008" y="4160520"/>
              <a:ext cx="381094" cy="215444"/>
              <a:chOff x="3425354" y="5431333"/>
              <a:chExt cx="381094" cy="215444"/>
            </a:xfrm>
            <a:solidFill>
              <a:schemeClr val="tx2">
                <a:lumMod val="60000"/>
                <a:lumOff val="40000"/>
              </a:schemeClr>
            </a:solidFill>
          </p:grpSpPr>
          <p:sp>
            <p:nvSpPr>
              <p:cNvPr id="109" name="Rectangle 50"/>
              <p:cNvSpPr/>
              <p:nvPr/>
            </p:nvSpPr>
            <p:spPr bwMode="auto">
              <a:xfrm>
                <a:off x="3437781" y="5444722"/>
                <a:ext cx="342900" cy="169863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10" name="TextBox 54"/>
              <p:cNvSpPr txBox="1">
                <a:spLocks noChangeArrowheads="1"/>
              </p:cNvSpPr>
              <p:nvPr/>
            </p:nvSpPr>
            <p:spPr bwMode="auto">
              <a:xfrm>
                <a:off x="3425354" y="5431333"/>
                <a:ext cx="381094" cy="215444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800" b="1" dirty="0" smtClean="0">
                    <a:latin typeface="Calibri" pitchFamily="34" charset="0"/>
                  </a:rPr>
                  <a:t>DPH</a:t>
                </a:r>
              </a:p>
            </p:txBody>
          </p:sp>
        </p:grpSp>
        <p:grpSp>
          <p:nvGrpSpPr>
            <p:cNvPr id="106" name="그룹 159"/>
            <p:cNvGrpSpPr/>
            <p:nvPr/>
          </p:nvGrpSpPr>
          <p:grpSpPr>
            <a:xfrm>
              <a:off x="8244294" y="2289235"/>
              <a:ext cx="381094" cy="215444"/>
              <a:chOff x="3425354" y="5431333"/>
              <a:chExt cx="381094" cy="215444"/>
            </a:xfrm>
            <a:solidFill>
              <a:schemeClr val="tx2">
                <a:lumMod val="60000"/>
                <a:lumOff val="40000"/>
              </a:schemeClr>
            </a:solidFill>
          </p:grpSpPr>
          <p:sp>
            <p:nvSpPr>
              <p:cNvPr id="107" name="Rectangle 50"/>
              <p:cNvSpPr/>
              <p:nvPr/>
            </p:nvSpPr>
            <p:spPr bwMode="auto">
              <a:xfrm>
                <a:off x="3437781" y="5444722"/>
                <a:ext cx="342900" cy="169863"/>
              </a:xfrm>
              <a:prstGeom prst="rect">
                <a:avLst/>
              </a:prstGeom>
              <a:grp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ko-KR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endParaRPr>
              </a:p>
            </p:txBody>
          </p:sp>
          <p:sp>
            <p:nvSpPr>
              <p:cNvPr id="108" name="TextBox 54"/>
              <p:cNvSpPr txBox="1">
                <a:spLocks noChangeArrowheads="1"/>
              </p:cNvSpPr>
              <p:nvPr/>
            </p:nvSpPr>
            <p:spPr bwMode="auto">
              <a:xfrm>
                <a:off x="3425354" y="5431333"/>
                <a:ext cx="381094" cy="215444"/>
              </a:xfrm>
              <a:prstGeom prst="rect">
                <a:avLst/>
              </a:prstGeom>
              <a:grpFill/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altLang="ko-KR" sz="800" b="1" dirty="0" smtClean="0">
                    <a:latin typeface="Calibri" pitchFamily="34" charset="0"/>
                  </a:rPr>
                  <a:t>DPH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Microsoft Office PowerPoint</Application>
  <PresentationFormat>화면 슬라이드 쇼(4:3)</PresentationFormat>
  <Paragraphs>28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jds</dc:creator>
  <cp:lastModifiedBy>jds</cp:lastModifiedBy>
  <cp:revision>1</cp:revision>
  <dcterms:created xsi:type="dcterms:W3CDTF">2011-04-19T11:03:52Z</dcterms:created>
  <dcterms:modified xsi:type="dcterms:W3CDTF">2011-04-19T11:04:10Z</dcterms:modified>
</cp:coreProperties>
</file>