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82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26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17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944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36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93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54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48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513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05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033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08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94572-2BBB-48D7-9EF6-8AE7697600DF}" type="datetimeFigureOut">
              <a:rPr lang="ko-KR" altLang="en-US" smtClean="0"/>
              <a:t>2011-06-23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05CF1-AC06-4CB7-80C9-882C204A7B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17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36485" y="1867355"/>
            <a:ext cx="432048" cy="2304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 smtClean="0"/>
              <a:t>W</a:t>
            </a:r>
          </a:p>
          <a:p>
            <a:pPr algn="ctr"/>
            <a:r>
              <a:rPr lang="en-US" altLang="ko-KR" sz="1000" dirty="0" smtClean="0"/>
              <a:t>R</a:t>
            </a:r>
          </a:p>
          <a:p>
            <a:pPr algn="ctr"/>
            <a:r>
              <a:rPr lang="en-US" altLang="ko-KR" sz="1000" dirty="0" smtClean="0"/>
              <a:t>12H</a:t>
            </a:r>
            <a:endParaRPr lang="ko-KR" altLang="en-US" sz="1000" dirty="0"/>
          </a:p>
        </p:txBody>
      </p:sp>
      <p:sp>
        <p:nvSpPr>
          <p:cNvPr id="5" name="직사각형 4"/>
          <p:cNvSpPr/>
          <p:nvPr/>
        </p:nvSpPr>
        <p:spPr>
          <a:xfrm>
            <a:off x="1796996" y="1866838"/>
            <a:ext cx="432048" cy="2304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</a:t>
            </a:r>
          </a:p>
          <a:p>
            <a:pPr algn="ctr"/>
            <a:r>
              <a:rPr lang="en-US" altLang="ko-KR" sz="1000" dirty="0" smtClean="0"/>
              <a:t>T</a:t>
            </a:r>
          </a:p>
          <a:p>
            <a:pPr algn="ctr"/>
            <a:r>
              <a:rPr lang="en-US" altLang="ko-KR" sz="1000" dirty="0" smtClean="0"/>
              <a:t>X</a:t>
            </a:r>
          </a:p>
          <a:p>
            <a:pPr algn="ctr"/>
            <a:r>
              <a:rPr lang="en-US" altLang="ko-KR" sz="1000" dirty="0"/>
              <a:t>4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2229044" y="1866838"/>
            <a:ext cx="432048" cy="2304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</a:t>
            </a:r>
          </a:p>
          <a:p>
            <a:pPr algn="ctr"/>
            <a:r>
              <a:rPr lang="en-US" altLang="ko-KR" sz="1000" dirty="0" smtClean="0"/>
              <a:t>N</a:t>
            </a:r>
          </a:p>
          <a:p>
            <a:pPr algn="ctr"/>
            <a:r>
              <a:rPr lang="en-US" altLang="ko-KR" sz="1000" dirty="0" smtClean="0"/>
              <a:t>C</a:t>
            </a:r>
          </a:p>
          <a:p>
            <a:pPr algn="ctr"/>
            <a:r>
              <a:rPr lang="en-US" altLang="ko-KR" sz="1000" dirty="0" smtClean="0"/>
              <a:t>S</a:t>
            </a:r>
          </a:p>
          <a:p>
            <a:pPr algn="ctr"/>
            <a:r>
              <a:rPr lang="en-US" altLang="ko-KR" sz="1000" dirty="0" smtClean="0"/>
              <a:t>12H</a:t>
            </a:r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>
          <a:xfrm>
            <a:off x="2661092" y="1866838"/>
            <a:ext cx="432048" cy="2304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H</a:t>
            </a:r>
          </a:p>
          <a:p>
            <a:pPr algn="ctr"/>
            <a:r>
              <a:rPr lang="en-US" altLang="ko-KR" sz="1000" dirty="0" smtClean="0"/>
              <a:t>D</a:t>
            </a:r>
          </a:p>
          <a:p>
            <a:pPr algn="ctr"/>
            <a:r>
              <a:rPr lang="en-US" altLang="ko-KR" sz="1000" dirty="0" smtClean="0"/>
              <a:t>D</a:t>
            </a:r>
          </a:p>
          <a:p>
            <a:pPr algn="ctr"/>
            <a:r>
              <a:rPr lang="en-US" altLang="ko-KR" sz="1000" dirty="0"/>
              <a:t>4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8" name="직사각형 7"/>
          <p:cNvSpPr/>
          <p:nvPr/>
        </p:nvSpPr>
        <p:spPr>
          <a:xfrm>
            <a:off x="3093140" y="1866838"/>
            <a:ext cx="432048" cy="2304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W</a:t>
            </a:r>
          </a:p>
          <a:p>
            <a:pPr algn="ctr"/>
            <a:r>
              <a:rPr lang="en-US" altLang="ko-KR" sz="1000" dirty="0" smtClean="0"/>
              <a:t>L</a:t>
            </a:r>
          </a:p>
          <a:p>
            <a:pPr algn="ctr"/>
            <a:r>
              <a:rPr lang="en-US" altLang="ko-KR" sz="1000" dirty="0" smtClean="0"/>
              <a:t>R</a:t>
            </a:r>
          </a:p>
          <a:p>
            <a:pPr algn="ctr"/>
            <a:r>
              <a:rPr lang="en-US" altLang="ko-KR" sz="1000" dirty="0" smtClean="0"/>
              <a:t>5H</a:t>
            </a:r>
            <a:endParaRPr lang="ko-KR" altLang="en-US" sz="1000" dirty="0"/>
          </a:p>
        </p:txBody>
      </p:sp>
      <p:sp>
        <p:nvSpPr>
          <p:cNvPr id="9" name="직사각형 8"/>
          <p:cNvSpPr/>
          <p:nvPr/>
        </p:nvSpPr>
        <p:spPr>
          <a:xfrm>
            <a:off x="3514435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</a:t>
            </a:r>
          </a:p>
          <a:p>
            <a:pPr algn="ctr"/>
            <a:r>
              <a:rPr lang="en-US" altLang="ko-KR" sz="1000" dirty="0" smtClean="0"/>
              <a:t>O</a:t>
            </a:r>
          </a:p>
          <a:p>
            <a:pPr algn="ctr"/>
            <a:r>
              <a:rPr lang="en-US" altLang="ko-KR" sz="1000" dirty="0" smtClean="0"/>
              <a:t>I</a:t>
            </a:r>
          </a:p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/>
              <a:t>7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12" name="직사각형 11"/>
          <p:cNvSpPr/>
          <p:nvPr/>
        </p:nvSpPr>
        <p:spPr>
          <a:xfrm>
            <a:off x="4810579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4</a:t>
            </a:r>
          </a:p>
          <a:p>
            <a:pPr algn="ctr"/>
            <a:r>
              <a:rPr lang="en-US" altLang="ko-KR" sz="1000" dirty="0" smtClean="0"/>
              <a:t>8</a:t>
            </a:r>
          </a:p>
          <a:p>
            <a:pPr algn="ctr"/>
            <a:r>
              <a:rPr lang="en-US" altLang="ko-KR" sz="1000" dirty="0" smtClean="0"/>
              <a:t>5</a:t>
            </a:r>
          </a:p>
          <a:p>
            <a:pPr algn="ctr"/>
            <a:r>
              <a:rPr lang="en-US" altLang="ko-KR" sz="1000" dirty="0" smtClean="0"/>
              <a:t>11H</a:t>
            </a:r>
            <a:endParaRPr lang="ko-KR" altLang="en-US" sz="1000" dirty="0"/>
          </a:p>
        </p:txBody>
      </p:sp>
      <p:sp>
        <p:nvSpPr>
          <p:cNvPr id="13" name="직사각형 12"/>
          <p:cNvSpPr/>
          <p:nvPr/>
        </p:nvSpPr>
        <p:spPr>
          <a:xfrm>
            <a:off x="5242627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S</a:t>
            </a:r>
          </a:p>
          <a:p>
            <a:pPr algn="ctr"/>
            <a:r>
              <a:rPr lang="en-US" altLang="ko-KR" sz="1000" dirty="0" smtClean="0"/>
              <a:t>C</a:t>
            </a:r>
          </a:p>
          <a:p>
            <a:pPr algn="ctr"/>
            <a:r>
              <a:rPr lang="en-US" altLang="ko-KR" sz="1000" dirty="0" smtClean="0"/>
              <a:t>B</a:t>
            </a:r>
          </a:p>
          <a:p>
            <a:pPr algn="ctr"/>
            <a:r>
              <a:rPr lang="en-US" altLang="ko-KR" sz="1000" dirty="0"/>
              <a:t>8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14" name="직사각형 13"/>
          <p:cNvSpPr/>
          <p:nvPr/>
        </p:nvSpPr>
        <p:spPr>
          <a:xfrm>
            <a:off x="5674675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M</a:t>
            </a:r>
          </a:p>
          <a:p>
            <a:pPr algn="ctr"/>
            <a:r>
              <a:rPr lang="en-US" altLang="ko-KR" sz="1000" dirty="0" smtClean="0"/>
              <a:t>C</a:t>
            </a:r>
          </a:p>
          <a:p>
            <a:pPr algn="ctr"/>
            <a:r>
              <a:rPr lang="en-US" altLang="ko-KR" sz="1000" dirty="0" smtClean="0"/>
              <a:t>U</a:t>
            </a:r>
          </a:p>
          <a:p>
            <a:pPr algn="ctr"/>
            <a:r>
              <a:rPr lang="en-US" altLang="ko-KR" sz="1000" dirty="0" smtClean="0"/>
              <a:t>4H</a:t>
            </a:r>
            <a:endParaRPr lang="ko-KR" altLang="en-US" sz="1000" dirty="0"/>
          </a:p>
        </p:txBody>
      </p:sp>
      <p:sp>
        <p:nvSpPr>
          <p:cNvPr id="15" name="직사각형 14"/>
          <p:cNvSpPr/>
          <p:nvPr/>
        </p:nvSpPr>
        <p:spPr>
          <a:xfrm>
            <a:off x="6970819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A</a:t>
            </a:r>
          </a:p>
          <a:p>
            <a:pPr algn="ctr"/>
            <a:r>
              <a:rPr lang="en-US" altLang="ko-KR" sz="1000" dirty="0" smtClean="0"/>
              <a:t>A</a:t>
            </a:r>
          </a:p>
          <a:p>
            <a:pPr algn="ctr"/>
            <a:r>
              <a:rPr lang="en-US" altLang="ko-KR" sz="1000" dirty="0" smtClean="0"/>
              <a:t>B</a:t>
            </a:r>
          </a:p>
          <a:p>
            <a:pPr algn="ctr"/>
            <a:r>
              <a:rPr lang="en-US" altLang="ko-KR" sz="1000" dirty="0" smtClean="0"/>
              <a:t>15H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6106723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</a:t>
            </a:r>
          </a:p>
          <a:p>
            <a:pPr algn="ctr"/>
            <a:r>
              <a:rPr lang="en-US" altLang="ko-KR" sz="1000" dirty="0" smtClean="0"/>
              <a:t>O</a:t>
            </a:r>
          </a:p>
          <a:p>
            <a:pPr algn="ctr"/>
            <a:r>
              <a:rPr lang="en-US" altLang="ko-KR" sz="1000" dirty="0" smtClean="0"/>
              <a:t>L</a:t>
            </a:r>
          </a:p>
          <a:p>
            <a:pPr algn="ctr"/>
            <a:r>
              <a:rPr lang="en-US" altLang="ko-KR" sz="1000" dirty="0"/>
              <a:t>5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6538771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I</a:t>
            </a:r>
          </a:p>
          <a:p>
            <a:pPr algn="ctr"/>
            <a:r>
              <a:rPr lang="en-US" altLang="ko-KR" sz="1000" dirty="0" smtClean="0"/>
              <a:t>N</a:t>
            </a:r>
          </a:p>
          <a:p>
            <a:pPr algn="ctr"/>
            <a:r>
              <a:rPr lang="en-US" altLang="ko-KR" sz="1000" dirty="0"/>
              <a:t>T</a:t>
            </a:r>
            <a:endParaRPr lang="en-US" altLang="ko-KR" sz="1000" dirty="0" smtClean="0"/>
          </a:p>
          <a:p>
            <a:pPr algn="ctr"/>
            <a:r>
              <a:rPr lang="en-US" altLang="ko-KR" sz="1000" dirty="0"/>
              <a:t>5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7834915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A</a:t>
            </a:r>
          </a:p>
          <a:p>
            <a:pPr algn="ctr"/>
            <a:r>
              <a:rPr lang="en-US" altLang="ko-KR" sz="1000" dirty="0" smtClean="0"/>
              <a:t>M</a:t>
            </a:r>
          </a:p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 smtClean="0"/>
              <a:t>-</a:t>
            </a:r>
          </a:p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 smtClean="0"/>
              <a:t>W</a:t>
            </a:r>
          </a:p>
          <a:p>
            <a:pPr algn="ctr"/>
            <a:r>
              <a:rPr lang="en-US" altLang="ko-KR" sz="1000" dirty="0" smtClean="0"/>
              <a:t>R</a:t>
            </a:r>
          </a:p>
          <a:p>
            <a:pPr algn="ctr"/>
            <a:r>
              <a:rPr lang="en-US" altLang="ko-KR" sz="1000" dirty="0" smtClean="0"/>
              <a:t>12H</a:t>
            </a:r>
            <a:endParaRPr lang="ko-KR" altLang="en-US" sz="1000" dirty="0"/>
          </a:p>
        </p:txBody>
      </p:sp>
      <p:sp>
        <p:nvSpPr>
          <p:cNvPr id="20" name="타원 19"/>
          <p:cNvSpPr/>
          <p:nvPr/>
        </p:nvSpPr>
        <p:spPr>
          <a:xfrm>
            <a:off x="5326633" y="3469650"/>
            <a:ext cx="264035" cy="28803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4" name="그룹 43"/>
          <p:cNvGrpSpPr/>
          <p:nvPr/>
        </p:nvGrpSpPr>
        <p:grpSpPr>
          <a:xfrm>
            <a:off x="3946483" y="1866838"/>
            <a:ext cx="864096" cy="2304256"/>
            <a:chOff x="3953653" y="1682172"/>
            <a:chExt cx="864096" cy="2304256"/>
          </a:xfrm>
        </p:grpSpPr>
        <p:sp>
          <p:nvSpPr>
            <p:cNvPr id="10" name="직사각형 9"/>
            <p:cNvSpPr/>
            <p:nvPr/>
          </p:nvSpPr>
          <p:spPr>
            <a:xfrm>
              <a:off x="3953653" y="1682172"/>
              <a:ext cx="432048" cy="23042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R</a:t>
              </a:r>
            </a:p>
            <a:p>
              <a:pPr algn="ctr"/>
              <a:r>
                <a:rPr lang="en-US" altLang="ko-KR" sz="1000" dirty="0" smtClean="0"/>
                <a:t>E</a:t>
              </a:r>
            </a:p>
            <a:p>
              <a:pPr algn="ctr"/>
              <a:r>
                <a:rPr lang="en-US" altLang="ko-KR" sz="1000" dirty="0" smtClean="0"/>
                <a:t>C</a:t>
              </a:r>
            </a:p>
            <a:p>
              <a:pPr algn="ctr"/>
              <a:r>
                <a:rPr lang="en-US" altLang="ko-KR" sz="1000" dirty="0"/>
                <a:t>4</a:t>
              </a:r>
              <a:r>
                <a:rPr lang="en-US" altLang="ko-KR" sz="1000" dirty="0" smtClean="0"/>
                <a:t>H</a:t>
              </a:r>
              <a:endParaRPr lang="ko-KR" altLang="en-US" sz="1000" dirty="0"/>
            </a:p>
          </p:txBody>
        </p:sp>
        <p:grpSp>
          <p:nvGrpSpPr>
            <p:cNvPr id="43" name="그룹 42"/>
            <p:cNvGrpSpPr/>
            <p:nvPr/>
          </p:nvGrpSpPr>
          <p:grpSpPr>
            <a:xfrm>
              <a:off x="4385701" y="1682172"/>
              <a:ext cx="432048" cy="2304256"/>
              <a:chOff x="4385701" y="1682172"/>
              <a:chExt cx="432048" cy="2304256"/>
            </a:xfrm>
          </p:grpSpPr>
          <p:sp>
            <p:nvSpPr>
              <p:cNvPr id="11" name="직사각형 10"/>
              <p:cNvSpPr/>
              <p:nvPr/>
            </p:nvSpPr>
            <p:spPr>
              <a:xfrm>
                <a:off x="4385701" y="1682172"/>
                <a:ext cx="432048" cy="23042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/>
                  <a:t>L</a:t>
                </a:r>
              </a:p>
              <a:p>
                <a:pPr algn="ctr"/>
                <a:r>
                  <a:rPr lang="en-US" altLang="ko-KR" sz="1000" dirty="0" smtClean="0"/>
                  <a:t>I</a:t>
                </a:r>
              </a:p>
              <a:p>
                <a:pPr algn="ctr"/>
                <a:r>
                  <a:rPr lang="en-US" altLang="ko-KR" sz="1000" dirty="0" smtClean="0"/>
                  <a:t>C</a:t>
                </a:r>
              </a:p>
              <a:p>
                <a:pPr algn="ctr"/>
                <a:r>
                  <a:rPr lang="en-US" altLang="ko-KR" sz="1000" dirty="0" smtClean="0"/>
                  <a:t>7H</a:t>
                </a:r>
                <a:endParaRPr lang="ko-KR" altLang="en-US" sz="1000" dirty="0"/>
              </a:p>
            </p:txBody>
          </p:sp>
          <p:sp>
            <p:nvSpPr>
              <p:cNvPr id="21" name="타원 20"/>
              <p:cNvSpPr/>
              <p:nvPr/>
            </p:nvSpPr>
            <p:spPr>
              <a:xfrm>
                <a:off x="4469707" y="3293368"/>
                <a:ext cx="264035" cy="288032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2" name="타원 21"/>
          <p:cNvSpPr/>
          <p:nvPr/>
        </p:nvSpPr>
        <p:spPr>
          <a:xfrm>
            <a:off x="4894585" y="3478034"/>
            <a:ext cx="264035" cy="28803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243156" y="3469650"/>
            <a:ext cx="132018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3250614" y="3706193"/>
            <a:ext cx="132018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3250614" y="3925346"/>
            <a:ext cx="132018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2313050" y="3412906"/>
            <a:ext cx="264035" cy="37680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947011" y="3422353"/>
            <a:ext cx="132018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1947011" y="3685674"/>
            <a:ext cx="132018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7054825" y="2173506"/>
            <a:ext cx="264035" cy="28803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/>
          <p:cNvSpPr/>
          <p:nvPr/>
        </p:nvSpPr>
        <p:spPr>
          <a:xfrm>
            <a:off x="7054825" y="3591020"/>
            <a:ext cx="264035" cy="28803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7402867" y="1866838"/>
            <a:ext cx="432048" cy="23042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S</a:t>
            </a:r>
          </a:p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 smtClean="0"/>
              <a:t>(</a:t>
            </a:r>
            <a:r>
              <a:rPr lang="ko-KR" altLang="en-US" sz="1000" dirty="0" smtClean="0"/>
              <a:t>디버깅</a:t>
            </a:r>
            <a:r>
              <a:rPr lang="en-US" altLang="ko-KR" sz="1000" dirty="0"/>
              <a:t>)</a:t>
            </a:r>
            <a:endParaRPr lang="en-US" altLang="ko-KR" sz="1000" dirty="0" smtClean="0"/>
          </a:p>
          <a:p>
            <a:pPr algn="ctr"/>
            <a:r>
              <a:rPr lang="en-US" altLang="ko-KR" sz="1000" dirty="0"/>
              <a:t>1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35" name="직사각형 34"/>
          <p:cNvSpPr/>
          <p:nvPr/>
        </p:nvSpPr>
        <p:spPr>
          <a:xfrm>
            <a:off x="1368533" y="1867355"/>
            <a:ext cx="432048" cy="23042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S</a:t>
            </a:r>
          </a:p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 smtClean="0"/>
              <a:t>(</a:t>
            </a:r>
            <a:r>
              <a:rPr lang="ko-KR" altLang="en-US" sz="1000" dirty="0" smtClean="0"/>
              <a:t>디버깅</a:t>
            </a:r>
            <a:r>
              <a:rPr lang="en-US" altLang="ko-KR" sz="1000" dirty="0"/>
              <a:t>)</a:t>
            </a:r>
            <a:endParaRPr lang="en-US" altLang="ko-KR" sz="1000" dirty="0" smtClean="0"/>
          </a:p>
          <a:p>
            <a:pPr algn="ctr"/>
            <a:r>
              <a:rPr lang="en-US" altLang="ko-KR" sz="1000" dirty="0" smtClean="0"/>
              <a:t>4H</a:t>
            </a:r>
            <a:endParaRPr lang="ko-KR" altLang="en-US" sz="1000" dirty="0"/>
          </a:p>
        </p:txBody>
      </p:sp>
      <p:cxnSp>
        <p:nvCxnSpPr>
          <p:cNvPr id="37" name="꺾인 연결선 36"/>
          <p:cNvCxnSpPr>
            <a:stCxn id="13" idx="0"/>
            <a:endCxn id="4" idx="0"/>
          </p:cNvCxnSpPr>
          <p:nvPr/>
        </p:nvCxnSpPr>
        <p:spPr>
          <a:xfrm rot="16200000" flipH="1" flipV="1">
            <a:off x="3305321" y="-285975"/>
            <a:ext cx="517" cy="4306142"/>
          </a:xfrm>
          <a:prstGeom prst="bentConnector3">
            <a:avLst>
              <a:gd name="adj1" fmla="val -217017215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13" idx="0"/>
            <a:endCxn id="18" idx="0"/>
          </p:cNvCxnSpPr>
          <p:nvPr/>
        </p:nvCxnSpPr>
        <p:spPr>
          <a:xfrm rot="5400000" flipH="1" flipV="1">
            <a:off x="6754795" y="570694"/>
            <a:ext cx="12700" cy="2592288"/>
          </a:xfrm>
          <a:prstGeom prst="bentConnector3">
            <a:avLst>
              <a:gd name="adj1" fmla="val 883448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왼쪽/오른쪽 화살표 44"/>
          <p:cNvSpPr/>
          <p:nvPr/>
        </p:nvSpPr>
        <p:spPr>
          <a:xfrm>
            <a:off x="936485" y="1957482"/>
            <a:ext cx="2577949" cy="432048"/>
          </a:xfrm>
          <a:prstGeom prst="left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41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2566152" y="58933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DC 37.5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322747" y="58933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DC 37.5</a:t>
            </a:r>
            <a:endParaRPr lang="ko-KR" altLang="en-US" dirty="0"/>
          </a:p>
        </p:txBody>
      </p:sp>
      <p:cxnSp>
        <p:nvCxnSpPr>
          <p:cNvPr id="51" name="꺾인 연결선 50"/>
          <p:cNvCxnSpPr>
            <a:stCxn id="4" idx="0"/>
            <a:endCxn id="13" idx="0"/>
          </p:cNvCxnSpPr>
          <p:nvPr/>
        </p:nvCxnSpPr>
        <p:spPr>
          <a:xfrm rot="5400000" flipH="1" flipV="1">
            <a:off x="3305322" y="-285974"/>
            <a:ext cx="517" cy="4306142"/>
          </a:xfrm>
          <a:prstGeom prst="bentConnector3">
            <a:avLst>
              <a:gd name="adj1" fmla="val 121568665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4" idx="0"/>
            <a:endCxn id="6" idx="0"/>
          </p:cNvCxnSpPr>
          <p:nvPr/>
        </p:nvCxnSpPr>
        <p:spPr>
          <a:xfrm rot="5400000" flipH="1" flipV="1">
            <a:off x="1798530" y="1220818"/>
            <a:ext cx="517" cy="1292559"/>
          </a:xfrm>
          <a:prstGeom prst="bentConnector3">
            <a:avLst>
              <a:gd name="adj1" fmla="val 44316634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496965" y="94615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DC 12</a:t>
            </a:r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406951" y="1307488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DC 5</a:t>
            </a:r>
            <a:endParaRPr lang="ko-KR" altLang="en-US" dirty="0"/>
          </a:p>
        </p:txBody>
      </p:sp>
      <p:cxnSp>
        <p:nvCxnSpPr>
          <p:cNvPr id="62" name="꺾인 연결선 61"/>
          <p:cNvCxnSpPr>
            <a:stCxn id="6" idx="2"/>
            <a:endCxn id="12" idx="2"/>
          </p:cNvCxnSpPr>
          <p:nvPr/>
        </p:nvCxnSpPr>
        <p:spPr>
          <a:xfrm rot="16200000" flipH="1">
            <a:off x="3735835" y="2880326"/>
            <a:ext cx="12700" cy="2581535"/>
          </a:xfrm>
          <a:prstGeom prst="bentConnector3">
            <a:avLst>
              <a:gd name="adj1" fmla="val 436552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375173" y="4549770"/>
            <a:ext cx="1087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RS - 485</a:t>
            </a:r>
            <a:endParaRPr lang="ko-KR" altLang="en-US" dirty="0"/>
          </a:p>
        </p:txBody>
      </p:sp>
      <p:sp>
        <p:nvSpPr>
          <p:cNvPr id="70" name="왼쪽/오른쪽 화살표 69"/>
          <p:cNvSpPr/>
          <p:nvPr/>
        </p:nvSpPr>
        <p:spPr>
          <a:xfrm>
            <a:off x="3514435" y="1954612"/>
            <a:ext cx="4752528" cy="432048"/>
          </a:xfrm>
          <a:prstGeom prst="leftRigh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79</a:t>
            </a:r>
            <a:endParaRPr lang="ko-KR" altLang="en-US" dirty="0"/>
          </a:p>
        </p:txBody>
      </p:sp>
      <p:sp>
        <p:nvSpPr>
          <p:cNvPr id="75" name="왼쪽/오른쪽 화살표 74"/>
          <p:cNvSpPr/>
          <p:nvPr/>
        </p:nvSpPr>
        <p:spPr>
          <a:xfrm>
            <a:off x="936485" y="5125834"/>
            <a:ext cx="7330478" cy="432048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120</a:t>
            </a:r>
            <a:endParaRPr lang="ko-KR" altLang="en-US" dirty="0"/>
          </a:p>
        </p:txBody>
      </p:sp>
      <p:cxnSp>
        <p:nvCxnSpPr>
          <p:cNvPr id="39" name="꺾인 연결선 38"/>
          <p:cNvCxnSpPr>
            <a:stCxn id="8" idx="0"/>
            <a:endCxn id="9" idx="0"/>
          </p:cNvCxnSpPr>
          <p:nvPr/>
        </p:nvCxnSpPr>
        <p:spPr>
          <a:xfrm rot="5400000" flipH="1" flipV="1">
            <a:off x="3519811" y="1656191"/>
            <a:ext cx="12700" cy="421295"/>
          </a:xfrm>
          <a:prstGeom prst="bentConnector3">
            <a:avLst>
              <a:gd name="adj1" fmla="val 180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305579" y="1334893"/>
            <a:ext cx="64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/>
              <a:t>E-Net</a:t>
            </a:r>
            <a:endParaRPr lang="ko-KR" altLang="en-US" sz="1200" b="1" dirty="0"/>
          </a:p>
        </p:txBody>
      </p:sp>
      <p:cxnSp>
        <p:nvCxnSpPr>
          <p:cNvPr id="48" name="꺾인 연결선 47"/>
          <p:cNvCxnSpPr>
            <a:stCxn id="6" idx="0"/>
            <a:endCxn id="7" idx="0"/>
          </p:cNvCxnSpPr>
          <p:nvPr/>
        </p:nvCxnSpPr>
        <p:spPr>
          <a:xfrm rot="5400000" flipH="1" flipV="1">
            <a:off x="2661092" y="1650814"/>
            <a:ext cx="12700" cy="432048"/>
          </a:xfrm>
          <a:prstGeom prst="bentConnector3">
            <a:avLst>
              <a:gd name="adj1" fmla="val 1971425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31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994250" y="1282249"/>
            <a:ext cx="1771736" cy="4104456"/>
            <a:chOff x="3347864" y="1052736"/>
            <a:chExt cx="1771736" cy="4104456"/>
          </a:xfrm>
        </p:grpSpPr>
        <p:sp>
          <p:nvSpPr>
            <p:cNvPr id="4" name="직사각형 3"/>
            <p:cNvSpPr/>
            <p:nvPr/>
          </p:nvSpPr>
          <p:spPr>
            <a:xfrm>
              <a:off x="3896342" y="1052736"/>
              <a:ext cx="720080" cy="41044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3347864" y="1412776"/>
              <a:ext cx="432048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1</a:t>
              </a:r>
              <a:endParaRPr lang="ko-KR" altLang="en-US" dirty="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347864" y="2348880"/>
              <a:ext cx="432048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47864" y="3573016"/>
              <a:ext cx="432048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347864" y="4581128"/>
              <a:ext cx="432048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687552" y="1412776"/>
              <a:ext cx="432048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4687552" y="2348880"/>
              <a:ext cx="432048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687552" y="3573016"/>
              <a:ext cx="432048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687552" y="4581128"/>
              <a:ext cx="432048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6450227" y="872073"/>
            <a:ext cx="1656184" cy="360040"/>
            <a:chOff x="6156176" y="1340768"/>
            <a:chExt cx="1656184" cy="360040"/>
          </a:xfrm>
        </p:grpSpPr>
        <p:sp>
          <p:nvSpPr>
            <p:cNvPr id="14" name="직사각형 13"/>
            <p:cNvSpPr/>
            <p:nvPr/>
          </p:nvSpPr>
          <p:spPr>
            <a:xfrm>
              <a:off x="7668344" y="1340768"/>
              <a:ext cx="14401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1</a:t>
              </a:r>
              <a:endParaRPr lang="ko-KR" altLang="en-US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7452320" y="1340768"/>
              <a:ext cx="14401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7236296" y="1340768"/>
              <a:ext cx="14401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3</a:t>
              </a:r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020272" y="1340768"/>
              <a:ext cx="14401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4</a:t>
              </a:r>
              <a:endParaRPr lang="ko-KR" altLang="en-US" dirty="0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6804248" y="1340768"/>
              <a:ext cx="14401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6588224" y="1340768"/>
              <a:ext cx="14401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6</a:t>
              </a:r>
              <a:endParaRPr lang="ko-KR" altLang="en-US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6372200" y="1340768"/>
              <a:ext cx="14401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6156176" y="1340768"/>
              <a:ext cx="144016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860032" y="1282249"/>
            <a:ext cx="10081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</a:p>
          <a:p>
            <a:r>
              <a:rPr lang="en-US" altLang="ko-KR" dirty="0" smtClean="0"/>
              <a:t>2</a:t>
            </a:r>
          </a:p>
          <a:p>
            <a:r>
              <a:rPr lang="en-US" altLang="ko-KR" dirty="0" smtClean="0"/>
              <a:t>3</a:t>
            </a:r>
          </a:p>
          <a:p>
            <a:r>
              <a:rPr lang="en-US" altLang="ko-KR" dirty="0" smtClean="0"/>
              <a:t>4</a:t>
            </a:r>
          </a:p>
          <a:p>
            <a:r>
              <a:rPr lang="en-US" altLang="ko-KR" dirty="0" smtClean="0"/>
              <a:t>5</a:t>
            </a:r>
          </a:p>
          <a:p>
            <a:r>
              <a:rPr lang="en-US" altLang="ko-KR" dirty="0" smtClean="0"/>
              <a:t>6</a:t>
            </a:r>
          </a:p>
          <a:p>
            <a:r>
              <a:rPr lang="en-US" altLang="ko-KR" dirty="0" smtClean="0"/>
              <a:t>7</a:t>
            </a:r>
          </a:p>
          <a:p>
            <a:r>
              <a:rPr lang="en-US" altLang="ko-KR" dirty="0" smtClean="0"/>
              <a:t>8</a:t>
            </a:r>
          </a:p>
          <a:p>
            <a:r>
              <a:rPr lang="en-US" altLang="ko-KR" dirty="0" smtClean="0"/>
              <a:t>9</a:t>
            </a:r>
          </a:p>
          <a:p>
            <a:r>
              <a:rPr lang="en-US" altLang="ko-KR" dirty="0" smtClean="0"/>
              <a:t>10</a:t>
            </a:r>
          </a:p>
          <a:p>
            <a:r>
              <a:rPr lang="en-US" altLang="ko-KR" dirty="0" smtClean="0"/>
              <a:t>11</a:t>
            </a:r>
          </a:p>
          <a:p>
            <a:r>
              <a:rPr lang="en-US" altLang="ko-KR" dirty="0" smtClean="0"/>
              <a:t>12</a:t>
            </a:r>
          </a:p>
          <a:p>
            <a:r>
              <a:rPr lang="en-US" altLang="ko-KR" dirty="0" smtClean="0"/>
              <a:t>13</a:t>
            </a:r>
          </a:p>
          <a:p>
            <a:r>
              <a:rPr lang="en-US" altLang="ko-KR" dirty="0" smtClean="0"/>
              <a:t>14</a:t>
            </a:r>
          </a:p>
          <a:p>
            <a:r>
              <a:rPr lang="en-US" altLang="ko-KR" dirty="0" smtClean="0"/>
              <a:t>15</a:t>
            </a:r>
          </a:p>
          <a:p>
            <a:r>
              <a:rPr lang="en-US" altLang="ko-KR" dirty="0" smtClean="0"/>
              <a:t>16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926391" y="1304315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•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7710367" y="1488981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•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926391" y="1858313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•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710367" y="1858313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•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530347" y="2042979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•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7533628" y="2337260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•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972370" y="2345784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•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876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936485" y="1867355"/>
            <a:ext cx="432048" cy="2304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 smtClean="0"/>
              <a:t>W</a:t>
            </a:r>
          </a:p>
          <a:p>
            <a:pPr algn="ctr"/>
            <a:r>
              <a:rPr lang="en-US" altLang="ko-KR" sz="1000" dirty="0" smtClean="0"/>
              <a:t>R</a:t>
            </a:r>
          </a:p>
          <a:p>
            <a:pPr algn="ctr"/>
            <a:r>
              <a:rPr lang="en-US" altLang="ko-KR" sz="1000" dirty="0" smtClean="0"/>
              <a:t>12H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1375184" y="1872736"/>
            <a:ext cx="432048" cy="2304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</a:t>
            </a:r>
          </a:p>
          <a:p>
            <a:pPr algn="ctr"/>
            <a:r>
              <a:rPr lang="en-US" altLang="ko-KR" sz="1000" dirty="0" smtClean="0"/>
              <a:t>T</a:t>
            </a:r>
          </a:p>
          <a:p>
            <a:pPr algn="ctr"/>
            <a:r>
              <a:rPr lang="en-US" altLang="ko-KR" sz="1000" dirty="0" smtClean="0"/>
              <a:t>X</a:t>
            </a:r>
          </a:p>
          <a:p>
            <a:pPr algn="ctr"/>
            <a:r>
              <a:rPr lang="en-US" altLang="ko-KR" sz="1000" dirty="0"/>
              <a:t>4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>
          <a:xfrm>
            <a:off x="1807232" y="1872736"/>
            <a:ext cx="432048" cy="2304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</a:t>
            </a:r>
          </a:p>
          <a:p>
            <a:pPr algn="ctr"/>
            <a:r>
              <a:rPr lang="en-US" altLang="ko-KR" sz="1000" dirty="0" smtClean="0"/>
              <a:t>N</a:t>
            </a:r>
          </a:p>
          <a:p>
            <a:pPr algn="ctr"/>
            <a:r>
              <a:rPr lang="en-US" altLang="ko-KR" sz="1000" dirty="0" smtClean="0"/>
              <a:t>C</a:t>
            </a:r>
          </a:p>
          <a:p>
            <a:pPr algn="ctr"/>
            <a:r>
              <a:rPr lang="en-US" altLang="ko-KR" sz="1000" dirty="0" smtClean="0"/>
              <a:t>S</a:t>
            </a:r>
          </a:p>
          <a:p>
            <a:pPr algn="ctr"/>
            <a:r>
              <a:rPr lang="en-US" altLang="ko-KR" sz="1000" dirty="0" smtClean="0"/>
              <a:t>12H</a:t>
            </a:r>
            <a:endParaRPr lang="ko-KR" altLang="en-US" sz="1000" dirty="0"/>
          </a:p>
        </p:txBody>
      </p:sp>
      <p:sp>
        <p:nvSpPr>
          <p:cNvPr id="8" name="직사각형 7"/>
          <p:cNvSpPr/>
          <p:nvPr/>
        </p:nvSpPr>
        <p:spPr>
          <a:xfrm>
            <a:off x="2239280" y="1872736"/>
            <a:ext cx="432048" cy="2304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H</a:t>
            </a:r>
          </a:p>
          <a:p>
            <a:pPr algn="ctr"/>
            <a:r>
              <a:rPr lang="en-US" altLang="ko-KR" sz="1000" dirty="0" smtClean="0"/>
              <a:t>D</a:t>
            </a:r>
          </a:p>
          <a:p>
            <a:pPr algn="ctr"/>
            <a:r>
              <a:rPr lang="en-US" altLang="ko-KR" sz="1000" dirty="0" smtClean="0"/>
              <a:t>D</a:t>
            </a:r>
          </a:p>
          <a:p>
            <a:pPr algn="ctr"/>
            <a:r>
              <a:rPr lang="en-US" altLang="ko-KR" sz="1000" dirty="0"/>
              <a:t>4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9" name="직사각형 8"/>
          <p:cNvSpPr/>
          <p:nvPr/>
        </p:nvSpPr>
        <p:spPr>
          <a:xfrm>
            <a:off x="2671328" y="1872736"/>
            <a:ext cx="432048" cy="2304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W</a:t>
            </a:r>
          </a:p>
          <a:p>
            <a:pPr algn="ctr"/>
            <a:r>
              <a:rPr lang="en-US" altLang="ko-KR" sz="1000" dirty="0" smtClean="0"/>
              <a:t>L</a:t>
            </a:r>
          </a:p>
          <a:p>
            <a:pPr algn="ctr"/>
            <a:r>
              <a:rPr lang="en-US" altLang="ko-KR" sz="1000" dirty="0" smtClean="0"/>
              <a:t>R</a:t>
            </a:r>
          </a:p>
          <a:p>
            <a:pPr algn="ctr"/>
            <a:r>
              <a:rPr lang="en-US" altLang="ko-KR" sz="1000" dirty="0" smtClean="0"/>
              <a:t>5H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3514435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</a:t>
            </a:r>
          </a:p>
          <a:p>
            <a:pPr algn="ctr"/>
            <a:r>
              <a:rPr lang="en-US" altLang="ko-KR" sz="1000" dirty="0" smtClean="0"/>
              <a:t>O</a:t>
            </a:r>
          </a:p>
          <a:p>
            <a:pPr algn="ctr"/>
            <a:r>
              <a:rPr lang="en-US" altLang="ko-KR" sz="1000" dirty="0" smtClean="0"/>
              <a:t>I</a:t>
            </a:r>
          </a:p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/>
              <a:t>7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4810579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4</a:t>
            </a:r>
          </a:p>
          <a:p>
            <a:pPr algn="ctr"/>
            <a:r>
              <a:rPr lang="en-US" altLang="ko-KR" sz="1000" dirty="0" smtClean="0"/>
              <a:t>8</a:t>
            </a:r>
          </a:p>
          <a:p>
            <a:pPr algn="ctr"/>
            <a:r>
              <a:rPr lang="en-US" altLang="ko-KR" sz="1000" dirty="0" smtClean="0"/>
              <a:t>5</a:t>
            </a:r>
          </a:p>
          <a:p>
            <a:pPr algn="ctr"/>
            <a:r>
              <a:rPr lang="en-US" altLang="ko-KR" sz="1000" dirty="0" smtClean="0"/>
              <a:t>11H</a:t>
            </a:r>
            <a:endParaRPr lang="ko-KR" altLang="en-US" sz="1000" dirty="0"/>
          </a:p>
        </p:txBody>
      </p:sp>
      <p:sp>
        <p:nvSpPr>
          <p:cNvPr id="12" name="직사각형 11"/>
          <p:cNvSpPr/>
          <p:nvPr/>
        </p:nvSpPr>
        <p:spPr>
          <a:xfrm>
            <a:off x="5242627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S</a:t>
            </a:r>
          </a:p>
          <a:p>
            <a:pPr algn="ctr"/>
            <a:r>
              <a:rPr lang="en-US" altLang="ko-KR" sz="1000" dirty="0" smtClean="0"/>
              <a:t>C</a:t>
            </a:r>
          </a:p>
          <a:p>
            <a:pPr algn="ctr"/>
            <a:r>
              <a:rPr lang="en-US" altLang="ko-KR" sz="1000" dirty="0" smtClean="0"/>
              <a:t>B</a:t>
            </a:r>
          </a:p>
          <a:p>
            <a:pPr algn="ctr"/>
            <a:r>
              <a:rPr lang="en-US" altLang="ko-KR" sz="1000" dirty="0"/>
              <a:t>8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13" name="직사각형 12"/>
          <p:cNvSpPr/>
          <p:nvPr/>
        </p:nvSpPr>
        <p:spPr>
          <a:xfrm>
            <a:off x="5674675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M</a:t>
            </a:r>
          </a:p>
          <a:p>
            <a:pPr algn="ctr"/>
            <a:r>
              <a:rPr lang="en-US" altLang="ko-KR" sz="1000" dirty="0" smtClean="0"/>
              <a:t>C</a:t>
            </a:r>
          </a:p>
          <a:p>
            <a:pPr algn="ctr"/>
            <a:r>
              <a:rPr lang="en-US" altLang="ko-KR" sz="1000" dirty="0" smtClean="0"/>
              <a:t>U</a:t>
            </a:r>
          </a:p>
          <a:p>
            <a:pPr algn="ctr"/>
            <a:r>
              <a:rPr lang="en-US" altLang="ko-KR" sz="1000" dirty="0" smtClean="0"/>
              <a:t>4H</a:t>
            </a:r>
            <a:endParaRPr lang="ko-KR" altLang="en-US" sz="1000" dirty="0"/>
          </a:p>
        </p:txBody>
      </p:sp>
      <p:sp>
        <p:nvSpPr>
          <p:cNvPr id="14" name="직사각형 13"/>
          <p:cNvSpPr/>
          <p:nvPr/>
        </p:nvSpPr>
        <p:spPr>
          <a:xfrm>
            <a:off x="6970819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A</a:t>
            </a:r>
          </a:p>
          <a:p>
            <a:pPr algn="ctr"/>
            <a:r>
              <a:rPr lang="en-US" altLang="ko-KR" sz="1000" dirty="0" smtClean="0"/>
              <a:t>A</a:t>
            </a:r>
          </a:p>
          <a:p>
            <a:pPr algn="ctr"/>
            <a:r>
              <a:rPr lang="en-US" altLang="ko-KR" sz="1000" dirty="0" smtClean="0"/>
              <a:t>B</a:t>
            </a:r>
          </a:p>
          <a:p>
            <a:pPr algn="ctr"/>
            <a:r>
              <a:rPr lang="en-US" altLang="ko-KR" sz="1000" dirty="0" smtClean="0"/>
              <a:t>15H</a:t>
            </a:r>
            <a:endParaRPr lang="ko-KR" altLang="en-US" sz="1000" dirty="0"/>
          </a:p>
        </p:txBody>
      </p:sp>
      <p:sp>
        <p:nvSpPr>
          <p:cNvPr id="15" name="직사각형 14"/>
          <p:cNvSpPr/>
          <p:nvPr/>
        </p:nvSpPr>
        <p:spPr>
          <a:xfrm>
            <a:off x="6106723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V</a:t>
            </a:r>
          </a:p>
          <a:p>
            <a:pPr algn="ctr"/>
            <a:r>
              <a:rPr lang="en-US" altLang="ko-KR" sz="1000" dirty="0" smtClean="0"/>
              <a:t>O</a:t>
            </a:r>
          </a:p>
          <a:p>
            <a:pPr algn="ctr"/>
            <a:r>
              <a:rPr lang="en-US" altLang="ko-KR" sz="1000" dirty="0" smtClean="0"/>
              <a:t>L</a:t>
            </a:r>
          </a:p>
          <a:p>
            <a:pPr algn="ctr"/>
            <a:r>
              <a:rPr lang="en-US" altLang="ko-KR" sz="1000" dirty="0"/>
              <a:t>5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6538771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I</a:t>
            </a:r>
          </a:p>
          <a:p>
            <a:pPr algn="ctr"/>
            <a:r>
              <a:rPr lang="en-US" altLang="ko-KR" sz="1000" dirty="0" smtClean="0"/>
              <a:t>N</a:t>
            </a:r>
          </a:p>
          <a:p>
            <a:pPr algn="ctr"/>
            <a:r>
              <a:rPr lang="en-US" altLang="ko-KR" sz="1000" dirty="0"/>
              <a:t>T</a:t>
            </a:r>
            <a:endParaRPr lang="en-US" altLang="ko-KR" sz="1000" dirty="0" smtClean="0"/>
          </a:p>
          <a:p>
            <a:pPr algn="ctr"/>
            <a:r>
              <a:rPr lang="en-US" altLang="ko-KR" sz="1000" dirty="0"/>
              <a:t>5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7834915" y="1866838"/>
            <a:ext cx="432048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A</a:t>
            </a:r>
          </a:p>
          <a:p>
            <a:pPr algn="ctr"/>
            <a:r>
              <a:rPr lang="en-US" altLang="ko-KR" sz="1000" dirty="0" smtClean="0"/>
              <a:t>M</a:t>
            </a:r>
          </a:p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 smtClean="0"/>
              <a:t>-</a:t>
            </a:r>
          </a:p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 smtClean="0"/>
              <a:t>W</a:t>
            </a:r>
          </a:p>
          <a:p>
            <a:pPr algn="ctr"/>
            <a:r>
              <a:rPr lang="en-US" altLang="ko-KR" sz="1000" dirty="0" smtClean="0"/>
              <a:t>R</a:t>
            </a:r>
          </a:p>
          <a:p>
            <a:pPr algn="ctr"/>
            <a:r>
              <a:rPr lang="en-US" altLang="ko-KR" sz="1000" dirty="0" smtClean="0"/>
              <a:t>12H</a:t>
            </a:r>
            <a:endParaRPr lang="ko-KR" altLang="en-US" sz="1000" dirty="0"/>
          </a:p>
        </p:txBody>
      </p:sp>
      <p:sp>
        <p:nvSpPr>
          <p:cNvPr id="18" name="타원 17"/>
          <p:cNvSpPr/>
          <p:nvPr/>
        </p:nvSpPr>
        <p:spPr>
          <a:xfrm>
            <a:off x="5326633" y="3469650"/>
            <a:ext cx="264035" cy="28803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/>
          <p:cNvGrpSpPr/>
          <p:nvPr/>
        </p:nvGrpSpPr>
        <p:grpSpPr>
          <a:xfrm>
            <a:off x="3946483" y="1866838"/>
            <a:ext cx="864096" cy="2304256"/>
            <a:chOff x="3953653" y="1682172"/>
            <a:chExt cx="864096" cy="2304256"/>
          </a:xfrm>
        </p:grpSpPr>
        <p:sp>
          <p:nvSpPr>
            <p:cNvPr id="44" name="직사각형 43"/>
            <p:cNvSpPr/>
            <p:nvPr/>
          </p:nvSpPr>
          <p:spPr>
            <a:xfrm>
              <a:off x="3953653" y="1682172"/>
              <a:ext cx="432048" cy="23042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R</a:t>
              </a:r>
            </a:p>
            <a:p>
              <a:pPr algn="ctr"/>
              <a:r>
                <a:rPr lang="en-US" altLang="ko-KR" sz="1000" dirty="0" smtClean="0"/>
                <a:t>E</a:t>
              </a:r>
            </a:p>
            <a:p>
              <a:pPr algn="ctr"/>
              <a:r>
                <a:rPr lang="en-US" altLang="ko-KR" sz="1000" dirty="0" smtClean="0"/>
                <a:t>C</a:t>
              </a:r>
            </a:p>
            <a:p>
              <a:pPr algn="ctr"/>
              <a:r>
                <a:rPr lang="en-US" altLang="ko-KR" sz="1000" dirty="0"/>
                <a:t>4</a:t>
              </a:r>
              <a:r>
                <a:rPr lang="en-US" altLang="ko-KR" sz="1000" dirty="0" smtClean="0"/>
                <a:t>H</a:t>
              </a:r>
              <a:endParaRPr lang="ko-KR" altLang="en-US" sz="1000" dirty="0"/>
            </a:p>
          </p:txBody>
        </p:sp>
        <p:grpSp>
          <p:nvGrpSpPr>
            <p:cNvPr id="45" name="그룹 44"/>
            <p:cNvGrpSpPr/>
            <p:nvPr/>
          </p:nvGrpSpPr>
          <p:grpSpPr>
            <a:xfrm>
              <a:off x="4385701" y="1682172"/>
              <a:ext cx="432048" cy="2304256"/>
              <a:chOff x="4385701" y="1682172"/>
              <a:chExt cx="432048" cy="2304256"/>
            </a:xfrm>
          </p:grpSpPr>
          <p:sp>
            <p:nvSpPr>
              <p:cNvPr id="46" name="직사각형 45"/>
              <p:cNvSpPr/>
              <p:nvPr/>
            </p:nvSpPr>
            <p:spPr>
              <a:xfrm>
                <a:off x="4385701" y="1682172"/>
                <a:ext cx="432048" cy="23042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 smtClean="0"/>
                  <a:t>L</a:t>
                </a:r>
              </a:p>
              <a:p>
                <a:pPr algn="ctr"/>
                <a:r>
                  <a:rPr lang="en-US" altLang="ko-KR" sz="1000" dirty="0" smtClean="0"/>
                  <a:t>I</a:t>
                </a:r>
              </a:p>
              <a:p>
                <a:pPr algn="ctr"/>
                <a:r>
                  <a:rPr lang="en-US" altLang="ko-KR" sz="1000" dirty="0" smtClean="0"/>
                  <a:t>C</a:t>
                </a:r>
              </a:p>
              <a:p>
                <a:pPr algn="ctr"/>
                <a:r>
                  <a:rPr lang="en-US" altLang="ko-KR" sz="1000" dirty="0" smtClean="0"/>
                  <a:t>7H</a:t>
                </a:r>
                <a:endParaRPr lang="ko-KR" altLang="en-US" sz="1000" dirty="0"/>
              </a:p>
            </p:txBody>
          </p:sp>
          <p:sp>
            <p:nvSpPr>
              <p:cNvPr id="47" name="타원 46"/>
              <p:cNvSpPr/>
              <p:nvPr/>
            </p:nvSpPr>
            <p:spPr>
              <a:xfrm>
                <a:off x="4469707" y="3293368"/>
                <a:ext cx="264035" cy="288032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0" name="타원 19"/>
          <p:cNvSpPr/>
          <p:nvPr/>
        </p:nvSpPr>
        <p:spPr>
          <a:xfrm>
            <a:off x="4894585" y="3478034"/>
            <a:ext cx="264035" cy="28803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2821344" y="3475548"/>
            <a:ext cx="132018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2828802" y="3712091"/>
            <a:ext cx="132018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2828802" y="3931244"/>
            <a:ext cx="132018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1891238" y="3418804"/>
            <a:ext cx="264035" cy="37680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1525199" y="3428251"/>
            <a:ext cx="132018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1525199" y="3691572"/>
            <a:ext cx="132018" cy="14401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7054825" y="2173506"/>
            <a:ext cx="264035" cy="28803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7054825" y="3591020"/>
            <a:ext cx="264035" cy="28803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7402867" y="1866838"/>
            <a:ext cx="432048" cy="23042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S</a:t>
            </a:r>
          </a:p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 smtClean="0"/>
              <a:t>(</a:t>
            </a:r>
            <a:r>
              <a:rPr lang="ko-KR" altLang="en-US" sz="1000" dirty="0" smtClean="0"/>
              <a:t>디버깅</a:t>
            </a:r>
            <a:r>
              <a:rPr lang="en-US" altLang="ko-KR" sz="1000" dirty="0"/>
              <a:t>)</a:t>
            </a:r>
            <a:endParaRPr lang="en-US" altLang="ko-KR" sz="1000" dirty="0" smtClean="0"/>
          </a:p>
          <a:p>
            <a:pPr algn="ctr"/>
            <a:r>
              <a:rPr lang="en-US" altLang="ko-KR" sz="1000" dirty="0"/>
              <a:t>1</a:t>
            </a:r>
            <a:r>
              <a:rPr lang="en-US" altLang="ko-KR" sz="1000" dirty="0" smtClean="0"/>
              <a:t>H</a:t>
            </a:r>
            <a:endParaRPr lang="ko-KR" altLang="en-US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079789" y="1867355"/>
            <a:ext cx="432048" cy="23042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S</a:t>
            </a:r>
          </a:p>
          <a:p>
            <a:pPr algn="ctr"/>
            <a:r>
              <a:rPr lang="en-US" altLang="ko-KR" sz="1000" dirty="0" smtClean="0"/>
              <a:t>P</a:t>
            </a:r>
          </a:p>
          <a:p>
            <a:pPr algn="ctr"/>
            <a:r>
              <a:rPr lang="en-US" altLang="ko-KR" sz="1000" dirty="0" smtClean="0"/>
              <a:t>(</a:t>
            </a:r>
            <a:r>
              <a:rPr lang="ko-KR" altLang="en-US" sz="1000" dirty="0" smtClean="0"/>
              <a:t>디버깅</a:t>
            </a:r>
            <a:r>
              <a:rPr lang="en-US" altLang="ko-KR" sz="1000" dirty="0"/>
              <a:t>)</a:t>
            </a:r>
            <a:endParaRPr lang="en-US" altLang="ko-KR" sz="1000" dirty="0" smtClean="0"/>
          </a:p>
          <a:p>
            <a:pPr algn="ctr"/>
            <a:r>
              <a:rPr lang="en-US" altLang="ko-KR" sz="1000" dirty="0" smtClean="0"/>
              <a:t>4H</a:t>
            </a:r>
            <a:endParaRPr lang="ko-KR" altLang="en-US" sz="1000" dirty="0"/>
          </a:p>
        </p:txBody>
      </p:sp>
      <p:sp>
        <p:nvSpPr>
          <p:cNvPr id="33" name="왼쪽/오른쪽 화살표 32"/>
          <p:cNvSpPr/>
          <p:nvPr/>
        </p:nvSpPr>
        <p:spPr>
          <a:xfrm>
            <a:off x="936485" y="1957482"/>
            <a:ext cx="2166891" cy="432048"/>
          </a:xfrm>
          <a:prstGeom prst="left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41 ANTS</a:t>
            </a:r>
            <a:endParaRPr lang="ko-KR" altLang="en-US" dirty="0"/>
          </a:p>
        </p:txBody>
      </p:sp>
      <p:sp>
        <p:nvSpPr>
          <p:cNvPr id="42" name="왼쪽/오른쪽 화살표 41"/>
          <p:cNvSpPr/>
          <p:nvPr/>
        </p:nvSpPr>
        <p:spPr>
          <a:xfrm>
            <a:off x="3103376" y="1954612"/>
            <a:ext cx="5163587" cy="432048"/>
          </a:xfrm>
          <a:prstGeom prst="leftRigh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79 RF-COM</a:t>
            </a:r>
            <a:endParaRPr lang="ko-KR" altLang="en-US" dirty="0"/>
          </a:p>
        </p:txBody>
      </p:sp>
      <p:cxnSp>
        <p:nvCxnSpPr>
          <p:cNvPr id="49" name="직선 화살표 연결선 48"/>
          <p:cNvCxnSpPr>
            <a:endCxn id="21" idx="2"/>
          </p:cNvCxnSpPr>
          <p:nvPr/>
        </p:nvCxnSpPr>
        <p:spPr>
          <a:xfrm>
            <a:off x="2455304" y="188640"/>
            <a:ext cx="366040" cy="335891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661092" y="332656"/>
            <a:ext cx="150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WIMAX</a:t>
            </a:r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3946483" y="332656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2011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06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23</a:t>
            </a:r>
            <a:r>
              <a:rPr lang="ko-KR" altLang="en-US" dirty="0" smtClean="0"/>
              <a:t>일  내용 확정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3" name="직선 화살표 연결선 2"/>
          <p:cNvCxnSpPr/>
          <p:nvPr/>
        </p:nvCxnSpPr>
        <p:spPr>
          <a:xfrm flipV="1">
            <a:off x="1657217" y="4176992"/>
            <a:ext cx="0" cy="11295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1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224</Words>
  <Application>Microsoft Office PowerPoint</Application>
  <PresentationFormat>화면 슬라이드 쇼(4:3)</PresentationFormat>
  <Paragraphs>200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</dc:creator>
  <cp:lastModifiedBy>jds</cp:lastModifiedBy>
  <cp:revision>19</cp:revision>
  <cp:lastPrinted>2011-06-07T05:08:39Z</cp:lastPrinted>
  <dcterms:created xsi:type="dcterms:W3CDTF">2011-05-03T04:29:22Z</dcterms:created>
  <dcterms:modified xsi:type="dcterms:W3CDTF">2011-06-23T09:24:44Z</dcterms:modified>
</cp:coreProperties>
</file>