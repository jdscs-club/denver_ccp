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218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7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61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83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47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77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06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45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43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887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69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8776B-843E-4764-B0CC-54DADD36A5B3}" type="datetimeFigureOut">
              <a:rPr lang="ko-KR" altLang="en-US" smtClean="0"/>
              <a:t>2013-01-15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65A2A-1C1A-41F3-AD2B-61A1066118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84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\SkyDrive\데이타\2013-01-15T08-33-47_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1"/>
          <a:stretch/>
        </p:blipFill>
        <p:spPr bwMode="auto">
          <a:xfrm>
            <a:off x="5004048" y="476672"/>
            <a:ext cx="3478924" cy="36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JDS\SkyDrive\데이타\2013-01-15T08-33-47_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6" t="12941" r="15600"/>
          <a:stretch/>
        </p:blipFill>
        <p:spPr bwMode="auto">
          <a:xfrm>
            <a:off x="351688" y="788276"/>
            <a:ext cx="3132082" cy="313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89637" y="422108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차 설계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72200" y="4221088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 smtClean="0"/>
              <a:t>차 최종 설계</a:t>
            </a:r>
            <a:endParaRPr lang="ko-KR" altLang="en-US" dirty="0"/>
          </a:p>
        </p:txBody>
      </p:sp>
      <p:sp>
        <p:nvSpPr>
          <p:cNvPr id="5" name="타원 4"/>
          <p:cNvSpPr/>
          <p:nvPr/>
        </p:nvSpPr>
        <p:spPr>
          <a:xfrm>
            <a:off x="351688" y="1340768"/>
            <a:ext cx="1666209" cy="1728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364088" y="1196752"/>
            <a:ext cx="1666209" cy="1728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6200000">
            <a:off x="3893680" y="1787467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 설명선 10"/>
          <p:cNvSpPr/>
          <p:nvPr/>
        </p:nvSpPr>
        <p:spPr>
          <a:xfrm>
            <a:off x="3554243" y="4284096"/>
            <a:ext cx="1163505" cy="612648"/>
          </a:xfrm>
          <a:prstGeom prst="wedgeRectCallout">
            <a:avLst>
              <a:gd name="adj1" fmla="val 153580"/>
              <a:gd name="adj2" fmla="val -33551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컨넥터를</a:t>
            </a:r>
            <a:r>
              <a:rPr lang="ko-KR" altLang="en-US" sz="1000" dirty="0" smtClean="0">
                <a:solidFill>
                  <a:schemeClr val="tx1"/>
                </a:solidFill>
              </a:rPr>
              <a:t> 박스 안쪽으로 변경 하였다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503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\SkyDrive\데이타\2013-01-15T08-08-07_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40"/>
          <a:stretch/>
        </p:blipFill>
        <p:spPr bwMode="auto">
          <a:xfrm>
            <a:off x="21506" y="567244"/>
            <a:ext cx="1440160" cy="1800000"/>
          </a:xfrm>
          <a:prstGeom prst="rect">
            <a:avLst/>
          </a:prstGeom>
          <a:ln w="19050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JDS\SkyDrive\데이타\2013-01-15T08-08-07_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30"/>
          <a:stretch/>
        </p:blipFill>
        <p:spPr bwMode="auto">
          <a:xfrm>
            <a:off x="2037730" y="587188"/>
            <a:ext cx="1384978" cy="18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JDS\SkyDrive\데이타\2013-01-15T08-08-07_2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55"/>
          <a:stretch/>
        </p:blipFill>
        <p:spPr bwMode="auto">
          <a:xfrm>
            <a:off x="3833642" y="587188"/>
            <a:ext cx="1500048" cy="18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JDS\SkyDrive\데이타\2013-01-15T08-08-07_3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51"/>
          <a:stretch/>
        </p:blipFill>
        <p:spPr bwMode="auto">
          <a:xfrm>
            <a:off x="5566122" y="608309"/>
            <a:ext cx="1630271" cy="18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JDS\SkyDrive\데이타\2013-01-15T08-08-07_4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61"/>
          <a:stretch/>
        </p:blipFill>
        <p:spPr bwMode="auto">
          <a:xfrm>
            <a:off x="7380312" y="567244"/>
            <a:ext cx="1545704" cy="180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813594" y="783268"/>
            <a:ext cx="648072" cy="1368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774635" y="1287324"/>
            <a:ext cx="648072" cy="441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 설명선 5"/>
          <p:cNvSpPr/>
          <p:nvPr/>
        </p:nvSpPr>
        <p:spPr>
          <a:xfrm>
            <a:off x="2317435" y="2511460"/>
            <a:ext cx="914400" cy="612648"/>
          </a:xfrm>
          <a:prstGeom prst="wedgeRectCallout">
            <a:avLst>
              <a:gd name="adj1" fmla="val 34340"/>
              <a:gd name="adj2" fmla="val -19998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solidFill>
                  <a:schemeClr val="tx1"/>
                </a:solidFill>
              </a:rPr>
              <a:t>차량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컨넥터</a:t>
            </a:r>
            <a:r>
              <a:rPr lang="ko-KR" altLang="en-US" sz="1000" dirty="0" smtClean="0">
                <a:solidFill>
                  <a:schemeClr val="tx1"/>
                </a:solidFill>
              </a:rPr>
              <a:t> 결합 모습</a:t>
            </a:r>
            <a:r>
              <a:rPr lang="en-US" altLang="ko-KR" sz="1000" dirty="0" smtClean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 rot="19166015">
            <a:off x="3719532" y="4757215"/>
            <a:ext cx="1512168" cy="581456"/>
            <a:chOff x="3491880" y="5079792"/>
            <a:chExt cx="1512168" cy="581456"/>
          </a:xfrm>
        </p:grpSpPr>
        <p:grpSp>
          <p:nvGrpSpPr>
            <p:cNvPr id="16" name="그룹 15"/>
            <p:cNvGrpSpPr/>
            <p:nvPr/>
          </p:nvGrpSpPr>
          <p:grpSpPr>
            <a:xfrm>
              <a:off x="3707904" y="5079792"/>
              <a:ext cx="1152128" cy="581456"/>
              <a:chOff x="3707904" y="5079792"/>
              <a:chExt cx="1152128" cy="581456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3707904" y="5079792"/>
                <a:ext cx="1080120" cy="5814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smtClean="0"/>
                  <a:t>DPH</a:t>
                </a:r>
                <a:endParaRPr lang="ko-KR" altLang="en-US" dirty="0"/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4788024" y="5157192"/>
                <a:ext cx="72008" cy="2133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18" name="직선 연결선 17"/>
            <p:cNvCxnSpPr/>
            <p:nvPr/>
          </p:nvCxnSpPr>
          <p:spPr>
            <a:xfrm flipH="1">
              <a:off x="3491880" y="5661248"/>
              <a:ext cx="151216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/>
        </p:nvGrpSpPr>
        <p:grpSpPr>
          <a:xfrm>
            <a:off x="2358727" y="3670766"/>
            <a:ext cx="3888432" cy="1061971"/>
            <a:chOff x="2987824" y="3659558"/>
            <a:chExt cx="3888432" cy="1061971"/>
          </a:xfrm>
        </p:grpSpPr>
        <p:sp>
          <p:nvSpPr>
            <p:cNvPr id="13" name="직사각형 12"/>
            <p:cNvSpPr/>
            <p:nvPr/>
          </p:nvSpPr>
          <p:spPr>
            <a:xfrm>
              <a:off x="2987824" y="3659559"/>
              <a:ext cx="1440160" cy="1061970"/>
            </a:xfrm>
            <a:prstGeom prst="rect">
              <a:avLst/>
            </a:prstGeom>
            <a:pattFill prst="dash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574871" y="3659559"/>
              <a:ext cx="1301385" cy="1061970"/>
            </a:xfrm>
            <a:prstGeom prst="rect">
              <a:avLst/>
            </a:prstGeom>
            <a:pattFill prst="dash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987824" y="3659558"/>
              <a:ext cx="3888432" cy="530985"/>
            </a:xfrm>
            <a:prstGeom prst="rect">
              <a:avLst/>
            </a:prstGeom>
            <a:pattFill prst="dash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아래로 구부러진 화살표 20"/>
          <p:cNvSpPr/>
          <p:nvPr/>
        </p:nvSpPr>
        <p:spPr>
          <a:xfrm rot="13887288">
            <a:off x="2953443" y="4971569"/>
            <a:ext cx="1198557" cy="551217"/>
          </a:xfrm>
          <a:prstGeom prst="curved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사각형 설명선 28"/>
          <p:cNvSpPr/>
          <p:nvPr/>
        </p:nvSpPr>
        <p:spPr>
          <a:xfrm>
            <a:off x="3995936" y="2511460"/>
            <a:ext cx="1163505" cy="612648"/>
          </a:xfrm>
          <a:prstGeom prst="wedgeRectCallout">
            <a:avLst>
              <a:gd name="adj1" fmla="val 34340"/>
              <a:gd name="adj2" fmla="val -19998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컨넥터</a:t>
            </a:r>
            <a:r>
              <a:rPr lang="ko-KR" altLang="en-US" sz="1000" dirty="0" smtClean="0">
                <a:solidFill>
                  <a:schemeClr val="tx1"/>
                </a:solidFill>
              </a:rPr>
              <a:t> 쪽 부분을 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비스듬이</a:t>
            </a:r>
            <a:r>
              <a:rPr lang="ko-KR" altLang="en-US" sz="1000" dirty="0" smtClean="0">
                <a:solidFill>
                  <a:schemeClr val="tx1"/>
                </a:solidFill>
              </a:rPr>
              <a:t> 먼저 결합한다</a:t>
            </a:r>
            <a:r>
              <a:rPr lang="en-US" altLang="ko-KR" sz="1000" dirty="0" smtClean="0">
                <a:solidFill>
                  <a:schemeClr val="tx1"/>
                </a:solidFill>
              </a:rPr>
              <a:t>..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2" name="오른쪽 화살표 21"/>
          <p:cNvSpPr/>
          <p:nvPr/>
        </p:nvSpPr>
        <p:spPr>
          <a:xfrm>
            <a:off x="1468002" y="1225028"/>
            <a:ext cx="424661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오른쪽 화살표 33"/>
          <p:cNvSpPr/>
          <p:nvPr/>
        </p:nvSpPr>
        <p:spPr>
          <a:xfrm>
            <a:off x="3462940" y="1244662"/>
            <a:ext cx="424661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>
            <a:off x="5384136" y="1265993"/>
            <a:ext cx="424661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7196393" y="1265993"/>
            <a:ext cx="424661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57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</Words>
  <Application>Microsoft Office PowerPoint</Application>
  <PresentationFormat>화면 슬라이드 쇼(4:3)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3</cp:revision>
  <dcterms:created xsi:type="dcterms:W3CDTF">2013-01-14T23:08:41Z</dcterms:created>
  <dcterms:modified xsi:type="dcterms:W3CDTF">2013-01-14T23:38:07Z</dcterms:modified>
</cp:coreProperties>
</file>