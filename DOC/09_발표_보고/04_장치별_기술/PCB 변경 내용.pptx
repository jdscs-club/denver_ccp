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9" r:id="rId4"/>
    <p:sldId id="261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81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085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8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2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14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4641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365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53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407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521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589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774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7A974-D3A5-41CD-B069-996649A2EA1E}" type="datetimeFigureOut">
              <a:rPr lang="ko-KR" altLang="en-US" smtClean="0"/>
              <a:t>2012-02-13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365EF-6897-4A49-B33A-4C1B9745E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400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/>
        </p:nvGrpSpPr>
        <p:grpSpPr>
          <a:xfrm>
            <a:off x="107503" y="3258000"/>
            <a:ext cx="4819835" cy="3600000"/>
            <a:chOff x="4211960" y="3140968"/>
            <a:chExt cx="4819835" cy="360000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1960" y="3140968"/>
              <a:ext cx="4819835" cy="360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타원 5"/>
            <p:cNvSpPr/>
            <p:nvPr/>
          </p:nvSpPr>
          <p:spPr>
            <a:xfrm>
              <a:off x="6156176" y="4221088"/>
              <a:ext cx="1512168" cy="129614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57180" y="233664"/>
            <a:ext cx="4320479" cy="3024336"/>
            <a:chOff x="107504" y="44624"/>
            <a:chExt cx="4819835" cy="3600000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504" y="44624"/>
              <a:ext cx="4819835" cy="3600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타원 3"/>
            <p:cNvSpPr/>
            <p:nvPr/>
          </p:nvSpPr>
          <p:spPr>
            <a:xfrm>
              <a:off x="1115616" y="1340768"/>
              <a:ext cx="1224136" cy="108012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1403648" y="1484584"/>
              <a:ext cx="1512168" cy="7200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오른쪽 화살표 7"/>
            <p:cNvSpPr/>
            <p:nvPr/>
          </p:nvSpPr>
          <p:spPr>
            <a:xfrm>
              <a:off x="2915816" y="1602308"/>
              <a:ext cx="978408" cy="484632"/>
            </a:xfrm>
            <a:prstGeom prst="rightArrow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rgbClr val="FF0000"/>
                  </a:solidFill>
                </a:rPr>
                <a:t>이동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5076056" y="1628800"/>
            <a:ext cx="3720890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err="1" smtClean="0"/>
              <a:t>이부분은</a:t>
            </a:r>
            <a:r>
              <a:rPr lang="ko-KR" altLang="en-US" sz="2800" dirty="0" smtClean="0"/>
              <a:t> </a:t>
            </a:r>
            <a:endParaRPr lang="en-US" altLang="ko-KR" sz="2800" dirty="0" smtClean="0"/>
          </a:p>
          <a:p>
            <a:r>
              <a:rPr lang="ko-KR" altLang="en-US" sz="2800" dirty="0" smtClean="0"/>
              <a:t>그냥 진행 하겠습니다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1492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76672"/>
            <a:ext cx="4819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908919"/>
            <a:ext cx="3373992" cy="25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 flipH="1" flipV="1">
            <a:off x="1619672" y="1916832"/>
            <a:ext cx="1113773" cy="7200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 설명선 6"/>
          <p:cNvSpPr/>
          <p:nvPr/>
        </p:nvSpPr>
        <p:spPr>
          <a:xfrm>
            <a:off x="5431766" y="170348"/>
            <a:ext cx="2668626" cy="612648"/>
          </a:xfrm>
          <a:prstGeom prst="wedgeRectCallout">
            <a:avLst>
              <a:gd name="adj1" fmla="val -139754"/>
              <a:gd name="adj2" fmla="val 28723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smtClean="0">
                <a:solidFill>
                  <a:schemeClr val="tx1"/>
                </a:solidFill>
              </a:rPr>
              <a:t>TOP PCB</a:t>
            </a:r>
            <a:r>
              <a:rPr lang="ko-KR" altLang="en-US" sz="1200" dirty="0" smtClean="0">
                <a:solidFill>
                  <a:schemeClr val="tx1"/>
                </a:solidFill>
              </a:rPr>
              <a:t>를 </a:t>
            </a:r>
            <a:r>
              <a:rPr lang="en-US" altLang="ko-KR" sz="1200" dirty="0" smtClean="0">
                <a:solidFill>
                  <a:schemeClr val="tx1"/>
                </a:solidFill>
              </a:rPr>
              <a:t>DPO </a:t>
            </a:r>
            <a:r>
              <a:rPr lang="ko-KR" altLang="en-US" sz="1200" dirty="0" smtClean="0">
                <a:solidFill>
                  <a:schemeClr val="tx1"/>
                </a:solidFill>
              </a:rPr>
              <a:t>커버에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취부할</a:t>
            </a:r>
            <a:r>
              <a:rPr lang="ko-KR" altLang="en-US" sz="1200" dirty="0" smtClean="0">
                <a:solidFill>
                  <a:schemeClr val="tx1"/>
                </a:solidFill>
              </a:rPr>
              <a:t> 예정 입니다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249" y="4293096"/>
            <a:ext cx="3528391" cy="228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" name="그룹 12"/>
          <p:cNvGrpSpPr/>
          <p:nvPr/>
        </p:nvGrpSpPr>
        <p:grpSpPr>
          <a:xfrm>
            <a:off x="1403648" y="4713784"/>
            <a:ext cx="2592288" cy="1307504"/>
            <a:chOff x="1403648" y="4713784"/>
            <a:chExt cx="2592288" cy="1307504"/>
          </a:xfrm>
        </p:grpSpPr>
        <p:sp>
          <p:nvSpPr>
            <p:cNvPr id="9" name="모서리가 둥근 직사각형 8"/>
            <p:cNvSpPr/>
            <p:nvPr/>
          </p:nvSpPr>
          <p:spPr>
            <a:xfrm>
              <a:off x="2843808" y="5373216"/>
              <a:ext cx="648072" cy="648072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1403648" y="4713784"/>
              <a:ext cx="2592288" cy="80344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사각형 설명선 13"/>
          <p:cNvSpPr/>
          <p:nvPr/>
        </p:nvSpPr>
        <p:spPr>
          <a:xfrm>
            <a:off x="5382546" y="4407460"/>
            <a:ext cx="1997765" cy="612648"/>
          </a:xfrm>
          <a:prstGeom prst="wedgeRectCallout">
            <a:avLst>
              <a:gd name="adj1" fmla="val -139596"/>
              <a:gd name="adj2" fmla="val 100243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PCB </a:t>
            </a:r>
            <a:r>
              <a:rPr lang="ko-KR" altLang="en-US" dirty="0" smtClean="0">
                <a:solidFill>
                  <a:schemeClr val="tx1"/>
                </a:solidFill>
              </a:rPr>
              <a:t>변경 사이즈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28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55" b="22325"/>
          <a:stretch/>
        </p:blipFill>
        <p:spPr bwMode="auto">
          <a:xfrm>
            <a:off x="1619672" y="188640"/>
            <a:ext cx="4819835" cy="1933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81" r="23369"/>
          <a:stretch/>
        </p:blipFill>
        <p:spPr bwMode="auto">
          <a:xfrm>
            <a:off x="243896" y="2406748"/>
            <a:ext cx="2879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1"/>
          <a:stretch/>
        </p:blipFill>
        <p:spPr bwMode="auto">
          <a:xfrm>
            <a:off x="4427984" y="2384041"/>
            <a:ext cx="3808594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3851920" y="476672"/>
            <a:ext cx="792088" cy="16458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 설명선 4"/>
          <p:cNvSpPr/>
          <p:nvPr/>
        </p:nvSpPr>
        <p:spPr>
          <a:xfrm>
            <a:off x="6131630" y="2395053"/>
            <a:ext cx="2688841" cy="612648"/>
          </a:xfrm>
          <a:prstGeom prst="wedgeRectCallout">
            <a:avLst>
              <a:gd name="adj1" fmla="val -77155"/>
              <a:gd name="adj2" fmla="val 2169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바닥 부분에 부품이 있어 </a:t>
            </a:r>
            <a:r>
              <a:rPr lang="ko-KR" altLang="en-US" sz="1200" dirty="0" err="1" smtClean="0">
                <a:solidFill>
                  <a:schemeClr val="tx1"/>
                </a:solidFill>
              </a:rPr>
              <a:t>취부에</a:t>
            </a:r>
            <a:r>
              <a:rPr lang="ko-KR" altLang="en-US" sz="1200" dirty="0" smtClean="0">
                <a:solidFill>
                  <a:schemeClr val="tx1"/>
                </a:solidFill>
              </a:rPr>
              <a:t> 문제가 있습니다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사각형 설명선 5"/>
          <p:cNvSpPr/>
          <p:nvPr/>
        </p:nvSpPr>
        <p:spPr>
          <a:xfrm>
            <a:off x="3123730" y="3140968"/>
            <a:ext cx="1520278" cy="612648"/>
          </a:xfrm>
          <a:prstGeom prst="wedgeRectCallout">
            <a:avLst>
              <a:gd name="adj1" fmla="val -146940"/>
              <a:gd name="adj2" fmla="val 79656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바닥 부분이 사이가 발생 합니다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사각형 설명선 6"/>
          <p:cNvSpPr/>
          <p:nvPr/>
        </p:nvSpPr>
        <p:spPr>
          <a:xfrm>
            <a:off x="7213755" y="188640"/>
            <a:ext cx="1822741" cy="612648"/>
          </a:xfrm>
          <a:prstGeom prst="wedgeRectCallout">
            <a:avLst>
              <a:gd name="adj1" fmla="val -206345"/>
              <a:gd name="adj2" fmla="val 1139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PCB</a:t>
            </a:r>
            <a:r>
              <a:rPr lang="ko-KR" altLang="en-US" sz="1200" dirty="0" smtClean="0">
                <a:solidFill>
                  <a:schemeClr val="tx1"/>
                </a:solidFill>
              </a:rPr>
              <a:t>를</a:t>
            </a:r>
            <a:r>
              <a:rPr lang="en-US" altLang="ko-KR" sz="1200" dirty="0" smtClean="0">
                <a:solidFill>
                  <a:schemeClr val="tx1"/>
                </a:solidFill>
              </a:rPr>
              <a:t> </a:t>
            </a:r>
            <a:r>
              <a:rPr lang="ko-KR" altLang="en-US" sz="1200" dirty="0" smtClean="0">
                <a:solidFill>
                  <a:schemeClr val="tx1"/>
                </a:solidFill>
              </a:rPr>
              <a:t>옆으로 크게 작성하여 바닥에 부품을 위로 올려 주세요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r>
              <a:rPr lang="ko-KR" altLang="en-US" sz="1200" dirty="0" smtClean="0">
                <a:solidFill>
                  <a:schemeClr val="tx1"/>
                </a:solidFill>
              </a:rPr>
              <a:t>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893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32656"/>
            <a:ext cx="4819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2996952"/>
            <a:ext cx="4819835" cy="3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직선 연결선 4"/>
          <p:cNvCxnSpPr/>
          <p:nvPr/>
        </p:nvCxnSpPr>
        <p:spPr>
          <a:xfrm flipH="1">
            <a:off x="2123728" y="1700808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 flipH="1">
            <a:off x="2123728" y="2390920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 flipH="1">
            <a:off x="2104270" y="3089980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flipH="1">
            <a:off x="5632662" y="4024522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H="1">
            <a:off x="5580112" y="4777694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H="1">
            <a:off x="5560654" y="5485702"/>
            <a:ext cx="115212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오른쪽 화살표 5"/>
          <p:cNvSpPr/>
          <p:nvPr/>
        </p:nvSpPr>
        <p:spPr>
          <a:xfrm rot="2013268">
            <a:off x="3576634" y="3690340"/>
            <a:ext cx="20136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 설명선 6"/>
          <p:cNvSpPr/>
          <p:nvPr/>
        </p:nvSpPr>
        <p:spPr>
          <a:xfrm>
            <a:off x="5870390" y="1137037"/>
            <a:ext cx="914400" cy="612648"/>
          </a:xfrm>
          <a:prstGeom prst="wedgeRectCallout">
            <a:avLst>
              <a:gd name="adj1" fmla="val -373706"/>
              <a:gd name="adj2" fmla="val 107104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chemeClr val="tx1"/>
                </a:solidFill>
              </a:rPr>
              <a:t>PCB </a:t>
            </a:r>
            <a:r>
              <a:rPr lang="ko-KR" altLang="en-US" sz="1200" dirty="0" smtClean="0">
                <a:solidFill>
                  <a:schemeClr val="tx1"/>
                </a:solidFill>
              </a:rPr>
              <a:t>중심이 맞지 않습니다</a:t>
            </a:r>
            <a:r>
              <a:rPr lang="en-US" altLang="ko-KR" sz="1200" dirty="0" smtClean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9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</Words>
  <Application>Microsoft Office PowerPoint</Application>
  <PresentationFormat>화면 슬라이드 쇼(4:3)</PresentationFormat>
  <Paragraphs>9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6</cp:revision>
  <dcterms:created xsi:type="dcterms:W3CDTF">2012-02-13T00:18:48Z</dcterms:created>
  <dcterms:modified xsi:type="dcterms:W3CDTF">2012-02-13T01:00:13Z</dcterms:modified>
</cp:coreProperties>
</file>