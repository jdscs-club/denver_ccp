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1" d="100"/>
          <a:sy n="91" d="100"/>
        </p:scale>
        <p:origin x="-858" y="-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28B1D9-8E75-4627-96BD-A3029B94AC61}" type="datetimeFigureOut">
              <a:rPr lang="ko-KR" altLang="en-US" smtClean="0"/>
              <a:t>2013-02-14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5DE011-B7A0-4466-A736-6BC47068B6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03001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5DE011-B7A0-4466-A736-6BC47068B6D9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79220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4D1F7-8984-42D4-B35E-3896C5D547D6}" type="datetimeFigureOut">
              <a:rPr lang="ko-KR" altLang="en-US" smtClean="0"/>
              <a:t>2013-02-14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3DF9E-785A-4A6A-8D4D-F233780E84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54756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4D1F7-8984-42D4-B35E-3896C5D547D6}" type="datetimeFigureOut">
              <a:rPr lang="ko-KR" altLang="en-US" smtClean="0"/>
              <a:t>2013-02-14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3DF9E-785A-4A6A-8D4D-F233780E84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72904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4D1F7-8984-42D4-B35E-3896C5D547D6}" type="datetimeFigureOut">
              <a:rPr lang="ko-KR" altLang="en-US" smtClean="0"/>
              <a:t>2013-02-14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3DF9E-785A-4A6A-8D4D-F233780E84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42037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4D1F7-8984-42D4-B35E-3896C5D547D6}" type="datetimeFigureOut">
              <a:rPr lang="ko-KR" altLang="en-US" smtClean="0"/>
              <a:t>2013-02-14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3DF9E-785A-4A6A-8D4D-F233780E84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18011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4D1F7-8984-42D4-B35E-3896C5D547D6}" type="datetimeFigureOut">
              <a:rPr lang="ko-KR" altLang="en-US" smtClean="0"/>
              <a:t>2013-02-14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3DF9E-785A-4A6A-8D4D-F233780E84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37666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4D1F7-8984-42D4-B35E-3896C5D547D6}" type="datetimeFigureOut">
              <a:rPr lang="ko-KR" altLang="en-US" smtClean="0"/>
              <a:t>2013-02-14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3DF9E-785A-4A6A-8D4D-F233780E84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53939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4D1F7-8984-42D4-B35E-3896C5D547D6}" type="datetimeFigureOut">
              <a:rPr lang="ko-KR" altLang="en-US" smtClean="0"/>
              <a:t>2013-02-14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3DF9E-785A-4A6A-8D4D-F233780E84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8800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4D1F7-8984-42D4-B35E-3896C5D547D6}" type="datetimeFigureOut">
              <a:rPr lang="ko-KR" altLang="en-US" smtClean="0"/>
              <a:t>2013-02-14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3DF9E-785A-4A6A-8D4D-F233780E84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40511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4D1F7-8984-42D4-B35E-3896C5D547D6}" type="datetimeFigureOut">
              <a:rPr lang="ko-KR" altLang="en-US" smtClean="0"/>
              <a:t>2013-02-14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3DF9E-785A-4A6A-8D4D-F233780E84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86785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4D1F7-8984-42D4-B35E-3896C5D547D6}" type="datetimeFigureOut">
              <a:rPr lang="ko-KR" altLang="en-US" smtClean="0"/>
              <a:t>2013-02-14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3DF9E-785A-4A6A-8D4D-F233780E84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37467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4D1F7-8984-42D4-B35E-3896C5D547D6}" type="datetimeFigureOut">
              <a:rPr lang="ko-KR" altLang="en-US" smtClean="0"/>
              <a:t>2013-02-14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3DF9E-785A-4A6A-8D4D-F233780E84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35351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4D1F7-8984-42D4-B35E-3896C5D547D6}" type="datetimeFigureOut">
              <a:rPr lang="ko-KR" altLang="en-US" smtClean="0"/>
              <a:t>2013-02-14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23DF9E-785A-4A6A-8D4D-F233780E84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31623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510" y="2785329"/>
            <a:ext cx="7920880" cy="10034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1" name="Picture 7" descr="C:\Users\JDS\Downloads\130118_촬영\IMG_1189.JPG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628" r="69988"/>
          <a:stretch/>
        </p:blipFill>
        <p:spPr bwMode="auto">
          <a:xfrm>
            <a:off x="1214897" y="855424"/>
            <a:ext cx="2115788" cy="18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2120" y="4365104"/>
            <a:ext cx="3070820" cy="12528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4" name="Picture 10" descr="C:\Users\JDS\Desktop\JDS_PRO\DENVER\자료\사진\2013_01_18 창원 공장 확인\덴버창원공장출장사진\IMG_20130118_133807.jpg"/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931" b="9489"/>
          <a:stretch/>
        </p:blipFill>
        <p:spPr bwMode="auto">
          <a:xfrm>
            <a:off x="3854608" y="4162098"/>
            <a:ext cx="1656184" cy="21966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C:\Users\JDS\Downloads\130118_촬영\IMG_1195.JPG"/>
          <p:cNvPicPr>
            <a:picLocks noChangeAspect="1" noChangeArrowheads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057" r="23333" b="8609"/>
          <a:stretch/>
        </p:blipFill>
        <p:spPr bwMode="auto">
          <a:xfrm>
            <a:off x="3454726" y="855424"/>
            <a:ext cx="2822728" cy="18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442244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</Words>
  <Application>Microsoft Office PowerPoint</Application>
  <PresentationFormat>화면 슬라이드 쇼(4:3)</PresentationFormat>
  <Paragraphs>1</Paragraphs>
  <Slides>1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JDS</dc:creator>
  <cp:lastModifiedBy>JDS</cp:lastModifiedBy>
  <cp:revision>3</cp:revision>
  <dcterms:created xsi:type="dcterms:W3CDTF">2013-02-14T04:36:21Z</dcterms:created>
  <dcterms:modified xsi:type="dcterms:W3CDTF">2013-02-14T04:59:46Z</dcterms:modified>
</cp:coreProperties>
</file>