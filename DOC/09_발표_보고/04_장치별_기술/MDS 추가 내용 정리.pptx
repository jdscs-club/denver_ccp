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0" y="-1"/>
            <a:ext cx="9144000" cy="6858001"/>
            <a:chOff x="0" y="-1"/>
            <a:chExt cx="9144000" cy="6858001"/>
          </a:xfrm>
        </p:grpSpPr>
        <p:sp>
          <p:nvSpPr>
            <p:cNvPr id="5" name="직사각형 4"/>
            <p:cNvSpPr/>
            <p:nvPr/>
          </p:nvSpPr>
          <p:spPr>
            <a:xfrm>
              <a:off x="0" y="6165304"/>
              <a:ext cx="9144000" cy="692696"/>
            </a:xfrm>
            <a:prstGeom prst="rect">
              <a:avLst/>
            </a:prstGeom>
            <a:solidFill>
              <a:srgbClr val="22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배경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144000" cy="6669361"/>
            </a:xfrm>
            <a:prstGeom prst="rect">
              <a:avLst/>
            </a:prstGeom>
          </p:spPr>
        </p:pic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512" y="188640"/>
              <a:ext cx="1932072" cy="56936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483768" y="44624"/>
              <a:ext cx="66247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800" b="1" dirty="0" smtClean="0">
                  <a:solidFill>
                    <a:schemeClr val="bg1"/>
                  </a:solidFill>
                  <a:latin typeface="Calibri" pitchFamily="34" charset="0"/>
                </a:rPr>
                <a:t>MDS Interface </a:t>
              </a:r>
              <a:r>
                <a:rPr lang="ko-KR" altLang="en-US" sz="4800" b="1" dirty="0" smtClean="0">
                  <a:solidFill>
                    <a:schemeClr val="bg1"/>
                  </a:solidFill>
                  <a:latin typeface="Calibri" pitchFamily="34" charset="0"/>
                </a:rPr>
                <a:t>내용 정리</a:t>
              </a:r>
              <a:endParaRPr lang="ko-KR" altLang="en-US" sz="48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</p:grpSp>
      <p:sp>
        <p:nvSpPr>
          <p:cNvPr id="9" name="제목 1"/>
          <p:cNvSpPr txBox="1">
            <a:spLocks/>
          </p:cNvSpPr>
          <p:nvPr/>
        </p:nvSpPr>
        <p:spPr>
          <a:xfrm>
            <a:off x="2195736" y="4797152"/>
            <a:ext cx="655272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dirty="0" smtClean="0"/>
              <a:t>2011. 11. 08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446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DENVER MDS </a:t>
            </a:r>
            <a:r>
              <a:rPr lang="ko-KR" altLang="en-US" dirty="0" smtClean="0"/>
              <a:t>유의점</a:t>
            </a:r>
            <a:r>
              <a:rPr lang="en-US" altLang="ko-KR" dirty="0" smtClean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43608" y="1916832"/>
            <a:ext cx="6912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표시기 장치는 </a:t>
            </a:r>
            <a:r>
              <a:rPr lang="ko-KR" altLang="en-US" dirty="0" smtClean="0"/>
              <a:t>승객 서비스 향상을 위한 장치로 </a:t>
            </a:r>
            <a:r>
              <a:rPr lang="en-US" altLang="ko-KR" dirty="0" smtClean="0"/>
              <a:t>C/I</a:t>
            </a:r>
            <a:r>
              <a:rPr lang="ko-KR" altLang="en-US" dirty="0" smtClean="0"/>
              <a:t>등 차량 시스템의 </a:t>
            </a:r>
            <a:r>
              <a:rPr lang="ko-KR" altLang="en-US" dirty="0" smtClean="0"/>
              <a:t>보조적인 서비스 시스템으로 차량 </a:t>
            </a:r>
            <a:r>
              <a:rPr lang="ko-KR" altLang="en-US" dirty="0" smtClean="0"/>
              <a:t>시스템 이상동작에 </a:t>
            </a:r>
            <a:r>
              <a:rPr lang="ko-KR" altLang="en-US" dirty="0" smtClean="0"/>
              <a:t>대한 권한 및 책임을 </a:t>
            </a:r>
            <a:r>
              <a:rPr lang="ko-KR" altLang="en-US" dirty="0" err="1" smtClean="0"/>
              <a:t>질수가</a:t>
            </a:r>
            <a:r>
              <a:rPr lang="ko-KR" altLang="en-US" dirty="0" smtClean="0"/>
              <a:t> 없다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CRA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MDS</a:t>
            </a:r>
            <a:r>
              <a:rPr lang="ko-KR" altLang="en-US" dirty="0" smtClean="0"/>
              <a:t>와 인터페이스 하는 장치로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CI</a:t>
            </a:r>
            <a:r>
              <a:rPr lang="ko-KR" altLang="en-US" dirty="0" smtClean="0"/>
              <a:t>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대한 보조적인 정보 전달만 할뿐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CI</a:t>
            </a:r>
            <a:r>
              <a:rPr lang="ko-KR" altLang="en-US" dirty="0"/>
              <a:t> </a:t>
            </a:r>
            <a:r>
              <a:rPr lang="ko-KR" altLang="en-US" dirty="0" smtClean="0"/>
              <a:t>동작에 대한 전제 조건이 될 수 없습니다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(CI</a:t>
            </a:r>
            <a:r>
              <a:rPr lang="ko-KR" altLang="en-US" dirty="0" smtClean="0"/>
              <a:t>에</a:t>
            </a:r>
            <a:r>
              <a:rPr lang="en-US" altLang="ko-KR" dirty="0"/>
              <a:t> </a:t>
            </a:r>
            <a:r>
              <a:rPr lang="ko-KR" altLang="en-US" dirty="0" smtClean="0"/>
              <a:t>직접적인 전달을 하지 않는다</a:t>
            </a:r>
            <a:r>
              <a:rPr lang="en-US" altLang="ko-KR" dirty="0" smtClean="0"/>
              <a:t>.)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CRA </a:t>
            </a:r>
            <a:r>
              <a:rPr lang="ko-KR" altLang="en-US" dirty="0" smtClean="0"/>
              <a:t>이상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동작시</a:t>
            </a:r>
            <a:r>
              <a:rPr lang="ko-KR" altLang="en-US" dirty="0" smtClean="0"/>
              <a:t> 표시기 장치 외 다른 차량 시스템에 대해 관련이 없습니다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446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MDS Interface.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47" y="1259470"/>
            <a:ext cx="6353175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650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446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변</a:t>
            </a:r>
            <a:r>
              <a:rPr lang="ko-KR" altLang="en-US" dirty="0"/>
              <a:t>경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내용 정리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43608" y="1916832"/>
            <a:ext cx="69127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LIC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 MDS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Interface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MDS </a:t>
            </a:r>
            <a:r>
              <a:rPr lang="ko-KR" altLang="en-US" dirty="0" smtClean="0"/>
              <a:t>위치 정보 전달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 CRA – CRA</a:t>
            </a:r>
            <a:r>
              <a:rPr lang="ko-KR" altLang="en-US" dirty="0" smtClean="0"/>
              <a:t>간 차량 정보 전달 </a:t>
            </a:r>
            <a:r>
              <a:rPr lang="ko-KR" altLang="en-US" dirty="0" err="1" smtClean="0"/>
              <a:t>로직에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</a:t>
            </a:r>
            <a:r>
              <a:rPr lang="ko-KR" altLang="en-US" dirty="0" smtClean="0"/>
              <a:t>고장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각 차량 위치 확인 및 고장 정보 전달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CCP </a:t>
            </a:r>
            <a:r>
              <a:rPr lang="ko-KR" altLang="en-US" dirty="0" smtClean="0"/>
              <a:t>화면 구성 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-&gt; </a:t>
            </a:r>
            <a:r>
              <a:rPr lang="ko-KR" altLang="en-US" dirty="0" smtClean="0"/>
              <a:t>차량 정보 전달 상태를 확인 할 수 있는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194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446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개발 계획 및 경비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547664" y="1340768"/>
            <a:ext cx="58326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추가 </a:t>
            </a:r>
            <a:r>
              <a:rPr lang="ko-KR" altLang="en-US" dirty="0" smtClean="0"/>
              <a:t>인터페이스에 따른 개발 기간 </a:t>
            </a:r>
            <a:r>
              <a:rPr lang="ko-KR" altLang="en-US" dirty="0" smtClean="0"/>
              <a:t>필요</a:t>
            </a:r>
            <a:endParaRPr lang="en-US" altLang="ko-KR" dirty="0" smtClean="0"/>
          </a:p>
          <a:p>
            <a:r>
              <a:rPr lang="en-US" altLang="ko-KR" dirty="0" smtClean="0"/>
              <a:t>     : </a:t>
            </a:r>
            <a:r>
              <a:rPr lang="ko-KR" altLang="en-US" sz="1400" dirty="0" smtClean="0"/>
              <a:t>기존 </a:t>
            </a:r>
            <a:r>
              <a:rPr lang="en-US" altLang="ko-KR" sz="1400" dirty="0" smtClean="0"/>
              <a:t>Interface</a:t>
            </a:r>
            <a:r>
              <a:rPr lang="ko-KR" altLang="en-US" sz="1400" dirty="0" smtClean="0"/>
              <a:t>는 부팅 시 초기 값 만을 전송하는  기능에서 상시</a:t>
            </a:r>
            <a:endParaRPr lang="en-US" altLang="ko-KR" sz="1400" dirty="0" smtClean="0"/>
          </a:p>
          <a:p>
            <a:r>
              <a:rPr lang="ko-KR" altLang="en-US" sz="1400" dirty="0" smtClean="0"/>
              <a:t>         고장 감지 및 제어정보를 전송하는 기능으로 추가 변경됨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en-US" altLang="ko-KR" sz="1400" dirty="0" smtClean="0"/>
              <a:t>-&gt;3</a:t>
            </a:r>
            <a:r>
              <a:rPr lang="ko-KR" altLang="en-US" sz="1400" dirty="0" smtClean="0"/>
              <a:t>개월 이상에 추가 개발 기간이 필요 합니다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dirty="0" smtClean="0"/>
              <a:t>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추가 경비 방생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sz="1400" dirty="0" smtClean="0"/>
              <a:t>-&gt; </a:t>
            </a:r>
            <a:r>
              <a:rPr lang="ko-KR" altLang="en-US" sz="1400" dirty="0" smtClean="0"/>
              <a:t>인터페이스 시험 및 개발 기간 연장에 따른 추가 경비 발생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-&gt; </a:t>
            </a:r>
            <a:r>
              <a:rPr lang="ko-KR" altLang="en-US" sz="1400" dirty="0" smtClean="0"/>
              <a:t>고장 발생 건수 추가에 대한 대응 인건비 추가 발생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-&gt; </a:t>
            </a:r>
            <a:r>
              <a:rPr lang="ko-KR" altLang="en-US" sz="1400" dirty="0" smtClean="0"/>
              <a:t>출장 및 인건비 포함 </a:t>
            </a:r>
            <a:r>
              <a:rPr lang="en-US" altLang="ko-KR" sz="1400" dirty="0"/>
              <a:t>5</a:t>
            </a:r>
            <a:r>
              <a:rPr lang="en-US" altLang="ko-KR" sz="1400" dirty="0" smtClean="0"/>
              <a:t>00,000,000</a:t>
            </a:r>
            <a:r>
              <a:rPr lang="ko-KR" altLang="en-US" sz="1400" dirty="0" smtClean="0"/>
              <a:t>원에 추가 경비 발생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dirty="0" smtClean="0"/>
              <a:t>    </a:t>
            </a:r>
            <a:endParaRPr lang="en-US" altLang="ko-KR" sz="1000" dirty="0" smtClean="0"/>
          </a:p>
        </p:txBody>
      </p:sp>
    </p:spTree>
    <p:extLst>
      <p:ext uri="{BB962C8B-B14F-4D97-AF65-F5344CB8AC3E}">
        <p14:creationId xmlns:p14="http://schemas.microsoft.com/office/powerpoint/2010/main" val="323627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245</Words>
  <Application>Microsoft Office PowerPoint</Application>
  <PresentationFormat>화면 슬라이드 쇼(4:3)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34</cp:revision>
  <dcterms:created xsi:type="dcterms:W3CDTF">2011-03-30T10:53:50Z</dcterms:created>
  <dcterms:modified xsi:type="dcterms:W3CDTF">2011-11-08T02:57:35Z</dcterms:modified>
</cp:coreProperties>
</file>