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3" autoAdjust="0"/>
    <p:restoredTop sz="94660"/>
  </p:normalViewPr>
  <p:slideViewPr>
    <p:cSldViewPr snapToGrid="0">
      <p:cViewPr varScale="1">
        <p:scale>
          <a:sx n="97" d="100"/>
          <a:sy n="97" d="100"/>
        </p:scale>
        <p:origin x="25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4530"/>
            <a:ext cx="84201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altLang="ko-KR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3FFE-B6D1-4056-86F6-0BC1F156ED67}" type="datetimeFigureOut">
              <a:rPr lang="ko-KR" altLang="en-US" smtClean="0"/>
              <a:t>2012-11-29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D27BE-9EF3-4556-9DBB-7CE7CDC7D9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5244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3FFE-B6D1-4056-86F6-0BC1F156ED67}" type="datetimeFigureOut">
              <a:rPr lang="ko-KR" altLang="en-US" smtClean="0"/>
              <a:t>2012-11-29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D27BE-9EF3-4556-9DBB-7CE7CDC7D9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7255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2950" y="1712423"/>
            <a:ext cx="84201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950" y="4552635"/>
            <a:ext cx="84201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3FFE-B6D1-4056-86F6-0BC1F156ED67}" type="datetimeFigureOut">
              <a:rPr lang="ko-KR" altLang="en-US" smtClean="0"/>
              <a:t>2012-11-29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D27BE-9EF3-4556-9DBB-7CE7CDC7D9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1297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2949" y="1828802"/>
            <a:ext cx="4153767" cy="4351337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2" y="1828802"/>
            <a:ext cx="4148138" cy="4351337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3FFE-B6D1-4056-86F6-0BC1F156ED67}" type="datetimeFigureOut">
              <a:rPr lang="ko-KR" altLang="en-US" smtClean="0"/>
              <a:t>2012-11-29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D27BE-9EF3-4556-9DBB-7CE7CDC7D9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687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949" y="1681852"/>
            <a:ext cx="4133129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2949" y="2507552"/>
            <a:ext cx="4133129" cy="3680525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851"/>
            <a:ext cx="4148138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7552"/>
            <a:ext cx="4148138" cy="3680525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3FFE-B6D1-4056-86F6-0BC1F156ED67}" type="datetimeFigureOut">
              <a:rPr lang="ko-KR" altLang="en-US" smtClean="0"/>
              <a:t>2012-11-29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D27BE-9EF3-4556-9DBB-7CE7CDC7D94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1383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3FFE-B6D1-4056-86F6-0BC1F156ED67}" type="datetimeFigureOut">
              <a:rPr lang="ko-KR" altLang="en-US" smtClean="0"/>
              <a:t>2012-11-29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D27BE-9EF3-4556-9DBB-7CE7CDC7D94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811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3FFE-B6D1-4056-86F6-0BC1F156ED67}" type="datetimeFigureOut">
              <a:rPr lang="ko-KR" altLang="en-US" smtClean="0"/>
              <a:t>2012-11-29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D27BE-9EF3-4556-9DBB-7CE7CDC7D9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6594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14" y="457202"/>
            <a:ext cx="3194685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0050" y="990600"/>
            <a:ext cx="5014913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3514" y="2057399"/>
            <a:ext cx="3194685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3FFE-B6D1-4056-86F6-0BC1F156ED67}" type="datetimeFigureOut">
              <a:rPr lang="ko-KR" altLang="en-US" smtClean="0"/>
              <a:t>2012-11-29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D27BE-9EF3-4556-9DBB-7CE7CDC7D9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9150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14" y="457200"/>
            <a:ext cx="3194685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10050" y="990600"/>
            <a:ext cx="5014913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3514" y="2057400"/>
            <a:ext cx="3194685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3FFE-B6D1-4056-86F6-0BC1F156ED67}" type="datetimeFigureOut">
              <a:rPr lang="ko-KR" altLang="en-US" smtClean="0"/>
              <a:t>2012-11-29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D27BE-9EF3-4556-9DBB-7CE7CDC7D9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3224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0" y="1828802"/>
            <a:ext cx="8420101" cy="4351336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3FFE-B6D1-4056-86F6-0BC1F156ED67}" type="datetimeFigureOut">
              <a:rPr lang="ko-KR" altLang="en-US" smtClean="0"/>
              <a:t>2012-11-29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D27BE-9EF3-4556-9DBB-7CE7CDC7D9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0330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0362"/>
            <a:ext cx="2074069" cy="5811838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49" y="360364"/>
            <a:ext cx="6222207" cy="5811836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3FFE-B6D1-4056-86F6-0BC1F156ED67}" type="datetimeFigureOut">
              <a:rPr lang="ko-KR" altLang="en-US" smtClean="0"/>
              <a:t>2012-11-29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D27BE-9EF3-4556-9DBB-7CE7CDC7D9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0068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950" y="365760"/>
            <a:ext cx="8420101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950" y="1828802"/>
            <a:ext cx="8420101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949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18D3FFE-B6D1-4056-86F6-0BC1F156ED67}" type="datetimeFigureOut">
              <a:rPr lang="ko-KR" altLang="en-US" smtClean="0"/>
              <a:t>2012-11-29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4176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34200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2D27BE-9EF3-4556-9DBB-7CE7CDC7D9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7500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9989" y="2430506"/>
            <a:ext cx="2670265" cy="3575066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424" y="2477733"/>
            <a:ext cx="2634991" cy="3527839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2638488" y="236788"/>
            <a:ext cx="5453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err="1" smtClean="0"/>
              <a:t>덴버</a:t>
            </a:r>
            <a:r>
              <a:rPr lang="ko-KR" altLang="en-US" sz="2400" dirty="0" smtClean="0"/>
              <a:t> </a:t>
            </a:r>
            <a:r>
              <a:rPr lang="en-US" altLang="ko-KR" sz="2400" dirty="0" smtClean="0"/>
              <a:t>GOOSENECK </a:t>
            </a:r>
            <a:r>
              <a:rPr lang="en-US" altLang="ko-KR" sz="2400" dirty="0" smtClean="0"/>
              <a:t>MIC </a:t>
            </a:r>
            <a:r>
              <a:rPr lang="ko-KR" altLang="en-US" sz="2400" dirty="0" smtClean="0"/>
              <a:t>볼트 </a:t>
            </a:r>
            <a:r>
              <a:rPr lang="ko-KR" altLang="en-US" sz="2400" dirty="0" err="1" smtClean="0"/>
              <a:t>취부</a:t>
            </a:r>
            <a:r>
              <a:rPr lang="ko-KR" altLang="en-US" sz="2400" dirty="0" smtClean="0"/>
              <a:t> 사진</a:t>
            </a:r>
            <a:endParaRPr lang="ko-KR" altLang="en-US" sz="2400" dirty="0"/>
          </a:p>
        </p:txBody>
      </p:sp>
      <p:sp>
        <p:nvSpPr>
          <p:cNvPr id="7" name="Rounded Rectangle 6"/>
          <p:cNvSpPr/>
          <p:nvPr/>
        </p:nvSpPr>
        <p:spPr>
          <a:xfrm>
            <a:off x="4331108" y="3667433"/>
            <a:ext cx="1288025" cy="69809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87" t="27239" r="16836" b="42940"/>
          <a:stretch/>
        </p:blipFill>
        <p:spPr>
          <a:xfrm>
            <a:off x="5724093" y="1275804"/>
            <a:ext cx="3569111" cy="2045111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9" name="Down Arrow 8"/>
          <p:cNvSpPr/>
          <p:nvPr/>
        </p:nvSpPr>
        <p:spPr>
          <a:xfrm rot="13615056">
            <a:off x="5837535" y="2983305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6853084" y="1543663"/>
            <a:ext cx="2194314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약 </a:t>
            </a:r>
            <a:r>
              <a:rPr lang="en-US" altLang="ko-KR" dirty="0" smtClean="0"/>
              <a:t>0.5mm </a:t>
            </a:r>
            <a:r>
              <a:rPr lang="ko-KR" altLang="en-US" dirty="0" smtClean="0"/>
              <a:t>돌출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83323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</TotalTime>
  <Words>9</Words>
  <Application>Microsoft Office PowerPoint</Application>
  <PresentationFormat>A4 Paper (210x297 mm)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맑은 고딕</vt:lpstr>
      <vt:lpstr>Calibri</vt:lpstr>
      <vt:lpstr>Calibri Light</vt:lpstr>
      <vt:lpstr>Wingdings 2</vt:lpstr>
      <vt:lpstr>Office Theme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장덕수</dc:creator>
  <cp:lastModifiedBy>장덕수</cp:lastModifiedBy>
  <cp:revision>3</cp:revision>
  <dcterms:created xsi:type="dcterms:W3CDTF">2012-11-29T01:18:17Z</dcterms:created>
  <dcterms:modified xsi:type="dcterms:W3CDTF">2012-11-29T01:28:41Z</dcterms:modified>
</cp:coreProperties>
</file>