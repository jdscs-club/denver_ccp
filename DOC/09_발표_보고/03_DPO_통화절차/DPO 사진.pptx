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37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F6F20-F584-4F26-BE71-9937CE85C397}" type="datetimeFigureOut">
              <a:rPr lang="ko-KR" altLang="en-US" smtClean="0"/>
              <a:t>2012-07-11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DEEB-5127-4872-BEF2-E426FEFA4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12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F6F20-F584-4F26-BE71-9937CE85C397}" type="datetimeFigureOut">
              <a:rPr lang="ko-KR" altLang="en-US" smtClean="0"/>
              <a:t>2012-07-11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DEEB-5127-4872-BEF2-E426FEFA4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984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F6F20-F584-4F26-BE71-9937CE85C397}" type="datetimeFigureOut">
              <a:rPr lang="ko-KR" altLang="en-US" smtClean="0"/>
              <a:t>2012-07-11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DEEB-5127-4872-BEF2-E426FEFA4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546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F6F20-F584-4F26-BE71-9937CE85C397}" type="datetimeFigureOut">
              <a:rPr lang="ko-KR" altLang="en-US" smtClean="0"/>
              <a:t>2012-07-11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DEEB-5127-4872-BEF2-E426FEFA4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69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F6F20-F584-4F26-BE71-9937CE85C397}" type="datetimeFigureOut">
              <a:rPr lang="ko-KR" altLang="en-US" smtClean="0"/>
              <a:t>2012-07-11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DEEB-5127-4872-BEF2-E426FEFA4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113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F6F20-F584-4F26-BE71-9937CE85C397}" type="datetimeFigureOut">
              <a:rPr lang="ko-KR" altLang="en-US" smtClean="0"/>
              <a:t>2012-07-11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DEEB-5127-4872-BEF2-E426FEFA4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112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F6F20-F584-4F26-BE71-9937CE85C397}" type="datetimeFigureOut">
              <a:rPr lang="ko-KR" altLang="en-US" smtClean="0"/>
              <a:t>2012-07-11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DEEB-5127-4872-BEF2-E426FEFA4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37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F6F20-F584-4F26-BE71-9937CE85C397}" type="datetimeFigureOut">
              <a:rPr lang="ko-KR" altLang="en-US" smtClean="0"/>
              <a:t>2012-07-11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DEEB-5127-4872-BEF2-E426FEFA4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537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F6F20-F584-4F26-BE71-9937CE85C397}" type="datetimeFigureOut">
              <a:rPr lang="ko-KR" altLang="en-US" smtClean="0"/>
              <a:t>2012-07-11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DEEB-5127-4872-BEF2-E426FEFA4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180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F6F20-F584-4F26-BE71-9937CE85C397}" type="datetimeFigureOut">
              <a:rPr lang="ko-KR" altLang="en-US" smtClean="0"/>
              <a:t>2012-07-11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DEEB-5127-4872-BEF2-E426FEFA4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40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F6F20-F584-4F26-BE71-9937CE85C397}" type="datetimeFigureOut">
              <a:rPr lang="ko-KR" altLang="en-US" smtClean="0"/>
              <a:t>2012-07-11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DEEB-5127-4872-BEF2-E426FEFA4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843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F6F20-F584-4F26-BE71-9937CE85C397}" type="datetimeFigureOut">
              <a:rPr lang="ko-KR" altLang="en-US" smtClean="0"/>
              <a:t>2012-07-11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1DEEB-5127-4872-BEF2-E426FEFA4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33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DS_SSD\Desktop\JDS_PRO\DENVER\자료\사진\IMG_1172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0800000">
            <a:off x="755576" y="1628800"/>
            <a:ext cx="7238296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134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JDS_SSD\Desktop\JDS_PRO\DENVER\자료\사진\IMG_1173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0800000">
            <a:off x="2484815" y="1412776"/>
            <a:ext cx="3855256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65" t="23347" r="1080" b="26860"/>
          <a:stretch/>
        </p:blipFill>
        <p:spPr bwMode="auto">
          <a:xfrm rot="5400000">
            <a:off x="5469626" y="2463559"/>
            <a:ext cx="3600000" cy="1506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0616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0</Words>
  <Application>Microsoft Office PowerPoint</Application>
  <PresentationFormat>화면 슬라이드 쇼(4:3)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JDS_SSD</cp:lastModifiedBy>
  <cp:revision>3</cp:revision>
  <dcterms:created xsi:type="dcterms:W3CDTF">2012-07-11T08:59:15Z</dcterms:created>
  <dcterms:modified xsi:type="dcterms:W3CDTF">2012-07-12T07:59:02Z</dcterms:modified>
</cp:coreProperties>
</file>