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75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03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30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483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158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53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92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31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76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84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94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7BC23-4A0A-43BF-ACAD-A65BAF274299}" type="datetimeFigureOut">
              <a:rPr lang="ko-KR" altLang="en-US" smtClean="0"/>
              <a:t>2012-04-05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D3EC5-6238-4A1D-8070-72A65EA4F3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702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Users\JDS_SSD\Desktop\JDS_PRO\DENVER\자료\사진\Inter Com Upgrade 사진\IMG_1078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677542" y="1271085"/>
            <a:ext cx="4079014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JDS_SSD\Desktop\JDS_PRO\DENVER\자료\사진\Inter Com Upgrade 사진\IMG_1086.JPG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677542" y="3785085"/>
            <a:ext cx="4326506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15347" y="260648"/>
            <a:ext cx="3682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Inter Com </a:t>
            </a:r>
            <a:r>
              <a:rPr lang="ko-KR" altLang="en-US" sz="2800" b="1" dirty="0" smtClean="0"/>
              <a:t>진행</a:t>
            </a:r>
            <a:r>
              <a:rPr lang="en-US" altLang="ko-KR" sz="2800" b="1" dirty="0" smtClean="0"/>
              <a:t> </a:t>
            </a:r>
            <a:r>
              <a:rPr lang="ko-KR" altLang="en-US" sz="2800" b="1" dirty="0" smtClean="0"/>
              <a:t>사항</a:t>
            </a:r>
            <a:r>
              <a:rPr lang="en-US" altLang="ko-KR" sz="2800" b="1" dirty="0" smtClean="0"/>
              <a:t>.</a:t>
            </a:r>
            <a:endParaRPr lang="ko-KR" altLang="en-US" sz="2800" b="1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691680" y="2420888"/>
            <a:ext cx="2520280" cy="11521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3059832" y="5301208"/>
            <a:ext cx="720080" cy="7920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436096" y="2060848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DPO BOX </a:t>
            </a:r>
            <a:r>
              <a:rPr lang="ko-KR" altLang="en-US" dirty="0" smtClean="0"/>
              <a:t>내부 </a:t>
            </a:r>
            <a:r>
              <a:rPr lang="en-US" altLang="ko-KR" dirty="0" smtClean="0"/>
              <a:t>PCB </a:t>
            </a:r>
            <a:r>
              <a:rPr lang="ko-KR" altLang="en-US" dirty="0" smtClean="0"/>
              <a:t>설계를</a:t>
            </a:r>
            <a:r>
              <a:rPr lang="en-US" altLang="ko-KR" dirty="0"/>
              <a:t> </a:t>
            </a:r>
            <a:r>
              <a:rPr lang="ko-KR" altLang="en-US" dirty="0" smtClean="0"/>
              <a:t>변경하여</a:t>
            </a:r>
            <a:r>
              <a:rPr lang="en-US" altLang="ko-KR" dirty="0"/>
              <a:t> </a:t>
            </a:r>
            <a:r>
              <a:rPr lang="ko-KR" altLang="en-US" dirty="0" smtClean="0"/>
              <a:t>전체 사이즈를 변경 하였다</a:t>
            </a:r>
            <a:r>
              <a:rPr lang="en-US" altLang="ko-KR" dirty="0" smtClean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6096" y="4394464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PCB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2</a:t>
            </a:r>
            <a:r>
              <a:rPr lang="ko-KR" altLang="en-US" dirty="0" smtClean="0"/>
              <a:t>층 구조를 변경 하여 배선 이동을 최소화 하였다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257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DS_SSD\Desktop\JDS_PRO\DENVER\자료\사진\Inter Com Upgrade 사진\IMG_1083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5133324" y="3292183"/>
            <a:ext cx="2700107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JDS_SSD\Desktop\JDS_PRO\DENVER\자료\사진\Inter Com Upgrade 사진\IMG_1085.JPG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1269384" y="3284984"/>
            <a:ext cx="2648606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C:\Users\JDS_SSD\Desktop\JDS_PRO\DENVER\자료\사진\Inter Com Upgrade 사진\IMG_1080.JPG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4918173" y="1053015"/>
            <a:ext cx="3162621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9" descr="C:\Users\JDS_SSD\Desktop\JDS_PRO\DENVER\자료\사진\Inter Com Upgrade 사진\IMG_1086.JPG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0800000">
            <a:off x="971600" y="1033254"/>
            <a:ext cx="3276385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/>
          <p:cNvSpPr/>
          <p:nvPr/>
        </p:nvSpPr>
        <p:spPr>
          <a:xfrm>
            <a:off x="1547664" y="1283534"/>
            <a:ext cx="223224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383358" y="1285182"/>
            <a:ext cx="223224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>
            <a:off x="4067944" y="1366902"/>
            <a:ext cx="978408" cy="484632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1669637" y="3436199"/>
            <a:ext cx="223224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5505331" y="3437847"/>
            <a:ext cx="1930884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>
            <a:off x="4189917" y="3519567"/>
            <a:ext cx="978408" cy="484632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915347" y="260648"/>
            <a:ext cx="3682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Inter Com </a:t>
            </a:r>
            <a:r>
              <a:rPr lang="ko-KR" altLang="en-US" sz="2800" b="1" dirty="0" smtClean="0"/>
              <a:t>진행</a:t>
            </a:r>
            <a:r>
              <a:rPr lang="en-US" altLang="ko-KR" sz="2800" b="1" dirty="0" smtClean="0"/>
              <a:t> </a:t>
            </a:r>
            <a:r>
              <a:rPr lang="ko-KR" altLang="en-US" sz="2800" b="1" dirty="0" smtClean="0"/>
              <a:t>사항</a:t>
            </a:r>
            <a:r>
              <a:rPr lang="en-US" altLang="ko-KR" sz="2800" b="1" dirty="0" smtClean="0"/>
              <a:t>.</a:t>
            </a:r>
            <a:endParaRPr lang="ko-KR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97515" y="2866533"/>
            <a:ext cx="7533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 PCB </a:t>
            </a:r>
            <a:r>
              <a:rPr lang="ko-KR" altLang="en-US" dirty="0" smtClean="0"/>
              <a:t>구조를</a:t>
            </a:r>
            <a:r>
              <a:rPr lang="en-US" altLang="ko-KR" dirty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층 결합 </a:t>
            </a:r>
            <a:r>
              <a:rPr lang="en-US" altLang="ko-KR" dirty="0" smtClean="0"/>
              <a:t>TYPE </a:t>
            </a:r>
            <a:r>
              <a:rPr lang="ko-KR" altLang="en-US" dirty="0" smtClean="0"/>
              <a:t>으로 변경하여 배선 이동을 최소화 하였다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90604" y="5825158"/>
            <a:ext cx="6815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PCB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층 결합 </a:t>
            </a:r>
            <a:r>
              <a:rPr lang="en-US" altLang="ko-KR" dirty="0" smtClean="0"/>
              <a:t>TYPE </a:t>
            </a:r>
            <a:r>
              <a:rPr lang="ko-KR" altLang="en-US" dirty="0" smtClean="0"/>
              <a:t>이라</a:t>
            </a:r>
            <a:r>
              <a:rPr lang="en-US" altLang="ko-KR" dirty="0"/>
              <a:t> </a:t>
            </a:r>
            <a:r>
              <a:rPr lang="en-US" altLang="ko-KR" dirty="0" smtClean="0"/>
              <a:t>BOX Cover</a:t>
            </a:r>
            <a:r>
              <a:rPr lang="ko-KR" altLang="en-US" dirty="0" smtClean="0"/>
              <a:t>에 공간을 확보 하였다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A/S </a:t>
            </a:r>
            <a:r>
              <a:rPr lang="ko-KR" altLang="en-US" dirty="0" smtClean="0"/>
              <a:t>및 사후 관리 기능을 강화 하였다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228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JDS_SSD\Desktop\JDS_PRO\DENVER\자료\사진\Inter Com Upgrade 사진\IMG_108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75153" y="394974"/>
            <a:ext cx="4819835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JDS_SSD\Desktop\JDS_PRO\DENVER\자료\캡처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17179"/>
            <a:ext cx="262691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JDS_SSD\Desktop\JDS_PRO\DENVER\자료\캡처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183880" y="3908526"/>
            <a:ext cx="2614956" cy="2520000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/>
          <p:cNvSpPr/>
          <p:nvPr/>
        </p:nvSpPr>
        <p:spPr>
          <a:xfrm>
            <a:off x="2987824" y="1340768"/>
            <a:ext cx="576064" cy="10157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 설명선 4"/>
          <p:cNvSpPr/>
          <p:nvPr/>
        </p:nvSpPr>
        <p:spPr>
          <a:xfrm>
            <a:off x="6231358" y="260648"/>
            <a:ext cx="2426265" cy="2502184"/>
          </a:xfrm>
          <a:prstGeom prst="wedgeRectCallout">
            <a:avLst>
              <a:gd name="adj1" fmla="val -161187"/>
              <a:gd name="adj2" fmla="val 663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 rot="5400000">
            <a:off x="6908419" y="30386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6231358" y="1511740"/>
            <a:ext cx="500882" cy="477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6279459" y="5013176"/>
            <a:ext cx="740813" cy="1224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0337" y="4170175"/>
            <a:ext cx="575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길이가 짧은 </a:t>
            </a:r>
            <a:r>
              <a:rPr lang="en-US" altLang="ko-KR" dirty="0" smtClean="0"/>
              <a:t>Switch 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사용하여 공간을 확보 하였다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837187" y="6476004"/>
            <a:ext cx="1605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AV09C703D9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6594871" y="2733555"/>
            <a:ext cx="1885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/>
              <a:t>A1PCA1Y120K3</a:t>
            </a:r>
            <a:endParaRPr lang="ko-KR" altLang="en-US" dirty="0"/>
          </a:p>
        </p:txBody>
      </p:sp>
      <p:sp>
        <p:nvSpPr>
          <p:cNvPr id="11" name="타원 10"/>
          <p:cNvSpPr/>
          <p:nvPr/>
        </p:nvSpPr>
        <p:spPr>
          <a:xfrm>
            <a:off x="7020272" y="1988840"/>
            <a:ext cx="619667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7308304" y="5917750"/>
            <a:ext cx="619667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위로 구부러진 화살표 11"/>
          <p:cNvSpPr/>
          <p:nvPr/>
        </p:nvSpPr>
        <p:spPr>
          <a:xfrm rot="5400000">
            <a:off x="3935380" y="3461185"/>
            <a:ext cx="3956638" cy="731520"/>
          </a:xfrm>
          <a:prstGeom prst="curved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위로 구부러진 화살표 19"/>
          <p:cNvSpPr/>
          <p:nvPr/>
        </p:nvSpPr>
        <p:spPr>
          <a:xfrm rot="15950201" flipH="1">
            <a:off x="6166175" y="3804366"/>
            <a:ext cx="3956638" cy="731520"/>
          </a:xfrm>
          <a:prstGeom prst="curved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336" y="4507241"/>
            <a:ext cx="4764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</a:t>
            </a:r>
            <a:r>
              <a:rPr lang="ko-KR" altLang="en-US" dirty="0" err="1" smtClean="0"/>
              <a:t>시행청</a:t>
            </a:r>
            <a:r>
              <a:rPr lang="ko-KR" altLang="en-US" dirty="0" smtClean="0"/>
              <a:t> 요청에 의해 </a:t>
            </a:r>
            <a:r>
              <a:rPr lang="en-US" altLang="ko-KR" dirty="0" smtClean="0"/>
              <a:t>Switch </a:t>
            </a:r>
            <a:r>
              <a:rPr lang="ko-KR" altLang="en-US" dirty="0" smtClean="0"/>
              <a:t>고장</a:t>
            </a:r>
            <a:r>
              <a:rPr lang="en-US" altLang="ko-KR" dirty="0" smtClean="0"/>
              <a:t> TYPE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836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342122" y="260648"/>
            <a:ext cx="7110197" cy="3202830"/>
            <a:chOff x="342122" y="260648"/>
            <a:chExt cx="7110197" cy="3202830"/>
          </a:xfrm>
        </p:grpSpPr>
        <p:pic>
          <p:nvPicPr>
            <p:cNvPr id="2050" name="Picture 2" descr="C:\Users\JDS_SSD\Desktop\JDS_PRO\DENVER\자료\사진\Inter Com Upgrade 사진\IMG_1067.JPG"/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72"/>
            <a:stretch/>
          </p:blipFill>
          <p:spPr bwMode="auto">
            <a:xfrm rot="10800000">
              <a:off x="342122" y="260648"/>
              <a:ext cx="3425294" cy="3202830"/>
            </a:xfrm>
            <a:prstGeom prst="rect">
              <a:avLst/>
            </a:prstGeom>
            <a:ln w="38100" cap="sq">
              <a:solidFill>
                <a:srgbClr val="00B0F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타원 8"/>
            <p:cNvSpPr/>
            <p:nvPr/>
          </p:nvSpPr>
          <p:spPr>
            <a:xfrm>
              <a:off x="2267744" y="2204864"/>
              <a:ext cx="936104" cy="79208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 설명선 4"/>
            <p:cNvSpPr/>
            <p:nvPr/>
          </p:nvSpPr>
          <p:spPr>
            <a:xfrm>
              <a:off x="4748452" y="404664"/>
              <a:ext cx="2703867" cy="2376264"/>
            </a:xfrm>
            <a:prstGeom prst="wedgeRectCallout">
              <a:avLst>
                <a:gd name="adj1" fmla="val -106957"/>
                <a:gd name="adj2" fmla="val 35329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1" name="Picture 3" descr="C:\Users\JDS_SSD\Desktop\JDS_PRO\DENVER\자료\사진\Inter Com Upgrade 사진\IMG_1068.JPG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rot="10800000">
              <a:off x="4947486" y="580173"/>
              <a:ext cx="2417380" cy="20495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그룹 7"/>
          <p:cNvGrpSpPr/>
          <p:nvPr/>
        </p:nvGrpSpPr>
        <p:grpSpPr>
          <a:xfrm>
            <a:off x="343115" y="3573016"/>
            <a:ext cx="7109203" cy="3024336"/>
            <a:chOff x="343115" y="3573016"/>
            <a:chExt cx="7109203" cy="3024336"/>
          </a:xfrm>
        </p:grpSpPr>
        <p:pic>
          <p:nvPicPr>
            <p:cNvPr id="2052" name="Picture 4" descr="C:\Users\JDS_SSD\Desktop\JDS_PRO\DENVER\자료\사진\Inter Com Upgrade 사진\IMG_1069.JPG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rot="10800000">
              <a:off x="343115" y="3717032"/>
              <a:ext cx="3483361" cy="2880320"/>
            </a:xfrm>
            <a:prstGeom prst="rect">
              <a:avLst/>
            </a:prstGeom>
            <a:ln w="38100" cap="sq">
              <a:solidFill>
                <a:srgbClr val="00B0F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3" name="Picture 5" descr="C:\Users\JDS_SSD\Desktop\JDS_PRO\DENVER\자료\사진\Inter Com Upgrade 사진\IMG_1070.JPG"/>
            <p:cNvPicPr>
              <a:picLocks noChangeAspect="1" noChangeArrowheads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rot="10800000">
              <a:off x="4934090" y="4005064"/>
              <a:ext cx="2228850" cy="1790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타원 3"/>
            <p:cNvSpPr/>
            <p:nvPr/>
          </p:nvSpPr>
          <p:spPr>
            <a:xfrm>
              <a:off x="971600" y="5399721"/>
              <a:ext cx="936104" cy="79208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 설명선 12"/>
            <p:cNvSpPr/>
            <p:nvPr/>
          </p:nvSpPr>
          <p:spPr>
            <a:xfrm>
              <a:off x="4748451" y="3573016"/>
              <a:ext cx="2703867" cy="2376264"/>
            </a:xfrm>
            <a:prstGeom prst="wedgeRectCallout">
              <a:avLst>
                <a:gd name="adj1" fmla="val -155158"/>
                <a:gd name="adj2" fmla="val 4461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095707" y="2852936"/>
            <a:ext cx="407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 b="1" dirty="0" err="1" smtClean="0"/>
              <a:t>시행청</a:t>
            </a:r>
            <a:r>
              <a:rPr lang="ko-KR" altLang="en-US" sz="1200" b="1" dirty="0" smtClean="0"/>
              <a:t> 요청에 따라 </a:t>
            </a:r>
            <a:r>
              <a:rPr lang="en-US" altLang="ko-KR" sz="1200" b="1" dirty="0" err="1" smtClean="0"/>
              <a:t>HandSet</a:t>
            </a:r>
            <a:r>
              <a:rPr lang="en-US" altLang="ko-KR" sz="1200" b="1" dirty="0" smtClean="0"/>
              <a:t> MIC </a:t>
            </a:r>
            <a:r>
              <a:rPr lang="ko-KR" altLang="en-US" sz="1200" b="1" dirty="0" err="1" smtClean="0"/>
              <a:t>취부</a:t>
            </a:r>
            <a:r>
              <a:rPr lang="ko-KR" altLang="en-US" sz="1200" b="1" dirty="0" smtClean="0"/>
              <a:t> </a:t>
            </a:r>
            <a:r>
              <a:rPr lang="en-US" altLang="ko-KR" sz="1200" b="1" dirty="0" smtClean="0"/>
              <a:t>TYPE </a:t>
            </a:r>
            <a:r>
              <a:rPr lang="ko-KR" altLang="en-US" sz="1200" b="1" dirty="0" smtClean="0"/>
              <a:t>변경</a:t>
            </a:r>
            <a:r>
              <a:rPr lang="en-US" altLang="ko-KR" sz="1200" b="1" dirty="0" smtClean="0"/>
              <a:t>. 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69698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진행 사항 정리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Inter-Com PCB 1</a:t>
            </a:r>
            <a:r>
              <a:rPr lang="ko-KR" altLang="en-US" dirty="0" smtClean="0"/>
              <a:t>차 완료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Inter-Com Box </a:t>
            </a:r>
            <a:r>
              <a:rPr lang="ko-KR" altLang="en-US" dirty="0" smtClean="0"/>
              <a:t>샘플 진행 완료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04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05~06</a:t>
            </a:r>
            <a:r>
              <a:rPr lang="ko-KR" altLang="en-US" dirty="0" smtClean="0"/>
              <a:t>일 </a:t>
            </a:r>
            <a:r>
              <a:rPr lang="en-US" altLang="ko-KR" dirty="0" smtClean="0"/>
              <a:t>1</a:t>
            </a:r>
            <a:r>
              <a:rPr lang="ko-KR" altLang="en-US" dirty="0" smtClean="0"/>
              <a:t>차 </a:t>
            </a:r>
            <a:r>
              <a:rPr lang="ko-KR" altLang="en-US" dirty="0" err="1" smtClean="0"/>
              <a:t>단품</a:t>
            </a:r>
            <a:r>
              <a:rPr lang="ko-KR" altLang="en-US" dirty="0" smtClean="0"/>
              <a:t> </a:t>
            </a:r>
            <a:r>
              <a:rPr lang="en-US" altLang="ko-KR" dirty="0" smtClean="0"/>
              <a:t>TEST </a:t>
            </a:r>
            <a:r>
              <a:rPr lang="ko-KR" altLang="en-US" dirty="0" smtClean="0"/>
              <a:t>진행</a:t>
            </a:r>
            <a:r>
              <a:rPr lang="en-US" altLang="ko-KR" dirty="0" smtClean="0"/>
              <a:t> </a:t>
            </a:r>
            <a:r>
              <a:rPr lang="ko-KR" altLang="en-US" dirty="0" smtClean="0"/>
              <a:t>예정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DPO Switch </a:t>
            </a:r>
            <a:r>
              <a:rPr lang="ko-KR" altLang="en-US" dirty="0" smtClean="0"/>
              <a:t>미 입고</a:t>
            </a:r>
            <a:r>
              <a:rPr lang="en-US" altLang="ko-KR" dirty="0" smtClean="0"/>
              <a:t>.4</a:t>
            </a:r>
            <a:r>
              <a:rPr lang="ko-KR" altLang="en-US" dirty="0" smtClean="0"/>
              <a:t>월말 입고 예정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(</a:t>
            </a:r>
            <a:r>
              <a:rPr lang="ko-KR" altLang="en-US" dirty="0" smtClean="0"/>
              <a:t>기존 </a:t>
            </a:r>
            <a:r>
              <a:rPr lang="en-US" altLang="ko-KR" dirty="0" smtClean="0"/>
              <a:t>Switch </a:t>
            </a:r>
            <a:r>
              <a:rPr lang="ko-KR" altLang="en-US" dirty="0" smtClean="0"/>
              <a:t>이용하여 </a:t>
            </a:r>
            <a:r>
              <a:rPr lang="en-US" altLang="ko-KR" dirty="0" smtClean="0"/>
              <a:t>1</a:t>
            </a:r>
            <a:r>
              <a:rPr lang="ko-KR" altLang="en-US" dirty="0" smtClean="0"/>
              <a:t>차 </a:t>
            </a:r>
            <a:r>
              <a:rPr lang="en-US" altLang="ko-KR" dirty="0" smtClean="0"/>
              <a:t>TEST </a:t>
            </a:r>
            <a:r>
              <a:rPr lang="ko-KR" altLang="en-US" dirty="0" smtClean="0"/>
              <a:t>진행 예정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628294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149</Words>
  <Application>Microsoft Office PowerPoint</Application>
  <PresentationFormat>화면 슬라이드 쇼(4:3)</PresentationFormat>
  <Paragraphs>18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진행 사항 정리.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13</cp:revision>
  <dcterms:created xsi:type="dcterms:W3CDTF">2012-04-05T06:45:00Z</dcterms:created>
  <dcterms:modified xsi:type="dcterms:W3CDTF">2012-04-05T08:53:31Z</dcterms:modified>
</cp:coreProperties>
</file>