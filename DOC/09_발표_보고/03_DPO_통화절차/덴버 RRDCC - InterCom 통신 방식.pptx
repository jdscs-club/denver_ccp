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82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ds" initials="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09" autoAdjust="0"/>
    <p:restoredTop sz="94635" autoAdjust="0"/>
  </p:normalViewPr>
  <p:slideViewPr>
    <p:cSldViewPr>
      <p:cViewPr>
        <p:scale>
          <a:sx n="100" d="100"/>
          <a:sy n="100" d="100"/>
        </p:scale>
        <p:origin x="-66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1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B811B-9147-4F45-B4EC-AB69EFD27CA6}" type="datetimeFigureOut">
              <a:rPr lang="ko-KR" altLang="en-US" smtClean="0"/>
              <a:pPr/>
              <a:t>2011-09-16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5F486-0911-49FF-BC8A-7CA686C27F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23528" y="301366"/>
            <a:ext cx="8229600" cy="1143000"/>
          </a:xfrm>
        </p:spPr>
        <p:txBody>
          <a:bodyPr/>
          <a:lstStyle/>
          <a:p>
            <a:r>
              <a:rPr lang="en-US" altLang="ko-KR" b="1" dirty="0" smtClean="0">
                <a:latin typeface="Calibri" pitchFamily="34" charset="0"/>
              </a:rPr>
              <a:t>VOIP – </a:t>
            </a:r>
            <a:r>
              <a:rPr lang="en-US" altLang="ko-KR" b="1" dirty="0" err="1" smtClean="0">
                <a:latin typeface="Calibri" pitchFamily="34" charset="0"/>
              </a:rPr>
              <a:t>InterCom</a:t>
            </a:r>
            <a:r>
              <a:rPr lang="en-US" altLang="ko-KR" b="1" dirty="0" smtClean="0">
                <a:latin typeface="Calibri" pitchFamily="34" charset="0"/>
              </a:rPr>
              <a:t> Communication.</a:t>
            </a:r>
            <a:endParaRPr lang="ko-KR" altLang="en-US" b="1" dirty="0">
              <a:latin typeface="Calibri" pitchFamily="34" charset="0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0" name="Picture 2" descr="C:\Users\JDS_SSD\AppData\Local\Microsoft\Windows\Temporary Internet Files\Content.IE5\YX6H6F4E\MC900339344[1].wm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113953"/>
            <a:ext cx="904342" cy="90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/>
          <p:cNvSpPr txBox="1"/>
          <p:nvPr/>
        </p:nvSpPr>
        <p:spPr>
          <a:xfrm>
            <a:off x="742790" y="1655142"/>
            <a:ext cx="1410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ko-KR" sz="1000" dirty="0" smtClean="0"/>
              <a:t>OCC</a:t>
            </a:r>
            <a:endParaRPr lang="ko-KR" altLang="en-US" sz="1000" b="1" dirty="0"/>
          </a:p>
        </p:txBody>
      </p:sp>
      <p:pic>
        <p:nvPicPr>
          <p:cNvPr id="31" name="Picture 3" descr="C:\Users\JDS_SSD\AppData\Local\Microsoft\Windows\Temporary Internet Files\Content.IE5\RUVW944P\MP900178474[1].jpg"/>
          <p:cNvPicPr>
            <a:picLocks noChangeAspect="1" noChangeArrowheads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72842"/>
            <a:ext cx="1728192" cy="1146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727520"/>
              </p:ext>
            </p:extLst>
          </p:nvPr>
        </p:nvGraphicFramePr>
        <p:xfrm>
          <a:off x="209833" y="3143640"/>
          <a:ext cx="25922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895"/>
                <a:gridCol w="678393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~~(</a:t>
                      </a: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</a:rPr>
                        <a:t>voip</a:t>
                      </a: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 Data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CODE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237984" y="4232144"/>
            <a:ext cx="805624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DPO CODE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215775" y="4221406"/>
            <a:ext cx="691929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>
                <a:solidFill>
                  <a:schemeClr val="tx1"/>
                </a:solidFill>
              </a:rPr>
              <a:t>PEI CODE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 flipV="1">
            <a:off x="620760" y="3503680"/>
            <a:ext cx="1749313" cy="57606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/>
          <p:cNvCxnSpPr/>
          <p:nvPr/>
        </p:nvCxnSpPr>
        <p:spPr>
          <a:xfrm flipV="1">
            <a:off x="1511974" y="3503680"/>
            <a:ext cx="874656" cy="57606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그림 2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4829152"/>
            <a:ext cx="1589967" cy="1334079"/>
          </a:xfrm>
          <a:prstGeom prst="rect">
            <a:avLst/>
          </a:prstGeom>
        </p:spPr>
      </p:pic>
      <p:pic>
        <p:nvPicPr>
          <p:cNvPr id="22" name="_x207736992" descr="EMB00000c7c4363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t="27728" r="23422" b="20822"/>
          <a:stretch>
            <a:fillRect/>
          </a:stretch>
        </p:blipFill>
        <p:spPr bwMode="auto">
          <a:xfrm>
            <a:off x="5148064" y="4875355"/>
            <a:ext cx="1547714" cy="131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0938480"/>
              </p:ext>
            </p:extLst>
          </p:nvPr>
        </p:nvGraphicFramePr>
        <p:xfrm>
          <a:off x="6032283" y="3063648"/>
          <a:ext cx="25922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4093"/>
                <a:gridCol w="668195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~~(</a:t>
                      </a:r>
                      <a:r>
                        <a:rPr lang="en-US" altLang="ko-KR" dirty="0" err="1" smtClean="0">
                          <a:solidFill>
                            <a:schemeClr val="tx1"/>
                          </a:solidFill>
                        </a:rPr>
                        <a:t>voip</a:t>
                      </a:r>
                      <a:r>
                        <a:rPr lang="en-US" altLang="ko-KR" baseline="0" dirty="0" smtClean="0">
                          <a:solidFill>
                            <a:schemeClr val="tx1"/>
                          </a:solidFill>
                        </a:rPr>
                        <a:t> Data</a:t>
                      </a:r>
                      <a:r>
                        <a:rPr lang="en-US" altLang="ko-KR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UNIT</a:t>
                      </a:r>
                    </a:p>
                    <a:p>
                      <a:pPr latinLnBrk="1"/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</a:rPr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cxnSp>
        <p:nvCxnSpPr>
          <p:cNvPr id="27" name="직선 화살표 연결선 26"/>
          <p:cNvCxnSpPr/>
          <p:nvPr/>
        </p:nvCxnSpPr>
        <p:spPr>
          <a:xfrm flipH="1">
            <a:off x="6372201" y="3429000"/>
            <a:ext cx="1803094" cy="158417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 flipH="1">
            <a:off x="8175297" y="3429000"/>
            <a:ext cx="70558" cy="165618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6" descr="C:\Users\JDS_SSD\AppData\Local\Microsoft\Windows\Temporary Internet Files\Content.IE5\9B095FD2\MC900428967[1].wmf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90605">
            <a:off x="3646105" y="1865163"/>
            <a:ext cx="1690564" cy="497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2" name="오른쪽 화살표 2051"/>
          <p:cNvSpPr/>
          <p:nvPr/>
        </p:nvSpPr>
        <p:spPr>
          <a:xfrm>
            <a:off x="3965026" y="3067791"/>
            <a:ext cx="1052721" cy="4358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4" name="TextBox 2053"/>
          <p:cNvSpPr txBox="1"/>
          <p:nvPr/>
        </p:nvSpPr>
        <p:spPr>
          <a:xfrm>
            <a:off x="5724129" y="5085184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DPO</a:t>
            </a:r>
            <a:endParaRPr lang="ko-KR" alt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7796426" y="4900518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PEI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30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61988"/>
            <a:ext cx="259080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" name="그룹 4"/>
          <p:cNvGrpSpPr/>
          <p:nvPr/>
        </p:nvGrpSpPr>
        <p:grpSpPr>
          <a:xfrm>
            <a:off x="0" y="6373930"/>
            <a:ext cx="9144000" cy="480130"/>
            <a:chOff x="0" y="6373930"/>
            <a:chExt cx="9144000" cy="480130"/>
          </a:xfrm>
        </p:grpSpPr>
        <p:sp>
          <p:nvSpPr>
            <p:cNvPr id="6" name="직사각형 5"/>
            <p:cNvSpPr/>
            <p:nvPr/>
          </p:nvSpPr>
          <p:spPr>
            <a:xfrm>
              <a:off x="0" y="6420849"/>
              <a:ext cx="9144000" cy="432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" name="그림 6" descr="영문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80312" y="6422060"/>
              <a:ext cx="1465946" cy="432000"/>
            </a:xfrm>
            <a:prstGeom prst="rect">
              <a:avLst/>
            </a:prstGeom>
          </p:spPr>
        </p:pic>
        <p:pic>
          <p:nvPicPr>
            <p:cNvPr id="8" name="그림 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373" y="6420849"/>
              <a:ext cx="880243" cy="432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 flipV="1">
              <a:off x="141412" y="6373930"/>
              <a:ext cx="8856984" cy="54006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62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58640" y="260648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OCC -&gt; TRAIN Communication</a:t>
            </a:r>
          </a:p>
          <a:p>
            <a:r>
              <a:rPr lang="en-US" altLang="ko-KR" dirty="0" smtClean="0"/>
              <a:t>Flowchart </a:t>
            </a:r>
            <a:endParaRPr lang="ko-KR" altLang="en-US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048" y="676276"/>
            <a:ext cx="2343150" cy="551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211960" y="270858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TRAIN -&gt; OCC Communication</a:t>
            </a:r>
          </a:p>
          <a:p>
            <a:r>
              <a:rPr lang="en-US" altLang="ko-KR" dirty="0" smtClean="0"/>
              <a:t>Flowchart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1022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Hunting</Template>
  <TotalTime>2473</TotalTime>
  <Words>34</Words>
  <Application>Microsoft Office PowerPoint</Application>
  <PresentationFormat>화면 슬라이드 쇼(4:3)</PresentationFormat>
  <Paragraphs>16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VOIP – InterCom Communication.</vt:lpstr>
      <vt:lpstr>PowerPoint 프레젠테이션</vt:lpstr>
    </vt:vector>
  </TitlesOfParts>
  <Company>(주)우진산전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진미화</dc:creator>
  <cp:lastModifiedBy>JDS_SSD</cp:lastModifiedBy>
  <cp:revision>138</cp:revision>
  <dcterms:created xsi:type="dcterms:W3CDTF">2011-03-30T10:53:50Z</dcterms:created>
  <dcterms:modified xsi:type="dcterms:W3CDTF">2011-09-16T08:10:27Z</dcterms:modified>
</cp:coreProperties>
</file>