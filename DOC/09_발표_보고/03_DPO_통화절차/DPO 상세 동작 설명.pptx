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86" y="-44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81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40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94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41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83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9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10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62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43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54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55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21D85-D4D9-4410-9793-795C614C7B13}" type="datetimeFigureOut">
              <a:rPr lang="ko-KR" altLang="en-US" smtClean="0"/>
              <a:t>2012-01-05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24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wm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30346" y="826952"/>
            <a:ext cx="5772641" cy="3820157"/>
            <a:chOff x="1259632" y="908719"/>
            <a:chExt cx="5328592" cy="3820157"/>
          </a:xfrm>
        </p:grpSpPr>
        <p:pic>
          <p:nvPicPr>
            <p:cNvPr id="1026" name="Picture 2" descr="C:\Users\JDS_SSD\Pictures\덴버 운전대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768" y="908719"/>
              <a:ext cx="4104456" cy="38201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순서도: 자기 디스크 4"/>
            <p:cNvSpPr/>
            <p:nvPr/>
          </p:nvSpPr>
          <p:spPr>
            <a:xfrm>
              <a:off x="3491880" y="3911141"/>
              <a:ext cx="144016" cy="72008"/>
            </a:xfrm>
            <a:prstGeom prst="flowChartMagneticDisk">
              <a:avLst/>
            </a:prstGeom>
            <a:solidFill>
              <a:srgbClr val="92D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6" name="설명선 1 5"/>
            <p:cNvSpPr/>
            <p:nvPr/>
          </p:nvSpPr>
          <p:spPr>
            <a:xfrm>
              <a:off x="1259632" y="2708920"/>
              <a:ext cx="914400" cy="612648"/>
            </a:xfrm>
            <a:prstGeom prst="borderCallout1">
              <a:avLst>
                <a:gd name="adj1" fmla="val 52954"/>
                <a:gd name="adj2" fmla="val 103125"/>
                <a:gd name="adj3" fmla="val 191792"/>
                <a:gd name="adj4" fmla="val 24395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PUSH BUTTON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889104" y="924555"/>
            <a:ext cx="37444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- PUSH BUTTON Switch</a:t>
            </a:r>
            <a:r>
              <a:rPr lang="ko-KR" altLang="en-US" sz="1000" b="1" dirty="0" smtClean="0"/>
              <a:t>를 왼손으로 누른다</a:t>
            </a:r>
            <a:r>
              <a:rPr lang="en-US" altLang="ko-KR" sz="1000" b="1" dirty="0" smtClean="0"/>
              <a:t>.</a:t>
            </a:r>
            <a:endParaRPr lang="en-US" altLang="ko-KR" sz="1000" b="1" dirty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스피커 선택 스위치가 자동으로 선택 된다</a:t>
            </a:r>
            <a:r>
              <a:rPr lang="en-US" altLang="ko-KR" sz="1000" b="1" dirty="0" smtClean="0"/>
              <a:t>.(</a:t>
            </a:r>
            <a:r>
              <a:rPr lang="ko-KR" altLang="en-US" sz="1000" b="1" dirty="0" smtClean="0"/>
              <a:t>스위치를 선택할 필요 없다</a:t>
            </a:r>
            <a:r>
              <a:rPr lang="en-US" altLang="ko-KR" sz="1000" b="1" dirty="0" smtClean="0"/>
              <a:t>.)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기관사가 말하면</a:t>
            </a:r>
            <a:r>
              <a:rPr lang="en-US" altLang="ko-KR" sz="1000" b="1" dirty="0"/>
              <a:t> </a:t>
            </a:r>
            <a:r>
              <a:rPr lang="ko-KR" altLang="en-US" sz="1000" b="1" dirty="0" smtClean="0"/>
              <a:t>스피커로 출력된다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 smtClean="0"/>
              <a:t>   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** </a:t>
            </a:r>
            <a:r>
              <a:rPr lang="ko-KR" altLang="en-US" sz="1000" b="1" dirty="0" smtClean="0"/>
              <a:t>스피커 선택 기준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마지막으로 사용 했던 상태를 기억한다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스피커 출력 방향을 변경 하고자 하면</a:t>
            </a:r>
            <a:r>
              <a:rPr lang="en-US" altLang="ko-KR" sz="1000" b="1" dirty="0" smtClean="0"/>
              <a:t>,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  PUSH BUTTON Switch</a:t>
            </a:r>
            <a:r>
              <a:rPr lang="ko-KR" altLang="en-US" sz="1000" b="1" dirty="0" smtClean="0"/>
              <a:t>를</a:t>
            </a:r>
            <a:r>
              <a:rPr lang="en-US" altLang="ko-KR" sz="1000" b="1" dirty="0" smtClean="0"/>
              <a:t> </a:t>
            </a:r>
            <a:r>
              <a:rPr lang="ko-KR" altLang="en-US" sz="1000" b="1" dirty="0" smtClean="0"/>
              <a:t>누르고 오른손으로 스위치를 </a:t>
            </a:r>
            <a:endParaRPr lang="en-US" altLang="ko-KR" sz="1000" b="1" dirty="0" smtClean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 </a:t>
            </a:r>
            <a:r>
              <a:rPr lang="ko-KR" altLang="en-US" sz="1000" b="1" dirty="0" smtClean="0"/>
              <a:t>선택한다</a:t>
            </a:r>
            <a:r>
              <a:rPr lang="en-US" altLang="ko-KR" sz="1000" b="1" dirty="0" smtClean="0"/>
              <a:t>.</a:t>
            </a:r>
            <a:r>
              <a:rPr lang="ko-KR" altLang="en-US" sz="1000" b="1" dirty="0" smtClean="0"/>
              <a:t> </a:t>
            </a:r>
            <a:endParaRPr lang="en-US" altLang="ko-KR" sz="1000" b="1" dirty="0" smtClean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</a:t>
            </a:r>
          </a:p>
          <a:p>
            <a:endParaRPr lang="en-US" altLang="ko-KR" sz="1000" b="1" dirty="0"/>
          </a:p>
          <a:p>
            <a:endParaRPr lang="en-US" altLang="ko-KR" sz="1000" b="1" dirty="0" smtClean="0"/>
          </a:p>
          <a:p>
            <a:endParaRPr lang="ko-KR" altLang="en-US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570984" y="33265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Gooseneck </a:t>
            </a:r>
            <a:r>
              <a:rPr lang="ko-KR" altLang="en-US" dirty="0" smtClean="0"/>
              <a:t>사용 순서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1" name="Picture 2" descr="C:\Users\JDS_SSD\AppData\Local\Microsoft\Windows\Temporary Internet Files\Content.IE5\JIUPP7LP\MC90034374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979" y="3920612"/>
            <a:ext cx="484636" cy="58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74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404664"/>
            <a:ext cx="410445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04664"/>
            <a:ext cx="4496463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21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32920" y="826952"/>
            <a:ext cx="547260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 - </a:t>
            </a:r>
            <a:r>
              <a:rPr lang="ko-KR" altLang="en-US" sz="1000" b="1" dirty="0" smtClean="0"/>
              <a:t>오른 손으로 </a:t>
            </a:r>
            <a:r>
              <a:rPr lang="en-US" altLang="ko-KR" sz="1000" b="1" dirty="0" err="1" smtClean="0"/>
              <a:t>HandSet</a:t>
            </a:r>
            <a:r>
              <a:rPr lang="en-US" altLang="ko-KR" sz="1000" b="1" dirty="0" smtClean="0"/>
              <a:t> MIC</a:t>
            </a:r>
            <a:r>
              <a:rPr lang="ko-KR" altLang="en-US" sz="1000" b="1" dirty="0" smtClean="0"/>
              <a:t>를 잡는다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PTT Switch</a:t>
            </a:r>
            <a:r>
              <a:rPr lang="ko-KR" altLang="en-US" sz="1000" b="1" dirty="0" smtClean="0"/>
              <a:t>를 누른다</a:t>
            </a:r>
            <a:r>
              <a:rPr lang="en-US" altLang="ko-KR" sz="1000" b="1" dirty="0" smtClean="0"/>
              <a:t>.</a:t>
            </a:r>
            <a:endParaRPr lang="en-US" altLang="ko-KR" sz="1000" b="1" dirty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스피커 선택 스위치가 자동으로 선택 된다</a:t>
            </a:r>
            <a:r>
              <a:rPr lang="en-US" altLang="ko-KR" sz="1000" b="1" dirty="0" smtClean="0"/>
              <a:t>.(</a:t>
            </a:r>
            <a:r>
              <a:rPr lang="ko-KR" altLang="en-US" sz="1000" b="1" dirty="0" smtClean="0"/>
              <a:t>스위치를 선택할 필요 없다</a:t>
            </a:r>
            <a:r>
              <a:rPr lang="en-US" altLang="ko-KR" sz="1000" b="1" dirty="0" smtClean="0"/>
              <a:t>.)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기관사가 말하면</a:t>
            </a:r>
            <a:r>
              <a:rPr lang="en-US" altLang="ko-KR" sz="1000" b="1" dirty="0"/>
              <a:t> </a:t>
            </a:r>
            <a:r>
              <a:rPr lang="ko-KR" altLang="en-US" sz="1000" b="1" dirty="0" smtClean="0"/>
              <a:t>스피커로 출력된다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 smtClean="0"/>
              <a:t>   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** </a:t>
            </a:r>
            <a:r>
              <a:rPr lang="ko-KR" altLang="en-US" sz="1000" b="1" dirty="0" smtClean="0"/>
              <a:t>스피커 선택 기준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마지막으로 사용 했던 상태를 기억한다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스피커 출력 방향을 변경 하고자 하면</a:t>
            </a:r>
            <a:r>
              <a:rPr lang="en-US" altLang="ko-KR" sz="1000" b="1" dirty="0" smtClean="0"/>
              <a:t>,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  PTT Switch</a:t>
            </a:r>
            <a:r>
              <a:rPr lang="ko-KR" altLang="en-US" sz="1000" b="1" dirty="0" smtClean="0"/>
              <a:t>를</a:t>
            </a:r>
            <a:r>
              <a:rPr lang="en-US" altLang="ko-KR" sz="1000" b="1" dirty="0" smtClean="0"/>
              <a:t> </a:t>
            </a:r>
            <a:r>
              <a:rPr lang="ko-KR" altLang="en-US" sz="1000" b="1" dirty="0" smtClean="0"/>
              <a:t>누르고 왼손으로 스위치를 선택한다</a:t>
            </a:r>
            <a:r>
              <a:rPr lang="en-US" altLang="ko-KR" sz="1000" b="1" dirty="0" smtClean="0"/>
              <a:t>.</a:t>
            </a:r>
            <a:r>
              <a:rPr lang="ko-KR" altLang="en-US" sz="1000" b="1" dirty="0" smtClean="0"/>
              <a:t> </a:t>
            </a:r>
            <a:endParaRPr lang="en-US" altLang="ko-KR" sz="1000" b="1" dirty="0" smtClean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</a:t>
            </a:r>
          </a:p>
          <a:p>
            <a:endParaRPr lang="en-US" altLang="ko-KR" sz="1000" b="1" dirty="0"/>
          </a:p>
          <a:p>
            <a:endParaRPr lang="en-US" altLang="ko-KR" sz="1000" b="1" dirty="0" smtClean="0"/>
          </a:p>
          <a:p>
            <a:endParaRPr lang="ko-KR" altLang="en-US" sz="1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097016" y="33265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DPO </a:t>
            </a:r>
            <a:r>
              <a:rPr lang="ko-KR" altLang="en-US" dirty="0" smtClean="0"/>
              <a:t>사용 순서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1501193" y="4154587"/>
            <a:ext cx="864096" cy="892125"/>
            <a:chOff x="1501193" y="4154587"/>
            <a:chExt cx="864096" cy="892125"/>
          </a:xfrm>
        </p:grpSpPr>
        <p:sp>
          <p:nvSpPr>
            <p:cNvPr id="5" name="TextBox 4"/>
            <p:cNvSpPr txBox="1"/>
            <p:nvPr/>
          </p:nvSpPr>
          <p:spPr>
            <a:xfrm>
              <a:off x="1501193" y="415458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③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-22011" y="517322"/>
            <a:ext cx="3039179" cy="3501008"/>
            <a:chOff x="-22011" y="517322"/>
            <a:chExt cx="3039179" cy="3501008"/>
          </a:xfrm>
        </p:grpSpPr>
        <p:grpSp>
          <p:nvGrpSpPr>
            <p:cNvPr id="15" name="그룹 14"/>
            <p:cNvGrpSpPr/>
            <p:nvPr/>
          </p:nvGrpSpPr>
          <p:grpSpPr>
            <a:xfrm>
              <a:off x="-22011" y="517322"/>
              <a:ext cx="3039179" cy="3501008"/>
              <a:chOff x="-22011" y="517322"/>
              <a:chExt cx="3039179" cy="3501008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011" y="517322"/>
                <a:ext cx="2760996" cy="3501008"/>
              </a:xfrm>
              <a:prstGeom prst="rect">
                <a:avLst/>
              </a:prstGeom>
            </p:spPr>
          </p:pic>
          <p:pic>
            <p:nvPicPr>
              <p:cNvPr id="2050" name="Picture 2" descr="C:\Users\JDS_SSD\AppData\Local\Microsoft\Windows\Temporary Internet Files\Content.IE5\JIUPP7LP\MC900343747[1].wmf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6169" y="2400587"/>
                <a:ext cx="484636" cy="5809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2153072" y="2432268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①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52073" y="84233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②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515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0" y="452508"/>
            <a:ext cx="4608512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032" y="452508"/>
            <a:ext cx="415197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1930240" y="1390247"/>
            <a:ext cx="1292992" cy="1304810"/>
            <a:chOff x="-22011" y="517322"/>
            <a:chExt cx="3039179" cy="350100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011" y="517322"/>
              <a:ext cx="2760996" cy="3501008"/>
            </a:xfrm>
            <a:prstGeom prst="rect">
              <a:avLst/>
            </a:prstGeom>
          </p:spPr>
        </p:pic>
        <p:pic>
          <p:nvPicPr>
            <p:cNvPr id="8" name="Picture 2" descr="C:\Users\JDS_SSD\AppData\Local\Microsoft\Windows\Temporary Internet Files\Content.IE5\JIUPP7LP\MC900343747[1]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169" y="2400587"/>
              <a:ext cx="484636" cy="580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2153072" y="243226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①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697147" y="4187120"/>
            <a:ext cx="681882" cy="690550"/>
            <a:chOff x="1319121" y="4108431"/>
            <a:chExt cx="929756" cy="938281"/>
          </a:xfrm>
        </p:grpSpPr>
        <p:sp>
          <p:nvSpPr>
            <p:cNvPr id="11" name="TextBox 10"/>
            <p:cNvSpPr txBox="1"/>
            <p:nvPr/>
          </p:nvSpPr>
          <p:spPr>
            <a:xfrm>
              <a:off x="1319121" y="4108431"/>
              <a:ext cx="86409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5269616" y="2468947"/>
            <a:ext cx="1263319" cy="1522680"/>
            <a:chOff x="-429162" y="517323"/>
            <a:chExt cx="3168148" cy="3501008"/>
          </a:xfrm>
        </p:grpSpPr>
        <p:grpSp>
          <p:nvGrpSpPr>
            <p:cNvPr id="14" name="그룹 13"/>
            <p:cNvGrpSpPr/>
            <p:nvPr/>
          </p:nvGrpSpPr>
          <p:grpSpPr>
            <a:xfrm>
              <a:off x="-22011" y="517323"/>
              <a:ext cx="2760997" cy="3501008"/>
              <a:chOff x="-22011" y="517323"/>
              <a:chExt cx="2760997" cy="3501008"/>
            </a:xfrm>
          </p:grpSpPr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011" y="517323"/>
                <a:ext cx="2760997" cy="3501008"/>
              </a:xfrm>
              <a:prstGeom prst="rect">
                <a:avLst/>
              </a:prstGeom>
            </p:spPr>
          </p:pic>
          <p:pic>
            <p:nvPicPr>
              <p:cNvPr id="17" name="Picture 2" descr="C:\Users\JDS_SSD\AppData\Local\Microsoft\Windows\Temporary Internet Files\Content.IE5\JIUPP7LP\MC900343747[1].wmf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6169" y="2400587"/>
                <a:ext cx="484636" cy="5809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1874889" y="2083161"/>
                <a:ext cx="864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①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-429162" y="842338"/>
              <a:ext cx="864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②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401272" y="4600349"/>
            <a:ext cx="747684" cy="742852"/>
            <a:chOff x="1501193" y="4154587"/>
            <a:chExt cx="864096" cy="892125"/>
          </a:xfrm>
        </p:grpSpPr>
        <p:sp>
          <p:nvSpPr>
            <p:cNvPr id="20" name="TextBox 19"/>
            <p:cNvSpPr txBox="1"/>
            <p:nvPr/>
          </p:nvSpPr>
          <p:spPr>
            <a:xfrm>
              <a:off x="1501193" y="415458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③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80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154</Words>
  <Application>Microsoft Office PowerPoint</Application>
  <PresentationFormat>A4 용지(210x297mm)</PresentationFormat>
  <Paragraphs>33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12</cp:revision>
  <dcterms:created xsi:type="dcterms:W3CDTF">2012-01-05T06:34:41Z</dcterms:created>
  <dcterms:modified xsi:type="dcterms:W3CDTF">2012-01-05T12:09:56Z</dcterms:modified>
</cp:coreProperties>
</file>