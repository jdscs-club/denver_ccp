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66" y="-4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109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47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4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33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139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7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30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24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748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552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F7B8-A91E-494E-BC5D-1A1CC7879FC2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94FF4-E429-418E-99FC-9BDD6463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990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JDS_SSD\Desktop\JDS_PRO\덴버\자료\점자 자료\점자 자료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7" b="23062"/>
          <a:stretch/>
        </p:blipFill>
        <p:spPr bwMode="auto">
          <a:xfrm>
            <a:off x="1967508" y="2420888"/>
            <a:ext cx="4678173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0370" y="836712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 smtClean="0"/>
              <a:t>STADLER / </a:t>
            </a:r>
            <a:r>
              <a:rPr lang="ko-KR" altLang="en-US" sz="3600" dirty="0" smtClean="0"/>
              <a:t>시카고 프로젝트 차량에서</a:t>
            </a:r>
            <a:endParaRPr lang="en-US" altLang="ko-KR" sz="3600" dirty="0" smtClean="0"/>
          </a:p>
          <a:p>
            <a:r>
              <a:rPr lang="ko-KR" altLang="en-US" sz="3600" dirty="0" smtClean="0"/>
              <a:t>내용을 참고 하였습니다</a:t>
            </a:r>
            <a:r>
              <a:rPr lang="en-US" altLang="ko-KR" sz="3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5315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DS_SSD\Desktop\JDS_PRO\덴버\자료\점자 자료\pei220111128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87" y="332656"/>
            <a:ext cx="2664296" cy="5588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4"/>
          <p:cNvSpPr/>
          <p:nvPr/>
        </p:nvSpPr>
        <p:spPr>
          <a:xfrm>
            <a:off x="611560" y="2060848"/>
            <a:ext cx="1512168" cy="432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755576" y="3499185"/>
            <a:ext cx="1296144" cy="3240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275856" y="2031231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EMERGENCY INTER COM</a:t>
            </a:r>
            <a:endParaRPr lang="ko-KR" alt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298596" y="3356991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PRESS HERE </a:t>
            </a:r>
            <a:endParaRPr lang="ko-KR" altLang="en-US" sz="2400" dirty="0"/>
          </a:p>
        </p:txBody>
      </p:sp>
      <p:pic>
        <p:nvPicPr>
          <p:cNvPr id="10" name="Picture 2" descr="C:\Users\JDS_SSD\Desktop\JDS_PRO\덴버\자료\점자 자료\pei1201111128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083" y="4388479"/>
            <a:ext cx="5594969" cy="206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모서리가 둥근 직사각형 10"/>
          <p:cNvSpPr/>
          <p:nvPr/>
        </p:nvSpPr>
        <p:spPr>
          <a:xfrm>
            <a:off x="3275856" y="4725144"/>
            <a:ext cx="1512168" cy="432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67944" y="5517232"/>
            <a:ext cx="1296144" cy="3240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3" name="직선 연결선 12"/>
          <p:cNvCxnSpPr>
            <a:stCxn id="5" idx="3"/>
            <a:endCxn id="6" idx="1"/>
          </p:cNvCxnSpPr>
          <p:nvPr/>
        </p:nvCxnSpPr>
        <p:spPr>
          <a:xfrm flipV="1">
            <a:off x="2123728" y="2262064"/>
            <a:ext cx="1152128" cy="148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6" idx="1"/>
            <a:endCxn id="11" idx="0"/>
          </p:cNvCxnSpPr>
          <p:nvPr/>
        </p:nvCxnSpPr>
        <p:spPr>
          <a:xfrm>
            <a:off x="3275856" y="2262064"/>
            <a:ext cx="756084" cy="24630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stCxn id="7" idx="3"/>
            <a:endCxn id="9" idx="1"/>
          </p:cNvCxnSpPr>
          <p:nvPr/>
        </p:nvCxnSpPr>
        <p:spPr>
          <a:xfrm flipV="1">
            <a:off x="2051720" y="3587824"/>
            <a:ext cx="2246876" cy="733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9" idx="1"/>
            <a:endCxn id="12" idx="0"/>
          </p:cNvCxnSpPr>
          <p:nvPr/>
        </p:nvCxnSpPr>
        <p:spPr>
          <a:xfrm>
            <a:off x="4298596" y="3587824"/>
            <a:ext cx="417420" cy="19294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33607" y="476672"/>
            <a:ext cx="5904656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가격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각 장치당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만원의 작업 비용이 추가로 발생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기간 </a:t>
            </a:r>
            <a:r>
              <a:rPr lang="en-US" altLang="ko-KR" dirty="0" smtClean="0"/>
              <a:t>: 1</a:t>
            </a:r>
            <a:r>
              <a:rPr lang="ko-KR" altLang="en-US" dirty="0" smtClean="0"/>
              <a:t>달의 작업 시간이 더 필요함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463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</Words>
  <Application>Microsoft Office PowerPoint</Application>
  <PresentationFormat>화면 슬라이드 쇼(4:3)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3</cp:revision>
  <dcterms:created xsi:type="dcterms:W3CDTF">2011-11-28T11:26:33Z</dcterms:created>
  <dcterms:modified xsi:type="dcterms:W3CDTF">2011-11-28T11:43:23Z</dcterms:modified>
</cp:coreProperties>
</file>