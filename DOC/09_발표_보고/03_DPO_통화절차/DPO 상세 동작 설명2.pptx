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9" r:id="rId4"/>
    <p:sldId id="257" r:id="rId5"/>
    <p:sldId id="258" r:id="rId6"/>
    <p:sldId id="260" r:id="rId7"/>
    <p:sldId id="261" r:id="rId8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600" y="-10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t>2012-01-06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8811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t>2012-01-06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400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t>2012-01-06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946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t>2012-01-06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415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t>2012-01-06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836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t>2012-01-06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393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t>2012-01-06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106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t>2012-01-06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0621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t>2012-01-06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434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t>2012-01-06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545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t>2012-01-06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558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21D85-D4D9-4410-9793-795C614C7B13}" type="datetimeFigureOut">
              <a:rPr lang="ko-KR" altLang="en-US" smtClean="0"/>
              <a:t>2012-01-06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84AA8-14FF-46D9-BF5B-976309A6C7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243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3.wmf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28" y="1988840"/>
            <a:ext cx="4898305" cy="4174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411442" y="445314"/>
            <a:ext cx="3168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/>
              <a:t>W</a:t>
            </a:r>
            <a:r>
              <a:rPr lang="en-US" altLang="ko-KR" b="1" dirty="0" err="1" smtClean="0"/>
              <a:t>oojin</a:t>
            </a:r>
            <a:r>
              <a:rPr lang="en-US" altLang="ko-KR" b="1" dirty="0" smtClean="0"/>
              <a:t> Wayside </a:t>
            </a:r>
            <a:r>
              <a:rPr lang="ko-KR" altLang="en-US" b="1" dirty="0" smtClean="0"/>
              <a:t>공급 범위</a:t>
            </a:r>
            <a:r>
              <a:rPr lang="en-US" altLang="ko-KR" b="1" dirty="0" smtClean="0"/>
              <a:t>. </a:t>
            </a:r>
            <a:endParaRPr lang="ko-KR" alt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995998" y="1804173"/>
            <a:ext cx="31683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Wayside </a:t>
            </a:r>
            <a:r>
              <a:rPr lang="ko-KR" altLang="en-US" b="1" dirty="0" smtClean="0"/>
              <a:t>관련 </a:t>
            </a:r>
            <a:r>
              <a:rPr lang="ko-KR" altLang="en-US" b="1" dirty="0" err="1" smtClean="0"/>
              <a:t>우진산전</a:t>
            </a:r>
            <a:r>
              <a:rPr lang="ko-KR" altLang="en-US" b="1" dirty="0" smtClean="0"/>
              <a:t> 공급 범위는 차량 </a:t>
            </a:r>
            <a:r>
              <a:rPr lang="en-US" altLang="ko-KR" b="1" dirty="0" err="1" smtClean="0"/>
              <a:t>Comm</a:t>
            </a:r>
            <a:r>
              <a:rPr lang="en-US" altLang="ko-KR" b="1" dirty="0" smtClean="0"/>
              <a:t> system  </a:t>
            </a:r>
            <a:r>
              <a:rPr lang="ko-KR" altLang="en-US" b="1" dirty="0" smtClean="0"/>
              <a:t>및 운영에 필요한 스케줄 데이터 편집 </a:t>
            </a:r>
            <a:r>
              <a:rPr lang="en-US" altLang="ko-KR" b="1" dirty="0" smtClean="0"/>
              <a:t>SW</a:t>
            </a:r>
            <a:r>
              <a:rPr lang="ko-KR" altLang="en-US" b="1" dirty="0" smtClean="0"/>
              <a:t>까지</a:t>
            </a:r>
            <a:r>
              <a:rPr lang="en-US" altLang="ko-KR" b="1" dirty="0"/>
              <a:t> </a:t>
            </a:r>
            <a:r>
              <a:rPr lang="ko-KR" altLang="en-US" b="1" dirty="0" smtClean="0"/>
              <a:t>제공 한다</a:t>
            </a:r>
            <a:r>
              <a:rPr lang="en-US" altLang="ko-KR" b="1" dirty="0" smtClean="0"/>
              <a:t>.</a:t>
            </a:r>
          </a:p>
          <a:p>
            <a:r>
              <a:rPr lang="en-US" altLang="ko-KR" b="1" dirty="0" smtClean="0"/>
              <a:t>(</a:t>
            </a:r>
            <a:r>
              <a:rPr lang="ko-KR" altLang="en-US" b="1" dirty="0" smtClean="0"/>
              <a:t>노란색 부분 까지 제공</a:t>
            </a:r>
            <a:r>
              <a:rPr lang="en-US" altLang="ko-KR" b="1" dirty="0" smtClean="0"/>
              <a:t>)</a:t>
            </a:r>
            <a:r>
              <a:rPr lang="en-US" altLang="ko-KR" b="1" dirty="0" smtClean="0"/>
              <a:t> 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180913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30346" y="1409043"/>
            <a:ext cx="5772641" cy="3820157"/>
            <a:chOff x="1259632" y="908719"/>
            <a:chExt cx="5328592" cy="3820157"/>
          </a:xfrm>
        </p:grpSpPr>
        <p:pic>
          <p:nvPicPr>
            <p:cNvPr id="1026" name="Picture 2" descr="C:\Users\JDS_SSD\Pictures\덴버 운전대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3768" y="908719"/>
              <a:ext cx="4104456" cy="38201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순서도: 자기 디스크 4"/>
            <p:cNvSpPr/>
            <p:nvPr/>
          </p:nvSpPr>
          <p:spPr>
            <a:xfrm>
              <a:off x="3491880" y="3911141"/>
              <a:ext cx="144016" cy="72008"/>
            </a:xfrm>
            <a:prstGeom prst="flowChartMagneticDisk">
              <a:avLst/>
            </a:prstGeom>
            <a:solidFill>
              <a:srgbClr val="92D05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0000"/>
                </a:solidFill>
              </a:endParaRPr>
            </a:p>
          </p:txBody>
        </p:sp>
        <p:sp>
          <p:nvSpPr>
            <p:cNvPr id="6" name="설명선 1 5"/>
            <p:cNvSpPr/>
            <p:nvPr/>
          </p:nvSpPr>
          <p:spPr>
            <a:xfrm>
              <a:off x="1259632" y="2708920"/>
              <a:ext cx="914400" cy="612648"/>
            </a:xfrm>
            <a:prstGeom prst="borderCallout1">
              <a:avLst>
                <a:gd name="adj1" fmla="val 52954"/>
                <a:gd name="adj2" fmla="val 103125"/>
                <a:gd name="adj3" fmla="val 191792"/>
                <a:gd name="adj4" fmla="val 243958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</a:rPr>
                <a:t>PUSH BUTTON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5889104" y="1506646"/>
            <a:ext cx="37444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/>
              <a:t>- PUSH BUTTON Switch</a:t>
            </a:r>
            <a:r>
              <a:rPr lang="ko-KR" altLang="en-US" sz="1000" b="1" dirty="0" smtClean="0"/>
              <a:t>를 왼손으로 누른다</a:t>
            </a:r>
            <a:r>
              <a:rPr lang="en-US" altLang="ko-KR" sz="1000" b="1" dirty="0" smtClean="0"/>
              <a:t>.</a:t>
            </a:r>
            <a:endParaRPr lang="en-US" altLang="ko-KR" sz="1000" b="1" dirty="0"/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- </a:t>
            </a:r>
            <a:r>
              <a:rPr lang="ko-KR" altLang="en-US" sz="1000" b="1" dirty="0" smtClean="0"/>
              <a:t>스피커 선택 스위치가 자동으로 선택 된다</a:t>
            </a:r>
            <a:r>
              <a:rPr lang="en-US" altLang="ko-KR" sz="1000" b="1" dirty="0" smtClean="0"/>
              <a:t>.(</a:t>
            </a:r>
            <a:r>
              <a:rPr lang="ko-KR" altLang="en-US" sz="1000" b="1" dirty="0" smtClean="0"/>
              <a:t>스위치를 선택할 필요 없다</a:t>
            </a:r>
            <a:r>
              <a:rPr lang="en-US" altLang="ko-KR" sz="1000" b="1" dirty="0" smtClean="0"/>
              <a:t>.)</a:t>
            </a:r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- </a:t>
            </a:r>
            <a:r>
              <a:rPr lang="ko-KR" altLang="en-US" sz="1000" b="1" dirty="0" smtClean="0"/>
              <a:t>기관사가 말하면</a:t>
            </a:r>
            <a:r>
              <a:rPr lang="en-US" altLang="ko-KR" sz="1000" b="1" dirty="0"/>
              <a:t> </a:t>
            </a:r>
            <a:r>
              <a:rPr lang="ko-KR" altLang="en-US" sz="1000" b="1" dirty="0" smtClean="0"/>
              <a:t>스피커로 출력된다</a:t>
            </a:r>
            <a:r>
              <a:rPr lang="en-US" altLang="ko-KR" sz="1000" b="1" dirty="0" smtClean="0"/>
              <a:t>.</a:t>
            </a:r>
          </a:p>
          <a:p>
            <a:r>
              <a:rPr lang="en-US" altLang="ko-KR" sz="1000" b="1" dirty="0" smtClean="0"/>
              <a:t>    </a:t>
            </a:r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   ** </a:t>
            </a:r>
            <a:r>
              <a:rPr lang="ko-KR" altLang="en-US" sz="1000" b="1" dirty="0" smtClean="0"/>
              <a:t>스피커 선택 기준</a:t>
            </a:r>
            <a:r>
              <a:rPr lang="en-US" altLang="ko-KR" sz="1000" b="1" dirty="0" smtClean="0"/>
              <a:t>.</a:t>
            </a:r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    - </a:t>
            </a:r>
            <a:r>
              <a:rPr lang="ko-KR" altLang="en-US" sz="1000" b="1" dirty="0" smtClean="0"/>
              <a:t>마지막으로 사용 했던 상태를 기억한다</a:t>
            </a:r>
            <a:r>
              <a:rPr lang="en-US" altLang="ko-KR" sz="1000" b="1" dirty="0" smtClean="0"/>
              <a:t>.</a:t>
            </a:r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    - </a:t>
            </a:r>
            <a:r>
              <a:rPr lang="ko-KR" altLang="en-US" sz="1000" b="1" dirty="0" smtClean="0"/>
              <a:t>스피커 출력 방향을 변경 하고자 하면</a:t>
            </a:r>
            <a:r>
              <a:rPr lang="en-US" altLang="ko-KR" sz="1000" b="1" dirty="0" smtClean="0"/>
              <a:t>, </a:t>
            </a:r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       PUSH BUTTON Switch</a:t>
            </a:r>
            <a:r>
              <a:rPr lang="ko-KR" altLang="en-US" sz="1000" b="1" dirty="0" smtClean="0"/>
              <a:t>를</a:t>
            </a:r>
            <a:r>
              <a:rPr lang="en-US" altLang="ko-KR" sz="1000" b="1" dirty="0" smtClean="0"/>
              <a:t> </a:t>
            </a:r>
            <a:r>
              <a:rPr lang="ko-KR" altLang="en-US" sz="1000" b="1" dirty="0" smtClean="0"/>
              <a:t>누르고 오른손으로 스위치를 </a:t>
            </a:r>
            <a:endParaRPr lang="en-US" altLang="ko-KR" sz="1000" b="1" dirty="0" smtClean="0"/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      </a:t>
            </a:r>
            <a:r>
              <a:rPr lang="ko-KR" altLang="en-US" sz="1000" b="1" dirty="0" smtClean="0"/>
              <a:t>선택한다</a:t>
            </a:r>
            <a:r>
              <a:rPr lang="en-US" altLang="ko-KR" sz="1000" b="1" dirty="0" smtClean="0"/>
              <a:t>.</a:t>
            </a:r>
            <a:r>
              <a:rPr lang="ko-KR" altLang="en-US" sz="1000" b="1" dirty="0" smtClean="0"/>
              <a:t> </a:t>
            </a:r>
            <a:endParaRPr lang="en-US" altLang="ko-KR" sz="1000" b="1" dirty="0" smtClean="0"/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     </a:t>
            </a:r>
          </a:p>
          <a:p>
            <a:endParaRPr lang="en-US" altLang="ko-KR" sz="1000" b="1" dirty="0"/>
          </a:p>
          <a:p>
            <a:endParaRPr lang="en-US" altLang="ko-KR" sz="1000" b="1" dirty="0" smtClean="0"/>
          </a:p>
          <a:p>
            <a:endParaRPr lang="ko-KR" altLang="en-US" sz="1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033120" y="1137314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Gooseneck </a:t>
            </a:r>
            <a:r>
              <a:rPr lang="ko-KR" altLang="en-US" dirty="0" smtClean="0"/>
              <a:t>사용 순서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11" name="Picture 2" descr="C:\Users\JDS_SSD\AppData\Local\Microsoft\Windows\Temporary Internet Files\Content.IE5\JIUPP7LP\MC900343747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979" y="4502703"/>
            <a:ext cx="484636" cy="580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48545" y="445314"/>
            <a:ext cx="8136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mtClean="0"/>
              <a:t>덴버</a:t>
            </a:r>
            <a:r>
              <a:rPr lang="ko-KR" altLang="en-US" b="1"/>
              <a:t>가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요청한 운전자 왼손을 이용한  </a:t>
            </a:r>
            <a:r>
              <a:rPr lang="en-US" altLang="ko-KR" sz="2400" b="1" dirty="0" smtClean="0"/>
              <a:t>Gooseneck</a:t>
            </a:r>
            <a:r>
              <a:rPr lang="en-US" altLang="ko-KR" b="1" dirty="0" smtClean="0"/>
              <a:t> MIC </a:t>
            </a:r>
            <a:r>
              <a:rPr lang="ko-KR" altLang="en-US" b="1" dirty="0" smtClean="0"/>
              <a:t>사용 방법 제안</a:t>
            </a:r>
            <a:r>
              <a:rPr lang="en-US" altLang="ko-KR" b="1" dirty="0" smtClean="0"/>
              <a:t>. 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02746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72" y="408173"/>
            <a:ext cx="4464496" cy="61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5008" y="372329"/>
            <a:ext cx="4496463" cy="61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217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232920" y="2089560"/>
            <a:ext cx="5472608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/>
              <a:t> - </a:t>
            </a:r>
            <a:r>
              <a:rPr lang="ko-KR" altLang="en-US" sz="1000" b="1" dirty="0" smtClean="0"/>
              <a:t>오른 손으로 </a:t>
            </a:r>
            <a:r>
              <a:rPr lang="en-US" altLang="ko-KR" sz="1000" b="1" dirty="0" err="1" smtClean="0"/>
              <a:t>HandSet</a:t>
            </a:r>
            <a:r>
              <a:rPr lang="en-US" altLang="ko-KR" sz="1000" b="1" dirty="0" smtClean="0"/>
              <a:t> MIC</a:t>
            </a:r>
            <a:r>
              <a:rPr lang="ko-KR" altLang="en-US" sz="1000" b="1" dirty="0" smtClean="0"/>
              <a:t>를 잡는다</a:t>
            </a:r>
            <a:r>
              <a:rPr lang="en-US" altLang="ko-KR" sz="1000" b="1" dirty="0" smtClean="0"/>
              <a:t>.</a:t>
            </a:r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- PTT Switch</a:t>
            </a:r>
            <a:r>
              <a:rPr lang="ko-KR" altLang="en-US" sz="1000" b="1" dirty="0" smtClean="0"/>
              <a:t>를 누른다</a:t>
            </a:r>
            <a:r>
              <a:rPr lang="en-US" altLang="ko-KR" sz="1000" b="1" dirty="0" smtClean="0"/>
              <a:t>.</a:t>
            </a:r>
            <a:endParaRPr lang="en-US" altLang="ko-KR" sz="1000" b="1" dirty="0"/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- </a:t>
            </a:r>
            <a:r>
              <a:rPr lang="ko-KR" altLang="en-US" sz="1000" b="1" dirty="0" smtClean="0"/>
              <a:t>스피커 선택 스위치가 자동으로 선택 된다</a:t>
            </a:r>
            <a:r>
              <a:rPr lang="en-US" altLang="ko-KR" sz="1000" b="1" dirty="0" smtClean="0"/>
              <a:t>.(</a:t>
            </a:r>
            <a:r>
              <a:rPr lang="ko-KR" altLang="en-US" sz="1000" b="1" dirty="0" smtClean="0"/>
              <a:t>스위치를 선택할 필요 없다</a:t>
            </a:r>
            <a:r>
              <a:rPr lang="en-US" altLang="ko-KR" sz="1000" b="1" dirty="0" smtClean="0"/>
              <a:t>.)</a:t>
            </a:r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- </a:t>
            </a:r>
            <a:r>
              <a:rPr lang="ko-KR" altLang="en-US" sz="1000" b="1" dirty="0" smtClean="0"/>
              <a:t>기관사가 말하면</a:t>
            </a:r>
            <a:r>
              <a:rPr lang="en-US" altLang="ko-KR" sz="1000" b="1" dirty="0"/>
              <a:t> </a:t>
            </a:r>
            <a:r>
              <a:rPr lang="ko-KR" altLang="en-US" sz="1000" b="1" dirty="0" smtClean="0"/>
              <a:t>스피커로 출력된다</a:t>
            </a:r>
            <a:r>
              <a:rPr lang="en-US" altLang="ko-KR" sz="1000" b="1" dirty="0" smtClean="0"/>
              <a:t>.</a:t>
            </a:r>
          </a:p>
          <a:p>
            <a:r>
              <a:rPr lang="en-US" altLang="ko-KR" sz="1000" b="1" dirty="0" smtClean="0"/>
              <a:t>    </a:t>
            </a:r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   ** </a:t>
            </a:r>
            <a:r>
              <a:rPr lang="ko-KR" altLang="en-US" sz="1000" b="1" dirty="0" smtClean="0"/>
              <a:t>스피커 선택 기준</a:t>
            </a:r>
            <a:r>
              <a:rPr lang="en-US" altLang="ko-KR" sz="1000" b="1" dirty="0" smtClean="0"/>
              <a:t>.</a:t>
            </a:r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    - </a:t>
            </a:r>
            <a:r>
              <a:rPr lang="ko-KR" altLang="en-US" sz="1000" b="1" dirty="0" smtClean="0"/>
              <a:t>마지막으로 사용 했던 상태를 기억한다</a:t>
            </a:r>
            <a:r>
              <a:rPr lang="en-US" altLang="ko-KR" sz="1000" b="1" dirty="0" smtClean="0"/>
              <a:t>.</a:t>
            </a:r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    - </a:t>
            </a:r>
            <a:r>
              <a:rPr lang="ko-KR" altLang="en-US" sz="1000" b="1" dirty="0" smtClean="0"/>
              <a:t>스피커 출력 방향을 변경 하고자 하면</a:t>
            </a:r>
            <a:r>
              <a:rPr lang="en-US" altLang="ko-KR" sz="1000" b="1" dirty="0" smtClean="0"/>
              <a:t>, </a:t>
            </a:r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       PTT Switch</a:t>
            </a:r>
            <a:r>
              <a:rPr lang="ko-KR" altLang="en-US" sz="1000" b="1" dirty="0" smtClean="0"/>
              <a:t>를</a:t>
            </a:r>
            <a:r>
              <a:rPr lang="en-US" altLang="ko-KR" sz="1000" b="1" dirty="0" smtClean="0"/>
              <a:t> </a:t>
            </a:r>
            <a:r>
              <a:rPr lang="ko-KR" altLang="en-US" sz="1000" b="1" dirty="0" smtClean="0"/>
              <a:t>누르고 왼손으로 스위치를 선택한다</a:t>
            </a:r>
            <a:r>
              <a:rPr lang="en-US" altLang="ko-KR" sz="1000" b="1" dirty="0" smtClean="0"/>
              <a:t>.</a:t>
            </a:r>
            <a:r>
              <a:rPr lang="ko-KR" altLang="en-US" sz="1000" b="1" dirty="0" smtClean="0"/>
              <a:t> </a:t>
            </a:r>
            <a:endParaRPr lang="en-US" altLang="ko-KR" sz="1000" b="1" dirty="0" smtClean="0"/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     </a:t>
            </a:r>
          </a:p>
          <a:p>
            <a:endParaRPr lang="en-US" altLang="ko-KR" sz="1000" b="1" dirty="0"/>
          </a:p>
          <a:p>
            <a:endParaRPr lang="en-US" altLang="ko-KR" sz="1000" b="1" dirty="0" smtClean="0"/>
          </a:p>
          <a:p>
            <a:endParaRPr lang="ko-KR" altLang="en-US" sz="1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097016" y="1595264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DPO </a:t>
            </a:r>
            <a:r>
              <a:rPr lang="ko-KR" altLang="en-US" dirty="0" smtClean="0"/>
              <a:t>사용 순서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grpSp>
        <p:nvGrpSpPr>
          <p:cNvPr id="16" name="그룹 15"/>
          <p:cNvGrpSpPr/>
          <p:nvPr/>
        </p:nvGrpSpPr>
        <p:grpSpPr>
          <a:xfrm>
            <a:off x="1501193" y="5417195"/>
            <a:ext cx="864096" cy="892125"/>
            <a:chOff x="1501193" y="4154587"/>
            <a:chExt cx="864096" cy="892125"/>
          </a:xfrm>
        </p:grpSpPr>
        <p:sp>
          <p:nvSpPr>
            <p:cNvPr id="5" name="TextBox 4"/>
            <p:cNvSpPr txBox="1"/>
            <p:nvPr/>
          </p:nvSpPr>
          <p:spPr>
            <a:xfrm>
              <a:off x="1501193" y="4154587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FF0000"/>
                  </a:solidFill>
                </a:rPr>
                <a:t>③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3" name="Sound"/>
            <p:cNvSpPr>
              <a:spLocks noEditPoints="1" noChangeArrowheads="1"/>
            </p:cNvSpPr>
            <p:nvPr/>
          </p:nvSpPr>
          <p:spPr bwMode="auto">
            <a:xfrm>
              <a:off x="1600805" y="4293096"/>
              <a:ext cx="648072" cy="753616"/>
            </a:xfrm>
            <a:custGeom>
              <a:avLst/>
              <a:gdLst>
                <a:gd name="T0" fmla="*/ 11164 w 21600"/>
                <a:gd name="T1" fmla="*/ 21159 h 21600"/>
                <a:gd name="T2" fmla="*/ 11164 w 21600"/>
                <a:gd name="T3" fmla="*/ 0 h 21600"/>
                <a:gd name="T4" fmla="*/ 0 w 21600"/>
                <a:gd name="T5" fmla="*/ 10800 h 21600"/>
                <a:gd name="T6" fmla="*/ 21600 w 21600"/>
                <a:gd name="T7" fmla="*/ 10800 h 21600"/>
                <a:gd name="T8" fmla="*/ 761 w 21600"/>
                <a:gd name="T9" fmla="*/ 22454 h 21600"/>
                <a:gd name="T10" fmla="*/ 21069 w 21600"/>
                <a:gd name="T11" fmla="*/ 28282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7273"/>
                  </a:moveTo>
                  <a:lnTo>
                    <a:pt x="5824" y="7273"/>
                  </a:lnTo>
                  <a:lnTo>
                    <a:pt x="11164" y="0"/>
                  </a:lnTo>
                  <a:lnTo>
                    <a:pt x="11164" y="21159"/>
                  </a:lnTo>
                  <a:lnTo>
                    <a:pt x="5824" y="13885"/>
                  </a:lnTo>
                  <a:lnTo>
                    <a:pt x="0" y="13885"/>
                  </a:lnTo>
                  <a:lnTo>
                    <a:pt x="0" y="7273"/>
                  </a:lnTo>
                  <a:close/>
                </a:path>
                <a:path w="21600" h="21600">
                  <a:moveTo>
                    <a:pt x="13024" y="7273"/>
                  </a:moveTo>
                  <a:lnTo>
                    <a:pt x="13591" y="6722"/>
                  </a:lnTo>
                  <a:lnTo>
                    <a:pt x="13833" y="7548"/>
                  </a:lnTo>
                  <a:lnTo>
                    <a:pt x="14076" y="8485"/>
                  </a:lnTo>
                  <a:lnTo>
                    <a:pt x="14157" y="9367"/>
                  </a:lnTo>
                  <a:lnTo>
                    <a:pt x="14197" y="10524"/>
                  </a:lnTo>
                  <a:lnTo>
                    <a:pt x="14197" y="11406"/>
                  </a:lnTo>
                  <a:lnTo>
                    <a:pt x="14116" y="12012"/>
                  </a:lnTo>
                  <a:lnTo>
                    <a:pt x="13995" y="12728"/>
                  </a:lnTo>
                  <a:lnTo>
                    <a:pt x="13833" y="13444"/>
                  </a:lnTo>
                  <a:lnTo>
                    <a:pt x="13712" y="14106"/>
                  </a:lnTo>
                  <a:lnTo>
                    <a:pt x="13591" y="14546"/>
                  </a:lnTo>
                  <a:lnTo>
                    <a:pt x="13065" y="13885"/>
                  </a:lnTo>
                  <a:lnTo>
                    <a:pt x="13307" y="12893"/>
                  </a:lnTo>
                  <a:lnTo>
                    <a:pt x="13469" y="11791"/>
                  </a:lnTo>
                  <a:lnTo>
                    <a:pt x="13550" y="10910"/>
                  </a:lnTo>
                  <a:lnTo>
                    <a:pt x="13591" y="10138"/>
                  </a:lnTo>
                  <a:lnTo>
                    <a:pt x="13469" y="9367"/>
                  </a:lnTo>
                  <a:lnTo>
                    <a:pt x="13388" y="8595"/>
                  </a:lnTo>
                  <a:lnTo>
                    <a:pt x="13267" y="7934"/>
                  </a:lnTo>
                  <a:lnTo>
                    <a:pt x="13024" y="7273"/>
                  </a:lnTo>
                  <a:close/>
                </a:path>
                <a:path w="21600" h="21600">
                  <a:moveTo>
                    <a:pt x="16382" y="3967"/>
                  </a:moveTo>
                  <a:lnTo>
                    <a:pt x="16786" y="5179"/>
                  </a:lnTo>
                  <a:lnTo>
                    <a:pt x="17150" y="6612"/>
                  </a:lnTo>
                  <a:lnTo>
                    <a:pt x="17474" y="8651"/>
                  </a:lnTo>
                  <a:lnTo>
                    <a:pt x="17595" y="9753"/>
                  </a:lnTo>
                  <a:lnTo>
                    <a:pt x="17635" y="12012"/>
                  </a:lnTo>
                  <a:lnTo>
                    <a:pt x="17393" y="13665"/>
                  </a:lnTo>
                  <a:lnTo>
                    <a:pt x="17150" y="15208"/>
                  </a:lnTo>
                  <a:lnTo>
                    <a:pt x="16786" y="16310"/>
                  </a:lnTo>
                  <a:lnTo>
                    <a:pt x="16341" y="17687"/>
                  </a:lnTo>
                  <a:lnTo>
                    <a:pt x="15815" y="17081"/>
                  </a:lnTo>
                  <a:lnTo>
                    <a:pt x="16503" y="14602"/>
                  </a:lnTo>
                  <a:lnTo>
                    <a:pt x="16786" y="13169"/>
                  </a:lnTo>
                  <a:lnTo>
                    <a:pt x="16867" y="12012"/>
                  </a:lnTo>
                  <a:lnTo>
                    <a:pt x="16867" y="9642"/>
                  </a:lnTo>
                  <a:lnTo>
                    <a:pt x="16705" y="7989"/>
                  </a:lnTo>
                  <a:lnTo>
                    <a:pt x="16422" y="6612"/>
                  </a:lnTo>
                  <a:lnTo>
                    <a:pt x="16220" y="5675"/>
                  </a:lnTo>
                  <a:lnTo>
                    <a:pt x="15856" y="4518"/>
                  </a:lnTo>
                  <a:lnTo>
                    <a:pt x="16382" y="3967"/>
                  </a:lnTo>
                  <a:close/>
                </a:path>
                <a:path w="21600" h="21600">
                  <a:moveTo>
                    <a:pt x="18889" y="1377"/>
                  </a:moveTo>
                  <a:lnTo>
                    <a:pt x="19415" y="826"/>
                  </a:lnTo>
                  <a:lnTo>
                    <a:pt x="20194" y="2576"/>
                  </a:lnTo>
                  <a:lnTo>
                    <a:pt x="20831" y="4683"/>
                  </a:lnTo>
                  <a:lnTo>
                    <a:pt x="21357" y="7204"/>
                  </a:lnTo>
                  <a:lnTo>
                    <a:pt x="21650" y="9450"/>
                  </a:lnTo>
                  <a:lnTo>
                    <a:pt x="21600" y="12301"/>
                  </a:lnTo>
                  <a:lnTo>
                    <a:pt x="21215" y="15938"/>
                  </a:lnTo>
                  <a:lnTo>
                    <a:pt x="20629" y="18348"/>
                  </a:lnTo>
                  <a:lnTo>
                    <a:pt x="19415" y="21655"/>
                  </a:lnTo>
                  <a:lnTo>
                    <a:pt x="18889" y="21159"/>
                  </a:lnTo>
                  <a:lnTo>
                    <a:pt x="19901" y="18404"/>
                  </a:lnTo>
                  <a:lnTo>
                    <a:pt x="20467" y="15593"/>
                  </a:lnTo>
                  <a:lnTo>
                    <a:pt x="20791" y="12342"/>
                  </a:lnTo>
                  <a:lnTo>
                    <a:pt x="20871" y="9532"/>
                  </a:lnTo>
                  <a:lnTo>
                    <a:pt x="20629" y="7411"/>
                  </a:lnTo>
                  <a:lnTo>
                    <a:pt x="20062" y="4628"/>
                  </a:lnTo>
                  <a:lnTo>
                    <a:pt x="19415" y="2810"/>
                  </a:lnTo>
                  <a:lnTo>
                    <a:pt x="18889" y="1377"/>
                  </a:lnTo>
                  <a:close/>
                </a:path>
              </a:pathLst>
            </a:custGeom>
            <a:solidFill>
              <a:srgbClr val="FFBE7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-22011" y="1779930"/>
            <a:ext cx="3039179" cy="3501008"/>
            <a:chOff x="-22011" y="517322"/>
            <a:chExt cx="3039179" cy="3501008"/>
          </a:xfrm>
        </p:grpSpPr>
        <p:grpSp>
          <p:nvGrpSpPr>
            <p:cNvPr id="15" name="그룹 14"/>
            <p:cNvGrpSpPr/>
            <p:nvPr/>
          </p:nvGrpSpPr>
          <p:grpSpPr>
            <a:xfrm>
              <a:off x="-22011" y="517322"/>
              <a:ext cx="3039179" cy="3501008"/>
              <a:chOff x="-22011" y="517322"/>
              <a:chExt cx="3039179" cy="3501008"/>
            </a:xfrm>
          </p:grpSpPr>
          <p:pic>
            <p:nvPicPr>
              <p:cNvPr id="4" name="그림 3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2011" y="517322"/>
                <a:ext cx="2760996" cy="3501008"/>
              </a:xfrm>
              <a:prstGeom prst="rect">
                <a:avLst/>
              </a:prstGeom>
            </p:spPr>
          </p:pic>
          <p:pic>
            <p:nvPicPr>
              <p:cNvPr id="2050" name="Picture 2" descr="C:\Users\JDS_SSD\AppData\Local\Microsoft\Windows\Temporary Internet Files\Content.IE5\JIUPP7LP\MC900343747[1].wmf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6169" y="2400587"/>
                <a:ext cx="484636" cy="5809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" name="TextBox 16"/>
              <p:cNvSpPr txBox="1"/>
              <p:nvPr/>
            </p:nvSpPr>
            <p:spPr>
              <a:xfrm>
                <a:off x="2153072" y="2432268"/>
                <a:ext cx="864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 smtClean="0">
                    <a:solidFill>
                      <a:srgbClr val="FF0000"/>
                    </a:solidFill>
                  </a:rPr>
                  <a:t>①</a:t>
                </a:r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252073" y="842338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FF0000"/>
                  </a:solidFill>
                </a:rPr>
                <a:t>②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2153072" y="445314"/>
            <a:ext cx="5200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/>
              <a:t>운전가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DOP </a:t>
            </a:r>
            <a:r>
              <a:rPr lang="ko-KR" altLang="en-US" b="1" dirty="0" smtClean="0"/>
              <a:t>마이크를 사용하기 위한 동작 순서</a:t>
            </a:r>
            <a:r>
              <a:rPr lang="en-US" altLang="ko-KR" b="1" dirty="0" smtClean="0"/>
              <a:t>. 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935158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1591" y="480716"/>
            <a:ext cx="4151976" cy="61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374" y="452508"/>
            <a:ext cx="4655626" cy="61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그룹 5"/>
          <p:cNvGrpSpPr/>
          <p:nvPr/>
        </p:nvGrpSpPr>
        <p:grpSpPr>
          <a:xfrm>
            <a:off x="1930240" y="1390247"/>
            <a:ext cx="1292992" cy="1304810"/>
            <a:chOff x="-22011" y="517322"/>
            <a:chExt cx="3039179" cy="3501008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2011" y="517322"/>
              <a:ext cx="2760996" cy="3501008"/>
            </a:xfrm>
            <a:prstGeom prst="rect">
              <a:avLst/>
            </a:prstGeom>
          </p:spPr>
        </p:pic>
        <p:pic>
          <p:nvPicPr>
            <p:cNvPr id="8" name="Picture 2" descr="C:\Users\JDS_SSD\AppData\Local\Microsoft\Windows\Temporary Internet Files\Content.IE5\JIUPP7LP\MC900343747[1].wm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6169" y="2400587"/>
              <a:ext cx="484636" cy="5809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2153072" y="2432268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FF0000"/>
                  </a:solidFill>
                </a:rPr>
                <a:t>①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3697147" y="4187120"/>
            <a:ext cx="681882" cy="690550"/>
            <a:chOff x="1319121" y="4108431"/>
            <a:chExt cx="929756" cy="938281"/>
          </a:xfrm>
        </p:grpSpPr>
        <p:sp>
          <p:nvSpPr>
            <p:cNvPr id="11" name="TextBox 10"/>
            <p:cNvSpPr txBox="1"/>
            <p:nvPr/>
          </p:nvSpPr>
          <p:spPr>
            <a:xfrm>
              <a:off x="1319121" y="4108431"/>
              <a:ext cx="864096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②</a:t>
              </a:r>
            </a:p>
          </p:txBody>
        </p:sp>
        <p:sp>
          <p:nvSpPr>
            <p:cNvPr id="12" name="Sound"/>
            <p:cNvSpPr>
              <a:spLocks noEditPoints="1" noChangeArrowheads="1"/>
            </p:cNvSpPr>
            <p:nvPr/>
          </p:nvSpPr>
          <p:spPr bwMode="auto">
            <a:xfrm>
              <a:off x="1600805" y="4293096"/>
              <a:ext cx="648072" cy="753616"/>
            </a:xfrm>
            <a:custGeom>
              <a:avLst/>
              <a:gdLst>
                <a:gd name="T0" fmla="*/ 11164 w 21600"/>
                <a:gd name="T1" fmla="*/ 21159 h 21600"/>
                <a:gd name="T2" fmla="*/ 11164 w 21600"/>
                <a:gd name="T3" fmla="*/ 0 h 21600"/>
                <a:gd name="T4" fmla="*/ 0 w 21600"/>
                <a:gd name="T5" fmla="*/ 10800 h 21600"/>
                <a:gd name="T6" fmla="*/ 21600 w 21600"/>
                <a:gd name="T7" fmla="*/ 10800 h 21600"/>
                <a:gd name="T8" fmla="*/ 761 w 21600"/>
                <a:gd name="T9" fmla="*/ 22454 h 21600"/>
                <a:gd name="T10" fmla="*/ 21069 w 21600"/>
                <a:gd name="T11" fmla="*/ 28282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7273"/>
                  </a:moveTo>
                  <a:lnTo>
                    <a:pt x="5824" y="7273"/>
                  </a:lnTo>
                  <a:lnTo>
                    <a:pt x="11164" y="0"/>
                  </a:lnTo>
                  <a:lnTo>
                    <a:pt x="11164" y="21159"/>
                  </a:lnTo>
                  <a:lnTo>
                    <a:pt x="5824" y="13885"/>
                  </a:lnTo>
                  <a:lnTo>
                    <a:pt x="0" y="13885"/>
                  </a:lnTo>
                  <a:lnTo>
                    <a:pt x="0" y="7273"/>
                  </a:lnTo>
                  <a:close/>
                </a:path>
                <a:path w="21600" h="21600">
                  <a:moveTo>
                    <a:pt x="13024" y="7273"/>
                  </a:moveTo>
                  <a:lnTo>
                    <a:pt x="13591" y="6722"/>
                  </a:lnTo>
                  <a:lnTo>
                    <a:pt x="13833" y="7548"/>
                  </a:lnTo>
                  <a:lnTo>
                    <a:pt x="14076" y="8485"/>
                  </a:lnTo>
                  <a:lnTo>
                    <a:pt x="14157" y="9367"/>
                  </a:lnTo>
                  <a:lnTo>
                    <a:pt x="14197" y="10524"/>
                  </a:lnTo>
                  <a:lnTo>
                    <a:pt x="14197" y="11406"/>
                  </a:lnTo>
                  <a:lnTo>
                    <a:pt x="14116" y="12012"/>
                  </a:lnTo>
                  <a:lnTo>
                    <a:pt x="13995" y="12728"/>
                  </a:lnTo>
                  <a:lnTo>
                    <a:pt x="13833" y="13444"/>
                  </a:lnTo>
                  <a:lnTo>
                    <a:pt x="13712" y="14106"/>
                  </a:lnTo>
                  <a:lnTo>
                    <a:pt x="13591" y="14546"/>
                  </a:lnTo>
                  <a:lnTo>
                    <a:pt x="13065" y="13885"/>
                  </a:lnTo>
                  <a:lnTo>
                    <a:pt x="13307" y="12893"/>
                  </a:lnTo>
                  <a:lnTo>
                    <a:pt x="13469" y="11791"/>
                  </a:lnTo>
                  <a:lnTo>
                    <a:pt x="13550" y="10910"/>
                  </a:lnTo>
                  <a:lnTo>
                    <a:pt x="13591" y="10138"/>
                  </a:lnTo>
                  <a:lnTo>
                    <a:pt x="13469" y="9367"/>
                  </a:lnTo>
                  <a:lnTo>
                    <a:pt x="13388" y="8595"/>
                  </a:lnTo>
                  <a:lnTo>
                    <a:pt x="13267" y="7934"/>
                  </a:lnTo>
                  <a:lnTo>
                    <a:pt x="13024" y="7273"/>
                  </a:lnTo>
                  <a:close/>
                </a:path>
                <a:path w="21600" h="21600">
                  <a:moveTo>
                    <a:pt x="16382" y="3967"/>
                  </a:moveTo>
                  <a:lnTo>
                    <a:pt x="16786" y="5179"/>
                  </a:lnTo>
                  <a:lnTo>
                    <a:pt x="17150" y="6612"/>
                  </a:lnTo>
                  <a:lnTo>
                    <a:pt x="17474" y="8651"/>
                  </a:lnTo>
                  <a:lnTo>
                    <a:pt x="17595" y="9753"/>
                  </a:lnTo>
                  <a:lnTo>
                    <a:pt x="17635" y="12012"/>
                  </a:lnTo>
                  <a:lnTo>
                    <a:pt x="17393" y="13665"/>
                  </a:lnTo>
                  <a:lnTo>
                    <a:pt x="17150" y="15208"/>
                  </a:lnTo>
                  <a:lnTo>
                    <a:pt x="16786" y="16310"/>
                  </a:lnTo>
                  <a:lnTo>
                    <a:pt x="16341" y="17687"/>
                  </a:lnTo>
                  <a:lnTo>
                    <a:pt x="15815" y="17081"/>
                  </a:lnTo>
                  <a:lnTo>
                    <a:pt x="16503" y="14602"/>
                  </a:lnTo>
                  <a:lnTo>
                    <a:pt x="16786" y="13169"/>
                  </a:lnTo>
                  <a:lnTo>
                    <a:pt x="16867" y="12012"/>
                  </a:lnTo>
                  <a:lnTo>
                    <a:pt x="16867" y="9642"/>
                  </a:lnTo>
                  <a:lnTo>
                    <a:pt x="16705" y="7989"/>
                  </a:lnTo>
                  <a:lnTo>
                    <a:pt x="16422" y="6612"/>
                  </a:lnTo>
                  <a:lnTo>
                    <a:pt x="16220" y="5675"/>
                  </a:lnTo>
                  <a:lnTo>
                    <a:pt x="15856" y="4518"/>
                  </a:lnTo>
                  <a:lnTo>
                    <a:pt x="16382" y="3967"/>
                  </a:lnTo>
                  <a:close/>
                </a:path>
                <a:path w="21600" h="21600">
                  <a:moveTo>
                    <a:pt x="18889" y="1377"/>
                  </a:moveTo>
                  <a:lnTo>
                    <a:pt x="19415" y="826"/>
                  </a:lnTo>
                  <a:lnTo>
                    <a:pt x="20194" y="2576"/>
                  </a:lnTo>
                  <a:lnTo>
                    <a:pt x="20831" y="4683"/>
                  </a:lnTo>
                  <a:lnTo>
                    <a:pt x="21357" y="7204"/>
                  </a:lnTo>
                  <a:lnTo>
                    <a:pt x="21650" y="9450"/>
                  </a:lnTo>
                  <a:lnTo>
                    <a:pt x="21600" y="12301"/>
                  </a:lnTo>
                  <a:lnTo>
                    <a:pt x="21215" y="15938"/>
                  </a:lnTo>
                  <a:lnTo>
                    <a:pt x="20629" y="18348"/>
                  </a:lnTo>
                  <a:lnTo>
                    <a:pt x="19415" y="21655"/>
                  </a:lnTo>
                  <a:lnTo>
                    <a:pt x="18889" y="21159"/>
                  </a:lnTo>
                  <a:lnTo>
                    <a:pt x="19901" y="18404"/>
                  </a:lnTo>
                  <a:lnTo>
                    <a:pt x="20467" y="15593"/>
                  </a:lnTo>
                  <a:lnTo>
                    <a:pt x="20791" y="12342"/>
                  </a:lnTo>
                  <a:lnTo>
                    <a:pt x="20871" y="9532"/>
                  </a:lnTo>
                  <a:lnTo>
                    <a:pt x="20629" y="7411"/>
                  </a:lnTo>
                  <a:lnTo>
                    <a:pt x="20062" y="4628"/>
                  </a:lnTo>
                  <a:lnTo>
                    <a:pt x="19415" y="2810"/>
                  </a:lnTo>
                  <a:lnTo>
                    <a:pt x="18889" y="1377"/>
                  </a:lnTo>
                  <a:close/>
                </a:path>
              </a:pathLst>
            </a:custGeom>
            <a:solidFill>
              <a:srgbClr val="FFBE7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5269616" y="2468947"/>
            <a:ext cx="1263319" cy="1522680"/>
            <a:chOff x="-429162" y="517323"/>
            <a:chExt cx="3168148" cy="3501008"/>
          </a:xfrm>
        </p:grpSpPr>
        <p:grpSp>
          <p:nvGrpSpPr>
            <p:cNvPr id="14" name="그룹 13"/>
            <p:cNvGrpSpPr/>
            <p:nvPr/>
          </p:nvGrpSpPr>
          <p:grpSpPr>
            <a:xfrm>
              <a:off x="-22011" y="517323"/>
              <a:ext cx="2760997" cy="3501008"/>
              <a:chOff x="-22011" y="517323"/>
              <a:chExt cx="2760997" cy="3501008"/>
            </a:xfrm>
          </p:grpSpPr>
          <p:pic>
            <p:nvPicPr>
              <p:cNvPr id="16" name="그림 15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2011" y="517323"/>
                <a:ext cx="2760997" cy="3501008"/>
              </a:xfrm>
              <a:prstGeom prst="rect">
                <a:avLst/>
              </a:prstGeom>
            </p:spPr>
          </p:pic>
          <p:pic>
            <p:nvPicPr>
              <p:cNvPr id="17" name="Picture 2" descr="C:\Users\JDS_SSD\AppData\Local\Microsoft\Windows\Temporary Internet Files\Content.IE5\JIUPP7LP\MC900343747[1].wmf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6169" y="2400587"/>
                <a:ext cx="484636" cy="5809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8" name="TextBox 17"/>
              <p:cNvSpPr txBox="1"/>
              <p:nvPr/>
            </p:nvSpPr>
            <p:spPr>
              <a:xfrm>
                <a:off x="1874889" y="2083161"/>
                <a:ext cx="8640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 smtClean="0">
                    <a:solidFill>
                      <a:srgbClr val="FF0000"/>
                    </a:solidFill>
                  </a:rPr>
                  <a:t>①</a:t>
                </a:r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5" name="TextBox 14"/>
            <p:cNvSpPr txBox="1"/>
            <p:nvPr/>
          </p:nvSpPr>
          <p:spPr>
            <a:xfrm>
              <a:off x="-429162" y="842338"/>
              <a:ext cx="8640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FF0000"/>
                  </a:solidFill>
                </a:rPr>
                <a:t>②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7401272" y="4600349"/>
            <a:ext cx="747684" cy="742852"/>
            <a:chOff x="1501193" y="4154587"/>
            <a:chExt cx="864096" cy="892125"/>
          </a:xfrm>
        </p:grpSpPr>
        <p:sp>
          <p:nvSpPr>
            <p:cNvPr id="20" name="TextBox 19"/>
            <p:cNvSpPr txBox="1"/>
            <p:nvPr/>
          </p:nvSpPr>
          <p:spPr>
            <a:xfrm>
              <a:off x="1501193" y="4154587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FF0000"/>
                  </a:solidFill>
                </a:rPr>
                <a:t>③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1" name="Sound"/>
            <p:cNvSpPr>
              <a:spLocks noEditPoints="1" noChangeArrowheads="1"/>
            </p:cNvSpPr>
            <p:nvPr/>
          </p:nvSpPr>
          <p:spPr bwMode="auto">
            <a:xfrm>
              <a:off x="1600805" y="4293096"/>
              <a:ext cx="648072" cy="753616"/>
            </a:xfrm>
            <a:custGeom>
              <a:avLst/>
              <a:gdLst>
                <a:gd name="T0" fmla="*/ 11164 w 21600"/>
                <a:gd name="T1" fmla="*/ 21159 h 21600"/>
                <a:gd name="T2" fmla="*/ 11164 w 21600"/>
                <a:gd name="T3" fmla="*/ 0 h 21600"/>
                <a:gd name="T4" fmla="*/ 0 w 21600"/>
                <a:gd name="T5" fmla="*/ 10800 h 21600"/>
                <a:gd name="T6" fmla="*/ 21600 w 21600"/>
                <a:gd name="T7" fmla="*/ 10800 h 21600"/>
                <a:gd name="T8" fmla="*/ 761 w 21600"/>
                <a:gd name="T9" fmla="*/ 22454 h 21600"/>
                <a:gd name="T10" fmla="*/ 21069 w 21600"/>
                <a:gd name="T11" fmla="*/ 28282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7273"/>
                  </a:moveTo>
                  <a:lnTo>
                    <a:pt x="5824" y="7273"/>
                  </a:lnTo>
                  <a:lnTo>
                    <a:pt x="11164" y="0"/>
                  </a:lnTo>
                  <a:lnTo>
                    <a:pt x="11164" y="21159"/>
                  </a:lnTo>
                  <a:lnTo>
                    <a:pt x="5824" y="13885"/>
                  </a:lnTo>
                  <a:lnTo>
                    <a:pt x="0" y="13885"/>
                  </a:lnTo>
                  <a:lnTo>
                    <a:pt x="0" y="7273"/>
                  </a:lnTo>
                  <a:close/>
                </a:path>
                <a:path w="21600" h="21600">
                  <a:moveTo>
                    <a:pt x="13024" y="7273"/>
                  </a:moveTo>
                  <a:lnTo>
                    <a:pt x="13591" y="6722"/>
                  </a:lnTo>
                  <a:lnTo>
                    <a:pt x="13833" y="7548"/>
                  </a:lnTo>
                  <a:lnTo>
                    <a:pt x="14076" y="8485"/>
                  </a:lnTo>
                  <a:lnTo>
                    <a:pt x="14157" y="9367"/>
                  </a:lnTo>
                  <a:lnTo>
                    <a:pt x="14197" y="10524"/>
                  </a:lnTo>
                  <a:lnTo>
                    <a:pt x="14197" y="11406"/>
                  </a:lnTo>
                  <a:lnTo>
                    <a:pt x="14116" y="12012"/>
                  </a:lnTo>
                  <a:lnTo>
                    <a:pt x="13995" y="12728"/>
                  </a:lnTo>
                  <a:lnTo>
                    <a:pt x="13833" y="13444"/>
                  </a:lnTo>
                  <a:lnTo>
                    <a:pt x="13712" y="14106"/>
                  </a:lnTo>
                  <a:lnTo>
                    <a:pt x="13591" y="14546"/>
                  </a:lnTo>
                  <a:lnTo>
                    <a:pt x="13065" y="13885"/>
                  </a:lnTo>
                  <a:lnTo>
                    <a:pt x="13307" y="12893"/>
                  </a:lnTo>
                  <a:lnTo>
                    <a:pt x="13469" y="11791"/>
                  </a:lnTo>
                  <a:lnTo>
                    <a:pt x="13550" y="10910"/>
                  </a:lnTo>
                  <a:lnTo>
                    <a:pt x="13591" y="10138"/>
                  </a:lnTo>
                  <a:lnTo>
                    <a:pt x="13469" y="9367"/>
                  </a:lnTo>
                  <a:lnTo>
                    <a:pt x="13388" y="8595"/>
                  </a:lnTo>
                  <a:lnTo>
                    <a:pt x="13267" y="7934"/>
                  </a:lnTo>
                  <a:lnTo>
                    <a:pt x="13024" y="7273"/>
                  </a:lnTo>
                  <a:close/>
                </a:path>
                <a:path w="21600" h="21600">
                  <a:moveTo>
                    <a:pt x="16382" y="3967"/>
                  </a:moveTo>
                  <a:lnTo>
                    <a:pt x="16786" y="5179"/>
                  </a:lnTo>
                  <a:lnTo>
                    <a:pt x="17150" y="6612"/>
                  </a:lnTo>
                  <a:lnTo>
                    <a:pt x="17474" y="8651"/>
                  </a:lnTo>
                  <a:lnTo>
                    <a:pt x="17595" y="9753"/>
                  </a:lnTo>
                  <a:lnTo>
                    <a:pt x="17635" y="12012"/>
                  </a:lnTo>
                  <a:lnTo>
                    <a:pt x="17393" y="13665"/>
                  </a:lnTo>
                  <a:lnTo>
                    <a:pt x="17150" y="15208"/>
                  </a:lnTo>
                  <a:lnTo>
                    <a:pt x="16786" y="16310"/>
                  </a:lnTo>
                  <a:lnTo>
                    <a:pt x="16341" y="17687"/>
                  </a:lnTo>
                  <a:lnTo>
                    <a:pt x="15815" y="17081"/>
                  </a:lnTo>
                  <a:lnTo>
                    <a:pt x="16503" y="14602"/>
                  </a:lnTo>
                  <a:lnTo>
                    <a:pt x="16786" y="13169"/>
                  </a:lnTo>
                  <a:lnTo>
                    <a:pt x="16867" y="12012"/>
                  </a:lnTo>
                  <a:lnTo>
                    <a:pt x="16867" y="9642"/>
                  </a:lnTo>
                  <a:lnTo>
                    <a:pt x="16705" y="7989"/>
                  </a:lnTo>
                  <a:lnTo>
                    <a:pt x="16422" y="6612"/>
                  </a:lnTo>
                  <a:lnTo>
                    <a:pt x="16220" y="5675"/>
                  </a:lnTo>
                  <a:lnTo>
                    <a:pt x="15856" y="4518"/>
                  </a:lnTo>
                  <a:lnTo>
                    <a:pt x="16382" y="3967"/>
                  </a:lnTo>
                  <a:close/>
                </a:path>
                <a:path w="21600" h="21600">
                  <a:moveTo>
                    <a:pt x="18889" y="1377"/>
                  </a:moveTo>
                  <a:lnTo>
                    <a:pt x="19415" y="826"/>
                  </a:lnTo>
                  <a:lnTo>
                    <a:pt x="20194" y="2576"/>
                  </a:lnTo>
                  <a:lnTo>
                    <a:pt x="20831" y="4683"/>
                  </a:lnTo>
                  <a:lnTo>
                    <a:pt x="21357" y="7204"/>
                  </a:lnTo>
                  <a:lnTo>
                    <a:pt x="21650" y="9450"/>
                  </a:lnTo>
                  <a:lnTo>
                    <a:pt x="21600" y="12301"/>
                  </a:lnTo>
                  <a:lnTo>
                    <a:pt x="21215" y="15938"/>
                  </a:lnTo>
                  <a:lnTo>
                    <a:pt x="20629" y="18348"/>
                  </a:lnTo>
                  <a:lnTo>
                    <a:pt x="19415" y="21655"/>
                  </a:lnTo>
                  <a:lnTo>
                    <a:pt x="18889" y="21159"/>
                  </a:lnTo>
                  <a:lnTo>
                    <a:pt x="19901" y="18404"/>
                  </a:lnTo>
                  <a:lnTo>
                    <a:pt x="20467" y="15593"/>
                  </a:lnTo>
                  <a:lnTo>
                    <a:pt x="20791" y="12342"/>
                  </a:lnTo>
                  <a:lnTo>
                    <a:pt x="20871" y="9532"/>
                  </a:lnTo>
                  <a:lnTo>
                    <a:pt x="20629" y="7411"/>
                  </a:lnTo>
                  <a:lnTo>
                    <a:pt x="20062" y="4628"/>
                  </a:lnTo>
                  <a:lnTo>
                    <a:pt x="19415" y="2810"/>
                  </a:lnTo>
                  <a:lnTo>
                    <a:pt x="18889" y="1377"/>
                  </a:lnTo>
                  <a:close/>
                </a:path>
              </a:pathLst>
            </a:custGeom>
            <a:solidFill>
              <a:srgbClr val="FFBE7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803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12840" y="563517"/>
            <a:ext cx="3312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IC </a:t>
            </a:r>
            <a:r>
              <a:rPr lang="ko-KR" altLang="en-US" dirty="0" smtClean="0"/>
              <a:t>확인 요청</a:t>
            </a:r>
            <a:r>
              <a:rPr lang="en-US" altLang="ko-KR" dirty="0" smtClean="0"/>
              <a:t>.</a:t>
            </a:r>
          </a:p>
          <a:p>
            <a:pPr algn="ctr"/>
            <a:endParaRPr lang="ko-KR" altLang="en-US" dirty="0" smtClean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482590"/>
              </p:ext>
            </p:extLst>
          </p:nvPr>
        </p:nvGraphicFramePr>
        <p:xfrm>
          <a:off x="1316596" y="1082823"/>
          <a:ext cx="6984776" cy="1266057"/>
        </p:xfrm>
        <a:graphic>
          <a:graphicData uri="http://schemas.openxmlformats.org/drawingml/2006/table">
            <a:tbl>
              <a:tblPr/>
              <a:tblGrid>
                <a:gridCol w="432048"/>
                <a:gridCol w="590400"/>
                <a:gridCol w="476368"/>
                <a:gridCol w="1986803"/>
                <a:gridCol w="1766047"/>
                <a:gridCol w="975973"/>
                <a:gridCol w="757137"/>
              </a:tblGrid>
              <a:tr h="2759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Item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Typ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Qty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Part Name            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Value                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TEMP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STORAGE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</a:tr>
              <a:tr h="2280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WLR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IC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RTL8309SB,           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RTL8309SB(RTL8309SC) 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0~+70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-55~+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VOIP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IC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AC494, BGA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AC494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0~+70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-65~+150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IC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W5100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W5100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0~+80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-55~+120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SSD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MEMORY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OWC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OWC 120G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0~ +70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-55 ~ +150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CPU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CPU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MS Sans Serif"/>
                        </a:rPr>
                        <a:t>CONGA-X945/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MS Sans Serif"/>
                        </a:rPr>
                        <a:t>CONGA-X945/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 ~ +60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-20</a:t>
                      </a:r>
                      <a:r>
                        <a:rPr lang="en-US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~ +80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6576" y="709274"/>
            <a:ext cx="3312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dirty="0" smtClean="0"/>
          </a:p>
          <a:p>
            <a:pPr algn="ctr"/>
            <a:endParaRPr lang="ko-KR" altLang="en-US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1225144" y="2564904"/>
            <a:ext cx="621676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- FDR </a:t>
            </a:r>
            <a:r>
              <a:rPr lang="ko-KR" altLang="en-US" dirty="0" err="1"/>
              <a:t>미팅시</a:t>
            </a:r>
            <a:r>
              <a:rPr lang="ko-KR" altLang="en-US" dirty="0"/>
              <a:t> 제출한 </a:t>
            </a:r>
            <a:r>
              <a:rPr lang="en-US" altLang="ko-KR" dirty="0"/>
              <a:t>IC </a:t>
            </a:r>
            <a:r>
              <a:rPr lang="ko-KR" altLang="en-US" dirty="0" smtClean="0"/>
              <a:t>온도리스트에 위 내용이 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- </a:t>
            </a:r>
            <a:r>
              <a:rPr lang="ko-KR" altLang="en-US" dirty="0" smtClean="0"/>
              <a:t>모든 </a:t>
            </a:r>
            <a:r>
              <a:rPr lang="en-US" altLang="ko-KR" dirty="0" smtClean="0"/>
              <a:t>PCB IC</a:t>
            </a:r>
            <a:r>
              <a:rPr lang="ko-KR" altLang="en-US" dirty="0" smtClean="0"/>
              <a:t>는</a:t>
            </a:r>
            <a:r>
              <a:rPr lang="en-US" altLang="ko-KR" dirty="0" smtClean="0"/>
              <a:t> -20 ℃</a:t>
            </a:r>
            <a:r>
              <a:rPr lang="ko-KR" altLang="en-US" dirty="0" smtClean="0"/>
              <a:t> 온도 </a:t>
            </a:r>
            <a:r>
              <a:rPr lang="ko-KR" altLang="en-US" dirty="0" err="1" smtClean="0"/>
              <a:t>스펙을</a:t>
            </a:r>
            <a:r>
              <a:rPr lang="ko-KR" altLang="en-US" dirty="0" smtClean="0"/>
              <a:t> 만족 한다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  하지만</a:t>
            </a:r>
            <a:r>
              <a:rPr lang="en-US" altLang="ko-KR" dirty="0" smtClean="0"/>
              <a:t> </a:t>
            </a:r>
            <a:r>
              <a:rPr lang="ko-KR" altLang="en-US" dirty="0" smtClean="0"/>
              <a:t>일부 위 </a:t>
            </a:r>
            <a:r>
              <a:rPr lang="en-US" altLang="ko-KR" dirty="0" smtClean="0"/>
              <a:t>5</a:t>
            </a:r>
            <a:r>
              <a:rPr lang="ko-KR" altLang="en-US" dirty="0" smtClean="0"/>
              <a:t>개 </a:t>
            </a:r>
            <a:r>
              <a:rPr lang="en-US" altLang="ko-KR" dirty="0" smtClean="0"/>
              <a:t>IC</a:t>
            </a:r>
            <a:r>
              <a:rPr lang="ko-KR" altLang="en-US" dirty="0" smtClean="0"/>
              <a:t>에</a:t>
            </a:r>
            <a:r>
              <a:rPr lang="en-US" altLang="ko-KR" dirty="0" smtClean="0"/>
              <a:t> </a:t>
            </a:r>
            <a:r>
              <a:rPr lang="ko-KR" altLang="en-US" dirty="0" smtClean="0"/>
              <a:t>대하여 </a:t>
            </a:r>
            <a:r>
              <a:rPr lang="ko-KR" altLang="en-US" dirty="0" err="1"/>
              <a:t>덴버</a:t>
            </a:r>
            <a:r>
              <a:rPr lang="ko-KR" altLang="en-US" dirty="0"/>
              <a:t> 확인을 받고 싶다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r>
              <a:rPr lang="en-US" altLang="ko-KR" dirty="0" smtClean="0"/>
              <a:t>- </a:t>
            </a:r>
            <a:r>
              <a:rPr lang="ko-KR" altLang="en-US" dirty="0" smtClean="0"/>
              <a:t>기능 구현에 있어 꼭 필요한 </a:t>
            </a:r>
            <a:r>
              <a:rPr lang="en-US" altLang="ko-KR" dirty="0" smtClean="0"/>
              <a:t>IC CHIP</a:t>
            </a:r>
            <a:r>
              <a:rPr lang="ko-KR" altLang="en-US" dirty="0" smtClean="0"/>
              <a:t>이며</a:t>
            </a:r>
            <a:r>
              <a:rPr lang="en-US" altLang="ko-KR" dirty="0" smtClean="0"/>
              <a:t>, </a:t>
            </a:r>
          </a:p>
          <a:p>
            <a:r>
              <a:rPr lang="en-US" altLang="ko-KR" dirty="0" smtClean="0"/>
              <a:t>   SEPTA </a:t>
            </a:r>
            <a:r>
              <a:rPr lang="ko-KR" altLang="en-US" dirty="0" smtClean="0"/>
              <a:t>프로젝트 에서도 승인 받은 적이 있다</a:t>
            </a:r>
            <a:r>
              <a:rPr lang="en-US" altLang="ko-K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795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/>
          <p:nvPr/>
        </p:nvSpPr>
        <p:spPr>
          <a:xfrm>
            <a:off x="2562596" y="1916832"/>
            <a:ext cx="4953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  <a:p>
            <a:r>
              <a:rPr lang="ko-KR" altLang="en-US" dirty="0"/>
              <a:t>전원용 </a:t>
            </a:r>
            <a:r>
              <a:rPr lang="en-US" altLang="ko-KR" dirty="0"/>
              <a:t>: 100G1121-0.75-</a:t>
            </a:r>
            <a:r>
              <a:rPr lang="en-US" altLang="ko-KR" dirty="0" smtClean="0"/>
              <a:t>– </a:t>
            </a:r>
            <a:r>
              <a:rPr lang="en-US" altLang="ko-KR" dirty="0"/>
              <a:t>0/9</a:t>
            </a:r>
          </a:p>
          <a:p>
            <a:r>
              <a:rPr lang="en-US" dirty="0"/>
              <a:t> </a:t>
            </a:r>
          </a:p>
          <a:p>
            <a:r>
              <a:rPr lang="ko-KR" altLang="en-US" dirty="0"/>
              <a:t>통신용 </a:t>
            </a:r>
            <a:r>
              <a:rPr lang="en-US" altLang="ko-KR" dirty="0"/>
              <a:t>: 100G1121 – 0.5 – 0/9</a:t>
            </a:r>
          </a:p>
          <a:p>
            <a:r>
              <a:rPr lang="en-US" dirty="0"/>
              <a:t> </a:t>
            </a:r>
          </a:p>
          <a:p>
            <a:r>
              <a:rPr lang="ko-KR" altLang="en-US" dirty="0"/>
              <a:t>음성용 </a:t>
            </a:r>
            <a:r>
              <a:rPr lang="en-US" altLang="ko-KR" dirty="0"/>
              <a:t>: 100G1141 – 0.5 – 0/2/6/9</a:t>
            </a:r>
          </a:p>
          <a:p>
            <a:r>
              <a:rPr lang="en-US" dirty="0"/>
              <a:t> </a:t>
            </a:r>
          </a:p>
          <a:p>
            <a:r>
              <a:rPr lang="ko-KR" altLang="en-US" dirty="0" smtClean="0"/>
              <a:t>기</a:t>
            </a:r>
            <a:r>
              <a:rPr lang="ko-KR" altLang="en-US" dirty="0"/>
              <a:t>타</a:t>
            </a:r>
            <a:r>
              <a:rPr lang="ko-KR" altLang="en-US" dirty="0" smtClean="0"/>
              <a:t> </a:t>
            </a:r>
            <a:r>
              <a:rPr lang="en-US" altLang="ko-KR" dirty="0"/>
              <a:t>: 100G0111 – 0.5 - </a:t>
            </a:r>
            <a:r>
              <a:rPr lang="en-US" altLang="ko-KR" dirty="0" smtClean="0"/>
              <a:t>0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947294" y="692696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장치 내부 케이블 사양  </a:t>
            </a:r>
            <a:endParaRPr lang="en-US" altLang="ko-KR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1308320" y="1412776"/>
            <a:ext cx="73078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우진산전</a:t>
            </a:r>
            <a:r>
              <a:rPr lang="ko-KR" altLang="en-US" dirty="0" smtClean="0"/>
              <a:t> 제품 내부 배선을 </a:t>
            </a:r>
            <a:r>
              <a:rPr lang="en-US" altLang="ko-KR" dirty="0" smtClean="0"/>
              <a:t>Tyco Electronics </a:t>
            </a:r>
            <a:r>
              <a:rPr lang="ko-KR" altLang="en-US" dirty="0" smtClean="0"/>
              <a:t>전선을 사용할 예정이다</a:t>
            </a:r>
            <a:r>
              <a:rPr lang="en-US" altLang="ko-KR" dirty="0" smtClean="0"/>
              <a:t>.</a:t>
            </a:r>
          </a:p>
          <a:p>
            <a:r>
              <a:rPr lang="ko-KR" altLang="en-US" dirty="0" err="1" smtClean="0"/>
              <a:t>우진산전</a:t>
            </a:r>
            <a:r>
              <a:rPr lang="ko-KR" altLang="en-US" dirty="0" smtClean="0"/>
              <a:t> 제품에 참고가 되었으면 한다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7632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367</Words>
  <Application>Microsoft Office PowerPoint</Application>
  <PresentationFormat>A4 용지(210x297mm)</PresentationFormat>
  <Paragraphs>97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JDS_SSD</dc:creator>
  <cp:lastModifiedBy>JDS_SSD</cp:lastModifiedBy>
  <cp:revision>25</cp:revision>
  <dcterms:created xsi:type="dcterms:W3CDTF">2012-01-05T06:34:41Z</dcterms:created>
  <dcterms:modified xsi:type="dcterms:W3CDTF">2012-01-06T06:21:29Z</dcterms:modified>
</cp:coreProperties>
</file>