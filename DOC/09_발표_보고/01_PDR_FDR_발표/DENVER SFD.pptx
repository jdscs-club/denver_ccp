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82" r:id="rId2"/>
    <p:sldId id="256" r:id="rId3"/>
    <p:sldId id="258" r:id="rId4"/>
    <p:sldId id="275" r:id="rId5"/>
    <p:sldId id="283" r:id="rId6"/>
    <p:sldId id="285" r:id="rId7"/>
    <p:sldId id="260" r:id="rId8"/>
    <p:sldId id="261" r:id="rId9"/>
    <p:sldId id="262" r:id="rId10"/>
    <p:sldId id="278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3" r:id="rId21"/>
    <p:sldId id="274" r:id="rId22"/>
    <p:sldId id="276" r:id="rId23"/>
    <p:sldId id="277" r:id="rId24"/>
    <p:sldId id="279" r:id="rId25"/>
    <p:sldId id="280" r:id="rId26"/>
    <p:sldId id="281" r:id="rId27"/>
  </p:sldIdLst>
  <p:sldSz cx="9906000" cy="6858000" type="A4"/>
  <p:notesSz cx="6807200" cy="9939338"/>
  <p:defaultTextStyle>
    <a:defPPr>
      <a:defRPr lang="ko-KR"/>
    </a:defPPr>
    <a:lvl1pPr marL="0" algn="l" defTabSz="957697" rtl="0" eaLnBrk="1" latinLnBrk="1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78849" algn="l" defTabSz="957697" rtl="0" eaLnBrk="1" latinLnBrk="1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57697" algn="l" defTabSz="957697" rtl="0" eaLnBrk="1" latinLnBrk="1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436546" algn="l" defTabSz="957697" rtl="0" eaLnBrk="1" latinLnBrk="1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915395" algn="l" defTabSz="957697" rtl="0" eaLnBrk="1" latinLnBrk="1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394243" algn="l" defTabSz="957697" rtl="0" eaLnBrk="1" latinLnBrk="1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873092" algn="l" defTabSz="957697" rtl="0" eaLnBrk="1" latinLnBrk="1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351940" algn="l" defTabSz="957697" rtl="0" eaLnBrk="1" latinLnBrk="1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830788" algn="l" defTabSz="957697" rtl="0" eaLnBrk="1" latinLnBrk="1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15620"/>
    <p:restoredTop sz="94223" autoAdjust="0"/>
  </p:normalViewPr>
  <p:slideViewPr>
    <p:cSldViewPr>
      <p:cViewPr varScale="1">
        <p:scale>
          <a:sx n="91" d="100"/>
          <a:sy n="91" d="100"/>
        </p:scale>
        <p:origin x="-312" y="-9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6CC34F-6E22-457D-A1B6-BFEDBAD963A7}" type="datetimeFigureOut">
              <a:rPr lang="ko-KR" altLang="en-US" smtClean="0"/>
              <a:t>2012-04-04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12788" y="746125"/>
            <a:ext cx="5381625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720" y="4721186"/>
            <a:ext cx="5445760" cy="447270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D13011-2D64-4F38-94B6-C47CB4D1D6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1549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19046" rtl="0" eaLnBrk="1" latinLnBrk="1" hangingPunct="1">
      <a:defRPr sz="1000" kern="1200">
        <a:solidFill>
          <a:schemeClr val="tx1"/>
        </a:solidFill>
        <a:latin typeface="+mn-lt"/>
        <a:ea typeface="+mn-ea"/>
        <a:cs typeface="+mn-cs"/>
      </a:defRPr>
    </a:lvl1pPr>
    <a:lvl2pPr marL="359523" algn="l" defTabSz="719046" rtl="0" eaLnBrk="1" latinLnBrk="1" hangingPunct="1">
      <a:defRPr sz="1000" kern="1200">
        <a:solidFill>
          <a:schemeClr val="tx1"/>
        </a:solidFill>
        <a:latin typeface="+mn-lt"/>
        <a:ea typeface="+mn-ea"/>
        <a:cs typeface="+mn-cs"/>
      </a:defRPr>
    </a:lvl2pPr>
    <a:lvl3pPr marL="719046" algn="l" defTabSz="719046" rtl="0" eaLnBrk="1" latinLnBrk="1" hangingPunct="1">
      <a:defRPr sz="1000" kern="1200">
        <a:solidFill>
          <a:schemeClr val="tx1"/>
        </a:solidFill>
        <a:latin typeface="+mn-lt"/>
        <a:ea typeface="+mn-ea"/>
        <a:cs typeface="+mn-cs"/>
      </a:defRPr>
    </a:lvl3pPr>
    <a:lvl4pPr marL="1078569" algn="l" defTabSz="719046" rtl="0" eaLnBrk="1" latinLnBrk="1" hangingPunct="1">
      <a:defRPr sz="1000" kern="1200">
        <a:solidFill>
          <a:schemeClr val="tx1"/>
        </a:solidFill>
        <a:latin typeface="+mn-lt"/>
        <a:ea typeface="+mn-ea"/>
        <a:cs typeface="+mn-cs"/>
      </a:defRPr>
    </a:lvl4pPr>
    <a:lvl5pPr marL="1438092" algn="l" defTabSz="719046" rtl="0" eaLnBrk="1" latinLnBrk="1" hangingPunct="1">
      <a:defRPr sz="1000" kern="1200">
        <a:solidFill>
          <a:schemeClr val="tx1"/>
        </a:solidFill>
        <a:latin typeface="+mn-lt"/>
        <a:ea typeface="+mn-ea"/>
        <a:cs typeface="+mn-cs"/>
      </a:defRPr>
    </a:lvl5pPr>
    <a:lvl6pPr marL="1797615" algn="l" defTabSz="719046" rtl="0" eaLnBrk="1" latinLnBrk="1" hangingPunct="1">
      <a:defRPr sz="1000" kern="1200">
        <a:solidFill>
          <a:schemeClr val="tx1"/>
        </a:solidFill>
        <a:latin typeface="+mn-lt"/>
        <a:ea typeface="+mn-ea"/>
        <a:cs typeface="+mn-cs"/>
      </a:defRPr>
    </a:lvl6pPr>
    <a:lvl7pPr marL="2157138" algn="l" defTabSz="719046" rtl="0" eaLnBrk="1" latinLnBrk="1" hangingPunct="1">
      <a:defRPr sz="1000" kern="1200">
        <a:solidFill>
          <a:schemeClr val="tx1"/>
        </a:solidFill>
        <a:latin typeface="+mn-lt"/>
        <a:ea typeface="+mn-ea"/>
        <a:cs typeface="+mn-cs"/>
      </a:defRPr>
    </a:lvl7pPr>
    <a:lvl8pPr marL="2516660" algn="l" defTabSz="719046" rtl="0" eaLnBrk="1" latinLnBrk="1" hangingPunct="1">
      <a:defRPr sz="1000" kern="1200">
        <a:solidFill>
          <a:schemeClr val="tx1"/>
        </a:solidFill>
        <a:latin typeface="+mn-lt"/>
        <a:ea typeface="+mn-ea"/>
        <a:cs typeface="+mn-cs"/>
      </a:defRPr>
    </a:lvl8pPr>
    <a:lvl9pPr marL="2876184" algn="l" defTabSz="719046" rtl="0" eaLnBrk="1" latinLnBrk="1" hangingPunct="1">
      <a:defRPr sz="10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2788" y="746125"/>
            <a:ext cx="5381625" cy="3725863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D13011-2D64-4F38-94B6-C47CB4D1D697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90891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1" y="2130426"/>
            <a:ext cx="84201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788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576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365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153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3942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7309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519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307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6FA58-55DE-42C6-B937-A63A360EAF2A}" type="datetimeFigureOut">
              <a:rPr lang="ko-KR" altLang="en-US" smtClean="0"/>
              <a:pPr/>
              <a:t>2012-04-04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F0E6F-8898-4550-8B8E-1F9F33E9179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056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6FA58-55DE-42C6-B937-A63A360EAF2A}" type="datetimeFigureOut">
              <a:rPr lang="ko-KR" altLang="en-US" smtClean="0"/>
              <a:pPr/>
              <a:t>2012-04-04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F0E6F-8898-4550-8B8E-1F9F33E9179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1804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2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506" y="2906715"/>
            <a:ext cx="8420100" cy="1500187"/>
          </a:xfrm>
        </p:spPr>
        <p:txBody>
          <a:bodyPr anchor="b"/>
          <a:lstStyle>
            <a:lvl1pPr marL="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1pPr>
            <a:lvl2pPr marL="478849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2pPr>
            <a:lvl3pPr marL="95769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436546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4pPr>
            <a:lvl5pPr marL="1915395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5pPr>
            <a:lvl6pPr marL="2394243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6pPr>
            <a:lvl7pPr marL="28730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7pPr>
            <a:lvl8pPr marL="335194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8pPr>
            <a:lvl9pPr marL="3830788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6FA58-55DE-42C6-B937-A63A360EAF2A}" type="datetimeFigureOut">
              <a:rPr lang="ko-KR" altLang="en-US" smtClean="0"/>
              <a:pPr/>
              <a:t>2012-04-04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F0E6F-8898-4550-8B8E-1F9F33E9179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4974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60400" y="2132015"/>
            <a:ext cx="5854172" cy="6027737"/>
          </a:xfrm>
        </p:spPr>
        <p:txBody>
          <a:bodyPr/>
          <a:lstStyle>
            <a:lvl1pPr>
              <a:defRPr sz="2900"/>
            </a:lvl1pPr>
            <a:lvl2pPr>
              <a:defRPr sz="2500"/>
            </a:lvl2pPr>
            <a:lvl3pPr>
              <a:defRPr sz="21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679671" y="2132015"/>
            <a:ext cx="5854172" cy="6027737"/>
          </a:xfrm>
        </p:spPr>
        <p:txBody>
          <a:bodyPr/>
          <a:lstStyle>
            <a:lvl1pPr>
              <a:defRPr sz="2900"/>
            </a:lvl1pPr>
            <a:lvl2pPr>
              <a:defRPr sz="2500"/>
            </a:lvl2pPr>
            <a:lvl3pPr>
              <a:defRPr sz="21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6FA58-55DE-42C6-B937-A63A360EAF2A}" type="datetimeFigureOut">
              <a:rPr lang="ko-KR" altLang="en-US" smtClean="0"/>
              <a:pPr/>
              <a:t>2012-04-04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F0E6F-8898-4550-8B8E-1F9F33E9179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75903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9"/>
            <a:ext cx="8915400" cy="1143001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1" y="1535115"/>
            <a:ext cx="4376870" cy="639761"/>
          </a:xfrm>
        </p:spPr>
        <p:txBody>
          <a:bodyPr anchor="b"/>
          <a:lstStyle>
            <a:lvl1pPr marL="0" indent="0">
              <a:buNone/>
              <a:defRPr sz="2500" b="1"/>
            </a:lvl1pPr>
            <a:lvl2pPr marL="478849" indent="0">
              <a:buNone/>
              <a:defRPr sz="2100" b="1"/>
            </a:lvl2pPr>
            <a:lvl3pPr marL="957697" indent="0">
              <a:buNone/>
              <a:defRPr sz="1900" b="1"/>
            </a:lvl3pPr>
            <a:lvl4pPr marL="1436546" indent="0">
              <a:buNone/>
              <a:defRPr sz="1600" b="1"/>
            </a:lvl4pPr>
            <a:lvl5pPr marL="1915395" indent="0">
              <a:buNone/>
              <a:defRPr sz="1600" b="1"/>
            </a:lvl5pPr>
            <a:lvl6pPr marL="2394243" indent="0">
              <a:buNone/>
              <a:defRPr sz="1600" b="1"/>
            </a:lvl6pPr>
            <a:lvl7pPr marL="2873092" indent="0">
              <a:buNone/>
              <a:defRPr sz="1600" b="1"/>
            </a:lvl7pPr>
            <a:lvl8pPr marL="3351940" indent="0">
              <a:buNone/>
              <a:defRPr sz="1600" b="1"/>
            </a:lvl8pPr>
            <a:lvl9pPr marL="3830788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1" y="2174875"/>
            <a:ext cx="4376870" cy="3951288"/>
          </a:xfrm>
        </p:spPr>
        <p:txBody>
          <a:bodyPr/>
          <a:lstStyle>
            <a:lvl1pPr>
              <a:defRPr sz="2500"/>
            </a:lvl1pPr>
            <a:lvl2pPr>
              <a:defRPr sz="2100"/>
            </a:lvl2pPr>
            <a:lvl3pPr>
              <a:defRPr sz="19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111" y="1535115"/>
            <a:ext cx="4378591" cy="639761"/>
          </a:xfrm>
        </p:spPr>
        <p:txBody>
          <a:bodyPr anchor="b"/>
          <a:lstStyle>
            <a:lvl1pPr marL="0" indent="0">
              <a:buNone/>
              <a:defRPr sz="2500" b="1"/>
            </a:lvl1pPr>
            <a:lvl2pPr marL="478849" indent="0">
              <a:buNone/>
              <a:defRPr sz="2100" b="1"/>
            </a:lvl2pPr>
            <a:lvl3pPr marL="957697" indent="0">
              <a:buNone/>
              <a:defRPr sz="1900" b="1"/>
            </a:lvl3pPr>
            <a:lvl4pPr marL="1436546" indent="0">
              <a:buNone/>
              <a:defRPr sz="1600" b="1"/>
            </a:lvl4pPr>
            <a:lvl5pPr marL="1915395" indent="0">
              <a:buNone/>
              <a:defRPr sz="1600" b="1"/>
            </a:lvl5pPr>
            <a:lvl6pPr marL="2394243" indent="0">
              <a:buNone/>
              <a:defRPr sz="1600" b="1"/>
            </a:lvl6pPr>
            <a:lvl7pPr marL="2873092" indent="0">
              <a:buNone/>
              <a:defRPr sz="1600" b="1"/>
            </a:lvl7pPr>
            <a:lvl8pPr marL="3351940" indent="0">
              <a:buNone/>
              <a:defRPr sz="1600" b="1"/>
            </a:lvl8pPr>
            <a:lvl9pPr marL="3830788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1" cy="3951288"/>
          </a:xfrm>
        </p:spPr>
        <p:txBody>
          <a:bodyPr/>
          <a:lstStyle>
            <a:lvl1pPr>
              <a:defRPr sz="2500"/>
            </a:lvl1pPr>
            <a:lvl2pPr>
              <a:defRPr sz="2100"/>
            </a:lvl2pPr>
            <a:lvl3pPr>
              <a:defRPr sz="19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6FA58-55DE-42C6-B937-A63A360EAF2A}" type="datetimeFigureOut">
              <a:rPr lang="ko-KR" altLang="en-US" smtClean="0"/>
              <a:pPr/>
              <a:t>2012-04-04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F0E6F-8898-4550-8B8E-1F9F33E9179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879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6FA58-55DE-42C6-B937-A63A360EAF2A}" type="datetimeFigureOut">
              <a:rPr lang="ko-KR" altLang="en-US" smtClean="0"/>
              <a:pPr/>
              <a:t>2012-04-04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F0E6F-8898-4550-8B8E-1F9F33E9179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80407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6FA58-55DE-42C6-B937-A63A360EAF2A}" type="datetimeFigureOut">
              <a:rPr lang="ko-KR" altLang="en-US" smtClean="0"/>
              <a:pPr/>
              <a:t>2012-04-04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F0E6F-8898-4550-8B8E-1F9F33E9179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4435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2" y="273050"/>
            <a:ext cx="3259006" cy="1162050"/>
          </a:xfrm>
        </p:spPr>
        <p:txBody>
          <a:bodyPr anchor="b"/>
          <a:lstStyle>
            <a:lvl1pPr algn="l">
              <a:defRPr sz="21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973" y="273052"/>
            <a:ext cx="5537728" cy="5853113"/>
          </a:xfrm>
        </p:spPr>
        <p:txBody>
          <a:bodyPr/>
          <a:lstStyle>
            <a:lvl1pPr>
              <a:defRPr sz="3400"/>
            </a:lvl1pPr>
            <a:lvl2pPr>
              <a:defRPr sz="2900"/>
            </a:lvl2pPr>
            <a:lvl3pPr>
              <a:defRPr sz="25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2" y="1435101"/>
            <a:ext cx="3259006" cy="4691063"/>
          </a:xfrm>
        </p:spPr>
        <p:txBody>
          <a:bodyPr/>
          <a:lstStyle>
            <a:lvl1pPr marL="0" indent="0">
              <a:buNone/>
              <a:defRPr sz="1500"/>
            </a:lvl1pPr>
            <a:lvl2pPr marL="478849" indent="0">
              <a:buNone/>
              <a:defRPr sz="1300"/>
            </a:lvl2pPr>
            <a:lvl3pPr marL="957697" indent="0">
              <a:buNone/>
              <a:defRPr sz="1000"/>
            </a:lvl3pPr>
            <a:lvl4pPr marL="1436546" indent="0">
              <a:buNone/>
              <a:defRPr sz="1000"/>
            </a:lvl4pPr>
            <a:lvl5pPr marL="1915395" indent="0">
              <a:buNone/>
              <a:defRPr sz="1000"/>
            </a:lvl5pPr>
            <a:lvl6pPr marL="2394243" indent="0">
              <a:buNone/>
              <a:defRPr sz="1000"/>
            </a:lvl6pPr>
            <a:lvl7pPr marL="2873092" indent="0">
              <a:buNone/>
              <a:defRPr sz="1000"/>
            </a:lvl7pPr>
            <a:lvl8pPr marL="3351940" indent="0">
              <a:buNone/>
              <a:defRPr sz="1000"/>
            </a:lvl8pPr>
            <a:lvl9pPr marL="3830788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6FA58-55DE-42C6-B937-A63A360EAF2A}" type="datetimeFigureOut">
              <a:rPr lang="ko-KR" altLang="en-US" smtClean="0"/>
              <a:pPr/>
              <a:t>2012-04-04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F0E6F-8898-4550-8B8E-1F9F33E9179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0561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9"/>
          </a:xfrm>
        </p:spPr>
        <p:txBody>
          <a:bodyPr anchor="b"/>
          <a:lstStyle>
            <a:lvl1pPr algn="l">
              <a:defRPr sz="21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400"/>
            </a:lvl1pPr>
            <a:lvl2pPr marL="478849" indent="0">
              <a:buNone/>
              <a:defRPr sz="2900"/>
            </a:lvl2pPr>
            <a:lvl3pPr marL="957697" indent="0">
              <a:buNone/>
              <a:defRPr sz="2500"/>
            </a:lvl3pPr>
            <a:lvl4pPr marL="1436546" indent="0">
              <a:buNone/>
              <a:defRPr sz="2100"/>
            </a:lvl4pPr>
            <a:lvl5pPr marL="1915395" indent="0">
              <a:buNone/>
              <a:defRPr sz="2100"/>
            </a:lvl5pPr>
            <a:lvl6pPr marL="2394243" indent="0">
              <a:buNone/>
              <a:defRPr sz="2100"/>
            </a:lvl6pPr>
            <a:lvl7pPr marL="2873092" indent="0">
              <a:buNone/>
              <a:defRPr sz="2100"/>
            </a:lvl7pPr>
            <a:lvl8pPr marL="3351940" indent="0">
              <a:buNone/>
              <a:defRPr sz="2100"/>
            </a:lvl8pPr>
            <a:lvl9pPr marL="3830788" indent="0">
              <a:buNone/>
              <a:defRPr sz="21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645" y="5367340"/>
            <a:ext cx="5943600" cy="804861"/>
          </a:xfrm>
        </p:spPr>
        <p:txBody>
          <a:bodyPr/>
          <a:lstStyle>
            <a:lvl1pPr marL="0" indent="0">
              <a:buNone/>
              <a:defRPr sz="1500"/>
            </a:lvl1pPr>
            <a:lvl2pPr marL="478849" indent="0">
              <a:buNone/>
              <a:defRPr sz="1300"/>
            </a:lvl2pPr>
            <a:lvl3pPr marL="957697" indent="0">
              <a:buNone/>
              <a:defRPr sz="1000"/>
            </a:lvl3pPr>
            <a:lvl4pPr marL="1436546" indent="0">
              <a:buNone/>
              <a:defRPr sz="1000"/>
            </a:lvl4pPr>
            <a:lvl5pPr marL="1915395" indent="0">
              <a:buNone/>
              <a:defRPr sz="1000"/>
            </a:lvl5pPr>
            <a:lvl6pPr marL="2394243" indent="0">
              <a:buNone/>
              <a:defRPr sz="1000"/>
            </a:lvl6pPr>
            <a:lvl7pPr marL="2873092" indent="0">
              <a:buNone/>
              <a:defRPr sz="1000"/>
            </a:lvl7pPr>
            <a:lvl8pPr marL="3351940" indent="0">
              <a:buNone/>
              <a:defRPr sz="1000"/>
            </a:lvl8pPr>
            <a:lvl9pPr marL="3830788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6FA58-55DE-42C6-B937-A63A360EAF2A}" type="datetimeFigureOut">
              <a:rPr lang="ko-KR" altLang="en-US" smtClean="0"/>
              <a:pPr/>
              <a:t>2012-04-04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F0E6F-8898-4550-8B8E-1F9F33E9179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6579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6FA58-55DE-42C6-B937-A63A360EAF2A}" type="datetimeFigureOut">
              <a:rPr lang="ko-KR" altLang="en-US" smtClean="0"/>
              <a:pPr/>
              <a:t>2012-04-04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F0E6F-8898-4550-8B8E-1F9F33E9179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6367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9565484" y="365127"/>
            <a:ext cx="2968359" cy="77946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60401" y="365127"/>
            <a:ext cx="8739981" cy="77946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6FA58-55DE-42C6-B937-A63A360EAF2A}" type="datetimeFigureOut">
              <a:rPr lang="ko-KR" altLang="en-US" smtClean="0"/>
              <a:pPr/>
              <a:t>2012-04-04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EF0E6F-8898-4550-8B8E-1F9F33E9179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4708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95300" y="274639"/>
            <a:ext cx="8915400" cy="1143001"/>
          </a:xfrm>
          <a:prstGeom prst="rect">
            <a:avLst/>
          </a:prstGeom>
        </p:spPr>
        <p:txBody>
          <a:bodyPr vert="horz" lIns="95770" tIns="47885" rIns="95770" bIns="47885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 vert="horz" lIns="95770" tIns="47885" rIns="95770" bIns="47885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1" y="6356352"/>
            <a:ext cx="2311400" cy="365125"/>
          </a:xfrm>
          <a:prstGeom prst="rect">
            <a:avLst/>
          </a:prstGeom>
        </p:spPr>
        <p:txBody>
          <a:bodyPr vert="horz" lIns="95770" tIns="47885" rIns="95770" bIns="47885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C6FA58-55DE-42C6-B937-A63A360EAF2A}" type="datetimeFigureOut">
              <a:rPr lang="ko-KR" altLang="en-US" smtClean="0"/>
              <a:pPr/>
              <a:t>2012-04-04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2"/>
            <a:ext cx="3136900" cy="365125"/>
          </a:xfrm>
          <a:prstGeom prst="rect">
            <a:avLst/>
          </a:prstGeom>
        </p:spPr>
        <p:txBody>
          <a:bodyPr vert="horz" lIns="95770" tIns="47885" rIns="95770" bIns="47885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9300" y="6356352"/>
            <a:ext cx="2311400" cy="365125"/>
          </a:xfrm>
          <a:prstGeom prst="rect">
            <a:avLst/>
          </a:prstGeom>
        </p:spPr>
        <p:txBody>
          <a:bodyPr vert="horz" lIns="95770" tIns="47885" rIns="95770" bIns="47885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EF0E6F-8898-4550-8B8E-1F9F33E9179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2039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57697" rtl="0" eaLnBrk="1" latinLnBrk="1" hangingPunct="1">
        <a:spcBef>
          <a:spcPct val="0"/>
        </a:spcBef>
        <a:buNone/>
        <a:defRPr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9137" indent="-359137" algn="l" defTabSz="957697" rtl="0" eaLnBrk="1" latinLnBrk="1" hangingPunct="1">
        <a:spcBef>
          <a:spcPct val="20000"/>
        </a:spcBef>
        <a:buFont typeface="Arial" pitchFamily="34" charset="0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1pPr>
      <a:lvl2pPr marL="778129" indent="-299280" algn="l" defTabSz="957697" rtl="0" eaLnBrk="1" latinLnBrk="1" hangingPunct="1">
        <a:spcBef>
          <a:spcPct val="20000"/>
        </a:spcBef>
        <a:buFont typeface="Arial" pitchFamily="34" charset="0"/>
        <a:buChar char="–"/>
        <a:defRPr sz="2900" kern="1200">
          <a:solidFill>
            <a:schemeClr val="tx1"/>
          </a:solidFill>
          <a:latin typeface="+mn-lt"/>
          <a:ea typeface="+mn-ea"/>
          <a:cs typeface="+mn-cs"/>
        </a:defRPr>
      </a:lvl2pPr>
      <a:lvl3pPr marL="1197121" indent="-239424" algn="l" defTabSz="957697" rtl="0" eaLnBrk="1" latinLnBrk="1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3pPr>
      <a:lvl4pPr marL="1675970" indent="-239424" algn="l" defTabSz="957697" rtl="0" eaLnBrk="1" latinLnBrk="1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54819" indent="-239424" algn="l" defTabSz="957697" rtl="0" eaLnBrk="1" latinLnBrk="1" hangingPunct="1">
        <a:spcBef>
          <a:spcPct val="20000"/>
        </a:spcBef>
        <a:buFont typeface="Arial" pitchFamily="34" charset="0"/>
        <a:buChar char="»"/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33668" indent="-239424" algn="l" defTabSz="957697" rtl="0" eaLnBrk="1" latinLnBrk="1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12516" indent="-239424" algn="l" defTabSz="957697" rtl="0" eaLnBrk="1" latinLnBrk="1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591364" indent="-239424" algn="l" defTabSz="957697" rtl="0" eaLnBrk="1" latinLnBrk="1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070214" indent="-239424" algn="l" defTabSz="957697" rtl="0" eaLnBrk="1" latinLnBrk="1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5769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78849" algn="l" defTabSz="95769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57697" algn="l" defTabSz="95769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36546" algn="l" defTabSz="95769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15395" algn="l" defTabSz="95769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394243" algn="l" defTabSz="95769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73092" algn="l" defTabSz="95769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51940" algn="l" defTabSz="95769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30788" algn="l" defTabSz="957697" rtl="0" eaLnBrk="1" latinLnBrk="1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JDS_SSD\Desktop\JDS_PRO\DENVER\설계\DENVER 그림\DPH SWITCH.bm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464" y="497136"/>
            <a:ext cx="5313338" cy="4300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JDS_SSD\Desktop\JDS_PRO\DENVER\설계\DENVER 그림\DPH SWITCHLESS.bmp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3092" y="2247280"/>
            <a:ext cx="5238527" cy="4280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모서리가 둥근 직사각형 3"/>
          <p:cNvSpPr/>
          <p:nvPr/>
        </p:nvSpPr>
        <p:spPr>
          <a:xfrm>
            <a:off x="1064568" y="1124744"/>
            <a:ext cx="792088" cy="187220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 w="38100">
                <a:solidFill>
                  <a:schemeClr val="tx1"/>
                </a:solidFill>
              </a:ln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5045758" y="2780928"/>
            <a:ext cx="792088" cy="187220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 w="38100">
                <a:solidFill>
                  <a:schemeClr val="tx1"/>
                </a:solidFill>
              </a:ln>
            </a:endParaRPr>
          </a:p>
        </p:txBody>
      </p:sp>
      <p:sp>
        <p:nvSpPr>
          <p:cNvPr id="5" name="아래쪽 화살표 4"/>
          <p:cNvSpPr/>
          <p:nvPr/>
        </p:nvSpPr>
        <p:spPr>
          <a:xfrm rot="18031385">
            <a:off x="3405312" y="1218087"/>
            <a:ext cx="484632" cy="303764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74563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4" name="Group 152"/>
          <p:cNvGrpSpPr>
            <a:grpSpLocks/>
          </p:cNvGrpSpPr>
          <p:nvPr/>
        </p:nvGrpSpPr>
        <p:grpSpPr bwMode="auto">
          <a:xfrm>
            <a:off x="271151" y="928466"/>
            <a:ext cx="9634850" cy="2533412"/>
            <a:chOff x="79248" y="1828800"/>
            <a:chExt cx="8894064" cy="2533016"/>
          </a:xfrm>
        </p:grpSpPr>
        <p:sp>
          <p:nvSpPr>
            <p:cNvPr id="315" name="TextBox 44"/>
            <p:cNvSpPr txBox="1">
              <a:spLocks noChangeArrowheads="1"/>
            </p:cNvSpPr>
            <p:nvPr/>
          </p:nvSpPr>
          <p:spPr bwMode="auto">
            <a:xfrm>
              <a:off x="79248" y="2555725"/>
              <a:ext cx="533977" cy="344289"/>
            </a:xfrm>
            <a:prstGeom prst="roundRect">
              <a:avLst/>
            </a:prstGeom>
            <a:ln w="12700"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>
              <a:spAutoFit/>
            </a:bodyPr>
            <a:lstStyle/>
            <a:p>
              <a:pPr algn="ctr">
                <a:defRPr/>
              </a:pPr>
              <a:r>
                <a:rPr lang="en-US" altLang="ko-KR" sz="1000" dirty="0">
                  <a:solidFill>
                    <a:srgbClr val="000000"/>
                  </a:solidFill>
                  <a:latin typeface="Calibri" pitchFamily="34" charset="0"/>
                  <a:ea typeface="굴림" pitchFamily="50" charset="-127"/>
                </a:rPr>
                <a:t>Key-On Switch</a:t>
              </a:r>
              <a:endParaRPr lang="ko-KR" altLang="ko-KR" dirty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316" name="Snip Same Side Corner Rectangle 38"/>
            <p:cNvSpPr/>
            <p:nvPr/>
          </p:nvSpPr>
          <p:spPr bwMode="auto">
            <a:xfrm>
              <a:off x="458277" y="2742819"/>
              <a:ext cx="2218153" cy="1066555"/>
            </a:xfrm>
            <a:prstGeom prst="snip2Same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grpSp>
          <p:nvGrpSpPr>
            <p:cNvPr id="317" name="Group 27"/>
            <p:cNvGrpSpPr>
              <a:grpSpLocks/>
            </p:cNvGrpSpPr>
            <p:nvPr/>
          </p:nvGrpSpPr>
          <p:grpSpPr bwMode="auto">
            <a:xfrm flipH="1">
              <a:off x="2361849" y="3007536"/>
              <a:ext cx="262968" cy="116664"/>
              <a:chOff x="817750" y="3009444"/>
              <a:chExt cx="325250" cy="116664"/>
            </a:xfrm>
          </p:grpSpPr>
          <p:cxnSp>
            <p:nvCxnSpPr>
              <p:cNvPr id="439" name="Straight Connector 72"/>
              <p:cNvCxnSpPr/>
              <p:nvPr/>
            </p:nvCxnSpPr>
            <p:spPr>
              <a:xfrm>
                <a:off x="914603" y="3040263"/>
                <a:ext cx="228502" cy="1192"/>
              </a:xfrm>
              <a:prstGeom prst="line">
                <a:avLst/>
              </a:prstGeom>
              <a:ln w="952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0" name="Straight Connector 73"/>
              <p:cNvCxnSpPr/>
              <p:nvPr/>
            </p:nvCxnSpPr>
            <p:spPr>
              <a:xfrm>
                <a:off x="823202" y="3123681"/>
                <a:ext cx="228502" cy="2383"/>
              </a:xfrm>
              <a:prstGeom prst="line">
                <a:avLst/>
              </a:prstGeom>
              <a:ln w="952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1" name="Straight Connector 74"/>
              <p:cNvCxnSpPr/>
              <p:nvPr/>
            </p:nvCxnSpPr>
            <p:spPr>
              <a:xfrm rot="16200000">
                <a:off x="783815" y="3080781"/>
                <a:ext cx="90568" cy="0"/>
              </a:xfrm>
              <a:prstGeom prst="line">
                <a:avLst/>
              </a:prstGeom>
              <a:ln w="952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2" name="Straight Connector 75"/>
              <p:cNvCxnSpPr/>
              <p:nvPr/>
            </p:nvCxnSpPr>
            <p:spPr>
              <a:xfrm rot="18900000" flipH="1">
                <a:off x="821438" y="3012714"/>
                <a:ext cx="84610" cy="1475"/>
              </a:xfrm>
              <a:prstGeom prst="line">
                <a:avLst/>
              </a:prstGeom>
              <a:ln w="9525">
                <a:solidFill>
                  <a:schemeClr val="tx1"/>
                </a:solidFill>
                <a:headEnd type="none" w="sm" len="sm"/>
                <a:tailEnd type="oval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18" name="Group 26"/>
            <p:cNvGrpSpPr>
              <a:grpSpLocks/>
            </p:cNvGrpSpPr>
            <p:nvPr/>
          </p:nvGrpSpPr>
          <p:grpSpPr bwMode="auto">
            <a:xfrm>
              <a:off x="503220" y="3009444"/>
              <a:ext cx="262968" cy="116664"/>
              <a:chOff x="817750" y="3009444"/>
              <a:chExt cx="325250" cy="116664"/>
            </a:xfrm>
          </p:grpSpPr>
          <p:cxnSp>
            <p:nvCxnSpPr>
              <p:cNvPr id="435" name="Straight Connector 68"/>
              <p:cNvCxnSpPr/>
              <p:nvPr/>
            </p:nvCxnSpPr>
            <p:spPr>
              <a:xfrm>
                <a:off x="914006" y="3040739"/>
                <a:ext cx="228502" cy="1192"/>
              </a:xfrm>
              <a:prstGeom prst="line">
                <a:avLst/>
              </a:prstGeom>
              <a:ln w="952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6" name="Straight Connector 69"/>
              <p:cNvCxnSpPr/>
              <p:nvPr/>
            </p:nvCxnSpPr>
            <p:spPr>
              <a:xfrm>
                <a:off x="824079" y="3124157"/>
                <a:ext cx="228503" cy="2383"/>
              </a:xfrm>
              <a:prstGeom prst="line">
                <a:avLst/>
              </a:prstGeom>
              <a:ln w="952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7" name="Straight Connector 70"/>
              <p:cNvCxnSpPr/>
              <p:nvPr/>
            </p:nvCxnSpPr>
            <p:spPr>
              <a:xfrm rot="16200000">
                <a:off x="784692" y="3081256"/>
                <a:ext cx="90568" cy="0"/>
              </a:xfrm>
              <a:prstGeom prst="line">
                <a:avLst/>
              </a:prstGeom>
              <a:ln w="952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8" name="Straight Connector 71"/>
              <p:cNvCxnSpPr/>
              <p:nvPr/>
            </p:nvCxnSpPr>
            <p:spPr>
              <a:xfrm rot="18900000" flipH="1">
                <a:off x="818599" y="3009473"/>
                <a:ext cx="90568" cy="2948"/>
              </a:xfrm>
              <a:prstGeom prst="line">
                <a:avLst/>
              </a:prstGeom>
              <a:ln w="9525">
                <a:solidFill>
                  <a:schemeClr val="tx1"/>
                </a:solidFill>
                <a:headEnd type="none" w="sm" len="sm"/>
                <a:tailEnd type="oval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19" name="Rectangle 4"/>
            <p:cNvSpPr/>
            <p:nvPr/>
          </p:nvSpPr>
          <p:spPr bwMode="auto">
            <a:xfrm>
              <a:off x="705003" y="2971621"/>
              <a:ext cx="430281" cy="228803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1000" b="1" dirty="0">
                  <a:solidFill>
                    <a:srgbClr val="FFFFFF"/>
                  </a:solidFill>
                  <a:latin typeface="Calibri" pitchFamily="34" charset="0"/>
                  <a:ea typeface="굴림" pitchFamily="50" charset="-127"/>
                </a:rPr>
                <a:t>CRA</a:t>
              </a:r>
              <a:endParaRPr lang="ko-KR" altLang="ko-KR" dirty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320" name="Rectangle 5"/>
            <p:cNvSpPr/>
            <p:nvPr/>
          </p:nvSpPr>
          <p:spPr bwMode="auto">
            <a:xfrm>
              <a:off x="1998230" y="2971621"/>
              <a:ext cx="430281" cy="228803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1000" b="1" dirty="0">
                  <a:solidFill>
                    <a:srgbClr val="FFFFFF"/>
                  </a:solidFill>
                  <a:latin typeface="Calibri" pitchFamily="34" charset="0"/>
                  <a:ea typeface="굴림" pitchFamily="50" charset="-127"/>
                </a:rPr>
                <a:t>CRA</a:t>
              </a:r>
              <a:endParaRPr lang="ko-KR" altLang="ko-KR" dirty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cxnSp>
          <p:nvCxnSpPr>
            <p:cNvPr id="321" name="Straight Connector 47"/>
            <p:cNvCxnSpPr/>
            <p:nvPr/>
          </p:nvCxnSpPr>
          <p:spPr bwMode="auto">
            <a:xfrm>
              <a:off x="1336718" y="3580571"/>
              <a:ext cx="479150" cy="2383"/>
            </a:xfrm>
            <a:prstGeom prst="line">
              <a:avLst/>
            </a:prstGeom>
            <a:ln w="19050">
              <a:solidFill>
                <a:schemeClr val="tx1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Straight Connector 48"/>
            <p:cNvCxnSpPr/>
            <p:nvPr/>
          </p:nvCxnSpPr>
          <p:spPr bwMode="auto">
            <a:xfrm>
              <a:off x="2029220" y="3580571"/>
              <a:ext cx="369493" cy="2383"/>
            </a:xfrm>
            <a:prstGeom prst="line">
              <a:avLst/>
            </a:prstGeom>
            <a:ln w="19050">
              <a:solidFill>
                <a:schemeClr val="tx1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" name="Straight Connector 49"/>
            <p:cNvCxnSpPr/>
            <p:nvPr/>
          </p:nvCxnSpPr>
          <p:spPr bwMode="auto">
            <a:xfrm>
              <a:off x="743145" y="3580571"/>
              <a:ext cx="369493" cy="2383"/>
            </a:xfrm>
            <a:prstGeom prst="line">
              <a:avLst/>
            </a:prstGeom>
            <a:ln w="19050">
              <a:solidFill>
                <a:schemeClr val="tx1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Straight Connector 50"/>
            <p:cNvCxnSpPr/>
            <p:nvPr/>
          </p:nvCxnSpPr>
          <p:spPr bwMode="auto">
            <a:xfrm>
              <a:off x="2590612" y="3580571"/>
              <a:ext cx="432664" cy="2383"/>
            </a:xfrm>
            <a:prstGeom prst="line">
              <a:avLst/>
            </a:prstGeom>
            <a:ln w="19050">
              <a:solidFill>
                <a:schemeClr val="tx1"/>
              </a:solidFill>
              <a:headEnd type="oval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5" name="Straight Connector 51"/>
            <p:cNvCxnSpPr/>
            <p:nvPr/>
          </p:nvCxnSpPr>
          <p:spPr bwMode="auto">
            <a:xfrm rot="10800000" flipV="1">
              <a:off x="304520" y="3580571"/>
              <a:ext cx="228848" cy="152535"/>
            </a:xfrm>
            <a:prstGeom prst="line">
              <a:avLst/>
            </a:prstGeom>
            <a:ln w="19050">
              <a:solidFill>
                <a:schemeClr val="tx1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Straight Connector 52"/>
            <p:cNvCxnSpPr/>
            <p:nvPr/>
          </p:nvCxnSpPr>
          <p:spPr bwMode="auto">
            <a:xfrm rot="16200000">
              <a:off x="736625" y="3395264"/>
              <a:ext cx="367038" cy="1192"/>
            </a:xfrm>
            <a:prstGeom prst="line">
              <a:avLst/>
            </a:prstGeom>
            <a:ln w="19050">
              <a:solidFill>
                <a:schemeClr val="tx1"/>
              </a:solidFill>
              <a:headEnd type="oval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Straight Connector 53"/>
            <p:cNvCxnSpPr/>
            <p:nvPr/>
          </p:nvCxnSpPr>
          <p:spPr bwMode="auto">
            <a:xfrm rot="16200000">
              <a:off x="2031639" y="3391093"/>
              <a:ext cx="364654" cy="2384"/>
            </a:xfrm>
            <a:prstGeom prst="line">
              <a:avLst/>
            </a:prstGeom>
            <a:ln w="19050">
              <a:solidFill>
                <a:schemeClr val="tx1"/>
              </a:solidFill>
              <a:headEnd type="oval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Straight Connector 54"/>
            <p:cNvCxnSpPr/>
            <p:nvPr/>
          </p:nvCxnSpPr>
          <p:spPr bwMode="auto">
            <a:xfrm rot="2700000">
              <a:off x="563783" y="3485832"/>
              <a:ext cx="227611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" name="Straight Connector 55"/>
            <p:cNvCxnSpPr/>
            <p:nvPr/>
          </p:nvCxnSpPr>
          <p:spPr bwMode="auto">
            <a:xfrm rot="2700000">
              <a:off x="1850455" y="3485236"/>
              <a:ext cx="227611" cy="1192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0" name="Straight Connector 56"/>
            <p:cNvCxnSpPr/>
            <p:nvPr/>
          </p:nvCxnSpPr>
          <p:spPr bwMode="auto">
            <a:xfrm rot="18900000" flipH="1">
              <a:off x="1064983" y="3485236"/>
              <a:ext cx="227611" cy="1192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Straight Connector 57"/>
            <p:cNvCxnSpPr/>
            <p:nvPr/>
          </p:nvCxnSpPr>
          <p:spPr bwMode="auto">
            <a:xfrm rot="18900000" flipH="1">
              <a:off x="2351059" y="3485236"/>
              <a:ext cx="227611" cy="1192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32" name="Group 37"/>
            <p:cNvGrpSpPr>
              <a:grpSpLocks/>
            </p:cNvGrpSpPr>
            <p:nvPr/>
          </p:nvGrpSpPr>
          <p:grpSpPr bwMode="auto">
            <a:xfrm>
              <a:off x="696949" y="3238034"/>
              <a:ext cx="455761" cy="258235"/>
              <a:chOff x="1057362" y="3238034"/>
              <a:chExt cx="563705" cy="258235"/>
            </a:xfrm>
          </p:grpSpPr>
          <p:cxnSp>
            <p:nvCxnSpPr>
              <p:cNvPr id="431" name="Straight Connector 64"/>
              <p:cNvCxnSpPr/>
              <p:nvPr/>
            </p:nvCxnSpPr>
            <p:spPr>
              <a:xfrm rot="6240000" flipH="1" flipV="1">
                <a:off x="1035750" y="3390898"/>
                <a:ext cx="119168" cy="76659"/>
              </a:xfrm>
              <a:prstGeom prst="line">
                <a:avLst/>
              </a:prstGeom>
              <a:ln w="6350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2" name="Straight Connector 65"/>
              <p:cNvCxnSpPr/>
              <p:nvPr/>
            </p:nvCxnSpPr>
            <p:spPr>
              <a:xfrm rot="15360000" flipV="1">
                <a:off x="1523118" y="3398644"/>
                <a:ext cx="120360" cy="76659"/>
              </a:xfrm>
              <a:prstGeom prst="line">
                <a:avLst/>
              </a:prstGeom>
              <a:ln w="6350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3" name="Straight Connector 66"/>
              <p:cNvCxnSpPr/>
              <p:nvPr/>
            </p:nvCxnSpPr>
            <p:spPr>
              <a:xfrm rot="3480000" flipH="1" flipV="1">
                <a:off x="1088821" y="3259813"/>
                <a:ext cx="119168" cy="76659"/>
              </a:xfrm>
              <a:prstGeom prst="line">
                <a:avLst/>
              </a:prstGeom>
              <a:ln w="6350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4" name="Straight Connector 67"/>
              <p:cNvCxnSpPr/>
              <p:nvPr/>
            </p:nvCxnSpPr>
            <p:spPr>
              <a:xfrm rot="3480000" flipH="1" flipV="1">
                <a:off x="1472571" y="3264124"/>
                <a:ext cx="116785" cy="75185"/>
              </a:xfrm>
              <a:prstGeom prst="line">
                <a:avLst/>
              </a:prstGeom>
              <a:ln w="6350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33" name="Group 38"/>
            <p:cNvGrpSpPr>
              <a:grpSpLocks/>
            </p:cNvGrpSpPr>
            <p:nvPr/>
          </p:nvGrpSpPr>
          <p:grpSpPr bwMode="auto">
            <a:xfrm>
              <a:off x="1982956" y="3230880"/>
              <a:ext cx="455761" cy="258235"/>
              <a:chOff x="1057362" y="3238034"/>
              <a:chExt cx="563705" cy="258235"/>
            </a:xfrm>
          </p:grpSpPr>
          <p:cxnSp>
            <p:nvCxnSpPr>
              <p:cNvPr id="427" name="Straight Connector 60"/>
              <p:cNvCxnSpPr/>
              <p:nvPr/>
            </p:nvCxnSpPr>
            <p:spPr>
              <a:xfrm rot="6240000" flipH="1" flipV="1">
                <a:off x="1036430" y="3390306"/>
                <a:ext cx="117977" cy="76659"/>
              </a:xfrm>
              <a:prstGeom prst="line">
                <a:avLst/>
              </a:prstGeom>
              <a:ln w="6350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8" name="Straight Connector 61"/>
              <p:cNvCxnSpPr/>
              <p:nvPr/>
            </p:nvCxnSpPr>
            <p:spPr>
              <a:xfrm rot="15360000" flipV="1">
                <a:off x="1523798" y="3398051"/>
                <a:ext cx="119168" cy="76659"/>
              </a:xfrm>
              <a:prstGeom prst="line">
                <a:avLst/>
              </a:prstGeom>
              <a:ln w="6350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9" name="Straight Connector 62"/>
              <p:cNvCxnSpPr/>
              <p:nvPr/>
            </p:nvCxnSpPr>
            <p:spPr>
              <a:xfrm rot="3480000" flipH="1" flipV="1">
                <a:off x="1088906" y="3258625"/>
                <a:ext cx="119168" cy="76659"/>
              </a:xfrm>
              <a:prstGeom prst="line">
                <a:avLst/>
              </a:prstGeom>
              <a:ln w="6350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0" name="Straight Connector 63"/>
              <p:cNvCxnSpPr/>
              <p:nvPr/>
            </p:nvCxnSpPr>
            <p:spPr>
              <a:xfrm rot="3480000" flipH="1" flipV="1">
                <a:off x="1471464" y="3264129"/>
                <a:ext cx="119168" cy="75184"/>
              </a:xfrm>
              <a:prstGeom prst="line">
                <a:avLst/>
              </a:prstGeom>
              <a:ln w="6350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34" name="Group 43"/>
            <p:cNvGrpSpPr>
              <a:grpSpLocks/>
            </p:cNvGrpSpPr>
            <p:nvPr/>
          </p:nvGrpSpPr>
          <p:grpSpPr bwMode="auto">
            <a:xfrm>
              <a:off x="3098800" y="2743200"/>
              <a:ext cx="2895600" cy="1066800"/>
              <a:chOff x="352425" y="2743200"/>
              <a:chExt cx="3581400" cy="1066800"/>
            </a:xfrm>
          </p:grpSpPr>
          <p:sp>
            <p:nvSpPr>
              <p:cNvPr id="393" name="Snip Same Side Corner Rectangle 77"/>
              <p:cNvSpPr/>
              <p:nvPr/>
            </p:nvSpPr>
            <p:spPr>
              <a:xfrm>
                <a:off x="763193" y="2742819"/>
                <a:ext cx="2743505" cy="1067746"/>
              </a:xfrm>
              <a:prstGeom prst="snip2Same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grpSp>
            <p:nvGrpSpPr>
              <p:cNvPr id="394" name="Group 27"/>
              <p:cNvGrpSpPr>
                <a:grpSpLocks/>
              </p:cNvGrpSpPr>
              <p:nvPr/>
            </p:nvGrpSpPr>
            <p:grpSpPr bwMode="auto">
              <a:xfrm flipH="1">
                <a:off x="3116580" y="3007536"/>
                <a:ext cx="325250" cy="116664"/>
                <a:chOff x="817750" y="3009444"/>
                <a:chExt cx="325250" cy="116664"/>
              </a:xfrm>
            </p:grpSpPr>
            <p:cxnSp>
              <p:nvCxnSpPr>
                <p:cNvPr id="423" name="Straight Connector 107"/>
                <p:cNvCxnSpPr/>
                <p:nvPr/>
              </p:nvCxnSpPr>
              <p:spPr>
                <a:xfrm>
                  <a:off x="915045" y="3040263"/>
                  <a:ext cx="227028" cy="1192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4" name="Straight Connector 108"/>
                <p:cNvCxnSpPr/>
                <p:nvPr/>
              </p:nvCxnSpPr>
              <p:spPr>
                <a:xfrm>
                  <a:off x="823644" y="3123681"/>
                  <a:ext cx="228503" cy="2383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5" name="Straight Connector 109"/>
                <p:cNvCxnSpPr/>
                <p:nvPr/>
              </p:nvCxnSpPr>
              <p:spPr>
                <a:xfrm rot="16200000">
                  <a:off x="784257" y="3080781"/>
                  <a:ext cx="90568" cy="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6" name="Straight Connector 110"/>
                <p:cNvCxnSpPr/>
                <p:nvPr/>
              </p:nvCxnSpPr>
              <p:spPr>
                <a:xfrm rot="18900000" flipH="1">
                  <a:off x="821880" y="3012714"/>
                  <a:ext cx="84610" cy="1474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headEnd type="none" w="sm" len="sm"/>
                  <a:tailEnd type="oval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95" name="Group 26"/>
              <p:cNvGrpSpPr>
                <a:grpSpLocks/>
              </p:cNvGrpSpPr>
              <p:nvPr/>
            </p:nvGrpSpPr>
            <p:grpSpPr bwMode="auto">
              <a:xfrm>
                <a:off x="817750" y="3009444"/>
                <a:ext cx="325250" cy="116664"/>
                <a:chOff x="817750" y="3009444"/>
                <a:chExt cx="325250" cy="116664"/>
              </a:xfrm>
            </p:grpSpPr>
            <p:cxnSp>
              <p:nvCxnSpPr>
                <p:cNvPr id="419" name="Straight Connector 103"/>
                <p:cNvCxnSpPr/>
                <p:nvPr/>
              </p:nvCxnSpPr>
              <p:spPr>
                <a:xfrm>
                  <a:off x="913563" y="3040739"/>
                  <a:ext cx="228503" cy="1192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0" name="Straight Connector 104"/>
                <p:cNvCxnSpPr/>
                <p:nvPr/>
              </p:nvCxnSpPr>
              <p:spPr>
                <a:xfrm>
                  <a:off x="823637" y="3124156"/>
                  <a:ext cx="229977" cy="2383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1" name="Straight Connector 105"/>
                <p:cNvCxnSpPr/>
                <p:nvPr/>
              </p:nvCxnSpPr>
              <p:spPr>
                <a:xfrm rot="16200000">
                  <a:off x="784250" y="3081256"/>
                  <a:ext cx="90568" cy="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2" name="Straight Connector 106"/>
                <p:cNvCxnSpPr/>
                <p:nvPr/>
              </p:nvCxnSpPr>
              <p:spPr>
                <a:xfrm rot="18900000" flipH="1">
                  <a:off x="818893" y="3010209"/>
                  <a:ext cx="90568" cy="1475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headEnd type="none" w="sm" len="sm"/>
                  <a:tailEnd type="oval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96" name="Rectangle 4"/>
              <p:cNvSpPr/>
              <p:nvPr/>
            </p:nvSpPr>
            <p:spPr>
              <a:xfrm>
                <a:off x="1066880" y="2971621"/>
                <a:ext cx="532190" cy="228803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altLang="ko-KR" sz="1000" b="1" dirty="0">
                    <a:solidFill>
                      <a:srgbClr val="FFFFFF"/>
                    </a:solidFill>
                    <a:latin typeface="Calibri" pitchFamily="34" charset="0"/>
                    <a:ea typeface="굴림" pitchFamily="50" charset="-127"/>
                  </a:rPr>
                  <a:t>CRA</a:t>
                </a:r>
                <a:endParaRPr lang="ko-KR" altLang="ko-KR" dirty="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397" name="Rectangle 5"/>
              <p:cNvSpPr/>
              <p:nvPr/>
            </p:nvSpPr>
            <p:spPr>
              <a:xfrm>
                <a:off x="2667872" y="2971621"/>
                <a:ext cx="532190" cy="228803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r>
                  <a:rPr lang="en-US" altLang="ko-KR" sz="1000" b="1" dirty="0">
                    <a:solidFill>
                      <a:srgbClr val="FFFFFF"/>
                    </a:solidFill>
                    <a:latin typeface="Calibri" pitchFamily="34" charset="0"/>
                    <a:ea typeface="굴림" pitchFamily="50" charset="-127"/>
                  </a:rPr>
                  <a:t>CRA</a:t>
                </a:r>
                <a:endParaRPr lang="ko-KR" altLang="ko-KR" dirty="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cxnSp>
            <p:nvCxnSpPr>
              <p:cNvPr id="398" name="Straight Connector 82"/>
              <p:cNvCxnSpPr/>
              <p:nvPr/>
            </p:nvCxnSpPr>
            <p:spPr>
              <a:xfrm>
                <a:off x="1848212" y="3581762"/>
                <a:ext cx="594107" cy="1192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oval" w="med" len="med"/>
                <a:tail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9" name="Straight Connector 83"/>
              <p:cNvCxnSpPr/>
              <p:nvPr/>
            </p:nvCxnSpPr>
            <p:spPr>
              <a:xfrm>
                <a:off x="2704728" y="3581762"/>
                <a:ext cx="458479" cy="1192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oval" w="med" len="med"/>
                <a:tail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0" name="Straight Connector 84"/>
              <p:cNvCxnSpPr/>
              <p:nvPr/>
            </p:nvCxnSpPr>
            <p:spPr>
              <a:xfrm>
                <a:off x="1114055" y="3581762"/>
                <a:ext cx="458480" cy="1192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oval" w="med" len="med"/>
                <a:tail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1" name="Straight Connector 85"/>
              <p:cNvCxnSpPr/>
              <p:nvPr/>
            </p:nvCxnSpPr>
            <p:spPr>
              <a:xfrm>
                <a:off x="3400555" y="3581762"/>
                <a:ext cx="533664" cy="1192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oval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2" name="Straight Connector 86"/>
              <p:cNvCxnSpPr/>
              <p:nvPr/>
            </p:nvCxnSpPr>
            <p:spPr>
              <a:xfrm flipH="1">
                <a:off x="351889" y="3581762"/>
                <a:ext cx="535138" cy="1192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oval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3" name="Straight Connector 87"/>
              <p:cNvCxnSpPr/>
              <p:nvPr/>
            </p:nvCxnSpPr>
            <p:spPr>
              <a:xfrm rot="16200000">
                <a:off x="1149457" y="3395122"/>
                <a:ext cx="367038" cy="1475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oval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4" name="Straight Connector 88"/>
              <p:cNvCxnSpPr/>
              <p:nvPr/>
            </p:nvCxnSpPr>
            <p:spPr>
              <a:xfrm rot="16200000">
                <a:off x="2751640" y="3391548"/>
                <a:ext cx="364654" cy="1475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oval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5" name="Straight Connector 89"/>
              <p:cNvCxnSpPr/>
              <p:nvPr/>
            </p:nvCxnSpPr>
            <p:spPr>
              <a:xfrm rot="2700000">
                <a:off x="918573" y="3486427"/>
                <a:ext cx="228803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6" name="Straight Connector 90"/>
              <p:cNvCxnSpPr/>
              <p:nvPr/>
            </p:nvCxnSpPr>
            <p:spPr>
              <a:xfrm rot="2700000">
                <a:off x="2511457" y="3485690"/>
                <a:ext cx="228803" cy="1474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7" name="Straight Connector 91"/>
              <p:cNvCxnSpPr/>
              <p:nvPr/>
            </p:nvCxnSpPr>
            <p:spPr>
              <a:xfrm rot="18900000" flipH="1">
                <a:off x="1539215" y="3484953"/>
                <a:ext cx="228803" cy="2948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8" name="Straight Connector 92"/>
              <p:cNvCxnSpPr/>
              <p:nvPr/>
            </p:nvCxnSpPr>
            <p:spPr>
              <a:xfrm rot="18900000" flipH="1">
                <a:off x="3129887" y="3484953"/>
                <a:ext cx="228803" cy="2948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09" name="Group 37"/>
              <p:cNvGrpSpPr>
                <a:grpSpLocks/>
              </p:cNvGrpSpPr>
              <p:nvPr/>
            </p:nvGrpSpPr>
            <p:grpSpPr bwMode="auto">
              <a:xfrm>
                <a:off x="1057362" y="3238034"/>
                <a:ext cx="563705" cy="258235"/>
                <a:chOff x="1057362" y="3238034"/>
                <a:chExt cx="563705" cy="258235"/>
              </a:xfrm>
            </p:grpSpPr>
            <p:cxnSp>
              <p:nvCxnSpPr>
                <p:cNvPr id="415" name="Straight Connector 99"/>
                <p:cNvCxnSpPr/>
                <p:nvPr/>
              </p:nvCxnSpPr>
              <p:spPr>
                <a:xfrm rot="6240000" flipH="1" flipV="1">
                  <a:off x="1035479" y="3386302"/>
                  <a:ext cx="114401" cy="81082"/>
                </a:xfrm>
                <a:prstGeom prst="line">
                  <a:avLst/>
                </a:prstGeom>
                <a:ln w="6350"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6" name="Straight Connector 100"/>
                <p:cNvCxnSpPr/>
                <p:nvPr/>
              </p:nvCxnSpPr>
              <p:spPr>
                <a:xfrm rot="15360000" flipV="1">
                  <a:off x="1525057" y="3396260"/>
                  <a:ext cx="115594" cy="76659"/>
                </a:xfrm>
                <a:prstGeom prst="line">
                  <a:avLst/>
                </a:prstGeom>
                <a:ln w="6350"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7" name="Straight Connector 101"/>
                <p:cNvCxnSpPr/>
                <p:nvPr/>
              </p:nvCxnSpPr>
              <p:spPr>
                <a:xfrm rot="3480000" flipH="1" flipV="1">
                  <a:off x="1088378" y="3259813"/>
                  <a:ext cx="119168" cy="76659"/>
                </a:xfrm>
                <a:prstGeom prst="line">
                  <a:avLst/>
                </a:prstGeom>
                <a:ln w="6350"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8" name="Straight Connector 102"/>
                <p:cNvCxnSpPr/>
                <p:nvPr/>
              </p:nvCxnSpPr>
              <p:spPr>
                <a:xfrm rot="3480000" flipH="1" flipV="1">
                  <a:off x="1472127" y="3264125"/>
                  <a:ext cx="116785" cy="75184"/>
                </a:xfrm>
                <a:prstGeom prst="line">
                  <a:avLst/>
                </a:prstGeom>
                <a:ln w="6350"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10" name="Group 38"/>
              <p:cNvGrpSpPr>
                <a:grpSpLocks/>
              </p:cNvGrpSpPr>
              <p:nvPr/>
            </p:nvGrpSpPr>
            <p:grpSpPr bwMode="auto">
              <a:xfrm>
                <a:off x="2647950" y="3230880"/>
                <a:ext cx="563705" cy="258235"/>
                <a:chOff x="1057362" y="3238034"/>
                <a:chExt cx="563705" cy="258235"/>
              </a:xfrm>
            </p:grpSpPr>
            <p:cxnSp>
              <p:nvCxnSpPr>
                <p:cNvPr id="411" name="Straight Connector 95"/>
                <p:cNvCxnSpPr/>
                <p:nvPr/>
              </p:nvCxnSpPr>
              <p:spPr>
                <a:xfrm rot="6240000" flipH="1" flipV="1">
                  <a:off x="1039671" y="3392517"/>
                  <a:ext cx="117977" cy="72237"/>
                </a:xfrm>
                <a:prstGeom prst="line">
                  <a:avLst/>
                </a:prstGeom>
                <a:ln w="6350"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2" name="Straight Connector 96"/>
                <p:cNvCxnSpPr/>
                <p:nvPr/>
              </p:nvCxnSpPr>
              <p:spPr>
                <a:xfrm rot="15360000" flipV="1">
                  <a:off x="1523354" y="3398051"/>
                  <a:ext cx="119168" cy="76659"/>
                </a:xfrm>
                <a:prstGeom prst="line">
                  <a:avLst/>
                </a:prstGeom>
                <a:ln w="6350"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3" name="Straight Connector 97"/>
                <p:cNvCxnSpPr/>
                <p:nvPr/>
              </p:nvCxnSpPr>
              <p:spPr>
                <a:xfrm rot="3480000" flipH="1" flipV="1">
                  <a:off x="1089937" y="3258625"/>
                  <a:ext cx="119168" cy="76659"/>
                </a:xfrm>
                <a:prstGeom prst="line">
                  <a:avLst/>
                </a:prstGeom>
                <a:ln w="6350"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4" name="Straight Connector 98"/>
                <p:cNvCxnSpPr/>
                <p:nvPr/>
              </p:nvCxnSpPr>
              <p:spPr>
                <a:xfrm rot="3480000" flipH="1" flipV="1">
                  <a:off x="1471757" y="3264866"/>
                  <a:ext cx="119168" cy="73710"/>
                </a:xfrm>
                <a:prstGeom prst="line">
                  <a:avLst/>
                </a:prstGeom>
                <a:ln w="6350"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335" name="Snip Same Side Corner Rectangle 112"/>
            <p:cNvSpPr/>
            <p:nvPr/>
          </p:nvSpPr>
          <p:spPr bwMode="auto">
            <a:xfrm>
              <a:off x="6402353" y="2742819"/>
              <a:ext cx="2218152" cy="1066555"/>
            </a:xfrm>
            <a:prstGeom prst="snip2Same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grpSp>
          <p:nvGrpSpPr>
            <p:cNvPr id="336" name="Group 27"/>
            <p:cNvGrpSpPr>
              <a:grpSpLocks/>
            </p:cNvGrpSpPr>
            <p:nvPr/>
          </p:nvGrpSpPr>
          <p:grpSpPr bwMode="auto">
            <a:xfrm flipH="1">
              <a:off x="8305449" y="3007536"/>
              <a:ext cx="262968" cy="116664"/>
              <a:chOff x="817750" y="3009444"/>
              <a:chExt cx="325250" cy="116664"/>
            </a:xfrm>
          </p:grpSpPr>
          <p:cxnSp>
            <p:nvCxnSpPr>
              <p:cNvPr id="389" name="Straight Connector 142"/>
              <p:cNvCxnSpPr/>
              <p:nvPr/>
            </p:nvCxnSpPr>
            <p:spPr>
              <a:xfrm>
                <a:off x="915488" y="3040263"/>
                <a:ext cx="227028" cy="1192"/>
              </a:xfrm>
              <a:prstGeom prst="line">
                <a:avLst/>
              </a:prstGeom>
              <a:ln w="952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0" name="Straight Connector 143"/>
              <p:cNvCxnSpPr/>
              <p:nvPr/>
            </p:nvCxnSpPr>
            <p:spPr>
              <a:xfrm>
                <a:off x="824087" y="3123681"/>
                <a:ext cx="228502" cy="2383"/>
              </a:xfrm>
              <a:prstGeom prst="line">
                <a:avLst/>
              </a:prstGeom>
              <a:ln w="952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1" name="Straight Connector 144"/>
              <p:cNvCxnSpPr/>
              <p:nvPr/>
            </p:nvCxnSpPr>
            <p:spPr>
              <a:xfrm rot="16200000">
                <a:off x="784700" y="3080781"/>
                <a:ext cx="90568" cy="0"/>
              </a:xfrm>
              <a:prstGeom prst="line">
                <a:avLst/>
              </a:prstGeom>
              <a:ln w="952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2" name="Straight Connector 145"/>
              <p:cNvCxnSpPr/>
              <p:nvPr/>
            </p:nvCxnSpPr>
            <p:spPr>
              <a:xfrm rot="18900000" flipH="1">
                <a:off x="822323" y="3012714"/>
                <a:ext cx="84610" cy="1475"/>
              </a:xfrm>
              <a:prstGeom prst="line">
                <a:avLst/>
              </a:prstGeom>
              <a:ln w="9525">
                <a:solidFill>
                  <a:schemeClr val="tx1"/>
                </a:solidFill>
                <a:headEnd type="none" w="sm" len="sm"/>
                <a:tailEnd type="oval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37" name="Group 26"/>
            <p:cNvGrpSpPr>
              <a:grpSpLocks/>
            </p:cNvGrpSpPr>
            <p:nvPr/>
          </p:nvGrpSpPr>
          <p:grpSpPr bwMode="auto">
            <a:xfrm>
              <a:off x="6446820" y="3009444"/>
              <a:ext cx="262968" cy="116664"/>
              <a:chOff x="817750" y="3009444"/>
              <a:chExt cx="325250" cy="116664"/>
            </a:xfrm>
          </p:grpSpPr>
          <p:cxnSp>
            <p:nvCxnSpPr>
              <p:cNvPr id="385" name="Straight Connector 138"/>
              <p:cNvCxnSpPr/>
              <p:nvPr/>
            </p:nvCxnSpPr>
            <p:spPr>
              <a:xfrm>
                <a:off x="914595" y="3040739"/>
                <a:ext cx="228503" cy="1192"/>
              </a:xfrm>
              <a:prstGeom prst="line">
                <a:avLst/>
              </a:prstGeom>
              <a:ln w="952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6" name="Straight Connector 139"/>
              <p:cNvCxnSpPr/>
              <p:nvPr/>
            </p:nvCxnSpPr>
            <p:spPr>
              <a:xfrm>
                <a:off x="823194" y="3124157"/>
                <a:ext cx="231451" cy="2383"/>
              </a:xfrm>
              <a:prstGeom prst="line">
                <a:avLst/>
              </a:prstGeom>
              <a:ln w="952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7" name="Straight Connector 140"/>
              <p:cNvCxnSpPr/>
              <p:nvPr/>
            </p:nvCxnSpPr>
            <p:spPr>
              <a:xfrm rot="16200000">
                <a:off x="783807" y="3081256"/>
                <a:ext cx="90568" cy="0"/>
              </a:xfrm>
              <a:prstGeom prst="line">
                <a:avLst/>
              </a:prstGeom>
              <a:ln w="952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8" name="Straight Connector 141"/>
              <p:cNvCxnSpPr/>
              <p:nvPr/>
            </p:nvCxnSpPr>
            <p:spPr>
              <a:xfrm rot="18900000" flipH="1">
                <a:off x="818451" y="3010210"/>
                <a:ext cx="90568" cy="1474"/>
              </a:xfrm>
              <a:prstGeom prst="line">
                <a:avLst/>
              </a:prstGeom>
              <a:ln w="9525">
                <a:solidFill>
                  <a:schemeClr val="tx1"/>
                </a:solidFill>
                <a:headEnd type="none" w="sm" len="sm"/>
                <a:tailEnd type="oval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8" name="Rectangle 4"/>
            <p:cNvSpPr/>
            <p:nvPr/>
          </p:nvSpPr>
          <p:spPr bwMode="auto">
            <a:xfrm>
              <a:off x="6649079" y="2971621"/>
              <a:ext cx="430281" cy="228803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1000" b="1" dirty="0">
                  <a:solidFill>
                    <a:srgbClr val="FFFFFF"/>
                  </a:solidFill>
                  <a:latin typeface="Calibri" pitchFamily="34" charset="0"/>
                  <a:ea typeface="굴림" pitchFamily="50" charset="-127"/>
                </a:rPr>
                <a:t>CRA</a:t>
              </a:r>
              <a:endParaRPr lang="ko-KR" altLang="ko-KR" dirty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339" name="Rectangle 5"/>
            <p:cNvSpPr/>
            <p:nvPr/>
          </p:nvSpPr>
          <p:spPr bwMode="auto">
            <a:xfrm>
              <a:off x="7943498" y="2971621"/>
              <a:ext cx="429089" cy="228803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1000" b="1" dirty="0">
                  <a:solidFill>
                    <a:srgbClr val="FFFFFF"/>
                  </a:solidFill>
                  <a:latin typeface="Calibri" pitchFamily="34" charset="0"/>
                  <a:ea typeface="굴림" pitchFamily="50" charset="-127"/>
                </a:rPr>
                <a:t>CRA</a:t>
              </a:r>
              <a:endParaRPr lang="ko-KR" altLang="ko-KR" dirty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cxnSp>
          <p:nvCxnSpPr>
            <p:cNvPr id="340" name="Straight Connector 117"/>
            <p:cNvCxnSpPr/>
            <p:nvPr/>
          </p:nvCxnSpPr>
          <p:spPr bwMode="auto">
            <a:xfrm>
              <a:off x="7280794" y="3580571"/>
              <a:ext cx="479150" cy="2383"/>
            </a:xfrm>
            <a:prstGeom prst="line">
              <a:avLst/>
            </a:prstGeom>
            <a:ln w="19050">
              <a:solidFill>
                <a:schemeClr val="tx1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1" name="Straight Connector 118"/>
            <p:cNvCxnSpPr/>
            <p:nvPr/>
          </p:nvCxnSpPr>
          <p:spPr bwMode="auto">
            <a:xfrm>
              <a:off x="7973296" y="3580571"/>
              <a:ext cx="369493" cy="2383"/>
            </a:xfrm>
            <a:prstGeom prst="line">
              <a:avLst/>
            </a:prstGeom>
            <a:ln w="19050">
              <a:solidFill>
                <a:schemeClr val="tx1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2" name="Straight Connector 119"/>
            <p:cNvCxnSpPr/>
            <p:nvPr/>
          </p:nvCxnSpPr>
          <p:spPr bwMode="auto">
            <a:xfrm>
              <a:off x="6687221" y="3580571"/>
              <a:ext cx="369493" cy="2383"/>
            </a:xfrm>
            <a:prstGeom prst="line">
              <a:avLst/>
            </a:prstGeom>
            <a:ln w="19050">
              <a:solidFill>
                <a:schemeClr val="tx1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3" name="Straight Connector 120"/>
            <p:cNvCxnSpPr/>
            <p:nvPr/>
          </p:nvCxnSpPr>
          <p:spPr bwMode="auto">
            <a:xfrm>
              <a:off x="8534688" y="3580571"/>
              <a:ext cx="228848" cy="152535"/>
            </a:xfrm>
            <a:prstGeom prst="line">
              <a:avLst/>
            </a:prstGeom>
            <a:ln w="19050">
              <a:solidFill>
                <a:schemeClr val="tx1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Straight Connector 121"/>
            <p:cNvCxnSpPr/>
            <p:nvPr/>
          </p:nvCxnSpPr>
          <p:spPr bwMode="auto">
            <a:xfrm flipH="1">
              <a:off x="6071001" y="3580571"/>
              <a:ext cx="431473" cy="2383"/>
            </a:xfrm>
            <a:prstGeom prst="line">
              <a:avLst/>
            </a:prstGeom>
            <a:ln w="19050">
              <a:solidFill>
                <a:schemeClr val="tx1"/>
              </a:solidFill>
              <a:headEnd type="oval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5" name="Straight Connector 122"/>
            <p:cNvCxnSpPr/>
            <p:nvPr/>
          </p:nvCxnSpPr>
          <p:spPr bwMode="auto">
            <a:xfrm rot="16200000">
              <a:off x="6680701" y="3395264"/>
              <a:ext cx="367038" cy="1192"/>
            </a:xfrm>
            <a:prstGeom prst="line">
              <a:avLst/>
            </a:prstGeom>
            <a:ln w="19050">
              <a:solidFill>
                <a:schemeClr val="tx1"/>
              </a:solidFill>
              <a:headEnd type="oval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" name="Straight Connector 123"/>
            <p:cNvCxnSpPr/>
            <p:nvPr/>
          </p:nvCxnSpPr>
          <p:spPr bwMode="auto">
            <a:xfrm rot="16200000">
              <a:off x="7975716" y="3391093"/>
              <a:ext cx="364654" cy="2384"/>
            </a:xfrm>
            <a:prstGeom prst="line">
              <a:avLst/>
            </a:prstGeom>
            <a:ln w="19050">
              <a:solidFill>
                <a:schemeClr val="tx1"/>
              </a:solidFill>
              <a:headEnd type="oval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7" name="Straight Connector 124"/>
            <p:cNvCxnSpPr/>
            <p:nvPr/>
          </p:nvCxnSpPr>
          <p:spPr bwMode="auto">
            <a:xfrm rot="2700000">
              <a:off x="6507860" y="3485832"/>
              <a:ext cx="227611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" name="Straight Connector 125"/>
            <p:cNvCxnSpPr/>
            <p:nvPr/>
          </p:nvCxnSpPr>
          <p:spPr bwMode="auto">
            <a:xfrm rot="2700000">
              <a:off x="7795127" y="3484640"/>
              <a:ext cx="227611" cy="2384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" name="Straight Connector 126"/>
            <p:cNvCxnSpPr/>
            <p:nvPr/>
          </p:nvCxnSpPr>
          <p:spPr bwMode="auto">
            <a:xfrm rot="18900000" flipH="1">
              <a:off x="7009060" y="3485236"/>
              <a:ext cx="227611" cy="1192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" name="Straight Connector 127"/>
            <p:cNvCxnSpPr/>
            <p:nvPr/>
          </p:nvCxnSpPr>
          <p:spPr bwMode="auto">
            <a:xfrm rot="18900000" flipH="1">
              <a:off x="8295135" y="3485236"/>
              <a:ext cx="227611" cy="1192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51" name="Group 37"/>
            <p:cNvGrpSpPr>
              <a:grpSpLocks/>
            </p:cNvGrpSpPr>
            <p:nvPr/>
          </p:nvGrpSpPr>
          <p:grpSpPr bwMode="auto">
            <a:xfrm>
              <a:off x="6640549" y="3238034"/>
              <a:ext cx="455761" cy="258235"/>
              <a:chOff x="1057362" y="3238034"/>
              <a:chExt cx="563705" cy="258235"/>
            </a:xfrm>
          </p:grpSpPr>
          <p:cxnSp>
            <p:nvCxnSpPr>
              <p:cNvPr id="381" name="Straight Connector 134"/>
              <p:cNvCxnSpPr/>
              <p:nvPr/>
            </p:nvCxnSpPr>
            <p:spPr>
              <a:xfrm rot="6240000" flipH="1" flipV="1">
                <a:off x="1036339" y="3390898"/>
                <a:ext cx="119168" cy="76659"/>
              </a:xfrm>
              <a:prstGeom prst="line">
                <a:avLst/>
              </a:prstGeom>
              <a:ln w="6350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2" name="Straight Connector 135"/>
              <p:cNvCxnSpPr/>
              <p:nvPr/>
            </p:nvCxnSpPr>
            <p:spPr>
              <a:xfrm rot="15360000" flipV="1">
                <a:off x="1522232" y="3398644"/>
                <a:ext cx="120360" cy="76659"/>
              </a:xfrm>
              <a:prstGeom prst="line">
                <a:avLst/>
              </a:prstGeom>
              <a:ln w="6350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3" name="Straight Connector 136"/>
              <p:cNvCxnSpPr/>
              <p:nvPr/>
            </p:nvCxnSpPr>
            <p:spPr>
              <a:xfrm rot="3480000" flipH="1" flipV="1">
                <a:off x="1089410" y="3259813"/>
                <a:ext cx="119168" cy="76659"/>
              </a:xfrm>
              <a:prstGeom prst="line">
                <a:avLst/>
              </a:prstGeom>
              <a:ln w="6350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4" name="Straight Connector 137"/>
              <p:cNvCxnSpPr/>
              <p:nvPr/>
            </p:nvCxnSpPr>
            <p:spPr>
              <a:xfrm rot="3480000" flipH="1" flipV="1">
                <a:off x="1472423" y="3264862"/>
                <a:ext cx="116785" cy="73711"/>
              </a:xfrm>
              <a:prstGeom prst="line">
                <a:avLst/>
              </a:prstGeom>
              <a:ln w="6350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52" name="Group 38"/>
            <p:cNvGrpSpPr>
              <a:grpSpLocks/>
            </p:cNvGrpSpPr>
            <p:nvPr/>
          </p:nvGrpSpPr>
          <p:grpSpPr bwMode="auto">
            <a:xfrm>
              <a:off x="7926556" y="3230880"/>
              <a:ext cx="455761" cy="258235"/>
              <a:chOff x="1057362" y="3238034"/>
              <a:chExt cx="563705" cy="258235"/>
            </a:xfrm>
          </p:grpSpPr>
          <p:cxnSp>
            <p:nvCxnSpPr>
              <p:cNvPr id="377" name="Straight Connector 130"/>
              <p:cNvCxnSpPr/>
              <p:nvPr/>
            </p:nvCxnSpPr>
            <p:spPr>
              <a:xfrm rot="6240000" flipH="1" flipV="1">
                <a:off x="1037018" y="3390306"/>
                <a:ext cx="117977" cy="76659"/>
              </a:xfrm>
              <a:prstGeom prst="line">
                <a:avLst/>
              </a:prstGeom>
              <a:ln w="6350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8" name="Straight Connector 131"/>
              <p:cNvCxnSpPr/>
              <p:nvPr/>
            </p:nvCxnSpPr>
            <p:spPr>
              <a:xfrm rot="15360000" flipV="1">
                <a:off x="1522913" y="3398051"/>
                <a:ext cx="119168" cy="76659"/>
              </a:xfrm>
              <a:prstGeom prst="line">
                <a:avLst/>
              </a:prstGeom>
              <a:ln w="6350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9" name="Straight Connector 132"/>
              <p:cNvCxnSpPr/>
              <p:nvPr/>
            </p:nvCxnSpPr>
            <p:spPr>
              <a:xfrm rot="3480000" flipH="1" flipV="1">
                <a:off x="1089495" y="3258625"/>
                <a:ext cx="119168" cy="76659"/>
              </a:xfrm>
              <a:prstGeom prst="line">
                <a:avLst/>
              </a:prstGeom>
              <a:ln w="6350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0" name="Straight Connector 133"/>
              <p:cNvCxnSpPr/>
              <p:nvPr/>
            </p:nvCxnSpPr>
            <p:spPr>
              <a:xfrm rot="3480000" flipH="1" flipV="1">
                <a:off x="1471316" y="3264866"/>
                <a:ext cx="119168" cy="73711"/>
              </a:xfrm>
              <a:prstGeom prst="line">
                <a:avLst/>
              </a:prstGeom>
              <a:ln w="6350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53" name="TextBox 44"/>
            <p:cNvSpPr txBox="1">
              <a:spLocks noChangeArrowheads="1"/>
            </p:cNvSpPr>
            <p:nvPr/>
          </p:nvSpPr>
          <p:spPr bwMode="auto">
            <a:xfrm>
              <a:off x="600456" y="2318448"/>
              <a:ext cx="685799" cy="4000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eaLnBrk="1" hangingPunct="1"/>
              <a:r>
                <a:rPr lang="en-US" altLang="ko-KR" sz="1300">
                  <a:latin typeface="Calibri" pitchFamily="34" charset="0"/>
                </a:rPr>
                <a:t>Master PAC</a:t>
              </a:r>
              <a:endParaRPr lang="ko-KR" altLang="ko-KR"/>
            </a:p>
          </p:txBody>
        </p:sp>
        <p:sp>
          <p:nvSpPr>
            <p:cNvPr id="354" name="TextBox 47"/>
            <p:cNvSpPr txBox="1">
              <a:spLocks noChangeArrowheads="1"/>
            </p:cNvSpPr>
            <p:nvPr/>
          </p:nvSpPr>
          <p:spPr bwMode="auto">
            <a:xfrm>
              <a:off x="457200" y="3581400"/>
              <a:ext cx="431800" cy="2923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1300">
                  <a:latin typeface="Calibri" pitchFamily="34" charset="0"/>
                </a:rPr>
                <a:t>(Ra)</a:t>
              </a:r>
              <a:endParaRPr lang="ko-KR" altLang="ko-KR"/>
            </a:p>
          </p:txBody>
        </p:sp>
        <p:sp>
          <p:nvSpPr>
            <p:cNvPr id="355" name="TextBox 47"/>
            <p:cNvSpPr txBox="1">
              <a:spLocks noChangeArrowheads="1"/>
            </p:cNvSpPr>
            <p:nvPr/>
          </p:nvSpPr>
          <p:spPr bwMode="auto">
            <a:xfrm>
              <a:off x="990600" y="3581400"/>
              <a:ext cx="457200" cy="2923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1300">
                  <a:latin typeface="Calibri" pitchFamily="34" charset="0"/>
                </a:rPr>
                <a:t>(Rb)</a:t>
              </a:r>
              <a:endParaRPr lang="ko-KR" altLang="ko-KR"/>
            </a:p>
          </p:txBody>
        </p:sp>
        <p:sp>
          <p:nvSpPr>
            <p:cNvPr id="356" name="TextBox 44"/>
            <p:cNvSpPr txBox="1">
              <a:spLocks noChangeArrowheads="1"/>
            </p:cNvSpPr>
            <p:nvPr/>
          </p:nvSpPr>
          <p:spPr bwMode="auto">
            <a:xfrm>
              <a:off x="4169664" y="3886200"/>
              <a:ext cx="685799" cy="2000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eaLnBrk="1" hangingPunct="1"/>
              <a:r>
                <a:rPr lang="en-US" altLang="ko-KR" sz="1300">
                  <a:latin typeface="Calibri" pitchFamily="34" charset="0"/>
                </a:rPr>
                <a:t>Car #2</a:t>
              </a:r>
              <a:endParaRPr lang="ko-KR" altLang="ko-KR"/>
            </a:p>
          </p:txBody>
        </p:sp>
        <p:sp>
          <p:nvSpPr>
            <p:cNvPr id="357" name="TextBox 44"/>
            <p:cNvSpPr txBox="1">
              <a:spLocks noChangeArrowheads="1"/>
            </p:cNvSpPr>
            <p:nvPr/>
          </p:nvSpPr>
          <p:spPr bwMode="auto">
            <a:xfrm>
              <a:off x="1219200" y="3886200"/>
              <a:ext cx="685799" cy="2000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eaLnBrk="1" hangingPunct="1"/>
              <a:r>
                <a:rPr lang="en-US" altLang="ko-KR" sz="1300">
                  <a:latin typeface="Calibri" pitchFamily="34" charset="0"/>
                </a:rPr>
                <a:t>Car #1</a:t>
              </a:r>
              <a:endParaRPr lang="ko-KR" altLang="ko-KR"/>
            </a:p>
          </p:txBody>
        </p:sp>
        <p:sp>
          <p:nvSpPr>
            <p:cNvPr id="358" name="TextBox 44"/>
            <p:cNvSpPr txBox="1">
              <a:spLocks noChangeArrowheads="1"/>
            </p:cNvSpPr>
            <p:nvPr/>
          </p:nvSpPr>
          <p:spPr bwMode="auto">
            <a:xfrm>
              <a:off x="7156705" y="3886200"/>
              <a:ext cx="685799" cy="2000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eaLnBrk="1" hangingPunct="1"/>
              <a:r>
                <a:rPr lang="en-US" altLang="ko-KR" sz="1300">
                  <a:latin typeface="Calibri" pitchFamily="34" charset="0"/>
                </a:rPr>
                <a:t>Car #3</a:t>
              </a:r>
              <a:endParaRPr lang="ko-KR" altLang="ko-KR"/>
            </a:p>
          </p:txBody>
        </p:sp>
        <p:sp>
          <p:nvSpPr>
            <p:cNvPr id="359" name="TextBox 44"/>
            <p:cNvSpPr txBox="1">
              <a:spLocks noChangeArrowheads="1"/>
            </p:cNvSpPr>
            <p:nvPr/>
          </p:nvSpPr>
          <p:spPr bwMode="auto">
            <a:xfrm>
              <a:off x="116197" y="3914241"/>
              <a:ext cx="685350" cy="447575"/>
            </a:xfrm>
            <a:prstGeom prst="roundRect">
              <a:avLst/>
            </a:prstGeom>
            <a:ln w="12700"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>
              <a:spAutoFit/>
            </a:bodyPr>
            <a:lstStyle/>
            <a:p>
              <a:pPr algn="ctr">
                <a:defRPr/>
              </a:pPr>
              <a:r>
                <a:rPr lang="en-US" altLang="ko-KR" sz="1300" dirty="0">
                  <a:solidFill>
                    <a:srgbClr val="000000"/>
                  </a:solidFill>
                  <a:latin typeface="Calibri" pitchFamily="34" charset="0"/>
                  <a:ea typeface="굴림" pitchFamily="50" charset="-127"/>
                </a:rPr>
                <a:t>HOC Coupler</a:t>
              </a:r>
              <a:endParaRPr lang="ko-KR" altLang="ko-KR" dirty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360" name="TextBox 44"/>
            <p:cNvSpPr txBox="1">
              <a:spLocks noChangeArrowheads="1"/>
            </p:cNvSpPr>
            <p:nvPr/>
          </p:nvSpPr>
          <p:spPr bwMode="auto">
            <a:xfrm>
              <a:off x="8287962" y="3885641"/>
              <a:ext cx="685350" cy="447575"/>
            </a:xfrm>
            <a:prstGeom prst="roundRect">
              <a:avLst/>
            </a:prstGeom>
            <a:ln w="12700"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>
              <a:spAutoFit/>
            </a:bodyPr>
            <a:lstStyle/>
            <a:p>
              <a:pPr algn="ctr">
                <a:defRPr/>
              </a:pPr>
              <a:r>
                <a:rPr lang="en-US" altLang="ko-KR" sz="1300" dirty="0">
                  <a:solidFill>
                    <a:srgbClr val="000000"/>
                  </a:solidFill>
                  <a:latin typeface="Calibri" pitchFamily="34" charset="0"/>
                  <a:ea typeface="굴림" pitchFamily="50" charset="-127"/>
                </a:rPr>
                <a:t>TOC Coupler</a:t>
              </a:r>
              <a:endParaRPr lang="ko-KR" altLang="ko-KR" dirty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361" name="TextBox 44"/>
            <p:cNvSpPr txBox="1">
              <a:spLocks noChangeArrowheads="1"/>
            </p:cNvSpPr>
            <p:nvPr/>
          </p:nvSpPr>
          <p:spPr bwMode="auto">
            <a:xfrm>
              <a:off x="7924799" y="2318448"/>
              <a:ext cx="457200" cy="4154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eaLnBrk="1" hangingPunct="1"/>
              <a:r>
                <a:rPr lang="en-US" altLang="ko-KR" sz="1300">
                  <a:latin typeface="Calibri" pitchFamily="34" charset="0"/>
                </a:rPr>
                <a:t>Slave PAC</a:t>
              </a:r>
              <a:endParaRPr lang="ko-KR" altLang="ko-KR"/>
            </a:p>
          </p:txBody>
        </p:sp>
        <p:sp>
          <p:nvSpPr>
            <p:cNvPr id="362" name="TextBox 44"/>
            <p:cNvSpPr txBox="1">
              <a:spLocks noChangeArrowheads="1"/>
            </p:cNvSpPr>
            <p:nvPr/>
          </p:nvSpPr>
          <p:spPr bwMode="auto">
            <a:xfrm>
              <a:off x="3657601" y="2318448"/>
              <a:ext cx="457200" cy="4154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eaLnBrk="1" hangingPunct="1"/>
              <a:r>
                <a:rPr lang="en-US" altLang="ko-KR" sz="1300">
                  <a:latin typeface="Calibri" pitchFamily="34" charset="0"/>
                </a:rPr>
                <a:t>Slave PAC</a:t>
              </a:r>
              <a:endParaRPr lang="ko-KR" altLang="ko-KR"/>
            </a:p>
          </p:txBody>
        </p:sp>
        <p:sp>
          <p:nvSpPr>
            <p:cNvPr id="363" name="TextBox 44"/>
            <p:cNvSpPr txBox="1">
              <a:spLocks noChangeArrowheads="1"/>
            </p:cNvSpPr>
            <p:nvPr/>
          </p:nvSpPr>
          <p:spPr bwMode="auto">
            <a:xfrm>
              <a:off x="4934712" y="2318448"/>
              <a:ext cx="457200" cy="4154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eaLnBrk="1" hangingPunct="1"/>
              <a:r>
                <a:rPr lang="en-US" altLang="ko-KR" sz="1300">
                  <a:latin typeface="Calibri" pitchFamily="34" charset="0"/>
                </a:rPr>
                <a:t>Slave PAC</a:t>
              </a:r>
              <a:endParaRPr lang="ko-KR" altLang="ko-KR"/>
            </a:p>
          </p:txBody>
        </p:sp>
        <p:sp>
          <p:nvSpPr>
            <p:cNvPr id="364" name="TextBox 44"/>
            <p:cNvSpPr txBox="1">
              <a:spLocks noChangeArrowheads="1"/>
            </p:cNvSpPr>
            <p:nvPr/>
          </p:nvSpPr>
          <p:spPr bwMode="auto">
            <a:xfrm>
              <a:off x="6629400" y="2318448"/>
              <a:ext cx="457200" cy="4154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eaLnBrk="1" hangingPunct="1"/>
              <a:r>
                <a:rPr lang="en-US" altLang="ko-KR" sz="1300">
                  <a:latin typeface="Calibri" pitchFamily="34" charset="0"/>
                </a:rPr>
                <a:t>Slave PAC</a:t>
              </a:r>
              <a:endParaRPr lang="ko-KR" altLang="ko-KR"/>
            </a:p>
          </p:txBody>
        </p:sp>
        <p:sp>
          <p:nvSpPr>
            <p:cNvPr id="365" name="TextBox 44"/>
            <p:cNvSpPr txBox="1">
              <a:spLocks noChangeArrowheads="1"/>
            </p:cNvSpPr>
            <p:nvPr/>
          </p:nvSpPr>
          <p:spPr bwMode="auto">
            <a:xfrm>
              <a:off x="1984248" y="2318448"/>
              <a:ext cx="457200" cy="4154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eaLnBrk="1" hangingPunct="1"/>
              <a:r>
                <a:rPr lang="en-US" altLang="ko-KR" sz="1300">
                  <a:latin typeface="Calibri" pitchFamily="34" charset="0"/>
                </a:rPr>
                <a:t>Slave PAC</a:t>
              </a:r>
              <a:endParaRPr lang="ko-KR" altLang="ko-KR"/>
            </a:p>
          </p:txBody>
        </p:sp>
        <p:sp>
          <p:nvSpPr>
            <p:cNvPr id="366" name="TextBox 47"/>
            <p:cNvSpPr txBox="1">
              <a:spLocks noChangeArrowheads="1"/>
            </p:cNvSpPr>
            <p:nvPr/>
          </p:nvSpPr>
          <p:spPr bwMode="auto">
            <a:xfrm>
              <a:off x="3428999" y="3581400"/>
              <a:ext cx="431800" cy="2923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1300">
                  <a:latin typeface="Calibri" pitchFamily="34" charset="0"/>
                </a:rPr>
                <a:t>(Ra)</a:t>
              </a:r>
              <a:endParaRPr lang="ko-KR" altLang="ko-KR"/>
            </a:p>
          </p:txBody>
        </p:sp>
        <p:sp>
          <p:nvSpPr>
            <p:cNvPr id="367" name="TextBox 47"/>
            <p:cNvSpPr txBox="1">
              <a:spLocks noChangeArrowheads="1"/>
            </p:cNvSpPr>
            <p:nvPr/>
          </p:nvSpPr>
          <p:spPr bwMode="auto">
            <a:xfrm>
              <a:off x="6400800" y="3581400"/>
              <a:ext cx="431800" cy="2923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1300">
                  <a:latin typeface="Calibri" pitchFamily="34" charset="0"/>
                </a:rPr>
                <a:t>(Ra)</a:t>
              </a:r>
              <a:endParaRPr lang="ko-KR" altLang="ko-KR"/>
            </a:p>
          </p:txBody>
        </p:sp>
        <p:sp>
          <p:nvSpPr>
            <p:cNvPr id="368" name="TextBox 47"/>
            <p:cNvSpPr txBox="1">
              <a:spLocks noChangeArrowheads="1"/>
            </p:cNvSpPr>
            <p:nvPr/>
          </p:nvSpPr>
          <p:spPr bwMode="auto">
            <a:xfrm>
              <a:off x="1676400" y="3581400"/>
              <a:ext cx="431800" cy="2923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1300">
                  <a:latin typeface="Calibri" pitchFamily="34" charset="0"/>
                </a:rPr>
                <a:t>(Ra)</a:t>
              </a:r>
              <a:endParaRPr lang="ko-KR" altLang="ko-KR"/>
            </a:p>
          </p:txBody>
        </p:sp>
        <p:sp>
          <p:nvSpPr>
            <p:cNvPr id="369" name="TextBox 47"/>
            <p:cNvSpPr txBox="1">
              <a:spLocks noChangeArrowheads="1"/>
            </p:cNvSpPr>
            <p:nvPr/>
          </p:nvSpPr>
          <p:spPr bwMode="auto">
            <a:xfrm>
              <a:off x="4724401" y="3581400"/>
              <a:ext cx="431800" cy="2923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1300">
                  <a:latin typeface="Calibri" pitchFamily="34" charset="0"/>
                </a:rPr>
                <a:t>(Ra)</a:t>
              </a:r>
              <a:endParaRPr lang="ko-KR" altLang="ko-KR"/>
            </a:p>
          </p:txBody>
        </p:sp>
        <p:sp>
          <p:nvSpPr>
            <p:cNvPr id="370" name="TextBox 47"/>
            <p:cNvSpPr txBox="1">
              <a:spLocks noChangeArrowheads="1"/>
            </p:cNvSpPr>
            <p:nvPr/>
          </p:nvSpPr>
          <p:spPr bwMode="auto">
            <a:xfrm>
              <a:off x="7696200" y="3581400"/>
              <a:ext cx="431800" cy="2923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1300">
                  <a:latin typeface="Calibri" pitchFamily="34" charset="0"/>
                </a:rPr>
                <a:t>(Ra)</a:t>
              </a:r>
              <a:endParaRPr lang="ko-KR" altLang="ko-KR"/>
            </a:p>
          </p:txBody>
        </p:sp>
        <p:sp>
          <p:nvSpPr>
            <p:cNvPr id="371" name="TextBox 47"/>
            <p:cNvSpPr txBox="1">
              <a:spLocks noChangeArrowheads="1"/>
            </p:cNvSpPr>
            <p:nvPr/>
          </p:nvSpPr>
          <p:spPr bwMode="auto">
            <a:xfrm>
              <a:off x="2209800" y="3581400"/>
              <a:ext cx="457200" cy="2923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1300">
                  <a:latin typeface="Calibri" pitchFamily="34" charset="0"/>
                </a:rPr>
                <a:t>(Rb)</a:t>
              </a:r>
              <a:endParaRPr lang="ko-KR" altLang="ko-KR"/>
            </a:p>
          </p:txBody>
        </p:sp>
        <p:sp>
          <p:nvSpPr>
            <p:cNvPr id="372" name="TextBox 47"/>
            <p:cNvSpPr txBox="1">
              <a:spLocks noChangeArrowheads="1"/>
            </p:cNvSpPr>
            <p:nvPr/>
          </p:nvSpPr>
          <p:spPr bwMode="auto">
            <a:xfrm>
              <a:off x="3962399" y="3581400"/>
              <a:ext cx="457200" cy="2923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1300">
                  <a:latin typeface="Calibri" pitchFamily="34" charset="0"/>
                </a:rPr>
                <a:t>(Rb)</a:t>
              </a:r>
              <a:endParaRPr lang="ko-KR" altLang="ko-KR"/>
            </a:p>
          </p:txBody>
        </p:sp>
        <p:sp>
          <p:nvSpPr>
            <p:cNvPr id="373" name="TextBox 47"/>
            <p:cNvSpPr txBox="1">
              <a:spLocks noChangeArrowheads="1"/>
            </p:cNvSpPr>
            <p:nvPr/>
          </p:nvSpPr>
          <p:spPr bwMode="auto">
            <a:xfrm>
              <a:off x="5257801" y="3581400"/>
              <a:ext cx="457200" cy="2923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1300">
                  <a:latin typeface="Calibri" pitchFamily="34" charset="0"/>
                </a:rPr>
                <a:t>(Rb)</a:t>
              </a:r>
              <a:endParaRPr lang="ko-KR" altLang="ko-KR"/>
            </a:p>
          </p:txBody>
        </p:sp>
        <p:sp>
          <p:nvSpPr>
            <p:cNvPr id="374" name="TextBox 47"/>
            <p:cNvSpPr txBox="1">
              <a:spLocks noChangeArrowheads="1"/>
            </p:cNvSpPr>
            <p:nvPr/>
          </p:nvSpPr>
          <p:spPr bwMode="auto">
            <a:xfrm>
              <a:off x="6934200" y="3581400"/>
              <a:ext cx="457200" cy="2923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1300">
                  <a:latin typeface="Calibri" pitchFamily="34" charset="0"/>
                </a:rPr>
                <a:t>(Rb)</a:t>
              </a:r>
              <a:endParaRPr lang="ko-KR" altLang="ko-KR"/>
            </a:p>
          </p:txBody>
        </p:sp>
        <p:sp>
          <p:nvSpPr>
            <p:cNvPr id="375" name="TextBox 47"/>
            <p:cNvSpPr txBox="1">
              <a:spLocks noChangeArrowheads="1"/>
            </p:cNvSpPr>
            <p:nvPr/>
          </p:nvSpPr>
          <p:spPr bwMode="auto">
            <a:xfrm>
              <a:off x="8229600" y="3581400"/>
              <a:ext cx="457200" cy="2923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1300">
                  <a:latin typeface="Calibri" pitchFamily="34" charset="0"/>
                </a:rPr>
                <a:t>(Rb)</a:t>
              </a:r>
              <a:endParaRPr lang="ko-KR" altLang="ko-KR"/>
            </a:p>
          </p:txBody>
        </p:sp>
        <p:sp>
          <p:nvSpPr>
            <p:cNvPr id="376" name="TextBox 375"/>
            <p:cNvSpPr txBox="1"/>
            <p:nvPr/>
          </p:nvSpPr>
          <p:spPr>
            <a:xfrm>
              <a:off x="1295001" y="1828800"/>
              <a:ext cx="6401772" cy="425581"/>
            </a:xfrm>
            <a:prstGeom prst="roundRect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altLang="ko-KR" dirty="0">
                  <a:solidFill>
                    <a:srgbClr val="000000"/>
                  </a:solidFill>
                  <a:latin typeface="Calibri" pitchFamily="34" charset="0"/>
                  <a:ea typeface="굴림" pitchFamily="50" charset="-127"/>
                </a:rPr>
                <a:t>Master PAC at HOC - Consist Configuration</a:t>
              </a:r>
              <a:endParaRPr lang="ko-KR" altLang="ko-KR" dirty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</p:grpSp>
      <p:sp>
        <p:nvSpPr>
          <p:cNvPr id="443" name="Rectangle 131"/>
          <p:cNvSpPr>
            <a:spLocks noChangeArrowheads="1"/>
          </p:cNvSpPr>
          <p:nvPr/>
        </p:nvSpPr>
        <p:spPr bwMode="auto">
          <a:xfrm>
            <a:off x="0" y="214538"/>
            <a:ext cx="3327393" cy="47555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lIns="95764" tIns="47882" rIns="95764" bIns="47882"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</a:rPr>
              <a:t>Diagram 4.2.1.2-A(24P)</a:t>
            </a:r>
            <a:endParaRPr lang="ko-KR" altLang="ko-KR" dirty="0">
              <a:solidFill>
                <a:schemeClr val="tx1"/>
              </a:solidFill>
            </a:endParaRPr>
          </a:p>
        </p:txBody>
      </p:sp>
      <p:sp>
        <p:nvSpPr>
          <p:cNvPr id="444" name="Rectangle 131"/>
          <p:cNvSpPr>
            <a:spLocks noChangeArrowheads="1"/>
          </p:cNvSpPr>
          <p:nvPr/>
        </p:nvSpPr>
        <p:spPr bwMode="auto">
          <a:xfrm>
            <a:off x="0" y="3643537"/>
            <a:ext cx="3327393" cy="475554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lIns="95764" tIns="47882" rIns="95764" bIns="47882"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</a:rPr>
              <a:t>Diagram 4.2.1.2-B(24P)</a:t>
            </a:r>
            <a:endParaRPr lang="ko-KR" altLang="ko-KR" dirty="0">
              <a:solidFill>
                <a:schemeClr val="tx1"/>
              </a:solidFill>
            </a:endParaRPr>
          </a:p>
        </p:txBody>
      </p:sp>
      <p:grpSp>
        <p:nvGrpSpPr>
          <p:cNvPr id="445" name="Group 198"/>
          <p:cNvGrpSpPr>
            <a:grpSpLocks/>
          </p:cNvGrpSpPr>
          <p:nvPr/>
        </p:nvGrpSpPr>
        <p:grpSpPr bwMode="auto">
          <a:xfrm>
            <a:off x="2" y="4357465"/>
            <a:ext cx="9507023" cy="2200882"/>
            <a:chOff x="97536" y="1877377"/>
            <a:chExt cx="8775192" cy="2200986"/>
          </a:xfrm>
        </p:grpSpPr>
        <p:sp>
          <p:nvSpPr>
            <p:cNvPr id="446" name="TextBox 44"/>
            <p:cNvSpPr txBox="1">
              <a:spLocks noChangeArrowheads="1"/>
            </p:cNvSpPr>
            <p:nvPr/>
          </p:nvSpPr>
          <p:spPr bwMode="auto">
            <a:xfrm>
              <a:off x="2178411" y="2526975"/>
              <a:ext cx="533924" cy="344359"/>
            </a:xfrm>
            <a:prstGeom prst="roundRect">
              <a:avLst/>
            </a:prstGeom>
            <a:ln w="12700"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>
              <a:spAutoFit/>
            </a:bodyPr>
            <a:lstStyle/>
            <a:p>
              <a:pPr algn="ctr">
                <a:defRPr/>
              </a:pPr>
              <a:r>
                <a:rPr lang="en-US" altLang="ko-KR" sz="1000" dirty="0">
                  <a:solidFill>
                    <a:srgbClr val="000000"/>
                  </a:solidFill>
                  <a:latin typeface="Calibri" pitchFamily="34" charset="0"/>
                  <a:ea typeface="굴림" pitchFamily="50" charset="-127"/>
                </a:rPr>
                <a:t>Key-On Switch</a:t>
              </a:r>
              <a:endParaRPr lang="ko-KR" altLang="ko-KR" dirty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447" name="TextBox 44"/>
            <p:cNvSpPr txBox="1">
              <a:spLocks noChangeArrowheads="1"/>
            </p:cNvSpPr>
            <p:nvPr/>
          </p:nvSpPr>
          <p:spPr bwMode="auto">
            <a:xfrm>
              <a:off x="2572512" y="2350008"/>
              <a:ext cx="685801" cy="4001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eaLnBrk="1" hangingPunct="1"/>
              <a:r>
                <a:rPr lang="en-US" altLang="ko-KR" sz="1300">
                  <a:latin typeface="Calibri" pitchFamily="34" charset="0"/>
                </a:rPr>
                <a:t>Master PAC</a:t>
              </a:r>
              <a:endParaRPr lang="ko-KR" altLang="ko-KR"/>
            </a:p>
          </p:txBody>
        </p:sp>
        <p:sp>
          <p:nvSpPr>
            <p:cNvPr id="448" name="TextBox 44"/>
            <p:cNvSpPr txBox="1">
              <a:spLocks noChangeArrowheads="1"/>
            </p:cNvSpPr>
            <p:nvPr/>
          </p:nvSpPr>
          <p:spPr bwMode="auto">
            <a:xfrm>
              <a:off x="3066288" y="3657600"/>
              <a:ext cx="685801" cy="2000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eaLnBrk="1" hangingPunct="1"/>
              <a:r>
                <a:rPr lang="en-US" altLang="ko-KR" sz="1300">
                  <a:latin typeface="Calibri" pitchFamily="34" charset="0"/>
                </a:rPr>
                <a:t>Car #2</a:t>
              </a:r>
              <a:endParaRPr lang="ko-KR" altLang="ko-KR"/>
            </a:p>
          </p:txBody>
        </p:sp>
        <p:sp>
          <p:nvSpPr>
            <p:cNvPr id="449" name="TextBox 44"/>
            <p:cNvSpPr txBox="1">
              <a:spLocks noChangeArrowheads="1"/>
            </p:cNvSpPr>
            <p:nvPr/>
          </p:nvSpPr>
          <p:spPr bwMode="auto">
            <a:xfrm>
              <a:off x="896113" y="3657600"/>
              <a:ext cx="685801" cy="2000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eaLnBrk="1" hangingPunct="1"/>
              <a:r>
                <a:rPr lang="en-US" altLang="ko-KR" sz="1300">
                  <a:latin typeface="Calibri" pitchFamily="34" charset="0"/>
                </a:rPr>
                <a:t>Car #1</a:t>
              </a:r>
              <a:endParaRPr lang="ko-KR" altLang="ko-KR"/>
            </a:p>
          </p:txBody>
        </p:sp>
        <p:sp>
          <p:nvSpPr>
            <p:cNvPr id="450" name="TextBox 44"/>
            <p:cNvSpPr txBox="1">
              <a:spLocks noChangeArrowheads="1"/>
            </p:cNvSpPr>
            <p:nvPr/>
          </p:nvSpPr>
          <p:spPr bwMode="auto">
            <a:xfrm>
              <a:off x="5227321" y="3657600"/>
              <a:ext cx="685801" cy="2000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eaLnBrk="1" hangingPunct="1"/>
              <a:r>
                <a:rPr lang="en-US" altLang="ko-KR" sz="1300">
                  <a:latin typeface="Calibri" pitchFamily="34" charset="0"/>
                </a:rPr>
                <a:t>Car #3</a:t>
              </a:r>
              <a:endParaRPr lang="ko-KR" altLang="ko-KR"/>
            </a:p>
          </p:txBody>
        </p:sp>
        <p:sp>
          <p:nvSpPr>
            <p:cNvPr id="451" name="TextBox 44"/>
            <p:cNvSpPr txBox="1">
              <a:spLocks noChangeArrowheads="1"/>
            </p:cNvSpPr>
            <p:nvPr/>
          </p:nvSpPr>
          <p:spPr bwMode="auto">
            <a:xfrm>
              <a:off x="97536" y="3630696"/>
              <a:ext cx="685283" cy="447667"/>
            </a:xfrm>
            <a:prstGeom prst="roundRect">
              <a:avLst/>
            </a:prstGeom>
            <a:ln w="12700"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>
              <a:spAutoFit/>
            </a:bodyPr>
            <a:lstStyle/>
            <a:p>
              <a:pPr algn="ctr">
                <a:defRPr/>
              </a:pPr>
              <a:r>
                <a:rPr lang="en-US" altLang="ko-KR" sz="1300" dirty="0">
                  <a:solidFill>
                    <a:srgbClr val="000000"/>
                  </a:solidFill>
                  <a:latin typeface="Calibri" pitchFamily="34" charset="0"/>
                  <a:ea typeface="굴림" pitchFamily="50" charset="-127"/>
                </a:rPr>
                <a:t>HOC Coupler</a:t>
              </a:r>
              <a:endParaRPr lang="ko-KR" altLang="ko-KR" dirty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452" name="TextBox 44"/>
            <p:cNvSpPr txBox="1">
              <a:spLocks noChangeArrowheads="1"/>
            </p:cNvSpPr>
            <p:nvPr/>
          </p:nvSpPr>
          <p:spPr bwMode="auto">
            <a:xfrm>
              <a:off x="8187445" y="3630696"/>
              <a:ext cx="685283" cy="447667"/>
            </a:xfrm>
            <a:prstGeom prst="roundRect">
              <a:avLst/>
            </a:prstGeom>
            <a:ln w="12700">
              <a:headEnd/>
              <a:tailEnd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>
              <a:spAutoFit/>
            </a:bodyPr>
            <a:lstStyle/>
            <a:p>
              <a:pPr algn="ctr">
                <a:defRPr/>
              </a:pPr>
              <a:r>
                <a:rPr lang="en-US" altLang="ko-KR" sz="1300" dirty="0">
                  <a:solidFill>
                    <a:srgbClr val="000000"/>
                  </a:solidFill>
                  <a:latin typeface="Calibri" pitchFamily="34" charset="0"/>
                  <a:ea typeface="굴림" pitchFamily="50" charset="-127"/>
                </a:rPr>
                <a:t>TOC Coupler</a:t>
              </a:r>
              <a:endParaRPr lang="ko-KR" altLang="ko-KR" dirty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453" name="TextBox 44"/>
            <p:cNvSpPr txBox="1">
              <a:spLocks noChangeArrowheads="1"/>
            </p:cNvSpPr>
            <p:nvPr/>
          </p:nvSpPr>
          <p:spPr bwMode="auto">
            <a:xfrm>
              <a:off x="7019543" y="2350008"/>
              <a:ext cx="457200" cy="415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eaLnBrk="1" hangingPunct="1"/>
              <a:r>
                <a:rPr lang="en-US" altLang="ko-KR" sz="1300">
                  <a:latin typeface="Calibri" pitchFamily="34" charset="0"/>
                </a:rPr>
                <a:t>Slave PAC</a:t>
              </a:r>
              <a:endParaRPr lang="ko-KR" altLang="ko-KR"/>
            </a:p>
          </p:txBody>
        </p:sp>
        <p:sp>
          <p:nvSpPr>
            <p:cNvPr id="454" name="TextBox 44"/>
            <p:cNvSpPr txBox="1">
              <a:spLocks noChangeArrowheads="1"/>
            </p:cNvSpPr>
            <p:nvPr/>
          </p:nvSpPr>
          <p:spPr bwMode="auto">
            <a:xfrm>
              <a:off x="3621024" y="2350008"/>
              <a:ext cx="457200" cy="415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eaLnBrk="1" hangingPunct="1"/>
              <a:r>
                <a:rPr lang="en-US" altLang="ko-KR" sz="1300">
                  <a:latin typeface="Calibri" pitchFamily="34" charset="0"/>
                </a:rPr>
                <a:t>Slave PAC</a:t>
              </a:r>
              <a:endParaRPr lang="ko-KR" altLang="ko-KR"/>
            </a:p>
          </p:txBody>
        </p:sp>
        <p:sp>
          <p:nvSpPr>
            <p:cNvPr id="455" name="TextBox 44"/>
            <p:cNvSpPr txBox="1">
              <a:spLocks noChangeArrowheads="1"/>
            </p:cNvSpPr>
            <p:nvPr/>
          </p:nvSpPr>
          <p:spPr bwMode="auto">
            <a:xfrm>
              <a:off x="4867657" y="2350008"/>
              <a:ext cx="457200" cy="415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eaLnBrk="1" hangingPunct="1"/>
              <a:r>
                <a:rPr lang="en-US" altLang="ko-KR" sz="1300">
                  <a:latin typeface="Calibri" pitchFamily="34" charset="0"/>
                </a:rPr>
                <a:t>Slave PAC</a:t>
              </a:r>
              <a:endParaRPr lang="ko-KR" altLang="ko-KR"/>
            </a:p>
          </p:txBody>
        </p:sp>
        <p:sp>
          <p:nvSpPr>
            <p:cNvPr id="456" name="TextBox 44"/>
            <p:cNvSpPr txBox="1">
              <a:spLocks noChangeArrowheads="1"/>
            </p:cNvSpPr>
            <p:nvPr/>
          </p:nvSpPr>
          <p:spPr bwMode="auto">
            <a:xfrm>
              <a:off x="5800344" y="2350008"/>
              <a:ext cx="457200" cy="415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eaLnBrk="1" hangingPunct="1"/>
              <a:r>
                <a:rPr lang="en-US" altLang="ko-KR" sz="1300">
                  <a:latin typeface="Calibri" pitchFamily="34" charset="0"/>
                </a:rPr>
                <a:t>Slave PAC</a:t>
              </a:r>
              <a:endParaRPr lang="ko-KR" altLang="ko-KR"/>
            </a:p>
          </p:txBody>
        </p:sp>
        <p:sp>
          <p:nvSpPr>
            <p:cNvPr id="457" name="TextBox 44"/>
            <p:cNvSpPr txBox="1">
              <a:spLocks noChangeArrowheads="1"/>
            </p:cNvSpPr>
            <p:nvPr/>
          </p:nvSpPr>
          <p:spPr bwMode="auto">
            <a:xfrm>
              <a:off x="1484376" y="2350008"/>
              <a:ext cx="457200" cy="415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eaLnBrk="1" hangingPunct="1"/>
              <a:r>
                <a:rPr lang="en-US" altLang="ko-KR" sz="1300">
                  <a:latin typeface="Calibri" pitchFamily="34" charset="0"/>
                </a:rPr>
                <a:t>Slave PAC</a:t>
              </a:r>
              <a:endParaRPr lang="ko-KR" altLang="ko-KR"/>
            </a:p>
          </p:txBody>
        </p:sp>
        <p:sp>
          <p:nvSpPr>
            <p:cNvPr id="458" name="Snip Same Side Corner Rectangle 38"/>
            <p:cNvSpPr/>
            <p:nvPr/>
          </p:nvSpPr>
          <p:spPr bwMode="auto">
            <a:xfrm>
              <a:off x="416937" y="2742713"/>
              <a:ext cx="1618459" cy="778326"/>
            </a:xfrm>
            <a:prstGeom prst="snip2Same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grpSp>
          <p:nvGrpSpPr>
            <p:cNvPr id="459" name="Group 27"/>
            <p:cNvGrpSpPr>
              <a:grpSpLocks/>
            </p:cNvGrpSpPr>
            <p:nvPr/>
          </p:nvGrpSpPr>
          <p:grpSpPr bwMode="auto">
            <a:xfrm flipH="1">
              <a:off x="1805890" y="2936095"/>
              <a:ext cx="191896" cy="85133"/>
              <a:chOff x="817750" y="3009444"/>
              <a:chExt cx="325250" cy="116664"/>
            </a:xfrm>
          </p:grpSpPr>
          <p:cxnSp>
            <p:nvCxnSpPr>
              <p:cNvPr id="620" name="Straight Connector 72"/>
              <p:cNvCxnSpPr/>
              <p:nvPr/>
            </p:nvCxnSpPr>
            <p:spPr>
              <a:xfrm>
                <a:off x="915605" y="3040081"/>
                <a:ext cx="228260" cy="3267"/>
              </a:xfrm>
              <a:prstGeom prst="line">
                <a:avLst/>
              </a:prstGeom>
              <a:ln w="952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1" name="Straight Connector 73"/>
              <p:cNvCxnSpPr/>
              <p:nvPr/>
            </p:nvCxnSpPr>
            <p:spPr>
              <a:xfrm>
                <a:off x="826725" y="3123382"/>
                <a:ext cx="226241" cy="3267"/>
              </a:xfrm>
              <a:prstGeom prst="line">
                <a:avLst/>
              </a:prstGeom>
              <a:ln w="952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2" name="Straight Connector 74"/>
              <p:cNvCxnSpPr/>
              <p:nvPr/>
            </p:nvCxnSpPr>
            <p:spPr>
              <a:xfrm rot="16200000">
                <a:off x="787866" y="3081731"/>
                <a:ext cx="89835" cy="0"/>
              </a:xfrm>
              <a:prstGeom prst="line">
                <a:avLst/>
              </a:prstGeom>
              <a:ln w="952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3" name="Straight Connector 75"/>
              <p:cNvCxnSpPr/>
              <p:nvPr/>
            </p:nvCxnSpPr>
            <p:spPr>
              <a:xfrm rot="18900000" flipH="1">
                <a:off x="824464" y="3013753"/>
                <a:ext cx="83303" cy="2021"/>
              </a:xfrm>
              <a:prstGeom prst="line">
                <a:avLst/>
              </a:prstGeom>
              <a:ln w="9525">
                <a:solidFill>
                  <a:schemeClr val="tx1"/>
                </a:solidFill>
                <a:headEnd type="none" w="sm" len="sm"/>
                <a:tailEnd type="oval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60" name="Group 26"/>
            <p:cNvGrpSpPr>
              <a:grpSpLocks/>
            </p:cNvGrpSpPr>
            <p:nvPr/>
          </p:nvGrpSpPr>
          <p:grpSpPr bwMode="auto">
            <a:xfrm>
              <a:off x="449593" y="2937487"/>
              <a:ext cx="191896" cy="85133"/>
              <a:chOff x="817750" y="3009444"/>
              <a:chExt cx="325250" cy="116664"/>
            </a:xfrm>
          </p:grpSpPr>
          <p:cxnSp>
            <p:nvCxnSpPr>
              <p:cNvPr id="616" name="Straight Connector 68"/>
              <p:cNvCxnSpPr/>
              <p:nvPr/>
            </p:nvCxnSpPr>
            <p:spPr>
              <a:xfrm>
                <a:off x="913902" y="3039806"/>
                <a:ext cx="228260" cy="3267"/>
              </a:xfrm>
              <a:prstGeom prst="line">
                <a:avLst/>
              </a:prstGeom>
              <a:ln w="952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7" name="Straight Connector 69"/>
              <p:cNvCxnSpPr/>
              <p:nvPr/>
            </p:nvCxnSpPr>
            <p:spPr>
              <a:xfrm>
                <a:off x="823001" y="3123109"/>
                <a:ext cx="230281" cy="3267"/>
              </a:xfrm>
              <a:prstGeom prst="line">
                <a:avLst/>
              </a:prstGeom>
              <a:ln w="952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8" name="Straight Connector 70"/>
              <p:cNvCxnSpPr/>
              <p:nvPr/>
            </p:nvCxnSpPr>
            <p:spPr>
              <a:xfrm rot="16200000">
                <a:off x="784143" y="3081458"/>
                <a:ext cx="89836" cy="0"/>
              </a:xfrm>
              <a:prstGeom prst="line">
                <a:avLst/>
              </a:prstGeom>
              <a:ln w="952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9" name="Straight Connector 71"/>
              <p:cNvCxnSpPr/>
              <p:nvPr/>
            </p:nvCxnSpPr>
            <p:spPr>
              <a:xfrm rot="18900000" flipH="1">
                <a:off x="818677" y="3009395"/>
                <a:ext cx="91469" cy="2021"/>
              </a:xfrm>
              <a:prstGeom prst="line">
                <a:avLst/>
              </a:prstGeom>
              <a:ln w="9525">
                <a:solidFill>
                  <a:schemeClr val="tx1"/>
                </a:solidFill>
                <a:headEnd type="none" w="sm" len="sm"/>
                <a:tailEnd type="oval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61" name="Rectangle 4"/>
            <p:cNvSpPr/>
            <p:nvPr/>
          </p:nvSpPr>
          <p:spPr bwMode="auto">
            <a:xfrm>
              <a:off x="595707" y="2909582"/>
              <a:ext cx="314634" cy="166869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462" name="Rectangle 5"/>
            <p:cNvSpPr/>
            <p:nvPr/>
          </p:nvSpPr>
          <p:spPr bwMode="auto">
            <a:xfrm>
              <a:off x="1540801" y="2909582"/>
              <a:ext cx="313442" cy="166869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cxnSp>
          <p:nvCxnSpPr>
            <p:cNvPr id="463" name="Straight Connector 47"/>
            <p:cNvCxnSpPr/>
            <p:nvPr/>
          </p:nvCxnSpPr>
          <p:spPr bwMode="auto">
            <a:xfrm>
              <a:off x="1058123" y="3354170"/>
              <a:ext cx="349197" cy="1192"/>
            </a:xfrm>
            <a:prstGeom prst="line">
              <a:avLst/>
            </a:prstGeom>
            <a:ln w="19050">
              <a:solidFill>
                <a:schemeClr val="tx1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4" name="Straight Connector 48"/>
            <p:cNvCxnSpPr/>
            <p:nvPr/>
          </p:nvCxnSpPr>
          <p:spPr bwMode="auto">
            <a:xfrm>
              <a:off x="1562253" y="3354170"/>
              <a:ext cx="270537" cy="1192"/>
            </a:xfrm>
            <a:prstGeom prst="line">
              <a:avLst/>
            </a:prstGeom>
            <a:ln w="19050">
              <a:solidFill>
                <a:schemeClr val="tx1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5" name="Straight Connector 49"/>
            <p:cNvCxnSpPr/>
            <p:nvPr/>
          </p:nvCxnSpPr>
          <p:spPr bwMode="auto">
            <a:xfrm>
              <a:off x="624310" y="3354170"/>
              <a:ext cx="270538" cy="1192"/>
            </a:xfrm>
            <a:prstGeom prst="line">
              <a:avLst/>
            </a:prstGeom>
            <a:ln w="19050">
              <a:solidFill>
                <a:schemeClr val="tx1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6" name="Straight Connector 50"/>
            <p:cNvCxnSpPr/>
            <p:nvPr/>
          </p:nvCxnSpPr>
          <p:spPr bwMode="auto">
            <a:xfrm>
              <a:off x="1972231" y="3354170"/>
              <a:ext cx="315825" cy="1192"/>
            </a:xfrm>
            <a:prstGeom prst="line">
              <a:avLst/>
            </a:prstGeom>
            <a:ln w="19050">
              <a:solidFill>
                <a:schemeClr val="tx1"/>
              </a:solidFill>
              <a:headEnd type="oval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7" name="Straight Connector 51"/>
            <p:cNvCxnSpPr/>
            <p:nvPr/>
          </p:nvCxnSpPr>
          <p:spPr bwMode="auto">
            <a:xfrm rot="10800000" flipV="1">
              <a:off x="304908" y="3354170"/>
              <a:ext cx="166851" cy="110848"/>
            </a:xfrm>
            <a:prstGeom prst="line">
              <a:avLst/>
            </a:prstGeom>
            <a:ln w="19050">
              <a:solidFill>
                <a:schemeClr val="tx1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8" name="Straight Connector 52"/>
            <p:cNvCxnSpPr/>
            <p:nvPr/>
          </p:nvCxnSpPr>
          <p:spPr bwMode="auto">
            <a:xfrm rot="16200000">
              <a:off x="619528" y="3219482"/>
              <a:ext cx="268183" cy="1192"/>
            </a:xfrm>
            <a:prstGeom prst="line">
              <a:avLst/>
            </a:prstGeom>
            <a:ln w="19050">
              <a:solidFill>
                <a:schemeClr val="tx1"/>
              </a:solidFill>
              <a:headEnd type="oval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9" name="Straight Connector 53"/>
            <p:cNvCxnSpPr/>
            <p:nvPr/>
          </p:nvCxnSpPr>
          <p:spPr bwMode="auto">
            <a:xfrm rot="16200000">
              <a:off x="1565814" y="3217099"/>
              <a:ext cx="264607" cy="0"/>
            </a:xfrm>
            <a:prstGeom prst="line">
              <a:avLst/>
            </a:prstGeom>
            <a:ln w="19050">
              <a:solidFill>
                <a:schemeClr val="tx1"/>
              </a:solidFill>
              <a:headEnd type="oval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0" name="Straight Connector 54"/>
            <p:cNvCxnSpPr/>
            <p:nvPr/>
          </p:nvCxnSpPr>
          <p:spPr bwMode="auto">
            <a:xfrm rot="2700000">
              <a:off x="493203" y="3285038"/>
              <a:ext cx="166869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1" name="Straight Connector 55"/>
            <p:cNvCxnSpPr/>
            <p:nvPr/>
          </p:nvCxnSpPr>
          <p:spPr bwMode="auto">
            <a:xfrm rot="2700000">
              <a:off x="1432339" y="3283846"/>
              <a:ext cx="166869" cy="2384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2" name="Straight Connector 56"/>
            <p:cNvCxnSpPr/>
            <p:nvPr/>
          </p:nvCxnSpPr>
          <p:spPr bwMode="auto">
            <a:xfrm rot="18900000" flipH="1">
              <a:off x="859681" y="3284442"/>
              <a:ext cx="166869" cy="1191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3" name="Straight Connector 57"/>
            <p:cNvCxnSpPr/>
            <p:nvPr/>
          </p:nvCxnSpPr>
          <p:spPr bwMode="auto">
            <a:xfrm rot="18900000" flipH="1">
              <a:off x="1797624" y="3284442"/>
              <a:ext cx="166869" cy="1192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74" name="Group 37"/>
            <p:cNvGrpSpPr>
              <a:grpSpLocks/>
            </p:cNvGrpSpPr>
            <p:nvPr/>
          </p:nvGrpSpPr>
          <p:grpSpPr bwMode="auto">
            <a:xfrm>
              <a:off x="590963" y="3104296"/>
              <a:ext cx="332582" cy="188442"/>
              <a:chOff x="1057362" y="3238034"/>
              <a:chExt cx="563705" cy="258235"/>
            </a:xfrm>
          </p:grpSpPr>
          <p:cxnSp>
            <p:nvCxnSpPr>
              <p:cNvPr id="612" name="Straight Connector 64"/>
              <p:cNvCxnSpPr/>
              <p:nvPr/>
            </p:nvCxnSpPr>
            <p:spPr>
              <a:xfrm rot="6240000" flipH="1" flipV="1">
                <a:off x="1036902" y="3388535"/>
                <a:ext cx="117603" cy="76761"/>
              </a:xfrm>
              <a:prstGeom prst="line">
                <a:avLst/>
              </a:prstGeom>
              <a:ln w="6350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3" name="Straight Connector 65"/>
              <p:cNvCxnSpPr/>
              <p:nvPr/>
            </p:nvCxnSpPr>
            <p:spPr>
              <a:xfrm rot="15360000" flipV="1">
                <a:off x="1522093" y="3396703"/>
                <a:ext cx="120870" cy="76761"/>
              </a:xfrm>
              <a:prstGeom prst="line">
                <a:avLst/>
              </a:prstGeom>
              <a:ln w="6350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4" name="Straight Connector 66"/>
              <p:cNvCxnSpPr/>
              <p:nvPr/>
            </p:nvCxnSpPr>
            <p:spPr>
              <a:xfrm rot="3480000" flipH="1" flipV="1">
                <a:off x="1089616" y="3261325"/>
                <a:ext cx="119237" cy="74740"/>
              </a:xfrm>
              <a:prstGeom prst="line">
                <a:avLst/>
              </a:prstGeom>
              <a:ln w="6350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5" name="Straight Connector 67"/>
              <p:cNvCxnSpPr/>
              <p:nvPr/>
            </p:nvCxnSpPr>
            <p:spPr>
              <a:xfrm rot="3480000" flipH="1" flipV="1">
                <a:off x="1471205" y="3264785"/>
                <a:ext cx="117603" cy="72721"/>
              </a:xfrm>
              <a:prstGeom prst="line">
                <a:avLst/>
              </a:prstGeom>
              <a:ln w="6350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75" name="Group 38"/>
            <p:cNvGrpSpPr>
              <a:grpSpLocks/>
            </p:cNvGrpSpPr>
            <p:nvPr/>
          </p:nvGrpSpPr>
          <p:grpSpPr bwMode="auto">
            <a:xfrm>
              <a:off x="1529400" y="3099076"/>
              <a:ext cx="332582" cy="188442"/>
              <a:chOff x="1057362" y="3238034"/>
              <a:chExt cx="563705" cy="258235"/>
            </a:xfrm>
          </p:grpSpPr>
          <p:cxnSp>
            <p:nvCxnSpPr>
              <p:cNvPr id="608" name="Straight Connector 60"/>
              <p:cNvCxnSpPr/>
              <p:nvPr/>
            </p:nvCxnSpPr>
            <p:spPr>
              <a:xfrm rot="6240000" flipH="1" flipV="1">
                <a:off x="1035054" y="3391799"/>
                <a:ext cx="117603" cy="74740"/>
              </a:xfrm>
              <a:prstGeom prst="line">
                <a:avLst/>
              </a:prstGeom>
              <a:ln w="6350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9" name="Straight Connector 61"/>
              <p:cNvCxnSpPr/>
              <p:nvPr/>
            </p:nvCxnSpPr>
            <p:spPr>
              <a:xfrm rot="15360000" flipV="1">
                <a:off x="1523082" y="3397129"/>
                <a:ext cx="119237" cy="78781"/>
              </a:xfrm>
              <a:prstGeom prst="line">
                <a:avLst/>
              </a:prstGeom>
              <a:ln w="6350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0" name="Straight Connector 62"/>
              <p:cNvCxnSpPr/>
              <p:nvPr/>
            </p:nvCxnSpPr>
            <p:spPr>
              <a:xfrm rot="3480000" flipH="1" flipV="1">
                <a:off x="1088777" y="3260313"/>
                <a:ext cx="119236" cy="74741"/>
              </a:xfrm>
              <a:prstGeom prst="line">
                <a:avLst/>
              </a:prstGeom>
              <a:ln w="6350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1" name="Straight Connector 63"/>
              <p:cNvCxnSpPr/>
              <p:nvPr/>
            </p:nvCxnSpPr>
            <p:spPr>
              <a:xfrm rot="3480000" flipH="1" flipV="1">
                <a:off x="1469744" y="3264397"/>
                <a:ext cx="120870" cy="74740"/>
              </a:xfrm>
              <a:prstGeom prst="line">
                <a:avLst/>
              </a:prstGeom>
              <a:ln w="6350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76" name="Group 43"/>
            <p:cNvGrpSpPr>
              <a:grpSpLocks/>
            </p:cNvGrpSpPr>
            <p:nvPr/>
          </p:nvGrpSpPr>
          <p:grpSpPr bwMode="auto">
            <a:xfrm>
              <a:off x="2343665" y="2743201"/>
              <a:ext cx="2113005" cy="778476"/>
              <a:chOff x="352425" y="2743200"/>
              <a:chExt cx="3581400" cy="1066800"/>
            </a:xfrm>
          </p:grpSpPr>
          <p:sp>
            <p:nvSpPr>
              <p:cNvPr id="574" name="Snip Same Side Corner Rectangle 77"/>
              <p:cNvSpPr/>
              <p:nvPr/>
            </p:nvSpPr>
            <p:spPr>
              <a:xfrm>
                <a:off x="765196" y="2742531"/>
                <a:ext cx="2741156" cy="1066594"/>
              </a:xfrm>
              <a:prstGeom prst="snip2Same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grpSp>
            <p:nvGrpSpPr>
              <p:cNvPr id="575" name="Group 27"/>
              <p:cNvGrpSpPr>
                <a:grpSpLocks/>
              </p:cNvGrpSpPr>
              <p:nvPr/>
            </p:nvGrpSpPr>
            <p:grpSpPr bwMode="auto">
              <a:xfrm flipH="1">
                <a:off x="3116580" y="3007536"/>
                <a:ext cx="325250" cy="116664"/>
                <a:chOff x="817750" y="3009444"/>
                <a:chExt cx="325250" cy="116664"/>
              </a:xfrm>
            </p:grpSpPr>
            <p:cxnSp>
              <p:nvCxnSpPr>
                <p:cNvPr id="604" name="Straight Connector 107"/>
                <p:cNvCxnSpPr/>
                <p:nvPr/>
              </p:nvCxnSpPr>
              <p:spPr>
                <a:xfrm>
                  <a:off x="914829" y="3033547"/>
                  <a:ext cx="228260" cy="3267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5" name="Straight Connector 108"/>
                <p:cNvCxnSpPr/>
                <p:nvPr/>
              </p:nvCxnSpPr>
              <p:spPr>
                <a:xfrm>
                  <a:off x="825948" y="3123382"/>
                  <a:ext cx="226241" cy="3267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6" name="Straight Connector 109"/>
                <p:cNvCxnSpPr/>
                <p:nvPr/>
              </p:nvCxnSpPr>
              <p:spPr>
                <a:xfrm rot="16200000">
                  <a:off x="783823" y="3078465"/>
                  <a:ext cx="96369" cy="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7" name="Straight Connector 110"/>
                <p:cNvCxnSpPr/>
                <p:nvPr/>
              </p:nvCxnSpPr>
              <p:spPr>
                <a:xfrm rot="18900000" flipH="1">
                  <a:off x="817971" y="3008037"/>
                  <a:ext cx="94736" cy="2021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headEnd type="none" w="sm" len="sm"/>
                  <a:tailEnd type="oval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76" name="Group 26"/>
              <p:cNvGrpSpPr>
                <a:grpSpLocks/>
              </p:cNvGrpSpPr>
              <p:nvPr/>
            </p:nvGrpSpPr>
            <p:grpSpPr bwMode="auto">
              <a:xfrm>
                <a:off x="817750" y="3009444"/>
                <a:ext cx="325250" cy="116664"/>
                <a:chOff x="817750" y="3009444"/>
                <a:chExt cx="325250" cy="116664"/>
              </a:xfrm>
            </p:grpSpPr>
            <p:cxnSp>
              <p:nvCxnSpPr>
                <p:cNvPr id="600" name="Straight Connector 103"/>
                <p:cNvCxnSpPr/>
                <p:nvPr/>
              </p:nvCxnSpPr>
              <p:spPr>
                <a:xfrm>
                  <a:off x="914676" y="3038173"/>
                  <a:ext cx="228260" cy="1633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1" name="Straight Connector 104"/>
                <p:cNvCxnSpPr/>
                <p:nvPr/>
              </p:nvCxnSpPr>
              <p:spPr>
                <a:xfrm>
                  <a:off x="823775" y="3123109"/>
                  <a:ext cx="230281" cy="3267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2" name="Straight Connector 105"/>
                <p:cNvCxnSpPr/>
                <p:nvPr/>
              </p:nvCxnSpPr>
              <p:spPr>
                <a:xfrm rot="16200000">
                  <a:off x="781263" y="3079824"/>
                  <a:ext cx="93103" cy="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3" name="Straight Connector 106"/>
                <p:cNvCxnSpPr/>
                <p:nvPr/>
              </p:nvCxnSpPr>
              <p:spPr>
                <a:xfrm rot="18900000" flipH="1">
                  <a:off x="814550" y="3004495"/>
                  <a:ext cx="101270" cy="2021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headEnd type="none" w="sm" len="sm"/>
                  <a:tailEnd type="oval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77" name="Rectangle 4"/>
              <p:cNvSpPr/>
              <p:nvPr/>
            </p:nvSpPr>
            <p:spPr>
              <a:xfrm>
                <a:off x="1068198" y="2971204"/>
                <a:ext cx="531263" cy="228672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578" name="Rectangle 5"/>
              <p:cNvSpPr/>
              <p:nvPr/>
            </p:nvSpPr>
            <p:spPr>
              <a:xfrm>
                <a:off x="2668048" y="2971204"/>
                <a:ext cx="531263" cy="228672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cxnSp>
            <p:nvCxnSpPr>
              <p:cNvPr id="579" name="Straight Connector 82"/>
              <p:cNvCxnSpPr/>
              <p:nvPr/>
            </p:nvCxnSpPr>
            <p:spPr>
              <a:xfrm>
                <a:off x="1849942" y="3580453"/>
                <a:ext cx="591864" cy="3267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oval" w="med" len="med"/>
                <a:tail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0" name="Straight Connector 83"/>
              <p:cNvCxnSpPr/>
              <p:nvPr/>
            </p:nvCxnSpPr>
            <p:spPr>
              <a:xfrm>
                <a:off x="2704408" y="3580453"/>
                <a:ext cx="458542" cy="3267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oval" w="med" len="med"/>
                <a:tail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1" name="Straight Connector 84"/>
              <p:cNvCxnSpPr/>
              <p:nvPr/>
            </p:nvCxnSpPr>
            <p:spPr>
              <a:xfrm>
                <a:off x="1114657" y="3580453"/>
                <a:ext cx="456523" cy="3267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oval" w="med" len="med"/>
                <a:tail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2" name="Straight Connector 85"/>
              <p:cNvCxnSpPr/>
              <p:nvPr/>
            </p:nvCxnSpPr>
            <p:spPr>
              <a:xfrm>
                <a:off x="3401312" y="3580453"/>
                <a:ext cx="533283" cy="3267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oval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3" name="Straight Connector 86"/>
              <p:cNvCxnSpPr/>
              <p:nvPr/>
            </p:nvCxnSpPr>
            <p:spPr>
              <a:xfrm flipH="1">
                <a:off x="353113" y="3580453"/>
                <a:ext cx="533283" cy="3267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oval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4" name="Straight Connector 87"/>
              <p:cNvCxnSpPr/>
              <p:nvPr/>
            </p:nvCxnSpPr>
            <p:spPr>
              <a:xfrm rot="16200000">
                <a:off x="1150891" y="3394871"/>
                <a:ext cx="365876" cy="2021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oval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5" name="Straight Connector 88"/>
              <p:cNvCxnSpPr/>
              <p:nvPr/>
            </p:nvCxnSpPr>
            <p:spPr>
              <a:xfrm rot="16200000">
                <a:off x="2751751" y="3388961"/>
                <a:ext cx="365876" cy="4040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oval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6" name="Straight Connector 89"/>
              <p:cNvCxnSpPr/>
              <p:nvPr/>
            </p:nvCxnSpPr>
            <p:spPr>
              <a:xfrm rot="2700000">
                <a:off x="919521" y="3485717"/>
                <a:ext cx="228672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7" name="Straight Connector 90"/>
              <p:cNvCxnSpPr/>
              <p:nvPr/>
            </p:nvCxnSpPr>
            <p:spPr>
              <a:xfrm rot="2700000">
                <a:off x="2511292" y="3483697"/>
                <a:ext cx="228672" cy="4040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8" name="Straight Connector 91"/>
              <p:cNvCxnSpPr/>
              <p:nvPr/>
            </p:nvCxnSpPr>
            <p:spPr>
              <a:xfrm rot="18900000" flipH="1">
                <a:off x="1539665" y="3483697"/>
                <a:ext cx="228672" cy="4040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9" name="Straight Connector 92"/>
              <p:cNvCxnSpPr/>
              <p:nvPr/>
            </p:nvCxnSpPr>
            <p:spPr>
              <a:xfrm rot="18900000" flipH="1">
                <a:off x="3130425" y="3484707"/>
                <a:ext cx="228672" cy="2021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90" name="Group 37"/>
              <p:cNvGrpSpPr>
                <a:grpSpLocks/>
              </p:cNvGrpSpPr>
              <p:nvPr/>
            </p:nvGrpSpPr>
            <p:grpSpPr bwMode="auto">
              <a:xfrm>
                <a:off x="1057362" y="3238034"/>
                <a:ext cx="563705" cy="258235"/>
                <a:chOff x="1057362" y="3238034"/>
                <a:chExt cx="563705" cy="258235"/>
              </a:xfrm>
            </p:grpSpPr>
            <p:cxnSp>
              <p:nvCxnSpPr>
                <p:cNvPr id="596" name="Straight Connector 99"/>
                <p:cNvCxnSpPr/>
                <p:nvPr/>
              </p:nvCxnSpPr>
              <p:spPr>
                <a:xfrm rot="6240000" flipH="1" flipV="1">
                  <a:off x="1034216" y="3393629"/>
                  <a:ext cx="122504" cy="74741"/>
                </a:xfrm>
                <a:prstGeom prst="line">
                  <a:avLst/>
                </a:prstGeom>
                <a:ln w="6350"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7" name="Straight Connector 100"/>
                <p:cNvCxnSpPr/>
                <p:nvPr/>
              </p:nvCxnSpPr>
              <p:spPr>
                <a:xfrm rot="15360000" flipV="1">
                  <a:off x="1519406" y="3401796"/>
                  <a:ext cx="125770" cy="74740"/>
                </a:xfrm>
                <a:prstGeom prst="line">
                  <a:avLst/>
                </a:prstGeom>
                <a:ln w="6350"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8" name="Straight Connector 101"/>
                <p:cNvCxnSpPr/>
                <p:nvPr/>
              </p:nvCxnSpPr>
              <p:spPr>
                <a:xfrm rot="3480000" flipH="1" flipV="1">
                  <a:off x="1087941" y="3257242"/>
                  <a:ext cx="124137" cy="74740"/>
                </a:xfrm>
                <a:prstGeom prst="line">
                  <a:avLst/>
                </a:prstGeom>
                <a:ln w="6350"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9" name="Straight Connector 102"/>
                <p:cNvCxnSpPr/>
                <p:nvPr/>
              </p:nvCxnSpPr>
              <p:spPr>
                <a:xfrm rot="3480000" flipH="1" flipV="1">
                  <a:off x="1467895" y="3262336"/>
                  <a:ext cx="125770" cy="72720"/>
                </a:xfrm>
                <a:prstGeom prst="line">
                  <a:avLst/>
                </a:prstGeom>
                <a:ln w="6350"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91" name="Group 38"/>
              <p:cNvGrpSpPr>
                <a:grpSpLocks/>
              </p:cNvGrpSpPr>
              <p:nvPr/>
            </p:nvGrpSpPr>
            <p:grpSpPr bwMode="auto">
              <a:xfrm>
                <a:off x="2647950" y="3230880"/>
                <a:ext cx="563705" cy="258235"/>
                <a:chOff x="1057362" y="3238034"/>
                <a:chExt cx="563705" cy="258235"/>
              </a:xfrm>
            </p:grpSpPr>
            <p:cxnSp>
              <p:nvCxnSpPr>
                <p:cNvPr id="592" name="Straight Connector 95"/>
                <p:cNvCxnSpPr/>
                <p:nvPr/>
              </p:nvCxnSpPr>
              <p:spPr>
                <a:xfrm rot="6240000" flipH="1" flipV="1">
                  <a:off x="1035828" y="3391799"/>
                  <a:ext cx="117603" cy="74740"/>
                </a:xfrm>
                <a:prstGeom prst="line">
                  <a:avLst/>
                </a:prstGeom>
                <a:ln w="6350"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3" name="Straight Connector 96"/>
                <p:cNvCxnSpPr/>
                <p:nvPr/>
              </p:nvCxnSpPr>
              <p:spPr>
                <a:xfrm rot="15360000" flipV="1">
                  <a:off x="1522844" y="3398139"/>
                  <a:ext cx="119237" cy="76760"/>
                </a:xfrm>
                <a:prstGeom prst="line">
                  <a:avLst/>
                </a:prstGeom>
                <a:ln w="6350"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4" name="Straight Connector 97"/>
                <p:cNvCxnSpPr/>
                <p:nvPr/>
              </p:nvCxnSpPr>
              <p:spPr>
                <a:xfrm rot="3480000" flipH="1" flipV="1">
                  <a:off x="1088542" y="3259303"/>
                  <a:ext cx="119236" cy="76760"/>
                </a:xfrm>
                <a:prstGeom prst="line">
                  <a:avLst/>
                </a:prstGeom>
                <a:ln w="6350"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5" name="Straight Connector 98"/>
                <p:cNvCxnSpPr/>
                <p:nvPr/>
              </p:nvCxnSpPr>
              <p:spPr>
                <a:xfrm rot="3480000" flipH="1" flipV="1">
                  <a:off x="1470517" y="3264397"/>
                  <a:ext cx="120870" cy="74740"/>
                </a:xfrm>
                <a:prstGeom prst="line">
                  <a:avLst/>
                </a:prstGeom>
                <a:ln w="6350"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477" name="Snip Same Side Corner Rectangle 112"/>
            <p:cNvSpPr/>
            <p:nvPr/>
          </p:nvSpPr>
          <p:spPr bwMode="auto">
            <a:xfrm>
              <a:off x="6921758" y="2742713"/>
              <a:ext cx="1617267" cy="778326"/>
            </a:xfrm>
            <a:prstGeom prst="snip2Same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grpSp>
          <p:nvGrpSpPr>
            <p:cNvPr id="478" name="Group 27"/>
            <p:cNvGrpSpPr>
              <a:grpSpLocks/>
            </p:cNvGrpSpPr>
            <p:nvPr/>
          </p:nvGrpSpPr>
          <p:grpSpPr bwMode="auto">
            <a:xfrm flipH="1">
              <a:off x="8310239" y="2936095"/>
              <a:ext cx="191896" cy="85133"/>
              <a:chOff x="817750" y="3009444"/>
              <a:chExt cx="325250" cy="116664"/>
            </a:xfrm>
          </p:grpSpPr>
          <p:cxnSp>
            <p:nvCxnSpPr>
              <p:cNvPr id="570" name="Straight Connector 142"/>
              <p:cNvCxnSpPr/>
              <p:nvPr/>
            </p:nvCxnSpPr>
            <p:spPr>
              <a:xfrm>
                <a:off x="912784" y="3040081"/>
                <a:ext cx="230281" cy="3267"/>
              </a:xfrm>
              <a:prstGeom prst="line">
                <a:avLst/>
              </a:prstGeom>
              <a:ln w="952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1" name="Straight Connector 143"/>
              <p:cNvCxnSpPr/>
              <p:nvPr/>
            </p:nvCxnSpPr>
            <p:spPr>
              <a:xfrm>
                <a:off x="823904" y="3123382"/>
                <a:ext cx="226241" cy="3267"/>
              </a:xfrm>
              <a:prstGeom prst="line">
                <a:avLst/>
              </a:prstGeom>
              <a:ln w="952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2" name="Straight Connector 144"/>
              <p:cNvCxnSpPr/>
              <p:nvPr/>
            </p:nvCxnSpPr>
            <p:spPr>
              <a:xfrm rot="16200000">
                <a:off x="785047" y="3081731"/>
                <a:ext cx="89835" cy="0"/>
              </a:xfrm>
              <a:prstGeom prst="line">
                <a:avLst/>
              </a:prstGeom>
              <a:ln w="952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3" name="Straight Connector 145"/>
              <p:cNvCxnSpPr/>
              <p:nvPr/>
            </p:nvCxnSpPr>
            <p:spPr>
              <a:xfrm rot="18900000" flipH="1">
                <a:off x="821643" y="3013753"/>
                <a:ext cx="83303" cy="2019"/>
              </a:xfrm>
              <a:prstGeom prst="line">
                <a:avLst/>
              </a:prstGeom>
              <a:ln w="9525">
                <a:solidFill>
                  <a:schemeClr val="tx1"/>
                </a:solidFill>
                <a:headEnd type="none" w="sm" len="sm"/>
                <a:tailEnd type="oval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79" name="Group 26"/>
            <p:cNvGrpSpPr>
              <a:grpSpLocks/>
            </p:cNvGrpSpPr>
            <p:nvPr/>
          </p:nvGrpSpPr>
          <p:grpSpPr bwMode="auto">
            <a:xfrm>
              <a:off x="6953943" y="2937487"/>
              <a:ext cx="191896" cy="85133"/>
              <a:chOff x="817750" y="3009444"/>
              <a:chExt cx="325250" cy="116664"/>
            </a:xfrm>
          </p:grpSpPr>
          <p:cxnSp>
            <p:nvCxnSpPr>
              <p:cNvPr id="566" name="Straight Connector 138"/>
              <p:cNvCxnSpPr/>
              <p:nvPr/>
            </p:nvCxnSpPr>
            <p:spPr>
              <a:xfrm>
                <a:off x="914700" y="3039806"/>
                <a:ext cx="228260" cy="3267"/>
              </a:xfrm>
              <a:prstGeom prst="line">
                <a:avLst/>
              </a:prstGeom>
              <a:ln w="952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7" name="Straight Connector 139"/>
              <p:cNvCxnSpPr/>
              <p:nvPr/>
            </p:nvCxnSpPr>
            <p:spPr>
              <a:xfrm>
                <a:off x="821780" y="3123109"/>
                <a:ext cx="232300" cy="3267"/>
              </a:xfrm>
              <a:prstGeom prst="line">
                <a:avLst/>
              </a:prstGeom>
              <a:ln w="952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8" name="Straight Connector 140"/>
              <p:cNvCxnSpPr/>
              <p:nvPr/>
            </p:nvCxnSpPr>
            <p:spPr>
              <a:xfrm rot="16200000">
                <a:off x="782920" y="3081458"/>
                <a:ext cx="89836" cy="0"/>
              </a:xfrm>
              <a:prstGeom prst="line">
                <a:avLst/>
              </a:prstGeom>
              <a:ln w="9525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9" name="Straight Connector 141"/>
              <p:cNvCxnSpPr/>
              <p:nvPr/>
            </p:nvCxnSpPr>
            <p:spPr>
              <a:xfrm rot="18900000" flipH="1">
                <a:off x="818466" y="3008384"/>
                <a:ext cx="91469" cy="4040"/>
              </a:xfrm>
              <a:prstGeom prst="line">
                <a:avLst/>
              </a:prstGeom>
              <a:ln w="9525">
                <a:solidFill>
                  <a:schemeClr val="tx1"/>
                </a:solidFill>
                <a:headEnd type="none" w="sm" len="sm"/>
                <a:tailEnd type="oval"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80" name="Rectangle 4"/>
            <p:cNvSpPr/>
            <p:nvPr/>
          </p:nvSpPr>
          <p:spPr bwMode="auto">
            <a:xfrm>
              <a:off x="7101720" y="2909582"/>
              <a:ext cx="313442" cy="166869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481" name="Rectangle 5"/>
            <p:cNvSpPr/>
            <p:nvPr/>
          </p:nvSpPr>
          <p:spPr bwMode="auto">
            <a:xfrm>
              <a:off x="8045622" y="2909582"/>
              <a:ext cx="312250" cy="166869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cxnSp>
          <p:nvCxnSpPr>
            <p:cNvPr id="482" name="Straight Connector 117"/>
            <p:cNvCxnSpPr/>
            <p:nvPr/>
          </p:nvCxnSpPr>
          <p:spPr bwMode="auto">
            <a:xfrm>
              <a:off x="7561753" y="3354170"/>
              <a:ext cx="350388" cy="1192"/>
            </a:xfrm>
            <a:prstGeom prst="line">
              <a:avLst/>
            </a:prstGeom>
            <a:ln w="19050">
              <a:solidFill>
                <a:schemeClr val="tx1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3" name="Straight Connector 118"/>
            <p:cNvCxnSpPr/>
            <p:nvPr/>
          </p:nvCxnSpPr>
          <p:spPr bwMode="auto">
            <a:xfrm>
              <a:off x="8068266" y="3354170"/>
              <a:ext cx="269346" cy="1192"/>
            </a:xfrm>
            <a:prstGeom prst="line">
              <a:avLst/>
            </a:prstGeom>
            <a:ln w="19050">
              <a:solidFill>
                <a:schemeClr val="tx1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4" name="Straight Connector 119"/>
            <p:cNvCxnSpPr/>
            <p:nvPr/>
          </p:nvCxnSpPr>
          <p:spPr bwMode="auto">
            <a:xfrm>
              <a:off x="7127939" y="3354170"/>
              <a:ext cx="270537" cy="1192"/>
            </a:xfrm>
            <a:prstGeom prst="line">
              <a:avLst/>
            </a:prstGeom>
            <a:ln w="19050">
              <a:solidFill>
                <a:schemeClr val="tx1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5" name="Straight Connector 120"/>
            <p:cNvCxnSpPr/>
            <p:nvPr/>
          </p:nvCxnSpPr>
          <p:spPr bwMode="auto">
            <a:xfrm>
              <a:off x="8477052" y="3354170"/>
              <a:ext cx="166851" cy="110848"/>
            </a:xfrm>
            <a:prstGeom prst="line">
              <a:avLst/>
            </a:prstGeom>
            <a:ln w="19050">
              <a:solidFill>
                <a:schemeClr val="tx1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6" name="Straight Connector 121"/>
            <p:cNvCxnSpPr/>
            <p:nvPr/>
          </p:nvCxnSpPr>
          <p:spPr bwMode="auto">
            <a:xfrm flipH="1">
              <a:off x="6678632" y="3354170"/>
              <a:ext cx="315826" cy="1192"/>
            </a:xfrm>
            <a:prstGeom prst="line">
              <a:avLst/>
            </a:prstGeom>
            <a:ln w="19050">
              <a:solidFill>
                <a:schemeClr val="tx1"/>
              </a:solidFill>
              <a:headEnd type="oval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7" name="Straight Connector 122"/>
            <p:cNvCxnSpPr/>
            <p:nvPr/>
          </p:nvCxnSpPr>
          <p:spPr bwMode="auto">
            <a:xfrm rot="16200000">
              <a:off x="7123158" y="3219482"/>
              <a:ext cx="268183" cy="1191"/>
            </a:xfrm>
            <a:prstGeom prst="line">
              <a:avLst/>
            </a:prstGeom>
            <a:ln w="19050">
              <a:solidFill>
                <a:schemeClr val="tx1"/>
              </a:solidFill>
              <a:headEnd type="oval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8" name="Straight Connector 123"/>
            <p:cNvCxnSpPr/>
            <p:nvPr/>
          </p:nvCxnSpPr>
          <p:spPr bwMode="auto">
            <a:xfrm rot="16200000">
              <a:off x="8070039" y="3216503"/>
              <a:ext cx="264607" cy="1192"/>
            </a:xfrm>
            <a:prstGeom prst="line">
              <a:avLst/>
            </a:prstGeom>
            <a:ln w="19050">
              <a:solidFill>
                <a:schemeClr val="tx1"/>
              </a:solidFill>
              <a:headEnd type="oval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9" name="Straight Connector 124"/>
            <p:cNvCxnSpPr/>
            <p:nvPr/>
          </p:nvCxnSpPr>
          <p:spPr bwMode="auto">
            <a:xfrm rot="2700000">
              <a:off x="6999216" y="3285038"/>
              <a:ext cx="166869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0" name="Straight Connector 125"/>
            <p:cNvCxnSpPr/>
            <p:nvPr/>
          </p:nvCxnSpPr>
          <p:spPr bwMode="auto">
            <a:xfrm rot="2700000">
              <a:off x="7937159" y="3285038"/>
              <a:ext cx="166869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1" name="Straight Connector 126"/>
            <p:cNvCxnSpPr/>
            <p:nvPr/>
          </p:nvCxnSpPr>
          <p:spPr bwMode="auto">
            <a:xfrm rot="18900000" flipH="1">
              <a:off x="7363310" y="3284442"/>
              <a:ext cx="166869" cy="1192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2" name="Straight Connector 127"/>
            <p:cNvCxnSpPr/>
            <p:nvPr/>
          </p:nvCxnSpPr>
          <p:spPr bwMode="auto">
            <a:xfrm rot="18900000" flipH="1">
              <a:off x="8301849" y="3285038"/>
              <a:ext cx="166869" cy="0"/>
            </a:xfrm>
            <a:prstGeom prst="line">
              <a:avLst/>
            </a:prstGeom>
            <a:ln w="19050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93" name="Group 37"/>
            <p:cNvGrpSpPr>
              <a:grpSpLocks/>
            </p:cNvGrpSpPr>
            <p:nvPr/>
          </p:nvGrpSpPr>
          <p:grpSpPr bwMode="auto">
            <a:xfrm>
              <a:off x="7095312" y="3104296"/>
              <a:ext cx="332582" cy="188442"/>
              <a:chOff x="1057362" y="3238034"/>
              <a:chExt cx="563705" cy="258235"/>
            </a:xfrm>
          </p:grpSpPr>
          <p:cxnSp>
            <p:nvCxnSpPr>
              <p:cNvPr id="562" name="Straight Connector 134"/>
              <p:cNvCxnSpPr/>
              <p:nvPr/>
            </p:nvCxnSpPr>
            <p:spPr>
              <a:xfrm rot="6240000" flipH="1" flipV="1">
                <a:off x="1037701" y="3388535"/>
                <a:ext cx="117603" cy="76761"/>
              </a:xfrm>
              <a:prstGeom prst="line">
                <a:avLst/>
              </a:prstGeom>
              <a:ln w="6350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3" name="Straight Connector 135"/>
              <p:cNvCxnSpPr/>
              <p:nvPr/>
            </p:nvCxnSpPr>
            <p:spPr>
              <a:xfrm rot="15360000" flipV="1">
                <a:off x="1522892" y="3396703"/>
                <a:ext cx="120870" cy="76761"/>
              </a:xfrm>
              <a:prstGeom prst="line">
                <a:avLst/>
              </a:prstGeom>
              <a:ln w="6350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4" name="Straight Connector 136"/>
              <p:cNvCxnSpPr/>
              <p:nvPr/>
            </p:nvCxnSpPr>
            <p:spPr>
              <a:xfrm rot="3480000" flipH="1" flipV="1">
                <a:off x="1089405" y="3260315"/>
                <a:ext cx="119237" cy="76761"/>
              </a:xfrm>
              <a:prstGeom prst="line">
                <a:avLst/>
              </a:prstGeom>
              <a:ln w="6350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5" name="Straight Connector 137"/>
              <p:cNvCxnSpPr/>
              <p:nvPr/>
            </p:nvCxnSpPr>
            <p:spPr>
              <a:xfrm rot="3480000" flipH="1" flipV="1">
                <a:off x="1472005" y="3262765"/>
                <a:ext cx="117603" cy="76761"/>
              </a:xfrm>
              <a:prstGeom prst="line">
                <a:avLst/>
              </a:prstGeom>
              <a:ln w="6350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94" name="Group 38"/>
            <p:cNvGrpSpPr>
              <a:grpSpLocks/>
            </p:cNvGrpSpPr>
            <p:nvPr/>
          </p:nvGrpSpPr>
          <p:grpSpPr bwMode="auto">
            <a:xfrm>
              <a:off x="8033750" y="3099076"/>
              <a:ext cx="332582" cy="188442"/>
              <a:chOff x="1057362" y="3238034"/>
              <a:chExt cx="563705" cy="258235"/>
            </a:xfrm>
          </p:grpSpPr>
          <p:cxnSp>
            <p:nvCxnSpPr>
              <p:cNvPr id="558" name="Straight Connector 130"/>
              <p:cNvCxnSpPr/>
              <p:nvPr/>
            </p:nvCxnSpPr>
            <p:spPr>
              <a:xfrm rot="6240000" flipH="1" flipV="1">
                <a:off x="1034843" y="3390789"/>
                <a:ext cx="117603" cy="76761"/>
              </a:xfrm>
              <a:prstGeom prst="line">
                <a:avLst/>
              </a:prstGeom>
              <a:ln w="6350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9" name="Straight Connector 131"/>
              <p:cNvCxnSpPr/>
              <p:nvPr/>
            </p:nvCxnSpPr>
            <p:spPr>
              <a:xfrm rot="15360000" flipV="1">
                <a:off x="1521860" y="3397130"/>
                <a:ext cx="119237" cy="78780"/>
              </a:xfrm>
              <a:prstGeom prst="line">
                <a:avLst/>
              </a:prstGeom>
              <a:ln w="6350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0" name="Straight Connector 132"/>
              <p:cNvCxnSpPr/>
              <p:nvPr/>
            </p:nvCxnSpPr>
            <p:spPr>
              <a:xfrm rot="3480000" flipH="1" flipV="1">
                <a:off x="1087557" y="3260313"/>
                <a:ext cx="119236" cy="74740"/>
              </a:xfrm>
              <a:prstGeom prst="line">
                <a:avLst/>
              </a:prstGeom>
              <a:ln w="6350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1" name="Straight Connector 133"/>
              <p:cNvCxnSpPr/>
              <p:nvPr/>
            </p:nvCxnSpPr>
            <p:spPr>
              <a:xfrm rot="3480000" flipH="1" flipV="1">
                <a:off x="1468522" y="3264396"/>
                <a:ext cx="120870" cy="74741"/>
              </a:xfrm>
              <a:prstGeom prst="line">
                <a:avLst/>
              </a:prstGeom>
              <a:ln w="6350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95" name="TextBox 47"/>
            <p:cNvSpPr txBox="1">
              <a:spLocks noChangeArrowheads="1"/>
            </p:cNvSpPr>
            <p:nvPr/>
          </p:nvSpPr>
          <p:spPr bwMode="auto">
            <a:xfrm>
              <a:off x="416010" y="3354861"/>
              <a:ext cx="345989" cy="2154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800">
                  <a:latin typeface="Calibri" pitchFamily="34" charset="0"/>
                </a:rPr>
                <a:t>(Ra)</a:t>
              </a:r>
              <a:endParaRPr lang="ko-KR" altLang="ko-KR"/>
            </a:p>
          </p:txBody>
        </p:sp>
        <p:sp>
          <p:nvSpPr>
            <p:cNvPr id="496" name="TextBox 47"/>
            <p:cNvSpPr txBox="1">
              <a:spLocks noChangeArrowheads="1"/>
            </p:cNvSpPr>
            <p:nvPr/>
          </p:nvSpPr>
          <p:spPr bwMode="auto">
            <a:xfrm>
              <a:off x="805249" y="3354861"/>
              <a:ext cx="333632" cy="2154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800">
                  <a:latin typeface="Calibri" pitchFamily="34" charset="0"/>
                </a:rPr>
                <a:t>(Rb)</a:t>
              </a:r>
              <a:endParaRPr lang="ko-KR" altLang="ko-KR"/>
            </a:p>
          </p:txBody>
        </p:sp>
        <p:sp>
          <p:nvSpPr>
            <p:cNvPr id="497" name="TextBox 47"/>
            <p:cNvSpPr txBox="1">
              <a:spLocks noChangeArrowheads="1"/>
            </p:cNvSpPr>
            <p:nvPr/>
          </p:nvSpPr>
          <p:spPr bwMode="auto">
            <a:xfrm>
              <a:off x="2584622" y="3354861"/>
              <a:ext cx="387178" cy="2154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800">
                  <a:latin typeface="Calibri" pitchFamily="34" charset="0"/>
                </a:rPr>
                <a:t>(Ra)</a:t>
              </a:r>
              <a:endParaRPr lang="ko-KR" altLang="ko-KR"/>
            </a:p>
          </p:txBody>
        </p:sp>
        <p:sp>
          <p:nvSpPr>
            <p:cNvPr id="498" name="TextBox 47"/>
            <p:cNvSpPr txBox="1">
              <a:spLocks noChangeArrowheads="1"/>
            </p:cNvSpPr>
            <p:nvPr/>
          </p:nvSpPr>
          <p:spPr bwMode="auto">
            <a:xfrm>
              <a:off x="6920360" y="3354861"/>
              <a:ext cx="352168" cy="2154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800">
                  <a:latin typeface="Calibri" pitchFamily="34" charset="0"/>
                </a:rPr>
                <a:t>(Ra)</a:t>
              </a:r>
              <a:endParaRPr lang="ko-KR" altLang="ko-KR"/>
            </a:p>
          </p:txBody>
        </p:sp>
        <p:sp>
          <p:nvSpPr>
            <p:cNvPr id="499" name="TextBox 47"/>
            <p:cNvSpPr txBox="1">
              <a:spLocks noChangeArrowheads="1"/>
            </p:cNvSpPr>
            <p:nvPr/>
          </p:nvSpPr>
          <p:spPr bwMode="auto">
            <a:xfrm>
              <a:off x="1305698" y="3354861"/>
              <a:ext cx="370703" cy="2154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800">
                  <a:latin typeface="Calibri" pitchFamily="34" charset="0"/>
                </a:rPr>
                <a:t>(Ra)</a:t>
              </a:r>
              <a:endParaRPr lang="ko-KR" altLang="ko-KR"/>
            </a:p>
          </p:txBody>
        </p:sp>
        <p:sp>
          <p:nvSpPr>
            <p:cNvPr id="500" name="TextBox 47"/>
            <p:cNvSpPr txBox="1">
              <a:spLocks noChangeArrowheads="1"/>
            </p:cNvSpPr>
            <p:nvPr/>
          </p:nvSpPr>
          <p:spPr bwMode="auto">
            <a:xfrm>
              <a:off x="3529913" y="3354861"/>
              <a:ext cx="356285" cy="2154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800">
                  <a:latin typeface="Calibri" pitchFamily="34" charset="0"/>
                </a:rPr>
                <a:t>(Ra)</a:t>
              </a:r>
              <a:endParaRPr lang="ko-KR" altLang="ko-KR"/>
            </a:p>
          </p:txBody>
        </p:sp>
        <p:sp>
          <p:nvSpPr>
            <p:cNvPr id="501" name="TextBox 47"/>
            <p:cNvSpPr txBox="1">
              <a:spLocks noChangeArrowheads="1"/>
            </p:cNvSpPr>
            <p:nvPr/>
          </p:nvSpPr>
          <p:spPr bwMode="auto">
            <a:xfrm>
              <a:off x="7865652" y="3354861"/>
              <a:ext cx="397476" cy="2154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800">
                  <a:latin typeface="Calibri" pitchFamily="34" charset="0"/>
                </a:rPr>
                <a:t>(Ra)</a:t>
              </a:r>
              <a:endParaRPr lang="ko-KR" altLang="ko-KR"/>
            </a:p>
          </p:txBody>
        </p:sp>
        <p:sp>
          <p:nvSpPr>
            <p:cNvPr id="502" name="TextBox 47"/>
            <p:cNvSpPr txBox="1">
              <a:spLocks noChangeArrowheads="1"/>
            </p:cNvSpPr>
            <p:nvPr/>
          </p:nvSpPr>
          <p:spPr bwMode="auto">
            <a:xfrm>
              <a:off x="1694934" y="3354861"/>
              <a:ext cx="333632" cy="2154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800">
                  <a:latin typeface="Calibri" pitchFamily="34" charset="0"/>
                </a:rPr>
                <a:t>(Rb)</a:t>
              </a:r>
              <a:endParaRPr lang="ko-KR" altLang="ko-KR"/>
            </a:p>
          </p:txBody>
        </p:sp>
        <p:sp>
          <p:nvSpPr>
            <p:cNvPr id="503" name="TextBox 47"/>
            <p:cNvSpPr txBox="1">
              <a:spLocks noChangeArrowheads="1"/>
            </p:cNvSpPr>
            <p:nvPr/>
          </p:nvSpPr>
          <p:spPr bwMode="auto">
            <a:xfrm>
              <a:off x="2973858" y="3354861"/>
              <a:ext cx="333632" cy="2154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800">
                  <a:latin typeface="Calibri" pitchFamily="34" charset="0"/>
                </a:rPr>
                <a:t>(Rb)</a:t>
              </a:r>
              <a:endParaRPr lang="ko-KR" altLang="ko-KR"/>
            </a:p>
          </p:txBody>
        </p:sp>
        <p:sp>
          <p:nvSpPr>
            <p:cNvPr id="504" name="TextBox 47"/>
            <p:cNvSpPr txBox="1">
              <a:spLocks noChangeArrowheads="1"/>
            </p:cNvSpPr>
            <p:nvPr/>
          </p:nvSpPr>
          <p:spPr bwMode="auto">
            <a:xfrm>
              <a:off x="3919152" y="3354861"/>
              <a:ext cx="333632" cy="2154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800">
                  <a:latin typeface="Calibri" pitchFamily="34" charset="0"/>
                </a:rPr>
                <a:t>(Rb)</a:t>
              </a:r>
              <a:endParaRPr lang="ko-KR" altLang="ko-KR"/>
            </a:p>
          </p:txBody>
        </p:sp>
        <p:sp>
          <p:nvSpPr>
            <p:cNvPr id="505" name="TextBox 47"/>
            <p:cNvSpPr txBox="1">
              <a:spLocks noChangeArrowheads="1"/>
            </p:cNvSpPr>
            <p:nvPr/>
          </p:nvSpPr>
          <p:spPr bwMode="auto">
            <a:xfrm>
              <a:off x="7309598" y="3354861"/>
              <a:ext cx="333632" cy="2154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800">
                  <a:latin typeface="Calibri" pitchFamily="34" charset="0"/>
                </a:rPr>
                <a:t>(Rb)</a:t>
              </a:r>
              <a:endParaRPr lang="ko-KR" altLang="ko-KR"/>
            </a:p>
          </p:txBody>
        </p:sp>
        <p:sp>
          <p:nvSpPr>
            <p:cNvPr id="506" name="TextBox 47"/>
            <p:cNvSpPr txBox="1">
              <a:spLocks noChangeArrowheads="1"/>
            </p:cNvSpPr>
            <p:nvPr/>
          </p:nvSpPr>
          <p:spPr bwMode="auto">
            <a:xfrm>
              <a:off x="8254890" y="3354861"/>
              <a:ext cx="333632" cy="2154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800">
                  <a:latin typeface="Calibri" pitchFamily="34" charset="0"/>
                </a:rPr>
                <a:t>(Rb)</a:t>
              </a:r>
              <a:endParaRPr lang="ko-KR" altLang="ko-KR"/>
            </a:p>
          </p:txBody>
        </p:sp>
        <p:sp>
          <p:nvSpPr>
            <p:cNvPr id="507" name="TextBox 146"/>
            <p:cNvSpPr txBox="1"/>
            <p:nvPr/>
          </p:nvSpPr>
          <p:spPr>
            <a:xfrm>
              <a:off x="1296482" y="1877377"/>
              <a:ext cx="6399942" cy="425668"/>
            </a:xfrm>
            <a:prstGeom prst="roundRect">
              <a:avLst/>
            </a:prstGeom>
            <a:ln w="1270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altLang="ko-KR" dirty="0">
                  <a:solidFill>
                    <a:srgbClr val="000000"/>
                  </a:solidFill>
                  <a:latin typeface="Calibri" pitchFamily="34" charset="0"/>
                  <a:ea typeface="굴림" pitchFamily="50" charset="-127"/>
                </a:rPr>
                <a:t>Master PAC Not at HOC - Consist Configuration</a:t>
              </a:r>
              <a:endParaRPr lang="ko-KR" altLang="ko-KR" dirty="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508" name="TextBox 148"/>
            <p:cNvSpPr txBox="1">
              <a:spLocks noChangeArrowheads="1"/>
            </p:cNvSpPr>
            <p:nvPr/>
          </p:nvSpPr>
          <p:spPr bwMode="auto">
            <a:xfrm>
              <a:off x="551688" y="2878276"/>
              <a:ext cx="457200" cy="2154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800" b="1">
                  <a:solidFill>
                    <a:schemeClr val="bg1"/>
                  </a:solidFill>
                  <a:latin typeface="Arial" charset="0"/>
                </a:rPr>
                <a:t>CRA</a:t>
              </a:r>
              <a:endParaRPr lang="ko-KR" altLang="ko-KR"/>
            </a:p>
          </p:txBody>
        </p:sp>
        <p:sp>
          <p:nvSpPr>
            <p:cNvPr id="509" name="TextBox 149"/>
            <p:cNvSpPr txBox="1">
              <a:spLocks noChangeArrowheads="1"/>
            </p:cNvSpPr>
            <p:nvPr/>
          </p:nvSpPr>
          <p:spPr bwMode="auto">
            <a:xfrm>
              <a:off x="1502665" y="2878276"/>
              <a:ext cx="457200" cy="2154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800" b="1" dirty="0">
                  <a:solidFill>
                    <a:schemeClr val="bg1"/>
                  </a:solidFill>
                  <a:latin typeface="Arial" charset="0"/>
                </a:rPr>
                <a:t>CRA</a:t>
              </a:r>
              <a:endParaRPr lang="ko-KR" altLang="ko-KR" dirty="0"/>
            </a:p>
          </p:txBody>
        </p:sp>
        <p:sp>
          <p:nvSpPr>
            <p:cNvPr id="510" name="TextBox 150"/>
            <p:cNvSpPr txBox="1">
              <a:spLocks noChangeArrowheads="1"/>
            </p:cNvSpPr>
            <p:nvPr/>
          </p:nvSpPr>
          <p:spPr bwMode="auto">
            <a:xfrm>
              <a:off x="2715768" y="2878276"/>
              <a:ext cx="457200" cy="2154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800" b="1">
                  <a:solidFill>
                    <a:schemeClr val="bg1"/>
                  </a:solidFill>
                  <a:latin typeface="Arial" charset="0"/>
                </a:rPr>
                <a:t>CRA</a:t>
              </a:r>
              <a:endParaRPr lang="ko-KR" altLang="ko-KR"/>
            </a:p>
          </p:txBody>
        </p:sp>
        <p:sp>
          <p:nvSpPr>
            <p:cNvPr id="511" name="TextBox 151"/>
            <p:cNvSpPr txBox="1">
              <a:spLocks noChangeArrowheads="1"/>
            </p:cNvSpPr>
            <p:nvPr/>
          </p:nvSpPr>
          <p:spPr bwMode="auto">
            <a:xfrm>
              <a:off x="3666744" y="2878276"/>
              <a:ext cx="457200" cy="2154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800" b="1" dirty="0">
                  <a:solidFill>
                    <a:schemeClr val="bg1"/>
                  </a:solidFill>
                  <a:latin typeface="Arial" charset="0"/>
                </a:rPr>
                <a:t>CRA</a:t>
              </a:r>
              <a:endParaRPr lang="ko-KR" altLang="ko-KR" dirty="0"/>
            </a:p>
          </p:txBody>
        </p:sp>
        <p:sp>
          <p:nvSpPr>
            <p:cNvPr id="512" name="TextBox 152"/>
            <p:cNvSpPr txBox="1">
              <a:spLocks noChangeArrowheads="1"/>
            </p:cNvSpPr>
            <p:nvPr/>
          </p:nvSpPr>
          <p:spPr bwMode="auto">
            <a:xfrm>
              <a:off x="7062216" y="2878276"/>
              <a:ext cx="457200" cy="2154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800" b="1">
                  <a:solidFill>
                    <a:schemeClr val="bg1"/>
                  </a:solidFill>
                  <a:latin typeface="Arial" charset="0"/>
                </a:rPr>
                <a:t>CRA</a:t>
              </a:r>
              <a:endParaRPr lang="ko-KR" altLang="ko-KR"/>
            </a:p>
          </p:txBody>
        </p:sp>
        <p:sp>
          <p:nvSpPr>
            <p:cNvPr id="513" name="TextBox 153"/>
            <p:cNvSpPr txBox="1">
              <a:spLocks noChangeArrowheads="1"/>
            </p:cNvSpPr>
            <p:nvPr/>
          </p:nvSpPr>
          <p:spPr bwMode="auto">
            <a:xfrm>
              <a:off x="8004048" y="2878276"/>
              <a:ext cx="457200" cy="2154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800" b="1" dirty="0">
                  <a:solidFill>
                    <a:schemeClr val="bg1"/>
                  </a:solidFill>
                  <a:latin typeface="Arial" charset="0"/>
                </a:rPr>
                <a:t>CRA</a:t>
              </a:r>
              <a:endParaRPr lang="ko-KR" altLang="ko-KR" dirty="0"/>
            </a:p>
          </p:txBody>
        </p:sp>
        <p:grpSp>
          <p:nvGrpSpPr>
            <p:cNvPr id="514" name="Group 43"/>
            <p:cNvGrpSpPr>
              <a:grpSpLocks/>
            </p:cNvGrpSpPr>
            <p:nvPr/>
          </p:nvGrpSpPr>
          <p:grpSpPr bwMode="auto">
            <a:xfrm>
              <a:off x="4511040" y="2743200"/>
              <a:ext cx="2113005" cy="778476"/>
              <a:chOff x="352425" y="2743200"/>
              <a:chExt cx="3581400" cy="1066800"/>
            </a:xfrm>
          </p:grpSpPr>
          <p:sp>
            <p:nvSpPr>
              <p:cNvPr id="524" name="Snip Same Side Corner Rectangle 155"/>
              <p:cNvSpPr/>
              <p:nvPr/>
            </p:nvSpPr>
            <p:spPr>
              <a:xfrm>
                <a:off x="762005" y="2742532"/>
                <a:ext cx="2743177" cy="1066594"/>
              </a:xfrm>
              <a:prstGeom prst="snip2Same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grpSp>
            <p:nvGrpSpPr>
              <p:cNvPr id="525" name="Group 27"/>
              <p:cNvGrpSpPr>
                <a:grpSpLocks/>
              </p:cNvGrpSpPr>
              <p:nvPr/>
            </p:nvGrpSpPr>
            <p:grpSpPr bwMode="auto">
              <a:xfrm flipH="1">
                <a:off x="3117014" y="3008918"/>
                <a:ext cx="322285" cy="115282"/>
                <a:chOff x="820281" y="3010826"/>
                <a:chExt cx="322285" cy="115282"/>
              </a:xfrm>
            </p:grpSpPr>
            <p:cxnSp>
              <p:nvCxnSpPr>
                <p:cNvPr id="554" name="Straight Connector 185"/>
                <p:cNvCxnSpPr/>
                <p:nvPr/>
              </p:nvCxnSpPr>
              <p:spPr>
                <a:xfrm>
                  <a:off x="922058" y="3040082"/>
                  <a:ext cx="228262" cy="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5" name="Straight Connector 186"/>
                <p:cNvCxnSpPr/>
                <p:nvPr/>
              </p:nvCxnSpPr>
              <p:spPr>
                <a:xfrm>
                  <a:off x="833177" y="3123383"/>
                  <a:ext cx="226242" cy="3267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6" name="Straight Connector 187"/>
                <p:cNvCxnSpPr/>
                <p:nvPr/>
              </p:nvCxnSpPr>
              <p:spPr>
                <a:xfrm rot="16200000">
                  <a:off x="792688" y="3080100"/>
                  <a:ext cx="93102" cy="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7" name="Straight Connector 188"/>
                <p:cNvCxnSpPr/>
                <p:nvPr/>
              </p:nvCxnSpPr>
              <p:spPr>
                <a:xfrm rot="18900000" flipH="1">
                  <a:off x="827650" y="3010488"/>
                  <a:ext cx="89836" cy="2019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headEnd type="none" w="sm" len="sm"/>
                  <a:tailEnd type="oval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26" name="Group 26"/>
              <p:cNvGrpSpPr>
                <a:grpSpLocks/>
              </p:cNvGrpSpPr>
              <p:nvPr/>
            </p:nvGrpSpPr>
            <p:grpSpPr bwMode="auto">
              <a:xfrm>
                <a:off x="818670" y="3009712"/>
                <a:ext cx="325042" cy="116076"/>
                <a:chOff x="818670" y="3009712"/>
                <a:chExt cx="325042" cy="116076"/>
              </a:xfrm>
            </p:grpSpPr>
            <p:cxnSp>
              <p:nvCxnSpPr>
                <p:cNvPr id="550" name="Straight Connector 181"/>
                <p:cNvCxnSpPr/>
                <p:nvPr/>
              </p:nvCxnSpPr>
              <p:spPr>
                <a:xfrm>
                  <a:off x="905426" y="3038173"/>
                  <a:ext cx="236341" cy="1633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1" name="Straight Connector 182"/>
                <p:cNvCxnSpPr/>
                <p:nvPr/>
              </p:nvCxnSpPr>
              <p:spPr>
                <a:xfrm>
                  <a:off x="816545" y="3124742"/>
                  <a:ext cx="234321" cy="1634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2" name="Straight Connector 183"/>
                <p:cNvCxnSpPr/>
                <p:nvPr/>
              </p:nvCxnSpPr>
              <p:spPr>
                <a:xfrm rot="16200000">
                  <a:off x="774419" y="3078191"/>
                  <a:ext cx="96370" cy="0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3" name="Straight Connector 184"/>
                <p:cNvCxnSpPr/>
                <p:nvPr/>
              </p:nvCxnSpPr>
              <p:spPr>
                <a:xfrm rot="18900000" flipH="1">
                  <a:off x="803667" y="3002862"/>
                  <a:ext cx="104536" cy="2021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  <a:headEnd type="none" w="sm" len="sm"/>
                  <a:tailEnd type="oval" w="sm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27" name="Rectangle 4"/>
              <p:cNvSpPr/>
              <p:nvPr/>
            </p:nvSpPr>
            <p:spPr>
              <a:xfrm>
                <a:off x="1067027" y="2971205"/>
                <a:ext cx="529243" cy="228672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528" name="Rectangle 5"/>
              <p:cNvSpPr/>
              <p:nvPr/>
            </p:nvSpPr>
            <p:spPr>
              <a:xfrm>
                <a:off x="2664856" y="2971205"/>
                <a:ext cx="533283" cy="228672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cxnSp>
            <p:nvCxnSpPr>
              <p:cNvPr id="529" name="Straight Connector 160"/>
              <p:cNvCxnSpPr/>
              <p:nvPr/>
            </p:nvCxnSpPr>
            <p:spPr>
              <a:xfrm>
                <a:off x="1846752" y="3580454"/>
                <a:ext cx="591863" cy="3267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oval" w="med" len="med"/>
                <a:tail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0" name="Straight Connector 161"/>
              <p:cNvCxnSpPr/>
              <p:nvPr/>
            </p:nvCxnSpPr>
            <p:spPr>
              <a:xfrm>
                <a:off x="2703237" y="3580454"/>
                <a:ext cx="456523" cy="3267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oval" w="med" len="med"/>
                <a:tail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1" name="Straight Connector 162"/>
              <p:cNvCxnSpPr/>
              <p:nvPr/>
            </p:nvCxnSpPr>
            <p:spPr>
              <a:xfrm>
                <a:off x="1113487" y="3580454"/>
                <a:ext cx="456523" cy="3267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oval" w="med" len="med"/>
                <a:tailEnd type="oval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2" name="Straight Connector 163"/>
              <p:cNvCxnSpPr/>
              <p:nvPr/>
            </p:nvCxnSpPr>
            <p:spPr>
              <a:xfrm>
                <a:off x="3400141" y="3580454"/>
                <a:ext cx="531264" cy="3267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oval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3" name="Straight Connector 164"/>
              <p:cNvCxnSpPr/>
              <p:nvPr/>
            </p:nvCxnSpPr>
            <p:spPr>
              <a:xfrm flipH="1">
                <a:off x="351943" y="3580454"/>
                <a:ext cx="531263" cy="3267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oval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4" name="Straight Connector 165"/>
              <p:cNvCxnSpPr/>
              <p:nvPr/>
            </p:nvCxnSpPr>
            <p:spPr>
              <a:xfrm rot="16200000">
                <a:off x="1148711" y="3393862"/>
                <a:ext cx="365876" cy="4040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oval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5" name="Straight Connector 166"/>
              <p:cNvCxnSpPr/>
              <p:nvPr/>
            </p:nvCxnSpPr>
            <p:spPr>
              <a:xfrm rot="16200000">
                <a:off x="2749570" y="3389972"/>
                <a:ext cx="365876" cy="2021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oval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6" name="Straight Connector 167"/>
              <p:cNvCxnSpPr/>
              <p:nvPr/>
            </p:nvCxnSpPr>
            <p:spPr>
              <a:xfrm rot="2700000">
                <a:off x="918350" y="3485718"/>
                <a:ext cx="228672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7" name="Straight Connector 168"/>
              <p:cNvCxnSpPr/>
              <p:nvPr/>
            </p:nvCxnSpPr>
            <p:spPr>
              <a:xfrm rot="2700000">
                <a:off x="2509111" y="3484708"/>
                <a:ext cx="228672" cy="2019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8" name="Straight Connector 169"/>
              <p:cNvCxnSpPr/>
              <p:nvPr/>
            </p:nvCxnSpPr>
            <p:spPr>
              <a:xfrm rot="18900000" flipH="1">
                <a:off x="1537484" y="3484708"/>
                <a:ext cx="228672" cy="2021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9" name="Straight Connector 170"/>
              <p:cNvCxnSpPr/>
              <p:nvPr/>
            </p:nvCxnSpPr>
            <p:spPr>
              <a:xfrm rot="18900000" flipH="1">
                <a:off x="3127235" y="3484708"/>
                <a:ext cx="228672" cy="2019"/>
              </a:xfrm>
              <a:prstGeom prst="line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40" name="Group 37"/>
              <p:cNvGrpSpPr>
                <a:grpSpLocks/>
              </p:cNvGrpSpPr>
              <p:nvPr/>
            </p:nvGrpSpPr>
            <p:grpSpPr bwMode="auto">
              <a:xfrm>
                <a:off x="1057317" y="3238500"/>
                <a:ext cx="563520" cy="257175"/>
                <a:chOff x="1057317" y="3238500"/>
                <a:chExt cx="563520" cy="257175"/>
              </a:xfrm>
            </p:grpSpPr>
            <p:cxnSp>
              <p:nvCxnSpPr>
                <p:cNvPr id="546" name="Straight Connector 177"/>
                <p:cNvCxnSpPr/>
                <p:nvPr/>
              </p:nvCxnSpPr>
              <p:spPr>
                <a:xfrm rot="6240000" flipH="1" flipV="1">
                  <a:off x="1035495" y="3391179"/>
                  <a:ext cx="117603" cy="74741"/>
                </a:xfrm>
                <a:prstGeom prst="line">
                  <a:avLst/>
                </a:prstGeom>
                <a:ln w="6350"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7" name="Straight Connector 178"/>
                <p:cNvCxnSpPr/>
                <p:nvPr/>
              </p:nvCxnSpPr>
              <p:spPr>
                <a:xfrm rot="15360000" flipV="1">
                  <a:off x="1515441" y="3398530"/>
                  <a:ext cx="119237" cy="74741"/>
                </a:xfrm>
                <a:prstGeom prst="line">
                  <a:avLst/>
                </a:prstGeom>
                <a:ln w="6350"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8" name="Straight Connector 179"/>
                <p:cNvCxnSpPr/>
                <p:nvPr/>
              </p:nvCxnSpPr>
              <p:spPr>
                <a:xfrm rot="3480000" flipH="1" flipV="1">
                  <a:off x="1088209" y="3260316"/>
                  <a:ext cx="119237" cy="76760"/>
                </a:xfrm>
                <a:prstGeom prst="line">
                  <a:avLst/>
                </a:prstGeom>
                <a:ln w="6350"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9" name="Straight Connector 180"/>
                <p:cNvCxnSpPr/>
                <p:nvPr/>
              </p:nvCxnSpPr>
              <p:spPr>
                <a:xfrm rot="3480000" flipH="1" flipV="1">
                  <a:off x="1464748" y="3266420"/>
                  <a:ext cx="117603" cy="72720"/>
                </a:xfrm>
                <a:prstGeom prst="line">
                  <a:avLst/>
                </a:prstGeom>
                <a:ln w="6350"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41" name="Group 38"/>
              <p:cNvGrpSpPr>
                <a:grpSpLocks/>
              </p:cNvGrpSpPr>
              <p:nvPr/>
            </p:nvGrpSpPr>
            <p:grpSpPr bwMode="auto">
              <a:xfrm>
                <a:off x="2647742" y="3230563"/>
                <a:ext cx="563520" cy="258762"/>
                <a:chOff x="1057154" y="3237717"/>
                <a:chExt cx="563520" cy="258762"/>
              </a:xfrm>
            </p:grpSpPr>
            <p:cxnSp>
              <p:nvCxnSpPr>
                <p:cNvPr id="542" name="Straight Connector 173"/>
                <p:cNvCxnSpPr/>
                <p:nvPr/>
              </p:nvCxnSpPr>
              <p:spPr>
                <a:xfrm rot="6240000" flipH="1" flipV="1">
                  <a:off x="1027588" y="3390790"/>
                  <a:ext cx="117603" cy="76760"/>
                </a:xfrm>
                <a:prstGeom prst="line">
                  <a:avLst/>
                </a:prstGeom>
                <a:ln w="6350"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3" name="Straight Connector 174"/>
                <p:cNvCxnSpPr/>
                <p:nvPr/>
              </p:nvCxnSpPr>
              <p:spPr>
                <a:xfrm rot="15360000" flipV="1">
                  <a:off x="1511573" y="3396121"/>
                  <a:ext cx="119237" cy="80800"/>
                </a:xfrm>
                <a:prstGeom prst="line">
                  <a:avLst/>
                </a:prstGeom>
                <a:ln w="6350"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4" name="Straight Connector 175"/>
                <p:cNvCxnSpPr/>
                <p:nvPr/>
              </p:nvCxnSpPr>
              <p:spPr>
                <a:xfrm rot="3480000" flipH="1" flipV="1">
                  <a:off x="1078281" y="3262333"/>
                  <a:ext cx="119236" cy="70701"/>
                </a:xfrm>
                <a:prstGeom prst="line">
                  <a:avLst/>
                </a:prstGeom>
                <a:ln w="6350"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5" name="Straight Connector 176"/>
                <p:cNvCxnSpPr/>
                <p:nvPr/>
              </p:nvCxnSpPr>
              <p:spPr>
                <a:xfrm rot="3480000" flipH="1" flipV="1">
                  <a:off x="1457226" y="3264398"/>
                  <a:ext cx="120870" cy="74740"/>
                </a:xfrm>
                <a:prstGeom prst="line">
                  <a:avLst/>
                </a:prstGeom>
                <a:ln w="6350"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515" name="TextBox 47"/>
            <p:cNvSpPr txBox="1">
              <a:spLocks noChangeArrowheads="1"/>
            </p:cNvSpPr>
            <p:nvPr/>
          </p:nvSpPr>
          <p:spPr bwMode="auto">
            <a:xfrm>
              <a:off x="4751997" y="3354860"/>
              <a:ext cx="387178" cy="2154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800">
                  <a:latin typeface="Calibri" pitchFamily="34" charset="0"/>
                </a:rPr>
                <a:t>(Ra)</a:t>
              </a:r>
              <a:endParaRPr lang="ko-KR" altLang="ko-KR"/>
            </a:p>
          </p:txBody>
        </p:sp>
        <p:sp>
          <p:nvSpPr>
            <p:cNvPr id="516" name="TextBox 47"/>
            <p:cNvSpPr txBox="1">
              <a:spLocks noChangeArrowheads="1"/>
            </p:cNvSpPr>
            <p:nvPr/>
          </p:nvSpPr>
          <p:spPr bwMode="auto">
            <a:xfrm>
              <a:off x="5697289" y="3354860"/>
              <a:ext cx="356285" cy="2154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800">
                  <a:latin typeface="Calibri" pitchFamily="34" charset="0"/>
                </a:rPr>
                <a:t>(Ra)</a:t>
              </a:r>
              <a:endParaRPr lang="ko-KR" altLang="ko-KR"/>
            </a:p>
          </p:txBody>
        </p:sp>
        <p:sp>
          <p:nvSpPr>
            <p:cNvPr id="517" name="TextBox 47"/>
            <p:cNvSpPr txBox="1">
              <a:spLocks noChangeArrowheads="1"/>
            </p:cNvSpPr>
            <p:nvPr/>
          </p:nvSpPr>
          <p:spPr bwMode="auto">
            <a:xfrm>
              <a:off x="5141234" y="3354860"/>
              <a:ext cx="333632" cy="2154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800">
                  <a:latin typeface="Calibri" pitchFamily="34" charset="0"/>
                </a:rPr>
                <a:t>(Rb)</a:t>
              </a:r>
              <a:endParaRPr lang="ko-KR" altLang="ko-KR"/>
            </a:p>
          </p:txBody>
        </p:sp>
        <p:sp>
          <p:nvSpPr>
            <p:cNvPr id="518" name="TextBox 47"/>
            <p:cNvSpPr txBox="1">
              <a:spLocks noChangeArrowheads="1"/>
            </p:cNvSpPr>
            <p:nvPr/>
          </p:nvSpPr>
          <p:spPr bwMode="auto">
            <a:xfrm>
              <a:off x="6086526" y="3354860"/>
              <a:ext cx="333632" cy="2154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800">
                  <a:latin typeface="Calibri" pitchFamily="34" charset="0"/>
                </a:rPr>
                <a:t>(Rb)</a:t>
              </a:r>
              <a:endParaRPr lang="ko-KR" altLang="ko-KR"/>
            </a:p>
          </p:txBody>
        </p:sp>
        <p:sp>
          <p:nvSpPr>
            <p:cNvPr id="519" name="TextBox 193"/>
            <p:cNvSpPr txBox="1">
              <a:spLocks noChangeArrowheads="1"/>
            </p:cNvSpPr>
            <p:nvPr/>
          </p:nvSpPr>
          <p:spPr bwMode="auto">
            <a:xfrm>
              <a:off x="4883142" y="2878275"/>
              <a:ext cx="457200" cy="2154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800" b="1">
                  <a:solidFill>
                    <a:schemeClr val="bg1"/>
                  </a:solidFill>
                  <a:latin typeface="Arial" charset="0"/>
                </a:rPr>
                <a:t>CRA</a:t>
              </a:r>
              <a:endParaRPr lang="ko-KR" altLang="ko-KR"/>
            </a:p>
          </p:txBody>
        </p:sp>
        <p:sp>
          <p:nvSpPr>
            <p:cNvPr id="520" name="TextBox 194"/>
            <p:cNvSpPr txBox="1">
              <a:spLocks noChangeArrowheads="1"/>
            </p:cNvSpPr>
            <p:nvPr/>
          </p:nvSpPr>
          <p:spPr bwMode="auto">
            <a:xfrm>
              <a:off x="5834119" y="2878275"/>
              <a:ext cx="457200" cy="2154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800" b="1" dirty="0">
                  <a:solidFill>
                    <a:schemeClr val="bg1"/>
                  </a:solidFill>
                  <a:latin typeface="Arial" charset="0"/>
                </a:rPr>
                <a:t>CRA</a:t>
              </a:r>
              <a:endParaRPr lang="ko-KR" altLang="ko-KR" dirty="0"/>
            </a:p>
          </p:txBody>
        </p:sp>
        <p:sp>
          <p:nvSpPr>
            <p:cNvPr id="521" name="TextBox 44"/>
            <p:cNvSpPr txBox="1">
              <a:spLocks noChangeArrowheads="1"/>
            </p:cNvSpPr>
            <p:nvPr/>
          </p:nvSpPr>
          <p:spPr bwMode="auto">
            <a:xfrm>
              <a:off x="7400543" y="3657600"/>
              <a:ext cx="685801" cy="2000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eaLnBrk="1" hangingPunct="1"/>
              <a:r>
                <a:rPr lang="en-US" altLang="ko-KR" sz="1300">
                  <a:latin typeface="Calibri" pitchFamily="34" charset="0"/>
                </a:rPr>
                <a:t>Car #4</a:t>
              </a:r>
              <a:endParaRPr lang="ko-KR" altLang="ko-KR"/>
            </a:p>
          </p:txBody>
        </p:sp>
        <p:sp>
          <p:nvSpPr>
            <p:cNvPr id="522" name="TextBox 44"/>
            <p:cNvSpPr txBox="1">
              <a:spLocks noChangeArrowheads="1"/>
            </p:cNvSpPr>
            <p:nvPr/>
          </p:nvSpPr>
          <p:spPr bwMode="auto">
            <a:xfrm>
              <a:off x="524256" y="2350008"/>
              <a:ext cx="457200" cy="415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eaLnBrk="1" hangingPunct="1"/>
              <a:r>
                <a:rPr lang="en-US" altLang="ko-KR" sz="1300">
                  <a:latin typeface="Calibri" pitchFamily="34" charset="0"/>
                </a:rPr>
                <a:t>Slave PAC</a:t>
              </a:r>
              <a:endParaRPr lang="ko-KR" altLang="ko-KR"/>
            </a:p>
          </p:txBody>
        </p:sp>
        <p:sp>
          <p:nvSpPr>
            <p:cNvPr id="523" name="TextBox 44"/>
            <p:cNvSpPr txBox="1">
              <a:spLocks noChangeArrowheads="1"/>
            </p:cNvSpPr>
            <p:nvPr/>
          </p:nvSpPr>
          <p:spPr bwMode="auto">
            <a:xfrm>
              <a:off x="7961375" y="2350008"/>
              <a:ext cx="457200" cy="415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eaLnBrk="1" hangingPunct="1"/>
              <a:r>
                <a:rPr lang="en-US" altLang="ko-KR" sz="1300">
                  <a:latin typeface="Calibri" pitchFamily="34" charset="0"/>
                </a:rPr>
                <a:t>Slave PAC</a:t>
              </a:r>
              <a:endParaRPr lang="ko-KR" altLang="ko-KR"/>
            </a:p>
          </p:txBody>
        </p:sp>
      </p:grpSp>
    </p:spTree>
    <p:extLst>
      <p:ext uri="{BB962C8B-B14F-4D97-AF65-F5344CB8AC3E}">
        <p14:creationId xmlns:p14="http://schemas.microsoft.com/office/powerpoint/2010/main" val="19685410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06" name="Line 46"/>
          <p:cNvSpPr>
            <a:spLocks noChangeShapeType="1"/>
          </p:cNvSpPr>
          <p:nvPr/>
        </p:nvSpPr>
        <p:spPr bwMode="auto">
          <a:xfrm>
            <a:off x="1250046" y="2797631"/>
            <a:ext cx="1418418" cy="681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arrow" w="med" len="lg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457" name="Line 46"/>
          <p:cNvSpPr>
            <a:spLocks noChangeShapeType="1"/>
          </p:cNvSpPr>
          <p:nvPr/>
        </p:nvSpPr>
        <p:spPr bwMode="auto">
          <a:xfrm>
            <a:off x="1266893" y="2906488"/>
            <a:ext cx="1418418" cy="681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arrow" w="med" len="lg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grpSp>
        <p:nvGrpSpPr>
          <p:cNvPr id="439" name="그룹 438"/>
          <p:cNvGrpSpPr/>
          <p:nvPr/>
        </p:nvGrpSpPr>
        <p:grpSpPr>
          <a:xfrm>
            <a:off x="8350987" y="3374319"/>
            <a:ext cx="405434" cy="82240"/>
            <a:chOff x="7706444" y="3562784"/>
            <a:chExt cx="374247" cy="82240"/>
          </a:xfrm>
        </p:grpSpPr>
        <p:sp>
          <p:nvSpPr>
            <p:cNvPr id="440" name="Freeform 553"/>
            <p:cNvSpPr>
              <a:spLocks/>
            </p:cNvSpPr>
            <p:nvPr/>
          </p:nvSpPr>
          <p:spPr bwMode="auto">
            <a:xfrm flipH="1">
              <a:off x="7706444" y="3590198"/>
              <a:ext cx="343258" cy="5482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68644" tIns="34322" rIns="68644" bIns="34322"/>
            <a:lstStyle/>
            <a:p>
              <a:endParaRPr lang="ko-KR" altLang="en-US"/>
            </a:p>
          </p:txBody>
        </p:sp>
        <p:sp>
          <p:nvSpPr>
            <p:cNvPr id="441" name="Oval 557"/>
            <p:cNvSpPr>
              <a:spLocks noChangeArrowheads="1"/>
            </p:cNvSpPr>
            <p:nvPr/>
          </p:nvSpPr>
          <p:spPr bwMode="auto">
            <a:xfrm flipH="1">
              <a:off x="8023481" y="3562784"/>
              <a:ext cx="57210" cy="53634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68644" tIns="34322" rIns="68644" bIns="34322" anchor="ctr"/>
            <a:lstStyle/>
            <a:p>
              <a:pPr algn="ctr"/>
              <a:endParaRPr lang="ko-KR" altLang="ko-KR"/>
            </a:p>
          </p:txBody>
        </p:sp>
      </p:grpSp>
      <p:grpSp>
        <p:nvGrpSpPr>
          <p:cNvPr id="442" name="그룹 441"/>
          <p:cNvGrpSpPr/>
          <p:nvPr/>
        </p:nvGrpSpPr>
        <p:grpSpPr>
          <a:xfrm>
            <a:off x="8357866" y="3490778"/>
            <a:ext cx="405434" cy="82240"/>
            <a:chOff x="7706444" y="3562784"/>
            <a:chExt cx="374247" cy="82240"/>
          </a:xfrm>
        </p:grpSpPr>
        <p:sp>
          <p:nvSpPr>
            <p:cNvPr id="443" name="Freeform 553"/>
            <p:cNvSpPr>
              <a:spLocks/>
            </p:cNvSpPr>
            <p:nvPr/>
          </p:nvSpPr>
          <p:spPr bwMode="auto">
            <a:xfrm flipH="1">
              <a:off x="7706444" y="3590198"/>
              <a:ext cx="343258" cy="5482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68644" tIns="34322" rIns="68644" bIns="34322"/>
            <a:lstStyle/>
            <a:p>
              <a:endParaRPr lang="ko-KR" altLang="en-US"/>
            </a:p>
          </p:txBody>
        </p:sp>
        <p:sp>
          <p:nvSpPr>
            <p:cNvPr id="444" name="Oval 557"/>
            <p:cNvSpPr>
              <a:spLocks noChangeArrowheads="1"/>
            </p:cNvSpPr>
            <p:nvPr/>
          </p:nvSpPr>
          <p:spPr bwMode="auto">
            <a:xfrm flipH="1">
              <a:off x="8023481" y="3562784"/>
              <a:ext cx="57210" cy="53634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68644" tIns="34322" rIns="68644" bIns="34322" anchor="ctr"/>
            <a:lstStyle/>
            <a:p>
              <a:pPr algn="ctr"/>
              <a:endParaRPr lang="ko-KR" altLang="ko-KR"/>
            </a:p>
          </p:txBody>
        </p:sp>
      </p:grpSp>
      <p:sp>
        <p:nvSpPr>
          <p:cNvPr id="434" name="Line 429"/>
          <p:cNvSpPr>
            <a:spLocks noChangeShapeType="1"/>
          </p:cNvSpPr>
          <p:nvPr/>
        </p:nvSpPr>
        <p:spPr bwMode="auto">
          <a:xfrm flipV="1">
            <a:off x="2411326" y="4823004"/>
            <a:ext cx="175602" cy="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/>
            <a:tailEnd type="arrow" w="sm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435" name="Line 430"/>
          <p:cNvSpPr>
            <a:spLocks noChangeShapeType="1"/>
          </p:cNvSpPr>
          <p:nvPr/>
        </p:nvSpPr>
        <p:spPr bwMode="auto">
          <a:xfrm flipH="1" flipV="1">
            <a:off x="2418205" y="3746503"/>
            <a:ext cx="0" cy="1076503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436" name="Line 431"/>
          <p:cNvSpPr>
            <a:spLocks noChangeShapeType="1"/>
          </p:cNvSpPr>
          <p:nvPr/>
        </p:nvSpPr>
        <p:spPr bwMode="auto">
          <a:xfrm flipH="1" flipV="1">
            <a:off x="2418205" y="3746501"/>
            <a:ext cx="360980" cy="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437" name="Rectangle 494"/>
          <p:cNvSpPr>
            <a:spLocks noChangeArrowheads="1"/>
          </p:cNvSpPr>
          <p:nvPr/>
        </p:nvSpPr>
        <p:spPr bwMode="auto">
          <a:xfrm rot="16200000">
            <a:off x="1927839" y="4283178"/>
            <a:ext cx="1096290" cy="117497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MUTE</a:t>
            </a:r>
            <a:endParaRPr lang="ko-KR" altLang="ko-KR" dirty="0"/>
          </a:p>
        </p:txBody>
      </p:sp>
      <p:sp>
        <p:nvSpPr>
          <p:cNvPr id="411" name="Line 176"/>
          <p:cNvSpPr>
            <a:spLocks noChangeShapeType="1"/>
          </p:cNvSpPr>
          <p:nvPr/>
        </p:nvSpPr>
        <p:spPr bwMode="auto">
          <a:xfrm>
            <a:off x="3211770" y="3376043"/>
            <a:ext cx="802" cy="268858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oval" w="med" len="med"/>
            <a:tailEnd type="none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498" name="Line 176"/>
          <p:cNvSpPr>
            <a:spLocks noChangeShapeType="1"/>
          </p:cNvSpPr>
          <p:nvPr/>
        </p:nvSpPr>
        <p:spPr bwMode="auto">
          <a:xfrm flipH="1">
            <a:off x="3498355" y="4132204"/>
            <a:ext cx="9357" cy="281048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oval" w="med" len="med"/>
            <a:tailEnd type="none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61" name="Line 377"/>
          <p:cNvSpPr>
            <a:spLocks noChangeShapeType="1"/>
          </p:cNvSpPr>
          <p:nvPr/>
        </p:nvSpPr>
        <p:spPr bwMode="auto">
          <a:xfrm flipH="1">
            <a:off x="6115984" y="4132204"/>
            <a:ext cx="2107" cy="274698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oval" w="med" len="med"/>
            <a:tailEnd type="none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grpSp>
        <p:nvGrpSpPr>
          <p:cNvPr id="402" name="그룹 401"/>
          <p:cNvGrpSpPr/>
          <p:nvPr/>
        </p:nvGrpSpPr>
        <p:grpSpPr>
          <a:xfrm>
            <a:off x="4932685" y="2420889"/>
            <a:ext cx="410361" cy="246888"/>
            <a:chOff x="3219450" y="2420888"/>
            <a:chExt cx="378795" cy="246888"/>
          </a:xfrm>
        </p:grpSpPr>
        <p:sp>
          <p:nvSpPr>
            <p:cNvPr id="403" name="Rectangle 523"/>
            <p:cNvSpPr>
              <a:spLocks noChangeArrowheads="1"/>
            </p:cNvSpPr>
            <p:nvPr/>
          </p:nvSpPr>
          <p:spPr bwMode="auto">
            <a:xfrm>
              <a:off x="3268098" y="2420888"/>
              <a:ext cx="330147" cy="108459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27" tIns="45713" rIns="91427" bIns="45713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DC 37.5V</a:t>
              </a:r>
              <a:endParaRPr lang="ko-KR" altLang="ko-KR" dirty="0"/>
            </a:p>
          </p:txBody>
        </p:sp>
        <p:sp>
          <p:nvSpPr>
            <p:cNvPr id="404" name="Line 524"/>
            <p:cNvSpPr>
              <a:spLocks noChangeShapeType="1"/>
            </p:cNvSpPr>
            <p:nvPr/>
          </p:nvSpPr>
          <p:spPr bwMode="auto">
            <a:xfrm flipV="1">
              <a:off x="3220423" y="2524584"/>
              <a:ext cx="377822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none" w="med" len="lg"/>
            </a:ln>
          </p:spPr>
          <p:txBody>
            <a:bodyPr lIns="68644" tIns="34322" rIns="68644" bIns="34322"/>
            <a:lstStyle/>
            <a:p>
              <a:endParaRPr lang="ko-KR" altLang="en-US"/>
            </a:p>
          </p:txBody>
        </p:sp>
        <p:sp>
          <p:nvSpPr>
            <p:cNvPr id="405" name="Line 525"/>
            <p:cNvSpPr>
              <a:spLocks noChangeShapeType="1"/>
            </p:cNvSpPr>
            <p:nvPr/>
          </p:nvSpPr>
          <p:spPr bwMode="auto">
            <a:xfrm flipH="1" flipV="1">
              <a:off x="3219450" y="2514600"/>
              <a:ext cx="973" cy="15317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 type="arrow" w="med" len="med"/>
              <a:tailEnd type="none" w="med" len="lg"/>
            </a:ln>
          </p:spPr>
          <p:txBody>
            <a:bodyPr lIns="68644" tIns="34322" rIns="68644" bIns="34322"/>
            <a:lstStyle/>
            <a:p>
              <a:endParaRPr lang="ko-KR" altLang="en-US"/>
            </a:p>
          </p:txBody>
        </p:sp>
      </p:grpSp>
      <p:sp>
        <p:nvSpPr>
          <p:cNvPr id="397" name="Freeform 548"/>
          <p:cNvSpPr>
            <a:spLocks/>
          </p:cNvSpPr>
          <p:nvPr/>
        </p:nvSpPr>
        <p:spPr bwMode="auto">
          <a:xfrm flipH="1">
            <a:off x="8328713" y="6187251"/>
            <a:ext cx="371863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395" name="Freeform 548"/>
          <p:cNvSpPr>
            <a:spLocks/>
          </p:cNvSpPr>
          <p:nvPr/>
        </p:nvSpPr>
        <p:spPr bwMode="auto">
          <a:xfrm flipH="1">
            <a:off x="8344103" y="6408038"/>
            <a:ext cx="371863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347" name="Line 560"/>
          <p:cNvSpPr>
            <a:spLocks noChangeShapeType="1"/>
          </p:cNvSpPr>
          <p:nvPr/>
        </p:nvSpPr>
        <p:spPr bwMode="auto">
          <a:xfrm flipH="1">
            <a:off x="8537340" y="3320543"/>
            <a:ext cx="0" cy="3514815"/>
          </a:xfrm>
          <a:prstGeom prst="line">
            <a:avLst/>
          </a:prstGeom>
          <a:noFill/>
          <a:ln w="12700">
            <a:solidFill>
              <a:srgbClr val="808000"/>
            </a:solidFill>
            <a:prstDash val="lgDashDot"/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348" name="Rectangle 33"/>
          <p:cNvSpPr>
            <a:spLocks noChangeArrowheads="1"/>
          </p:cNvSpPr>
          <p:nvPr/>
        </p:nvSpPr>
        <p:spPr bwMode="auto">
          <a:xfrm>
            <a:off x="448047" y="22647"/>
            <a:ext cx="1071687" cy="12276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b="1" dirty="0">
                <a:latin typeface="Arial" charset="0"/>
              </a:rPr>
              <a:t>Communication Rack-A </a:t>
            </a:r>
            <a:endParaRPr lang="ko-KR" altLang="ko-KR" dirty="0"/>
          </a:p>
        </p:txBody>
      </p:sp>
      <p:sp>
        <p:nvSpPr>
          <p:cNvPr id="57351" name="Freeform 542"/>
          <p:cNvSpPr>
            <a:spLocks/>
          </p:cNvSpPr>
          <p:nvPr/>
        </p:nvSpPr>
        <p:spPr bwMode="auto">
          <a:xfrm flipH="1">
            <a:off x="8350120" y="5157208"/>
            <a:ext cx="371863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352" name="Freeform 543"/>
          <p:cNvSpPr>
            <a:spLocks/>
          </p:cNvSpPr>
          <p:nvPr/>
        </p:nvSpPr>
        <p:spPr bwMode="auto">
          <a:xfrm flipH="1">
            <a:off x="8350120" y="5265669"/>
            <a:ext cx="371863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353" name="Freeform 544"/>
          <p:cNvSpPr>
            <a:spLocks/>
          </p:cNvSpPr>
          <p:nvPr/>
        </p:nvSpPr>
        <p:spPr bwMode="auto">
          <a:xfrm flipH="1">
            <a:off x="8350120" y="6539418"/>
            <a:ext cx="371863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354" name="Freeform 545"/>
          <p:cNvSpPr>
            <a:spLocks/>
          </p:cNvSpPr>
          <p:nvPr/>
        </p:nvSpPr>
        <p:spPr bwMode="auto">
          <a:xfrm flipH="1">
            <a:off x="8350120" y="6647876"/>
            <a:ext cx="371863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356" name="Freeform 548"/>
          <p:cNvSpPr>
            <a:spLocks/>
          </p:cNvSpPr>
          <p:nvPr/>
        </p:nvSpPr>
        <p:spPr bwMode="auto">
          <a:xfrm flipH="1">
            <a:off x="8344958" y="6289915"/>
            <a:ext cx="371863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358" name="Freeform 550"/>
          <p:cNvSpPr>
            <a:spLocks/>
          </p:cNvSpPr>
          <p:nvPr/>
        </p:nvSpPr>
        <p:spPr bwMode="auto">
          <a:xfrm flipH="1">
            <a:off x="8353992" y="5972446"/>
            <a:ext cx="373154" cy="54826"/>
          </a:xfrm>
          <a:custGeom>
            <a:avLst/>
            <a:gdLst>
              <a:gd name="T0" fmla="*/ 771012426 w 273"/>
              <a:gd name="T1" fmla="*/ 0 h 46"/>
              <a:gd name="T2" fmla="*/ 384094558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359" name="Freeform 551"/>
          <p:cNvSpPr>
            <a:spLocks/>
          </p:cNvSpPr>
          <p:nvPr/>
        </p:nvSpPr>
        <p:spPr bwMode="auto">
          <a:xfrm flipH="1">
            <a:off x="8350120" y="5517764"/>
            <a:ext cx="371863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360" name="Freeform 552"/>
          <p:cNvSpPr>
            <a:spLocks/>
          </p:cNvSpPr>
          <p:nvPr/>
        </p:nvSpPr>
        <p:spPr bwMode="auto">
          <a:xfrm flipH="1">
            <a:off x="8347113" y="3049545"/>
            <a:ext cx="373154" cy="54826"/>
          </a:xfrm>
          <a:custGeom>
            <a:avLst/>
            <a:gdLst>
              <a:gd name="T0" fmla="*/ 771012426 w 273"/>
              <a:gd name="T1" fmla="*/ 0 h 46"/>
              <a:gd name="T2" fmla="*/ 384094558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361" name="Freeform 553"/>
          <p:cNvSpPr>
            <a:spLocks/>
          </p:cNvSpPr>
          <p:nvPr/>
        </p:nvSpPr>
        <p:spPr bwMode="auto">
          <a:xfrm flipH="1">
            <a:off x="8343240" y="3160389"/>
            <a:ext cx="371863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362" name="Freeform 554"/>
          <p:cNvSpPr>
            <a:spLocks/>
          </p:cNvSpPr>
          <p:nvPr/>
        </p:nvSpPr>
        <p:spPr bwMode="auto">
          <a:xfrm flipH="1">
            <a:off x="8350120" y="4022551"/>
            <a:ext cx="371863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363" name="Freeform 555"/>
          <p:cNvSpPr>
            <a:spLocks/>
          </p:cNvSpPr>
          <p:nvPr/>
        </p:nvSpPr>
        <p:spPr bwMode="auto">
          <a:xfrm flipH="1">
            <a:off x="8350120" y="4131012"/>
            <a:ext cx="371863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364" name="Oval 556"/>
          <p:cNvSpPr>
            <a:spLocks noChangeArrowheads="1"/>
          </p:cNvSpPr>
          <p:nvPr/>
        </p:nvSpPr>
        <p:spPr bwMode="auto">
          <a:xfrm flipH="1">
            <a:off x="8693575" y="2999116"/>
            <a:ext cx="61978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91416" tIns="45708" rIns="91416" bIns="45708" anchor="ctr"/>
          <a:lstStyle/>
          <a:p>
            <a:pPr algn="ctr"/>
            <a:endParaRPr lang="ko-KR" altLang="ko-KR"/>
          </a:p>
        </p:txBody>
      </p:sp>
      <p:sp>
        <p:nvSpPr>
          <p:cNvPr id="57365" name="Oval 557"/>
          <p:cNvSpPr>
            <a:spLocks noChangeArrowheads="1"/>
          </p:cNvSpPr>
          <p:nvPr/>
        </p:nvSpPr>
        <p:spPr bwMode="auto">
          <a:xfrm flipH="1">
            <a:off x="8693575" y="3107575"/>
            <a:ext cx="61978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91416" tIns="45708" rIns="91416" bIns="45708" anchor="ctr"/>
          <a:lstStyle/>
          <a:p>
            <a:pPr algn="ctr"/>
            <a:endParaRPr lang="ko-KR" altLang="ko-KR"/>
          </a:p>
        </p:txBody>
      </p:sp>
      <p:sp>
        <p:nvSpPr>
          <p:cNvPr id="57366" name="Oval 558"/>
          <p:cNvSpPr>
            <a:spLocks noChangeArrowheads="1"/>
          </p:cNvSpPr>
          <p:nvPr/>
        </p:nvSpPr>
        <p:spPr bwMode="auto">
          <a:xfrm flipH="1">
            <a:off x="8693575" y="3991564"/>
            <a:ext cx="61978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91416" tIns="45708" rIns="91416" bIns="45708" anchor="ctr"/>
          <a:lstStyle/>
          <a:p>
            <a:pPr algn="ctr"/>
            <a:endParaRPr lang="ko-KR" altLang="ko-KR"/>
          </a:p>
        </p:txBody>
      </p:sp>
      <p:sp>
        <p:nvSpPr>
          <p:cNvPr id="57367" name="Oval 559"/>
          <p:cNvSpPr>
            <a:spLocks noChangeArrowheads="1"/>
          </p:cNvSpPr>
          <p:nvPr/>
        </p:nvSpPr>
        <p:spPr bwMode="auto">
          <a:xfrm flipH="1">
            <a:off x="8693575" y="4100022"/>
            <a:ext cx="61978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91416" tIns="45708" rIns="91416" bIns="45708" anchor="ctr"/>
          <a:lstStyle/>
          <a:p>
            <a:pPr algn="ctr"/>
            <a:endParaRPr lang="ko-KR" altLang="ko-KR"/>
          </a:p>
        </p:txBody>
      </p:sp>
      <p:sp>
        <p:nvSpPr>
          <p:cNvPr id="57368" name="Oval 561"/>
          <p:cNvSpPr>
            <a:spLocks noChangeArrowheads="1"/>
          </p:cNvSpPr>
          <p:nvPr/>
        </p:nvSpPr>
        <p:spPr bwMode="auto">
          <a:xfrm flipH="1">
            <a:off x="8693575" y="5126219"/>
            <a:ext cx="61978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91416" tIns="45708" rIns="91416" bIns="45708" anchor="ctr"/>
          <a:lstStyle/>
          <a:p>
            <a:pPr algn="ctr"/>
            <a:endParaRPr lang="ko-KR" altLang="ko-KR"/>
          </a:p>
        </p:txBody>
      </p:sp>
      <p:sp>
        <p:nvSpPr>
          <p:cNvPr id="57369" name="Oval 562"/>
          <p:cNvSpPr>
            <a:spLocks noChangeArrowheads="1"/>
          </p:cNvSpPr>
          <p:nvPr/>
        </p:nvSpPr>
        <p:spPr bwMode="auto">
          <a:xfrm flipH="1">
            <a:off x="8693575" y="5234679"/>
            <a:ext cx="61978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91416" tIns="45708" rIns="91416" bIns="45708" anchor="ctr"/>
          <a:lstStyle/>
          <a:p>
            <a:pPr algn="ctr"/>
            <a:endParaRPr lang="ko-KR" altLang="ko-KR"/>
          </a:p>
        </p:txBody>
      </p:sp>
      <p:sp>
        <p:nvSpPr>
          <p:cNvPr id="57370" name="Oval 563"/>
          <p:cNvSpPr>
            <a:spLocks noChangeArrowheads="1"/>
          </p:cNvSpPr>
          <p:nvPr/>
        </p:nvSpPr>
        <p:spPr bwMode="auto">
          <a:xfrm flipH="1">
            <a:off x="8693575" y="6508428"/>
            <a:ext cx="61978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91416" tIns="45708" rIns="91416" bIns="45708" anchor="ctr"/>
          <a:lstStyle/>
          <a:p>
            <a:pPr algn="ctr"/>
            <a:endParaRPr lang="ko-KR" altLang="ko-KR"/>
          </a:p>
        </p:txBody>
      </p:sp>
      <p:sp>
        <p:nvSpPr>
          <p:cNvPr id="57371" name="Oval 564"/>
          <p:cNvSpPr>
            <a:spLocks noChangeArrowheads="1"/>
          </p:cNvSpPr>
          <p:nvPr/>
        </p:nvSpPr>
        <p:spPr bwMode="auto">
          <a:xfrm flipH="1">
            <a:off x="8693575" y="6616887"/>
            <a:ext cx="61978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91416" tIns="45708" rIns="91416" bIns="45708" anchor="ctr"/>
          <a:lstStyle/>
          <a:p>
            <a:pPr algn="ctr"/>
            <a:endParaRPr lang="ko-KR" altLang="ko-KR"/>
          </a:p>
        </p:txBody>
      </p:sp>
      <p:sp>
        <p:nvSpPr>
          <p:cNvPr id="57373" name="Oval 567"/>
          <p:cNvSpPr>
            <a:spLocks noChangeArrowheads="1"/>
          </p:cNvSpPr>
          <p:nvPr/>
        </p:nvSpPr>
        <p:spPr bwMode="auto">
          <a:xfrm flipH="1">
            <a:off x="8688415" y="6258926"/>
            <a:ext cx="61978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91416" tIns="45708" rIns="91416" bIns="45708" anchor="ctr"/>
          <a:lstStyle/>
          <a:p>
            <a:pPr algn="ctr"/>
            <a:endParaRPr lang="ko-KR" altLang="ko-KR"/>
          </a:p>
        </p:txBody>
      </p:sp>
      <p:sp>
        <p:nvSpPr>
          <p:cNvPr id="57375" name="Oval 569"/>
          <p:cNvSpPr>
            <a:spLocks noChangeArrowheads="1"/>
          </p:cNvSpPr>
          <p:nvPr/>
        </p:nvSpPr>
        <p:spPr bwMode="auto">
          <a:xfrm flipH="1">
            <a:off x="8697448" y="5941457"/>
            <a:ext cx="61978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91416" tIns="45708" rIns="91416" bIns="45708" anchor="ctr"/>
          <a:lstStyle/>
          <a:p>
            <a:pPr algn="ctr"/>
            <a:endParaRPr lang="ko-KR" altLang="ko-KR"/>
          </a:p>
        </p:txBody>
      </p:sp>
      <p:sp>
        <p:nvSpPr>
          <p:cNvPr id="57376" name="Oval 570"/>
          <p:cNvSpPr>
            <a:spLocks noChangeArrowheads="1"/>
          </p:cNvSpPr>
          <p:nvPr/>
        </p:nvSpPr>
        <p:spPr bwMode="auto">
          <a:xfrm flipH="1">
            <a:off x="8693575" y="5486775"/>
            <a:ext cx="61978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91416" tIns="45708" rIns="91416" bIns="45708" anchor="ctr"/>
          <a:lstStyle/>
          <a:p>
            <a:pPr algn="ctr"/>
            <a:endParaRPr lang="ko-KR" altLang="ko-KR"/>
          </a:p>
        </p:txBody>
      </p:sp>
      <p:sp>
        <p:nvSpPr>
          <p:cNvPr id="57377" name="Rectangle 2"/>
          <p:cNvSpPr>
            <a:spLocks noChangeArrowheads="1"/>
          </p:cNvSpPr>
          <p:nvPr/>
        </p:nvSpPr>
        <p:spPr bwMode="auto">
          <a:xfrm flipH="1">
            <a:off x="326673" y="184741"/>
            <a:ext cx="1346708" cy="5903316"/>
          </a:xfrm>
          <a:prstGeom prst="rect">
            <a:avLst/>
          </a:prstGeom>
          <a:solidFill>
            <a:srgbClr val="FFFF99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8" rIns="91416" bIns="45708" anchor="ctr"/>
          <a:lstStyle/>
          <a:p>
            <a:pPr algn="ctr"/>
            <a:endParaRPr lang="ko-KR" altLang="ko-KR"/>
          </a:p>
        </p:txBody>
      </p:sp>
      <p:sp>
        <p:nvSpPr>
          <p:cNvPr id="57378" name="Rectangle 5"/>
          <p:cNvSpPr>
            <a:spLocks noChangeArrowheads="1"/>
          </p:cNvSpPr>
          <p:nvPr/>
        </p:nvSpPr>
        <p:spPr bwMode="auto">
          <a:xfrm>
            <a:off x="4328934" y="260649"/>
            <a:ext cx="1071687" cy="21572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 err="1">
                <a:latin typeface="Arial" charset="0"/>
              </a:rPr>
              <a:t>Wimx</a:t>
            </a:r>
            <a:endParaRPr lang="ko-KR" altLang="ko-KR" dirty="0"/>
          </a:p>
        </p:txBody>
      </p:sp>
      <p:sp>
        <p:nvSpPr>
          <p:cNvPr id="57379" name="Line 6"/>
          <p:cNvSpPr>
            <a:spLocks noChangeShapeType="1"/>
          </p:cNvSpPr>
          <p:nvPr/>
        </p:nvSpPr>
        <p:spPr bwMode="auto">
          <a:xfrm flipH="1" flipV="1">
            <a:off x="1615279" y="4021359"/>
            <a:ext cx="6734840" cy="0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oval" w="med" len="med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380" name="Line 7"/>
          <p:cNvSpPr>
            <a:spLocks noChangeShapeType="1"/>
          </p:cNvSpPr>
          <p:nvPr/>
        </p:nvSpPr>
        <p:spPr bwMode="auto">
          <a:xfrm flipH="1" flipV="1">
            <a:off x="1615279" y="4129819"/>
            <a:ext cx="6734840" cy="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oval" w="med" len="med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381" name="Rectangle 10"/>
          <p:cNvSpPr>
            <a:spLocks noChangeArrowheads="1"/>
          </p:cNvSpPr>
          <p:nvPr/>
        </p:nvSpPr>
        <p:spPr bwMode="auto">
          <a:xfrm>
            <a:off x="4517872" y="4049965"/>
            <a:ext cx="533261" cy="7270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CPO ADDRESS, ACT</a:t>
            </a:r>
            <a:endParaRPr lang="ko-KR" altLang="ko-KR" dirty="0"/>
          </a:p>
        </p:txBody>
      </p:sp>
      <p:sp>
        <p:nvSpPr>
          <p:cNvPr id="57382" name="Rectangle 11"/>
          <p:cNvSpPr>
            <a:spLocks noChangeArrowheads="1"/>
          </p:cNvSpPr>
          <p:nvPr/>
        </p:nvSpPr>
        <p:spPr bwMode="auto">
          <a:xfrm>
            <a:off x="4430073" y="3942696"/>
            <a:ext cx="879299" cy="5363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IC Audio &amp; Signal, PA Audio</a:t>
            </a:r>
            <a:endParaRPr lang="ko-KR" altLang="ko-KR" dirty="0"/>
          </a:p>
        </p:txBody>
      </p:sp>
      <p:grpSp>
        <p:nvGrpSpPr>
          <p:cNvPr id="3" name="Group 12"/>
          <p:cNvGrpSpPr>
            <a:grpSpLocks/>
          </p:cNvGrpSpPr>
          <p:nvPr/>
        </p:nvGrpSpPr>
        <p:grpSpPr bwMode="auto">
          <a:xfrm>
            <a:off x="4308699" y="455294"/>
            <a:ext cx="1027786" cy="324188"/>
            <a:chOff x="5877" y="427"/>
            <a:chExt cx="953" cy="318"/>
          </a:xfrm>
        </p:grpSpPr>
        <p:sp>
          <p:nvSpPr>
            <p:cNvPr id="57747" name="Freeform 13"/>
            <p:cNvSpPr>
              <a:spLocks/>
            </p:cNvSpPr>
            <p:nvPr/>
          </p:nvSpPr>
          <p:spPr bwMode="auto">
            <a:xfrm>
              <a:off x="5968" y="427"/>
              <a:ext cx="816" cy="272"/>
            </a:xfrm>
            <a:custGeom>
              <a:avLst/>
              <a:gdLst>
                <a:gd name="T0" fmla="*/ 0 w 771"/>
                <a:gd name="T1" fmla="*/ 326 h 227"/>
                <a:gd name="T2" fmla="*/ 203 w 771"/>
                <a:gd name="T3" fmla="*/ 131 h 227"/>
                <a:gd name="T4" fmla="*/ 305 w 771"/>
                <a:gd name="T5" fmla="*/ 65 h 227"/>
                <a:gd name="T6" fmla="*/ 457 w 771"/>
                <a:gd name="T7" fmla="*/ 0 h 227"/>
                <a:gd name="T8" fmla="*/ 559 w 771"/>
                <a:gd name="T9" fmla="*/ 0 h 227"/>
                <a:gd name="T10" fmla="*/ 659 w 771"/>
                <a:gd name="T11" fmla="*/ 131 h 227"/>
                <a:gd name="T12" fmla="*/ 711 w 771"/>
                <a:gd name="T13" fmla="*/ 195 h 227"/>
                <a:gd name="T14" fmla="*/ 812 w 771"/>
                <a:gd name="T15" fmla="*/ 260 h 227"/>
                <a:gd name="T16" fmla="*/ 864 w 771"/>
                <a:gd name="T17" fmla="*/ 326 h 227"/>
                <a:gd name="T18" fmla="*/ 0 w 771"/>
                <a:gd name="T19" fmla="*/ 326 h 22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771"/>
                <a:gd name="T31" fmla="*/ 0 h 227"/>
                <a:gd name="T32" fmla="*/ 771 w 771"/>
                <a:gd name="T33" fmla="*/ 227 h 22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771" h="227">
                  <a:moveTo>
                    <a:pt x="0" y="227"/>
                  </a:moveTo>
                  <a:lnTo>
                    <a:pt x="181" y="91"/>
                  </a:lnTo>
                  <a:lnTo>
                    <a:pt x="272" y="45"/>
                  </a:lnTo>
                  <a:lnTo>
                    <a:pt x="408" y="0"/>
                  </a:lnTo>
                  <a:lnTo>
                    <a:pt x="499" y="0"/>
                  </a:lnTo>
                  <a:lnTo>
                    <a:pt x="589" y="91"/>
                  </a:lnTo>
                  <a:lnTo>
                    <a:pt x="635" y="136"/>
                  </a:lnTo>
                  <a:lnTo>
                    <a:pt x="725" y="181"/>
                  </a:lnTo>
                  <a:lnTo>
                    <a:pt x="771" y="227"/>
                  </a:lnTo>
                  <a:lnTo>
                    <a:pt x="0" y="227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DDDDDD"/>
                </a:gs>
              </a:gsLst>
              <a:lin ang="5400000" scaled="1"/>
            </a:gradFill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748" name="Rectangle 14"/>
            <p:cNvSpPr>
              <a:spLocks noChangeArrowheads="1"/>
            </p:cNvSpPr>
            <p:nvPr/>
          </p:nvSpPr>
          <p:spPr bwMode="auto">
            <a:xfrm rot="10800000">
              <a:off x="5877" y="695"/>
              <a:ext cx="953" cy="50"/>
            </a:xfrm>
            <a:prstGeom prst="rect">
              <a:avLst/>
            </a:prstGeom>
            <a:gradFill rotWithShape="1">
              <a:gsLst>
                <a:gs pos="0">
                  <a:srgbClr val="808080"/>
                </a:gs>
                <a:gs pos="50000">
                  <a:srgbClr val="DDDDDD"/>
                </a:gs>
                <a:gs pos="100000">
                  <a:srgbClr val="808080"/>
                </a:gs>
              </a:gsLst>
              <a:lin ang="0" scaled="1"/>
            </a:gra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/>
            </a:p>
          </p:txBody>
        </p:sp>
      </p:grpSp>
      <p:sp>
        <p:nvSpPr>
          <p:cNvPr id="57384" name="Line 15"/>
          <p:cNvSpPr>
            <a:spLocks noChangeShapeType="1"/>
          </p:cNvSpPr>
          <p:nvPr/>
        </p:nvSpPr>
        <p:spPr bwMode="auto">
          <a:xfrm flipH="1">
            <a:off x="4855087" y="705588"/>
            <a:ext cx="1292" cy="301543"/>
          </a:xfrm>
          <a:prstGeom prst="line">
            <a:avLst/>
          </a:prstGeom>
          <a:noFill/>
          <a:ln w="25400">
            <a:solidFill>
              <a:srgbClr val="3366FF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386" name="Oval 17"/>
          <p:cNvSpPr>
            <a:spLocks noChangeArrowheads="1"/>
          </p:cNvSpPr>
          <p:nvPr/>
        </p:nvSpPr>
        <p:spPr bwMode="auto">
          <a:xfrm>
            <a:off x="4796986" y="904630"/>
            <a:ext cx="117497" cy="108459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round/>
            <a:headEnd/>
            <a:tailEnd/>
          </a:ln>
        </p:spPr>
        <p:txBody>
          <a:bodyPr wrap="none" lIns="91416" tIns="45708" rIns="91416" bIns="45708" anchor="ctr"/>
          <a:lstStyle/>
          <a:p>
            <a:pPr algn="ctr"/>
            <a:r>
              <a:rPr lang="en-US" altLang="ko-KR" sz="600" dirty="0">
                <a:latin typeface="Arial" charset="0"/>
              </a:rPr>
              <a:t>A</a:t>
            </a:r>
            <a:endParaRPr lang="ko-KR" altLang="ko-KR" dirty="0"/>
          </a:p>
        </p:txBody>
      </p:sp>
      <p:grpSp>
        <p:nvGrpSpPr>
          <p:cNvPr id="5" name="Group 22"/>
          <p:cNvGrpSpPr>
            <a:grpSpLocks/>
          </p:cNvGrpSpPr>
          <p:nvPr/>
        </p:nvGrpSpPr>
        <p:grpSpPr bwMode="auto">
          <a:xfrm>
            <a:off x="4826680" y="601894"/>
            <a:ext cx="58104" cy="103692"/>
            <a:chOff x="3016" y="2523"/>
            <a:chExt cx="91" cy="46"/>
          </a:xfrm>
        </p:grpSpPr>
        <p:sp>
          <p:nvSpPr>
            <p:cNvPr id="57743" name="Line 23"/>
            <p:cNvSpPr>
              <a:spLocks noChangeShapeType="1"/>
            </p:cNvSpPr>
            <p:nvPr/>
          </p:nvSpPr>
          <p:spPr bwMode="auto">
            <a:xfrm>
              <a:off x="3016" y="2523"/>
              <a:ext cx="46" cy="46"/>
            </a:xfrm>
            <a:prstGeom prst="line">
              <a:avLst/>
            </a:prstGeom>
            <a:noFill/>
            <a:ln w="25400">
              <a:solidFill>
                <a:srgbClr val="3366FF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744" name="Line 24"/>
            <p:cNvSpPr>
              <a:spLocks noChangeShapeType="1"/>
            </p:cNvSpPr>
            <p:nvPr/>
          </p:nvSpPr>
          <p:spPr bwMode="auto">
            <a:xfrm flipH="1">
              <a:off x="3062" y="2523"/>
              <a:ext cx="45" cy="46"/>
            </a:xfrm>
            <a:prstGeom prst="line">
              <a:avLst/>
            </a:prstGeom>
            <a:noFill/>
            <a:ln w="25400">
              <a:solidFill>
                <a:srgbClr val="3366FF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57391" name="Rectangle 27"/>
          <p:cNvSpPr>
            <a:spLocks noChangeArrowheads="1"/>
          </p:cNvSpPr>
          <p:nvPr/>
        </p:nvSpPr>
        <p:spPr bwMode="auto">
          <a:xfrm>
            <a:off x="5246102" y="2938331"/>
            <a:ext cx="534552" cy="65553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PEI ADDRESS, CALL</a:t>
            </a:r>
            <a:endParaRPr lang="ko-KR" altLang="ko-KR" dirty="0"/>
          </a:p>
        </p:txBody>
      </p:sp>
      <p:sp>
        <p:nvSpPr>
          <p:cNvPr id="57393" name="Rectangle 32"/>
          <p:cNvSpPr>
            <a:spLocks noChangeArrowheads="1"/>
          </p:cNvSpPr>
          <p:nvPr/>
        </p:nvSpPr>
        <p:spPr bwMode="auto">
          <a:xfrm rot="16200000" flipH="1">
            <a:off x="-37243" y="2805855"/>
            <a:ext cx="903435" cy="5681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BACK PLAN BOARD</a:t>
            </a:r>
            <a:endParaRPr lang="ko-KR" altLang="ko-KR" dirty="0"/>
          </a:p>
        </p:txBody>
      </p:sp>
      <p:sp>
        <p:nvSpPr>
          <p:cNvPr id="57394" name="Rectangle 34"/>
          <p:cNvSpPr>
            <a:spLocks noChangeArrowheads="1"/>
          </p:cNvSpPr>
          <p:nvPr/>
        </p:nvSpPr>
        <p:spPr bwMode="auto">
          <a:xfrm>
            <a:off x="1801213" y="1462423"/>
            <a:ext cx="564249" cy="12633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Digital Video Signal</a:t>
            </a:r>
            <a:endParaRPr lang="ko-KR" altLang="ko-KR" dirty="0"/>
          </a:p>
        </p:txBody>
      </p:sp>
      <p:sp>
        <p:nvSpPr>
          <p:cNvPr id="57395" name="Line 35"/>
          <p:cNvSpPr>
            <a:spLocks noChangeShapeType="1"/>
          </p:cNvSpPr>
          <p:nvPr/>
        </p:nvSpPr>
        <p:spPr bwMode="auto">
          <a:xfrm flipV="1">
            <a:off x="1615280" y="1570881"/>
            <a:ext cx="1053610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arrow" w="med" len="lg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400" name="Rectangle 40"/>
          <p:cNvSpPr>
            <a:spLocks noChangeArrowheads="1"/>
          </p:cNvSpPr>
          <p:nvPr/>
        </p:nvSpPr>
        <p:spPr bwMode="auto">
          <a:xfrm>
            <a:off x="1641103" y="252677"/>
            <a:ext cx="565541" cy="16209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DC 37.5V</a:t>
            </a:r>
            <a:endParaRPr lang="ko-KR" altLang="ko-KR" dirty="0"/>
          </a:p>
        </p:txBody>
      </p:sp>
      <p:sp>
        <p:nvSpPr>
          <p:cNvPr id="57401" name="Line 41"/>
          <p:cNvSpPr>
            <a:spLocks noChangeShapeType="1"/>
          </p:cNvSpPr>
          <p:nvPr/>
        </p:nvSpPr>
        <p:spPr bwMode="auto">
          <a:xfrm>
            <a:off x="1610116" y="400468"/>
            <a:ext cx="566831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arrow" w="med" len="med"/>
            <a:tailEnd type="none" w="med" len="lg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409" name="Line 49"/>
          <p:cNvSpPr>
            <a:spLocks noChangeShapeType="1"/>
          </p:cNvSpPr>
          <p:nvPr/>
        </p:nvSpPr>
        <p:spPr bwMode="auto">
          <a:xfrm flipH="1" flipV="1">
            <a:off x="1615279" y="4834212"/>
            <a:ext cx="175602" cy="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410" name="Line 50"/>
          <p:cNvSpPr>
            <a:spLocks noChangeShapeType="1"/>
          </p:cNvSpPr>
          <p:nvPr/>
        </p:nvSpPr>
        <p:spPr bwMode="auto">
          <a:xfrm>
            <a:off x="1615280" y="4725753"/>
            <a:ext cx="291809" cy="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arrow" w="med" len="med"/>
            <a:tailEnd type="none" w="med" len="lg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413" name="Line 53"/>
          <p:cNvSpPr>
            <a:spLocks noChangeShapeType="1"/>
          </p:cNvSpPr>
          <p:nvPr/>
        </p:nvSpPr>
        <p:spPr bwMode="auto">
          <a:xfrm flipH="1" flipV="1">
            <a:off x="1790881" y="4834214"/>
            <a:ext cx="0" cy="1351577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none" w="med" len="lg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414" name="Line 54"/>
          <p:cNvSpPr>
            <a:spLocks noChangeShapeType="1"/>
          </p:cNvSpPr>
          <p:nvPr/>
        </p:nvSpPr>
        <p:spPr bwMode="auto">
          <a:xfrm flipH="1" flipV="1">
            <a:off x="1907088" y="4726945"/>
            <a:ext cx="0" cy="1458845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none" w="med" len="lg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417" name="Rectangle 59"/>
          <p:cNvSpPr>
            <a:spLocks noChangeArrowheads="1"/>
          </p:cNvSpPr>
          <p:nvPr/>
        </p:nvSpPr>
        <p:spPr bwMode="auto">
          <a:xfrm flipH="1">
            <a:off x="1204681" y="2219259"/>
            <a:ext cx="410599" cy="2865927"/>
          </a:xfrm>
          <a:prstGeom prst="rect">
            <a:avLst/>
          </a:prstGeom>
          <a:solidFill>
            <a:srgbClr val="FF0000">
              <a:alpha val="30196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PAC</a:t>
            </a:r>
            <a:endParaRPr lang="ko-KR" altLang="ko-KR" dirty="0"/>
          </a:p>
        </p:txBody>
      </p:sp>
      <p:sp>
        <p:nvSpPr>
          <p:cNvPr id="57418" name="Line 60"/>
          <p:cNvSpPr>
            <a:spLocks noChangeShapeType="1"/>
          </p:cNvSpPr>
          <p:nvPr/>
        </p:nvSpPr>
        <p:spPr bwMode="auto">
          <a:xfrm flipH="1">
            <a:off x="1615279" y="1322894"/>
            <a:ext cx="175602" cy="0"/>
          </a:xfrm>
          <a:prstGeom prst="line">
            <a:avLst/>
          </a:prstGeom>
          <a:noFill/>
          <a:ln w="25400">
            <a:solidFill>
              <a:srgbClr val="99CCFF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419" name="Oval 61"/>
          <p:cNvSpPr>
            <a:spLocks noChangeArrowheads="1"/>
          </p:cNvSpPr>
          <p:nvPr/>
        </p:nvSpPr>
        <p:spPr bwMode="auto">
          <a:xfrm>
            <a:off x="1731489" y="1264495"/>
            <a:ext cx="117497" cy="116803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round/>
            <a:headEnd/>
            <a:tailEnd/>
          </a:ln>
        </p:spPr>
        <p:txBody>
          <a:bodyPr wrap="none" lIns="91416" tIns="45708" rIns="91416" bIns="45708" anchor="ctr"/>
          <a:lstStyle/>
          <a:p>
            <a:pPr algn="ctr"/>
            <a:r>
              <a:rPr lang="en-US" altLang="ko-KR" sz="600" dirty="0">
                <a:latin typeface="Arial" charset="0"/>
              </a:rPr>
              <a:t>A</a:t>
            </a:r>
            <a:endParaRPr lang="ko-KR" altLang="ko-KR" dirty="0"/>
          </a:p>
        </p:txBody>
      </p:sp>
      <p:sp>
        <p:nvSpPr>
          <p:cNvPr id="57422" name="Rectangle 64"/>
          <p:cNvSpPr>
            <a:spLocks noChangeArrowheads="1"/>
          </p:cNvSpPr>
          <p:nvPr/>
        </p:nvSpPr>
        <p:spPr bwMode="auto">
          <a:xfrm>
            <a:off x="1673383" y="2412339"/>
            <a:ext cx="534552" cy="5601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ODMETER</a:t>
            </a:r>
            <a:endParaRPr lang="ko-KR" altLang="ko-KR" dirty="0"/>
          </a:p>
        </p:txBody>
      </p:sp>
      <p:sp>
        <p:nvSpPr>
          <p:cNvPr id="57423" name="Line 65"/>
          <p:cNvSpPr>
            <a:spLocks noChangeShapeType="1"/>
          </p:cNvSpPr>
          <p:nvPr/>
        </p:nvSpPr>
        <p:spPr bwMode="auto">
          <a:xfrm>
            <a:off x="1615282" y="2489812"/>
            <a:ext cx="584908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arrow" w="med" len="med"/>
            <a:tailEnd type="none" w="med" len="lg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424" name="Rectangle 66"/>
          <p:cNvSpPr>
            <a:spLocks noChangeArrowheads="1"/>
          </p:cNvSpPr>
          <p:nvPr/>
        </p:nvSpPr>
        <p:spPr bwMode="auto">
          <a:xfrm>
            <a:off x="1673383" y="2293153"/>
            <a:ext cx="534552" cy="8939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Door &amp; F/R</a:t>
            </a:r>
            <a:endParaRPr lang="ko-KR" altLang="ko-KR" dirty="0"/>
          </a:p>
        </p:txBody>
      </p:sp>
      <p:sp>
        <p:nvSpPr>
          <p:cNvPr id="57425" name="Line 67"/>
          <p:cNvSpPr>
            <a:spLocks noChangeShapeType="1"/>
          </p:cNvSpPr>
          <p:nvPr/>
        </p:nvSpPr>
        <p:spPr bwMode="auto">
          <a:xfrm>
            <a:off x="1615282" y="2382544"/>
            <a:ext cx="584908" cy="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arrow" w="med" len="med"/>
            <a:tailEnd type="none" w="med" len="lg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426" name="Rectangle 68"/>
          <p:cNvSpPr>
            <a:spLocks noChangeArrowheads="1"/>
          </p:cNvSpPr>
          <p:nvPr/>
        </p:nvSpPr>
        <p:spPr bwMode="auto">
          <a:xfrm>
            <a:off x="1625610" y="2179928"/>
            <a:ext cx="534552" cy="9654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CAB ON</a:t>
            </a:r>
            <a:endParaRPr lang="ko-KR" altLang="ko-KR" dirty="0"/>
          </a:p>
        </p:txBody>
      </p:sp>
      <p:sp>
        <p:nvSpPr>
          <p:cNvPr id="57427" name="Line 69"/>
          <p:cNvSpPr>
            <a:spLocks noChangeShapeType="1"/>
          </p:cNvSpPr>
          <p:nvPr/>
        </p:nvSpPr>
        <p:spPr bwMode="auto">
          <a:xfrm>
            <a:off x="1615282" y="2274083"/>
            <a:ext cx="584908" cy="0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arrow" w="med" len="med"/>
            <a:tailEnd type="none" w="med" len="lg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428" name="Rectangle 70"/>
          <p:cNvSpPr>
            <a:spLocks noChangeArrowheads="1"/>
          </p:cNvSpPr>
          <p:nvPr/>
        </p:nvSpPr>
        <p:spPr bwMode="auto">
          <a:xfrm>
            <a:off x="1801210" y="977333"/>
            <a:ext cx="692076" cy="10726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LONWORKS for MDS</a:t>
            </a:r>
            <a:endParaRPr lang="ko-KR" altLang="ko-KR" dirty="0"/>
          </a:p>
        </p:txBody>
      </p:sp>
      <p:sp>
        <p:nvSpPr>
          <p:cNvPr id="57429" name="Line 71"/>
          <p:cNvSpPr>
            <a:spLocks noChangeShapeType="1"/>
          </p:cNvSpPr>
          <p:nvPr/>
        </p:nvSpPr>
        <p:spPr bwMode="auto">
          <a:xfrm flipV="1">
            <a:off x="1615280" y="1084601"/>
            <a:ext cx="1053610" cy="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/>
            <a:tailEnd type="arrow" w="med" len="lg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430" name="Rectangle 72"/>
          <p:cNvSpPr>
            <a:spLocks noChangeArrowheads="1"/>
          </p:cNvSpPr>
          <p:nvPr/>
        </p:nvSpPr>
        <p:spPr bwMode="auto">
          <a:xfrm>
            <a:off x="1801213" y="1570881"/>
            <a:ext cx="564249" cy="125146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Digital Video Signal</a:t>
            </a:r>
            <a:endParaRPr lang="ko-KR" altLang="ko-KR" dirty="0"/>
          </a:p>
        </p:txBody>
      </p:sp>
      <p:sp>
        <p:nvSpPr>
          <p:cNvPr id="57431" name="Line 73"/>
          <p:cNvSpPr>
            <a:spLocks noChangeShapeType="1"/>
          </p:cNvSpPr>
          <p:nvPr/>
        </p:nvSpPr>
        <p:spPr bwMode="auto">
          <a:xfrm flipV="1">
            <a:off x="1615280" y="1678149"/>
            <a:ext cx="1053610" cy="1192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 type="arrow" w="med" len="med"/>
            <a:tailEnd type="none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432" name="Rectangle 74"/>
          <p:cNvSpPr>
            <a:spLocks noChangeArrowheads="1"/>
          </p:cNvSpPr>
          <p:nvPr/>
        </p:nvSpPr>
        <p:spPr bwMode="auto">
          <a:xfrm>
            <a:off x="1625180" y="2708921"/>
            <a:ext cx="565541" cy="7032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RS485</a:t>
            </a:r>
            <a:endParaRPr lang="ko-KR" altLang="ko-KR" dirty="0"/>
          </a:p>
        </p:txBody>
      </p:sp>
      <p:sp>
        <p:nvSpPr>
          <p:cNvPr id="57433" name="Rectangle 81"/>
          <p:cNvSpPr>
            <a:spLocks noChangeArrowheads="1"/>
          </p:cNvSpPr>
          <p:nvPr/>
        </p:nvSpPr>
        <p:spPr bwMode="auto">
          <a:xfrm>
            <a:off x="551339" y="5371746"/>
            <a:ext cx="535843" cy="112035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DC 37.5V</a:t>
            </a:r>
            <a:endParaRPr lang="ko-KR" altLang="ko-KR" dirty="0"/>
          </a:p>
        </p:txBody>
      </p:sp>
      <p:sp>
        <p:nvSpPr>
          <p:cNvPr id="57434" name="Line 82"/>
          <p:cNvSpPr>
            <a:spLocks noChangeShapeType="1"/>
          </p:cNvSpPr>
          <p:nvPr/>
        </p:nvSpPr>
        <p:spPr bwMode="auto">
          <a:xfrm flipV="1">
            <a:off x="502277" y="5483780"/>
            <a:ext cx="702406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435" name="Rectangle 83"/>
          <p:cNvSpPr>
            <a:spLocks noChangeArrowheads="1"/>
          </p:cNvSpPr>
          <p:nvPr/>
        </p:nvSpPr>
        <p:spPr bwMode="auto">
          <a:xfrm>
            <a:off x="2844492" y="5071396"/>
            <a:ext cx="566831" cy="7627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Interior Speaker CH1</a:t>
            </a:r>
            <a:endParaRPr lang="ko-KR" altLang="ko-KR" dirty="0"/>
          </a:p>
        </p:txBody>
      </p:sp>
      <p:sp>
        <p:nvSpPr>
          <p:cNvPr id="57436" name="Line 84"/>
          <p:cNvSpPr>
            <a:spLocks noChangeShapeType="1"/>
          </p:cNvSpPr>
          <p:nvPr/>
        </p:nvSpPr>
        <p:spPr bwMode="auto">
          <a:xfrm>
            <a:off x="1615279" y="5158400"/>
            <a:ext cx="6734840" cy="0"/>
          </a:xfrm>
          <a:prstGeom prst="line">
            <a:avLst/>
          </a:prstGeom>
          <a:noFill/>
          <a:ln w="25400">
            <a:solidFill>
              <a:srgbClr val="CC99FF"/>
            </a:solidFill>
            <a:round/>
            <a:headEnd type="diamond" w="med" len="med"/>
            <a:tailEnd type="oval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437" name="Line 85"/>
          <p:cNvSpPr>
            <a:spLocks noChangeShapeType="1"/>
          </p:cNvSpPr>
          <p:nvPr/>
        </p:nvSpPr>
        <p:spPr bwMode="auto">
          <a:xfrm>
            <a:off x="1615279" y="5266861"/>
            <a:ext cx="6734840" cy="0"/>
          </a:xfrm>
          <a:prstGeom prst="line">
            <a:avLst/>
          </a:prstGeom>
          <a:noFill/>
          <a:ln w="25400">
            <a:solidFill>
              <a:srgbClr val="CC99FF"/>
            </a:solidFill>
            <a:round/>
            <a:headEnd type="diamond" w="med" len="lg"/>
            <a:tailEnd type="oval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438" name="Rectangle 86"/>
          <p:cNvSpPr>
            <a:spLocks noChangeArrowheads="1"/>
          </p:cNvSpPr>
          <p:nvPr/>
        </p:nvSpPr>
        <p:spPr bwMode="auto">
          <a:xfrm>
            <a:off x="2847074" y="5179855"/>
            <a:ext cx="565541" cy="7747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Interior Speaker CH2</a:t>
            </a:r>
            <a:endParaRPr lang="ko-KR" altLang="ko-KR" dirty="0"/>
          </a:p>
        </p:txBody>
      </p:sp>
      <p:sp>
        <p:nvSpPr>
          <p:cNvPr id="57439" name="Rectangle 87"/>
          <p:cNvSpPr>
            <a:spLocks noChangeArrowheads="1"/>
          </p:cNvSpPr>
          <p:nvPr/>
        </p:nvSpPr>
        <p:spPr bwMode="auto">
          <a:xfrm>
            <a:off x="2755163" y="5886631"/>
            <a:ext cx="566831" cy="5244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RIGHT Side Exterior Speaker PA</a:t>
            </a:r>
            <a:endParaRPr lang="ko-KR" altLang="ko-KR" dirty="0"/>
          </a:p>
        </p:txBody>
      </p:sp>
      <p:sp>
        <p:nvSpPr>
          <p:cNvPr id="57440" name="Line 88"/>
          <p:cNvSpPr>
            <a:spLocks noChangeShapeType="1"/>
          </p:cNvSpPr>
          <p:nvPr/>
        </p:nvSpPr>
        <p:spPr bwMode="auto">
          <a:xfrm flipV="1">
            <a:off x="1615279" y="5517763"/>
            <a:ext cx="6734840" cy="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diamond" w="med" len="med"/>
            <a:tailEnd type="oval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441" name="Line 89"/>
          <p:cNvSpPr>
            <a:spLocks noChangeShapeType="1"/>
          </p:cNvSpPr>
          <p:nvPr/>
        </p:nvSpPr>
        <p:spPr bwMode="auto">
          <a:xfrm flipV="1">
            <a:off x="1615279" y="5970061"/>
            <a:ext cx="6734840" cy="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diamond" w="med" len="med"/>
            <a:tailEnd type="oval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442" name="Rectangle 90"/>
          <p:cNvSpPr>
            <a:spLocks noChangeArrowheads="1"/>
          </p:cNvSpPr>
          <p:nvPr/>
        </p:nvSpPr>
        <p:spPr bwMode="auto">
          <a:xfrm>
            <a:off x="2739586" y="5425991"/>
            <a:ext cx="565541" cy="5363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LEFT Side Exterior Speaker PA</a:t>
            </a:r>
            <a:endParaRPr lang="ko-KR" altLang="ko-KR" dirty="0"/>
          </a:p>
        </p:txBody>
      </p:sp>
      <p:sp>
        <p:nvSpPr>
          <p:cNvPr id="57443" name="Rectangle 91"/>
          <p:cNvSpPr>
            <a:spLocks noChangeArrowheads="1"/>
          </p:cNvSpPr>
          <p:nvPr/>
        </p:nvSpPr>
        <p:spPr bwMode="auto">
          <a:xfrm flipH="1">
            <a:off x="3430692" y="4295488"/>
            <a:ext cx="584908" cy="270554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Passenger </a:t>
            </a:r>
          </a:p>
          <a:p>
            <a:pPr algn="ctr"/>
            <a:r>
              <a:rPr lang="en-US" altLang="ko-KR" sz="600" dirty="0">
                <a:latin typeface="Arial" charset="0"/>
              </a:rPr>
              <a:t>Emergency</a:t>
            </a:r>
          </a:p>
          <a:p>
            <a:pPr algn="ctr"/>
            <a:r>
              <a:rPr lang="en-US" altLang="ko-KR" sz="600" dirty="0">
                <a:latin typeface="Arial" charset="0"/>
              </a:rPr>
              <a:t>Intercom</a:t>
            </a:r>
            <a:endParaRPr lang="ko-KR" altLang="ko-KR" sz="600" dirty="0"/>
          </a:p>
        </p:txBody>
      </p:sp>
      <p:sp>
        <p:nvSpPr>
          <p:cNvPr id="57444" name="Rectangle 93"/>
          <p:cNvSpPr>
            <a:spLocks noChangeArrowheads="1"/>
          </p:cNvSpPr>
          <p:nvPr/>
        </p:nvSpPr>
        <p:spPr bwMode="auto">
          <a:xfrm>
            <a:off x="1743108" y="4035663"/>
            <a:ext cx="750181" cy="9534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CPO ADDRESS, ACT</a:t>
            </a:r>
            <a:endParaRPr lang="ko-KR" altLang="ko-KR" dirty="0"/>
          </a:p>
        </p:txBody>
      </p:sp>
      <p:sp>
        <p:nvSpPr>
          <p:cNvPr id="57445" name="Rectangle 94"/>
          <p:cNvSpPr>
            <a:spLocks noChangeArrowheads="1"/>
          </p:cNvSpPr>
          <p:nvPr/>
        </p:nvSpPr>
        <p:spPr bwMode="auto">
          <a:xfrm>
            <a:off x="1797337" y="3917669"/>
            <a:ext cx="871553" cy="10845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IC Audio &amp; Signal, PA Audio</a:t>
            </a:r>
            <a:endParaRPr lang="ko-KR" altLang="ko-KR" dirty="0"/>
          </a:p>
        </p:txBody>
      </p:sp>
      <p:sp>
        <p:nvSpPr>
          <p:cNvPr id="57454" name="Rectangle 106"/>
          <p:cNvSpPr>
            <a:spLocks noChangeArrowheads="1"/>
          </p:cNvSpPr>
          <p:nvPr/>
        </p:nvSpPr>
        <p:spPr bwMode="auto">
          <a:xfrm>
            <a:off x="1624319" y="4185839"/>
            <a:ext cx="534552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PEI TL</a:t>
            </a:r>
            <a:endParaRPr lang="ko-KR" altLang="ko-KR" dirty="0"/>
          </a:p>
        </p:txBody>
      </p:sp>
      <p:sp>
        <p:nvSpPr>
          <p:cNvPr id="57455" name="Line 107"/>
          <p:cNvSpPr>
            <a:spLocks noChangeShapeType="1"/>
          </p:cNvSpPr>
          <p:nvPr/>
        </p:nvSpPr>
        <p:spPr bwMode="auto">
          <a:xfrm flipH="1" flipV="1">
            <a:off x="1615282" y="4262116"/>
            <a:ext cx="760510" cy="0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none" w="med" len="lg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456" name="Rectangle 108"/>
          <p:cNvSpPr>
            <a:spLocks noChangeArrowheads="1"/>
          </p:cNvSpPr>
          <p:nvPr/>
        </p:nvSpPr>
        <p:spPr bwMode="auto">
          <a:xfrm>
            <a:off x="1624319" y="4287148"/>
            <a:ext cx="534552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IC TL</a:t>
            </a:r>
            <a:endParaRPr lang="ko-KR" altLang="ko-KR" dirty="0"/>
          </a:p>
        </p:txBody>
      </p:sp>
      <p:sp>
        <p:nvSpPr>
          <p:cNvPr id="57457" name="Line 109"/>
          <p:cNvSpPr>
            <a:spLocks noChangeShapeType="1"/>
          </p:cNvSpPr>
          <p:nvPr/>
        </p:nvSpPr>
        <p:spPr bwMode="auto">
          <a:xfrm flipH="1" flipV="1">
            <a:off x="1615280" y="4370576"/>
            <a:ext cx="643013" cy="0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none" w="med" len="lg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458" name="Rectangle 112"/>
          <p:cNvSpPr>
            <a:spLocks noChangeArrowheads="1"/>
          </p:cNvSpPr>
          <p:nvPr/>
        </p:nvSpPr>
        <p:spPr bwMode="auto">
          <a:xfrm rot="16200000" flipH="1">
            <a:off x="-1144580" y="2735924"/>
            <a:ext cx="4054219" cy="644304"/>
          </a:xfrm>
          <a:prstGeom prst="rect">
            <a:avLst/>
          </a:prstGeom>
          <a:gradFill rotWithShape="1">
            <a:gsLst>
              <a:gs pos="0">
                <a:srgbClr val="FFCC00"/>
              </a:gs>
              <a:gs pos="100000">
                <a:srgbClr val="FFCC99">
                  <a:alpha val="43999"/>
                </a:srgbClr>
              </a:gs>
            </a:gsLst>
            <a:lin ang="5400000" scaled="1"/>
          </a:gradFill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DC 12V</a:t>
            </a:r>
            <a:endParaRPr lang="ko-KR" altLang="ko-KR" dirty="0"/>
          </a:p>
        </p:txBody>
      </p:sp>
      <p:sp>
        <p:nvSpPr>
          <p:cNvPr id="57461" name="Rectangle 115"/>
          <p:cNvSpPr>
            <a:spLocks noChangeArrowheads="1"/>
          </p:cNvSpPr>
          <p:nvPr/>
        </p:nvSpPr>
        <p:spPr bwMode="auto">
          <a:xfrm>
            <a:off x="583621" y="383784"/>
            <a:ext cx="535844" cy="112035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DC 12V</a:t>
            </a:r>
            <a:endParaRPr lang="ko-KR" altLang="ko-KR" dirty="0"/>
          </a:p>
        </p:txBody>
      </p:sp>
      <p:sp>
        <p:nvSpPr>
          <p:cNvPr id="57462" name="Line 116"/>
          <p:cNvSpPr>
            <a:spLocks noChangeShapeType="1"/>
          </p:cNvSpPr>
          <p:nvPr/>
        </p:nvSpPr>
        <p:spPr bwMode="auto">
          <a:xfrm>
            <a:off x="618484" y="489859"/>
            <a:ext cx="586199" cy="0"/>
          </a:xfrm>
          <a:prstGeom prst="line">
            <a:avLst/>
          </a:prstGeom>
          <a:noFill/>
          <a:ln w="25400">
            <a:solidFill>
              <a:srgbClr val="FF9900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464" name="Line 118"/>
          <p:cNvSpPr>
            <a:spLocks noChangeShapeType="1"/>
          </p:cNvSpPr>
          <p:nvPr/>
        </p:nvSpPr>
        <p:spPr bwMode="auto">
          <a:xfrm flipV="1">
            <a:off x="618481" y="489861"/>
            <a:ext cx="0" cy="541107"/>
          </a:xfrm>
          <a:prstGeom prst="line">
            <a:avLst/>
          </a:prstGeom>
          <a:noFill/>
          <a:ln w="25400">
            <a:solidFill>
              <a:srgbClr val="FF9900"/>
            </a:solidFill>
            <a:round/>
            <a:headEnd type="arrow" w="med" len="med"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473" name="Line 128"/>
          <p:cNvSpPr>
            <a:spLocks noChangeShapeType="1"/>
          </p:cNvSpPr>
          <p:nvPr/>
        </p:nvSpPr>
        <p:spPr bwMode="auto">
          <a:xfrm flipV="1">
            <a:off x="2256370" y="4377725"/>
            <a:ext cx="1923" cy="2143726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oval" w="med" len="med"/>
            <a:tailEnd type="none" w="med" len="lg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474" name="Line 129"/>
          <p:cNvSpPr>
            <a:spLocks noChangeShapeType="1"/>
          </p:cNvSpPr>
          <p:nvPr/>
        </p:nvSpPr>
        <p:spPr bwMode="auto">
          <a:xfrm flipH="1" flipV="1">
            <a:off x="2375788" y="4272842"/>
            <a:ext cx="4405" cy="2343861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oval" w="med" len="med"/>
            <a:tailEnd type="none" w="med" len="lg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486" name="Rectangle 157"/>
          <p:cNvSpPr>
            <a:spLocks noChangeArrowheads="1"/>
          </p:cNvSpPr>
          <p:nvPr/>
        </p:nvSpPr>
        <p:spPr bwMode="auto">
          <a:xfrm>
            <a:off x="2960700" y="4293105"/>
            <a:ext cx="357659" cy="10846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DC 37.5V</a:t>
            </a:r>
            <a:endParaRPr lang="ko-KR" altLang="ko-KR" dirty="0"/>
          </a:p>
        </p:txBody>
      </p:sp>
      <p:sp>
        <p:nvSpPr>
          <p:cNvPr id="57487" name="Line 158"/>
          <p:cNvSpPr>
            <a:spLocks noChangeShapeType="1"/>
          </p:cNvSpPr>
          <p:nvPr/>
        </p:nvSpPr>
        <p:spPr bwMode="auto">
          <a:xfrm flipH="1" flipV="1">
            <a:off x="2960699" y="4401564"/>
            <a:ext cx="468701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arrow" w="med" len="med"/>
            <a:tailEnd type="none" w="med" len="lg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497" name="Line 175"/>
          <p:cNvSpPr>
            <a:spLocks noChangeShapeType="1"/>
          </p:cNvSpPr>
          <p:nvPr/>
        </p:nvSpPr>
        <p:spPr bwMode="auto">
          <a:xfrm>
            <a:off x="3626854" y="4023742"/>
            <a:ext cx="0" cy="271746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oval" w="med" len="med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04" name="Rectangle 182"/>
          <p:cNvSpPr>
            <a:spLocks noChangeArrowheads="1"/>
          </p:cNvSpPr>
          <p:nvPr/>
        </p:nvSpPr>
        <p:spPr bwMode="auto">
          <a:xfrm flipH="1">
            <a:off x="1204681" y="274131"/>
            <a:ext cx="410599" cy="269362"/>
          </a:xfrm>
          <a:prstGeom prst="rect">
            <a:avLst/>
          </a:prstGeom>
          <a:solidFill>
            <a:srgbClr val="FFCC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PSA</a:t>
            </a:r>
            <a:endParaRPr lang="ko-KR" altLang="ko-KR" dirty="0"/>
          </a:p>
        </p:txBody>
      </p:sp>
      <p:sp>
        <p:nvSpPr>
          <p:cNvPr id="57505" name="Rectangle 183"/>
          <p:cNvSpPr>
            <a:spLocks noChangeArrowheads="1"/>
          </p:cNvSpPr>
          <p:nvPr/>
        </p:nvSpPr>
        <p:spPr bwMode="auto">
          <a:xfrm flipH="1">
            <a:off x="1204681" y="1030966"/>
            <a:ext cx="410599" cy="162094"/>
          </a:xfrm>
          <a:prstGeom prst="rect">
            <a:avLst/>
          </a:prstGeom>
          <a:solidFill>
            <a:srgbClr val="CC99FF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LIC</a:t>
            </a:r>
            <a:endParaRPr lang="ko-KR" altLang="ko-KR" dirty="0"/>
          </a:p>
        </p:txBody>
      </p:sp>
      <p:sp>
        <p:nvSpPr>
          <p:cNvPr id="57507" name="Rectangle 185"/>
          <p:cNvSpPr>
            <a:spLocks noChangeArrowheads="1"/>
          </p:cNvSpPr>
          <p:nvPr/>
        </p:nvSpPr>
        <p:spPr bwMode="auto">
          <a:xfrm flipH="1">
            <a:off x="1204681" y="1462423"/>
            <a:ext cx="410599" cy="270553"/>
          </a:xfrm>
          <a:prstGeom prst="rect">
            <a:avLst/>
          </a:prstGeom>
          <a:solidFill>
            <a:srgbClr val="99CC0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 VTX</a:t>
            </a:r>
            <a:endParaRPr lang="ko-KR" altLang="ko-KR" dirty="0"/>
          </a:p>
        </p:txBody>
      </p:sp>
      <p:sp>
        <p:nvSpPr>
          <p:cNvPr id="57508" name="Rectangle 186"/>
          <p:cNvSpPr>
            <a:spLocks noChangeArrowheads="1"/>
          </p:cNvSpPr>
          <p:nvPr/>
        </p:nvSpPr>
        <p:spPr bwMode="auto">
          <a:xfrm flipH="1">
            <a:off x="1204681" y="2057164"/>
            <a:ext cx="410599" cy="162094"/>
          </a:xfrm>
          <a:prstGeom prst="rect">
            <a:avLst/>
          </a:prstGeom>
          <a:solidFill>
            <a:srgbClr val="C0C0C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 HDD</a:t>
            </a:r>
            <a:endParaRPr lang="ko-KR" altLang="ko-KR" dirty="0"/>
          </a:p>
        </p:txBody>
      </p:sp>
      <p:sp>
        <p:nvSpPr>
          <p:cNvPr id="57509" name="Rectangle 187"/>
          <p:cNvSpPr>
            <a:spLocks noChangeArrowheads="1"/>
          </p:cNvSpPr>
          <p:nvPr/>
        </p:nvSpPr>
        <p:spPr bwMode="auto">
          <a:xfrm flipH="1">
            <a:off x="1204681" y="543492"/>
            <a:ext cx="410599" cy="487474"/>
          </a:xfrm>
          <a:prstGeom prst="rect">
            <a:avLst/>
          </a:prstGeom>
          <a:solidFill>
            <a:srgbClr val="C0C0C0">
              <a:alpha val="7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SCB</a:t>
            </a:r>
            <a:endParaRPr lang="ko-KR" altLang="ko-KR" dirty="0"/>
          </a:p>
        </p:txBody>
      </p:sp>
      <p:sp>
        <p:nvSpPr>
          <p:cNvPr id="57510" name="Rectangle 188"/>
          <p:cNvSpPr>
            <a:spLocks noChangeArrowheads="1"/>
          </p:cNvSpPr>
          <p:nvPr/>
        </p:nvSpPr>
        <p:spPr bwMode="auto">
          <a:xfrm flipH="1">
            <a:off x="1204681" y="1732977"/>
            <a:ext cx="410599" cy="324188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  CNCS</a:t>
            </a:r>
            <a:endParaRPr lang="ko-KR" altLang="ko-KR" dirty="0"/>
          </a:p>
        </p:txBody>
      </p:sp>
      <p:sp>
        <p:nvSpPr>
          <p:cNvPr id="57512" name="Line 190"/>
          <p:cNvSpPr>
            <a:spLocks noChangeShapeType="1"/>
          </p:cNvSpPr>
          <p:nvPr/>
        </p:nvSpPr>
        <p:spPr bwMode="auto">
          <a:xfrm flipH="1" flipV="1">
            <a:off x="970976" y="1355155"/>
            <a:ext cx="0" cy="377821"/>
          </a:xfrm>
          <a:prstGeom prst="line">
            <a:avLst/>
          </a:prstGeom>
          <a:noFill/>
          <a:ln w="25400">
            <a:solidFill>
              <a:srgbClr val="00CCFF"/>
            </a:solidFill>
            <a:round/>
            <a:headEnd/>
            <a:tailEnd type="none" w="med" len="lg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13" name="Line 191"/>
          <p:cNvSpPr>
            <a:spLocks noChangeShapeType="1"/>
          </p:cNvSpPr>
          <p:nvPr/>
        </p:nvSpPr>
        <p:spPr bwMode="auto">
          <a:xfrm flipV="1">
            <a:off x="970977" y="1265764"/>
            <a:ext cx="236288" cy="89390"/>
          </a:xfrm>
          <a:prstGeom prst="line">
            <a:avLst/>
          </a:prstGeom>
          <a:noFill/>
          <a:ln w="25400">
            <a:solidFill>
              <a:srgbClr val="00CCFF"/>
            </a:solidFill>
            <a:round/>
            <a:headEnd/>
            <a:tailEnd type="none" w="med" len="lg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14" name="Line 192"/>
          <p:cNvSpPr>
            <a:spLocks noChangeShapeType="1"/>
          </p:cNvSpPr>
          <p:nvPr/>
        </p:nvSpPr>
        <p:spPr bwMode="auto">
          <a:xfrm>
            <a:off x="970977" y="1732975"/>
            <a:ext cx="237578" cy="110844"/>
          </a:xfrm>
          <a:prstGeom prst="line">
            <a:avLst/>
          </a:prstGeom>
          <a:noFill/>
          <a:ln w="25400">
            <a:solidFill>
              <a:srgbClr val="00CCFF"/>
            </a:solidFill>
            <a:round/>
            <a:headEnd/>
            <a:tailEnd type="none" w="med" len="lg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15" name="Rectangle 193"/>
          <p:cNvSpPr>
            <a:spLocks noChangeArrowheads="1"/>
          </p:cNvSpPr>
          <p:nvPr/>
        </p:nvSpPr>
        <p:spPr bwMode="auto">
          <a:xfrm flipH="1">
            <a:off x="1204681" y="1193059"/>
            <a:ext cx="410599" cy="269030"/>
          </a:xfrm>
          <a:prstGeom prst="rect">
            <a:avLst/>
          </a:prstGeom>
          <a:solidFill>
            <a:srgbClr val="CCFFFF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WLR</a:t>
            </a:r>
            <a:endParaRPr lang="ko-KR" altLang="ko-KR" dirty="0"/>
          </a:p>
        </p:txBody>
      </p:sp>
      <p:sp>
        <p:nvSpPr>
          <p:cNvPr id="57517" name="Line 195"/>
          <p:cNvSpPr>
            <a:spLocks noChangeShapeType="1"/>
          </p:cNvSpPr>
          <p:nvPr/>
        </p:nvSpPr>
        <p:spPr bwMode="auto">
          <a:xfrm flipH="1" flipV="1">
            <a:off x="1074272" y="2238327"/>
            <a:ext cx="132993" cy="5482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19" name="Line 197"/>
          <p:cNvSpPr>
            <a:spLocks noChangeShapeType="1"/>
          </p:cNvSpPr>
          <p:nvPr/>
        </p:nvSpPr>
        <p:spPr bwMode="auto">
          <a:xfrm flipH="1" flipV="1">
            <a:off x="1087185" y="1895069"/>
            <a:ext cx="121371" cy="5482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20" name="Line 198"/>
          <p:cNvSpPr>
            <a:spLocks noChangeShapeType="1"/>
          </p:cNvSpPr>
          <p:nvPr/>
        </p:nvSpPr>
        <p:spPr bwMode="auto">
          <a:xfrm flipH="1" flipV="1">
            <a:off x="1087185" y="1517250"/>
            <a:ext cx="121371" cy="72703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21" name="Line 199"/>
          <p:cNvSpPr>
            <a:spLocks noChangeShapeType="1"/>
          </p:cNvSpPr>
          <p:nvPr/>
        </p:nvSpPr>
        <p:spPr bwMode="auto">
          <a:xfrm flipH="1">
            <a:off x="1087183" y="1589951"/>
            <a:ext cx="120081" cy="3575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22" name="Line 200"/>
          <p:cNvSpPr>
            <a:spLocks noChangeShapeType="1"/>
          </p:cNvSpPr>
          <p:nvPr/>
        </p:nvSpPr>
        <p:spPr bwMode="auto">
          <a:xfrm flipH="1">
            <a:off x="1074271" y="1949896"/>
            <a:ext cx="134284" cy="5482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23" name="Line 201"/>
          <p:cNvSpPr>
            <a:spLocks noChangeShapeType="1"/>
          </p:cNvSpPr>
          <p:nvPr/>
        </p:nvSpPr>
        <p:spPr bwMode="auto">
          <a:xfrm flipH="1" flipV="1">
            <a:off x="1087183" y="1625707"/>
            <a:ext cx="0" cy="269362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24" name="Line 202"/>
          <p:cNvSpPr>
            <a:spLocks noChangeShapeType="1"/>
          </p:cNvSpPr>
          <p:nvPr/>
        </p:nvSpPr>
        <p:spPr bwMode="auto">
          <a:xfrm flipV="1">
            <a:off x="1074271" y="2003531"/>
            <a:ext cx="0" cy="234797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25" name="Rectangle 203"/>
          <p:cNvSpPr>
            <a:spLocks noChangeArrowheads="1"/>
          </p:cNvSpPr>
          <p:nvPr/>
        </p:nvSpPr>
        <p:spPr bwMode="auto">
          <a:xfrm rot="16200000">
            <a:off x="761109" y="1432228"/>
            <a:ext cx="324188" cy="13428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solidFill>
                  <a:srgbClr val="0099FF"/>
                </a:solidFill>
                <a:latin typeface="Arial" charset="0"/>
              </a:rPr>
              <a:t>LAN</a:t>
            </a:r>
            <a:endParaRPr lang="ko-KR" altLang="ko-KR" dirty="0"/>
          </a:p>
        </p:txBody>
      </p:sp>
      <p:sp>
        <p:nvSpPr>
          <p:cNvPr id="57526" name="Rectangle 204"/>
          <p:cNvSpPr>
            <a:spLocks noChangeArrowheads="1"/>
          </p:cNvSpPr>
          <p:nvPr/>
        </p:nvSpPr>
        <p:spPr bwMode="auto">
          <a:xfrm rot="16200000">
            <a:off x="1140718" y="2010186"/>
            <a:ext cx="215728" cy="90383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ATA</a:t>
            </a:r>
            <a:endParaRPr lang="ko-KR" altLang="ko-KR" dirty="0"/>
          </a:p>
        </p:txBody>
      </p:sp>
      <p:sp>
        <p:nvSpPr>
          <p:cNvPr id="57527" name="Rectangle 205"/>
          <p:cNvSpPr>
            <a:spLocks noChangeArrowheads="1"/>
          </p:cNvSpPr>
          <p:nvPr/>
        </p:nvSpPr>
        <p:spPr bwMode="auto">
          <a:xfrm rot="16200000">
            <a:off x="1094385" y="1687040"/>
            <a:ext cx="312269" cy="9425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LVDS</a:t>
            </a:r>
            <a:endParaRPr lang="ko-KR" altLang="ko-KR" dirty="0"/>
          </a:p>
        </p:txBody>
      </p:sp>
      <p:sp>
        <p:nvSpPr>
          <p:cNvPr id="57529" name="Line 207"/>
          <p:cNvSpPr>
            <a:spLocks noChangeShapeType="1"/>
          </p:cNvSpPr>
          <p:nvPr/>
        </p:nvSpPr>
        <p:spPr bwMode="auto">
          <a:xfrm flipH="1">
            <a:off x="1087185" y="1084600"/>
            <a:ext cx="121371" cy="53634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30" name="Line 208"/>
          <p:cNvSpPr>
            <a:spLocks noChangeShapeType="1"/>
          </p:cNvSpPr>
          <p:nvPr/>
        </p:nvSpPr>
        <p:spPr bwMode="auto">
          <a:xfrm flipV="1">
            <a:off x="1086050" y="1138233"/>
            <a:ext cx="1132" cy="373863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32" name="Rectangle 210"/>
          <p:cNvSpPr>
            <a:spLocks noChangeArrowheads="1"/>
          </p:cNvSpPr>
          <p:nvPr/>
        </p:nvSpPr>
        <p:spPr bwMode="auto">
          <a:xfrm rot="16200000" flipH="1">
            <a:off x="-1144580" y="2735924"/>
            <a:ext cx="4054219" cy="644304"/>
          </a:xfrm>
          <a:prstGeom prst="rect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lIns="121757" tIns="60877" rIns="121757" bIns="60877" anchor="ctr"/>
          <a:lstStyle/>
          <a:p>
            <a:pPr algn="ctr"/>
            <a:endParaRPr lang="ko-KR" altLang="ko-KR"/>
          </a:p>
        </p:txBody>
      </p:sp>
      <p:sp>
        <p:nvSpPr>
          <p:cNvPr id="57538" name="Rectangle 259"/>
          <p:cNvSpPr>
            <a:spLocks noChangeArrowheads="1"/>
          </p:cNvSpPr>
          <p:nvPr/>
        </p:nvSpPr>
        <p:spPr bwMode="auto">
          <a:xfrm flipH="1">
            <a:off x="5464312" y="5064244"/>
            <a:ext cx="566832" cy="7627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Interior Speaker CH1</a:t>
            </a:r>
            <a:endParaRPr lang="ko-KR" altLang="ko-KR" dirty="0"/>
          </a:p>
        </p:txBody>
      </p:sp>
      <p:sp>
        <p:nvSpPr>
          <p:cNvPr id="57539" name="Rectangle 260"/>
          <p:cNvSpPr>
            <a:spLocks noChangeArrowheads="1"/>
          </p:cNvSpPr>
          <p:nvPr/>
        </p:nvSpPr>
        <p:spPr bwMode="auto">
          <a:xfrm flipH="1">
            <a:off x="5463021" y="5179855"/>
            <a:ext cx="565541" cy="7747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Interior Speaker CH2</a:t>
            </a:r>
            <a:endParaRPr lang="ko-KR" altLang="ko-KR" dirty="0"/>
          </a:p>
        </p:txBody>
      </p:sp>
      <p:sp>
        <p:nvSpPr>
          <p:cNvPr id="57540" name="Rectangle 264"/>
          <p:cNvSpPr>
            <a:spLocks noChangeArrowheads="1"/>
          </p:cNvSpPr>
          <p:nvPr/>
        </p:nvSpPr>
        <p:spPr bwMode="auto">
          <a:xfrm flipH="1">
            <a:off x="7597358" y="4035663"/>
            <a:ext cx="750181" cy="9534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r"/>
            <a:r>
              <a:rPr lang="en-US" altLang="ko-KR" sz="600" dirty="0">
                <a:latin typeface="Arial" charset="0"/>
              </a:rPr>
              <a:t>CPO ADDRESS, ACT</a:t>
            </a:r>
            <a:endParaRPr lang="ko-KR" altLang="ko-KR" dirty="0"/>
          </a:p>
        </p:txBody>
      </p:sp>
      <p:sp>
        <p:nvSpPr>
          <p:cNvPr id="57541" name="Line 8"/>
          <p:cNvSpPr>
            <a:spLocks noChangeShapeType="1"/>
          </p:cNvSpPr>
          <p:nvPr/>
        </p:nvSpPr>
        <p:spPr bwMode="auto">
          <a:xfrm flipH="1" flipV="1">
            <a:off x="1615279" y="3045598"/>
            <a:ext cx="6734840" cy="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oval" w="med" len="med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42" name="Line 26"/>
          <p:cNvSpPr>
            <a:spLocks noChangeShapeType="1"/>
          </p:cNvSpPr>
          <p:nvPr/>
        </p:nvSpPr>
        <p:spPr bwMode="auto">
          <a:xfrm flipH="1">
            <a:off x="4983588" y="2776236"/>
            <a:ext cx="0" cy="269362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/>
            <a:tailEnd type="oval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43" name="Rectangle 101"/>
          <p:cNvSpPr>
            <a:spLocks noChangeArrowheads="1"/>
          </p:cNvSpPr>
          <p:nvPr/>
        </p:nvSpPr>
        <p:spPr bwMode="auto">
          <a:xfrm>
            <a:off x="1841239" y="2972896"/>
            <a:ext cx="534552" cy="6555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PEI ADDRESS, CALL</a:t>
            </a:r>
            <a:endParaRPr lang="ko-KR" altLang="ko-KR" dirty="0"/>
          </a:p>
        </p:txBody>
      </p:sp>
      <p:sp>
        <p:nvSpPr>
          <p:cNvPr id="57544" name="Line 174"/>
          <p:cNvSpPr>
            <a:spLocks noChangeShapeType="1"/>
          </p:cNvSpPr>
          <p:nvPr/>
        </p:nvSpPr>
        <p:spPr bwMode="auto">
          <a:xfrm flipH="1">
            <a:off x="3464347" y="2776236"/>
            <a:ext cx="0" cy="269362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/>
            <a:tailEnd type="oval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46" name="Rectangle 265"/>
          <p:cNvSpPr>
            <a:spLocks noChangeArrowheads="1"/>
          </p:cNvSpPr>
          <p:nvPr/>
        </p:nvSpPr>
        <p:spPr bwMode="auto">
          <a:xfrm flipH="1">
            <a:off x="7474692" y="3917669"/>
            <a:ext cx="871553" cy="10845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r"/>
            <a:r>
              <a:rPr lang="en-US" altLang="ko-KR" sz="600" dirty="0">
                <a:latin typeface="Arial" charset="0"/>
              </a:rPr>
              <a:t>IC Audio &amp; Signal, PA Audio</a:t>
            </a:r>
            <a:endParaRPr lang="ko-KR" altLang="ko-KR" dirty="0"/>
          </a:p>
        </p:txBody>
      </p:sp>
      <p:sp>
        <p:nvSpPr>
          <p:cNvPr id="57547" name="Line 9"/>
          <p:cNvSpPr>
            <a:spLocks noChangeShapeType="1"/>
          </p:cNvSpPr>
          <p:nvPr/>
        </p:nvSpPr>
        <p:spPr bwMode="auto">
          <a:xfrm flipH="1" flipV="1">
            <a:off x="1615279" y="3152866"/>
            <a:ext cx="6734840" cy="1192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oval" w="med" len="med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48" name="Rectangle 28"/>
          <p:cNvSpPr>
            <a:spLocks noChangeArrowheads="1"/>
          </p:cNvSpPr>
          <p:nvPr/>
        </p:nvSpPr>
        <p:spPr bwMode="auto">
          <a:xfrm>
            <a:off x="5128603" y="3040832"/>
            <a:ext cx="867679" cy="11322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PEI Audio &amp; Signal</a:t>
            </a:r>
            <a:endParaRPr lang="ko-KR" altLang="ko-KR" dirty="0"/>
          </a:p>
        </p:txBody>
      </p:sp>
      <p:sp>
        <p:nvSpPr>
          <p:cNvPr id="57550" name="Rectangle 102"/>
          <p:cNvSpPr>
            <a:spLocks noChangeArrowheads="1"/>
          </p:cNvSpPr>
          <p:nvPr/>
        </p:nvSpPr>
        <p:spPr bwMode="auto">
          <a:xfrm>
            <a:off x="1625608" y="3055133"/>
            <a:ext cx="867679" cy="11322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PEI Audio &amp; Signal</a:t>
            </a:r>
            <a:endParaRPr lang="ko-KR" altLang="ko-KR" dirty="0"/>
          </a:p>
        </p:txBody>
      </p:sp>
      <p:sp>
        <p:nvSpPr>
          <p:cNvPr id="57551" name="Line 173"/>
          <p:cNvSpPr>
            <a:spLocks noChangeShapeType="1"/>
          </p:cNvSpPr>
          <p:nvPr/>
        </p:nvSpPr>
        <p:spPr bwMode="auto">
          <a:xfrm>
            <a:off x="3334382" y="2889855"/>
            <a:ext cx="0" cy="270554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arrow" w="med" len="med"/>
            <a:tailEnd type="oval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52" name="Line 211"/>
          <p:cNvSpPr>
            <a:spLocks noChangeShapeType="1"/>
          </p:cNvSpPr>
          <p:nvPr/>
        </p:nvSpPr>
        <p:spPr bwMode="auto">
          <a:xfrm>
            <a:off x="4846744" y="2883505"/>
            <a:ext cx="0" cy="270554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arrow" w="med" len="med"/>
            <a:tailEnd type="oval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59" name="Rectangle 375"/>
          <p:cNvSpPr>
            <a:spLocks noChangeArrowheads="1"/>
          </p:cNvSpPr>
          <p:nvPr/>
        </p:nvSpPr>
        <p:spPr bwMode="auto">
          <a:xfrm flipH="1">
            <a:off x="6064717" y="4295488"/>
            <a:ext cx="584908" cy="270554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Passenger </a:t>
            </a:r>
          </a:p>
          <a:p>
            <a:pPr algn="ctr"/>
            <a:r>
              <a:rPr lang="en-US" altLang="ko-KR" sz="600" dirty="0">
                <a:latin typeface="Arial" charset="0"/>
              </a:rPr>
              <a:t>Emergency</a:t>
            </a:r>
          </a:p>
          <a:p>
            <a:pPr algn="ctr"/>
            <a:r>
              <a:rPr lang="en-US" altLang="ko-KR" sz="600" dirty="0">
                <a:latin typeface="Arial" charset="0"/>
              </a:rPr>
              <a:t>Intercom</a:t>
            </a:r>
            <a:endParaRPr lang="ko-KR" altLang="ko-KR" sz="600" dirty="0"/>
          </a:p>
        </p:txBody>
      </p:sp>
      <p:sp>
        <p:nvSpPr>
          <p:cNvPr id="57560" name="Line 376"/>
          <p:cNvSpPr>
            <a:spLocks noChangeShapeType="1"/>
          </p:cNvSpPr>
          <p:nvPr/>
        </p:nvSpPr>
        <p:spPr bwMode="auto">
          <a:xfrm>
            <a:off x="6214631" y="4023742"/>
            <a:ext cx="1290" cy="271746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oval" w="med" len="med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64" name="Rectangle 380"/>
          <p:cNvSpPr>
            <a:spLocks noChangeArrowheads="1"/>
          </p:cNvSpPr>
          <p:nvPr/>
        </p:nvSpPr>
        <p:spPr bwMode="auto">
          <a:xfrm flipH="1">
            <a:off x="4475264" y="2667779"/>
            <a:ext cx="937403" cy="215727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Passenger Emergency</a:t>
            </a:r>
          </a:p>
          <a:p>
            <a:pPr algn="ctr"/>
            <a:r>
              <a:rPr lang="en-US" altLang="ko-KR" sz="600" dirty="0">
                <a:latin typeface="Arial" charset="0"/>
              </a:rPr>
              <a:t>Intercom</a:t>
            </a:r>
            <a:endParaRPr lang="ko-KR" altLang="ko-KR" dirty="0"/>
          </a:p>
        </p:txBody>
      </p:sp>
      <p:sp>
        <p:nvSpPr>
          <p:cNvPr id="57565" name="Rectangle 381"/>
          <p:cNvSpPr>
            <a:spLocks noChangeArrowheads="1"/>
          </p:cNvSpPr>
          <p:nvPr/>
        </p:nvSpPr>
        <p:spPr bwMode="auto">
          <a:xfrm flipH="1">
            <a:off x="3020095" y="2667779"/>
            <a:ext cx="937403" cy="215727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Passenger Emergency</a:t>
            </a:r>
          </a:p>
          <a:p>
            <a:pPr algn="ctr"/>
            <a:r>
              <a:rPr lang="en-US" altLang="ko-KR" sz="600" dirty="0">
                <a:latin typeface="Arial" charset="0"/>
              </a:rPr>
              <a:t>Intercom</a:t>
            </a:r>
            <a:endParaRPr lang="ko-KR" altLang="ko-KR" dirty="0"/>
          </a:p>
        </p:txBody>
      </p:sp>
      <p:grpSp>
        <p:nvGrpSpPr>
          <p:cNvPr id="9" name="Group 382"/>
          <p:cNvGrpSpPr>
            <a:grpSpLocks/>
          </p:cNvGrpSpPr>
          <p:nvPr/>
        </p:nvGrpSpPr>
        <p:grpSpPr bwMode="auto">
          <a:xfrm rot="10800000" flipV="1">
            <a:off x="3490084" y="5579741"/>
            <a:ext cx="351203" cy="160902"/>
            <a:chOff x="1477" y="3739"/>
            <a:chExt cx="227" cy="91"/>
          </a:xfrm>
        </p:grpSpPr>
        <p:sp>
          <p:nvSpPr>
            <p:cNvPr id="57732" name="AutoShape 383"/>
            <p:cNvSpPr>
              <a:spLocks noChangeArrowheads="1"/>
            </p:cNvSpPr>
            <p:nvPr/>
          </p:nvSpPr>
          <p:spPr bwMode="auto">
            <a:xfrm>
              <a:off x="1477" y="3739"/>
              <a:ext cx="227" cy="4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72 w 21600"/>
                <a:gd name="T13" fmla="*/ 4320 h 21600"/>
                <a:gd name="T14" fmla="*/ 17128 w 21600"/>
                <a:gd name="T15" fmla="*/ 1728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808000">
                <a:alpha val="39999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57733" name="Rectangle 384"/>
            <p:cNvSpPr>
              <a:spLocks noChangeArrowheads="1"/>
            </p:cNvSpPr>
            <p:nvPr/>
          </p:nvSpPr>
          <p:spPr bwMode="auto">
            <a:xfrm>
              <a:off x="1523" y="3784"/>
              <a:ext cx="136" cy="46"/>
            </a:xfrm>
            <a:prstGeom prst="rect">
              <a:avLst/>
            </a:prstGeom>
            <a:solidFill>
              <a:srgbClr val="808000">
                <a:alpha val="39999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 sz="900" dirty="0">
                <a:latin typeface="Gill Sans MT" pitchFamily="34" charset="0"/>
                <a:cs typeface="Latha" pitchFamily="2"/>
              </a:endParaRPr>
            </a:p>
          </p:txBody>
        </p:sp>
      </p:grpSp>
      <p:sp>
        <p:nvSpPr>
          <p:cNvPr id="57567" name="Rectangle 385"/>
          <p:cNvSpPr>
            <a:spLocks noChangeArrowheads="1"/>
          </p:cNvSpPr>
          <p:nvPr/>
        </p:nvSpPr>
        <p:spPr bwMode="auto">
          <a:xfrm rot="10800000" flipH="1" flipV="1">
            <a:off x="3196986" y="5579741"/>
            <a:ext cx="234996" cy="160902"/>
          </a:xfrm>
          <a:prstGeom prst="rect">
            <a:avLst/>
          </a:prstGeom>
          <a:solidFill>
            <a:srgbClr val="C0C0C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TRF</a:t>
            </a:r>
            <a:endParaRPr lang="ko-KR" altLang="ko-KR" dirty="0"/>
          </a:p>
        </p:txBody>
      </p:sp>
      <p:sp>
        <p:nvSpPr>
          <p:cNvPr id="57568" name="Line 386"/>
          <p:cNvSpPr>
            <a:spLocks noChangeShapeType="1"/>
          </p:cNvSpPr>
          <p:nvPr/>
        </p:nvSpPr>
        <p:spPr bwMode="auto">
          <a:xfrm flipV="1">
            <a:off x="3665686" y="5740644"/>
            <a:ext cx="0" cy="108459"/>
          </a:xfrm>
          <a:prstGeom prst="line">
            <a:avLst/>
          </a:prstGeom>
          <a:noFill/>
          <a:ln w="12700">
            <a:solidFill>
              <a:srgbClr val="993366"/>
            </a:solidFill>
            <a:round/>
            <a:headEnd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69" name="Line 387"/>
          <p:cNvSpPr>
            <a:spLocks noChangeShapeType="1"/>
          </p:cNvSpPr>
          <p:nvPr/>
        </p:nvSpPr>
        <p:spPr bwMode="auto">
          <a:xfrm>
            <a:off x="3314486" y="5849103"/>
            <a:ext cx="349911" cy="0"/>
          </a:xfrm>
          <a:prstGeom prst="line">
            <a:avLst/>
          </a:prstGeom>
          <a:noFill/>
          <a:ln w="12700">
            <a:solidFill>
              <a:srgbClr val="993366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70" name="Line 388"/>
          <p:cNvSpPr>
            <a:spLocks noChangeShapeType="1"/>
          </p:cNvSpPr>
          <p:nvPr/>
        </p:nvSpPr>
        <p:spPr bwMode="auto">
          <a:xfrm>
            <a:off x="3314483" y="5740644"/>
            <a:ext cx="0" cy="108459"/>
          </a:xfrm>
          <a:prstGeom prst="line">
            <a:avLst/>
          </a:prstGeom>
          <a:noFill/>
          <a:ln w="12700">
            <a:solidFill>
              <a:srgbClr val="993366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71" name="Line 389"/>
          <p:cNvSpPr>
            <a:spLocks noChangeShapeType="1"/>
          </p:cNvSpPr>
          <p:nvPr/>
        </p:nvSpPr>
        <p:spPr bwMode="auto">
          <a:xfrm flipH="1">
            <a:off x="2961988" y="5517765"/>
            <a:ext cx="0" cy="169245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oval" w="med" len="med"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72" name="Line 390"/>
          <p:cNvSpPr>
            <a:spLocks noChangeShapeType="1"/>
          </p:cNvSpPr>
          <p:nvPr/>
        </p:nvSpPr>
        <p:spPr bwMode="auto">
          <a:xfrm flipV="1">
            <a:off x="2961988" y="5687008"/>
            <a:ext cx="232414" cy="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73" name="Line 391"/>
          <p:cNvSpPr>
            <a:spLocks noChangeShapeType="1"/>
          </p:cNvSpPr>
          <p:nvPr/>
        </p:nvSpPr>
        <p:spPr bwMode="auto">
          <a:xfrm flipH="1" flipV="1">
            <a:off x="3899391" y="5806775"/>
            <a:ext cx="0" cy="163286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oval" w="med" len="med"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74" name="Line 392"/>
          <p:cNvSpPr>
            <a:spLocks noChangeShapeType="1"/>
          </p:cNvSpPr>
          <p:nvPr/>
        </p:nvSpPr>
        <p:spPr bwMode="auto">
          <a:xfrm flipV="1">
            <a:off x="3899391" y="5806775"/>
            <a:ext cx="234996" cy="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grpSp>
        <p:nvGrpSpPr>
          <p:cNvPr id="10" name="Group 393"/>
          <p:cNvGrpSpPr>
            <a:grpSpLocks/>
          </p:cNvGrpSpPr>
          <p:nvPr/>
        </p:nvGrpSpPr>
        <p:grpSpPr bwMode="auto">
          <a:xfrm>
            <a:off x="4133099" y="5591048"/>
            <a:ext cx="644303" cy="270553"/>
            <a:chOff x="2747" y="4827"/>
            <a:chExt cx="499" cy="227"/>
          </a:xfrm>
        </p:grpSpPr>
        <p:grpSp>
          <p:nvGrpSpPr>
            <p:cNvPr id="11" name="Group 394"/>
            <p:cNvGrpSpPr>
              <a:grpSpLocks/>
            </p:cNvGrpSpPr>
            <p:nvPr/>
          </p:nvGrpSpPr>
          <p:grpSpPr bwMode="auto">
            <a:xfrm rot="10800000">
              <a:off x="2974" y="4918"/>
              <a:ext cx="272" cy="136"/>
              <a:chOff x="1477" y="3739"/>
              <a:chExt cx="227" cy="91"/>
            </a:xfrm>
          </p:grpSpPr>
          <p:sp>
            <p:nvSpPr>
              <p:cNvPr id="57730" name="AutoShape 395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808000">
                  <a:alpha val="39999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57731" name="Rectangle 396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808000">
                  <a:alpha val="39999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 dirty="0"/>
              </a:p>
            </p:txBody>
          </p:sp>
        </p:grpSp>
        <p:sp>
          <p:nvSpPr>
            <p:cNvPr id="57726" name="Rectangle 397"/>
            <p:cNvSpPr>
              <a:spLocks noChangeArrowheads="1"/>
            </p:cNvSpPr>
            <p:nvPr/>
          </p:nvSpPr>
          <p:spPr bwMode="auto">
            <a:xfrm flipH="1">
              <a:off x="2747" y="4918"/>
              <a:ext cx="182" cy="136"/>
            </a:xfrm>
            <a:prstGeom prst="rect">
              <a:avLst/>
            </a:prstGeom>
            <a:solidFill>
              <a:srgbClr val="C0C0C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TRF</a:t>
              </a:r>
              <a:endParaRPr lang="ko-KR" altLang="ko-KR" dirty="0"/>
            </a:p>
          </p:txBody>
        </p:sp>
        <p:sp>
          <p:nvSpPr>
            <p:cNvPr id="57727" name="Line 398"/>
            <p:cNvSpPr>
              <a:spLocks noChangeShapeType="1"/>
            </p:cNvSpPr>
            <p:nvPr/>
          </p:nvSpPr>
          <p:spPr bwMode="auto">
            <a:xfrm>
              <a:off x="3110" y="4827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728" name="Line 399"/>
            <p:cNvSpPr>
              <a:spLocks noChangeShapeType="1"/>
            </p:cNvSpPr>
            <p:nvPr/>
          </p:nvSpPr>
          <p:spPr bwMode="auto">
            <a:xfrm flipV="1">
              <a:off x="2838" y="4827"/>
              <a:ext cx="272" cy="0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729" name="Line 400"/>
            <p:cNvSpPr>
              <a:spLocks noChangeShapeType="1"/>
            </p:cNvSpPr>
            <p:nvPr/>
          </p:nvSpPr>
          <p:spPr bwMode="auto">
            <a:xfrm flipV="1">
              <a:off x="2838" y="4827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2" name="Group 401"/>
          <p:cNvGrpSpPr>
            <a:grpSpLocks/>
          </p:cNvGrpSpPr>
          <p:nvPr/>
        </p:nvGrpSpPr>
        <p:grpSpPr bwMode="auto">
          <a:xfrm rot="10800000" flipV="1">
            <a:off x="5891696" y="5586892"/>
            <a:ext cx="351203" cy="160902"/>
            <a:chOff x="1477" y="3739"/>
            <a:chExt cx="227" cy="91"/>
          </a:xfrm>
        </p:grpSpPr>
        <p:sp>
          <p:nvSpPr>
            <p:cNvPr id="57723" name="AutoShape 402"/>
            <p:cNvSpPr>
              <a:spLocks noChangeArrowheads="1"/>
            </p:cNvSpPr>
            <p:nvPr/>
          </p:nvSpPr>
          <p:spPr bwMode="auto">
            <a:xfrm>
              <a:off x="1477" y="3739"/>
              <a:ext cx="227" cy="4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72 w 21600"/>
                <a:gd name="T13" fmla="*/ 4320 h 21600"/>
                <a:gd name="T14" fmla="*/ 17128 w 21600"/>
                <a:gd name="T15" fmla="*/ 1728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808000">
                <a:alpha val="39999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57724" name="Rectangle 403"/>
            <p:cNvSpPr>
              <a:spLocks noChangeArrowheads="1"/>
            </p:cNvSpPr>
            <p:nvPr/>
          </p:nvSpPr>
          <p:spPr bwMode="auto">
            <a:xfrm>
              <a:off x="1523" y="3784"/>
              <a:ext cx="136" cy="46"/>
            </a:xfrm>
            <a:prstGeom prst="rect">
              <a:avLst/>
            </a:prstGeom>
            <a:solidFill>
              <a:srgbClr val="808000">
                <a:alpha val="39999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/>
            </a:p>
          </p:txBody>
        </p:sp>
      </p:grpSp>
      <p:sp>
        <p:nvSpPr>
          <p:cNvPr id="57577" name="Rectangle 404"/>
          <p:cNvSpPr>
            <a:spLocks noChangeArrowheads="1"/>
          </p:cNvSpPr>
          <p:nvPr/>
        </p:nvSpPr>
        <p:spPr bwMode="auto">
          <a:xfrm rot="10800000" flipH="1" flipV="1">
            <a:off x="5598596" y="5586892"/>
            <a:ext cx="234996" cy="160902"/>
          </a:xfrm>
          <a:prstGeom prst="rect">
            <a:avLst/>
          </a:prstGeom>
          <a:solidFill>
            <a:srgbClr val="C0C0C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TRF</a:t>
            </a:r>
            <a:endParaRPr lang="ko-KR" altLang="ko-KR" dirty="0"/>
          </a:p>
        </p:txBody>
      </p:sp>
      <p:sp>
        <p:nvSpPr>
          <p:cNvPr id="57578" name="Line 405"/>
          <p:cNvSpPr>
            <a:spLocks noChangeShapeType="1"/>
          </p:cNvSpPr>
          <p:nvPr/>
        </p:nvSpPr>
        <p:spPr bwMode="auto">
          <a:xfrm flipV="1">
            <a:off x="6067297" y="5747796"/>
            <a:ext cx="0" cy="108459"/>
          </a:xfrm>
          <a:prstGeom prst="line">
            <a:avLst/>
          </a:prstGeom>
          <a:noFill/>
          <a:ln w="12700">
            <a:solidFill>
              <a:srgbClr val="993366"/>
            </a:solidFill>
            <a:round/>
            <a:headEnd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79" name="Line 406"/>
          <p:cNvSpPr>
            <a:spLocks noChangeShapeType="1"/>
          </p:cNvSpPr>
          <p:nvPr/>
        </p:nvSpPr>
        <p:spPr bwMode="auto">
          <a:xfrm>
            <a:off x="5716097" y="5856253"/>
            <a:ext cx="349911" cy="0"/>
          </a:xfrm>
          <a:prstGeom prst="line">
            <a:avLst/>
          </a:prstGeom>
          <a:noFill/>
          <a:ln w="12700">
            <a:solidFill>
              <a:srgbClr val="993366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80" name="Line 407"/>
          <p:cNvSpPr>
            <a:spLocks noChangeShapeType="1"/>
          </p:cNvSpPr>
          <p:nvPr/>
        </p:nvSpPr>
        <p:spPr bwMode="auto">
          <a:xfrm>
            <a:off x="5716093" y="5747796"/>
            <a:ext cx="0" cy="108459"/>
          </a:xfrm>
          <a:prstGeom prst="line">
            <a:avLst/>
          </a:prstGeom>
          <a:noFill/>
          <a:ln w="12700">
            <a:solidFill>
              <a:srgbClr val="993366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81" name="Line 408"/>
          <p:cNvSpPr>
            <a:spLocks noChangeShapeType="1"/>
          </p:cNvSpPr>
          <p:nvPr/>
        </p:nvSpPr>
        <p:spPr bwMode="auto">
          <a:xfrm flipH="1">
            <a:off x="5363600" y="5524916"/>
            <a:ext cx="0" cy="169245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oval" w="med" len="med"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82" name="Line 409"/>
          <p:cNvSpPr>
            <a:spLocks noChangeShapeType="1"/>
          </p:cNvSpPr>
          <p:nvPr/>
        </p:nvSpPr>
        <p:spPr bwMode="auto">
          <a:xfrm flipV="1">
            <a:off x="5363601" y="5694159"/>
            <a:ext cx="233706" cy="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83" name="Line 410"/>
          <p:cNvSpPr>
            <a:spLocks noChangeShapeType="1"/>
          </p:cNvSpPr>
          <p:nvPr/>
        </p:nvSpPr>
        <p:spPr bwMode="auto">
          <a:xfrm flipH="1" flipV="1">
            <a:off x="6301002" y="5813926"/>
            <a:ext cx="0" cy="163286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oval" w="med" len="med"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84" name="Line 411"/>
          <p:cNvSpPr>
            <a:spLocks noChangeShapeType="1"/>
          </p:cNvSpPr>
          <p:nvPr/>
        </p:nvSpPr>
        <p:spPr bwMode="auto">
          <a:xfrm flipV="1">
            <a:off x="6301003" y="5813926"/>
            <a:ext cx="234996" cy="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grpSp>
        <p:nvGrpSpPr>
          <p:cNvPr id="13" name="Group 412"/>
          <p:cNvGrpSpPr>
            <a:grpSpLocks/>
          </p:cNvGrpSpPr>
          <p:nvPr/>
        </p:nvGrpSpPr>
        <p:grpSpPr bwMode="auto">
          <a:xfrm>
            <a:off x="6534709" y="5598201"/>
            <a:ext cx="644303" cy="270553"/>
            <a:chOff x="2747" y="4827"/>
            <a:chExt cx="499" cy="227"/>
          </a:xfrm>
        </p:grpSpPr>
        <p:grpSp>
          <p:nvGrpSpPr>
            <p:cNvPr id="14" name="Group 413"/>
            <p:cNvGrpSpPr>
              <a:grpSpLocks/>
            </p:cNvGrpSpPr>
            <p:nvPr/>
          </p:nvGrpSpPr>
          <p:grpSpPr bwMode="auto">
            <a:xfrm rot="10800000">
              <a:off x="2974" y="4918"/>
              <a:ext cx="272" cy="136"/>
              <a:chOff x="1477" y="3739"/>
              <a:chExt cx="227" cy="91"/>
            </a:xfrm>
          </p:grpSpPr>
          <p:sp>
            <p:nvSpPr>
              <p:cNvPr id="57721" name="AutoShape 414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808000">
                  <a:alpha val="39999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57722" name="Rectangle 415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808000">
                  <a:alpha val="39999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57717" name="Rectangle 416"/>
            <p:cNvSpPr>
              <a:spLocks noChangeArrowheads="1"/>
            </p:cNvSpPr>
            <p:nvPr/>
          </p:nvSpPr>
          <p:spPr bwMode="auto">
            <a:xfrm flipH="1">
              <a:off x="2747" y="4918"/>
              <a:ext cx="182" cy="136"/>
            </a:xfrm>
            <a:prstGeom prst="rect">
              <a:avLst/>
            </a:prstGeom>
            <a:solidFill>
              <a:srgbClr val="C0C0C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TRF</a:t>
              </a:r>
              <a:endParaRPr lang="ko-KR" altLang="ko-KR" dirty="0"/>
            </a:p>
          </p:txBody>
        </p:sp>
        <p:sp>
          <p:nvSpPr>
            <p:cNvPr id="57718" name="Line 417"/>
            <p:cNvSpPr>
              <a:spLocks noChangeShapeType="1"/>
            </p:cNvSpPr>
            <p:nvPr/>
          </p:nvSpPr>
          <p:spPr bwMode="auto">
            <a:xfrm>
              <a:off x="3110" y="4827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719" name="Line 418"/>
            <p:cNvSpPr>
              <a:spLocks noChangeShapeType="1"/>
            </p:cNvSpPr>
            <p:nvPr/>
          </p:nvSpPr>
          <p:spPr bwMode="auto">
            <a:xfrm flipV="1">
              <a:off x="2838" y="4827"/>
              <a:ext cx="272" cy="0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720" name="Line 419"/>
            <p:cNvSpPr>
              <a:spLocks noChangeShapeType="1"/>
            </p:cNvSpPr>
            <p:nvPr/>
          </p:nvSpPr>
          <p:spPr bwMode="auto">
            <a:xfrm flipV="1">
              <a:off x="2838" y="4827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5" name="Group 420"/>
          <p:cNvGrpSpPr>
            <a:grpSpLocks/>
          </p:cNvGrpSpPr>
          <p:nvPr/>
        </p:nvGrpSpPr>
        <p:grpSpPr bwMode="auto">
          <a:xfrm>
            <a:off x="3429400" y="4672118"/>
            <a:ext cx="644304" cy="270554"/>
            <a:chOff x="2475" y="3875"/>
            <a:chExt cx="499" cy="227"/>
          </a:xfrm>
        </p:grpSpPr>
        <p:grpSp>
          <p:nvGrpSpPr>
            <p:cNvPr id="16" name="Group 421"/>
            <p:cNvGrpSpPr>
              <a:grpSpLocks/>
            </p:cNvGrpSpPr>
            <p:nvPr/>
          </p:nvGrpSpPr>
          <p:grpSpPr bwMode="auto">
            <a:xfrm rot="10800000">
              <a:off x="2702" y="3966"/>
              <a:ext cx="272" cy="136"/>
              <a:chOff x="1477" y="3739"/>
              <a:chExt cx="227" cy="91"/>
            </a:xfrm>
          </p:grpSpPr>
          <p:sp>
            <p:nvSpPr>
              <p:cNvPr id="57714" name="AutoShape 422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57715" name="Rectangle 423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57710" name="Rectangle 424"/>
            <p:cNvSpPr>
              <a:spLocks noChangeArrowheads="1"/>
            </p:cNvSpPr>
            <p:nvPr/>
          </p:nvSpPr>
          <p:spPr bwMode="auto">
            <a:xfrm flipH="1">
              <a:off x="2475" y="3966"/>
              <a:ext cx="182" cy="136"/>
            </a:xfrm>
            <a:prstGeom prst="rect">
              <a:avLst/>
            </a:prstGeom>
            <a:solidFill>
              <a:srgbClr val="FFCC99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TRF</a:t>
              </a:r>
              <a:endParaRPr lang="ko-KR" altLang="ko-KR" dirty="0"/>
            </a:p>
          </p:txBody>
        </p:sp>
        <p:sp>
          <p:nvSpPr>
            <p:cNvPr id="57711" name="Line 425"/>
            <p:cNvSpPr>
              <a:spLocks noChangeShapeType="1"/>
            </p:cNvSpPr>
            <p:nvPr/>
          </p:nvSpPr>
          <p:spPr bwMode="auto">
            <a:xfrm>
              <a:off x="2838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712" name="Line 426"/>
            <p:cNvSpPr>
              <a:spLocks noChangeShapeType="1"/>
            </p:cNvSpPr>
            <p:nvPr/>
          </p:nvSpPr>
          <p:spPr bwMode="auto">
            <a:xfrm flipV="1">
              <a:off x="2566" y="3875"/>
              <a:ext cx="272" cy="0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713" name="Line 427"/>
            <p:cNvSpPr>
              <a:spLocks noChangeShapeType="1"/>
            </p:cNvSpPr>
            <p:nvPr/>
          </p:nvSpPr>
          <p:spPr bwMode="auto">
            <a:xfrm flipV="1">
              <a:off x="2566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57587" name="Line 428"/>
          <p:cNvSpPr>
            <a:spLocks noChangeShapeType="1"/>
          </p:cNvSpPr>
          <p:nvPr/>
        </p:nvSpPr>
        <p:spPr bwMode="auto">
          <a:xfrm flipV="1">
            <a:off x="4250923" y="4942674"/>
            <a:ext cx="0" cy="215727"/>
          </a:xfrm>
          <a:prstGeom prst="line">
            <a:avLst/>
          </a:prstGeom>
          <a:noFill/>
          <a:ln w="25400">
            <a:solidFill>
              <a:srgbClr val="CC99FF"/>
            </a:solidFill>
            <a:round/>
            <a:headEnd type="oval" w="med" len="med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grpSp>
        <p:nvGrpSpPr>
          <p:cNvPr id="17" name="Group 432"/>
          <p:cNvGrpSpPr>
            <a:grpSpLocks/>
          </p:cNvGrpSpPr>
          <p:nvPr/>
        </p:nvGrpSpPr>
        <p:grpSpPr bwMode="auto">
          <a:xfrm>
            <a:off x="6064716" y="4672118"/>
            <a:ext cx="644303" cy="270554"/>
            <a:chOff x="2475" y="3875"/>
            <a:chExt cx="499" cy="227"/>
          </a:xfrm>
        </p:grpSpPr>
        <p:grpSp>
          <p:nvGrpSpPr>
            <p:cNvPr id="18" name="Group 433"/>
            <p:cNvGrpSpPr>
              <a:grpSpLocks/>
            </p:cNvGrpSpPr>
            <p:nvPr/>
          </p:nvGrpSpPr>
          <p:grpSpPr bwMode="auto">
            <a:xfrm rot="10800000">
              <a:off x="2702" y="3966"/>
              <a:ext cx="272" cy="136"/>
              <a:chOff x="1477" y="3739"/>
              <a:chExt cx="227" cy="91"/>
            </a:xfrm>
          </p:grpSpPr>
          <p:sp>
            <p:nvSpPr>
              <p:cNvPr id="57707" name="AutoShape 434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57708" name="Rectangle 435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57703" name="Rectangle 436"/>
            <p:cNvSpPr>
              <a:spLocks noChangeArrowheads="1"/>
            </p:cNvSpPr>
            <p:nvPr/>
          </p:nvSpPr>
          <p:spPr bwMode="auto">
            <a:xfrm flipH="1">
              <a:off x="2475" y="3966"/>
              <a:ext cx="182" cy="136"/>
            </a:xfrm>
            <a:prstGeom prst="rect">
              <a:avLst/>
            </a:prstGeom>
            <a:solidFill>
              <a:srgbClr val="FFCC99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TRF</a:t>
              </a:r>
              <a:endParaRPr lang="ko-KR" altLang="ko-KR" dirty="0"/>
            </a:p>
          </p:txBody>
        </p:sp>
        <p:sp>
          <p:nvSpPr>
            <p:cNvPr id="57704" name="Line 437"/>
            <p:cNvSpPr>
              <a:spLocks noChangeShapeType="1"/>
            </p:cNvSpPr>
            <p:nvPr/>
          </p:nvSpPr>
          <p:spPr bwMode="auto">
            <a:xfrm>
              <a:off x="2838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705" name="Line 438"/>
            <p:cNvSpPr>
              <a:spLocks noChangeShapeType="1"/>
            </p:cNvSpPr>
            <p:nvPr/>
          </p:nvSpPr>
          <p:spPr bwMode="auto">
            <a:xfrm flipV="1">
              <a:off x="2566" y="3875"/>
              <a:ext cx="272" cy="0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706" name="Line 439"/>
            <p:cNvSpPr>
              <a:spLocks noChangeShapeType="1"/>
            </p:cNvSpPr>
            <p:nvPr/>
          </p:nvSpPr>
          <p:spPr bwMode="auto">
            <a:xfrm flipV="1">
              <a:off x="2566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57592" name="Line 440"/>
          <p:cNvSpPr>
            <a:spLocks noChangeShapeType="1"/>
          </p:cNvSpPr>
          <p:nvPr/>
        </p:nvSpPr>
        <p:spPr bwMode="auto">
          <a:xfrm flipH="1" flipV="1">
            <a:off x="5307595" y="4942674"/>
            <a:ext cx="1292" cy="324188"/>
          </a:xfrm>
          <a:prstGeom prst="line">
            <a:avLst/>
          </a:prstGeom>
          <a:noFill/>
          <a:ln w="25400">
            <a:solidFill>
              <a:srgbClr val="CC99FF"/>
            </a:solidFill>
            <a:round/>
            <a:headEnd type="oval" w="med" len="med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grpSp>
        <p:nvGrpSpPr>
          <p:cNvPr id="19" name="Group 441"/>
          <p:cNvGrpSpPr>
            <a:grpSpLocks/>
          </p:cNvGrpSpPr>
          <p:nvPr/>
        </p:nvGrpSpPr>
        <p:grpSpPr bwMode="auto">
          <a:xfrm>
            <a:off x="2551392" y="4672118"/>
            <a:ext cx="644304" cy="270554"/>
            <a:chOff x="2475" y="3875"/>
            <a:chExt cx="499" cy="227"/>
          </a:xfrm>
        </p:grpSpPr>
        <p:grpSp>
          <p:nvGrpSpPr>
            <p:cNvPr id="20" name="Group 442"/>
            <p:cNvGrpSpPr>
              <a:grpSpLocks/>
            </p:cNvGrpSpPr>
            <p:nvPr/>
          </p:nvGrpSpPr>
          <p:grpSpPr bwMode="auto">
            <a:xfrm rot="10800000">
              <a:off x="2702" y="3966"/>
              <a:ext cx="272" cy="136"/>
              <a:chOff x="1477" y="3739"/>
              <a:chExt cx="227" cy="91"/>
            </a:xfrm>
          </p:grpSpPr>
          <p:sp>
            <p:nvSpPr>
              <p:cNvPr id="57700" name="AutoShape 443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57701" name="Rectangle 444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57696" name="Rectangle 445"/>
            <p:cNvSpPr>
              <a:spLocks noChangeArrowheads="1"/>
            </p:cNvSpPr>
            <p:nvPr/>
          </p:nvSpPr>
          <p:spPr bwMode="auto">
            <a:xfrm flipH="1">
              <a:off x="2475" y="3966"/>
              <a:ext cx="182" cy="136"/>
            </a:xfrm>
            <a:prstGeom prst="rect">
              <a:avLst/>
            </a:prstGeom>
            <a:solidFill>
              <a:srgbClr val="FFCC99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TRF</a:t>
              </a:r>
              <a:endParaRPr lang="ko-KR" altLang="ko-KR" dirty="0"/>
            </a:p>
          </p:txBody>
        </p:sp>
        <p:sp>
          <p:nvSpPr>
            <p:cNvPr id="57697" name="Line 446"/>
            <p:cNvSpPr>
              <a:spLocks noChangeShapeType="1"/>
            </p:cNvSpPr>
            <p:nvPr/>
          </p:nvSpPr>
          <p:spPr bwMode="auto">
            <a:xfrm>
              <a:off x="2838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698" name="Line 447"/>
            <p:cNvSpPr>
              <a:spLocks noChangeShapeType="1"/>
            </p:cNvSpPr>
            <p:nvPr/>
          </p:nvSpPr>
          <p:spPr bwMode="auto">
            <a:xfrm flipV="1">
              <a:off x="2566" y="3875"/>
              <a:ext cx="272" cy="0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699" name="Line 448"/>
            <p:cNvSpPr>
              <a:spLocks noChangeShapeType="1"/>
            </p:cNvSpPr>
            <p:nvPr/>
          </p:nvSpPr>
          <p:spPr bwMode="auto">
            <a:xfrm flipV="1">
              <a:off x="2566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57594" name="Line 449"/>
          <p:cNvSpPr>
            <a:spLocks noChangeShapeType="1"/>
          </p:cNvSpPr>
          <p:nvPr/>
        </p:nvSpPr>
        <p:spPr bwMode="auto">
          <a:xfrm flipV="1">
            <a:off x="2668888" y="4942674"/>
            <a:ext cx="0" cy="215727"/>
          </a:xfrm>
          <a:prstGeom prst="line">
            <a:avLst/>
          </a:prstGeom>
          <a:noFill/>
          <a:ln w="25400">
            <a:solidFill>
              <a:srgbClr val="CC99FF"/>
            </a:solidFill>
            <a:round/>
            <a:headEnd type="oval" w="med" len="med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grpSp>
        <p:nvGrpSpPr>
          <p:cNvPr id="21" name="Group 450"/>
          <p:cNvGrpSpPr>
            <a:grpSpLocks/>
          </p:cNvGrpSpPr>
          <p:nvPr/>
        </p:nvGrpSpPr>
        <p:grpSpPr bwMode="auto">
          <a:xfrm>
            <a:off x="6768413" y="4672118"/>
            <a:ext cx="644304" cy="270554"/>
            <a:chOff x="2475" y="3875"/>
            <a:chExt cx="499" cy="227"/>
          </a:xfrm>
        </p:grpSpPr>
        <p:grpSp>
          <p:nvGrpSpPr>
            <p:cNvPr id="22" name="Group 451"/>
            <p:cNvGrpSpPr>
              <a:grpSpLocks/>
            </p:cNvGrpSpPr>
            <p:nvPr/>
          </p:nvGrpSpPr>
          <p:grpSpPr bwMode="auto">
            <a:xfrm rot="10800000">
              <a:off x="2702" y="3966"/>
              <a:ext cx="272" cy="136"/>
              <a:chOff x="1477" y="3739"/>
              <a:chExt cx="227" cy="91"/>
            </a:xfrm>
          </p:grpSpPr>
          <p:sp>
            <p:nvSpPr>
              <p:cNvPr id="57693" name="AutoShape 452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57694" name="Rectangle 453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57689" name="Rectangle 454"/>
            <p:cNvSpPr>
              <a:spLocks noChangeArrowheads="1"/>
            </p:cNvSpPr>
            <p:nvPr/>
          </p:nvSpPr>
          <p:spPr bwMode="auto">
            <a:xfrm flipH="1">
              <a:off x="2475" y="3966"/>
              <a:ext cx="182" cy="136"/>
            </a:xfrm>
            <a:prstGeom prst="rect">
              <a:avLst/>
            </a:prstGeom>
            <a:solidFill>
              <a:srgbClr val="FFCC99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TRF</a:t>
              </a:r>
              <a:endParaRPr lang="ko-KR" altLang="ko-KR" dirty="0"/>
            </a:p>
          </p:txBody>
        </p:sp>
        <p:sp>
          <p:nvSpPr>
            <p:cNvPr id="57690" name="Line 455"/>
            <p:cNvSpPr>
              <a:spLocks noChangeShapeType="1"/>
            </p:cNvSpPr>
            <p:nvPr/>
          </p:nvSpPr>
          <p:spPr bwMode="auto">
            <a:xfrm>
              <a:off x="2838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691" name="Line 456"/>
            <p:cNvSpPr>
              <a:spLocks noChangeShapeType="1"/>
            </p:cNvSpPr>
            <p:nvPr/>
          </p:nvSpPr>
          <p:spPr bwMode="auto">
            <a:xfrm flipV="1">
              <a:off x="2566" y="3875"/>
              <a:ext cx="272" cy="0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692" name="Line 457"/>
            <p:cNvSpPr>
              <a:spLocks noChangeShapeType="1"/>
            </p:cNvSpPr>
            <p:nvPr/>
          </p:nvSpPr>
          <p:spPr bwMode="auto">
            <a:xfrm flipV="1">
              <a:off x="2566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57596" name="Line 458"/>
          <p:cNvSpPr>
            <a:spLocks noChangeShapeType="1"/>
          </p:cNvSpPr>
          <p:nvPr/>
        </p:nvSpPr>
        <p:spPr bwMode="auto">
          <a:xfrm flipV="1">
            <a:off x="6885912" y="4942674"/>
            <a:ext cx="0" cy="324188"/>
          </a:xfrm>
          <a:prstGeom prst="line">
            <a:avLst/>
          </a:prstGeom>
          <a:noFill/>
          <a:ln w="25400">
            <a:solidFill>
              <a:srgbClr val="CC99FF"/>
            </a:solidFill>
            <a:round/>
            <a:headEnd type="oval" w="med" len="med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grpSp>
        <p:nvGrpSpPr>
          <p:cNvPr id="23" name="Group 459"/>
          <p:cNvGrpSpPr>
            <a:grpSpLocks/>
          </p:cNvGrpSpPr>
          <p:nvPr/>
        </p:nvGrpSpPr>
        <p:grpSpPr bwMode="auto">
          <a:xfrm>
            <a:off x="5186708" y="4672118"/>
            <a:ext cx="644303" cy="270554"/>
            <a:chOff x="2475" y="3875"/>
            <a:chExt cx="499" cy="227"/>
          </a:xfrm>
        </p:grpSpPr>
        <p:grpSp>
          <p:nvGrpSpPr>
            <p:cNvPr id="24" name="Group 460"/>
            <p:cNvGrpSpPr>
              <a:grpSpLocks/>
            </p:cNvGrpSpPr>
            <p:nvPr/>
          </p:nvGrpSpPr>
          <p:grpSpPr bwMode="auto">
            <a:xfrm rot="10800000">
              <a:off x="2702" y="3966"/>
              <a:ext cx="272" cy="136"/>
              <a:chOff x="1477" y="3739"/>
              <a:chExt cx="227" cy="91"/>
            </a:xfrm>
          </p:grpSpPr>
          <p:sp>
            <p:nvSpPr>
              <p:cNvPr id="57686" name="AutoShape 461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57687" name="Rectangle 462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57682" name="Rectangle 463"/>
            <p:cNvSpPr>
              <a:spLocks noChangeArrowheads="1"/>
            </p:cNvSpPr>
            <p:nvPr/>
          </p:nvSpPr>
          <p:spPr bwMode="auto">
            <a:xfrm flipH="1">
              <a:off x="2475" y="3966"/>
              <a:ext cx="182" cy="136"/>
            </a:xfrm>
            <a:prstGeom prst="rect">
              <a:avLst/>
            </a:prstGeom>
            <a:solidFill>
              <a:srgbClr val="FFCC99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TRF</a:t>
              </a:r>
              <a:endParaRPr lang="ko-KR" altLang="ko-KR" dirty="0"/>
            </a:p>
          </p:txBody>
        </p:sp>
        <p:sp>
          <p:nvSpPr>
            <p:cNvPr id="57683" name="Line 464"/>
            <p:cNvSpPr>
              <a:spLocks noChangeShapeType="1"/>
            </p:cNvSpPr>
            <p:nvPr/>
          </p:nvSpPr>
          <p:spPr bwMode="auto">
            <a:xfrm>
              <a:off x="2838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684" name="Line 465"/>
            <p:cNvSpPr>
              <a:spLocks noChangeShapeType="1"/>
            </p:cNvSpPr>
            <p:nvPr/>
          </p:nvSpPr>
          <p:spPr bwMode="auto">
            <a:xfrm flipV="1">
              <a:off x="2566" y="3875"/>
              <a:ext cx="272" cy="0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685" name="Line 466"/>
            <p:cNvSpPr>
              <a:spLocks noChangeShapeType="1"/>
            </p:cNvSpPr>
            <p:nvPr/>
          </p:nvSpPr>
          <p:spPr bwMode="auto">
            <a:xfrm flipV="1">
              <a:off x="2566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57598" name="Line 467"/>
          <p:cNvSpPr>
            <a:spLocks noChangeShapeType="1"/>
          </p:cNvSpPr>
          <p:nvPr/>
        </p:nvSpPr>
        <p:spPr bwMode="auto">
          <a:xfrm flipV="1">
            <a:off x="6199448" y="4942674"/>
            <a:ext cx="0" cy="215727"/>
          </a:xfrm>
          <a:prstGeom prst="line">
            <a:avLst/>
          </a:prstGeom>
          <a:noFill/>
          <a:ln w="25400">
            <a:solidFill>
              <a:srgbClr val="CC99FF"/>
            </a:solidFill>
            <a:round/>
            <a:headEnd type="oval" w="med" len="med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grpSp>
        <p:nvGrpSpPr>
          <p:cNvPr id="25" name="Group 468"/>
          <p:cNvGrpSpPr>
            <a:grpSpLocks/>
          </p:cNvGrpSpPr>
          <p:nvPr/>
        </p:nvGrpSpPr>
        <p:grpSpPr bwMode="auto">
          <a:xfrm>
            <a:off x="4131805" y="4672118"/>
            <a:ext cx="644304" cy="270554"/>
            <a:chOff x="2475" y="3875"/>
            <a:chExt cx="499" cy="227"/>
          </a:xfrm>
        </p:grpSpPr>
        <p:grpSp>
          <p:nvGrpSpPr>
            <p:cNvPr id="26" name="Group 469"/>
            <p:cNvGrpSpPr>
              <a:grpSpLocks/>
            </p:cNvGrpSpPr>
            <p:nvPr/>
          </p:nvGrpSpPr>
          <p:grpSpPr bwMode="auto">
            <a:xfrm rot="10800000">
              <a:off x="2702" y="3966"/>
              <a:ext cx="272" cy="136"/>
              <a:chOff x="1477" y="3739"/>
              <a:chExt cx="227" cy="91"/>
            </a:xfrm>
          </p:grpSpPr>
          <p:sp>
            <p:nvSpPr>
              <p:cNvPr id="57679" name="AutoShape 470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57680" name="Rectangle 471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57675" name="Rectangle 472"/>
            <p:cNvSpPr>
              <a:spLocks noChangeArrowheads="1"/>
            </p:cNvSpPr>
            <p:nvPr/>
          </p:nvSpPr>
          <p:spPr bwMode="auto">
            <a:xfrm flipH="1">
              <a:off x="2475" y="3966"/>
              <a:ext cx="182" cy="136"/>
            </a:xfrm>
            <a:prstGeom prst="rect">
              <a:avLst/>
            </a:prstGeom>
            <a:solidFill>
              <a:srgbClr val="FFCC99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TRF</a:t>
              </a:r>
              <a:endParaRPr lang="ko-KR" altLang="ko-KR" dirty="0"/>
            </a:p>
          </p:txBody>
        </p:sp>
        <p:sp>
          <p:nvSpPr>
            <p:cNvPr id="57676" name="Line 473"/>
            <p:cNvSpPr>
              <a:spLocks noChangeShapeType="1"/>
            </p:cNvSpPr>
            <p:nvPr/>
          </p:nvSpPr>
          <p:spPr bwMode="auto">
            <a:xfrm>
              <a:off x="2838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677" name="Line 474"/>
            <p:cNvSpPr>
              <a:spLocks noChangeShapeType="1"/>
            </p:cNvSpPr>
            <p:nvPr/>
          </p:nvSpPr>
          <p:spPr bwMode="auto">
            <a:xfrm flipV="1">
              <a:off x="2566" y="3875"/>
              <a:ext cx="272" cy="0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678" name="Line 475"/>
            <p:cNvSpPr>
              <a:spLocks noChangeShapeType="1"/>
            </p:cNvSpPr>
            <p:nvPr/>
          </p:nvSpPr>
          <p:spPr bwMode="auto">
            <a:xfrm flipV="1">
              <a:off x="2566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57600" name="Line 476"/>
          <p:cNvSpPr>
            <a:spLocks noChangeShapeType="1"/>
          </p:cNvSpPr>
          <p:nvPr/>
        </p:nvSpPr>
        <p:spPr bwMode="auto">
          <a:xfrm flipV="1">
            <a:off x="3548845" y="4942674"/>
            <a:ext cx="1292" cy="324188"/>
          </a:xfrm>
          <a:prstGeom prst="line">
            <a:avLst/>
          </a:prstGeom>
          <a:noFill/>
          <a:ln w="25400">
            <a:solidFill>
              <a:srgbClr val="CC99FF"/>
            </a:solidFill>
            <a:round/>
            <a:headEnd type="oval" w="med" len="med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grpSp>
        <p:nvGrpSpPr>
          <p:cNvPr id="27" name="Group 477"/>
          <p:cNvGrpSpPr>
            <a:grpSpLocks/>
          </p:cNvGrpSpPr>
          <p:nvPr/>
        </p:nvGrpSpPr>
        <p:grpSpPr bwMode="auto">
          <a:xfrm>
            <a:off x="5014979" y="4293105"/>
            <a:ext cx="644304" cy="270554"/>
            <a:chOff x="2475" y="3875"/>
            <a:chExt cx="499" cy="227"/>
          </a:xfrm>
        </p:grpSpPr>
        <p:grpSp>
          <p:nvGrpSpPr>
            <p:cNvPr id="28" name="Group 478"/>
            <p:cNvGrpSpPr>
              <a:grpSpLocks/>
            </p:cNvGrpSpPr>
            <p:nvPr/>
          </p:nvGrpSpPr>
          <p:grpSpPr bwMode="auto">
            <a:xfrm rot="10800000">
              <a:off x="2702" y="3966"/>
              <a:ext cx="272" cy="136"/>
              <a:chOff x="1477" y="3739"/>
              <a:chExt cx="227" cy="91"/>
            </a:xfrm>
          </p:grpSpPr>
          <p:sp>
            <p:nvSpPr>
              <p:cNvPr id="57672" name="AutoShape 479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57673" name="Rectangle 480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57668" name="Rectangle 481"/>
            <p:cNvSpPr>
              <a:spLocks noChangeArrowheads="1"/>
            </p:cNvSpPr>
            <p:nvPr/>
          </p:nvSpPr>
          <p:spPr bwMode="auto">
            <a:xfrm flipH="1">
              <a:off x="2475" y="3966"/>
              <a:ext cx="182" cy="136"/>
            </a:xfrm>
            <a:prstGeom prst="rect">
              <a:avLst/>
            </a:prstGeom>
            <a:solidFill>
              <a:srgbClr val="FFCC99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TRF</a:t>
              </a:r>
              <a:endParaRPr lang="ko-KR" altLang="ko-KR" dirty="0"/>
            </a:p>
          </p:txBody>
        </p:sp>
        <p:sp>
          <p:nvSpPr>
            <p:cNvPr id="57669" name="Line 482"/>
            <p:cNvSpPr>
              <a:spLocks noChangeShapeType="1"/>
            </p:cNvSpPr>
            <p:nvPr/>
          </p:nvSpPr>
          <p:spPr bwMode="auto">
            <a:xfrm>
              <a:off x="2838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670" name="Line 483"/>
            <p:cNvSpPr>
              <a:spLocks noChangeShapeType="1"/>
            </p:cNvSpPr>
            <p:nvPr/>
          </p:nvSpPr>
          <p:spPr bwMode="auto">
            <a:xfrm flipV="1">
              <a:off x="2566" y="3875"/>
              <a:ext cx="272" cy="0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671" name="Line 484"/>
            <p:cNvSpPr>
              <a:spLocks noChangeShapeType="1"/>
            </p:cNvSpPr>
            <p:nvPr/>
          </p:nvSpPr>
          <p:spPr bwMode="auto">
            <a:xfrm flipV="1">
              <a:off x="2566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57602" name="Line 485"/>
          <p:cNvSpPr>
            <a:spLocks noChangeShapeType="1"/>
          </p:cNvSpPr>
          <p:nvPr/>
        </p:nvSpPr>
        <p:spPr bwMode="auto">
          <a:xfrm flipV="1">
            <a:off x="4852221" y="4563661"/>
            <a:ext cx="0" cy="703201"/>
          </a:xfrm>
          <a:prstGeom prst="line">
            <a:avLst/>
          </a:prstGeom>
          <a:noFill/>
          <a:ln w="25400">
            <a:solidFill>
              <a:srgbClr val="CC99FF"/>
            </a:solidFill>
            <a:round/>
            <a:headEnd type="oval" w="med" len="med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grpSp>
        <p:nvGrpSpPr>
          <p:cNvPr id="29" name="Group 486"/>
          <p:cNvGrpSpPr>
            <a:grpSpLocks/>
          </p:cNvGrpSpPr>
          <p:nvPr/>
        </p:nvGrpSpPr>
        <p:grpSpPr bwMode="auto">
          <a:xfrm flipH="1">
            <a:off x="4312573" y="4293105"/>
            <a:ext cx="644304" cy="270554"/>
            <a:chOff x="2475" y="3875"/>
            <a:chExt cx="499" cy="227"/>
          </a:xfrm>
        </p:grpSpPr>
        <p:grpSp>
          <p:nvGrpSpPr>
            <p:cNvPr id="30" name="Group 487"/>
            <p:cNvGrpSpPr>
              <a:grpSpLocks/>
            </p:cNvGrpSpPr>
            <p:nvPr/>
          </p:nvGrpSpPr>
          <p:grpSpPr bwMode="auto">
            <a:xfrm rot="10800000">
              <a:off x="2702" y="3966"/>
              <a:ext cx="272" cy="136"/>
              <a:chOff x="1477" y="3739"/>
              <a:chExt cx="227" cy="91"/>
            </a:xfrm>
          </p:grpSpPr>
          <p:sp>
            <p:nvSpPr>
              <p:cNvPr id="57665" name="AutoShape 488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57666" name="Rectangle 489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57661" name="Rectangle 490"/>
            <p:cNvSpPr>
              <a:spLocks noChangeArrowheads="1"/>
            </p:cNvSpPr>
            <p:nvPr/>
          </p:nvSpPr>
          <p:spPr bwMode="auto">
            <a:xfrm flipH="1">
              <a:off x="2475" y="3966"/>
              <a:ext cx="182" cy="136"/>
            </a:xfrm>
            <a:prstGeom prst="rect">
              <a:avLst/>
            </a:prstGeom>
            <a:solidFill>
              <a:srgbClr val="FFCC99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TRF</a:t>
              </a:r>
              <a:endParaRPr lang="ko-KR" altLang="ko-KR" dirty="0"/>
            </a:p>
          </p:txBody>
        </p:sp>
        <p:sp>
          <p:nvSpPr>
            <p:cNvPr id="57662" name="Line 491"/>
            <p:cNvSpPr>
              <a:spLocks noChangeShapeType="1"/>
            </p:cNvSpPr>
            <p:nvPr/>
          </p:nvSpPr>
          <p:spPr bwMode="auto">
            <a:xfrm>
              <a:off x="2838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663" name="Line 492"/>
            <p:cNvSpPr>
              <a:spLocks noChangeShapeType="1"/>
            </p:cNvSpPr>
            <p:nvPr/>
          </p:nvSpPr>
          <p:spPr bwMode="auto">
            <a:xfrm flipV="1">
              <a:off x="2566" y="3875"/>
              <a:ext cx="272" cy="0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664" name="Line 493"/>
            <p:cNvSpPr>
              <a:spLocks noChangeShapeType="1"/>
            </p:cNvSpPr>
            <p:nvPr/>
          </p:nvSpPr>
          <p:spPr bwMode="auto">
            <a:xfrm flipV="1">
              <a:off x="2566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57609" name="Rectangle 499"/>
          <p:cNvSpPr>
            <a:spLocks noChangeArrowheads="1"/>
          </p:cNvSpPr>
          <p:nvPr/>
        </p:nvSpPr>
        <p:spPr bwMode="auto">
          <a:xfrm>
            <a:off x="6760667" y="4293105"/>
            <a:ext cx="357659" cy="10846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DC 37.5V</a:t>
            </a:r>
            <a:endParaRPr lang="ko-KR" altLang="ko-KR" dirty="0"/>
          </a:p>
        </p:txBody>
      </p:sp>
      <p:sp>
        <p:nvSpPr>
          <p:cNvPr id="57610" name="Line 500"/>
          <p:cNvSpPr>
            <a:spLocks noChangeShapeType="1"/>
          </p:cNvSpPr>
          <p:nvPr/>
        </p:nvSpPr>
        <p:spPr bwMode="auto">
          <a:xfrm flipH="1" flipV="1">
            <a:off x="6650916" y="4401564"/>
            <a:ext cx="468701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611" name="Line 501"/>
          <p:cNvSpPr>
            <a:spLocks noChangeShapeType="1"/>
          </p:cNvSpPr>
          <p:nvPr/>
        </p:nvSpPr>
        <p:spPr bwMode="auto">
          <a:xfrm flipV="1">
            <a:off x="5107730" y="4563660"/>
            <a:ext cx="1290" cy="594741"/>
          </a:xfrm>
          <a:prstGeom prst="line">
            <a:avLst/>
          </a:prstGeom>
          <a:noFill/>
          <a:ln w="25400">
            <a:solidFill>
              <a:srgbClr val="CC99FF"/>
            </a:solidFill>
            <a:round/>
            <a:headEnd type="oval" w="med" len="med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grpSp>
        <p:nvGrpSpPr>
          <p:cNvPr id="401" name="그룹 400"/>
          <p:cNvGrpSpPr/>
          <p:nvPr/>
        </p:nvGrpSpPr>
        <p:grpSpPr>
          <a:xfrm>
            <a:off x="3487740" y="2420889"/>
            <a:ext cx="410361" cy="246888"/>
            <a:chOff x="3219450" y="2420888"/>
            <a:chExt cx="378795" cy="246888"/>
          </a:xfrm>
        </p:grpSpPr>
        <p:sp>
          <p:nvSpPr>
            <p:cNvPr id="57616" name="Rectangle 523"/>
            <p:cNvSpPr>
              <a:spLocks noChangeArrowheads="1"/>
            </p:cNvSpPr>
            <p:nvPr/>
          </p:nvSpPr>
          <p:spPr bwMode="auto">
            <a:xfrm>
              <a:off x="3268098" y="2420888"/>
              <a:ext cx="330147" cy="108459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27" tIns="45713" rIns="91427" bIns="45713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DC 37.5V</a:t>
              </a:r>
              <a:endParaRPr lang="ko-KR" altLang="ko-KR" dirty="0"/>
            </a:p>
          </p:txBody>
        </p:sp>
        <p:sp>
          <p:nvSpPr>
            <p:cNvPr id="57617" name="Line 524"/>
            <p:cNvSpPr>
              <a:spLocks noChangeShapeType="1"/>
            </p:cNvSpPr>
            <p:nvPr/>
          </p:nvSpPr>
          <p:spPr bwMode="auto">
            <a:xfrm flipV="1">
              <a:off x="3220423" y="2524584"/>
              <a:ext cx="377822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none" w="med" len="lg"/>
            </a:ln>
          </p:spPr>
          <p:txBody>
            <a:bodyPr lIns="68644" tIns="34322" rIns="68644" bIns="34322"/>
            <a:lstStyle/>
            <a:p>
              <a:endParaRPr lang="ko-KR" altLang="en-US"/>
            </a:p>
          </p:txBody>
        </p:sp>
        <p:sp>
          <p:nvSpPr>
            <p:cNvPr id="57618" name="Line 525"/>
            <p:cNvSpPr>
              <a:spLocks noChangeShapeType="1"/>
            </p:cNvSpPr>
            <p:nvPr/>
          </p:nvSpPr>
          <p:spPr bwMode="auto">
            <a:xfrm flipH="1" flipV="1">
              <a:off x="3219450" y="2514600"/>
              <a:ext cx="973" cy="15317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 type="arrow" w="med" len="med"/>
              <a:tailEnd type="none" w="med" len="lg"/>
            </a:ln>
          </p:spPr>
          <p:txBody>
            <a:bodyPr lIns="68644" tIns="34322" rIns="68644" bIns="34322"/>
            <a:lstStyle/>
            <a:p>
              <a:endParaRPr lang="ko-KR" altLang="en-US"/>
            </a:p>
          </p:txBody>
        </p:sp>
      </p:grpSp>
      <p:sp>
        <p:nvSpPr>
          <p:cNvPr id="57619" name="Rectangle 527"/>
          <p:cNvSpPr>
            <a:spLocks noChangeArrowheads="1"/>
          </p:cNvSpPr>
          <p:nvPr/>
        </p:nvSpPr>
        <p:spPr bwMode="auto">
          <a:xfrm flipH="1">
            <a:off x="1204681" y="5085186"/>
            <a:ext cx="410599" cy="938510"/>
          </a:xfrm>
          <a:prstGeom prst="rect">
            <a:avLst/>
          </a:prstGeom>
          <a:solidFill>
            <a:srgbClr val="FFCC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AAB</a:t>
            </a:r>
            <a:endParaRPr lang="ko-KR" altLang="ko-KR" dirty="0"/>
          </a:p>
        </p:txBody>
      </p:sp>
      <p:sp>
        <p:nvSpPr>
          <p:cNvPr id="57620" name="Rectangle 571"/>
          <p:cNvSpPr>
            <a:spLocks noChangeArrowheads="1"/>
          </p:cNvSpPr>
          <p:nvPr/>
        </p:nvSpPr>
        <p:spPr bwMode="auto">
          <a:xfrm>
            <a:off x="4082312" y="2920714"/>
            <a:ext cx="335194" cy="4571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ANSM</a:t>
            </a:r>
            <a:endParaRPr lang="ko-KR" altLang="ko-KR" dirty="0"/>
          </a:p>
        </p:txBody>
      </p:sp>
      <p:sp>
        <p:nvSpPr>
          <p:cNvPr id="57621" name="Line 572"/>
          <p:cNvSpPr>
            <a:spLocks noChangeShapeType="1"/>
          </p:cNvSpPr>
          <p:nvPr/>
        </p:nvSpPr>
        <p:spPr bwMode="auto">
          <a:xfrm rot="16200000" flipH="1" flipV="1">
            <a:off x="4184694" y="2648810"/>
            <a:ext cx="107268" cy="0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/>
            <a:tailEnd type="none" w="med" len="lg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622" name="Line 573"/>
          <p:cNvSpPr>
            <a:spLocks noChangeShapeType="1"/>
          </p:cNvSpPr>
          <p:nvPr/>
        </p:nvSpPr>
        <p:spPr bwMode="auto">
          <a:xfrm flipV="1">
            <a:off x="1609726" y="2595174"/>
            <a:ext cx="2641197" cy="2408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arrow" w="med" len="med"/>
            <a:tailEnd type="none" w="med" len="lg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grpSp>
        <p:nvGrpSpPr>
          <p:cNvPr id="31" name="Group 574"/>
          <p:cNvGrpSpPr>
            <a:grpSpLocks/>
          </p:cNvGrpSpPr>
          <p:nvPr/>
        </p:nvGrpSpPr>
        <p:grpSpPr bwMode="auto">
          <a:xfrm rot="5400000">
            <a:off x="4163803" y="2750462"/>
            <a:ext cx="162094" cy="87801"/>
            <a:chOff x="3609" y="1970"/>
            <a:chExt cx="197" cy="91"/>
          </a:xfrm>
        </p:grpSpPr>
        <p:sp>
          <p:nvSpPr>
            <p:cNvPr id="57658" name="Rectangle 575" descr="60%"/>
            <p:cNvSpPr>
              <a:spLocks noChangeArrowheads="1"/>
            </p:cNvSpPr>
            <p:nvPr/>
          </p:nvSpPr>
          <p:spPr bwMode="auto">
            <a:xfrm rot="5400000">
              <a:off x="3730" y="1985"/>
              <a:ext cx="91" cy="61"/>
            </a:xfrm>
            <a:prstGeom prst="rect">
              <a:avLst/>
            </a:prstGeom>
            <a:pattFill prst="pct60">
              <a:fgClr>
                <a:srgbClr val="333333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/>
            </a:p>
          </p:txBody>
        </p:sp>
        <p:sp>
          <p:nvSpPr>
            <p:cNvPr id="57659" name="Rectangle 576"/>
            <p:cNvSpPr>
              <a:spLocks noChangeArrowheads="1"/>
            </p:cNvSpPr>
            <p:nvPr/>
          </p:nvSpPr>
          <p:spPr bwMode="auto">
            <a:xfrm rot="5400000">
              <a:off x="3631" y="1948"/>
              <a:ext cx="91" cy="136"/>
            </a:xfrm>
            <a:prstGeom prst="rect">
              <a:avLst/>
            </a:prstGeom>
            <a:solidFill>
              <a:srgbClr val="969696">
                <a:alpha val="45882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/>
            </a:p>
          </p:txBody>
        </p:sp>
      </p:grpSp>
      <p:sp>
        <p:nvSpPr>
          <p:cNvPr id="57624" name="Rectangle 75"/>
          <p:cNvSpPr>
            <a:spLocks noChangeArrowheads="1"/>
          </p:cNvSpPr>
          <p:nvPr/>
        </p:nvSpPr>
        <p:spPr bwMode="auto">
          <a:xfrm flipH="1">
            <a:off x="2786389" y="3644729"/>
            <a:ext cx="575869" cy="235990"/>
          </a:xfrm>
          <a:prstGeom prst="rect">
            <a:avLst/>
          </a:prstGeom>
          <a:solidFill>
            <a:srgbClr val="CCFFFF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Driver PA</a:t>
            </a:r>
          </a:p>
          <a:p>
            <a:pPr algn="ctr"/>
            <a:r>
              <a:rPr lang="en-US" altLang="ko-KR" sz="600" dirty="0">
                <a:latin typeface="Arial" charset="0"/>
              </a:rPr>
              <a:t>Operation Box</a:t>
            </a:r>
            <a:endParaRPr lang="ko-KR" altLang="ko-KR" dirty="0"/>
          </a:p>
        </p:txBody>
      </p:sp>
      <p:sp>
        <p:nvSpPr>
          <p:cNvPr id="57625" name="Rectangle 76"/>
          <p:cNvSpPr>
            <a:spLocks noChangeArrowheads="1"/>
          </p:cNvSpPr>
          <p:nvPr/>
        </p:nvSpPr>
        <p:spPr bwMode="auto">
          <a:xfrm>
            <a:off x="1776128" y="3315087"/>
            <a:ext cx="750181" cy="5244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DPO ADDRESS, ACT</a:t>
            </a:r>
            <a:endParaRPr lang="ko-KR" altLang="ko-KR" dirty="0"/>
          </a:p>
        </p:txBody>
      </p:sp>
      <p:sp>
        <p:nvSpPr>
          <p:cNvPr id="57626" name="Line 77"/>
          <p:cNvSpPr>
            <a:spLocks noChangeShapeType="1"/>
          </p:cNvSpPr>
          <p:nvPr/>
        </p:nvSpPr>
        <p:spPr bwMode="auto">
          <a:xfrm flipH="1" flipV="1">
            <a:off x="1615278" y="3382769"/>
            <a:ext cx="6736031" cy="1782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oval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640" name="Line 594"/>
          <p:cNvSpPr>
            <a:spLocks noChangeShapeType="1"/>
          </p:cNvSpPr>
          <p:nvPr/>
        </p:nvSpPr>
        <p:spPr bwMode="auto">
          <a:xfrm rot="10800000" flipV="1">
            <a:off x="2317687" y="3683467"/>
            <a:ext cx="468702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arrow" w="med" len="med"/>
            <a:tailEnd type="none" w="med" len="lg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641" name="Line 595"/>
          <p:cNvSpPr>
            <a:spLocks noChangeShapeType="1"/>
          </p:cNvSpPr>
          <p:nvPr/>
        </p:nvSpPr>
        <p:spPr bwMode="auto">
          <a:xfrm flipV="1">
            <a:off x="3363550" y="3808015"/>
            <a:ext cx="468701" cy="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arrow" w="med" len="med"/>
            <a:tailEnd type="none" w="med" len="lg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642" name="Rectangle 596"/>
          <p:cNvSpPr>
            <a:spLocks noChangeArrowheads="1"/>
          </p:cNvSpPr>
          <p:nvPr/>
        </p:nvSpPr>
        <p:spPr bwMode="auto">
          <a:xfrm>
            <a:off x="4399187" y="3805633"/>
            <a:ext cx="303430" cy="56017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Driver Microphone</a:t>
            </a:r>
            <a:endParaRPr lang="ko-KR" altLang="ko-KR" dirty="0"/>
          </a:p>
        </p:txBody>
      </p:sp>
      <p:sp>
        <p:nvSpPr>
          <p:cNvPr id="57643" name="Rectangle 597"/>
          <p:cNvSpPr>
            <a:spLocks noChangeArrowheads="1"/>
          </p:cNvSpPr>
          <p:nvPr/>
        </p:nvSpPr>
        <p:spPr bwMode="auto">
          <a:xfrm>
            <a:off x="2341974" y="3554270"/>
            <a:ext cx="357659" cy="10845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500" dirty="0">
                <a:latin typeface="Arial" charset="0"/>
              </a:rPr>
              <a:t>DC 37.5V</a:t>
            </a:r>
            <a:endParaRPr lang="ko-KR" altLang="ko-KR" dirty="0"/>
          </a:p>
        </p:txBody>
      </p:sp>
      <p:sp>
        <p:nvSpPr>
          <p:cNvPr id="57644" name="Rectangle 598"/>
          <p:cNvSpPr>
            <a:spLocks noChangeArrowheads="1"/>
          </p:cNvSpPr>
          <p:nvPr/>
        </p:nvSpPr>
        <p:spPr bwMode="auto">
          <a:xfrm>
            <a:off x="3430692" y="3698365"/>
            <a:ext cx="468701" cy="10845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500" dirty="0">
                <a:latin typeface="Arial" charset="0"/>
              </a:rPr>
              <a:t>DIMMER</a:t>
            </a:r>
            <a:endParaRPr lang="ko-KR" altLang="ko-KR" dirty="0"/>
          </a:p>
        </p:txBody>
      </p:sp>
      <p:sp>
        <p:nvSpPr>
          <p:cNvPr id="57645" name="Rectangle 599"/>
          <p:cNvSpPr>
            <a:spLocks noChangeArrowheads="1"/>
          </p:cNvSpPr>
          <p:nvPr/>
        </p:nvSpPr>
        <p:spPr bwMode="auto">
          <a:xfrm>
            <a:off x="3195694" y="3808015"/>
            <a:ext cx="852184" cy="8939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500" dirty="0">
                <a:latin typeface="Arial" charset="0"/>
              </a:rPr>
              <a:t>Audio</a:t>
            </a:r>
            <a:endParaRPr lang="ko-KR" altLang="ko-KR" dirty="0"/>
          </a:p>
        </p:txBody>
      </p:sp>
      <p:grpSp>
        <p:nvGrpSpPr>
          <p:cNvPr id="57415" name="Group 600"/>
          <p:cNvGrpSpPr>
            <a:grpSpLocks/>
          </p:cNvGrpSpPr>
          <p:nvPr/>
        </p:nvGrpSpPr>
        <p:grpSpPr bwMode="auto">
          <a:xfrm>
            <a:off x="4104793" y="3667377"/>
            <a:ext cx="176893" cy="247908"/>
            <a:chOff x="2793" y="3799"/>
            <a:chExt cx="137" cy="208"/>
          </a:xfrm>
        </p:grpSpPr>
        <p:sp>
          <p:nvSpPr>
            <p:cNvPr id="57654" name="Freeform 601"/>
            <p:cNvSpPr>
              <a:spLocks/>
            </p:cNvSpPr>
            <p:nvPr/>
          </p:nvSpPr>
          <p:spPr bwMode="auto">
            <a:xfrm flipH="1">
              <a:off x="2830" y="3858"/>
              <a:ext cx="50" cy="140"/>
            </a:xfrm>
            <a:custGeom>
              <a:avLst/>
              <a:gdLst>
                <a:gd name="T0" fmla="*/ 0 w 182"/>
                <a:gd name="T1" fmla="*/ 0 h 589"/>
                <a:gd name="T2" fmla="*/ 14 w 182"/>
                <a:gd name="T3" fmla="*/ 15 h 589"/>
                <a:gd name="T4" fmla="*/ 14 w 182"/>
                <a:gd name="T5" fmla="*/ 33 h 589"/>
                <a:gd name="T6" fmla="*/ 0 60000 65536"/>
                <a:gd name="T7" fmla="*/ 0 60000 65536"/>
                <a:gd name="T8" fmla="*/ 0 60000 65536"/>
                <a:gd name="T9" fmla="*/ 0 w 182"/>
                <a:gd name="T10" fmla="*/ 0 h 589"/>
                <a:gd name="T11" fmla="*/ 182 w 182"/>
                <a:gd name="T12" fmla="*/ 589 h 58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82" h="589">
                  <a:moveTo>
                    <a:pt x="0" y="0"/>
                  </a:moveTo>
                  <a:lnTo>
                    <a:pt x="182" y="272"/>
                  </a:lnTo>
                  <a:lnTo>
                    <a:pt x="182" y="589"/>
                  </a:lnTo>
                </a:path>
              </a:pathLst>
            </a:custGeom>
            <a:noFill/>
            <a:ln w="19050">
              <a:solidFill>
                <a:srgbClr val="333333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655" name="Rectangle 602" descr="60%"/>
            <p:cNvSpPr>
              <a:spLocks noChangeArrowheads="1"/>
            </p:cNvSpPr>
            <p:nvPr/>
          </p:nvSpPr>
          <p:spPr bwMode="auto">
            <a:xfrm rot="2256898" flipH="1">
              <a:off x="2907" y="3799"/>
              <a:ext cx="23" cy="27"/>
            </a:xfrm>
            <a:prstGeom prst="rect">
              <a:avLst/>
            </a:prstGeom>
            <a:pattFill prst="pct60">
              <a:fgClr>
                <a:srgbClr val="333333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/>
            </a:p>
          </p:txBody>
        </p:sp>
        <p:sp>
          <p:nvSpPr>
            <p:cNvPr id="57656" name="Rectangle 603"/>
            <p:cNvSpPr>
              <a:spLocks noChangeArrowheads="1"/>
            </p:cNvSpPr>
            <p:nvPr/>
          </p:nvSpPr>
          <p:spPr bwMode="auto">
            <a:xfrm rot="2256898" flipH="1">
              <a:off x="2883" y="3819"/>
              <a:ext cx="24" cy="43"/>
            </a:xfrm>
            <a:prstGeom prst="rect">
              <a:avLst/>
            </a:prstGeom>
            <a:solidFill>
              <a:srgbClr val="96969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/>
            </a:p>
          </p:txBody>
        </p:sp>
        <p:sp>
          <p:nvSpPr>
            <p:cNvPr id="57657" name="AutoShape 604"/>
            <p:cNvSpPr>
              <a:spLocks noChangeArrowheads="1"/>
            </p:cNvSpPr>
            <p:nvPr/>
          </p:nvSpPr>
          <p:spPr bwMode="auto">
            <a:xfrm rot="10800000" flipH="1">
              <a:off x="2793" y="3986"/>
              <a:ext cx="74" cy="21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378 w 21600"/>
                <a:gd name="T13" fmla="*/ 4114 h 21600"/>
                <a:gd name="T14" fmla="*/ 17222 w 21600"/>
                <a:gd name="T15" fmla="*/ 17486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C0C0C0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57647" name="Line 605"/>
          <p:cNvSpPr>
            <a:spLocks noChangeShapeType="1"/>
          </p:cNvSpPr>
          <p:nvPr/>
        </p:nvSpPr>
        <p:spPr bwMode="auto">
          <a:xfrm flipV="1">
            <a:off x="3371296" y="3909062"/>
            <a:ext cx="847011" cy="6222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arrow" w="med" len="med"/>
            <a:tailEnd type="none" w="med" len="lg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650" name="Line 613"/>
          <p:cNvSpPr>
            <a:spLocks noChangeShapeType="1"/>
          </p:cNvSpPr>
          <p:nvPr/>
        </p:nvSpPr>
        <p:spPr bwMode="auto">
          <a:xfrm>
            <a:off x="3079487" y="3861648"/>
            <a:ext cx="0" cy="162094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arrow" w="med" len="med"/>
            <a:tailEnd type="oval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407" name="TextBox 406"/>
          <p:cNvSpPr txBox="1"/>
          <p:nvPr/>
        </p:nvSpPr>
        <p:spPr>
          <a:xfrm>
            <a:off x="6903217" y="332657"/>
            <a:ext cx="1794199" cy="4153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21774" tIns="60888" rIns="121774" bIns="60888" rtlCol="0">
            <a:spAutoFit/>
          </a:bodyPr>
          <a:lstStyle/>
          <a:p>
            <a:r>
              <a:rPr lang="en-US" altLang="ko-KR" dirty="0" smtClean="0"/>
              <a:t>PA System M</a:t>
            </a:r>
            <a:r>
              <a:rPr lang="en-US" altLang="ko-KR" sz="1000" dirty="0"/>
              <a:t>A</a:t>
            </a:r>
            <a:endParaRPr lang="ko-KR" altLang="en-US" sz="1000" dirty="0"/>
          </a:p>
        </p:txBody>
      </p:sp>
      <p:sp>
        <p:nvSpPr>
          <p:cNvPr id="413" name="TextBox 412"/>
          <p:cNvSpPr txBox="1"/>
          <p:nvPr/>
        </p:nvSpPr>
        <p:spPr>
          <a:xfrm>
            <a:off x="4458533" y="5639025"/>
            <a:ext cx="390043" cy="261465"/>
          </a:xfrm>
          <a:prstGeom prst="rect">
            <a:avLst/>
          </a:prstGeom>
          <a:noFill/>
        </p:spPr>
        <p:txBody>
          <a:bodyPr wrap="square" lIns="121774" tIns="60888" rIns="121774" bIns="60888" rtlCol="0">
            <a:spAutoFit/>
          </a:bodyPr>
          <a:lstStyle/>
          <a:p>
            <a:r>
              <a:rPr lang="en-US" altLang="ko-KR" sz="9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rPr>
              <a:t>ESP</a:t>
            </a:r>
            <a:endParaRPr lang="ko-KR" altLang="en-US" sz="900" dirty="0">
              <a:latin typeface="안상수2006가는" pitchFamily="18" charset="-127"/>
              <a:ea typeface="안상수2006가는" pitchFamily="18" charset="-127"/>
              <a:cs typeface="한컴돋움" pitchFamily="18" charset="2"/>
            </a:endParaRPr>
          </a:p>
        </p:txBody>
      </p:sp>
      <p:sp>
        <p:nvSpPr>
          <p:cNvPr id="414" name="TextBox 413"/>
          <p:cNvSpPr txBox="1"/>
          <p:nvPr/>
        </p:nvSpPr>
        <p:spPr>
          <a:xfrm>
            <a:off x="3515551" y="5600399"/>
            <a:ext cx="390043" cy="261465"/>
          </a:xfrm>
          <a:prstGeom prst="rect">
            <a:avLst/>
          </a:prstGeom>
          <a:noFill/>
        </p:spPr>
        <p:txBody>
          <a:bodyPr wrap="square" lIns="121774" tIns="60888" rIns="121774" bIns="60888" rtlCol="0">
            <a:spAutoFit/>
          </a:bodyPr>
          <a:lstStyle/>
          <a:p>
            <a:r>
              <a:rPr lang="en-US" altLang="ko-KR" sz="9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rPr>
              <a:t>ESP</a:t>
            </a:r>
            <a:endParaRPr lang="ko-KR" altLang="en-US" sz="900" dirty="0">
              <a:latin typeface="안상수2006가는" pitchFamily="18" charset="-127"/>
              <a:ea typeface="안상수2006가는" pitchFamily="18" charset="-127"/>
              <a:cs typeface="한컴돋움" pitchFamily="18" charset="2"/>
            </a:endParaRPr>
          </a:p>
        </p:txBody>
      </p:sp>
      <p:sp>
        <p:nvSpPr>
          <p:cNvPr id="415" name="TextBox 414"/>
          <p:cNvSpPr txBox="1"/>
          <p:nvPr/>
        </p:nvSpPr>
        <p:spPr>
          <a:xfrm>
            <a:off x="5914284" y="5607186"/>
            <a:ext cx="390043" cy="261465"/>
          </a:xfrm>
          <a:prstGeom prst="rect">
            <a:avLst/>
          </a:prstGeom>
          <a:noFill/>
        </p:spPr>
        <p:txBody>
          <a:bodyPr wrap="square" lIns="121774" tIns="60888" rIns="121774" bIns="60888" rtlCol="0">
            <a:spAutoFit/>
          </a:bodyPr>
          <a:lstStyle/>
          <a:p>
            <a:r>
              <a:rPr lang="en-US" altLang="ko-KR" sz="9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rPr>
              <a:t>ESP</a:t>
            </a:r>
            <a:endParaRPr lang="ko-KR" altLang="en-US" sz="900" dirty="0">
              <a:latin typeface="안상수2006가는" pitchFamily="18" charset="-127"/>
              <a:ea typeface="안상수2006가는" pitchFamily="18" charset="-127"/>
              <a:cs typeface="한컴돋움" pitchFamily="18" charset="2"/>
            </a:endParaRPr>
          </a:p>
        </p:txBody>
      </p:sp>
      <p:sp>
        <p:nvSpPr>
          <p:cNvPr id="416" name="TextBox 415"/>
          <p:cNvSpPr txBox="1"/>
          <p:nvPr/>
        </p:nvSpPr>
        <p:spPr>
          <a:xfrm>
            <a:off x="6852726" y="5646392"/>
            <a:ext cx="390043" cy="261465"/>
          </a:xfrm>
          <a:prstGeom prst="rect">
            <a:avLst/>
          </a:prstGeom>
          <a:noFill/>
        </p:spPr>
        <p:txBody>
          <a:bodyPr wrap="square" lIns="121774" tIns="60888" rIns="121774" bIns="60888" rtlCol="0">
            <a:spAutoFit/>
          </a:bodyPr>
          <a:lstStyle/>
          <a:p>
            <a:r>
              <a:rPr lang="en-US" altLang="ko-KR" sz="9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rPr>
              <a:t>ESP</a:t>
            </a:r>
            <a:endParaRPr lang="ko-KR" altLang="en-US" sz="900" dirty="0">
              <a:latin typeface="안상수2006가는" pitchFamily="18" charset="-127"/>
              <a:ea typeface="안상수2006가는" pitchFamily="18" charset="-127"/>
              <a:cs typeface="한컴돋움" pitchFamily="18" charset="2"/>
            </a:endParaRPr>
          </a:p>
        </p:txBody>
      </p:sp>
      <p:sp>
        <p:nvSpPr>
          <p:cNvPr id="417" name="TextBox 416"/>
          <p:cNvSpPr txBox="1"/>
          <p:nvPr/>
        </p:nvSpPr>
        <p:spPr>
          <a:xfrm>
            <a:off x="6398432" y="4725146"/>
            <a:ext cx="390043" cy="261465"/>
          </a:xfrm>
          <a:prstGeom prst="rect">
            <a:avLst/>
          </a:prstGeom>
          <a:noFill/>
        </p:spPr>
        <p:txBody>
          <a:bodyPr wrap="square" lIns="121774" tIns="60888" rIns="121774" bIns="60888" rtlCol="0">
            <a:spAutoFit/>
          </a:bodyPr>
          <a:lstStyle/>
          <a:p>
            <a:r>
              <a:rPr lang="en-US" altLang="ko-KR" sz="9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rPr>
              <a:t>ISP</a:t>
            </a:r>
            <a:endParaRPr lang="ko-KR" altLang="en-US" sz="900" dirty="0">
              <a:latin typeface="안상수2006가는" pitchFamily="18" charset="-127"/>
              <a:ea typeface="안상수2006가는" pitchFamily="18" charset="-127"/>
              <a:cs typeface="한컴돋움" pitchFamily="18" charset="2"/>
            </a:endParaRPr>
          </a:p>
        </p:txBody>
      </p:sp>
      <p:sp>
        <p:nvSpPr>
          <p:cNvPr id="418" name="TextBox 417"/>
          <p:cNvSpPr txBox="1"/>
          <p:nvPr/>
        </p:nvSpPr>
        <p:spPr>
          <a:xfrm>
            <a:off x="3765674" y="4725146"/>
            <a:ext cx="390043" cy="261465"/>
          </a:xfrm>
          <a:prstGeom prst="rect">
            <a:avLst/>
          </a:prstGeom>
          <a:noFill/>
        </p:spPr>
        <p:txBody>
          <a:bodyPr wrap="square" lIns="121774" tIns="60888" rIns="121774" bIns="60888" rtlCol="0">
            <a:spAutoFit/>
          </a:bodyPr>
          <a:lstStyle/>
          <a:p>
            <a:r>
              <a:rPr lang="en-US" altLang="ko-KR" sz="9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rPr>
              <a:t>ISP</a:t>
            </a:r>
            <a:endParaRPr lang="ko-KR" altLang="en-US" sz="900" dirty="0">
              <a:latin typeface="안상수2006가는" pitchFamily="18" charset="-127"/>
              <a:ea typeface="안상수2006가는" pitchFamily="18" charset="-127"/>
              <a:cs typeface="한컴돋움" pitchFamily="18" charset="2"/>
            </a:endParaRPr>
          </a:p>
        </p:txBody>
      </p:sp>
      <p:sp>
        <p:nvSpPr>
          <p:cNvPr id="419" name="TextBox 418"/>
          <p:cNvSpPr txBox="1"/>
          <p:nvPr/>
        </p:nvSpPr>
        <p:spPr>
          <a:xfrm>
            <a:off x="4474630" y="4725146"/>
            <a:ext cx="390043" cy="261465"/>
          </a:xfrm>
          <a:prstGeom prst="rect">
            <a:avLst/>
          </a:prstGeom>
          <a:noFill/>
        </p:spPr>
        <p:txBody>
          <a:bodyPr wrap="square" lIns="121774" tIns="60888" rIns="121774" bIns="60888" rtlCol="0">
            <a:spAutoFit/>
          </a:bodyPr>
          <a:lstStyle/>
          <a:p>
            <a:r>
              <a:rPr lang="en-US" altLang="ko-KR" sz="9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rPr>
              <a:t>ISP</a:t>
            </a:r>
            <a:endParaRPr lang="ko-KR" altLang="en-US" sz="900" dirty="0">
              <a:latin typeface="안상수2006가는" pitchFamily="18" charset="-127"/>
              <a:ea typeface="안상수2006가는" pitchFamily="18" charset="-127"/>
              <a:cs typeface="한컴돋움" pitchFamily="18" charset="2"/>
            </a:endParaRPr>
          </a:p>
        </p:txBody>
      </p:sp>
      <p:sp>
        <p:nvSpPr>
          <p:cNvPr id="420" name="TextBox 419"/>
          <p:cNvSpPr txBox="1"/>
          <p:nvPr/>
        </p:nvSpPr>
        <p:spPr>
          <a:xfrm>
            <a:off x="4359888" y="4342881"/>
            <a:ext cx="390043" cy="261465"/>
          </a:xfrm>
          <a:prstGeom prst="rect">
            <a:avLst/>
          </a:prstGeom>
          <a:noFill/>
        </p:spPr>
        <p:txBody>
          <a:bodyPr wrap="square" lIns="121774" tIns="60888" rIns="121774" bIns="60888" rtlCol="0">
            <a:spAutoFit/>
          </a:bodyPr>
          <a:lstStyle/>
          <a:p>
            <a:r>
              <a:rPr lang="en-US" altLang="ko-KR" sz="9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rPr>
              <a:t>ISP</a:t>
            </a:r>
            <a:endParaRPr lang="ko-KR" altLang="en-US" sz="900" dirty="0">
              <a:latin typeface="안상수2006가는" pitchFamily="18" charset="-127"/>
              <a:ea typeface="안상수2006가는" pitchFamily="18" charset="-127"/>
              <a:cs typeface="한컴돋움" pitchFamily="18" charset="2"/>
            </a:endParaRPr>
          </a:p>
        </p:txBody>
      </p:sp>
      <p:sp>
        <p:nvSpPr>
          <p:cNvPr id="421" name="TextBox 420"/>
          <p:cNvSpPr txBox="1"/>
          <p:nvPr/>
        </p:nvSpPr>
        <p:spPr>
          <a:xfrm>
            <a:off x="5356803" y="4340722"/>
            <a:ext cx="390043" cy="261465"/>
          </a:xfrm>
          <a:prstGeom prst="rect">
            <a:avLst/>
          </a:prstGeom>
          <a:noFill/>
        </p:spPr>
        <p:txBody>
          <a:bodyPr wrap="square" lIns="121774" tIns="60888" rIns="121774" bIns="60888" rtlCol="0">
            <a:spAutoFit/>
          </a:bodyPr>
          <a:lstStyle/>
          <a:p>
            <a:r>
              <a:rPr lang="en-US" altLang="ko-KR" sz="9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rPr>
              <a:t>ISP</a:t>
            </a:r>
            <a:endParaRPr lang="ko-KR" altLang="en-US" sz="900" dirty="0">
              <a:latin typeface="안상수2006가는" pitchFamily="18" charset="-127"/>
              <a:ea typeface="안상수2006가는" pitchFamily="18" charset="-127"/>
              <a:cs typeface="한컴돋움" pitchFamily="18" charset="2"/>
            </a:endParaRPr>
          </a:p>
        </p:txBody>
      </p:sp>
      <p:sp>
        <p:nvSpPr>
          <p:cNvPr id="422" name="TextBox 421"/>
          <p:cNvSpPr txBox="1"/>
          <p:nvPr/>
        </p:nvSpPr>
        <p:spPr>
          <a:xfrm>
            <a:off x="5526579" y="4725146"/>
            <a:ext cx="390043" cy="261465"/>
          </a:xfrm>
          <a:prstGeom prst="rect">
            <a:avLst/>
          </a:prstGeom>
          <a:noFill/>
        </p:spPr>
        <p:txBody>
          <a:bodyPr wrap="square" lIns="121774" tIns="60888" rIns="121774" bIns="60888" rtlCol="0">
            <a:spAutoFit/>
          </a:bodyPr>
          <a:lstStyle/>
          <a:p>
            <a:r>
              <a:rPr lang="en-US" altLang="ko-KR" sz="9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rPr>
              <a:t>ISP</a:t>
            </a:r>
            <a:endParaRPr lang="ko-KR" altLang="en-US" sz="900" dirty="0">
              <a:latin typeface="안상수2006가는" pitchFamily="18" charset="-127"/>
              <a:ea typeface="안상수2006가는" pitchFamily="18" charset="-127"/>
              <a:cs typeface="한컴돋움" pitchFamily="18" charset="2"/>
            </a:endParaRPr>
          </a:p>
        </p:txBody>
      </p:sp>
      <p:sp>
        <p:nvSpPr>
          <p:cNvPr id="423" name="TextBox 422"/>
          <p:cNvSpPr txBox="1"/>
          <p:nvPr/>
        </p:nvSpPr>
        <p:spPr>
          <a:xfrm>
            <a:off x="2893491" y="4725146"/>
            <a:ext cx="390043" cy="261465"/>
          </a:xfrm>
          <a:prstGeom prst="rect">
            <a:avLst/>
          </a:prstGeom>
          <a:noFill/>
        </p:spPr>
        <p:txBody>
          <a:bodyPr wrap="square" lIns="121774" tIns="60888" rIns="121774" bIns="60888" rtlCol="0">
            <a:spAutoFit/>
          </a:bodyPr>
          <a:lstStyle/>
          <a:p>
            <a:r>
              <a:rPr lang="en-US" altLang="ko-KR" sz="9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rPr>
              <a:t>ISP</a:t>
            </a:r>
            <a:endParaRPr lang="ko-KR" altLang="en-US" sz="900" dirty="0">
              <a:latin typeface="안상수2006가는" pitchFamily="18" charset="-127"/>
              <a:ea typeface="안상수2006가는" pitchFamily="18" charset="-127"/>
              <a:cs typeface="한컴돋움" pitchFamily="18" charset="2"/>
            </a:endParaRPr>
          </a:p>
        </p:txBody>
      </p:sp>
      <p:sp>
        <p:nvSpPr>
          <p:cNvPr id="424" name="TextBox 423"/>
          <p:cNvSpPr txBox="1"/>
          <p:nvPr/>
        </p:nvSpPr>
        <p:spPr>
          <a:xfrm>
            <a:off x="7110830" y="4721971"/>
            <a:ext cx="390043" cy="261465"/>
          </a:xfrm>
          <a:prstGeom prst="rect">
            <a:avLst/>
          </a:prstGeom>
          <a:noFill/>
        </p:spPr>
        <p:txBody>
          <a:bodyPr wrap="square" lIns="121774" tIns="60888" rIns="121774" bIns="60888" rtlCol="0">
            <a:spAutoFit/>
          </a:bodyPr>
          <a:lstStyle/>
          <a:p>
            <a:r>
              <a:rPr lang="en-US" altLang="ko-KR" sz="9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rPr>
              <a:t>ISP</a:t>
            </a:r>
            <a:endParaRPr lang="ko-KR" altLang="en-US" sz="900" dirty="0">
              <a:latin typeface="안상수2006가는" pitchFamily="18" charset="-127"/>
              <a:ea typeface="안상수2006가는" pitchFamily="18" charset="-127"/>
              <a:cs typeface="한컴돋움" pitchFamily="18" charset="2"/>
            </a:endParaRPr>
          </a:p>
        </p:txBody>
      </p:sp>
      <p:sp>
        <p:nvSpPr>
          <p:cNvPr id="364" name="Rectangle 209"/>
          <p:cNvSpPr>
            <a:spLocks noChangeArrowheads="1"/>
          </p:cNvSpPr>
          <p:nvPr/>
        </p:nvSpPr>
        <p:spPr bwMode="auto">
          <a:xfrm flipH="1">
            <a:off x="1208586" y="2986666"/>
            <a:ext cx="234026" cy="288032"/>
          </a:xfrm>
          <a:prstGeom prst="rect">
            <a:avLst/>
          </a:prstGeom>
          <a:solidFill>
            <a:srgbClr val="FF99CC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62192" tIns="81095" rIns="162192" bIns="81095" anchor="ctr"/>
          <a:lstStyle/>
          <a:p>
            <a:pPr algn="ctr"/>
            <a:r>
              <a:rPr lang="en-US" altLang="ko-KR" sz="600" dirty="0">
                <a:latin typeface="Arial" charset="0"/>
              </a:rPr>
              <a:t>VOIP</a:t>
            </a:r>
            <a:endParaRPr lang="ko-KR" altLang="ko-KR" sz="600" dirty="0"/>
          </a:p>
        </p:txBody>
      </p:sp>
      <p:sp>
        <p:nvSpPr>
          <p:cNvPr id="365" name="Line 192"/>
          <p:cNvSpPr>
            <a:spLocks noChangeShapeType="1"/>
          </p:cNvSpPr>
          <p:nvPr/>
        </p:nvSpPr>
        <p:spPr bwMode="auto">
          <a:xfrm>
            <a:off x="964527" y="3009551"/>
            <a:ext cx="237578" cy="110844"/>
          </a:xfrm>
          <a:prstGeom prst="line">
            <a:avLst/>
          </a:prstGeom>
          <a:noFill/>
          <a:ln w="25400">
            <a:solidFill>
              <a:srgbClr val="00CCFF"/>
            </a:solidFill>
            <a:round/>
            <a:headEnd/>
            <a:tailEnd type="none" w="med" len="lg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366" name="Line 190"/>
          <p:cNvSpPr>
            <a:spLocks noChangeShapeType="1"/>
          </p:cNvSpPr>
          <p:nvPr/>
        </p:nvSpPr>
        <p:spPr bwMode="auto">
          <a:xfrm flipH="1" flipV="1">
            <a:off x="970304" y="1745084"/>
            <a:ext cx="2608" cy="1266631"/>
          </a:xfrm>
          <a:prstGeom prst="line">
            <a:avLst/>
          </a:prstGeom>
          <a:noFill/>
          <a:ln w="25400">
            <a:solidFill>
              <a:srgbClr val="00CCFF"/>
            </a:solidFill>
            <a:round/>
            <a:headEnd/>
            <a:tailEnd type="none" w="med" len="lg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368" name="Rectangle 571"/>
          <p:cNvSpPr>
            <a:spLocks noChangeArrowheads="1"/>
          </p:cNvSpPr>
          <p:nvPr/>
        </p:nvSpPr>
        <p:spPr bwMode="auto">
          <a:xfrm>
            <a:off x="7293261" y="2883210"/>
            <a:ext cx="335194" cy="4571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ANSM</a:t>
            </a:r>
            <a:endParaRPr lang="ko-KR" altLang="ko-KR" dirty="0"/>
          </a:p>
        </p:txBody>
      </p:sp>
      <p:grpSp>
        <p:nvGrpSpPr>
          <p:cNvPr id="369" name="Group 574"/>
          <p:cNvGrpSpPr>
            <a:grpSpLocks/>
          </p:cNvGrpSpPr>
          <p:nvPr/>
        </p:nvGrpSpPr>
        <p:grpSpPr bwMode="auto">
          <a:xfrm rot="5400000">
            <a:off x="7374753" y="2712959"/>
            <a:ext cx="162094" cy="87801"/>
            <a:chOff x="3609" y="1970"/>
            <a:chExt cx="197" cy="91"/>
          </a:xfrm>
        </p:grpSpPr>
        <p:sp>
          <p:nvSpPr>
            <p:cNvPr id="370" name="Rectangle 575" descr="60%"/>
            <p:cNvSpPr>
              <a:spLocks noChangeArrowheads="1"/>
            </p:cNvSpPr>
            <p:nvPr/>
          </p:nvSpPr>
          <p:spPr bwMode="auto">
            <a:xfrm rot="5400000">
              <a:off x="3730" y="1985"/>
              <a:ext cx="91" cy="61"/>
            </a:xfrm>
            <a:prstGeom prst="rect">
              <a:avLst/>
            </a:prstGeom>
            <a:pattFill prst="pct60">
              <a:fgClr>
                <a:srgbClr val="333333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/>
            </a:p>
          </p:txBody>
        </p:sp>
        <p:sp>
          <p:nvSpPr>
            <p:cNvPr id="371" name="Rectangle 576"/>
            <p:cNvSpPr>
              <a:spLocks noChangeArrowheads="1"/>
            </p:cNvSpPr>
            <p:nvPr/>
          </p:nvSpPr>
          <p:spPr bwMode="auto">
            <a:xfrm rot="5400000">
              <a:off x="3631" y="1948"/>
              <a:ext cx="91" cy="136"/>
            </a:xfrm>
            <a:prstGeom prst="rect">
              <a:avLst/>
            </a:prstGeom>
            <a:solidFill>
              <a:srgbClr val="969696">
                <a:alpha val="45882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/>
            </a:p>
          </p:txBody>
        </p:sp>
      </p:grpSp>
      <p:sp>
        <p:nvSpPr>
          <p:cNvPr id="372" name="Line 572"/>
          <p:cNvSpPr>
            <a:spLocks noChangeShapeType="1"/>
          </p:cNvSpPr>
          <p:nvPr/>
        </p:nvSpPr>
        <p:spPr bwMode="auto">
          <a:xfrm rot="16200000" flipH="1" flipV="1">
            <a:off x="7407908" y="2620956"/>
            <a:ext cx="91269" cy="72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/>
            <a:tailEnd type="none" w="med" len="lg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373" name="Line 573"/>
          <p:cNvSpPr>
            <a:spLocks noChangeShapeType="1"/>
          </p:cNvSpPr>
          <p:nvPr/>
        </p:nvSpPr>
        <p:spPr bwMode="auto">
          <a:xfrm flipV="1">
            <a:off x="4244447" y="2591232"/>
            <a:ext cx="3205691" cy="9524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none" w="med" len="med"/>
            <a:tailEnd type="none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cxnSp>
        <p:nvCxnSpPr>
          <p:cNvPr id="375" name="꺾인 연결선 374"/>
          <p:cNvCxnSpPr/>
          <p:nvPr/>
        </p:nvCxnSpPr>
        <p:spPr>
          <a:xfrm>
            <a:off x="588172" y="5029201"/>
            <a:ext cx="620416" cy="272008"/>
          </a:xfrm>
          <a:prstGeom prst="bentConnector3">
            <a:avLst>
              <a:gd name="adj1" fmla="val 936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3" name="Rectangle 93"/>
          <p:cNvSpPr>
            <a:spLocks noChangeArrowheads="1"/>
          </p:cNvSpPr>
          <p:nvPr/>
        </p:nvSpPr>
        <p:spPr bwMode="auto">
          <a:xfrm>
            <a:off x="636493" y="5190104"/>
            <a:ext cx="527465" cy="8293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Audio LINE</a:t>
            </a:r>
            <a:endParaRPr lang="ko-KR" altLang="ko-KR" dirty="0"/>
          </a:p>
        </p:txBody>
      </p:sp>
      <p:grpSp>
        <p:nvGrpSpPr>
          <p:cNvPr id="349" name="그룹 348"/>
          <p:cNvGrpSpPr/>
          <p:nvPr/>
        </p:nvGrpSpPr>
        <p:grpSpPr>
          <a:xfrm>
            <a:off x="8348649" y="3232027"/>
            <a:ext cx="405434" cy="82240"/>
            <a:chOff x="7706444" y="3562784"/>
            <a:chExt cx="374247" cy="82240"/>
          </a:xfrm>
        </p:grpSpPr>
        <p:sp>
          <p:nvSpPr>
            <p:cNvPr id="346" name="Freeform 553"/>
            <p:cNvSpPr>
              <a:spLocks/>
            </p:cNvSpPr>
            <p:nvPr/>
          </p:nvSpPr>
          <p:spPr bwMode="auto">
            <a:xfrm flipH="1">
              <a:off x="7706444" y="3590198"/>
              <a:ext cx="343258" cy="5482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68644" tIns="34322" rIns="68644" bIns="34322"/>
            <a:lstStyle/>
            <a:p>
              <a:endParaRPr lang="ko-KR" altLang="en-US"/>
            </a:p>
          </p:txBody>
        </p:sp>
        <p:sp>
          <p:nvSpPr>
            <p:cNvPr id="347" name="Oval 557"/>
            <p:cNvSpPr>
              <a:spLocks noChangeArrowheads="1"/>
            </p:cNvSpPr>
            <p:nvPr/>
          </p:nvSpPr>
          <p:spPr bwMode="auto">
            <a:xfrm flipH="1">
              <a:off x="8023481" y="3562784"/>
              <a:ext cx="57210" cy="53634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68644" tIns="34322" rIns="68644" bIns="34322" anchor="ctr"/>
            <a:lstStyle/>
            <a:p>
              <a:pPr algn="ctr"/>
              <a:endParaRPr lang="ko-KR" altLang="ko-KR"/>
            </a:p>
          </p:txBody>
        </p:sp>
      </p:grpSp>
      <p:sp>
        <p:nvSpPr>
          <p:cNvPr id="348" name="Line 9"/>
          <p:cNvSpPr>
            <a:spLocks noChangeShapeType="1"/>
          </p:cNvSpPr>
          <p:nvPr/>
        </p:nvSpPr>
        <p:spPr bwMode="auto">
          <a:xfrm flipH="1" flipV="1">
            <a:off x="1615139" y="3265806"/>
            <a:ext cx="6734840" cy="1192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oval" w="med" len="med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357" name="Line 173"/>
          <p:cNvSpPr>
            <a:spLocks noChangeShapeType="1"/>
          </p:cNvSpPr>
          <p:nvPr/>
        </p:nvSpPr>
        <p:spPr bwMode="auto">
          <a:xfrm flipH="1">
            <a:off x="3211196" y="2895602"/>
            <a:ext cx="1376" cy="381252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arrow" w="med" len="med"/>
            <a:tailEnd type="oval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374" name="Line 128"/>
          <p:cNvSpPr>
            <a:spLocks noChangeShapeType="1"/>
          </p:cNvSpPr>
          <p:nvPr/>
        </p:nvSpPr>
        <p:spPr bwMode="auto">
          <a:xfrm flipV="1">
            <a:off x="2111906" y="4470401"/>
            <a:ext cx="6879" cy="192405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oval" w="med" len="med"/>
            <a:tailEnd type="none" w="med" len="lg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376" name="Line 109"/>
          <p:cNvSpPr>
            <a:spLocks noChangeShapeType="1"/>
          </p:cNvSpPr>
          <p:nvPr/>
        </p:nvSpPr>
        <p:spPr bwMode="auto">
          <a:xfrm flipH="1">
            <a:off x="1620978" y="4470401"/>
            <a:ext cx="497807" cy="719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none" w="med" len="lg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377" name="Line 74"/>
          <p:cNvSpPr>
            <a:spLocks noChangeShapeType="1"/>
          </p:cNvSpPr>
          <p:nvPr/>
        </p:nvSpPr>
        <p:spPr bwMode="auto">
          <a:xfrm>
            <a:off x="338458" y="6179822"/>
            <a:ext cx="1449373" cy="3614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arrow"/>
            <a:tailEnd type="none" w="med" len="lg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378" name="Line 75"/>
          <p:cNvSpPr>
            <a:spLocks noChangeShapeType="1"/>
          </p:cNvSpPr>
          <p:nvPr/>
        </p:nvSpPr>
        <p:spPr bwMode="auto">
          <a:xfrm flipH="1">
            <a:off x="1910663" y="6185789"/>
            <a:ext cx="6443031" cy="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oval"/>
            <a:tailEnd type="none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379" name="Line 117"/>
          <p:cNvSpPr>
            <a:spLocks noChangeShapeType="1"/>
          </p:cNvSpPr>
          <p:nvPr/>
        </p:nvSpPr>
        <p:spPr bwMode="auto">
          <a:xfrm flipV="1">
            <a:off x="350490" y="6524627"/>
            <a:ext cx="8002539" cy="845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arrow" w="med" len="med"/>
            <a:tailEnd type="oval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380" name="Line 118"/>
          <p:cNvSpPr>
            <a:spLocks noChangeShapeType="1"/>
          </p:cNvSpPr>
          <p:nvPr/>
        </p:nvSpPr>
        <p:spPr bwMode="auto">
          <a:xfrm>
            <a:off x="350490" y="6633929"/>
            <a:ext cx="8002539" cy="234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arrow" w="med" len="med"/>
            <a:tailEnd type="oval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381" name="Line 134"/>
          <p:cNvSpPr>
            <a:spLocks noChangeShapeType="1"/>
          </p:cNvSpPr>
          <p:nvPr/>
        </p:nvSpPr>
        <p:spPr bwMode="auto">
          <a:xfrm flipV="1">
            <a:off x="350492" y="6286502"/>
            <a:ext cx="7997379" cy="7748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arrow" w="med" len="med"/>
            <a:tailEnd type="oval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382" name="Line 135"/>
          <p:cNvSpPr>
            <a:spLocks noChangeShapeType="1"/>
          </p:cNvSpPr>
          <p:nvPr/>
        </p:nvSpPr>
        <p:spPr bwMode="auto">
          <a:xfrm>
            <a:off x="350493" y="6402709"/>
            <a:ext cx="8007698" cy="2857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arrow" w="med" len="med"/>
            <a:tailEnd type="oval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384" name="Rectangle 207"/>
          <p:cNvSpPr>
            <a:spLocks noChangeArrowheads="1"/>
          </p:cNvSpPr>
          <p:nvPr/>
        </p:nvSpPr>
        <p:spPr bwMode="auto">
          <a:xfrm flipH="1">
            <a:off x="7397799" y="6092824"/>
            <a:ext cx="566831" cy="9415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RS485 TL</a:t>
            </a:r>
            <a:endParaRPr lang="ko-KR" altLang="ko-KR" dirty="0"/>
          </a:p>
        </p:txBody>
      </p:sp>
      <p:sp>
        <p:nvSpPr>
          <p:cNvPr id="385" name="Rectangle 208"/>
          <p:cNvSpPr>
            <a:spLocks noChangeArrowheads="1"/>
          </p:cNvSpPr>
          <p:nvPr/>
        </p:nvSpPr>
        <p:spPr bwMode="auto">
          <a:xfrm flipH="1">
            <a:off x="7409419" y="6213204"/>
            <a:ext cx="53326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/>
              <a:t>Dual- tone TL</a:t>
            </a:r>
            <a:endParaRPr lang="ko-KR" altLang="ko-KR" sz="600" dirty="0"/>
          </a:p>
        </p:txBody>
      </p:sp>
      <p:sp>
        <p:nvSpPr>
          <p:cNvPr id="386" name="Rectangle 209"/>
          <p:cNvSpPr>
            <a:spLocks noChangeArrowheads="1"/>
          </p:cNvSpPr>
          <p:nvPr/>
        </p:nvSpPr>
        <p:spPr bwMode="auto">
          <a:xfrm flipH="1">
            <a:off x="7413293" y="6321663"/>
            <a:ext cx="53326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 PA Audio TL</a:t>
            </a:r>
            <a:endParaRPr lang="ko-KR" altLang="ko-KR" dirty="0"/>
          </a:p>
        </p:txBody>
      </p:sp>
      <p:sp>
        <p:nvSpPr>
          <p:cNvPr id="387" name="Rectangle 210"/>
          <p:cNvSpPr>
            <a:spLocks noChangeArrowheads="1"/>
          </p:cNvSpPr>
          <p:nvPr/>
        </p:nvSpPr>
        <p:spPr bwMode="auto">
          <a:xfrm flipH="1">
            <a:off x="7412001" y="6438466"/>
            <a:ext cx="53326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IC TL</a:t>
            </a:r>
            <a:endParaRPr lang="ko-KR" altLang="ko-KR" dirty="0"/>
          </a:p>
        </p:txBody>
      </p:sp>
      <p:sp>
        <p:nvSpPr>
          <p:cNvPr id="388" name="Rectangle 211"/>
          <p:cNvSpPr>
            <a:spLocks noChangeArrowheads="1"/>
          </p:cNvSpPr>
          <p:nvPr/>
        </p:nvSpPr>
        <p:spPr bwMode="auto">
          <a:xfrm flipH="1">
            <a:off x="7412001" y="6552885"/>
            <a:ext cx="53326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PEI TL</a:t>
            </a:r>
            <a:endParaRPr lang="ko-KR" altLang="ko-KR" dirty="0"/>
          </a:p>
        </p:txBody>
      </p:sp>
      <p:sp>
        <p:nvSpPr>
          <p:cNvPr id="389" name="Rectangle 228"/>
          <p:cNvSpPr>
            <a:spLocks noChangeArrowheads="1"/>
          </p:cNvSpPr>
          <p:nvPr/>
        </p:nvSpPr>
        <p:spPr bwMode="auto">
          <a:xfrm>
            <a:off x="369858" y="6088057"/>
            <a:ext cx="566832" cy="9415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RS485 TL</a:t>
            </a:r>
            <a:endParaRPr lang="ko-KR" altLang="ko-KR" dirty="0"/>
          </a:p>
        </p:txBody>
      </p:sp>
      <p:sp>
        <p:nvSpPr>
          <p:cNvPr id="390" name="Rectangle 229"/>
          <p:cNvSpPr>
            <a:spLocks noChangeArrowheads="1"/>
          </p:cNvSpPr>
          <p:nvPr/>
        </p:nvSpPr>
        <p:spPr bwMode="auto">
          <a:xfrm>
            <a:off x="478034" y="6208436"/>
            <a:ext cx="53326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/>
              <a:t>Dual- tone TL</a:t>
            </a:r>
            <a:endParaRPr lang="ko-KR" altLang="ko-KR" sz="600" dirty="0"/>
          </a:p>
        </p:txBody>
      </p:sp>
      <p:sp>
        <p:nvSpPr>
          <p:cNvPr id="391" name="Rectangle 230"/>
          <p:cNvSpPr>
            <a:spLocks noChangeArrowheads="1"/>
          </p:cNvSpPr>
          <p:nvPr/>
        </p:nvSpPr>
        <p:spPr bwMode="auto">
          <a:xfrm>
            <a:off x="441300" y="6316896"/>
            <a:ext cx="53326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 PA Audio TL</a:t>
            </a:r>
            <a:endParaRPr lang="ko-KR" altLang="ko-KR" dirty="0"/>
          </a:p>
        </p:txBody>
      </p:sp>
      <p:sp>
        <p:nvSpPr>
          <p:cNvPr id="392" name="Rectangle 231"/>
          <p:cNvSpPr>
            <a:spLocks noChangeArrowheads="1"/>
          </p:cNvSpPr>
          <p:nvPr/>
        </p:nvSpPr>
        <p:spPr bwMode="auto">
          <a:xfrm>
            <a:off x="389228" y="6433699"/>
            <a:ext cx="53326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IC TL</a:t>
            </a:r>
            <a:endParaRPr lang="ko-KR" altLang="ko-KR" dirty="0"/>
          </a:p>
        </p:txBody>
      </p:sp>
      <p:sp>
        <p:nvSpPr>
          <p:cNvPr id="393" name="Rectangle 232"/>
          <p:cNvSpPr>
            <a:spLocks noChangeArrowheads="1"/>
          </p:cNvSpPr>
          <p:nvPr/>
        </p:nvSpPr>
        <p:spPr bwMode="auto">
          <a:xfrm>
            <a:off x="389228" y="6548119"/>
            <a:ext cx="53326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PEI TL</a:t>
            </a:r>
            <a:endParaRPr lang="ko-KR" altLang="ko-KR" dirty="0"/>
          </a:p>
        </p:txBody>
      </p:sp>
      <p:sp>
        <p:nvSpPr>
          <p:cNvPr id="396" name="Oval 567"/>
          <p:cNvSpPr>
            <a:spLocks noChangeArrowheads="1"/>
          </p:cNvSpPr>
          <p:nvPr/>
        </p:nvSpPr>
        <p:spPr bwMode="auto">
          <a:xfrm flipH="1">
            <a:off x="8687559" y="6377049"/>
            <a:ext cx="61978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91416" tIns="45708" rIns="91416" bIns="45708" anchor="ctr"/>
          <a:lstStyle/>
          <a:p>
            <a:pPr algn="ctr"/>
            <a:endParaRPr lang="ko-KR" altLang="ko-KR"/>
          </a:p>
        </p:txBody>
      </p:sp>
      <p:sp>
        <p:nvSpPr>
          <p:cNvPr id="398" name="Oval 567"/>
          <p:cNvSpPr>
            <a:spLocks noChangeArrowheads="1"/>
          </p:cNvSpPr>
          <p:nvPr/>
        </p:nvSpPr>
        <p:spPr bwMode="auto">
          <a:xfrm flipH="1">
            <a:off x="8672169" y="6156262"/>
            <a:ext cx="61978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91416" tIns="45708" rIns="91416" bIns="45708" anchor="ctr"/>
          <a:lstStyle/>
          <a:p>
            <a:pPr algn="ctr"/>
            <a:endParaRPr lang="ko-KR" altLang="ko-KR"/>
          </a:p>
        </p:txBody>
      </p:sp>
      <p:sp>
        <p:nvSpPr>
          <p:cNvPr id="399" name="Line 109"/>
          <p:cNvSpPr>
            <a:spLocks noChangeShapeType="1"/>
          </p:cNvSpPr>
          <p:nvPr/>
        </p:nvSpPr>
        <p:spPr bwMode="auto">
          <a:xfrm flipH="1">
            <a:off x="1626146" y="4584702"/>
            <a:ext cx="382572" cy="840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none" w="med" len="lg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400" name="Line 128"/>
          <p:cNvSpPr>
            <a:spLocks noChangeShapeType="1"/>
          </p:cNvSpPr>
          <p:nvPr/>
        </p:nvSpPr>
        <p:spPr bwMode="auto">
          <a:xfrm flipV="1">
            <a:off x="2002431" y="4578352"/>
            <a:ext cx="6288" cy="1717278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oval" w="med" len="med"/>
            <a:tailEnd type="none" w="med" len="lg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412" name="Line 77"/>
          <p:cNvSpPr>
            <a:spLocks noChangeShapeType="1"/>
          </p:cNvSpPr>
          <p:nvPr/>
        </p:nvSpPr>
        <p:spPr bwMode="auto">
          <a:xfrm flipH="1" flipV="1">
            <a:off x="1621834" y="3497069"/>
            <a:ext cx="6736031" cy="1782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oval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425" name="Rectangle 102"/>
          <p:cNvSpPr>
            <a:spLocks noChangeArrowheads="1"/>
          </p:cNvSpPr>
          <p:nvPr/>
        </p:nvSpPr>
        <p:spPr bwMode="auto">
          <a:xfrm>
            <a:off x="1653125" y="3159059"/>
            <a:ext cx="867679" cy="11322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Dual - tone</a:t>
            </a:r>
            <a:endParaRPr lang="ko-KR" altLang="ko-KR" dirty="0"/>
          </a:p>
        </p:txBody>
      </p:sp>
      <p:sp>
        <p:nvSpPr>
          <p:cNvPr id="426" name="Rectangle 102"/>
          <p:cNvSpPr>
            <a:spLocks noChangeArrowheads="1"/>
          </p:cNvSpPr>
          <p:nvPr/>
        </p:nvSpPr>
        <p:spPr bwMode="auto">
          <a:xfrm>
            <a:off x="1660004" y="3401444"/>
            <a:ext cx="867679" cy="11322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PA Audio &amp; Signal</a:t>
            </a:r>
            <a:endParaRPr lang="ko-KR" altLang="ko-KR" dirty="0"/>
          </a:p>
        </p:txBody>
      </p:sp>
      <p:sp>
        <p:nvSpPr>
          <p:cNvPr id="427" name="Line 608"/>
          <p:cNvSpPr>
            <a:spLocks noChangeShapeType="1"/>
          </p:cNvSpPr>
          <p:nvPr/>
        </p:nvSpPr>
        <p:spPr bwMode="auto">
          <a:xfrm>
            <a:off x="2847977" y="3492501"/>
            <a:ext cx="5837" cy="161882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oval" w="med" len="med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358" name="Line 211"/>
          <p:cNvSpPr>
            <a:spLocks noChangeShapeType="1"/>
          </p:cNvSpPr>
          <p:nvPr/>
        </p:nvSpPr>
        <p:spPr bwMode="auto">
          <a:xfrm>
            <a:off x="4721862" y="2880613"/>
            <a:ext cx="8255" cy="396240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arrow" w="med" len="med"/>
            <a:tailEnd type="oval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360" name="Line 608"/>
          <p:cNvSpPr>
            <a:spLocks noChangeShapeType="1"/>
          </p:cNvSpPr>
          <p:nvPr/>
        </p:nvSpPr>
        <p:spPr bwMode="auto">
          <a:xfrm>
            <a:off x="2970426" y="3268982"/>
            <a:ext cx="2504" cy="375748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oval" w="med" len="med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648" name="Line 608"/>
          <p:cNvSpPr>
            <a:spLocks noChangeShapeType="1"/>
          </p:cNvSpPr>
          <p:nvPr/>
        </p:nvSpPr>
        <p:spPr bwMode="auto">
          <a:xfrm flipH="1">
            <a:off x="3086366" y="3154681"/>
            <a:ext cx="7885" cy="490048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oval" w="med" len="med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362" name="Line 608"/>
          <p:cNvSpPr>
            <a:spLocks noChangeShapeType="1"/>
          </p:cNvSpPr>
          <p:nvPr/>
        </p:nvSpPr>
        <p:spPr bwMode="auto">
          <a:xfrm>
            <a:off x="6332962" y="3276601"/>
            <a:ext cx="1209" cy="1021080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oval" w="med" len="med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649" name="Line 610"/>
          <p:cNvSpPr>
            <a:spLocks noChangeShapeType="1"/>
          </p:cNvSpPr>
          <p:nvPr/>
        </p:nvSpPr>
        <p:spPr bwMode="auto">
          <a:xfrm>
            <a:off x="6462683" y="3154682"/>
            <a:ext cx="4222" cy="1139615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oval" w="med" len="med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361" name="Line 608"/>
          <p:cNvSpPr>
            <a:spLocks noChangeShapeType="1"/>
          </p:cNvSpPr>
          <p:nvPr/>
        </p:nvSpPr>
        <p:spPr bwMode="auto">
          <a:xfrm>
            <a:off x="3749147" y="3262631"/>
            <a:ext cx="0" cy="1028700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oval" w="med" len="med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349" name="Line 609"/>
          <p:cNvSpPr>
            <a:spLocks noChangeShapeType="1"/>
          </p:cNvSpPr>
          <p:nvPr/>
        </p:nvSpPr>
        <p:spPr bwMode="auto">
          <a:xfrm>
            <a:off x="3858543" y="3154682"/>
            <a:ext cx="11285" cy="1139615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oval" w="med" len="med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428" name="Line 608"/>
          <p:cNvSpPr>
            <a:spLocks noChangeShapeType="1"/>
          </p:cNvSpPr>
          <p:nvPr/>
        </p:nvSpPr>
        <p:spPr bwMode="auto">
          <a:xfrm flipH="1">
            <a:off x="3989918" y="3498852"/>
            <a:ext cx="0" cy="79375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oval" w="med" len="med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429" name="Line 608"/>
          <p:cNvSpPr>
            <a:spLocks noChangeShapeType="1"/>
          </p:cNvSpPr>
          <p:nvPr/>
        </p:nvSpPr>
        <p:spPr bwMode="auto">
          <a:xfrm flipH="1">
            <a:off x="6591183" y="3501009"/>
            <a:ext cx="0" cy="79375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oval" w="med" len="med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grpSp>
        <p:nvGrpSpPr>
          <p:cNvPr id="450" name="그룹 449"/>
          <p:cNvGrpSpPr/>
          <p:nvPr/>
        </p:nvGrpSpPr>
        <p:grpSpPr>
          <a:xfrm>
            <a:off x="7374983" y="2966473"/>
            <a:ext cx="902074" cy="541776"/>
            <a:chOff x="6893238" y="1628800"/>
            <a:chExt cx="832684" cy="541776"/>
          </a:xfrm>
        </p:grpSpPr>
        <p:sp>
          <p:nvSpPr>
            <p:cNvPr id="445" name="Rectangle 101"/>
            <p:cNvSpPr>
              <a:spLocks noChangeArrowheads="1"/>
            </p:cNvSpPr>
            <p:nvPr/>
          </p:nvSpPr>
          <p:spPr bwMode="auto">
            <a:xfrm>
              <a:off x="7092280" y="1628800"/>
              <a:ext cx="493433" cy="65552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27" tIns="45713" rIns="91427" bIns="45713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PEI ADDRESS, CALL</a:t>
              </a:r>
              <a:endParaRPr lang="ko-KR" altLang="ko-KR" dirty="0"/>
            </a:p>
          </p:txBody>
        </p:sp>
        <p:sp>
          <p:nvSpPr>
            <p:cNvPr id="446" name="Rectangle 102"/>
            <p:cNvSpPr>
              <a:spLocks noChangeArrowheads="1"/>
            </p:cNvSpPr>
            <p:nvPr/>
          </p:nvSpPr>
          <p:spPr bwMode="auto">
            <a:xfrm>
              <a:off x="6893238" y="1711038"/>
              <a:ext cx="800934" cy="11322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27" tIns="45713" rIns="91427" bIns="45713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PEI Audio &amp; Signal</a:t>
              </a:r>
              <a:endParaRPr lang="ko-KR" altLang="ko-KR" dirty="0"/>
            </a:p>
          </p:txBody>
        </p:sp>
        <p:sp>
          <p:nvSpPr>
            <p:cNvPr id="447" name="Rectangle 76"/>
            <p:cNvSpPr>
              <a:spLocks noChangeArrowheads="1"/>
            </p:cNvSpPr>
            <p:nvPr/>
          </p:nvSpPr>
          <p:spPr bwMode="auto">
            <a:xfrm>
              <a:off x="7032178" y="1970992"/>
              <a:ext cx="692475" cy="52442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27" tIns="45713" rIns="91427" bIns="45713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DPO ADDRESS, ACT</a:t>
              </a:r>
              <a:endParaRPr lang="ko-KR" altLang="ko-KR" dirty="0"/>
            </a:p>
          </p:txBody>
        </p:sp>
        <p:sp>
          <p:nvSpPr>
            <p:cNvPr id="448" name="Rectangle 102"/>
            <p:cNvSpPr>
              <a:spLocks noChangeArrowheads="1"/>
            </p:cNvSpPr>
            <p:nvPr/>
          </p:nvSpPr>
          <p:spPr bwMode="auto">
            <a:xfrm>
              <a:off x="6918638" y="1814962"/>
              <a:ext cx="800934" cy="11322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27" tIns="45713" rIns="91427" bIns="45713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Dual - tone</a:t>
              </a:r>
              <a:endParaRPr lang="ko-KR" altLang="ko-KR" dirty="0"/>
            </a:p>
          </p:txBody>
        </p:sp>
        <p:sp>
          <p:nvSpPr>
            <p:cNvPr id="449" name="Rectangle 102"/>
            <p:cNvSpPr>
              <a:spLocks noChangeArrowheads="1"/>
            </p:cNvSpPr>
            <p:nvPr/>
          </p:nvSpPr>
          <p:spPr bwMode="auto">
            <a:xfrm>
              <a:off x="6924988" y="2057348"/>
              <a:ext cx="800934" cy="11322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27" tIns="45713" rIns="91427" bIns="45713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PA Audio &amp; Signal</a:t>
              </a:r>
              <a:endParaRPr lang="ko-KR" altLang="ko-KR" dirty="0"/>
            </a:p>
          </p:txBody>
        </p:sp>
      </p:grpSp>
      <p:sp>
        <p:nvSpPr>
          <p:cNvPr id="451" name="Rectangle 106"/>
          <p:cNvSpPr>
            <a:spLocks noChangeArrowheads="1"/>
          </p:cNvSpPr>
          <p:nvPr/>
        </p:nvSpPr>
        <p:spPr bwMode="auto">
          <a:xfrm>
            <a:off x="1741391" y="4395614"/>
            <a:ext cx="534552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PA Audio TL</a:t>
            </a:r>
            <a:endParaRPr lang="ko-KR" altLang="ko-KR" dirty="0"/>
          </a:p>
        </p:txBody>
      </p:sp>
      <p:sp>
        <p:nvSpPr>
          <p:cNvPr id="452" name="Rectangle 106"/>
          <p:cNvSpPr>
            <a:spLocks noChangeArrowheads="1"/>
          </p:cNvSpPr>
          <p:nvPr/>
        </p:nvSpPr>
        <p:spPr bwMode="auto">
          <a:xfrm>
            <a:off x="1748144" y="4516770"/>
            <a:ext cx="534552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Dual- tone TL</a:t>
            </a:r>
            <a:endParaRPr lang="ko-KR" altLang="ko-KR" dirty="0"/>
          </a:p>
        </p:txBody>
      </p:sp>
      <p:sp>
        <p:nvSpPr>
          <p:cNvPr id="453" name="Rectangle 106"/>
          <p:cNvSpPr>
            <a:spLocks noChangeArrowheads="1"/>
          </p:cNvSpPr>
          <p:nvPr/>
        </p:nvSpPr>
        <p:spPr bwMode="auto">
          <a:xfrm>
            <a:off x="1668383" y="4653139"/>
            <a:ext cx="534552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RS485 TL</a:t>
            </a:r>
            <a:endParaRPr lang="ko-KR" altLang="ko-KR" dirty="0"/>
          </a:p>
        </p:txBody>
      </p:sp>
      <p:sp>
        <p:nvSpPr>
          <p:cNvPr id="454" name="Line 195"/>
          <p:cNvSpPr>
            <a:spLocks noChangeShapeType="1"/>
          </p:cNvSpPr>
          <p:nvPr/>
        </p:nvSpPr>
        <p:spPr bwMode="auto">
          <a:xfrm flipH="1" flipV="1">
            <a:off x="1082051" y="2732875"/>
            <a:ext cx="132993" cy="5482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456" name="Line 202"/>
          <p:cNvSpPr>
            <a:spLocks noChangeShapeType="1"/>
          </p:cNvSpPr>
          <p:nvPr/>
        </p:nvSpPr>
        <p:spPr bwMode="auto">
          <a:xfrm flipH="1" flipV="1">
            <a:off x="1070259" y="2249610"/>
            <a:ext cx="8790" cy="47182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458" name="Rectangle 74"/>
          <p:cNvSpPr>
            <a:spLocks noChangeArrowheads="1"/>
          </p:cNvSpPr>
          <p:nvPr/>
        </p:nvSpPr>
        <p:spPr bwMode="auto">
          <a:xfrm>
            <a:off x="1642029" y="2817779"/>
            <a:ext cx="565541" cy="7032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RS485</a:t>
            </a:r>
            <a:endParaRPr lang="ko-KR" altLang="ko-KR" dirty="0"/>
          </a:p>
        </p:txBody>
      </p:sp>
      <p:sp>
        <p:nvSpPr>
          <p:cNvPr id="367" name="Rectangle 209"/>
          <p:cNvSpPr>
            <a:spLocks noChangeArrowheads="1"/>
          </p:cNvSpPr>
          <p:nvPr/>
        </p:nvSpPr>
        <p:spPr bwMode="auto">
          <a:xfrm flipH="1">
            <a:off x="1208586" y="2698634"/>
            <a:ext cx="234026" cy="288032"/>
          </a:xfrm>
          <a:prstGeom prst="rect">
            <a:avLst/>
          </a:prstGeom>
          <a:solidFill>
            <a:schemeClr val="accent6">
              <a:lumMod val="75000"/>
            </a:scheme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62192" tIns="81095" rIns="162192" bIns="81095" anchor="ctr"/>
          <a:lstStyle/>
          <a:p>
            <a:pPr algn="ctr"/>
            <a:r>
              <a:rPr lang="en-US" altLang="ko-KR" sz="600" dirty="0"/>
              <a:t>485</a:t>
            </a:r>
          </a:p>
          <a:p>
            <a:pPr algn="ctr"/>
            <a:r>
              <a:rPr lang="en-US" altLang="ko-KR" sz="600" dirty="0"/>
              <a:t>Card</a:t>
            </a:r>
            <a:endParaRPr lang="ko-KR" altLang="ko-KR" sz="600" dirty="0"/>
          </a:p>
        </p:txBody>
      </p:sp>
      <p:sp>
        <p:nvSpPr>
          <p:cNvPr id="432" name="Rectangle 75"/>
          <p:cNvSpPr>
            <a:spLocks noChangeArrowheads="1"/>
          </p:cNvSpPr>
          <p:nvPr/>
        </p:nvSpPr>
        <p:spPr bwMode="auto">
          <a:xfrm flipH="1">
            <a:off x="4924598" y="3598844"/>
            <a:ext cx="575869" cy="235990"/>
          </a:xfrm>
          <a:prstGeom prst="rect">
            <a:avLst/>
          </a:prstGeom>
          <a:solidFill>
            <a:srgbClr val="CCFFFF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Driver PA</a:t>
            </a:r>
          </a:p>
          <a:p>
            <a:pPr algn="ctr"/>
            <a:r>
              <a:rPr lang="en-US" altLang="ko-KR" sz="600" dirty="0" err="1">
                <a:latin typeface="Arial" charset="0"/>
              </a:rPr>
              <a:t>HandSet</a:t>
            </a:r>
            <a:endParaRPr lang="ko-KR" altLang="ko-KR" dirty="0"/>
          </a:p>
        </p:txBody>
      </p:sp>
      <p:cxnSp>
        <p:nvCxnSpPr>
          <p:cNvPr id="8" name="직선 화살표 연결선 7"/>
          <p:cNvCxnSpPr/>
          <p:nvPr/>
        </p:nvCxnSpPr>
        <p:spPr>
          <a:xfrm flipH="1">
            <a:off x="3371296" y="3720768"/>
            <a:ext cx="1513488" cy="0"/>
          </a:xfrm>
          <a:prstGeom prst="straightConnector1">
            <a:avLst/>
          </a:prstGeom>
          <a:ln w="127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1" name="Line 594"/>
          <p:cNvSpPr>
            <a:spLocks noChangeShapeType="1"/>
          </p:cNvSpPr>
          <p:nvPr/>
        </p:nvSpPr>
        <p:spPr bwMode="auto">
          <a:xfrm rot="10800000" flipV="1">
            <a:off x="3378578" y="3669437"/>
            <a:ext cx="149184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arrow" w="med" len="med"/>
            <a:tailEnd type="none" w="med" len="lg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462" name="Rectangle 597"/>
          <p:cNvSpPr>
            <a:spLocks noChangeArrowheads="1"/>
          </p:cNvSpPr>
          <p:nvPr/>
        </p:nvSpPr>
        <p:spPr bwMode="auto">
          <a:xfrm>
            <a:off x="4364203" y="3549013"/>
            <a:ext cx="357659" cy="10845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500" dirty="0">
                <a:latin typeface="Arial" charset="0"/>
              </a:rPr>
              <a:t>DC 12V</a:t>
            </a:r>
            <a:endParaRPr lang="ko-KR" altLang="ko-KR" dirty="0"/>
          </a:p>
        </p:txBody>
      </p:sp>
      <p:sp>
        <p:nvSpPr>
          <p:cNvPr id="463" name="Rectangle 599"/>
          <p:cNvSpPr>
            <a:spLocks noChangeArrowheads="1"/>
          </p:cNvSpPr>
          <p:nvPr/>
        </p:nvSpPr>
        <p:spPr bwMode="auto">
          <a:xfrm>
            <a:off x="4411984" y="3639315"/>
            <a:ext cx="344748" cy="8939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500" dirty="0">
                <a:latin typeface="Arial" charset="0"/>
              </a:rPr>
              <a:t>Audio</a:t>
            </a:r>
            <a:endParaRPr lang="ko-KR" altLang="ko-KR" dirty="0"/>
          </a:p>
        </p:txBody>
      </p:sp>
      <p:grpSp>
        <p:nvGrpSpPr>
          <p:cNvPr id="57555" name="그룹 57554"/>
          <p:cNvGrpSpPr/>
          <p:nvPr/>
        </p:nvGrpSpPr>
        <p:grpSpPr>
          <a:xfrm>
            <a:off x="5891695" y="3609946"/>
            <a:ext cx="239715" cy="192366"/>
            <a:chOff x="6900389" y="2603503"/>
            <a:chExt cx="277936" cy="301941"/>
          </a:xfrm>
        </p:grpSpPr>
        <p:sp>
          <p:nvSpPr>
            <p:cNvPr id="57545" name="직사각형 57544"/>
            <p:cNvSpPr/>
            <p:nvPr/>
          </p:nvSpPr>
          <p:spPr>
            <a:xfrm>
              <a:off x="6977112" y="2799558"/>
              <a:ext cx="161308" cy="45719"/>
            </a:xfrm>
            <a:prstGeom prst="rect">
              <a:avLst/>
            </a:prstGeom>
            <a:noFill/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553" name="직사각형 57552"/>
            <p:cNvSpPr/>
            <p:nvPr/>
          </p:nvSpPr>
          <p:spPr>
            <a:xfrm>
              <a:off x="6977112" y="2603503"/>
              <a:ext cx="167505" cy="59531"/>
            </a:xfrm>
            <a:prstGeom prst="rect">
              <a:avLst/>
            </a:prstGeom>
            <a:noFill/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554" name="직사각형 57553"/>
            <p:cNvSpPr/>
            <p:nvPr/>
          </p:nvSpPr>
          <p:spPr>
            <a:xfrm>
              <a:off x="6900389" y="2663034"/>
              <a:ext cx="74615" cy="49807"/>
            </a:xfrm>
            <a:prstGeom prst="rect">
              <a:avLst/>
            </a:prstGeom>
            <a:noFill/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537" name="직사각형 57536"/>
            <p:cNvSpPr/>
            <p:nvPr/>
          </p:nvSpPr>
          <p:spPr>
            <a:xfrm>
              <a:off x="6934652" y="2633268"/>
              <a:ext cx="243673" cy="159147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4" name="직사각형 463"/>
            <p:cNvSpPr/>
            <p:nvPr/>
          </p:nvSpPr>
          <p:spPr>
            <a:xfrm>
              <a:off x="7010115" y="2859725"/>
              <a:ext cx="95302" cy="45719"/>
            </a:xfrm>
            <a:prstGeom prst="rect">
              <a:avLst/>
            </a:prstGeom>
            <a:noFill/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66" name="Line 605"/>
          <p:cNvSpPr>
            <a:spLocks noChangeShapeType="1"/>
          </p:cNvSpPr>
          <p:nvPr/>
        </p:nvSpPr>
        <p:spPr bwMode="auto">
          <a:xfrm flipV="1">
            <a:off x="5495148" y="3784758"/>
            <a:ext cx="395904" cy="0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arrow" w="med" len="med"/>
            <a:tailEnd type="none" w="med" len="lg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467" name="Rectangle 599"/>
          <p:cNvSpPr>
            <a:spLocks noChangeArrowheads="1"/>
          </p:cNvSpPr>
          <p:nvPr/>
        </p:nvSpPr>
        <p:spPr bwMode="auto">
          <a:xfrm>
            <a:off x="5588114" y="3679795"/>
            <a:ext cx="283516" cy="8939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500" dirty="0">
                <a:latin typeface="Arial" charset="0"/>
              </a:rPr>
              <a:t>Audio</a:t>
            </a:r>
            <a:endParaRPr lang="ko-KR" altLang="ko-KR" dirty="0"/>
          </a:p>
        </p:txBody>
      </p:sp>
      <p:sp>
        <p:nvSpPr>
          <p:cNvPr id="57556" name="직사각형 57555"/>
          <p:cNvSpPr/>
          <p:nvPr/>
        </p:nvSpPr>
        <p:spPr>
          <a:xfrm>
            <a:off x="1848986" y="3697827"/>
            <a:ext cx="293099" cy="15830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" dirty="0">
                <a:solidFill>
                  <a:schemeClr val="tx1"/>
                </a:solidFill>
              </a:rPr>
              <a:t>DPH</a:t>
            </a:r>
            <a:endParaRPr lang="ko-KR" altLang="en-US" sz="400" dirty="0">
              <a:solidFill>
                <a:schemeClr val="tx1"/>
              </a:solidFill>
            </a:endParaRPr>
          </a:p>
        </p:txBody>
      </p:sp>
      <p:sp>
        <p:nvSpPr>
          <p:cNvPr id="468" name="Line 605"/>
          <p:cNvSpPr>
            <a:spLocks noChangeShapeType="1"/>
          </p:cNvSpPr>
          <p:nvPr/>
        </p:nvSpPr>
        <p:spPr bwMode="auto">
          <a:xfrm rot="10800000">
            <a:off x="2116364" y="3805423"/>
            <a:ext cx="638800" cy="0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arrow" w="med" len="med"/>
            <a:tailEnd type="none" w="med" len="lg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469" name="Rectangle 599"/>
          <p:cNvSpPr>
            <a:spLocks noChangeArrowheads="1"/>
          </p:cNvSpPr>
          <p:nvPr/>
        </p:nvSpPr>
        <p:spPr bwMode="auto">
          <a:xfrm>
            <a:off x="2144499" y="3701172"/>
            <a:ext cx="283516" cy="8939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500" dirty="0">
                <a:latin typeface="Arial" charset="0"/>
              </a:rPr>
              <a:t>Audio</a:t>
            </a:r>
            <a:endParaRPr lang="ko-KR" altLang="ko-KR" dirty="0"/>
          </a:p>
        </p:txBody>
      </p:sp>
    </p:spTree>
    <p:extLst>
      <p:ext uri="{BB962C8B-B14F-4D97-AF65-F5344CB8AC3E}">
        <p14:creationId xmlns:p14="http://schemas.microsoft.com/office/powerpoint/2010/main" val="16368205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06" name="Line 46"/>
          <p:cNvSpPr>
            <a:spLocks noChangeShapeType="1"/>
          </p:cNvSpPr>
          <p:nvPr/>
        </p:nvSpPr>
        <p:spPr bwMode="auto">
          <a:xfrm flipH="1">
            <a:off x="6421509" y="2797631"/>
            <a:ext cx="1418418" cy="681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arrow" w="med" len="lg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457" name="Line 46"/>
          <p:cNvSpPr>
            <a:spLocks noChangeShapeType="1"/>
          </p:cNvSpPr>
          <p:nvPr/>
        </p:nvSpPr>
        <p:spPr bwMode="auto">
          <a:xfrm flipH="1">
            <a:off x="6404662" y="2906488"/>
            <a:ext cx="1418418" cy="681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arrow" w="med" len="lg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grpSp>
        <p:nvGrpSpPr>
          <p:cNvPr id="439" name="그룹 438"/>
          <p:cNvGrpSpPr/>
          <p:nvPr/>
        </p:nvGrpSpPr>
        <p:grpSpPr>
          <a:xfrm flipH="1">
            <a:off x="333552" y="3374319"/>
            <a:ext cx="405434" cy="82240"/>
            <a:chOff x="7706444" y="3562784"/>
            <a:chExt cx="374247" cy="82240"/>
          </a:xfrm>
        </p:grpSpPr>
        <p:sp>
          <p:nvSpPr>
            <p:cNvPr id="440" name="Freeform 553"/>
            <p:cNvSpPr>
              <a:spLocks/>
            </p:cNvSpPr>
            <p:nvPr/>
          </p:nvSpPr>
          <p:spPr bwMode="auto">
            <a:xfrm flipH="1">
              <a:off x="7706444" y="3590198"/>
              <a:ext cx="343258" cy="5482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68644" tIns="34322" rIns="68644" bIns="34322"/>
            <a:lstStyle/>
            <a:p>
              <a:endParaRPr lang="ko-KR" altLang="en-US"/>
            </a:p>
          </p:txBody>
        </p:sp>
        <p:sp>
          <p:nvSpPr>
            <p:cNvPr id="441" name="Oval 557"/>
            <p:cNvSpPr>
              <a:spLocks noChangeArrowheads="1"/>
            </p:cNvSpPr>
            <p:nvPr/>
          </p:nvSpPr>
          <p:spPr bwMode="auto">
            <a:xfrm flipH="1">
              <a:off x="8023481" y="3562784"/>
              <a:ext cx="57210" cy="53634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68644" tIns="34322" rIns="68644" bIns="34322" anchor="ctr"/>
            <a:lstStyle/>
            <a:p>
              <a:pPr algn="ctr"/>
              <a:endParaRPr lang="ko-KR" altLang="ko-KR"/>
            </a:p>
          </p:txBody>
        </p:sp>
      </p:grpSp>
      <p:grpSp>
        <p:nvGrpSpPr>
          <p:cNvPr id="442" name="그룹 441"/>
          <p:cNvGrpSpPr/>
          <p:nvPr/>
        </p:nvGrpSpPr>
        <p:grpSpPr>
          <a:xfrm flipH="1">
            <a:off x="326673" y="3490778"/>
            <a:ext cx="405434" cy="82240"/>
            <a:chOff x="7706444" y="3562784"/>
            <a:chExt cx="374247" cy="82240"/>
          </a:xfrm>
        </p:grpSpPr>
        <p:sp>
          <p:nvSpPr>
            <p:cNvPr id="443" name="Freeform 553"/>
            <p:cNvSpPr>
              <a:spLocks/>
            </p:cNvSpPr>
            <p:nvPr/>
          </p:nvSpPr>
          <p:spPr bwMode="auto">
            <a:xfrm flipH="1">
              <a:off x="7706444" y="3590198"/>
              <a:ext cx="343258" cy="5482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68644" tIns="34322" rIns="68644" bIns="34322"/>
            <a:lstStyle/>
            <a:p>
              <a:endParaRPr lang="ko-KR" altLang="en-US"/>
            </a:p>
          </p:txBody>
        </p:sp>
        <p:sp>
          <p:nvSpPr>
            <p:cNvPr id="444" name="Oval 557"/>
            <p:cNvSpPr>
              <a:spLocks noChangeArrowheads="1"/>
            </p:cNvSpPr>
            <p:nvPr/>
          </p:nvSpPr>
          <p:spPr bwMode="auto">
            <a:xfrm flipH="1">
              <a:off x="8023481" y="3562784"/>
              <a:ext cx="57210" cy="53634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68644" tIns="34322" rIns="68644" bIns="34322" anchor="ctr"/>
            <a:lstStyle/>
            <a:p>
              <a:pPr algn="ctr"/>
              <a:endParaRPr lang="ko-KR" altLang="ko-KR"/>
            </a:p>
          </p:txBody>
        </p:sp>
      </p:grpSp>
      <p:sp>
        <p:nvSpPr>
          <p:cNvPr id="434" name="Line 429"/>
          <p:cNvSpPr>
            <a:spLocks noChangeShapeType="1"/>
          </p:cNvSpPr>
          <p:nvPr/>
        </p:nvSpPr>
        <p:spPr bwMode="auto">
          <a:xfrm flipH="1" flipV="1">
            <a:off x="6503045" y="4823004"/>
            <a:ext cx="175602" cy="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/>
            <a:tailEnd type="arrow" w="sm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435" name="Line 430"/>
          <p:cNvSpPr>
            <a:spLocks noChangeShapeType="1"/>
          </p:cNvSpPr>
          <p:nvPr/>
        </p:nvSpPr>
        <p:spPr bwMode="auto">
          <a:xfrm flipV="1">
            <a:off x="6671768" y="3746503"/>
            <a:ext cx="0" cy="1076503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436" name="Line 431"/>
          <p:cNvSpPr>
            <a:spLocks noChangeShapeType="1"/>
          </p:cNvSpPr>
          <p:nvPr/>
        </p:nvSpPr>
        <p:spPr bwMode="auto">
          <a:xfrm flipV="1">
            <a:off x="6310788" y="3746501"/>
            <a:ext cx="360980" cy="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437" name="Rectangle 494"/>
          <p:cNvSpPr>
            <a:spLocks noChangeArrowheads="1"/>
          </p:cNvSpPr>
          <p:nvPr/>
        </p:nvSpPr>
        <p:spPr bwMode="auto">
          <a:xfrm rot="5400000" flipH="1">
            <a:off x="6065844" y="4283178"/>
            <a:ext cx="1096290" cy="117497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MUTE</a:t>
            </a:r>
            <a:endParaRPr lang="ko-KR" altLang="ko-KR" dirty="0"/>
          </a:p>
        </p:txBody>
      </p:sp>
      <p:sp>
        <p:nvSpPr>
          <p:cNvPr id="411" name="Line 176"/>
          <p:cNvSpPr>
            <a:spLocks noChangeShapeType="1"/>
          </p:cNvSpPr>
          <p:nvPr/>
        </p:nvSpPr>
        <p:spPr bwMode="auto">
          <a:xfrm flipH="1">
            <a:off x="5877401" y="3376043"/>
            <a:ext cx="802" cy="268858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oval" w="med" len="med"/>
            <a:tailEnd type="none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498" name="Line 176"/>
          <p:cNvSpPr>
            <a:spLocks noChangeShapeType="1"/>
          </p:cNvSpPr>
          <p:nvPr/>
        </p:nvSpPr>
        <p:spPr bwMode="auto">
          <a:xfrm>
            <a:off x="5582261" y="4132204"/>
            <a:ext cx="9357" cy="281048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oval" w="med" len="med"/>
            <a:tailEnd type="none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61" name="Line 377"/>
          <p:cNvSpPr>
            <a:spLocks noChangeShapeType="1"/>
          </p:cNvSpPr>
          <p:nvPr/>
        </p:nvSpPr>
        <p:spPr bwMode="auto">
          <a:xfrm>
            <a:off x="2971881" y="4132204"/>
            <a:ext cx="2107" cy="274698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oval" w="med" len="med"/>
            <a:tailEnd type="none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grpSp>
        <p:nvGrpSpPr>
          <p:cNvPr id="402" name="그룹 401"/>
          <p:cNvGrpSpPr/>
          <p:nvPr/>
        </p:nvGrpSpPr>
        <p:grpSpPr>
          <a:xfrm flipH="1">
            <a:off x="3746927" y="2420889"/>
            <a:ext cx="410361" cy="246888"/>
            <a:chOff x="3219450" y="2420888"/>
            <a:chExt cx="378795" cy="246888"/>
          </a:xfrm>
        </p:grpSpPr>
        <p:sp>
          <p:nvSpPr>
            <p:cNvPr id="403" name="Rectangle 523"/>
            <p:cNvSpPr>
              <a:spLocks noChangeArrowheads="1"/>
            </p:cNvSpPr>
            <p:nvPr/>
          </p:nvSpPr>
          <p:spPr bwMode="auto">
            <a:xfrm>
              <a:off x="3268098" y="2420888"/>
              <a:ext cx="330147" cy="108459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27" tIns="45713" rIns="91427" bIns="45713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DC 37.5V</a:t>
              </a:r>
              <a:endParaRPr lang="ko-KR" altLang="ko-KR" dirty="0"/>
            </a:p>
          </p:txBody>
        </p:sp>
        <p:sp>
          <p:nvSpPr>
            <p:cNvPr id="404" name="Line 524"/>
            <p:cNvSpPr>
              <a:spLocks noChangeShapeType="1"/>
            </p:cNvSpPr>
            <p:nvPr/>
          </p:nvSpPr>
          <p:spPr bwMode="auto">
            <a:xfrm flipV="1">
              <a:off x="3220423" y="2524584"/>
              <a:ext cx="377822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none" w="med" len="lg"/>
            </a:ln>
          </p:spPr>
          <p:txBody>
            <a:bodyPr lIns="68644" tIns="34322" rIns="68644" bIns="34322"/>
            <a:lstStyle/>
            <a:p>
              <a:endParaRPr lang="ko-KR" altLang="en-US"/>
            </a:p>
          </p:txBody>
        </p:sp>
        <p:sp>
          <p:nvSpPr>
            <p:cNvPr id="405" name="Line 525"/>
            <p:cNvSpPr>
              <a:spLocks noChangeShapeType="1"/>
            </p:cNvSpPr>
            <p:nvPr/>
          </p:nvSpPr>
          <p:spPr bwMode="auto">
            <a:xfrm flipH="1" flipV="1">
              <a:off x="3219450" y="2514600"/>
              <a:ext cx="973" cy="15317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 type="arrow" w="med" len="med"/>
              <a:tailEnd type="none" w="med" len="lg"/>
            </a:ln>
          </p:spPr>
          <p:txBody>
            <a:bodyPr lIns="68644" tIns="34322" rIns="68644" bIns="34322"/>
            <a:lstStyle/>
            <a:p>
              <a:endParaRPr lang="ko-KR" altLang="en-US"/>
            </a:p>
          </p:txBody>
        </p:sp>
      </p:grpSp>
      <p:sp>
        <p:nvSpPr>
          <p:cNvPr id="397" name="Freeform 548"/>
          <p:cNvSpPr>
            <a:spLocks/>
          </p:cNvSpPr>
          <p:nvPr/>
        </p:nvSpPr>
        <p:spPr bwMode="auto">
          <a:xfrm>
            <a:off x="389397" y="6187251"/>
            <a:ext cx="371863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395" name="Freeform 548"/>
          <p:cNvSpPr>
            <a:spLocks/>
          </p:cNvSpPr>
          <p:nvPr/>
        </p:nvSpPr>
        <p:spPr bwMode="auto">
          <a:xfrm>
            <a:off x="374007" y="6408038"/>
            <a:ext cx="371863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347" name="Line 560"/>
          <p:cNvSpPr>
            <a:spLocks noChangeShapeType="1"/>
          </p:cNvSpPr>
          <p:nvPr/>
        </p:nvSpPr>
        <p:spPr bwMode="auto">
          <a:xfrm>
            <a:off x="552633" y="3320543"/>
            <a:ext cx="0" cy="3514815"/>
          </a:xfrm>
          <a:prstGeom prst="line">
            <a:avLst/>
          </a:prstGeom>
          <a:noFill/>
          <a:ln w="12700">
            <a:solidFill>
              <a:srgbClr val="808000"/>
            </a:solidFill>
            <a:prstDash val="lgDashDot"/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348" name="Rectangle 33"/>
          <p:cNvSpPr>
            <a:spLocks noChangeArrowheads="1"/>
          </p:cNvSpPr>
          <p:nvPr/>
        </p:nvSpPr>
        <p:spPr bwMode="auto">
          <a:xfrm flipH="1">
            <a:off x="7570239" y="22647"/>
            <a:ext cx="1071687" cy="12276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b="1" dirty="0">
                <a:latin typeface="Arial" charset="0"/>
              </a:rPr>
              <a:t>Communication Rack-A </a:t>
            </a:r>
            <a:endParaRPr lang="ko-KR" altLang="ko-KR" dirty="0"/>
          </a:p>
        </p:txBody>
      </p:sp>
      <p:sp>
        <p:nvSpPr>
          <p:cNvPr id="57351" name="Freeform 542"/>
          <p:cNvSpPr>
            <a:spLocks/>
          </p:cNvSpPr>
          <p:nvPr/>
        </p:nvSpPr>
        <p:spPr bwMode="auto">
          <a:xfrm>
            <a:off x="367990" y="5157208"/>
            <a:ext cx="371863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352" name="Freeform 543"/>
          <p:cNvSpPr>
            <a:spLocks/>
          </p:cNvSpPr>
          <p:nvPr/>
        </p:nvSpPr>
        <p:spPr bwMode="auto">
          <a:xfrm>
            <a:off x="367990" y="5265669"/>
            <a:ext cx="371863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353" name="Freeform 544"/>
          <p:cNvSpPr>
            <a:spLocks/>
          </p:cNvSpPr>
          <p:nvPr/>
        </p:nvSpPr>
        <p:spPr bwMode="auto">
          <a:xfrm>
            <a:off x="367990" y="6539418"/>
            <a:ext cx="371863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354" name="Freeform 545"/>
          <p:cNvSpPr>
            <a:spLocks/>
          </p:cNvSpPr>
          <p:nvPr/>
        </p:nvSpPr>
        <p:spPr bwMode="auto">
          <a:xfrm>
            <a:off x="367990" y="6647876"/>
            <a:ext cx="371863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356" name="Freeform 548"/>
          <p:cNvSpPr>
            <a:spLocks/>
          </p:cNvSpPr>
          <p:nvPr/>
        </p:nvSpPr>
        <p:spPr bwMode="auto">
          <a:xfrm>
            <a:off x="373152" y="6289915"/>
            <a:ext cx="371863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358" name="Freeform 550"/>
          <p:cNvSpPr>
            <a:spLocks/>
          </p:cNvSpPr>
          <p:nvPr/>
        </p:nvSpPr>
        <p:spPr bwMode="auto">
          <a:xfrm>
            <a:off x="362827" y="5972446"/>
            <a:ext cx="373154" cy="54826"/>
          </a:xfrm>
          <a:custGeom>
            <a:avLst/>
            <a:gdLst>
              <a:gd name="T0" fmla="*/ 771012426 w 273"/>
              <a:gd name="T1" fmla="*/ 0 h 46"/>
              <a:gd name="T2" fmla="*/ 384094558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359" name="Freeform 551"/>
          <p:cNvSpPr>
            <a:spLocks/>
          </p:cNvSpPr>
          <p:nvPr/>
        </p:nvSpPr>
        <p:spPr bwMode="auto">
          <a:xfrm>
            <a:off x="367990" y="5517764"/>
            <a:ext cx="371863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360" name="Freeform 552"/>
          <p:cNvSpPr>
            <a:spLocks/>
          </p:cNvSpPr>
          <p:nvPr/>
        </p:nvSpPr>
        <p:spPr bwMode="auto">
          <a:xfrm>
            <a:off x="369706" y="3049545"/>
            <a:ext cx="373154" cy="54826"/>
          </a:xfrm>
          <a:custGeom>
            <a:avLst/>
            <a:gdLst>
              <a:gd name="T0" fmla="*/ 771012426 w 273"/>
              <a:gd name="T1" fmla="*/ 0 h 46"/>
              <a:gd name="T2" fmla="*/ 384094558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361" name="Freeform 553"/>
          <p:cNvSpPr>
            <a:spLocks/>
          </p:cNvSpPr>
          <p:nvPr/>
        </p:nvSpPr>
        <p:spPr bwMode="auto">
          <a:xfrm>
            <a:off x="374870" y="3160389"/>
            <a:ext cx="371863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362" name="Freeform 554"/>
          <p:cNvSpPr>
            <a:spLocks/>
          </p:cNvSpPr>
          <p:nvPr/>
        </p:nvSpPr>
        <p:spPr bwMode="auto">
          <a:xfrm>
            <a:off x="367990" y="4022551"/>
            <a:ext cx="371863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363" name="Freeform 555"/>
          <p:cNvSpPr>
            <a:spLocks/>
          </p:cNvSpPr>
          <p:nvPr/>
        </p:nvSpPr>
        <p:spPr bwMode="auto">
          <a:xfrm>
            <a:off x="367990" y="4131012"/>
            <a:ext cx="371863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364" name="Oval 556"/>
          <p:cNvSpPr>
            <a:spLocks noChangeArrowheads="1"/>
          </p:cNvSpPr>
          <p:nvPr/>
        </p:nvSpPr>
        <p:spPr bwMode="auto">
          <a:xfrm>
            <a:off x="334420" y="2999116"/>
            <a:ext cx="61978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91416" tIns="45708" rIns="91416" bIns="45708" anchor="ctr"/>
          <a:lstStyle/>
          <a:p>
            <a:pPr algn="ctr"/>
            <a:endParaRPr lang="ko-KR" altLang="ko-KR"/>
          </a:p>
        </p:txBody>
      </p:sp>
      <p:sp>
        <p:nvSpPr>
          <p:cNvPr id="57365" name="Oval 557"/>
          <p:cNvSpPr>
            <a:spLocks noChangeArrowheads="1"/>
          </p:cNvSpPr>
          <p:nvPr/>
        </p:nvSpPr>
        <p:spPr bwMode="auto">
          <a:xfrm>
            <a:off x="334420" y="3107575"/>
            <a:ext cx="61978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91416" tIns="45708" rIns="91416" bIns="45708" anchor="ctr"/>
          <a:lstStyle/>
          <a:p>
            <a:pPr algn="ctr"/>
            <a:endParaRPr lang="ko-KR" altLang="ko-KR"/>
          </a:p>
        </p:txBody>
      </p:sp>
      <p:sp>
        <p:nvSpPr>
          <p:cNvPr id="57366" name="Oval 558"/>
          <p:cNvSpPr>
            <a:spLocks noChangeArrowheads="1"/>
          </p:cNvSpPr>
          <p:nvPr/>
        </p:nvSpPr>
        <p:spPr bwMode="auto">
          <a:xfrm>
            <a:off x="334420" y="3991564"/>
            <a:ext cx="61978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91416" tIns="45708" rIns="91416" bIns="45708" anchor="ctr"/>
          <a:lstStyle/>
          <a:p>
            <a:pPr algn="ctr"/>
            <a:endParaRPr lang="ko-KR" altLang="ko-KR"/>
          </a:p>
        </p:txBody>
      </p:sp>
      <p:sp>
        <p:nvSpPr>
          <p:cNvPr id="57367" name="Oval 559"/>
          <p:cNvSpPr>
            <a:spLocks noChangeArrowheads="1"/>
          </p:cNvSpPr>
          <p:nvPr/>
        </p:nvSpPr>
        <p:spPr bwMode="auto">
          <a:xfrm>
            <a:off x="334420" y="4100022"/>
            <a:ext cx="61978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91416" tIns="45708" rIns="91416" bIns="45708" anchor="ctr"/>
          <a:lstStyle/>
          <a:p>
            <a:pPr algn="ctr"/>
            <a:endParaRPr lang="ko-KR" altLang="ko-KR"/>
          </a:p>
        </p:txBody>
      </p:sp>
      <p:sp>
        <p:nvSpPr>
          <p:cNvPr id="57368" name="Oval 561"/>
          <p:cNvSpPr>
            <a:spLocks noChangeArrowheads="1"/>
          </p:cNvSpPr>
          <p:nvPr/>
        </p:nvSpPr>
        <p:spPr bwMode="auto">
          <a:xfrm>
            <a:off x="334420" y="5126219"/>
            <a:ext cx="61978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91416" tIns="45708" rIns="91416" bIns="45708" anchor="ctr"/>
          <a:lstStyle/>
          <a:p>
            <a:pPr algn="ctr"/>
            <a:endParaRPr lang="ko-KR" altLang="ko-KR"/>
          </a:p>
        </p:txBody>
      </p:sp>
      <p:sp>
        <p:nvSpPr>
          <p:cNvPr id="57369" name="Oval 562"/>
          <p:cNvSpPr>
            <a:spLocks noChangeArrowheads="1"/>
          </p:cNvSpPr>
          <p:nvPr/>
        </p:nvSpPr>
        <p:spPr bwMode="auto">
          <a:xfrm>
            <a:off x="334420" y="5234679"/>
            <a:ext cx="61978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91416" tIns="45708" rIns="91416" bIns="45708" anchor="ctr"/>
          <a:lstStyle/>
          <a:p>
            <a:pPr algn="ctr"/>
            <a:endParaRPr lang="ko-KR" altLang="ko-KR"/>
          </a:p>
        </p:txBody>
      </p:sp>
      <p:sp>
        <p:nvSpPr>
          <p:cNvPr id="57370" name="Oval 563"/>
          <p:cNvSpPr>
            <a:spLocks noChangeArrowheads="1"/>
          </p:cNvSpPr>
          <p:nvPr/>
        </p:nvSpPr>
        <p:spPr bwMode="auto">
          <a:xfrm>
            <a:off x="334420" y="6508428"/>
            <a:ext cx="61978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91416" tIns="45708" rIns="91416" bIns="45708" anchor="ctr"/>
          <a:lstStyle/>
          <a:p>
            <a:pPr algn="ctr"/>
            <a:endParaRPr lang="ko-KR" altLang="ko-KR"/>
          </a:p>
        </p:txBody>
      </p:sp>
      <p:sp>
        <p:nvSpPr>
          <p:cNvPr id="57371" name="Oval 564"/>
          <p:cNvSpPr>
            <a:spLocks noChangeArrowheads="1"/>
          </p:cNvSpPr>
          <p:nvPr/>
        </p:nvSpPr>
        <p:spPr bwMode="auto">
          <a:xfrm>
            <a:off x="334420" y="6616887"/>
            <a:ext cx="61978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91416" tIns="45708" rIns="91416" bIns="45708" anchor="ctr"/>
          <a:lstStyle/>
          <a:p>
            <a:pPr algn="ctr"/>
            <a:endParaRPr lang="ko-KR" altLang="ko-KR"/>
          </a:p>
        </p:txBody>
      </p:sp>
      <p:sp>
        <p:nvSpPr>
          <p:cNvPr id="57373" name="Oval 567"/>
          <p:cNvSpPr>
            <a:spLocks noChangeArrowheads="1"/>
          </p:cNvSpPr>
          <p:nvPr/>
        </p:nvSpPr>
        <p:spPr bwMode="auto">
          <a:xfrm>
            <a:off x="339580" y="6258926"/>
            <a:ext cx="61978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91416" tIns="45708" rIns="91416" bIns="45708" anchor="ctr"/>
          <a:lstStyle/>
          <a:p>
            <a:pPr algn="ctr"/>
            <a:endParaRPr lang="ko-KR" altLang="ko-KR"/>
          </a:p>
        </p:txBody>
      </p:sp>
      <p:sp>
        <p:nvSpPr>
          <p:cNvPr id="57375" name="Oval 569"/>
          <p:cNvSpPr>
            <a:spLocks noChangeArrowheads="1"/>
          </p:cNvSpPr>
          <p:nvPr/>
        </p:nvSpPr>
        <p:spPr bwMode="auto">
          <a:xfrm>
            <a:off x="330547" y="5941457"/>
            <a:ext cx="61978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91416" tIns="45708" rIns="91416" bIns="45708" anchor="ctr"/>
          <a:lstStyle/>
          <a:p>
            <a:pPr algn="ctr"/>
            <a:endParaRPr lang="ko-KR" altLang="ko-KR"/>
          </a:p>
        </p:txBody>
      </p:sp>
      <p:sp>
        <p:nvSpPr>
          <p:cNvPr id="57376" name="Oval 570"/>
          <p:cNvSpPr>
            <a:spLocks noChangeArrowheads="1"/>
          </p:cNvSpPr>
          <p:nvPr/>
        </p:nvSpPr>
        <p:spPr bwMode="auto">
          <a:xfrm>
            <a:off x="334420" y="5486775"/>
            <a:ext cx="61978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91416" tIns="45708" rIns="91416" bIns="45708" anchor="ctr"/>
          <a:lstStyle/>
          <a:p>
            <a:pPr algn="ctr"/>
            <a:endParaRPr lang="ko-KR" altLang="ko-KR"/>
          </a:p>
        </p:txBody>
      </p:sp>
      <p:sp>
        <p:nvSpPr>
          <p:cNvPr id="57377" name="Rectangle 2"/>
          <p:cNvSpPr>
            <a:spLocks noChangeArrowheads="1"/>
          </p:cNvSpPr>
          <p:nvPr/>
        </p:nvSpPr>
        <p:spPr bwMode="auto">
          <a:xfrm>
            <a:off x="7416592" y="184741"/>
            <a:ext cx="1346708" cy="5903316"/>
          </a:xfrm>
          <a:prstGeom prst="rect">
            <a:avLst/>
          </a:prstGeom>
          <a:solidFill>
            <a:srgbClr val="FFFF99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1416" tIns="45708" rIns="91416" bIns="45708" anchor="ctr"/>
          <a:lstStyle/>
          <a:p>
            <a:pPr algn="ctr"/>
            <a:endParaRPr lang="ko-KR" altLang="ko-KR"/>
          </a:p>
        </p:txBody>
      </p:sp>
      <p:sp>
        <p:nvSpPr>
          <p:cNvPr id="57378" name="Rectangle 5"/>
          <p:cNvSpPr>
            <a:spLocks noChangeArrowheads="1"/>
          </p:cNvSpPr>
          <p:nvPr/>
        </p:nvSpPr>
        <p:spPr bwMode="auto">
          <a:xfrm flipH="1">
            <a:off x="3689353" y="260649"/>
            <a:ext cx="1071687" cy="21572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 err="1">
                <a:latin typeface="Arial" charset="0"/>
              </a:rPr>
              <a:t>Wimx</a:t>
            </a:r>
            <a:endParaRPr lang="ko-KR" altLang="ko-KR" dirty="0"/>
          </a:p>
        </p:txBody>
      </p:sp>
      <p:sp>
        <p:nvSpPr>
          <p:cNvPr id="57379" name="Line 6"/>
          <p:cNvSpPr>
            <a:spLocks noChangeShapeType="1"/>
          </p:cNvSpPr>
          <p:nvPr/>
        </p:nvSpPr>
        <p:spPr bwMode="auto">
          <a:xfrm flipV="1">
            <a:off x="739854" y="4021359"/>
            <a:ext cx="6734840" cy="0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oval" w="med" len="med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380" name="Line 7"/>
          <p:cNvSpPr>
            <a:spLocks noChangeShapeType="1"/>
          </p:cNvSpPr>
          <p:nvPr/>
        </p:nvSpPr>
        <p:spPr bwMode="auto">
          <a:xfrm flipV="1">
            <a:off x="739854" y="4129819"/>
            <a:ext cx="6734840" cy="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oval" w="med" len="med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381" name="Rectangle 10"/>
          <p:cNvSpPr>
            <a:spLocks noChangeArrowheads="1"/>
          </p:cNvSpPr>
          <p:nvPr/>
        </p:nvSpPr>
        <p:spPr bwMode="auto">
          <a:xfrm flipH="1">
            <a:off x="4038840" y="4049965"/>
            <a:ext cx="533261" cy="7270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CPO ADDRESS, ACT</a:t>
            </a:r>
            <a:endParaRPr lang="ko-KR" altLang="ko-KR" dirty="0"/>
          </a:p>
        </p:txBody>
      </p:sp>
      <p:sp>
        <p:nvSpPr>
          <p:cNvPr id="57382" name="Rectangle 11"/>
          <p:cNvSpPr>
            <a:spLocks noChangeArrowheads="1"/>
          </p:cNvSpPr>
          <p:nvPr/>
        </p:nvSpPr>
        <p:spPr bwMode="auto">
          <a:xfrm flipH="1">
            <a:off x="3780601" y="3942696"/>
            <a:ext cx="879299" cy="5363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IC Audio &amp; Signal, PA Audio</a:t>
            </a:r>
            <a:endParaRPr lang="ko-KR" altLang="ko-KR" dirty="0"/>
          </a:p>
        </p:txBody>
      </p:sp>
      <p:grpSp>
        <p:nvGrpSpPr>
          <p:cNvPr id="3" name="Group 12"/>
          <p:cNvGrpSpPr>
            <a:grpSpLocks/>
          </p:cNvGrpSpPr>
          <p:nvPr/>
        </p:nvGrpSpPr>
        <p:grpSpPr bwMode="auto">
          <a:xfrm flipH="1">
            <a:off x="3753488" y="455294"/>
            <a:ext cx="1027786" cy="324188"/>
            <a:chOff x="5877" y="427"/>
            <a:chExt cx="953" cy="318"/>
          </a:xfrm>
        </p:grpSpPr>
        <p:sp>
          <p:nvSpPr>
            <p:cNvPr id="57747" name="Freeform 13"/>
            <p:cNvSpPr>
              <a:spLocks/>
            </p:cNvSpPr>
            <p:nvPr/>
          </p:nvSpPr>
          <p:spPr bwMode="auto">
            <a:xfrm>
              <a:off x="5968" y="427"/>
              <a:ext cx="816" cy="272"/>
            </a:xfrm>
            <a:custGeom>
              <a:avLst/>
              <a:gdLst>
                <a:gd name="T0" fmla="*/ 0 w 771"/>
                <a:gd name="T1" fmla="*/ 326 h 227"/>
                <a:gd name="T2" fmla="*/ 203 w 771"/>
                <a:gd name="T3" fmla="*/ 131 h 227"/>
                <a:gd name="T4" fmla="*/ 305 w 771"/>
                <a:gd name="T5" fmla="*/ 65 h 227"/>
                <a:gd name="T6" fmla="*/ 457 w 771"/>
                <a:gd name="T7" fmla="*/ 0 h 227"/>
                <a:gd name="T8" fmla="*/ 559 w 771"/>
                <a:gd name="T9" fmla="*/ 0 h 227"/>
                <a:gd name="T10" fmla="*/ 659 w 771"/>
                <a:gd name="T11" fmla="*/ 131 h 227"/>
                <a:gd name="T12" fmla="*/ 711 w 771"/>
                <a:gd name="T13" fmla="*/ 195 h 227"/>
                <a:gd name="T14" fmla="*/ 812 w 771"/>
                <a:gd name="T15" fmla="*/ 260 h 227"/>
                <a:gd name="T16" fmla="*/ 864 w 771"/>
                <a:gd name="T17" fmla="*/ 326 h 227"/>
                <a:gd name="T18" fmla="*/ 0 w 771"/>
                <a:gd name="T19" fmla="*/ 326 h 22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771"/>
                <a:gd name="T31" fmla="*/ 0 h 227"/>
                <a:gd name="T32" fmla="*/ 771 w 771"/>
                <a:gd name="T33" fmla="*/ 227 h 22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771" h="227">
                  <a:moveTo>
                    <a:pt x="0" y="227"/>
                  </a:moveTo>
                  <a:lnTo>
                    <a:pt x="181" y="91"/>
                  </a:lnTo>
                  <a:lnTo>
                    <a:pt x="272" y="45"/>
                  </a:lnTo>
                  <a:lnTo>
                    <a:pt x="408" y="0"/>
                  </a:lnTo>
                  <a:lnTo>
                    <a:pt x="499" y="0"/>
                  </a:lnTo>
                  <a:lnTo>
                    <a:pt x="589" y="91"/>
                  </a:lnTo>
                  <a:lnTo>
                    <a:pt x="635" y="136"/>
                  </a:lnTo>
                  <a:lnTo>
                    <a:pt x="725" y="181"/>
                  </a:lnTo>
                  <a:lnTo>
                    <a:pt x="771" y="227"/>
                  </a:lnTo>
                  <a:lnTo>
                    <a:pt x="0" y="227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DDDDDD"/>
                </a:gs>
              </a:gsLst>
              <a:lin ang="5400000" scaled="1"/>
            </a:gradFill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748" name="Rectangle 14"/>
            <p:cNvSpPr>
              <a:spLocks noChangeArrowheads="1"/>
            </p:cNvSpPr>
            <p:nvPr/>
          </p:nvSpPr>
          <p:spPr bwMode="auto">
            <a:xfrm rot="10800000">
              <a:off x="5877" y="695"/>
              <a:ext cx="953" cy="50"/>
            </a:xfrm>
            <a:prstGeom prst="rect">
              <a:avLst/>
            </a:prstGeom>
            <a:gradFill rotWithShape="1">
              <a:gsLst>
                <a:gs pos="0">
                  <a:srgbClr val="808080"/>
                </a:gs>
                <a:gs pos="50000">
                  <a:srgbClr val="DDDDDD"/>
                </a:gs>
                <a:gs pos="100000">
                  <a:srgbClr val="808080"/>
                </a:gs>
              </a:gsLst>
              <a:lin ang="0" scaled="1"/>
            </a:gra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/>
            </a:p>
          </p:txBody>
        </p:sp>
      </p:grpSp>
      <p:sp>
        <p:nvSpPr>
          <p:cNvPr id="57384" name="Line 15"/>
          <p:cNvSpPr>
            <a:spLocks noChangeShapeType="1"/>
          </p:cNvSpPr>
          <p:nvPr/>
        </p:nvSpPr>
        <p:spPr bwMode="auto">
          <a:xfrm>
            <a:off x="4233594" y="705588"/>
            <a:ext cx="1292" cy="301543"/>
          </a:xfrm>
          <a:prstGeom prst="line">
            <a:avLst/>
          </a:prstGeom>
          <a:noFill/>
          <a:ln w="25400">
            <a:solidFill>
              <a:srgbClr val="3366FF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386" name="Oval 17"/>
          <p:cNvSpPr>
            <a:spLocks noChangeArrowheads="1"/>
          </p:cNvSpPr>
          <p:nvPr/>
        </p:nvSpPr>
        <p:spPr bwMode="auto">
          <a:xfrm flipH="1">
            <a:off x="4175490" y="904630"/>
            <a:ext cx="117497" cy="108459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round/>
            <a:headEnd/>
            <a:tailEnd/>
          </a:ln>
        </p:spPr>
        <p:txBody>
          <a:bodyPr wrap="none" lIns="91416" tIns="45708" rIns="91416" bIns="45708" anchor="ctr"/>
          <a:lstStyle/>
          <a:p>
            <a:pPr algn="ctr"/>
            <a:r>
              <a:rPr lang="en-US" altLang="ko-KR" sz="600" dirty="0">
                <a:latin typeface="Arial" charset="0"/>
              </a:rPr>
              <a:t>A</a:t>
            </a:r>
            <a:endParaRPr lang="ko-KR" altLang="ko-KR" dirty="0"/>
          </a:p>
        </p:txBody>
      </p:sp>
      <p:grpSp>
        <p:nvGrpSpPr>
          <p:cNvPr id="5" name="Group 22"/>
          <p:cNvGrpSpPr>
            <a:grpSpLocks/>
          </p:cNvGrpSpPr>
          <p:nvPr/>
        </p:nvGrpSpPr>
        <p:grpSpPr bwMode="auto">
          <a:xfrm flipH="1">
            <a:off x="4205189" y="601894"/>
            <a:ext cx="58104" cy="103692"/>
            <a:chOff x="3016" y="2523"/>
            <a:chExt cx="91" cy="46"/>
          </a:xfrm>
        </p:grpSpPr>
        <p:sp>
          <p:nvSpPr>
            <p:cNvPr id="57743" name="Line 23"/>
            <p:cNvSpPr>
              <a:spLocks noChangeShapeType="1"/>
            </p:cNvSpPr>
            <p:nvPr/>
          </p:nvSpPr>
          <p:spPr bwMode="auto">
            <a:xfrm>
              <a:off x="3016" y="2523"/>
              <a:ext cx="46" cy="46"/>
            </a:xfrm>
            <a:prstGeom prst="line">
              <a:avLst/>
            </a:prstGeom>
            <a:noFill/>
            <a:ln w="25400">
              <a:solidFill>
                <a:srgbClr val="3366FF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744" name="Line 24"/>
            <p:cNvSpPr>
              <a:spLocks noChangeShapeType="1"/>
            </p:cNvSpPr>
            <p:nvPr/>
          </p:nvSpPr>
          <p:spPr bwMode="auto">
            <a:xfrm flipH="1">
              <a:off x="3062" y="2523"/>
              <a:ext cx="45" cy="46"/>
            </a:xfrm>
            <a:prstGeom prst="line">
              <a:avLst/>
            </a:prstGeom>
            <a:noFill/>
            <a:ln w="25400">
              <a:solidFill>
                <a:srgbClr val="3366FF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57391" name="Rectangle 27"/>
          <p:cNvSpPr>
            <a:spLocks noChangeArrowheads="1"/>
          </p:cNvSpPr>
          <p:nvPr/>
        </p:nvSpPr>
        <p:spPr bwMode="auto">
          <a:xfrm flipH="1">
            <a:off x="3309319" y="2938331"/>
            <a:ext cx="534552" cy="65553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PEI ADDRESS, CALL</a:t>
            </a:r>
            <a:endParaRPr lang="ko-KR" altLang="ko-KR" dirty="0"/>
          </a:p>
        </p:txBody>
      </p:sp>
      <p:sp>
        <p:nvSpPr>
          <p:cNvPr id="57393" name="Rectangle 32"/>
          <p:cNvSpPr>
            <a:spLocks noChangeArrowheads="1"/>
          </p:cNvSpPr>
          <p:nvPr/>
        </p:nvSpPr>
        <p:spPr bwMode="auto">
          <a:xfrm rot="5400000">
            <a:off x="8223781" y="2805855"/>
            <a:ext cx="903435" cy="5681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BACK PLAN BOARD</a:t>
            </a:r>
            <a:endParaRPr lang="ko-KR" altLang="ko-KR" dirty="0"/>
          </a:p>
        </p:txBody>
      </p:sp>
      <p:sp>
        <p:nvSpPr>
          <p:cNvPr id="57394" name="Rectangle 34"/>
          <p:cNvSpPr>
            <a:spLocks noChangeArrowheads="1"/>
          </p:cNvSpPr>
          <p:nvPr/>
        </p:nvSpPr>
        <p:spPr bwMode="auto">
          <a:xfrm flipH="1">
            <a:off x="6724511" y="1462423"/>
            <a:ext cx="564249" cy="12633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Digital Video Signal</a:t>
            </a:r>
            <a:endParaRPr lang="ko-KR" altLang="ko-KR" dirty="0"/>
          </a:p>
        </p:txBody>
      </p:sp>
      <p:sp>
        <p:nvSpPr>
          <p:cNvPr id="57395" name="Line 35"/>
          <p:cNvSpPr>
            <a:spLocks noChangeShapeType="1"/>
          </p:cNvSpPr>
          <p:nvPr/>
        </p:nvSpPr>
        <p:spPr bwMode="auto">
          <a:xfrm flipH="1" flipV="1">
            <a:off x="6421083" y="1570881"/>
            <a:ext cx="1053610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 type="arrow" w="med" len="lg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400" name="Rectangle 40"/>
          <p:cNvSpPr>
            <a:spLocks noChangeArrowheads="1"/>
          </p:cNvSpPr>
          <p:nvPr/>
        </p:nvSpPr>
        <p:spPr bwMode="auto">
          <a:xfrm flipH="1">
            <a:off x="6883329" y="252677"/>
            <a:ext cx="565541" cy="16209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DC 37.5V</a:t>
            </a:r>
            <a:endParaRPr lang="ko-KR" altLang="ko-KR" dirty="0"/>
          </a:p>
        </p:txBody>
      </p:sp>
      <p:sp>
        <p:nvSpPr>
          <p:cNvPr id="57401" name="Line 41"/>
          <p:cNvSpPr>
            <a:spLocks noChangeShapeType="1"/>
          </p:cNvSpPr>
          <p:nvPr/>
        </p:nvSpPr>
        <p:spPr bwMode="auto">
          <a:xfrm flipH="1">
            <a:off x="6913026" y="400468"/>
            <a:ext cx="566831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arrow" w="med" len="med"/>
            <a:tailEnd type="none" w="med" len="lg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409" name="Line 49"/>
          <p:cNvSpPr>
            <a:spLocks noChangeShapeType="1"/>
          </p:cNvSpPr>
          <p:nvPr/>
        </p:nvSpPr>
        <p:spPr bwMode="auto">
          <a:xfrm flipV="1">
            <a:off x="7299092" y="4834212"/>
            <a:ext cx="175602" cy="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410" name="Line 50"/>
          <p:cNvSpPr>
            <a:spLocks noChangeShapeType="1"/>
          </p:cNvSpPr>
          <p:nvPr/>
        </p:nvSpPr>
        <p:spPr bwMode="auto">
          <a:xfrm flipH="1">
            <a:off x="7182884" y="4725753"/>
            <a:ext cx="291809" cy="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arrow" w="med" len="med"/>
            <a:tailEnd type="none" w="med" len="lg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413" name="Line 53"/>
          <p:cNvSpPr>
            <a:spLocks noChangeShapeType="1"/>
          </p:cNvSpPr>
          <p:nvPr/>
        </p:nvSpPr>
        <p:spPr bwMode="auto">
          <a:xfrm flipV="1">
            <a:off x="7299092" y="4834214"/>
            <a:ext cx="0" cy="1351577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none" w="med" len="lg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414" name="Line 54"/>
          <p:cNvSpPr>
            <a:spLocks noChangeShapeType="1"/>
          </p:cNvSpPr>
          <p:nvPr/>
        </p:nvSpPr>
        <p:spPr bwMode="auto">
          <a:xfrm flipV="1">
            <a:off x="7182885" y="4726945"/>
            <a:ext cx="0" cy="1458845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none" w="med" len="lg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417" name="Rectangle 59"/>
          <p:cNvSpPr>
            <a:spLocks noChangeArrowheads="1"/>
          </p:cNvSpPr>
          <p:nvPr/>
        </p:nvSpPr>
        <p:spPr bwMode="auto">
          <a:xfrm>
            <a:off x="7474693" y="2219259"/>
            <a:ext cx="410599" cy="2865927"/>
          </a:xfrm>
          <a:prstGeom prst="rect">
            <a:avLst/>
          </a:prstGeom>
          <a:solidFill>
            <a:srgbClr val="FF0000">
              <a:alpha val="30196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PAC</a:t>
            </a:r>
            <a:endParaRPr lang="ko-KR" altLang="ko-KR" dirty="0"/>
          </a:p>
        </p:txBody>
      </p:sp>
      <p:sp>
        <p:nvSpPr>
          <p:cNvPr id="57418" name="Line 60"/>
          <p:cNvSpPr>
            <a:spLocks noChangeShapeType="1"/>
          </p:cNvSpPr>
          <p:nvPr/>
        </p:nvSpPr>
        <p:spPr bwMode="auto">
          <a:xfrm>
            <a:off x="7299092" y="1322894"/>
            <a:ext cx="175602" cy="0"/>
          </a:xfrm>
          <a:prstGeom prst="line">
            <a:avLst/>
          </a:prstGeom>
          <a:noFill/>
          <a:ln w="25400">
            <a:solidFill>
              <a:srgbClr val="99CCFF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419" name="Oval 61"/>
          <p:cNvSpPr>
            <a:spLocks noChangeArrowheads="1"/>
          </p:cNvSpPr>
          <p:nvPr/>
        </p:nvSpPr>
        <p:spPr bwMode="auto">
          <a:xfrm flipH="1">
            <a:off x="7240987" y="1264495"/>
            <a:ext cx="117497" cy="116803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round/>
            <a:headEnd/>
            <a:tailEnd/>
          </a:ln>
        </p:spPr>
        <p:txBody>
          <a:bodyPr wrap="none" lIns="91416" tIns="45708" rIns="91416" bIns="45708" anchor="ctr"/>
          <a:lstStyle/>
          <a:p>
            <a:pPr algn="ctr"/>
            <a:r>
              <a:rPr lang="en-US" altLang="ko-KR" sz="600" dirty="0">
                <a:latin typeface="Arial" charset="0"/>
              </a:rPr>
              <a:t>A</a:t>
            </a:r>
            <a:endParaRPr lang="ko-KR" altLang="ko-KR" dirty="0"/>
          </a:p>
        </p:txBody>
      </p:sp>
      <p:sp>
        <p:nvSpPr>
          <p:cNvPr id="57422" name="Rectangle 64"/>
          <p:cNvSpPr>
            <a:spLocks noChangeArrowheads="1"/>
          </p:cNvSpPr>
          <p:nvPr/>
        </p:nvSpPr>
        <p:spPr bwMode="auto">
          <a:xfrm flipH="1">
            <a:off x="6882038" y="2412339"/>
            <a:ext cx="534552" cy="5601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ODMETER</a:t>
            </a:r>
            <a:endParaRPr lang="ko-KR" altLang="ko-KR" dirty="0"/>
          </a:p>
        </p:txBody>
      </p:sp>
      <p:sp>
        <p:nvSpPr>
          <p:cNvPr id="57423" name="Line 65"/>
          <p:cNvSpPr>
            <a:spLocks noChangeShapeType="1"/>
          </p:cNvSpPr>
          <p:nvPr/>
        </p:nvSpPr>
        <p:spPr bwMode="auto">
          <a:xfrm flipH="1">
            <a:off x="6889783" y="2489812"/>
            <a:ext cx="584908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arrow" w="med" len="med"/>
            <a:tailEnd type="none" w="med" len="lg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424" name="Rectangle 66"/>
          <p:cNvSpPr>
            <a:spLocks noChangeArrowheads="1"/>
          </p:cNvSpPr>
          <p:nvPr/>
        </p:nvSpPr>
        <p:spPr bwMode="auto">
          <a:xfrm flipH="1">
            <a:off x="6882038" y="2293153"/>
            <a:ext cx="534552" cy="8939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Door &amp; F/R</a:t>
            </a:r>
            <a:endParaRPr lang="ko-KR" altLang="ko-KR" dirty="0"/>
          </a:p>
        </p:txBody>
      </p:sp>
      <p:sp>
        <p:nvSpPr>
          <p:cNvPr id="57425" name="Line 67"/>
          <p:cNvSpPr>
            <a:spLocks noChangeShapeType="1"/>
          </p:cNvSpPr>
          <p:nvPr/>
        </p:nvSpPr>
        <p:spPr bwMode="auto">
          <a:xfrm flipH="1">
            <a:off x="6889783" y="2382544"/>
            <a:ext cx="584908" cy="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arrow" w="med" len="med"/>
            <a:tailEnd type="none" w="med" len="lg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426" name="Rectangle 68"/>
          <p:cNvSpPr>
            <a:spLocks noChangeArrowheads="1"/>
          </p:cNvSpPr>
          <p:nvPr/>
        </p:nvSpPr>
        <p:spPr bwMode="auto">
          <a:xfrm flipH="1">
            <a:off x="6929811" y="2179928"/>
            <a:ext cx="534552" cy="9654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CAB ON</a:t>
            </a:r>
            <a:endParaRPr lang="ko-KR" altLang="ko-KR" dirty="0"/>
          </a:p>
        </p:txBody>
      </p:sp>
      <p:sp>
        <p:nvSpPr>
          <p:cNvPr id="57427" name="Line 69"/>
          <p:cNvSpPr>
            <a:spLocks noChangeShapeType="1"/>
          </p:cNvSpPr>
          <p:nvPr/>
        </p:nvSpPr>
        <p:spPr bwMode="auto">
          <a:xfrm flipH="1">
            <a:off x="6889783" y="2274083"/>
            <a:ext cx="584908" cy="0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arrow" w="med" len="med"/>
            <a:tailEnd type="none" w="med" len="lg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428" name="Rectangle 70"/>
          <p:cNvSpPr>
            <a:spLocks noChangeArrowheads="1"/>
          </p:cNvSpPr>
          <p:nvPr/>
        </p:nvSpPr>
        <p:spPr bwMode="auto">
          <a:xfrm flipH="1">
            <a:off x="6596686" y="977333"/>
            <a:ext cx="692076" cy="10726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LONWORKS for MDS</a:t>
            </a:r>
            <a:endParaRPr lang="ko-KR" altLang="ko-KR" dirty="0"/>
          </a:p>
        </p:txBody>
      </p:sp>
      <p:sp>
        <p:nvSpPr>
          <p:cNvPr id="57429" name="Line 71"/>
          <p:cNvSpPr>
            <a:spLocks noChangeShapeType="1"/>
          </p:cNvSpPr>
          <p:nvPr/>
        </p:nvSpPr>
        <p:spPr bwMode="auto">
          <a:xfrm flipH="1" flipV="1">
            <a:off x="6421083" y="1084601"/>
            <a:ext cx="1053610" cy="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/>
            <a:tailEnd type="arrow" w="med" len="lg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430" name="Rectangle 72"/>
          <p:cNvSpPr>
            <a:spLocks noChangeArrowheads="1"/>
          </p:cNvSpPr>
          <p:nvPr/>
        </p:nvSpPr>
        <p:spPr bwMode="auto">
          <a:xfrm flipH="1">
            <a:off x="6724511" y="1570881"/>
            <a:ext cx="564249" cy="125146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Digital Video Signal</a:t>
            </a:r>
            <a:endParaRPr lang="ko-KR" altLang="ko-KR" dirty="0"/>
          </a:p>
        </p:txBody>
      </p:sp>
      <p:sp>
        <p:nvSpPr>
          <p:cNvPr id="57431" name="Line 73"/>
          <p:cNvSpPr>
            <a:spLocks noChangeShapeType="1"/>
          </p:cNvSpPr>
          <p:nvPr/>
        </p:nvSpPr>
        <p:spPr bwMode="auto">
          <a:xfrm flipH="1" flipV="1">
            <a:off x="6421083" y="1678149"/>
            <a:ext cx="1053610" cy="1192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 type="arrow" w="med" len="med"/>
            <a:tailEnd type="none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432" name="Rectangle 74"/>
          <p:cNvSpPr>
            <a:spLocks noChangeArrowheads="1"/>
          </p:cNvSpPr>
          <p:nvPr/>
        </p:nvSpPr>
        <p:spPr bwMode="auto">
          <a:xfrm flipH="1">
            <a:off x="6899252" y="2708921"/>
            <a:ext cx="565541" cy="7032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RS485</a:t>
            </a:r>
            <a:endParaRPr lang="ko-KR" altLang="ko-KR" dirty="0"/>
          </a:p>
        </p:txBody>
      </p:sp>
      <p:sp>
        <p:nvSpPr>
          <p:cNvPr id="57433" name="Rectangle 81"/>
          <p:cNvSpPr>
            <a:spLocks noChangeArrowheads="1"/>
          </p:cNvSpPr>
          <p:nvPr/>
        </p:nvSpPr>
        <p:spPr bwMode="auto">
          <a:xfrm flipH="1">
            <a:off x="8002791" y="5371746"/>
            <a:ext cx="535843" cy="112035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DC 37.5V</a:t>
            </a:r>
            <a:endParaRPr lang="ko-KR" altLang="ko-KR" dirty="0"/>
          </a:p>
        </p:txBody>
      </p:sp>
      <p:sp>
        <p:nvSpPr>
          <p:cNvPr id="57434" name="Line 82"/>
          <p:cNvSpPr>
            <a:spLocks noChangeShapeType="1"/>
          </p:cNvSpPr>
          <p:nvPr/>
        </p:nvSpPr>
        <p:spPr bwMode="auto">
          <a:xfrm flipH="1" flipV="1">
            <a:off x="7885290" y="5483780"/>
            <a:ext cx="702406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435" name="Rectangle 83"/>
          <p:cNvSpPr>
            <a:spLocks noChangeArrowheads="1"/>
          </p:cNvSpPr>
          <p:nvPr/>
        </p:nvSpPr>
        <p:spPr bwMode="auto">
          <a:xfrm flipH="1">
            <a:off x="5678649" y="5071396"/>
            <a:ext cx="566831" cy="7627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Interior Speaker CH1</a:t>
            </a:r>
            <a:endParaRPr lang="ko-KR" altLang="ko-KR" dirty="0"/>
          </a:p>
        </p:txBody>
      </p:sp>
      <p:sp>
        <p:nvSpPr>
          <p:cNvPr id="57436" name="Line 84"/>
          <p:cNvSpPr>
            <a:spLocks noChangeShapeType="1"/>
          </p:cNvSpPr>
          <p:nvPr/>
        </p:nvSpPr>
        <p:spPr bwMode="auto">
          <a:xfrm flipH="1">
            <a:off x="739854" y="5158400"/>
            <a:ext cx="6734840" cy="0"/>
          </a:xfrm>
          <a:prstGeom prst="line">
            <a:avLst/>
          </a:prstGeom>
          <a:noFill/>
          <a:ln w="25400">
            <a:solidFill>
              <a:srgbClr val="CC99FF"/>
            </a:solidFill>
            <a:round/>
            <a:headEnd type="diamond" w="med" len="med"/>
            <a:tailEnd type="oval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437" name="Line 85"/>
          <p:cNvSpPr>
            <a:spLocks noChangeShapeType="1"/>
          </p:cNvSpPr>
          <p:nvPr/>
        </p:nvSpPr>
        <p:spPr bwMode="auto">
          <a:xfrm flipH="1">
            <a:off x="739854" y="5266861"/>
            <a:ext cx="6734840" cy="0"/>
          </a:xfrm>
          <a:prstGeom prst="line">
            <a:avLst/>
          </a:prstGeom>
          <a:noFill/>
          <a:ln w="25400">
            <a:solidFill>
              <a:srgbClr val="CC99FF"/>
            </a:solidFill>
            <a:round/>
            <a:headEnd type="diamond" w="med" len="lg"/>
            <a:tailEnd type="oval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438" name="Rectangle 86"/>
          <p:cNvSpPr>
            <a:spLocks noChangeArrowheads="1"/>
          </p:cNvSpPr>
          <p:nvPr/>
        </p:nvSpPr>
        <p:spPr bwMode="auto">
          <a:xfrm flipH="1">
            <a:off x="5677358" y="5179855"/>
            <a:ext cx="565541" cy="7747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Interior Speaker CH2</a:t>
            </a:r>
            <a:endParaRPr lang="ko-KR" altLang="ko-KR" dirty="0"/>
          </a:p>
        </p:txBody>
      </p:sp>
      <p:sp>
        <p:nvSpPr>
          <p:cNvPr id="57439" name="Rectangle 87"/>
          <p:cNvSpPr>
            <a:spLocks noChangeArrowheads="1"/>
          </p:cNvSpPr>
          <p:nvPr/>
        </p:nvSpPr>
        <p:spPr bwMode="auto">
          <a:xfrm flipH="1">
            <a:off x="5767978" y="5886631"/>
            <a:ext cx="566831" cy="5244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RIGHT Side Exterior Speaker PA</a:t>
            </a:r>
            <a:endParaRPr lang="ko-KR" altLang="ko-KR" dirty="0"/>
          </a:p>
        </p:txBody>
      </p:sp>
      <p:sp>
        <p:nvSpPr>
          <p:cNvPr id="57440" name="Line 88"/>
          <p:cNvSpPr>
            <a:spLocks noChangeShapeType="1"/>
          </p:cNvSpPr>
          <p:nvPr/>
        </p:nvSpPr>
        <p:spPr bwMode="auto">
          <a:xfrm flipH="1" flipV="1">
            <a:off x="739854" y="5517763"/>
            <a:ext cx="6734840" cy="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diamond" w="med" len="med"/>
            <a:tailEnd type="oval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441" name="Line 89"/>
          <p:cNvSpPr>
            <a:spLocks noChangeShapeType="1"/>
          </p:cNvSpPr>
          <p:nvPr/>
        </p:nvSpPr>
        <p:spPr bwMode="auto">
          <a:xfrm flipH="1" flipV="1">
            <a:off x="739854" y="5970061"/>
            <a:ext cx="6734840" cy="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diamond" w="med" len="med"/>
            <a:tailEnd type="oval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442" name="Rectangle 90"/>
          <p:cNvSpPr>
            <a:spLocks noChangeArrowheads="1"/>
          </p:cNvSpPr>
          <p:nvPr/>
        </p:nvSpPr>
        <p:spPr bwMode="auto">
          <a:xfrm flipH="1">
            <a:off x="5784846" y="5425991"/>
            <a:ext cx="565541" cy="5363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LEFT Side Exterior Speaker PA</a:t>
            </a:r>
            <a:endParaRPr lang="ko-KR" altLang="ko-KR" dirty="0"/>
          </a:p>
        </p:txBody>
      </p:sp>
      <p:sp>
        <p:nvSpPr>
          <p:cNvPr id="57443" name="Rectangle 91"/>
          <p:cNvSpPr>
            <a:spLocks noChangeArrowheads="1"/>
          </p:cNvSpPr>
          <p:nvPr/>
        </p:nvSpPr>
        <p:spPr bwMode="auto">
          <a:xfrm>
            <a:off x="5074373" y="4295488"/>
            <a:ext cx="584908" cy="270554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Passenger </a:t>
            </a:r>
          </a:p>
          <a:p>
            <a:pPr algn="ctr"/>
            <a:r>
              <a:rPr lang="en-US" altLang="ko-KR" sz="600" dirty="0">
                <a:latin typeface="Arial" charset="0"/>
              </a:rPr>
              <a:t>Emergency</a:t>
            </a:r>
          </a:p>
          <a:p>
            <a:pPr algn="ctr"/>
            <a:r>
              <a:rPr lang="en-US" altLang="ko-KR" sz="600" dirty="0">
                <a:latin typeface="Arial" charset="0"/>
              </a:rPr>
              <a:t>Intercom</a:t>
            </a:r>
            <a:endParaRPr lang="ko-KR" altLang="ko-KR" sz="600" dirty="0"/>
          </a:p>
        </p:txBody>
      </p:sp>
      <p:sp>
        <p:nvSpPr>
          <p:cNvPr id="57444" name="Rectangle 93"/>
          <p:cNvSpPr>
            <a:spLocks noChangeArrowheads="1"/>
          </p:cNvSpPr>
          <p:nvPr/>
        </p:nvSpPr>
        <p:spPr bwMode="auto">
          <a:xfrm flipH="1">
            <a:off x="6596684" y="4035663"/>
            <a:ext cx="750181" cy="9534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CPO ADDRESS, ACT</a:t>
            </a:r>
            <a:endParaRPr lang="ko-KR" altLang="ko-KR" dirty="0"/>
          </a:p>
        </p:txBody>
      </p:sp>
      <p:sp>
        <p:nvSpPr>
          <p:cNvPr id="57445" name="Rectangle 94"/>
          <p:cNvSpPr>
            <a:spLocks noChangeArrowheads="1"/>
          </p:cNvSpPr>
          <p:nvPr/>
        </p:nvSpPr>
        <p:spPr bwMode="auto">
          <a:xfrm flipH="1">
            <a:off x="6421083" y="3917669"/>
            <a:ext cx="871553" cy="10845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IC Audio &amp; Signal, PA Audio</a:t>
            </a:r>
            <a:endParaRPr lang="ko-KR" altLang="ko-KR" dirty="0"/>
          </a:p>
        </p:txBody>
      </p:sp>
      <p:sp>
        <p:nvSpPr>
          <p:cNvPr id="57454" name="Rectangle 106"/>
          <p:cNvSpPr>
            <a:spLocks noChangeArrowheads="1"/>
          </p:cNvSpPr>
          <p:nvPr/>
        </p:nvSpPr>
        <p:spPr bwMode="auto">
          <a:xfrm flipH="1">
            <a:off x="6931102" y="4185839"/>
            <a:ext cx="534552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PEI TL</a:t>
            </a:r>
            <a:endParaRPr lang="ko-KR" altLang="ko-KR" dirty="0"/>
          </a:p>
        </p:txBody>
      </p:sp>
      <p:sp>
        <p:nvSpPr>
          <p:cNvPr id="57455" name="Line 107"/>
          <p:cNvSpPr>
            <a:spLocks noChangeShapeType="1"/>
          </p:cNvSpPr>
          <p:nvPr/>
        </p:nvSpPr>
        <p:spPr bwMode="auto">
          <a:xfrm flipV="1">
            <a:off x="6714182" y="4262116"/>
            <a:ext cx="760510" cy="0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none" w="med" len="lg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456" name="Rectangle 108"/>
          <p:cNvSpPr>
            <a:spLocks noChangeArrowheads="1"/>
          </p:cNvSpPr>
          <p:nvPr/>
        </p:nvSpPr>
        <p:spPr bwMode="auto">
          <a:xfrm flipH="1">
            <a:off x="6931102" y="4287148"/>
            <a:ext cx="534552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IC TL</a:t>
            </a:r>
            <a:endParaRPr lang="ko-KR" altLang="ko-KR" dirty="0"/>
          </a:p>
        </p:txBody>
      </p:sp>
      <p:sp>
        <p:nvSpPr>
          <p:cNvPr id="57457" name="Line 109"/>
          <p:cNvSpPr>
            <a:spLocks noChangeShapeType="1"/>
          </p:cNvSpPr>
          <p:nvPr/>
        </p:nvSpPr>
        <p:spPr bwMode="auto">
          <a:xfrm flipV="1">
            <a:off x="6831680" y="4370576"/>
            <a:ext cx="643013" cy="0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none" w="med" len="lg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458" name="Rectangle 112"/>
          <p:cNvSpPr>
            <a:spLocks noChangeArrowheads="1"/>
          </p:cNvSpPr>
          <p:nvPr/>
        </p:nvSpPr>
        <p:spPr bwMode="auto">
          <a:xfrm rot="5400000">
            <a:off x="6180334" y="2735924"/>
            <a:ext cx="4054219" cy="644304"/>
          </a:xfrm>
          <a:prstGeom prst="rect">
            <a:avLst/>
          </a:prstGeom>
          <a:gradFill rotWithShape="1">
            <a:gsLst>
              <a:gs pos="0">
                <a:srgbClr val="FFCC00"/>
              </a:gs>
              <a:gs pos="100000">
                <a:srgbClr val="FFCC99">
                  <a:alpha val="43999"/>
                </a:srgbClr>
              </a:gs>
            </a:gsLst>
            <a:lin ang="5400000" scaled="1"/>
          </a:gradFill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DC 12V</a:t>
            </a:r>
            <a:endParaRPr lang="ko-KR" altLang="ko-KR" dirty="0"/>
          </a:p>
        </p:txBody>
      </p:sp>
      <p:sp>
        <p:nvSpPr>
          <p:cNvPr id="57461" name="Rectangle 115"/>
          <p:cNvSpPr>
            <a:spLocks noChangeArrowheads="1"/>
          </p:cNvSpPr>
          <p:nvPr/>
        </p:nvSpPr>
        <p:spPr bwMode="auto">
          <a:xfrm flipH="1">
            <a:off x="7970509" y="383784"/>
            <a:ext cx="535844" cy="112035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DC 12V</a:t>
            </a:r>
            <a:endParaRPr lang="ko-KR" altLang="ko-KR" dirty="0"/>
          </a:p>
        </p:txBody>
      </p:sp>
      <p:sp>
        <p:nvSpPr>
          <p:cNvPr id="57462" name="Line 116"/>
          <p:cNvSpPr>
            <a:spLocks noChangeShapeType="1"/>
          </p:cNvSpPr>
          <p:nvPr/>
        </p:nvSpPr>
        <p:spPr bwMode="auto">
          <a:xfrm flipH="1">
            <a:off x="7885290" y="489859"/>
            <a:ext cx="586199" cy="0"/>
          </a:xfrm>
          <a:prstGeom prst="line">
            <a:avLst/>
          </a:prstGeom>
          <a:noFill/>
          <a:ln w="25400">
            <a:solidFill>
              <a:srgbClr val="FF9900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464" name="Line 118"/>
          <p:cNvSpPr>
            <a:spLocks noChangeShapeType="1"/>
          </p:cNvSpPr>
          <p:nvPr/>
        </p:nvSpPr>
        <p:spPr bwMode="auto">
          <a:xfrm flipH="1" flipV="1">
            <a:off x="8471492" y="489861"/>
            <a:ext cx="0" cy="541107"/>
          </a:xfrm>
          <a:prstGeom prst="line">
            <a:avLst/>
          </a:prstGeom>
          <a:noFill/>
          <a:ln w="25400">
            <a:solidFill>
              <a:srgbClr val="FF9900"/>
            </a:solidFill>
            <a:round/>
            <a:headEnd type="arrow" w="med" len="med"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473" name="Line 128"/>
          <p:cNvSpPr>
            <a:spLocks noChangeShapeType="1"/>
          </p:cNvSpPr>
          <p:nvPr/>
        </p:nvSpPr>
        <p:spPr bwMode="auto">
          <a:xfrm flipH="1" flipV="1">
            <a:off x="6831680" y="4377725"/>
            <a:ext cx="1923" cy="2143726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oval" w="med" len="med"/>
            <a:tailEnd type="none" w="med" len="lg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474" name="Line 129"/>
          <p:cNvSpPr>
            <a:spLocks noChangeShapeType="1"/>
          </p:cNvSpPr>
          <p:nvPr/>
        </p:nvSpPr>
        <p:spPr bwMode="auto">
          <a:xfrm flipV="1">
            <a:off x="6709780" y="4272842"/>
            <a:ext cx="4405" cy="2343861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oval" w="med" len="med"/>
            <a:tailEnd type="none" w="med" len="lg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486" name="Rectangle 157"/>
          <p:cNvSpPr>
            <a:spLocks noChangeArrowheads="1"/>
          </p:cNvSpPr>
          <p:nvPr/>
        </p:nvSpPr>
        <p:spPr bwMode="auto">
          <a:xfrm flipH="1">
            <a:off x="5771614" y="4293105"/>
            <a:ext cx="357659" cy="10846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DC 37.5V</a:t>
            </a:r>
            <a:endParaRPr lang="ko-KR" altLang="ko-KR" dirty="0"/>
          </a:p>
        </p:txBody>
      </p:sp>
      <p:sp>
        <p:nvSpPr>
          <p:cNvPr id="57487" name="Line 158"/>
          <p:cNvSpPr>
            <a:spLocks noChangeShapeType="1"/>
          </p:cNvSpPr>
          <p:nvPr/>
        </p:nvSpPr>
        <p:spPr bwMode="auto">
          <a:xfrm flipV="1">
            <a:off x="5660573" y="4401564"/>
            <a:ext cx="468701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arrow" w="med" len="med"/>
            <a:tailEnd type="none" w="med" len="lg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497" name="Line 175"/>
          <p:cNvSpPr>
            <a:spLocks noChangeShapeType="1"/>
          </p:cNvSpPr>
          <p:nvPr/>
        </p:nvSpPr>
        <p:spPr bwMode="auto">
          <a:xfrm flipH="1">
            <a:off x="5463119" y="4023742"/>
            <a:ext cx="0" cy="271746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oval" w="med" len="med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04" name="Rectangle 182"/>
          <p:cNvSpPr>
            <a:spLocks noChangeArrowheads="1"/>
          </p:cNvSpPr>
          <p:nvPr/>
        </p:nvSpPr>
        <p:spPr bwMode="auto">
          <a:xfrm>
            <a:off x="7474693" y="274131"/>
            <a:ext cx="410599" cy="269362"/>
          </a:xfrm>
          <a:prstGeom prst="rect">
            <a:avLst/>
          </a:prstGeom>
          <a:solidFill>
            <a:srgbClr val="FFCC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PSA</a:t>
            </a:r>
            <a:endParaRPr lang="ko-KR" altLang="ko-KR" dirty="0"/>
          </a:p>
        </p:txBody>
      </p:sp>
      <p:sp>
        <p:nvSpPr>
          <p:cNvPr id="57505" name="Rectangle 183"/>
          <p:cNvSpPr>
            <a:spLocks noChangeArrowheads="1"/>
          </p:cNvSpPr>
          <p:nvPr/>
        </p:nvSpPr>
        <p:spPr bwMode="auto">
          <a:xfrm>
            <a:off x="7474693" y="1030966"/>
            <a:ext cx="410599" cy="162094"/>
          </a:xfrm>
          <a:prstGeom prst="rect">
            <a:avLst/>
          </a:prstGeom>
          <a:solidFill>
            <a:srgbClr val="CC99FF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LIC</a:t>
            </a:r>
            <a:endParaRPr lang="ko-KR" altLang="ko-KR" dirty="0"/>
          </a:p>
        </p:txBody>
      </p:sp>
      <p:sp>
        <p:nvSpPr>
          <p:cNvPr id="57507" name="Rectangle 185"/>
          <p:cNvSpPr>
            <a:spLocks noChangeArrowheads="1"/>
          </p:cNvSpPr>
          <p:nvPr/>
        </p:nvSpPr>
        <p:spPr bwMode="auto">
          <a:xfrm>
            <a:off x="7474693" y="1462423"/>
            <a:ext cx="410599" cy="270553"/>
          </a:xfrm>
          <a:prstGeom prst="rect">
            <a:avLst/>
          </a:prstGeom>
          <a:solidFill>
            <a:srgbClr val="99CC0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 VTX</a:t>
            </a:r>
            <a:endParaRPr lang="ko-KR" altLang="ko-KR" dirty="0"/>
          </a:p>
        </p:txBody>
      </p:sp>
      <p:sp>
        <p:nvSpPr>
          <p:cNvPr id="57508" name="Rectangle 186"/>
          <p:cNvSpPr>
            <a:spLocks noChangeArrowheads="1"/>
          </p:cNvSpPr>
          <p:nvPr/>
        </p:nvSpPr>
        <p:spPr bwMode="auto">
          <a:xfrm>
            <a:off x="7474693" y="2057164"/>
            <a:ext cx="410599" cy="162094"/>
          </a:xfrm>
          <a:prstGeom prst="rect">
            <a:avLst/>
          </a:prstGeom>
          <a:solidFill>
            <a:srgbClr val="C0C0C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 HDD</a:t>
            </a:r>
            <a:endParaRPr lang="ko-KR" altLang="ko-KR" dirty="0"/>
          </a:p>
        </p:txBody>
      </p:sp>
      <p:sp>
        <p:nvSpPr>
          <p:cNvPr id="57509" name="Rectangle 187"/>
          <p:cNvSpPr>
            <a:spLocks noChangeArrowheads="1"/>
          </p:cNvSpPr>
          <p:nvPr/>
        </p:nvSpPr>
        <p:spPr bwMode="auto">
          <a:xfrm>
            <a:off x="7474693" y="543492"/>
            <a:ext cx="410599" cy="487474"/>
          </a:xfrm>
          <a:prstGeom prst="rect">
            <a:avLst/>
          </a:prstGeom>
          <a:solidFill>
            <a:srgbClr val="C0C0C0">
              <a:alpha val="7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SCB</a:t>
            </a:r>
            <a:endParaRPr lang="ko-KR" altLang="ko-KR" dirty="0"/>
          </a:p>
        </p:txBody>
      </p:sp>
      <p:sp>
        <p:nvSpPr>
          <p:cNvPr id="57510" name="Rectangle 188"/>
          <p:cNvSpPr>
            <a:spLocks noChangeArrowheads="1"/>
          </p:cNvSpPr>
          <p:nvPr/>
        </p:nvSpPr>
        <p:spPr bwMode="auto">
          <a:xfrm>
            <a:off x="7474693" y="1732977"/>
            <a:ext cx="410599" cy="324188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  CNCS</a:t>
            </a:r>
            <a:endParaRPr lang="ko-KR" altLang="ko-KR" dirty="0"/>
          </a:p>
        </p:txBody>
      </p:sp>
      <p:sp>
        <p:nvSpPr>
          <p:cNvPr id="57512" name="Line 190"/>
          <p:cNvSpPr>
            <a:spLocks noChangeShapeType="1"/>
          </p:cNvSpPr>
          <p:nvPr/>
        </p:nvSpPr>
        <p:spPr bwMode="auto">
          <a:xfrm flipV="1">
            <a:off x="8118997" y="1355155"/>
            <a:ext cx="0" cy="377821"/>
          </a:xfrm>
          <a:prstGeom prst="line">
            <a:avLst/>
          </a:prstGeom>
          <a:noFill/>
          <a:ln w="25400">
            <a:solidFill>
              <a:srgbClr val="00CCFF"/>
            </a:solidFill>
            <a:round/>
            <a:headEnd/>
            <a:tailEnd type="none" w="med" len="lg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13" name="Line 191"/>
          <p:cNvSpPr>
            <a:spLocks noChangeShapeType="1"/>
          </p:cNvSpPr>
          <p:nvPr/>
        </p:nvSpPr>
        <p:spPr bwMode="auto">
          <a:xfrm flipH="1" flipV="1">
            <a:off x="7882708" y="1265764"/>
            <a:ext cx="236288" cy="89390"/>
          </a:xfrm>
          <a:prstGeom prst="line">
            <a:avLst/>
          </a:prstGeom>
          <a:noFill/>
          <a:ln w="25400">
            <a:solidFill>
              <a:srgbClr val="00CCFF"/>
            </a:solidFill>
            <a:round/>
            <a:headEnd/>
            <a:tailEnd type="none" w="med" len="lg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14" name="Line 192"/>
          <p:cNvSpPr>
            <a:spLocks noChangeShapeType="1"/>
          </p:cNvSpPr>
          <p:nvPr/>
        </p:nvSpPr>
        <p:spPr bwMode="auto">
          <a:xfrm flipH="1">
            <a:off x="7881419" y="1732975"/>
            <a:ext cx="237578" cy="110844"/>
          </a:xfrm>
          <a:prstGeom prst="line">
            <a:avLst/>
          </a:prstGeom>
          <a:noFill/>
          <a:ln w="25400">
            <a:solidFill>
              <a:srgbClr val="00CCFF"/>
            </a:solidFill>
            <a:round/>
            <a:headEnd/>
            <a:tailEnd type="none" w="med" len="lg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15" name="Rectangle 193"/>
          <p:cNvSpPr>
            <a:spLocks noChangeArrowheads="1"/>
          </p:cNvSpPr>
          <p:nvPr/>
        </p:nvSpPr>
        <p:spPr bwMode="auto">
          <a:xfrm>
            <a:off x="7474693" y="1193059"/>
            <a:ext cx="410599" cy="269030"/>
          </a:xfrm>
          <a:prstGeom prst="rect">
            <a:avLst/>
          </a:prstGeom>
          <a:solidFill>
            <a:srgbClr val="CCFFFF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WLR</a:t>
            </a:r>
            <a:endParaRPr lang="ko-KR" altLang="ko-KR" dirty="0"/>
          </a:p>
        </p:txBody>
      </p:sp>
      <p:sp>
        <p:nvSpPr>
          <p:cNvPr id="57517" name="Line 195"/>
          <p:cNvSpPr>
            <a:spLocks noChangeShapeType="1"/>
          </p:cNvSpPr>
          <p:nvPr/>
        </p:nvSpPr>
        <p:spPr bwMode="auto">
          <a:xfrm flipV="1">
            <a:off x="7882708" y="2238327"/>
            <a:ext cx="132993" cy="5482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19" name="Line 197"/>
          <p:cNvSpPr>
            <a:spLocks noChangeShapeType="1"/>
          </p:cNvSpPr>
          <p:nvPr/>
        </p:nvSpPr>
        <p:spPr bwMode="auto">
          <a:xfrm flipV="1">
            <a:off x="7881417" y="1895069"/>
            <a:ext cx="121371" cy="5482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20" name="Line 198"/>
          <p:cNvSpPr>
            <a:spLocks noChangeShapeType="1"/>
          </p:cNvSpPr>
          <p:nvPr/>
        </p:nvSpPr>
        <p:spPr bwMode="auto">
          <a:xfrm flipV="1">
            <a:off x="7881417" y="1517250"/>
            <a:ext cx="121371" cy="72703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21" name="Line 199"/>
          <p:cNvSpPr>
            <a:spLocks noChangeShapeType="1"/>
          </p:cNvSpPr>
          <p:nvPr/>
        </p:nvSpPr>
        <p:spPr bwMode="auto">
          <a:xfrm>
            <a:off x="7882709" y="1589951"/>
            <a:ext cx="120081" cy="3575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22" name="Line 200"/>
          <p:cNvSpPr>
            <a:spLocks noChangeShapeType="1"/>
          </p:cNvSpPr>
          <p:nvPr/>
        </p:nvSpPr>
        <p:spPr bwMode="auto">
          <a:xfrm>
            <a:off x="7881419" y="1949896"/>
            <a:ext cx="134284" cy="5482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23" name="Line 201"/>
          <p:cNvSpPr>
            <a:spLocks noChangeShapeType="1"/>
          </p:cNvSpPr>
          <p:nvPr/>
        </p:nvSpPr>
        <p:spPr bwMode="auto">
          <a:xfrm flipV="1">
            <a:off x="8002790" y="1625707"/>
            <a:ext cx="0" cy="269362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24" name="Line 202"/>
          <p:cNvSpPr>
            <a:spLocks noChangeShapeType="1"/>
          </p:cNvSpPr>
          <p:nvPr/>
        </p:nvSpPr>
        <p:spPr bwMode="auto">
          <a:xfrm flipH="1" flipV="1">
            <a:off x="8015702" y="2003531"/>
            <a:ext cx="0" cy="234797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25" name="Rectangle 203"/>
          <p:cNvSpPr>
            <a:spLocks noChangeArrowheads="1"/>
          </p:cNvSpPr>
          <p:nvPr/>
        </p:nvSpPr>
        <p:spPr bwMode="auto">
          <a:xfrm rot="5400000" flipH="1">
            <a:off x="8004676" y="1432228"/>
            <a:ext cx="324188" cy="13428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solidFill>
                  <a:srgbClr val="0099FF"/>
                </a:solidFill>
                <a:latin typeface="Arial" charset="0"/>
              </a:rPr>
              <a:t>LAN</a:t>
            </a:r>
            <a:endParaRPr lang="ko-KR" altLang="ko-KR" dirty="0"/>
          </a:p>
        </p:txBody>
      </p:sp>
      <p:sp>
        <p:nvSpPr>
          <p:cNvPr id="57526" name="Rectangle 204"/>
          <p:cNvSpPr>
            <a:spLocks noChangeArrowheads="1"/>
          </p:cNvSpPr>
          <p:nvPr/>
        </p:nvSpPr>
        <p:spPr bwMode="auto">
          <a:xfrm rot="5400000" flipH="1">
            <a:off x="7733526" y="2010186"/>
            <a:ext cx="215728" cy="90383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ATA</a:t>
            </a:r>
            <a:endParaRPr lang="ko-KR" altLang="ko-KR" dirty="0"/>
          </a:p>
        </p:txBody>
      </p:sp>
      <p:sp>
        <p:nvSpPr>
          <p:cNvPr id="57527" name="Rectangle 205"/>
          <p:cNvSpPr>
            <a:spLocks noChangeArrowheads="1"/>
          </p:cNvSpPr>
          <p:nvPr/>
        </p:nvSpPr>
        <p:spPr bwMode="auto">
          <a:xfrm rot="5400000" flipH="1">
            <a:off x="7683319" y="1687040"/>
            <a:ext cx="312269" cy="9425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LVDS</a:t>
            </a:r>
            <a:endParaRPr lang="ko-KR" altLang="ko-KR" dirty="0"/>
          </a:p>
        </p:txBody>
      </p:sp>
      <p:sp>
        <p:nvSpPr>
          <p:cNvPr id="57529" name="Line 207"/>
          <p:cNvSpPr>
            <a:spLocks noChangeShapeType="1"/>
          </p:cNvSpPr>
          <p:nvPr/>
        </p:nvSpPr>
        <p:spPr bwMode="auto">
          <a:xfrm>
            <a:off x="7881417" y="1084600"/>
            <a:ext cx="121371" cy="53634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30" name="Line 208"/>
          <p:cNvSpPr>
            <a:spLocks noChangeShapeType="1"/>
          </p:cNvSpPr>
          <p:nvPr/>
        </p:nvSpPr>
        <p:spPr bwMode="auto">
          <a:xfrm flipH="1" flipV="1">
            <a:off x="8002790" y="1138233"/>
            <a:ext cx="1132" cy="373863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32" name="Rectangle 210"/>
          <p:cNvSpPr>
            <a:spLocks noChangeArrowheads="1"/>
          </p:cNvSpPr>
          <p:nvPr/>
        </p:nvSpPr>
        <p:spPr bwMode="auto">
          <a:xfrm rot="5400000">
            <a:off x="6180334" y="2735924"/>
            <a:ext cx="4054219" cy="644304"/>
          </a:xfrm>
          <a:prstGeom prst="rect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lIns="121757" tIns="60877" rIns="121757" bIns="60877" anchor="ctr"/>
          <a:lstStyle/>
          <a:p>
            <a:pPr algn="ctr"/>
            <a:endParaRPr lang="ko-KR" altLang="ko-KR"/>
          </a:p>
        </p:txBody>
      </p:sp>
      <p:sp>
        <p:nvSpPr>
          <p:cNvPr id="57538" name="Rectangle 259"/>
          <p:cNvSpPr>
            <a:spLocks noChangeArrowheads="1"/>
          </p:cNvSpPr>
          <p:nvPr/>
        </p:nvSpPr>
        <p:spPr bwMode="auto">
          <a:xfrm>
            <a:off x="3058829" y="5064244"/>
            <a:ext cx="566832" cy="7627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Interior Speaker CH1</a:t>
            </a:r>
            <a:endParaRPr lang="ko-KR" altLang="ko-KR" dirty="0"/>
          </a:p>
        </p:txBody>
      </p:sp>
      <p:sp>
        <p:nvSpPr>
          <p:cNvPr id="57539" name="Rectangle 260"/>
          <p:cNvSpPr>
            <a:spLocks noChangeArrowheads="1"/>
          </p:cNvSpPr>
          <p:nvPr/>
        </p:nvSpPr>
        <p:spPr bwMode="auto">
          <a:xfrm>
            <a:off x="3061410" y="5179855"/>
            <a:ext cx="565541" cy="7747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Interior Speaker CH2</a:t>
            </a:r>
            <a:endParaRPr lang="ko-KR" altLang="ko-KR" dirty="0"/>
          </a:p>
        </p:txBody>
      </p:sp>
      <p:sp>
        <p:nvSpPr>
          <p:cNvPr id="57540" name="Rectangle 264"/>
          <p:cNvSpPr>
            <a:spLocks noChangeArrowheads="1"/>
          </p:cNvSpPr>
          <p:nvPr/>
        </p:nvSpPr>
        <p:spPr bwMode="auto">
          <a:xfrm>
            <a:off x="742434" y="4035663"/>
            <a:ext cx="750181" cy="9534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r"/>
            <a:r>
              <a:rPr lang="en-US" altLang="ko-KR" sz="600" dirty="0">
                <a:latin typeface="Arial" charset="0"/>
              </a:rPr>
              <a:t>CPO ADDRESS, ACT</a:t>
            </a:r>
            <a:endParaRPr lang="ko-KR" altLang="ko-KR" dirty="0"/>
          </a:p>
        </p:txBody>
      </p:sp>
      <p:sp>
        <p:nvSpPr>
          <p:cNvPr id="57541" name="Line 8"/>
          <p:cNvSpPr>
            <a:spLocks noChangeShapeType="1"/>
          </p:cNvSpPr>
          <p:nvPr/>
        </p:nvSpPr>
        <p:spPr bwMode="auto">
          <a:xfrm flipV="1">
            <a:off x="739854" y="3045598"/>
            <a:ext cx="6734840" cy="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oval" w="med" len="med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42" name="Line 26"/>
          <p:cNvSpPr>
            <a:spLocks noChangeShapeType="1"/>
          </p:cNvSpPr>
          <p:nvPr/>
        </p:nvSpPr>
        <p:spPr bwMode="auto">
          <a:xfrm>
            <a:off x="4106385" y="2776236"/>
            <a:ext cx="0" cy="269362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/>
            <a:tailEnd type="oval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43" name="Rectangle 101"/>
          <p:cNvSpPr>
            <a:spLocks noChangeArrowheads="1"/>
          </p:cNvSpPr>
          <p:nvPr/>
        </p:nvSpPr>
        <p:spPr bwMode="auto">
          <a:xfrm flipH="1">
            <a:off x="6714182" y="2972896"/>
            <a:ext cx="534552" cy="6555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PEI ADDRESS, CALL</a:t>
            </a:r>
            <a:endParaRPr lang="ko-KR" altLang="ko-KR" dirty="0"/>
          </a:p>
        </p:txBody>
      </p:sp>
      <p:sp>
        <p:nvSpPr>
          <p:cNvPr id="57544" name="Line 174"/>
          <p:cNvSpPr>
            <a:spLocks noChangeShapeType="1"/>
          </p:cNvSpPr>
          <p:nvPr/>
        </p:nvSpPr>
        <p:spPr bwMode="auto">
          <a:xfrm>
            <a:off x="5625626" y="2776236"/>
            <a:ext cx="0" cy="269362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/>
            <a:tailEnd type="oval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46" name="Rectangle 265"/>
          <p:cNvSpPr>
            <a:spLocks noChangeArrowheads="1"/>
          </p:cNvSpPr>
          <p:nvPr/>
        </p:nvSpPr>
        <p:spPr bwMode="auto">
          <a:xfrm>
            <a:off x="743728" y="3917669"/>
            <a:ext cx="871553" cy="10845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r"/>
            <a:r>
              <a:rPr lang="en-US" altLang="ko-KR" sz="600" dirty="0">
                <a:latin typeface="Arial" charset="0"/>
              </a:rPr>
              <a:t>IC Audio &amp; Signal, PA Audio</a:t>
            </a:r>
            <a:endParaRPr lang="ko-KR" altLang="ko-KR" dirty="0"/>
          </a:p>
        </p:txBody>
      </p:sp>
      <p:sp>
        <p:nvSpPr>
          <p:cNvPr id="57547" name="Line 9"/>
          <p:cNvSpPr>
            <a:spLocks noChangeShapeType="1"/>
          </p:cNvSpPr>
          <p:nvPr/>
        </p:nvSpPr>
        <p:spPr bwMode="auto">
          <a:xfrm flipV="1">
            <a:off x="739854" y="3152866"/>
            <a:ext cx="6734840" cy="1192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oval" w="med" len="med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48" name="Rectangle 28"/>
          <p:cNvSpPr>
            <a:spLocks noChangeArrowheads="1"/>
          </p:cNvSpPr>
          <p:nvPr/>
        </p:nvSpPr>
        <p:spPr bwMode="auto">
          <a:xfrm flipH="1">
            <a:off x="3093691" y="3040832"/>
            <a:ext cx="867679" cy="11322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PEI Audio &amp; Signal</a:t>
            </a:r>
            <a:endParaRPr lang="ko-KR" altLang="ko-KR" dirty="0"/>
          </a:p>
        </p:txBody>
      </p:sp>
      <p:sp>
        <p:nvSpPr>
          <p:cNvPr id="57550" name="Rectangle 102"/>
          <p:cNvSpPr>
            <a:spLocks noChangeArrowheads="1"/>
          </p:cNvSpPr>
          <p:nvPr/>
        </p:nvSpPr>
        <p:spPr bwMode="auto">
          <a:xfrm flipH="1">
            <a:off x="6596686" y="3055133"/>
            <a:ext cx="867679" cy="11322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PEI Audio &amp; Signal</a:t>
            </a:r>
            <a:endParaRPr lang="ko-KR" altLang="ko-KR" dirty="0"/>
          </a:p>
        </p:txBody>
      </p:sp>
      <p:sp>
        <p:nvSpPr>
          <p:cNvPr id="57551" name="Line 173"/>
          <p:cNvSpPr>
            <a:spLocks noChangeShapeType="1"/>
          </p:cNvSpPr>
          <p:nvPr/>
        </p:nvSpPr>
        <p:spPr bwMode="auto">
          <a:xfrm flipH="1">
            <a:off x="5755591" y="2889855"/>
            <a:ext cx="0" cy="270554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arrow" w="med" len="med"/>
            <a:tailEnd type="oval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52" name="Line 211"/>
          <p:cNvSpPr>
            <a:spLocks noChangeShapeType="1"/>
          </p:cNvSpPr>
          <p:nvPr/>
        </p:nvSpPr>
        <p:spPr bwMode="auto">
          <a:xfrm flipH="1">
            <a:off x="4243229" y="2883505"/>
            <a:ext cx="0" cy="270554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arrow" w="med" len="med"/>
            <a:tailEnd type="oval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59" name="Rectangle 375"/>
          <p:cNvSpPr>
            <a:spLocks noChangeArrowheads="1"/>
          </p:cNvSpPr>
          <p:nvPr/>
        </p:nvSpPr>
        <p:spPr bwMode="auto">
          <a:xfrm>
            <a:off x="2440347" y="4295488"/>
            <a:ext cx="584908" cy="270554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Passenger </a:t>
            </a:r>
          </a:p>
          <a:p>
            <a:pPr algn="ctr"/>
            <a:r>
              <a:rPr lang="en-US" altLang="ko-KR" sz="600" dirty="0">
                <a:latin typeface="Arial" charset="0"/>
              </a:rPr>
              <a:t>Emergency</a:t>
            </a:r>
          </a:p>
          <a:p>
            <a:pPr algn="ctr"/>
            <a:r>
              <a:rPr lang="en-US" altLang="ko-KR" sz="600" dirty="0">
                <a:latin typeface="Arial" charset="0"/>
              </a:rPr>
              <a:t>Intercom</a:t>
            </a:r>
            <a:endParaRPr lang="ko-KR" altLang="ko-KR" sz="600" dirty="0"/>
          </a:p>
        </p:txBody>
      </p:sp>
      <p:sp>
        <p:nvSpPr>
          <p:cNvPr id="57560" name="Line 376"/>
          <p:cNvSpPr>
            <a:spLocks noChangeShapeType="1"/>
          </p:cNvSpPr>
          <p:nvPr/>
        </p:nvSpPr>
        <p:spPr bwMode="auto">
          <a:xfrm flipH="1">
            <a:off x="2874052" y="4023742"/>
            <a:ext cx="1290" cy="271746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oval" w="med" len="med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64" name="Rectangle 380"/>
          <p:cNvSpPr>
            <a:spLocks noChangeArrowheads="1"/>
          </p:cNvSpPr>
          <p:nvPr/>
        </p:nvSpPr>
        <p:spPr bwMode="auto">
          <a:xfrm>
            <a:off x="3677306" y="2667779"/>
            <a:ext cx="937403" cy="215727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Passenger Emergency</a:t>
            </a:r>
          </a:p>
          <a:p>
            <a:pPr algn="ctr"/>
            <a:r>
              <a:rPr lang="en-US" altLang="ko-KR" sz="600" dirty="0">
                <a:latin typeface="Arial" charset="0"/>
              </a:rPr>
              <a:t>Intercom</a:t>
            </a:r>
            <a:endParaRPr lang="ko-KR" altLang="ko-KR" dirty="0"/>
          </a:p>
        </p:txBody>
      </p:sp>
      <p:sp>
        <p:nvSpPr>
          <p:cNvPr id="57565" name="Rectangle 381"/>
          <p:cNvSpPr>
            <a:spLocks noChangeArrowheads="1"/>
          </p:cNvSpPr>
          <p:nvPr/>
        </p:nvSpPr>
        <p:spPr bwMode="auto">
          <a:xfrm>
            <a:off x="5132475" y="2667779"/>
            <a:ext cx="937403" cy="215727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Passenger Emergency</a:t>
            </a:r>
          </a:p>
          <a:p>
            <a:pPr algn="ctr"/>
            <a:r>
              <a:rPr lang="en-US" altLang="ko-KR" sz="600" dirty="0">
                <a:latin typeface="Arial" charset="0"/>
              </a:rPr>
              <a:t>Intercom</a:t>
            </a:r>
            <a:endParaRPr lang="ko-KR" altLang="ko-KR" dirty="0"/>
          </a:p>
        </p:txBody>
      </p:sp>
      <p:grpSp>
        <p:nvGrpSpPr>
          <p:cNvPr id="9" name="Group 382"/>
          <p:cNvGrpSpPr>
            <a:grpSpLocks/>
          </p:cNvGrpSpPr>
          <p:nvPr/>
        </p:nvGrpSpPr>
        <p:grpSpPr bwMode="auto">
          <a:xfrm rot="10800000" flipH="1" flipV="1">
            <a:off x="5248685" y="5579741"/>
            <a:ext cx="351203" cy="160902"/>
            <a:chOff x="1477" y="3739"/>
            <a:chExt cx="227" cy="91"/>
          </a:xfrm>
        </p:grpSpPr>
        <p:sp>
          <p:nvSpPr>
            <p:cNvPr id="57732" name="AutoShape 383"/>
            <p:cNvSpPr>
              <a:spLocks noChangeArrowheads="1"/>
            </p:cNvSpPr>
            <p:nvPr/>
          </p:nvSpPr>
          <p:spPr bwMode="auto">
            <a:xfrm>
              <a:off x="1477" y="3739"/>
              <a:ext cx="227" cy="4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72 w 21600"/>
                <a:gd name="T13" fmla="*/ 4320 h 21600"/>
                <a:gd name="T14" fmla="*/ 17128 w 21600"/>
                <a:gd name="T15" fmla="*/ 1728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808000">
                <a:alpha val="39999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57733" name="Rectangle 384"/>
            <p:cNvSpPr>
              <a:spLocks noChangeArrowheads="1"/>
            </p:cNvSpPr>
            <p:nvPr/>
          </p:nvSpPr>
          <p:spPr bwMode="auto">
            <a:xfrm>
              <a:off x="1523" y="3784"/>
              <a:ext cx="136" cy="46"/>
            </a:xfrm>
            <a:prstGeom prst="rect">
              <a:avLst/>
            </a:prstGeom>
            <a:solidFill>
              <a:srgbClr val="808000">
                <a:alpha val="39999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 sz="900" dirty="0">
                <a:latin typeface="Gill Sans MT" pitchFamily="34" charset="0"/>
                <a:cs typeface="Latha" pitchFamily="2"/>
              </a:endParaRPr>
            </a:p>
          </p:txBody>
        </p:sp>
      </p:grpSp>
      <p:sp>
        <p:nvSpPr>
          <p:cNvPr id="57567" name="Rectangle 385"/>
          <p:cNvSpPr>
            <a:spLocks noChangeArrowheads="1"/>
          </p:cNvSpPr>
          <p:nvPr/>
        </p:nvSpPr>
        <p:spPr bwMode="auto">
          <a:xfrm rot="10800000" flipV="1">
            <a:off x="5657991" y="5579741"/>
            <a:ext cx="234996" cy="160902"/>
          </a:xfrm>
          <a:prstGeom prst="rect">
            <a:avLst/>
          </a:prstGeom>
          <a:solidFill>
            <a:srgbClr val="C0C0C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TRF</a:t>
            </a:r>
            <a:endParaRPr lang="ko-KR" altLang="ko-KR" dirty="0"/>
          </a:p>
        </p:txBody>
      </p:sp>
      <p:sp>
        <p:nvSpPr>
          <p:cNvPr id="57568" name="Line 386"/>
          <p:cNvSpPr>
            <a:spLocks noChangeShapeType="1"/>
          </p:cNvSpPr>
          <p:nvPr/>
        </p:nvSpPr>
        <p:spPr bwMode="auto">
          <a:xfrm flipH="1" flipV="1">
            <a:off x="5424287" y="5740644"/>
            <a:ext cx="0" cy="108459"/>
          </a:xfrm>
          <a:prstGeom prst="line">
            <a:avLst/>
          </a:prstGeom>
          <a:noFill/>
          <a:ln w="12700">
            <a:solidFill>
              <a:srgbClr val="993366"/>
            </a:solidFill>
            <a:round/>
            <a:headEnd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69" name="Line 387"/>
          <p:cNvSpPr>
            <a:spLocks noChangeShapeType="1"/>
          </p:cNvSpPr>
          <p:nvPr/>
        </p:nvSpPr>
        <p:spPr bwMode="auto">
          <a:xfrm flipH="1">
            <a:off x="5425576" y="5849103"/>
            <a:ext cx="349911" cy="0"/>
          </a:xfrm>
          <a:prstGeom prst="line">
            <a:avLst/>
          </a:prstGeom>
          <a:noFill/>
          <a:ln w="12700">
            <a:solidFill>
              <a:srgbClr val="993366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70" name="Line 388"/>
          <p:cNvSpPr>
            <a:spLocks noChangeShapeType="1"/>
          </p:cNvSpPr>
          <p:nvPr/>
        </p:nvSpPr>
        <p:spPr bwMode="auto">
          <a:xfrm flipH="1">
            <a:off x="5775490" y="5740644"/>
            <a:ext cx="0" cy="108459"/>
          </a:xfrm>
          <a:prstGeom prst="line">
            <a:avLst/>
          </a:prstGeom>
          <a:noFill/>
          <a:ln w="12700">
            <a:solidFill>
              <a:srgbClr val="993366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71" name="Line 389"/>
          <p:cNvSpPr>
            <a:spLocks noChangeShapeType="1"/>
          </p:cNvSpPr>
          <p:nvPr/>
        </p:nvSpPr>
        <p:spPr bwMode="auto">
          <a:xfrm>
            <a:off x="6127985" y="5517765"/>
            <a:ext cx="0" cy="169245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oval" w="med" len="med"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72" name="Line 390"/>
          <p:cNvSpPr>
            <a:spLocks noChangeShapeType="1"/>
          </p:cNvSpPr>
          <p:nvPr/>
        </p:nvSpPr>
        <p:spPr bwMode="auto">
          <a:xfrm flipH="1" flipV="1">
            <a:off x="5895571" y="5687008"/>
            <a:ext cx="232414" cy="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73" name="Line 391"/>
          <p:cNvSpPr>
            <a:spLocks noChangeShapeType="1"/>
          </p:cNvSpPr>
          <p:nvPr/>
        </p:nvSpPr>
        <p:spPr bwMode="auto">
          <a:xfrm flipV="1">
            <a:off x="5190582" y="5806775"/>
            <a:ext cx="0" cy="163286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oval" w="med" len="med"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74" name="Line 392"/>
          <p:cNvSpPr>
            <a:spLocks noChangeShapeType="1"/>
          </p:cNvSpPr>
          <p:nvPr/>
        </p:nvSpPr>
        <p:spPr bwMode="auto">
          <a:xfrm flipH="1" flipV="1">
            <a:off x="4955585" y="5806775"/>
            <a:ext cx="234996" cy="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grpSp>
        <p:nvGrpSpPr>
          <p:cNvPr id="10" name="Group 393"/>
          <p:cNvGrpSpPr>
            <a:grpSpLocks/>
          </p:cNvGrpSpPr>
          <p:nvPr/>
        </p:nvGrpSpPr>
        <p:grpSpPr bwMode="auto">
          <a:xfrm flipH="1">
            <a:off x="4312572" y="5591048"/>
            <a:ext cx="644303" cy="270553"/>
            <a:chOff x="2747" y="4827"/>
            <a:chExt cx="499" cy="227"/>
          </a:xfrm>
        </p:grpSpPr>
        <p:grpSp>
          <p:nvGrpSpPr>
            <p:cNvPr id="11" name="Group 394"/>
            <p:cNvGrpSpPr>
              <a:grpSpLocks/>
            </p:cNvGrpSpPr>
            <p:nvPr/>
          </p:nvGrpSpPr>
          <p:grpSpPr bwMode="auto">
            <a:xfrm rot="10800000">
              <a:off x="2974" y="4918"/>
              <a:ext cx="272" cy="136"/>
              <a:chOff x="1477" y="3739"/>
              <a:chExt cx="227" cy="91"/>
            </a:xfrm>
          </p:grpSpPr>
          <p:sp>
            <p:nvSpPr>
              <p:cNvPr id="57730" name="AutoShape 395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808000">
                  <a:alpha val="39999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57731" name="Rectangle 396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808000">
                  <a:alpha val="39999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 dirty="0"/>
              </a:p>
            </p:txBody>
          </p:sp>
        </p:grpSp>
        <p:sp>
          <p:nvSpPr>
            <p:cNvPr id="57726" name="Rectangle 397"/>
            <p:cNvSpPr>
              <a:spLocks noChangeArrowheads="1"/>
            </p:cNvSpPr>
            <p:nvPr/>
          </p:nvSpPr>
          <p:spPr bwMode="auto">
            <a:xfrm flipH="1">
              <a:off x="2747" y="4918"/>
              <a:ext cx="182" cy="136"/>
            </a:xfrm>
            <a:prstGeom prst="rect">
              <a:avLst/>
            </a:prstGeom>
            <a:solidFill>
              <a:srgbClr val="C0C0C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TRF</a:t>
              </a:r>
              <a:endParaRPr lang="ko-KR" altLang="ko-KR" dirty="0"/>
            </a:p>
          </p:txBody>
        </p:sp>
        <p:sp>
          <p:nvSpPr>
            <p:cNvPr id="57727" name="Line 398"/>
            <p:cNvSpPr>
              <a:spLocks noChangeShapeType="1"/>
            </p:cNvSpPr>
            <p:nvPr/>
          </p:nvSpPr>
          <p:spPr bwMode="auto">
            <a:xfrm>
              <a:off x="3110" y="4827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728" name="Line 399"/>
            <p:cNvSpPr>
              <a:spLocks noChangeShapeType="1"/>
            </p:cNvSpPr>
            <p:nvPr/>
          </p:nvSpPr>
          <p:spPr bwMode="auto">
            <a:xfrm flipV="1">
              <a:off x="2838" y="4827"/>
              <a:ext cx="272" cy="0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729" name="Line 400"/>
            <p:cNvSpPr>
              <a:spLocks noChangeShapeType="1"/>
            </p:cNvSpPr>
            <p:nvPr/>
          </p:nvSpPr>
          <p:spPr bwMode="auto">
            <a:xfrm flipV="1">
              <a:off x="2838" y="4827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2" name="Group 401"/>
          <p:cNvGrpSpPr>
            <a:grpSpLocks/>
          </p:cNvGrpSpPr>
          <p:nvPr/>
        </p:nvGrpSpPr>
        <p:grpSpPr bwMode="auto">
          <a:xfrm rot="10800000" flipH="1" flipV="1">
            <a:off x="2847074" y="5586892"/>
            <a:ext cx="351203" cy="160902"/>
            <a:chOff x="1477" y="3739"/>
            <a:chExt cx="227" cy="91"/>
          </a:xfrm>
        </p:grpSpPr>
        <p:sp>
          <p:nvSpPr>
            <p:cNvPr id="57723" name="AutoShape 402"/>
            <p:cNvSpPr>
              <a:spLocks noChangeArrowheads="1"/>
            </p:cNvSpPr>
            <p:nvPr/>
          </p:nvSpPr>
          <p:spPr bwMode="auto">
            <a:xfrm>
              <a:off x="1477" y="3739"/>
              <a:ext cx="227" cy="4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72 w 21600"/>
                <a:gd name="T13" fmla="*/ 4320 h 21600"/>
                <a:gd name="T14" fmla="*/ 17128 w 21600"/>
                <a:gd name="T15" fmla="*/ 1728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808000">
                <a:alpha val="39999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57724" name="Rectangle 403"/>
            <p:cNvSpPr>
              <a:spLocks noChangeArrowheads="1"/>
            </p:cNvSpPr>
            <p:nvPr/>
          </p:nvSpPr>
          <p:spPr bwMode="auto">
            <a:xfrm>
              <a:off x="1523" y="3784"/>
              <a:ext cx="136" cy="46"/>
            </a:xfrm>
            <a:prstGeom prst="rect">
              <a:avLst/>
            </a:prstGeom>
            <a:solidFill>
              <a:srgbClr val="808000">
                <a:alpha val="39999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/>
            </a:p>
          </p:txBody>
        </p:sp>
      </p:grpSp>
      <p:sp>
        <p:nvSpPr>
          <p:cNvPr id="57577" name="Rectangle 404"/>
          <p:cNvSpPr>
            <a:spLocks noChangeArrowheads="1"/>
          </p:cNvSpPr>
          <p:nvPr/>
        </p:nvSpPr>
        <p:spPr bwMode="auto">
          <a:xfrm rot="10800000" flipV="1">
            <a:off x="3256381" y="5586892"/>
            <a:ext cx="234996" cy="160902"/>
          </a:xfrm>
          <a:prstGeom prst="rect">
            <a:avLst/>
          </a:prstGeom>
          <a:solidFill>
            <a:srgbClr val="C0C0C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TRF</a:t>
            </a:r>
            <a:endParaRPr lang="ko-KR" altLang="ko-KR" dirty="0"/>
          </a:p>
        </p:txBody>
      </p:sp>
      <p:sp>
        <p:nvSpPr>
          <p:cNvPr id="57578" name="Line 405"/>
          <p:cNvSpPr>
            <a:spLocks noChangeShapeType="1"/>
          </p:cNvSpPr>
          <p:nvPr/>
        </p:nvSpPr>
        <p:spPr bwMode="auto">
          <a:xfrm flipH="1" flipV="1">
            <a:off x="3022676" y="5747796"/>
            <a:ext cx="0" cy="108459"/>
          </a:xfrm>
          <a:prstGeom prst="line">
            <a:avLst/>
          </a:prstGeom>
          <a:noFill/>
          <a:ln w="12700">
            <a:solidFill>
              <a:srgbClr val="993366"/>
            </a:solidFill>
            <a:round/>
            <a:headEnd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79" name="Line 406"/>
          <p:cNvSpPr>
            <a:spLocks noChangeShapeType="1"/>
          </p:cNvSpPr>
          <p:nvPr/>
        </p:nvSpPr>
        <p:spPr bwMode="auto">
          <a:xfrm flipH="1">
            <a:off x="3023966" y="5856253"/>
            <a:ext cx="349911" cy="0"/>
          </a:xfrm>
          <a:prstGeom prst="line">
            <a:avLst/>
          </a:prstGeom>
          <a:noFill/>
          <a:ln w="12700">
            <a:solidFill>
              <a:srgbClr val="993366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80" name="Line 407"/>
          <p:cNvSpPr>
            <a:spLocks noChangeShapeType="1"/>
          </p:cNvSpPr>
          <p:nvPr/>
        </p:nvSpPr>
        <p:spPr bwMode="auto">
          <a:xfrm flipH="1">
            <a:off x="3373880" y="5747796"/>
            <a:ext cx="0" cy="108459"/>
          </a:xfrm>
          <a:prstGeom prst="line">
            <a:avLst/>
          </a:prstGeom>
          <a:noFill/>
          <a:ln w="12700">
            <a:solidFill>
              <a:srgbClr val="993366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81" name="Line 408"/>
          <p:cNvSpPr>
            <a:spLocks noChangeShapeType="1"/>
          </p:cNvSpPr>
          <p:nvPr/>
        </p:nvSpPr>
        <p:spPr bwMode="auto">
          <a:xfrm>
            <a:off x="3726373" y="5524916"/>
            <a:ext cx="0" cy="169245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oval" w="med" len="med"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82" name="Line 409"/>
          <p:cNvSpPr>
            <a:spLocks noChangeShapeType="1"/>
          </p:cNvSpPr>
          <p:nvPr/>
        </p:nvSpPr>
        <p:spPr bwMode="auto">
          <a:xfrm flipH="1" flipV="1">
            <a:off x="3492667" y="5694159"/>
            <a:ext cx="233706" cy="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83" name="Line 410"/>
          <p:cNvSpPr>
            <a:spLocks noChangeShapeType="1"/>
          </p:cNvSpPr>
          <p:nvPr/>
        </p:nvSpPr>
        <p:spPr bwMode="auto">
          <a:xfrm flipV="1">
            <a:off x="2788971" y="5813926"/>
            <a:ext cx="0" cy="163286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oval" w="med" len="med"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584" name="Line 411"/>
          <p:cNvSpPr>
            <a:spLocks noChangeShapeType="1"/>
          </p:cNvSpPr>
          <p:nvPr/>
        </p:nvSpPr>
        <p:spPr bwMode="auto">
          <a:xfrm flipH="1" flipV="1">
            <a:off x="2553974" y="5813926"/>
            <a:ext cx="234996" cy="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grpSp>
        <p:nvGrpSpPr>
          <p:cNvPr id="13" name="Group 412"/>
          <p:cNvGrpSpPr>
            <a:grpSpLocks/>
          </p:cNvGrpSpPr>
          <p:nvPr/>
        </p:nvGrpSpPr>
        <p:grpSpPr bwMode="auto">
          <a:xfrm flipH="1">
            <a:off x="1910961" y="5598201"/>
            <a:ext cx="644303" cy="270553"/>
            <a:chOff x="2747" y="4827"/>
            <a:chExt cx="499" cy="227"/>
          </a:xfrm>
        </p:grpSpPr>
        <p:grpSp>
          <p:nvGrpSpPr>
            <p:cNvPr id="14" name="Group 413"/>
            <p:cNvGrpSpPr>
              <a:grpSpLocks/>
            </p:cNvGrpSpPr>
            <p:nvPr/>
          </p:nvGrpSpPr>
          <p:grpSpPr bwMode="auto">
            <a:xfrm rot="10800000">
              <a:off x="2974" y="4918"/>
              <a:ext cx="272" cy="136"/>
              <a:chOff x="1477" y="3739"/>
              <a:chExt cx="227" cy="91"/>
            </a:xfrm>
          </p:grpSpPr>
          <p:sp>
            <p:nvSpPr>
              <p:cNvPr id="57721" name="AutoShape 414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808000">
                  <a:alpha val="39999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57722" name="Rectangle 415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808000">
                  <a:alpha val="39999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57717" name="Rectangle 416"/>
            <p:cNvSpPr>
              <a:spLocks noChangeArrowheads="1"/>
            </p:cNvSpPr>
            <p:nvPr/>
          </p:nvSpPr>
          <p:spPr bwMode="auto">
            <a:xfrm flipH="1">
              <a:off x="2747" y="4918"/>
              <a:ext cx="182" cy="136"/>
            </a:xfrm>
            <a:prstGeom prst="rect">
              <a:avLst/>
            </a:prstGeom>
            <a:solidFill>
              <a:srgbClr val="C0C0C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TRF</a:t>
              </a:r>
              <a:endParaRPr lang="ko-KR" altLang="ko-KR" dirty="0"/>
            </a:p>
          </p:txBody>
        </p:sp>
        <p:sp>
          <p:nvSpPr>
            <p:cNvPr id="57718" name="Line 417"/>
            <p:cNvSpPr>
              <a:spLocks noChangeShapeType="1"/>
            </p:cNvSpPr>
            <p:nvPr/>
          </p:nvSpPr>
          <p:spPr bwMode="auto">
            <a:xfrm>
              <a:off x="3110" y="4827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719" name="Line 418"/>
            <p:cNvSpPr>
              <a:spLocks noChangeShapeType="1"/>
            </p:cNvSpPr>
            <p:nvPr/>
          </p:nvSpPr>
          <p:spPr bwMode="auto">
            <a:xfrm flipV="1">
              <a:off x="2838" y="4827"/>
              <a:ext cx="272" cy="0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720" name="Line 419"/>
            <p:cNvSpPr>
              <a:spLocks noChangeShapeType="1"/>
            </p:cNvSpPr>
            <p:nvPr/>
          </p:nvSpPr>
          <p:spPr bwMode="auto">
            <a:xfrm flipV="1">
              <a:off x="2838" y="4827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15" name="Group 420"/>
          <p:cNvGrpSpPr>
            <a:grpSpLocks/>
          </p:cNvGrpSpPr>
          <p:nvPr/>
        </p:nvGrpSpPr>
        <p:grpSpPr bwMode="auto">
          <a:xfrm flipH="1">
            <a:off x="5016270" y="4672118"/>
            <a:ext cx="644304" cy="270554"/>
            <a:chOff x="2475" y="3875"/>
            <a:chExt cx="499" cy="227"/>
          </a:xfrm>
        </p:grpSpPr>
        <p:grpSp>
          <p:nvGrpSpPr>
            <p:cNvPr id="16" name="Group 421"/>
            <p:cNvGrpSpPr>
              <a:grpSpLocks/>
            </p:cNvGrpSpPr>
            <p:nvPr/>
          </p:nvGrpSpPr>
          <p:grpSpPr bwMode="auto">
            <a:xfrm rot="10800000">
              <a:off x="2702" y="3966"/>
              <a:ext cx="272" cy="136"/>
              <a:chOff x="1477" y="3739"/>
              <a:chExt cx="227" cy="91"/>
            </a:xfrm>
          </p:grpSpPr>
          <p:sp>
            <p:nvSpPr>
              <p:cNvPr id="57714" name="AutoShape 422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57715" name="Rectangle 423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57710" name="Rectangle 424"/>
            <p:cNvSpPr>
              <a:spLocks noChangeArrowheads="1"/>
            </p:cNvSpPr>
            <p:nvPr/>
          </p:nvSpPr>
          <p:spPr bwMode="auto">
            <a:xfrm flipH="1">
              <a:off x="2475" y="3966"/>
              <a:ext cx="182" cy="136"/>
            </a:xfrm>
            <a:prstGeom prst="rect">
              <a:avLst/>
            </a:prstGeom>
            <a:solidFill>
              <a:srgbClr val="FFCC99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TRF</a:t>
              </a:r>
              <a:endParaRPr lang="ko-KR" altLang="ko-KR" dirty="0"/>
            </a:p>
          </p:txBody>
        </p:sp>
        <p:sp>
          <p:nvSpPr>
            <p:cNvPr id="57711" name="Line 425"/>
            <p:cNvSpPr>
              <a:spLocks noChangeShapeType="1"/>
            </p:cNvSpPr>
            <p:nvPr/>
          </p:nvSpPr>
          <p:spPr bwMode="auto">
            <a:xfrm>
              <a:off x="2838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712" name="Line 426"/>
            <p:cNvSpPr>
              <a:spLocks noChangeShapeType="1"/>
            </p:cNvSpPr>
            <p:nvPr/>
          </p:nvSpPr>
          <p:spPr bwMode="auto">
            <a:xfrm flipV="1">
              <a:off x="2566" y="3875"/>
              <a:ext cx="272" cy="0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713" name="Line 427"/>
            <p:cNvSpPr>
              <a:spLocks noChangeShapeType="1"/>
            </p:cNvSpPr>
            <p:nvPr/>
          </p:nvSpPr>
          <p:spPr bwMode="auto">
            <a:xfrm flipV="1">
              <a:off x="2566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57587" name="Line 428"/>
          <p:cNvSpPr>
            <a:spLocks noChangeShapeType="1"/>
          </p:cNvSpPr>
          <p:nvPr/>
        </p:nvSpPr>
        <p:spPr bwMode="auto">
          <a:xfrm flipH="1" flipV="1">
            <a:off x="4839050" y="4942674"/>
            <a:ext cx="0" cy="215727"/>
          </a:xfrm>
          <a:prstGeom prst="line">
            <a:avLst/>
          </a:prstGeom>
          <a:noFill/>
          <a:ln w="25400">
            <a:solidFill>
              <a:srgbClr val="CC99FF"/>
            </a:solidFill>
            <a:round/>
            <a:headEnd type="oval" w="med" len="med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grpSp>
        <p:nvGrpSpPr>
          <p:cNvPr id="17" name="Group 432"/>
          <p:cNvGrpSpPr>
            <a:grpSpLocks/>
          </p:cNvGrpSpPr>
          <p:nvPr/>
        </p:nvGrpSpPr>
        <p:grpSpPr bwMode="auto">
          <a:xfrm flipH="1">
            <a:off x="2380954" y="4672118"/>
            <a:ext cx="644303" cy="270554"/>
            <a:chOff x="2475" y="3875"/>
            <a:chExt cx="499" cy="227"/>
          </a:xfrm>
        </p:grpSpPr>
        <p:grpSp>
          <p:nvGrpSpPr>
            <p:cNvPr id="18" name="Group 433"/>
            <p:cNvGrpSpPr>
              <a:grpSpLocks/>
            </p:cNvGrpSpPr>
            <p:nvPr/>
          </p:nvGrpSpPr>
          <p:grpSpPr bwMode="auto">
            <a:xfrm rot="10800000">
              <a:off x="2702" y="3966"/>
              <a:ext cx="272" cy="136"/>
              <a:chOff x="1477" y="3739"/>
              <a:chExt cx="227" cy="91"/>
            </a:xfrm>
          </p:grpSpPr>
          <p:sp>
            <p:nvSpPr>
              <p:cNvPr id="57707" name="AutoShape 434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57708" name="Rectangle 435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57703" name="Rectangle 436"/>
            <p:cNvSpPr>
              <a:spLocks noChangeArrowheads="1"/>
            </p:cNvSpPr>
            <p:nvPr/>
          </p:nvSpPr>
          <p:spPr bwMode="auto">
            <a:xfrm flipH="1">
              <a:off x="2475" y="3966"/>
              <a:ext cx="182" cy="136"/>
            </a:xfrm>
            <a:prstGeom prst="rect">
              <a:avLst/>
            </a:prstGeom>
            <a:solidFill>
              <a:srgbClr val="FFCC99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TRF</a:t>
              </a:r>
              <a:endParaRPr lang="ko-KR" altLang="ko-KR" dirty="0"/>
            </a:p>
          </p:txBody>
        </p:sp>
        <p:sp>
          <p:nvSpPr>
            <p:cNvPr id="57704" name="Line 437"/>
            <p:cNvSpPr>
              <a:spLocks noChangeShapeType="1"/>
            </p:cNvSpPr>
            <p:nvPr/>
          </p:nvSpPr>
          <p:spPr bwMode="auto">
            <a:xfrm>
              <a:off x="2838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705" name="Line 438"/>
            <p:cNvSpPr>
              <a:spLocks noChangeShapeType="1"/>
            </p:cNvSpPr>
            <p:nvPr/>
          </p:nvSpPr>
          <p:spPr bwMode="auto">
            <a:xfrm flipV="1">
              <a:off x="2566" y="3875"/>
              <a:ext cx="272" cy="0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706" name="Line 439"/>
            <p:cNvSpPr>
              <a:spLocks noChangeShapeType="1"/>
            </p:cNvSpPr>
            <p:nvPr/>
          </p:nvSpPr>
          <p:spPr bwMode="auto">
            <a:xfrm flipV="1">
              <a:off x="2566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57592" name="Line 440"/>
          <p:cNvSpPr>
            <a:spLocks noChangeShapeType="1"/>
          </p:cNvSpPr>
          <p:nvPr/>
        </p:nvSpPr>
        <p:spPr bwMode="auto">
          <a:xfrm flipV="1">
            <a:off x="3781086" y="4942674"/>
            <a:ext cx="1292" cy="324188"/>
          </a:xfrm>
          <a:prstGeom prst="line">
            <a:avLst/>
          </a:prstGeom>
          <a:noFill/>
          <a:ln w="25400">
            <a:solidFill>
              <a:srgbClr val="CC99FF"/>
            </a:solidFill>
            <a:round/>
            <a:headEnd type="oval" w="med" len="med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grpSp>
        <p:nvGrpSpPr>
          <p:cNvPr id="19" name="Group 441"/>
          <p:cNvGrpSpPr>
            <a:grpSpLocks/>
          </p:cNvGrpSpPr>
          <p:nvPr/>
        </p:nvGrpSpPr>
        <p:grpSpPr bwMode="auto">
          <a:xfrm flipH="1">
            <a:off x="5894277" y="4672118"/>
            <a:ext cx="644304" cy="270554"/>
            <a:chOff x="2475" y="3875"/>
            <a:chExt cx="499" cy="227"/>
          </a:xfrm>
        </p:grpSpPr>
        <p:grpSp>
          <p:nvGrpSpPr>
            <p:cNvPr id="20" name="Group 442"/>
            <p:cNvGrpSpPr>
              <a:grpSpLocks/>
            </p:cNvGrpSpPr>
            <p:nvPr/>
          </p:nvGrpSpPr>
          <p:grpSpPr bwMode="auto">
            <a:xfrm rot="10800000">
              <a:off x="2702" y="3966"/>
              <a:ext cx="272" cy="136"/>
              <a:chOff x="1477" y="3739"/>
              <a:chExt cx="227" cy="91"/>
            </a:xfrm>
          </p:grpSpPr>
          <p:sp>
            <p:nvSpPr>
              <p:cNvPr id="57700" name="AutoShape 443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57701" name="Rectangle 444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57696" name="Rectangle 445"/>
            <p:cNvSpPr>
              <a:spLocks noChangeArrowheads="1"/>
            </p:cNvSpPr>
            <p:nvPr/>
          </p:nvSpPr>
          <p:spPr bwMode="auto">
            <a:xfrm flipH="1">
              <a:off x="2475" y="3966"/>
              <a:ext cx="182" cy="136"/>
            </a:xfrm>
            <a:prstGeom prst="rect">
              <a:avLst/>
            </a:prstGeom>
            <a:solidFill>
              <a:srgbClr val="FFCC99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TRF</a:t>
              </a:r>
              <a:endParaRPr lang="ko-KR" altLang="ko-KR" dirty="0"/>
            </a:p>
          </p:txBody>
        </p:sp>
        <p:sp>
          <p:nvSpPr>
            <p:cNvPr id="57697" name="Line 446"/>
            <p:cNvSpPr>
              <a:spLocks noChangeShapeType="1"/>
            </p:cNvSpPr>
            <p:nvPr/>
          </p:nvSpPr>
          <p:spPr bwMode="auto">
            <a:xfrm>
              <a:off x="2838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698" name="Line 447"/>
            <p:cNvSpPr>
              <a:spLocks noChangeShapeType="1"/>
            </p:cNvSpPr>
            <p:nvPr/>
          </p:nvSpPr>
          <p:spPr bwMode="auto">
            <a:xfrm flipV="1">
              <a:off x="2566" y="3875"/>
              <a:ext cx="272" cy="0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699" name="Line 448"/>
            <p:cNvSpPr>
              <a:spLocks noChangeShapeType="1"/>
            </p:cNvSpPr>
            <p:nvPr/>
          </p:nvSpPr>
          <p:spPr bwMode="auto">
            <a:xfrm flipV="1">
              <a:off x="2566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57594" name="Line 449"/>
          <p:cNvSpPr>
            <a:spLocks noChangeShapeType="1"/>
          </p:cNvSpPr>
          <p:nvPr/>
        </p:nvSpPr>
        <p:spPr bwMode="auto">
          <a:xfrm flipH="1" flipV="1">
            <a:off x="6421085" y="4942674"/>
            <a:ext cx="0" cy="215727"/>
          </a:xfrm>
          <a:prstGeom prst="line">
            <a:avLst/>
          </a:prstGeom>
          <a:noFill/>
          <a:ln w="25400">
            <a:solidFill>
              <a:srgbClr val="CC99FF"/>
            </a:solidFill>
            <a:round/>
            <a:headEnd type="oval" w="med" len="med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grpSp>
        <p:nvGrpSpPr>
          <p:cNvPr id="21" name="Group 450"/>
          <p:cNvGrpSpPr>
            <a:grpSpLocks/>
          </p:cNvGrpSpPr>
          <p:nvPr/>
        </p:nvGrpSpPr>
        <p:grpSpPr bwMode="auto">
          <a:xfrm flipH="1">
            <a:off x="1677256" y="4672118"/>
            <a:ext cx="644304" cy="270554"/>
            <a:chOff x="2475" y="3875"/>
            <a:chExt cx="499" cy="227"/>
          </a:xfrm>
        </p:grpSpPr>
        <p:grpSp>
          <p:nvGrpSpPr>
            <p:cNvPr id="22" name="Group 451"/>
            <p:cNvGrpSpPr>
              <a:grpSpLocks/>
            </p:cNvGrpSpPr>
            <p:nvPr/>
          </p:nvGrpSpPr>
          <p:grpSpPr bwMode="auto">
            <a:xfrm rot="10800000">
              <a:off x="2702" y="3966"/>
              <a:ext cx="272" cy="136"/>
              <a:chOff x="1477" y="3739"/>
              <a:chExt cx="227" cy="91"/>
            </a:xfrm>
          </p:grpSpPr>
          <p:sp>
            <p:nvSpPr>
              <p:cNvPr id="57693" name="AutoShape 452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57694" name="Rectangle 453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57689" name="Rectangle 454"/>
            <p:cNvSpPr>
              <a:spLocks noChangeArrowheads="1"/>
            </p:cNvSpPr>
            <p:nvPr/>
          </p:nvSpPr>
          <p:spPr bwMode="auto">
            <a:xfrm flipH="1">
              <a:off x="2475" y="3966"/>
              <a:ext cx="182" cy="136"/>
            </a:xfrm>
            <a:prstGeom prst="rect">
              <a:avLst/>
            </a:prstGeom>
            <a:solidFill>
              <a:srgbClr val="FFCC99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TRF</a:t>
              </a:r>
              <a:endParaRPr lang="ko-KR" altLang="ko-KR" dirty="0"/>
            </a:p>
          </p:txBody>
        </p:sp>
        <p:sp>
          <p:nvSpPr>
            <p:cNvPr id="57690" name="Line 455"/>
            <p:cNvSpPr>
              <a:spLocks noChangeShapeType="1"/>
            </p:cNvSpPr>
            <p:nvPr/>
          </p:nvSpPr>
          <p:spPr bwMode="auto">
            <a:xfrm>
              <a:off x="2838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691" name="Line 456"/>
            <p:cNvSpPr>
              <a:spLocks noChangeShapeType="1"/>
            </p:cNvSpPr>
            <p:nvPr/>
          </p:nvSpPr>
          <p:spPr bwMode="auto">
            <a:xfrm flipV="1">
              <a:off x="2566" y="3875"/>
              <a:ext cx="272" cy="0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692" name="Line 457"/>
            <p:cNvSpPr>
              <a:spLocks noChangeShapeType="1"/>
            </p:cNvSpPr>
            <p:nvPr/>
          </p:nvSpPr>
          <p:spPr bwMode="auto">
            <a:xfrm flipV="1">
              <a:off x="2566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57596" name="Line 458"/>
          <p:cNvSpPr>
            <a:spLocks noChangeShapeType="1"/>
          </p:cNvSpPr>
          <p:nvPr/>
        </p:nvSpPr>
        <p:spPr bwMode="auto">
          <a:xfrm flipH="1" flipV="1">
            <a:off x="2204061" y="4942674"/>
            <a:ext cx="0" cy="324188"/>
          </a:xfrm>
          <a:prstGeom prst="line">
            <a:avLst/>
          </a:prstGeom>
          <a:noFill/>
          <a:ln w="25400">
            <a:solidFill>
              <a:srgbClr val="CC99FF"/>
            </a:solidFill>
            <a:round/>
            <a:headEnd type="oval" w="med" len="med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grpSp>
        <p:nvGrpSpPr>
          <p:cNvPr id="23" name="Group 459"/>
          <p:cNvGrpSpPr>
            <a:grpSpLocks/>
          </p:cNvGrpSpPr>
          <p:nvPr/>
        </p:nvGrpSpPr>
        <p:grpSpPr bwMode="auto">
          <a:xfrm flipH="1">
            <a:off x="3258962" y="4672118"/>
            <a:ext cx="644303" cy="270554"/>
            <a:chOff x="2475" y="3875"/>
            <a:chExt cx="499" cy="227"/>
          </a:xfrm>
        </p:grpSpPr>
        <p:grpSp>
          <p:nvGrpSpPr>
            <p:cNvPr id="24" name="Group 460"/>
            <p:cNvGrpSpPr>
              <a:grpSpLocks/>
            </p:cNvGrpSpPr>
            <p:nvPr/>
          </p:nvGrpSpPr>
          <p:grpSpPr bwMode="auto">
            <a:xfrm rot="10800000">
              <a:off x="2702" y="3966"/>
              <a:ext cx="272" cy="136"/>
              <a:chOff x="1477" y="3739"/>
              <a:chExt cx="227" cy="91"/>
            </a:xfrm>
          </p:grpSpPr>
          <p:sp>
            <p:nvSpPr>
              <p:cNvPr id="57686" name="AutoShape 461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57687" name="Rectangle 462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57682" name="Rectangle 463"/>
            <p:cNvSpPr>
              <a:spLocks noChangeArrowheads="1"/>
            </p:cNvSpPr>
            <p:nvPr/>
          </p:nvSpPr>
          <p:spPr bwMode="auto">
            <a:xfrm flipH="1">
              <a:off x="2475" y="3966"/>
              <a:ext cx="182" cy="136"/>
            </a:xfrm>
            <a:prstGeom prst="rect">
              <a:avLst/>
            </a:prstGeom>
            <a:solidFill>
              <a:srgbClr val="FFCC99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TRF</a:t>
              </a:r>
              <a:endParaRPr lang="ko-KR" altLang="ko-KR" dirty="0"/>
            </a:p>
          </p:txBody>
        </p:sp>
        <p:sp>
          <p:nvSpPr>
            <p:cNvPr id="57683" name="Line 464"/>
            <p:cNvSpPr>
              <a:spLocks noChangeShapeType="1"/>
            </p:cNvSpPr>
            <p:nvPr/>
          </p:nvSpPr>
          <p:spPr bwMode="auto">
            <a:xfrm>
              <a:off x="2838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684" name="Line 465"/>
            <p:cNvSpPr>
              <a:spLocks noChangeShapeType="1"/>
            </p:cNvSpPr>
            <p:nvPr/>
          </p:nvSpPr>
          <p:spPr bwMode="auto">
            <a:xfrm flipV="1">
              <a:off x="2566" y="3875"/>
              <a:ext cx="272" cy="0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685" name="Line 466"/>
            <p:cNvSpPr>
              <a:spLocks noChangeShapeType="1"/>
            </p:cNvSpPr>
            <p:nvPr/>
          </p:nvSpPr>
          <p:spPr bwMode="auto">
            <a:xfrm flipV="1">
              <a:off x="2566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57598" name="Line 467"/>
          <p:cNvSpPr>
            <a:spLocks noChangeShapeType="1"/>
          </p:cNvSpPr>
          <p:nvPr/>
        </p:nvSpPr>
        <p:spPr bwMode="auto">
          <a:xfrm flipH="1" flipV="1">
            <a:off x="2890525" y="4942674"/>
            <a:ext cx="0" cy="215727"/>
          </a:xfrm>
          <a:prstGeom prst="line">
            <a:avLst/>
          </a:prstGeom>
          <a:noFill/>
          <a:ln w="25400">
            <a:solidFill>
              <a:srgbClr val="CC99FF"/>
            </a:solidFill>
            <a:round/>
            <a:headEnd type="oval" w="med" len="med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grpSp>
        <p:nvGrpSpPr>
          <p:cNvPr id="25" name="Group 468"/>
          <p:cNvGrpSpPr>
            <a:grpSpLocks/>
          </p:cNvGrpSpPr>
          <p:nvPr/>
        </p:nvGrpSpPr>
        <p:grpSpPr bwMode="auto">
          <a:xfrm flipH="1">
            <a:off x="4313864" y="4672118"/>
            <a:ext cx="644304" cy="270554"/>
            <a:chOff x="2475" y="3875"/>
            <a:chExt cx="499" cy="227"/>
          </a:xfrm>
        </p:grpSpPr>
        <p:grpSp>
          <p:nvGrpSpPr>
            <p:cNvPr id="26" name="Group 469"/>
            <p:cNvGrpSpPr>
              <a:grpSpLocks/>
            </p:cNvGrpSpPr>
            <p:nvPr/>
          </p:nvGrpSpPr>
          <p:grpSpPr bwMode="auto">
            <a:xfrm rot="10800000">
              <a:off x="2702" y="3966"/>
              <a:ext cx="272" cy="136"/>
              <a:chOff x="1477" y="3739"/>
              <a:chExt cx="227" cy="91"/>
            </a:xfrm>
          </p:grpSpPr>
          <p:sp>
            <p:nvSpPr>
              <p:cNvPr id="57679" name="AutoShape 470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57680" name="Rectangle 471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57675" name="Rectangle 472"/>
            <p:cNvSpPr>
              <a:spLocks noChangeArrowheads="1"/>
            </p:cNvSpPr>
            <p:nvPr/>
          </p:nvSpPr>
          <p:spPr bwMode="auto">
            <a:xfrm flipH="1">
              <a:off x="2475" y="3966"/>
              <a:ext cx="182" cy="136"/>
            </a:xfrm>
            <a:prstGeom prst="rect">
              <a:avLst/>
            </a:prstGeom>
            <a:solidFill>
              <a:srgbClr val="FFCC99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TRF</a:t>
              </a:r>
              <a:endParaRPr lang="ko-KR" altLang="ko-KR" dirty="0"/>
            </a:p>
          </p:txBody>
        </p:sp>
        <p:sp>
          <p:nvSpPr>
            <p:cNvPr id="57676" name="Line 473"/>
            <p:cNvSpPr>
              <a:spLocks noChangeShapeType="1"/>
            </p:cNvSpPr>
            <p:nvPr/>
          </p:nvSpPr>
          <p:spPr bwMode="auto">
            <a:xfrm>
              <a:off x="2838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677" name="Line 474"/>
            <p:cNvSpPr>
              <a:spLocks noChangeShapeType="1"/>
            </p:cNvSpPr>
            <p:nvPr/>
          </p:nvSpPr>
          <p:spPr bwMode="auto">
            <a:xfrm flipV="1">
              <a:off x="2566" y="3875"/>
              <a:ext cx="272" cy="0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678" name="Line 475"/>
            <p:cNvSpPr>
              <a:spLocks noChangeShapeType="1"/>
            </p:cNvSpPr>
            <p:nvPr/>
          </p:nvSpPr>
          <p:spPr bwMode="auto">
            <a:xfrm flipV="1">
              <a:off x="2566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57600" name="Line 476"/>
          <p:cNvSpPr>
            <a:spLocks noChangeShapeType="1"/>
          </p:cNvSpPr>
          <p:nvPr/>
        </p:nvSpPr>
        <p:spPr bwMode="auto">
          <a:xfrm flipH="1" flipV="1">
            <a:off x="5539836" y="4942674"/>
            <a:ext cx="1292" cy="324188"/>
          </a:xfrm>
          <a:prstGeom prst="line">
            <a:avLst/>
          </a:prstGeom>
          <a:noFill/>
          <a:ln w="25400">
            <a:solidFill>
              <a:srgbClr val="CC99FF"/>
            </a:solidFill>
            <a:round/>
            <a:headEnd type="oval" w="med" len="med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grpSp>
        <p:nvGrpSpPr>
          <p:cNvPr id="27" name="Group 477"/>
          <p:cNvGrpSpPr>
            <a:grpSpLocks/>
          </p:cNvGrpSpPr>
          <p:nvPr/>
        </p:nvGrpSpPr>
        <p:grpSpPr bwMode="auto">
          <a:xfrm flipH="1">
            <a:off x="3430690" y="4293105"/>
            <a:ext cx="644304" cy="270554"/>
            <a:chOff x="2475" y="3875"/>
            <a:chExt cx="499" cy="227"/>
          </a:xfrm>
        </p:grpSpPr>
        <p:grpSp>
          <p:nvGrpSpPr>
            <p:cNvPr id="28" name="Group 478"/>
            <p:cNvGrpSpPr>
              <a:grpSpLocks/>
            </p:cNvGrpSpPr>
            <p:nvPr/>
          </p:nvGrpSpPr>
          <p:grpSpPr bwMode="auto">
            <a:xfrm rot="10800000">
              <a:off x="2702" y="3966"/>
              <a:ext cx="272" cy="136"/>
              <a:chOff x="1477" y="3739"/>
              <a:chExt cx="227" cy="91"/>
            </a:xfrm>
          </p:grpSpPr>
          <p:sp>
            <p:nvSpPr>
              <p:cNvPr id="57672" name="AutoShape 479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57673" name="Rectangle 480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57668" name="Rectangle 481"/>
            <p:cNvSpPr>
              <a:spLocks noChangeArrowheads="1"/>
            </p:cNvSpPr>
            <p:nvPr/>
          </p:nvSpPr>
          <p:spPr bwMode="auto">
            <a:xfrm flipH="1">
              <a:off x="2475" y="3966"/>
              <a:ext cx="182" cy="136"/>
            </a:xfrm>
            <a:prstGeom prst="rect">
              <a:avLst/>
            </a:prstGeom>
            <a:solidFill>
              <a:srgbClr val="FFCC99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TRF</a:t>
              </a:r>
              <a:endParaRPr lang="ko-KR" altLang="ko-KR" dirty="0"/>
            </a:p>
          </p:txBody>
        </p:sp>
        <p:sp>
          <p:nvSpPr>
            <p:cNvPr id="57669" name="Line 482"/>
            <p:cNvSpPr>
              <a:spLocks noChangeShapeType="1"/>
            </p:cNvSpPr>
            <p:nvPr/>
          </p:nvSpPr>
          <p:spPr bwMode="auto">
            <a:xfrm>
              <a:off x="2838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670" name="Line 483"/>
            <p:cNvSpPr>
              <a:spLocks noChangeShapeType="1"/>
            </p:cNvSpPr>
            <p:nvPr/>
          </p:nvSpPr>
          <p:spPr bwMode="auto">
            <a:xfrm flipV="1">
              <a:off x="2566" y="3875"/>
              <a:ext cx="272" cy="0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671" name="Line 484"/>
            <p:cNvSpPr>
              <a:spLocks noChangeShapeType="1"/>
            </p:cNvSpPr>
            <p:nvPr/>
          </p:nvSpPr>
          <p:spPr bwMode="auto">
            <a:xfrm flipV="1">
              <a:off x="2566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57602" name="Line 485"/>
          <p:cNvSpPr>
            <a:spLocks noChangeShapeType="1"/>
          </p:cNvSpPr>
          <p:nvPr/>
        </p:nvSpPr>
        <p:spPr bwMode="auto">
          <a:xfrm flipH="1" flipV="1">
            <a:off x="4237752" y="4563661"/>
            <a:ext cx="0" cy="703201"/>
          </a:xfrm>
          <a:prstGeom prst="line">
            <a:avLst/>
          </a:prstGeom>
          <a:noFill/>
          <a:ln w="25400">
            <a:solidFill>
              <a:srgbClr val="CC99FF"/>
            </a:solidFill>
            <a:round/>
            <a:headEnd type="oval" w="med" len="med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grpSp>
        <p:nvGrpSpPr>
          <p:cNvPr id="29" name="Group 486"/>
          <p:cNvGrpSpPr>
            <a:grpSpLocks/>
          </p:cNvGrpSpPr>
          <p:nvPr/>
        </p:nvGrpSpPr>
        <p:grpSpPr bwMode="auto">
          <a:xfrm>
            <a:off x="4133097" y="4293105"/>
            <a:ext cx="644304" cy="270554"/>
            <a:chOff x="2475" y="3875"/>
            <a:chExt cx="499" cy="227"/>
          </a:xfrm>
        </p:grpSpPr>
        <p:grpSp>
          <p:nvGrpSpPr>
            <p:cNvPr id="30" name="Group 487"/>
            <p:cNvGrpSpPr>
              <a:grpSpLocks/>
            </p:cNvGrpSpPr>
            <p:nvPr/>
          </p:nvGrpSpPr>
          <p:grpSpPr bwMode="auto">
            <a:xfrm rot="10800000">
              <a:off x="2702" y="3966"/>
              <a:ext cx="272" cy="136"/>
              <a:chOff x="1477" y="3739"/>
              <a:chExt cx="227" cy="91"/>
            </a:xfrm>
          </p:grpSpPr>
          <p:sp>
            <p:nvSpPr>
              <p:cNvPr id="57665" name="AutoShape 488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57666" name="Rectangle 489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808000">
                  <a:alpha val="1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57661" name="Rectangle 490"/>
            <p:cNvSpPr>
              <a:spLocks noChangeArrowheads="1"/>
            </p:cNvSpPr>
            <p:nvPr/>
          </p:nvSpPr>
          <p:spPr bwMode="auto">
            <a:xfrm flipH="1">
              <a:off x="2475" y="3966"/>
              <a:ext cx="182" cy="136"/>
            </a:xfrm>
            <a:prstGeom prst="rect">
              <a:avLst/>
            </a:prstGeom>
            <a:solidFill>
              <a:srgbClr val="FFCC99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TRF</a:t>
              </a:r>
              <a:endParaRPr lang="ko-KR" altLang="ko-KR" dirty="0"/>
            </a:p>
          </p:txBody>
        </p:sp>
        <p:sp>
          <p:nvSpPr>
            <p:cNvPr id="57662" name="Line 491"/>
            <p:cNvSpPr>
              <a:spLocks noChangeShapeType="1"/>
            </p:cNvSpPr>
            <p:nvPr/>
          </p:nvSpPr>
          <p:spPr bwMode="auto">
            <a:xfrm>
              <a:off x="2838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663" name="Line 492"/>
            <p:cNvSpPr>
              <a:spLocks noChangeShapeType="1"/>
            </p:cNvSpPr>
            <p:nvPr/>
          </p:nvSpPr>
          <p:spPr bwMode="auto">
            <a:xfrm flipV="1">
              <a:off x="2566" y="3875"/>
              <a:ext cx="272" cy="0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664" name="Line 493"/>
            <p:cNvSpPr>
              <a:spLocks noChangeShapeType="1"/>
            </p:cNvSpPr>
            <p:nvPr/>
          </p:nvSpPr>
          <p:spPr bwMode="auto">
            <a:xfrm flipV="1">
              <a:off x="2566" y="3875"/>
              <a:ext cx="0" cy="91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57609" name="Rectangle 499"/>
          <p:cNvSpPr>
            <a:spLocks noChangeArrowheads="1"/>
          </p:cNvSpPr>
          <p:nvPr/>
        </p:nvSpPr>
        <p:spPr bwMode="auto">
          <a:xfrm flipH="1">
            <a:off x="1971647" y="4293105"/>
            <a:ext cx="357659" cy="10846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DC 37.5V</a:t>
            </a:r>
            <a:endParaRPr lang="ko-KR" altLang="ko-KR" dirty="0"/>
          </a:p>
        </p:txBody>
      </p:sp>
      <p:sp>
        <p:nvSpPr>
          <p:cNvPr id="57610" name="Line 500"/>
          <p:cNvSpPr>
            <a:spLocks noChangeShapeType="1"/>
          </p:cNvSpPr>
          <p:nvPr/>
        </p:nvSpPr>
        <p:spPr bwMode="auto">
          <a:xfrm flipV="1">
            <a:off x="1970356" y="4401564"/>
            <a:ext cx="468701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611" name="Line 501"/>
          <p:cNvSpPr>
            <a:spLocks noChangeShapeType="1"/>
          </p:cNvSpPr>
          <p:nvPr/>
        </p:nvSpPr>
        <p:spPr bwMode="auto">
          <a:xfrm flipH="1" flipV="1">
            <a:off x="3980953" y="4563660"/>
            <a:ext cx="1290" cy="594741"/>
          </a:xfrm>
          <a:prstGeom prst="line">
            <a:avLst/>
          </a:prstGeom>
          <a:noFill/>
          <a:ln w="25400">
            <a:solidFill>
              <a:srgbClr val="CC99FF"/>
            </a:solidFill>
            <a:round/>
            <a:headEnd type="oval" w="med" len="med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grpSp>
        <p:nvGrpSpPr>
          <p:cNvPr id="401" name="그룹 400"/>
          <p:cNvGrpSpPr/>
          <p:nvPr/>
        </p:nvGrpSpPr>
        <p:grpSpPr>
          <a:xfrm flipH="1">
            <a:off x="5191872" y="2420889"/>
            <a:ext cx="410361" cy="246888"/>
            <a:chOff x="3219450" y="2420888"/>
            <a:chExt cx="378795" cy="246888"/>
          </a:xfrm>
        </p:grpSpPr>
        <p:sp>
          <p:nvSpPr>
            <p:cNvPr id="57616" name="Rectangle 523"/>
            <p:cNvSpPr>
              <a:spLocks noChangeArrowheads="1"/>
            </p:cNvSpPr>
            <p:nvPr/>
          </p:nvSpPr>
          <p:spPr bwMode="auto">
            <a:xfrm>
              <a:off x="3268098" y="2420888"/>
              <a:ext cx="330147" cy="108459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27" tIns="45713" rIns="91427" bIns="45713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DC 37.5V</a:t>
              </a:r>
              <a:endParaRPr lang="ko-KR" altLang="ko-KR" dirty="0"/>
            </a:p>
          </p:txBody>
        </p:sp>
        <p:sp>
          <p:nvSpPr>
            <p:cNvPr id="57617" name="Line 524"/>
            <p:cNvSpPr>
              <a:spLocks noChangeShapeType="1"/>
            </p:cNvSpPr>
            <p:nvPr/>
          </p:nvSpPr>
          <p:spPr bwMode="auto">
            <a:xfrm flipV="1">
              <a:off x="3220423" y="2524584"/>
              <a:ext cx="377822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none" w="med" len="lg"/>
            </a:ln>
          </p:spPr>
          <p:txBody>
            <a:bodyPr lIns="68644" tIns="34322" rIns="68644" bIns="34322"/>
            <a:lstStyle/>
            <a:p>
              <a:endParaRPr lang="ko-KR" altLang="en-US"/>
            </a:p>
          </p:txBody>
        </p:sp>
        <p:sp>
          <p:nvSpPr>
            <p:cNvPr id="57618" name="Line 525"/>
            <p:cNvSpPr>
              <a:spLocks noChangeShapeType="1"/>
            </p:cNvSpPr>
            <p:nvPr/>
          </p:nvSpPr>
          <p:spPr bwMode="auto">
            <a:xfrm flipH="1" flipV="1">
              <a:off x="3219450" y="2514600"/>
              <a:ext cx="973" cy="15317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 type="arrow" w="med" len="med"/>
              <a:tailEnd type="none" w="med" len="lg"/>
            </a:ln>
          </p:spPr>
          <p:txBody>
            <a:bodyPr lIns="68644" tIns="34322" rIns="68644" bIns="34322"/>
            <a:lstStyle/>
            <a:p>
              <a:endParaRPr lang="ko-KR" altLang="en-US"/>
            </a:p>
          </p:txBody>
        </p:sp>
      </p:grpSp>
      <p:sp>
        <p:nvSpPr>
          <p:cNvPr id="57619" name="Rectangle 527"/>
          <p:cNvSpPr>
            <a:spLocks noChangeArrowheads="1"/>
          </p:cNvSpPr>
          <p:nvPr/>
        </p:nvSpPr>
        <p:spPr bwMode="auto">
          <a:xfrm>
            <a:off x="7474693" y="5085186"/>
            <a:ext cx="410599" cy="938510"/>
          </a:xfrm>
          <a:prstGeom prst="rect">
            <a:avLst/>
          </a:prstGeom>
          <a:solidFill>
            <a:srgbClr val="FFCC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AAB</a:t>
            </a:r>
            <a:endParaRPr lang="ko-KR" altLang="ko-KR" dirty="0"/>
          </a:p>
        </p:txBody>
      </p:sp>
      <p:sp>
        <p:nvSpPr>
          <p:cNvPr id="57620" name="Rectangle 571"/>
          <p:cNvSpPr>
            <a:spLocks noChangeArrowheads="1"/>
          </p:cNvSpPr>
          <p:nvPr/>
        </p:nvSpPr>
        <p:spPr bwMode="auto">
          <a:xfrm flipH="1">
            <a:off x="4672467" y="2920714"/>
            <a:ext cx="335194" cy="4571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ANSM</a:t>
            </a:r>
            <a:endParaRPr lang="ko-KR" altLang="ko-KR" dirty="0"/>
          </a:p>
        </p:txBody>
      </p:sp>
      <p:sp>
        <p:nvSpPr>
          <p:cNvPr id="57621" name="Line 572"/>
          <p:cNvSpPr>
            <a:spLocks noChangeShapeType="1"/>
          </p:cNvSpPr>
          <p:nvPr/>
        </p:nvSpPr>
        <p:spPr bwMode="auto">
          <a:xfrm rot="5400000" flipV="1">
            <a:off x="4798011" y="2648810"/>
            <a:ext cx="107268" cy="0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/>
            <a:tailEnd type="none" w="med" len="lg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622" name="Line 573"/>
          <p:cNvSpPr>
            <a:spLocks noChangeShapeType="1"/>
          </p:cNvSpPr>
          <p:nvPr/>
        </p:nvSpPr>
        <p:spPr bwMode="auto">
          <a:xfrm flipH="1" flipV="1">
            <a:off x="4839050" y="2595174"/>
            <a:ext cx="2641197" cy="2408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arrow" w="med" len="med"/>
            <a:tailEnd type="none" w="med" len="lg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grpSp>
        <p:nvGrpSpPr>
          <p:cNvPr id="31" name="Group 574"/>
          <p:cNvGrpSpPr>
            <a:grpSpLocks/>
          </p:cNvGrpSpPr>
          <p:nvPr/>
        </p:nvGrpSpPr>
        <p:grpSpPr bwMode="auto">
          <a:xfrm rot="16200000" flipH="1">
            <a:off x="4764076" y="2750462"/>
            <a:ext cx="162094" cy="87801"/>
            <a:chOff x="3609" y="1970"/>
            <a:chExt cx="197" cy="91"/>
          </a:xfrm>
        </p:grpSpPr>
        <p:sp>
          <p:nvSpPr>
            <p:cNvPr id="57658" name="Rectangle 575" descr="60%"/>
            <p:cNvSpPr>
              <a:spLocks noChangeArrowheads="1"/>
            </p:cNvSpPr>
            <p:nvPr/>
          </p:nvSpPr>
          <p:spPr bwMode="auto">
            <a:xfrm rot="5400000">
              <a:off x="3730" y="1985"/>
              <a:ext cx="91" cy="61"/>
            </a:xfrm>
            <a:prstGeom prst="rect">
              <a:avLst/>
            </a:prstGeom>
            <a:pattFill prst="pct60">
              <a:fgClr>
                <a:srgbClr val="333333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/>
            </a:p>
          </p:txBody>
        </p:sp>
        <p:sp>
          <p:nvSpPr>
            <p:cNvPr id="57659" name="Rectangle 576"/>
            <p:cNvSpPr>
              <a:spLocks noChangeArrowheads="1"/>
            </p:cNvSpPr>
            <p:nvPr/>
          </p:nvSpPr>
          <p:spPr bwMode="auto">
            <a:xfrm rot="5400000">
              <a:off x="3631" y="1948"/>
              <a:ext cx="91" cy="136"/>
            </a:xfrm>
            <a:prstGeom prst="rect">
              <a:avLst/>
            </a:prstGeom>
            <a:solidFill>
              <a:srgbClr val="969696">
                <a:alpha val="45882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/>
            </a:p>
          </p:txBody>
        </p:sp>
      </p:grpSp>
      <p:sp>
        <p:nvSpPr>
          <p:cNvPr id="57624" name="Rectangle 75"/>
          <p:cNvSpPr>
            <a:spLocks noChangeArrowheads="1"/>
          </p:cNvSpPr>
          <p:nvPr/>
        </p:nvSpPr>
        <p:spPr bwMode="auto">
          <a:xfrm>
            <a:off x="5727714" y="3644729"/>
            <a:ext cx="575869" cy="235990"/>
          </a:xfrm>
          <a:prstGeom prst="rect">
            <a:avLst/>
          </a:prstGeom>
          <a:solidFill>
            <a:srgbClr val="CCFFFF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Driver PA</a:t>
            </a:r>
          </a:p>
          <a:p>
            <a:pPr algn="ctr"/>
            <a:r>
              <a:rPr lang="en-US" altLang="ko-KR" sz="600" dirty="0">
                <a:latin typeface="Arial" charset="0"/>
              </a:rPr>
              <a:t>Operation Box</a:t>
            </a:r>
            <a:endParaRPr lang="ko-KR" altLang="ko-KR" dirty="0"/>
          </a:p>
        </p:txBody>
      </p:sp>
      <p:sp>
        <p:nvSpPr>
          <p:cNvPr id="57625" name="Rectangle 76"/>
          <p:cNvSpPr>
            <a:spLocks noChangeArrowheads="1"/>
          </p:cNvSpPr>
          <p:nvPr/>
        </p:nvSpPr>
        <p:spPr bwMode="auto">
          <a:xfrm flipH="1">
            <a:off x="6563664" y="3315087"/>
            <a:ext cx="750181" cy="5244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DPO ADDRESS, ACT</a:t>
            </a:r>
            <a:endParaRPr lang="ko-KR" altLang="ko-KR" dirty="0"/>
          </a:p>
        </p:txBody>
      </p:sp>
      <p:sp>
        <p:nvSpPr>
          <p:cNvPr id="57626" name="Line 77"/>
          <p:cNvSpPr>
            <a:spLocks noChangeShapeType="1"/>
          </p:cNvSpPr>
          <p:nvPr/>
        </p:nvSpPr>
        <p:spPr bwMode="auto">
          <a:xfrm flipV="1">
            <a:off x="738664" y="3382769"/>
            <a:ext cx="6736031" cy="1782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oval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640" name="Line 594"/>
          <p:cNvSpPr>
            <a:spLocks noChangeShapeType="1"/>
          </p:cNvSpPr>
          <p:nvPr/>
        </p:nvSpPr>
        <p:spPr bwMode="auto">
          <a:xfrm rot="10800000" flipH="1" flipV="1">
            <a:off x="6303584" y="3683467"/>
            <a:ext cx="468702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arrow" w="med" len="med"/>
            <a:tailEnd type="none" w="med" len="lg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641" name="Line 595"/>
          <p:cNvSpPr>
            <a:spLocks noChangeShapeType="1"/>
          </p:cNvSpPr>
          <p:nvPr/>
        </p:nvSpPr>
        <p:spPr bwMode="auto">
          <a:xfrm flipH="1" flipV="1">
            <a:off x="5257722" y="3808015"/>
            <a:ext cx="468701" cy="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arrow" w="med" len="med"/>
            <a:tailEnd type="none" w="med" len="lg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642" name="Rectangle 596"/>
          <p:cNvSpPr>
            <a:spLocks noChangeArrowheads="1"/>
          </p:cNvSpPr>
          <p:nvPr/>
        </p:nvSpPr>
        <p:spPr bwMode="auto">
          <a:xfrm flipH="1">
            <a:off x="4387357" y="3805633"/>
            <a:ext cx="303430" cy="56017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Driver Microphone</a:t>
            </a:r>
            <a:endParaRPr lang="ko-KR" altLang="ko-KR" dirty="0"/>
          </a:p>
        </p:txBody>
      </p:sp>
      <p:sp>
        <p:nvSpPr>
          <p:cNvPr id="57643" name="Rectangle 597"/>
          <p:cNvSpPr>
            <a:spLocks noChangeArrowheads="1"/>
          </p:cNvSpPr>
          <p:nvPr/>
        </p:nvSpPr>
        <p:spPr bwMode="auto">
          <a:xfrm flipH="1">
            <a:off x="6390340" y="3554270"/>
            <a:ext cx="357659" cy="10845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500" dirty="0">
                <a:latin typeface="Arial" charset="0"/>
              </a:rPr>
              <a:t>DC 37.5V</a:t>
            </a:r>
            <a:endParaRPr lang="ko-KR" altLang="ko-KR" dirty="0"/>
          </a:p>
        </p:txBody>
      </p:sp>
      <p:sp>
        <p:nvSpPr>
          <p:cNvPr id="57644" name="Rectangle 598"/>
          <p:cNvSpPr>
            <a:spLocks noChangeArrowheads="1"/>
          </p:cNvSpPr>
          <p:nvPr/>
        </p:nvSpPr>
        <p:spPr bwMode="auto">
          <a:xfrm flipH="1">
            <a:off x="5190580" y="3698365"/>
            <a:ext cx="468701" cy="10845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500" dirty="0">
                <a:latin typeface="Arial" charset="0"/>
              </a:rPr>
              <a:t>DIMMER</a:t>
            </a:r>
            <a:endParaRPr lang="ko-KR" altLang="ko-KR" dirty="0"/>
          </a:p>
        </p:txBody>
      </p:sp>
      <p:sp>
        <p:nvSpPr>
          <p:cNvPr id="57645" name="Rectangle 599"/>
          <p:cNvSpPr>
            <a:spLocks noChangeArrowheads="1"/>
          </p:cNvSpPr>
          <p:nvPr/>
        </p:nvSpPr>
        <p:spPr bwMode="auto">
          <a:xfrm flipH="1">
            <a:off x="5042095" y="3808015"/>
            <a:ext cx="852184" cy="8939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500" dirty="0">
                <a:latin typeface="Arial" charset="0"/>
              </a:rPr>
              <a:t>Audio</a:t>
            </a:r>
            <a:endParaRPr lang="ko-KR" altLang="ko-KR" dirty="0"/>
          </a:p>
        </p:txBody>
      </p:sp>
      <p:grpSp>
        <p:nvGrpSpPr>
          <p:cNvPr id="57415" name="Group 600"/>
          <p:cNvGrpSpPr>
            <a:grpSpLocks/>
          </p:cNvGrpSpPr>
          <p:nvPr/>
        </p:nvGrpSpPr>
        <p:grpSpPr bwMode="auto">
          <a:xfrm flipH="1">
            <a:off x="4808286" y="3667377"/>
            <a:ext cx="176893" cy="247908"/>
            <a:chOff x="2793" y="3799"/>
            <a:chExt cx="137" cy="208"/>
          </a:xfrm>
        </p:grpSpPr>
        <p:sp>
          <p:nvSpPr>
            <p:cNvPr id="57654" name="Freeform 601"/>
            <p:cNvSpPr>
              <a:spLocks/>
            </p:cNvSpPr>
            <p:nvPr/>
          </p:nvSpPr>
          <p:spPr bwMode="auto">
            <a:xfrm flipH="1">
              <a:off x="2830" y="3858"/>
              <a:ext cx="50" cy="140"/>
            </a:xfrm>
            <a:custGeom>
              <a:avLst/>
              <a:gdLst>
                <a:gd name="T0" fmla="*/ 0 w 182"/>
                <a:gd name="T1" fmla="*/ 0 h 589"/>
                <a:gd name="T2" fmla="*/ 14 w 182"/>
                <a:gd name="T3" fmla="*/ 15 h 589"/>
                <a:gd name="T4" fmla="*/ 14 w 182"/>
                <a:gd name="T5" fmla="*/ 33 h 589"/>
                <a:gd name="T6" fmla="*/ 0 60000 65536"/>
                <a:gd name="T7" fmla="*/ 0 60000 65536"/>
                <a:gd name="T8" fmla="*/ 0 60000 65536"/>
                <a:gd name="T9" fmla="*/ 0 w 182"/>
                <a:gd name="T10" fmla="*/ 0 h 589"/>
                <a:gd name="T11" fmla="*/ 182 w 182"/>
                <a:gd name="T12" fmla="*/ 589 h 58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82" h="589">
                  <a:moveTo>
                    <a:pt x="0" y="0"/>
                  </a:moveTo>
                  <a:lnTo>
                    <a:pt x="182" y="272"/>
                  </a:lnTo>
                  <a:lnTo>
                    <a:pt x="182" y="589"/>
                  </a:lnTo>
                </a:path>
              </a:pathLst>
            </a:custGeom>
            <a:noFill/>
            <a:ln w="19050">
              <a:solidFill>
                <a:srgbClr val="333333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655" name="Rectangle 602" descr="60%"/>
            <p:cNvSpPr>
              <a:spLocks noChangeArrowheads="1"/>
            </p:cNvSpPr>
            <p:nvPr/>
          </p:nvSpPr>
          <p:spPr bwMode="auto">
            <a:xfrm rot="2256898" flipH="1">
              <a:off x="2907" y="3799"/>
              <a:ext cx="23" cy="27"/>
            </a:xfrm>
            <a:prstGeom prst="rect">
              <a:avLst/>
            </a:prstGeom>
            <a:pattFill prst="pct60">
              <a:fgClr>
                <a:srgbClr val="333333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/>
            </a:p>
          </p:txBody>
        </p:sp>
        <p:sp>
          <p:nvSpPr>
            <p:cNvPr id="57656" name="Rectangle 603"/>
            <p:cNvSpPr>
              <a:spLocks noChangeArrowheads="1"/>
            </p:cNvSpPr>
            <p:nvPr/>
          </p:nvSpPr>
          <p:spPr bwMode="auto">
            <a:xfrm rot="2256898" flipH="1">
              <a:off x="2883" y="3819"/>
              <a:ext cx="24" cy="43"/>
            </a:xfrm>
            <a:prstGeom prst="rect">
              <a:avLst/>
            </a:prstGeom>
            <a:solidFill>
              <a:srgbClr val="96969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/>
            </a:p>
          </p:txBody>
        </p:sp>
        <p:sp>
          <p:nvSpPr>
            <p:cNvPr id="57657" name="AutoShape 604"/>
            <p:cNvSpPr>
              <a:spLocks noChangeArrowheads="1"/>
            </p:cNvSpPr>
            <p:nvPr/>
          </p:nvSpPr>
          <p:spPr bwMode="auto">
            <a:xfrm rot="10800000" flipH="1">
              <a:off x="2793" y="3986"/>
              <a:ext cx="74" cy="21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378 w 21600"/>
                <a:gd name="T13" fmla="*/ 4114 h 21600"/>
                <a:gd name="T14" fmla="*/ 17222 w 21600"/>
                <a:gd name="T15" fmla="*/ 17486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C0C0C0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ko-KR" altLang="en-US"/>
            </a:p>
          </p:txBody>
        </p:sp>
      </p:grpSp>
      <p:sp>
        <p:nvSpPr>
          <p:cNvPr id="57647" name="Line 605"/>
          <p:cNvSpPr>
            <a:spLocks noChangeShapeType="1"/>
          </p:cNvSpPr>
          <p:nvPr/>
        </p:nvSpPr>
        <p:spPr bwMode="auto">
          <a:xfrm flipH="1" flipV="1">
            <a:off x="4871667" y="3909062"/>
            <a:ext cx="847011" cy="6222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arrow" w="med" len="med"/>
            <a:tailEnd type="none" w="med" len="lg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650" name="Line 613"/>
          <p:cNvSpPr>
            <a:spLocks noChangeShapeType="1"/>
          </p:cNvSpPr>
          <p:nvPr/>
        </p:nvSpPr>
        <p:spPr bwMode="auto">
          <a:xfrm flipH="1">
            <a:off x="6010486" y="3861648"/>
            <a:ext cx="0" cy="162094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arrow" w="med" len="med"/>
            <a:tailEnd type="oval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407" name="TextBox 406"/>
          <p:cNvSpPr txBox="1"/>
          <p:nvPr/>
        </p:nvSpPr>
        <p:spPr>
          <a:xfrm flipH="1">
            <a:off x="392557" y="332657"/>
            <a:ext cx="1794199" cy="4153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21774" tIns="60888" rIns="121774" bIns="60888" rtlCol="0">
            <a:spAutoFit/>
          </a:bodyPr>
          <a:lstStyle/>
          <a:p>
            <a:r>
              <a:rPr lang="en-US" altLang="ko-KR" dirty="0" smtClean="0"/>
              <a:t>PA System M</a:t>
            </a:r>
            <a:r>
              <a:rPr lang="en-US" altLang="ko-KR" sz="1000" dirty="0"/>
              <a:t>B</a:t>
            </a:r>
            <a:endParaRPr lang="ko-KR" altLang="en-US" sz="1000" dirty="0"/>
          </a:p>
        </p:txBody>
      </p:sp>
      <p:sp>
        <p:nvSpPr>
          <p:cNvPr id="413" name="TextBox 412"/>
          <p:cNvSpPr txBox="1"/>
          <p:nvPr/>
        </p:nvSpPr>
        <p:spPr>
          <a:xfrm flipH="1">
            <a:off x="4241397" y="5639025"/>
            <a:ext cx="390043" cy="261465"/>
          </a:xfrm>
          <a:prstGeom prst="rect">
            <a:avLst/>
          </a:prstGeom>
          <a:noFill/>
        </p:spPr>
        <p:txBody>
          <a:bodyPr wrap="square" lIns="121774" tIns="60888" rIns="121774" bIns="60888" rtlCol="0">
            <a:spAutoFit/>
          </a:bodyPr>
          <a:lstStyle/>
          <a:p>
            <a:r>
              <a:rPr lang="en-US" altLang="ko-KR" sz="9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rPr>
              <a:t>ESP</a:t>
            </a:r>
            <a:endParaRPr lang="ko-KR" altLang="en-US" sz="900" dirty="0">
              <a:latin typeface="안상수2006가는" pitchFamily="18" charset="-127"/>
              <a:ea typeface="안상수2006가는" pitchFamily="18" charset="-127"/>
              <a:cs typeface="한컴돋움" pitchFamily="18" charset="2"/>
            </a:endParaRPr>
          </a:p>
        </p:txBody>
      </p:sp>
      <p:sp>
        <p:nvSpPr>
          <p:cNvPr id="414" name="TextBox 413"/>
          <p:cNvSpPr txBox="1"/>
          <p:nvPr/>
        </p:nvSpPr>
        <p:spPr>
          <a:xfrm flipH="1">
            <a:off x="5184379" y="5600399"/>
            <a:ext cx="390043" cy="261465"/>
          </a:xfrm>
          <a:prstGeom prst="rect">
            <a:avLst/>
          </a:prstGeom>
          <a:noFill/>
        </p:spPr>
        <p:txBody>
          <a:bodyPr wrap="square" lIns="121774" tIns="60888" rIns="121774" bIns="60888" rtlCol="0">
            <a:spAutoFit/>
          </a:bodyPr>
          <a:lstStyle/>
          <a:p>
            <a:r>
              <a:rPr lang="en-US" altLang="ko-KR" sz="9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rPr>
              <a:t>ESP</a:t>
            </a:r>
            <a:endParaRPr lang="ko-KR" altLang="en-US" sz="900" dirty="0">
              <a:latin typeface="안상수2006가는" pitchFamily="18" charset="-127"/>
              <a:ea typeface="안상수2006가는" pitchFamily="18" charset="-127"/>
              <a:cs typeface="한컴돋움" pitchFamily="18" charset="2"/>
            </a:endParaRPr>
          </a:p>
        </p:txBody>
      </p:sp>
      <p:sp>
        <p:nvSpPr>
          <p:cNvPr id="415" name="TextBox 414"/>
          <p:cNvSpPr txBox="1"/>
          <p:nvPr/>
        </p:nvSpPr>
        <p:spPr>
          <a:xfrm flipH="1">
            <a:off x="2785646" y="5607186"/>
            <a:ext cx="390043" cy="261465"/>
          </a:xfrm>
          <a:prstGeom prst="rect">
            <a:avLst/>
          </a:prstGeom>
          <a:noFill/>
        </p:spPr>
        <p:txBody>
          <a:bodyPr wrap="square" lIns="121774" tIns="60888" rIns="121774" bIns="60888" rtlCol="0">
            <a:spAutoFit/>
          </a:bodyPr>
          <a:lstStyle/>
          <a:p>
            <a:r>
              <a:rPr lang="en-US" altLang="ko-KR" sz="9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rPr>
              <a:t>ESP</a:t>
            </a:r>
            <a:endParaRPr lang="ko-KR" altLang="en-US" sz="900" dirty="0">
              <a:latin typeface="안상수2006가는" pitchFamily="18" charset="-127"/>
              <a:ea typeface="안상수2006가는" pitchFamily="18" charset="-127"/>
              <a:cs typeface="한컴돋움" pitchFamily="18" charset="2"/>
            </a:endParaRPr>
          </a:p>
        </p:txBody>
      </p:sp>
      <p:sp>
        <p:nvSpPr>
          <p:cNvPr id="416" name="TextBox 415"/>
          <p:cNvSpPr txBox="1"/>
          <p:nvPr/>
        </p:nvSpPr>
        <p:spPr>
          <a:xfrm flipH="1">
            <a:off x="1847205" y="5646392"/>
            <a:ext cx="390043" cy="261465"/>
          </a:xfrm>
          <a:prstGeom prst="rect">
            <a:avLst/>
          </a:prstGeom>
          <a:noFill/>
        </p:spPr>
        <p:txBody>
          <a:bodyPr wrap="square" lIns="121774" tIns="60888" rIns="121774" bIns="60888" rtlCol="0">
            <a:spAutoFit/>
          </a:bodyPr>
          <a:lstStyle/>
          <a:p>
            <a:r>
              <a:rPr lang="en-US" altLang="ko-KR" sz="9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rPr>
              <a:t>ESP</a:t>
            </a:r>
            <a:endParaRPr lang="ko-KR" altLang="en-US" sz="900" dirty="0">
              <a:latin typeface="안상수2006가는" pitchFamily="18" charset="-127"/>
              <a:ea typeface="안상수2006가는" pitchFamily="18" charset="-127"/>
              <a:cs typeface="한컴돋움" pitchFamily="18" charset="2"/>
            </a:endParaRPr>
          </a:p>
        </p:txBody>
      </p:sp>
      <p:sp>
        <p:nvSpPr>
          <p:cNvPr id="417" name="TextBox 416"/>
          <p:cNvSpPr txBox="1"/>
          <p:nvPr/>
        </p:nvSpPr>
        <p:spPr>
          <a:xfrm flipH="1">
            <a:off x="2301498" y="4725146"/>
            <a:ext cx="390043" cy="261465"/>
          </a:xfrm>
          <a:prstGeom prst="rect">
            <a:avLst/>
          </a:prstGeom>
          <a:noFill/>
        </p:spPr>
        <p:txBody>
          <a:bodyPr wrap="square" lIns="121774" tIns="60888" rIns="121774" bIns="60888" rtlCol="0">
            <a:spAutoFit/>
          </a:bodyPr>
          <a:lstStyle/>
          <a:p>
            <a:r>
              <a:rPr lang="en-US" altLang="ko-KR" sz="9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rPr>
              <a:t>ISP</a:t>
            </a:r>
            <a:endParaRPr lang="ko-KR" altLang="en-US" sz="900" dirty="0">
              <a:latin typeface="안상수2006가는" pitchFamily="18" charset="-127"/>
              <a:ea typeface="안상수2006가는" pitchFamily="18" charset="-127"/>
              <a:cs typeface="한컴돋움" pitchFamily="18" charset="2"/>
            </a:endParaRPr>
          </a:p>
        </p:txBody>
      </p:sp>
      <p:sp>
        <p:nvSpPr>
          <p:cNvPr id="418" name="TextBox 417"/>
          <p:cNvSpPr txBox="1"/>
          <p:nvPr/>
        </p:nvSpPr>
        <p:spPr>
          <a:xfrm flipH="1">
            <a:off x="4934256" y="4725146"/>
            <a:ext cx="390043" cy="261465"/>
          </a:xfrm>
          <a:prstGeom prst="rect">
            <a:avLst/>
          </a:prstGeom>
          <a:noFill/>
        </p:spPr>
        <p:txBody>
          <a:bodyPr wrap="square" lIns="121774" tIns="60888" rIns="121774" bIns="60888" rtlCol="0">
            <a:spAutoFit/>
          </a:bodyPr>
          <a:lstStyle/>
          <a:p>
            <a:r>
              <a:rPr lang="en-US" altLang="ko-KR" sz="9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rPr>
              <a:t>ISP</a:t>
            </a:r>
            <a:endParaRPr lang="ko-KR" altLang="en-US" sz="900" dirty="0">
              <a:latin typeface="안상수2006가는" pitchFamily="18" charset="-127"/>
              <a:ea typeface="안상수2006가는" pitchFamily="18" charset="-127"/>
              <a:cs typeface="한컴돋움" pitchFamily="18" charset="2"/>
            </a:endParaRPr>
          </a:p>
        </p:txBody>
      </p:sp>
      <p:sp>
        <p:nvSpPr>
          <p:cNvPr id="419" name="TextBox 418"/>
          <p:cNvSpPr txBox="1"/>
          <p:nvPr/>
        </p:nvSpPr>
        <p:spPr>
          <a:xfrm flipH="1">
            <a:off x="4225300" y="4725146"/>
            <a:ext cx="390043" cy="261465"/>
          </a:xfrm>
          <a:prstGeom prst="rect">
            <a:avLst/>
          </a:prstGeom>
          <a:noFill/>
        </p:spPr>
        <p:txBody>
          <a:bodyPr wrap="square" lIns="121774" tIns="60888" rIns="121774" bIns="60888" rtlCol="0">
            <a:spAutoFit/>
          </a:bodyPr>
          <a:lstStyle/>
          <a:p>
            <a:r>
              <a:rPr lang="en-US" altLang="ko-KR" sz="9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rPr>
              <a:t>ISP</a:t>
            </a:r>
            <a:endParaRPr lang="ko-KR" altLang="en-US" sz="900" dirty="0">
              <a:latin typeface="안상수2006가는" pitchFamily="18" charset="-127"/>
              <a:ea typeface="안상수2006가는" pitchFamily="18" charset="-127"/>
              <a:cs typeface="한컴돋움" pitchFamily="18" charset="2"/>
            </a:endParaRPr>
          </a:p>
        </p:txBody>
      </p:sp>
      <p:sp>
        <p:nvSpPr>
          <p:cNvPr id="420" name="TextBox 419"/>
          <p:cNvSpPr txBox="1"/>
          <p:nvPr/>
        </p:nvSpPr>
        <p:spPr>
          <a:xfrm flipH="1">
            <a:off x="4340042" y="4342881"/>
            <a:ext cx="390043" cy="261465"/>
          </a:xfrm>
          <a:prstGeom prst="rect">
            <a:avLst/>
          </a:prstGeom>
          <a:noFill/>
        </p:spPr>
        <p:txBody>
          <a:bodyPr wrap="square" lIns="121774" tIns="60888" rIns="121774" bIns="60888" rtlCol="0">
            <a:spAutoFit/>
          </a:bodyPr>
          <a:lstStyle/>
          <a:p>
            <a:r>
              <a:rPr lang="en-US" altLang="ko-KR" sz="9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rPr>
              <a:t>ISP</a:t>
            </a:r>
            <a:endParaRPr lang="ko-KR" altLang="en-US" sz="900" dirty="0">
              <a:latin typeface="안상수2006가는" pitchFamily="18" charset="-127"/>
              <a:ea typeface="안상수2006가는" pitchFamily="18" charset="-127"/>
              <a:cs typeface="한컴돋움" pitchFamily="18" charset="2"/>
            </a:endParaRPr>
          </a:p>
        </p:txBody>
      </p:sp>
      <p:sp>
        <p:nvSpPr>
          <p:cNvPr id="421" name="TextBox 420"/>
          <p:cNvSpPr txBox="1"/>
          <p:nvPr/>
        </p:nvSpPr>
        <p:spPr>
          <a:xfrm flipH="1">
            <a:off x="3343127" y="4340722"/>
            <a:ext cx="390043" cy="261465"/>
          </a:xfrm>
          <a:prstGeom prst="rect">
            <a:avLst/>
          </a:prstGeom>
          <a:noFill/>
        </p:spPr>
        <p:txBody>
          <a:bodyPr wrap="square" lIns="121774" tIns="60888" rIns="121774" bIns="60888" rtlCol="0">
            <a:spAutoFit/>
          </a:bodyPr>
          <a:lstStyle/>
          <a:p>
            <a:r>
              <a:rPr lang="en-US" altLang="ko-KR" sz="9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rPr>
              <a:t>ISP</a:t>
            </a:r>
            <a:endParaRPr lang="ko-KR" altLang="en-US" sz="900" dirty="0">
              <a:latin typeface="안상수2006가는" pitchFamily="18" charset="-127"/>
              <a:ea typeface="안상수2006가는" pitchFamily="18" charset="-127"/>
              <a:cs typeface="한컴돋움" pitchFamily="18" charset="2"/>
            </a:endParaRPr>
          </a:p>
        </p:txBody>
      </p:sp>
      <p:sp>
        <p:nvSpPr>
          <p:cNvPr id="422" name="TextBox 421"/>
          <p:cNvSpPr txBox="1"/>
          <p:nvPr/>
        </p:nvSpPr>
        <p:spPr>
          <a:xfrm flipH="1">
            <a:off x="3173351" y="4725146"/>
            <a:ext cx="390043" cy="261465"/>
          </a:xfrm>
          <a:prstGeom prst="rect">
            <a:avLst/>
          </a:prstGeom>
          <a:noFill/>
        </p:spPr>
        <p:txBody>
          <a:bodyPr wrap="square" lIns="121774" tIns="60888" rIns="121774" bIns="60888" rtlCol="0">
            <a:spAutoFit/>
          </a:bodyPr>
          <a:lstStyle/>
          <a:p>
            <a:r>
              <a:rPr lang="en-US" altLang="ko-KR" sz="9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rPr>
              <a:t>ISP</a:t>
            </a:r>
            <a:endParaRPr lang="ko-KR" altLang="en-US" sz="900" dirty="0">
              <a:latin typeface="안상수2006가는" pitchFamily="18" charset="-127"/>
              <a:ea typeface="안상수2006가는" pitchFamily="18" charset="-127"/>
              <a:cs typeface="한컴돋움" pitchFamily="18" charset="2"/>
            </a:endParaRPr>
          </a:p>
        </p:txBody>
      </p:sp>
      <p:sp>
        <p:nvSpPr>
          <p:cNvPr id="423" name="TextBox 422"/>
          <p:cNvSpPr txBox="1"/>
          <p:nvPr/>
        </p:nvSpPr>
        <p:spPr>
          <a:xfrm flipH="1">
            <a:off x="5806439" y="4725146"/>
            <a:ext cx="390043" cy="261465"/>
          </a:xfrm>
          <a:prstGeom prst="rect">
            <a:avLst/>
          </a:prstGeom>
          <a:noFill/>
        </p:spPr>
        <p:txBody>
          <a:bodyPr wrap="square" lIns="121774" tIns="60888" rIns="121774" bIns="60888" rtlCol="0">
            <a:spAutoFit/>
          </a:bodyPr>
          <a:lstStyle/>
          <a:p>
            <a:r>
              <a:rPr lang="en-US" altLang="ko-KR" sz="9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rPr>
              <a:t>ISP</a:t>
            </a:r>
            <a:endParaRPr lang="ko-KR" altLang="en-US" sz="900" dirty="0">
              <a:latin typeface="안상수2006가는" pitchFamily="18" charset="-127"/>
              <a:ea typeface="안상수2006가는" pitchFamily="18" charset="-127"/>
              <a:cs typeface="한컴돋움" pitchFamily="18" charset="2"/>
            </a:endParaRPr>
          </a:p>
        </p:txBody>
      </p:sp>
      <p:sp>
        <p:nvSpPr>
          <p:cNvPr id="424" name="TextBox 423"/>
          <p:cNvSpPr txBox="1"/>
          <p:nvPr/>
        </p:nvSpPr>
        <p:spPr>
          <a:xfrm flipH="1">
            <a:off x="1589102" y="4721971"/>
            <a:ext cx="390043" cy="261465"/>
          </a:xfrm>
          <a:prstGeom prst="rect">
            <a:avLst/>
          </a:prstGeom>
          <a:noFill/>
        </p:spPr>
        <p:txBody>
          <a:bodyPr wrap="square" lIns="121774" tIns="60888" rIns="121774" bIns="60888" rtlCol="0">
            <a:spAutoFit/>
          </a:bodyPr>
          <a:lstStyle/>
          <a:p>
            <a:r>
              <a:rPr lang="en-US" altLang="ko-KR" sz="9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rPr>
              <a:t>ISP</a:t>
            </a:r>
            <a:endParaRPr lang="ko-KR" altLang="en-US" sz="900" dirty="0">
              <a:latin typeface="안상수2006가는" pitchFamily="18" charset="-127"/>
              <a:ea typeface="안상수2006가는" pitchFamily="18" charset="-127"/>
              <a:cs typeface="한컴돋움" pitchFamily="18" charset="2"/>
            </a:endParaRPr>
          </a:p>
        </p:txBody>
      </p:sp>
      <p:sp>
        <p:nvSpPr>
          <p:cNvPr id="364" name="Rectangle 209"/>
          <p:cNvSpPr>
            <a:spLocks noChangeArrowheads="1"/>
          </p:cNvSpPr>
          <p:nvPr/>
        </p:nvSpPr>
        <p:spPr bwMode="auto">
          <a:xfrm>
            <a:off x="7647361" y="2986666"/>
            <a:ext cx="234026" cy="288032"/>
          </a:xfrm>
          <a:prstGeom prst="rect">
            <a:avLst/>
          </a:prstGeom>
          <a:solidFill>
            <a:srgbClr val="FF99CC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62192" tIns="81095" rIns="162192" bIns="81095" anchor="ctr"/>
          <a:lstStyle/>
          <a:p>
            <a:pPr algn="ctr"/>
            <a:r>
              <a:rPr lang="en-US" altLang="ko-KR" sz="600" dirty="0">
                <a:latin typeface="Arial" charset="0"/>
              </a:rPr>
              <a:t>VOIP</a:t>
            </a:r>
            <a:endParaRPr lang="ko-KR" altLang="ko-KR" sz="600" dirty="0"/>
          </a:p>
        </p:txBody>
      </p:sp>
      <p:sp>
        <p:nvSpPr>
          <p:cNvPr id="365" name="Line 192"/>
          <p:cNvSpPr>
            <a:spLocks noChangeShapeType="1"/>
          </p:cNvSpPr>
          <p:nvPr/>
        </p:nvSpPr>
        <p:spPr bwMode="auto">
          <a:xfrm flipH="1">
            <a:off x="7887868" y="3009551"/>
            <a:ext cx="237578" cy="110844"/>
          </a:xfrm>
          <a:prstGeom prst="line">
            <a:avLst/>
          </a:prstGeom>
          <a:noFill/>
          <a:ln w="25400">
            <a:solidFill>
              <a:srgbClr val="00CCFF"/>
            </a:solidFill>
            <a:round/>
            <a:headEnd/>
            <a:tailEnd type="none" w="med" len="lg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366" name="Line 190"/>
          <p:cNvSpPr>
            <a:spLocks noChangeShapeType="1"/>
          </p:cNvSpPr>
          <p:nvPr/>
        </p:nvSpPr>
        <p:spPr bwMode="auto">
          <a:xfrm flipV="1">
            <a:off x="8117061" y="1745084"/>
            <a:ext cx="2608" cy="1266631"/>
          </a:xfrm>
          <a:prstGeom prst="line">
            <a:avLst/>
          </a:prstGeom>
          <a:noFill/>
          <a:ln w="25400">
            <a:solidFill>
              <a:srgbClr val="00CCFF"/>
            </a:solidFill>
            <a:round/>
            <a:headEnd/>
            <a:tailEnd type="none" w="med" len="lg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368" name="Rectangle 571"/>
          <p:cNvSpPr>
            <a:spLocks noChangeArrowheads="1"/>
          </p:cNvSpPr>
          <p:nvPr/>
        </p:nvSpPr>
        <p:spPr bwMode="auto">
          <a:xfrm flipH="1">
            <a:off x="1461518" y="2883210"/>
            <a:ext cx="335194" cy="4571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ANSM</a:t>
            </a:r>
            <a:endParaRPr lang="ko-KR" altLang="ko-KR" dirty="0"/>
          </a:p>
        </p:txBody>
      </p:sp>
      <p:grpSp>
        <p:nvGrpSpPr>
          <p:cNvPr id="369" name="Group 574"/>
          <p:cNvGrpSpPr>
            <a:grpSpLocks/>
          </p:cNvGrpSpPr>
          <p:nvPr/>
        </p:nvGrpSpPr>
        <p:grpSpPr bwMode="auto">
          <a:xfrm rot="16200000" flipH="1">
            <a:off x="1553126" y="2712959"/>
            <a:ext cx="162094" cy="87801"/>
            <a:chOff x="3609" y="1970"/>
            <a:chExt cx="197" cy="91"/>
          </a:xfrm>
        </p:grpSpPr>
        <p:sp>
          <p:nvSpPr>
            <p:cNvPr id="370" name="Rectangle 575" descr="60%"/>
            <p:cNvSpPr>
              <a:spLocks noChangeArrowheads="1"/>
            </p:cNvSpPr>
            <p:nvPr/>
          </p:nvSpPr>
          <p:spPr bwMode="auto">
            <a:xfrm rot="5400000">
              <a:off x="3730" y="1985"/>
              <a:ext cx="91" cy="61"/>
            </a:xfrm>
            <a:prstGeom prst="rect">
              <a:avLst/>
            </a:prstGeom>
            <a:pattFill prst="pct60">
              <a:fgClr>
                <a:srgbClr val="333333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/>
            </a:p>
          </p:txBody>
        </p:sp>
        <p:sp>
          <p:nvSpPr>
            <p:cNvPr id="371" name="Rectangle 576"/>
            <p:cNvSpPr>
              <a:spLocks noChangeArrowheads="1"/>
            </p:cNvSpPr>
            <p:nvPr/>
          </p:nvSpPr>
          <p:spPr bwMode="auto">
            <a:xfrm rot="5400000">
              <a:off x="3631" y="1948"/>
              <a:ext cx="91" cy="136"/>
            </a:xfrm>
            <a:prstGeom prst="rect">
              <a:avLst/>
            </a:prstGeom>
            <a:solidFill>
              <a:srgbClr val="969696">
                <a:alpha val="45882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/>
            </a:p>
          </p:txBody>
        </p:sp>
      </p:grpSp>
      <p:sp>
        <p:nvSpPr>
          <p:cNvPr id="372" name="Line 572"/>
          <p:cNvSpPr>
            <a:spLocks noChangeShapeType="1"/>
          </p:cNvSpPr>
          <p:nvPr/>
        </p:nvSpPr>
        <p:spPr bwMode="auto">
          <a:xfrm rot="5400000" flipV="1">
            <a:off x="1590796" y="2620956"/>
            <a:ext cx="91269" cy="72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/>
            <a:tailEnd type="none" w="med" len="lg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373" name="Line 573"/>
          <p:cNvSpPr>
            <a:spLocks noChangeShapeType="1"/>
          </p:cNvSpPr>
          <p:nvPr/>
        </p:nvSpPr>
        <p:spPr bwMode="auto">
          <a:xfrm flipH="1" flipV="1">
            <a:off x="1639834" y="2591232"/>
            <a:ext cx="3205691" cy="9524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none" w="med" len="med"/>
            <a:tailEnd type="none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cxnSp>
        <p:nvCxnSpPr>
          <p:cNvPr id="375" name="꺾인 연결선 374"/>
          <p:cNvCxnSpPr/>
          <p:nvPr/>
        </p:nvCxnSpPr>
        <p:spPr>
          <a:xfrm flipH="1">
            <a:off x="7881385" y="5029201"/>
            <a:ext cx="620416" cy="272008"/>
          </a:xfrm>
          <a:prstGeom prst="bentConnector3">
            <a:avLst>
              <a:gd name="adj1" fmla="val 936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3" name="Rectangle 93"/>
          <p:cNvSpPr>
            <a:spLocks noChangeArrowheads="1"/>
          </p:cNvSpPr>
          <p:nvPr/>
        </p:nvSpPr>
        <p:spPr bwMode="auto">
          <a:xfrm flipH="1">
            <a:off x="7926014" y="5190104"/>
            <a:ext cx="527465" cy="8293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Audio LINE</a:t>
            </a:r>
            <a:endParaRPr lang="ko-KR" altLang="ko-KR" dirty="0"/>
          </a:p>
        </p:txBody>
      </p:sp>
      <p:grpSp>
        <p:nvGrpSpPr>
          <p:cNvPr id="349" name="그룹 348"/>
          <p:cNvGrpSpPr/>
          <p:nvPr/>
        </p:nvGrpSpPr>
        <p:grpSpPr>
          <a:xfrm flipH="1">
            <a:off x="335890" y="3232027"/>
            <a:ext cx="405434" cy="82240"/>
            <a:chOff x="7706444" y="3562784"/>
            <a:chExt cx="374247" cy="82240"/>
          </a:xfrm>
        </p:grpSpPr>
        <p:sp>
          <p:nvSpPr>
            <p:cNvPr id="346" name="Freeform 553"/>
            <p:cNvSpPr>
              <a:spLocks/>
            </p:cNvSpPr>
            <p:nvPr/>
          </p:nvSpPr>
          <p:spPr bwMode="auto">
            <a:xfrm flipH="1">
              <a:off x="7706444" y="3590198"/>
              <a:ext cx="343258" cy="5482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68644" tIns="34322" rIns="68644" bIns="34322"/>
            <a:lstStyle/>
            <a:p>
              <a:endParaRPr lang="ko-KR" altLang="en-US"/>
            </a:p>
          </p:txBody>
        </p:sp>
        <p:sp>
          <p:nvSpPr>
            <p:cNvPr id="347" name="Oval 557"/>
            <p:cNvSpPr>
              <a:spLocks noChangeArrowheads="1"/>
            </p:cNvSpPr>
            <p:nvPr/>
          </p:nvSpPr>
          <p:spPr bwMode="auto">
            <a:xfrm flipH="1">
              <a:off x="8023481" y="3562784"/>
              <a:ext cx="57210" cy="53634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68644" tIns="34322" rIns="68644" bIns="34322" anchor="ctr"/>
            <a:lstStyle/>
            <a:p>
              <a:pPr algn="ctr"/>
              <a:endParaRPr lang="ko-KR" altLang="ko-KR"/>
            </a:p>
          </p:txBody>
        </p:sp>
      </p:grpSp>
      <p:sp>
        <p:nvSpPr>
          <p:cNvPr id="348" name="Line 9"/>
          <p:cNvSpPr>
            <a:spLocks noChangeShapeType="1"/>
          </p:cNvSpPr>
          <p:nvPr/>
        </p:nvSpPr>
        <p:spPr bwMode="auto">
          <a:xfrm flipV="1">
            <a:off x="739994" y="3265806"/>
            <a:ext cx="6734840" cy="1192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oval" w="med" len="med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357" name="Line 173"/>
          <p:cNvSpPr>
            <a:spLocks noChangeShapeType="1"/>
          </p:cNvSpPr>
          <p:nvPr/>
        </p:nvSpPr>
        <p:spPr bwMode="auto">
          <a:xfrm>
            <a:off x="5877400" y="2895602"/>
            <a:ext cx="1376" cy="381252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arrow" w="med" len="med"/>
            <a:tailEnd type="oval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374" name="Line 128"/>
          <p:cNvSpPr>
            <a:spLocks noChangeShapeType="1"/>
          </p:cNvSpPr>
          <p:nvPr/>
        </p:nvSpPr>
        <p:spPr bwMode="auto">
          <a:xfrm flipH="1" flipV="1">
            <a:off x="6971188" y="4470401"/>
            <a:ext cx="6879" cy="192405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oval" w="med" len="med"/>
            <a:tailEnd type="none" w="med" len="lg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376" name="Line 109"/>
          <p:cNvSpPr>
            <a:spLocks noChangeShapeType="1"/>
          </p:cNvSpPr>
          <p:nvPr/>
        </p:nvSpPr>
        <p:spPr bwMode="auto">
          <a:xfrm>
            <a:off x="6971188" y="4470401"/>
            <a:ext cx="497807" cy="719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none" w="med" len="lg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377" name="Line 74"/>
          <p:cNvSpPr>
            <a:spLocks noChangeShapeType="1"/>
          </p:cNvSpPr>
          <p:nvPr/>
        </p:nvSpPr>
        <p:spPr bwMode="auto">
          <a:xfrm flipH="1">
            <a:off x="7302141" y="6179822"/>
            <a:ext cx="1449373" cy="3614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arrow"/>
            <a:tailEnd type="none" w="med" len="lg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378" name="Line 75"/>
          <p:cNvSpPr>
            <a:spLocks noChangeShapeType="1"/>
          </p:cNvSpPr>
          <p:nvPr/>
        </p:nvSpPr>
        <p:spPr bwMode="auto">
          <a:xfrm>
            <a:off x="736279" y="6185789"/>
            <a:ext cx="6443031" cy="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oval"/>
            <a:tailEnd type="none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379" name="Line 117"/>
          <p:cNvSpPr>
            <a:spLocks noChangeShapeType="1"/>
          </p:cNvSpPr>
          <p:nvPr/>
        </p:nvSpPr>
        <p:spPr bwMode="auto">
          <a:xfrm flipH="1" flipV="1">
            <a:off x="736944" y="6524627"/>
            <a:ext cx="8002539" cy="845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arrow" w="med" len="med"/>
            <a:tailEnd type="oval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380" name="Line 118"/>
          <p:cNvSpPr>
            <a:spLocks noChangeShapeType="1"/>
          </p:cNvSpPr>
          <p:nvPr/>
        </p:nvSpPr>
        <p:spPr bwMode="auto">
          <a:xfrm flipH="1">
            <a:off x="736944" y="6633929"/>
            <a:ext cx="8002539" cy="234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arrow" w="med" len="med"/>
            <a:tailEnd type="oval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381" name="Line 134"/>
          <p:cNvSpPr>
            <a:spLocks noChangeShapeType="1"/>
          </p:cNvSpPr>
          <p:nvPr/>
        </p:nvSpPr>
        <p:spPr bwMode="auto">
          <a:xfrm flipH="1" flipV="1">
            <a:off x="742102" y="6286502"/>
            <a:ext cx="7997379" cy="7748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arrow" w="med" len="med"/>
            <a:tailEnd type="oval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382" name="Line 135"/>
          <p:cNvSpPr>
            <a:spLocks noChangeShapeType="1"/>
          </p:cNvSpPr>
          <p:nvPr/>
        </p:nvSpPr>
        <p:spPr bwMode="auto">
          <a:xfrm flipH="1">
            <a:off x="731783" y="6402709"/>
            <a:ext cx="8007698" cy="2857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arrow" w="med" len="med"/>
            <a:tailEnd type="oval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384" name="Rectangle 207"/>
          <p:cNvSpPr>
            <a:spLocks noChangeArrowheads="1"/>
          </p:cNvSpPr>
          <p:nvPr/>
        </p:nvSpPr>
        <p:spPr bwMode="auto">
          <a:xfrm>
            <a:off x="1125342" y="6092824"/>
            <a:ext cx="566831" cy="9415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RS485 TL</a:t>
            </a:r>
            <a:endParaRPr lang="ko-KR" altLang="ko-KR" dirty="0"/>
          </a:p>
        </p:txBody>
      </p:sp>
      <p:sp>
        <p:nvSpPr>
          <p:cNvPr id="385" name="Rectangle 208"/>
          <p:cNvSpPr>
            <a:spLocks noChangeArrowheads="1"/>
          </p:cNvSpPr>
          <p:nvPr/>
        </p:nvSpPr>
        <p:spPr bwMode="auto">
          <a:xfrm>
            <a:off x="1147293" y="6213204"/>
            <a:ext cx="53326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/>
              <a:t>Dual- tone TL</a:t>
            </a:r>
            <a:endParaRPr lang="ko-KR" altLang="ko-KR" sz="600" dirty="0"/>
          </a:p>
        </p:txBody>
      </p:sp>
      <p:sp>
        <p:nvSpPr>
          <p:cNvPr id="386" name="Rectangle 209"/>
          <p:cNvSpPr>
            <a:spLocks noChangeArrowheads="1"/>
          </p:cNvSpPr>
          <p:nvPr/>
        </p:nvSpPr>
        <p:spPr bwMode="auto">
          <a:xfrm>
            <a:off x="1143419" y="6321663"/>
            <a:ext cx="53326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 PA Audio TL</a:t>
            </a:r>
            <a:endParaRPr lang="ko-KR" altLang="ko-KR" dirty="0"/>
          </a:p>
        </p:txBody>
      </p:sp>
      <p:sp>
        <p:nvSpPr>
          <p:cNvPr id="387" name="Rectangle 210"/>
          <p:cNvSpPr>
            <a:spLocks noChangeArrowheads="1"/>
          </p:cNvSpPr>
          <p:nvPr/>
        </p:nvSpPr>
        <p:spPr bwMode="auto">
          <a:xfrm>
            <a:off x="1144711" y="6438466"/>
            <a:ext cx="53326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IC TL</a:t>
            </a:r>
            <a:endParaRPr lang="ko-KR" altLang="ko-KR" dirty="0"/>
          </a:p>
        </p:txBody>
      </p:sp>
      <p:sp>
        <p:nvSpPr>
          <p:cNvPr id="388" name="Rectangle 211"/>
          <p:cNvSpPr>
            <a:spLocks noChangeArrowheads="1"/>
          </p:cNvSpPr>
          <p:nvPr/>
        </p:nvSpPr>
        <p:spPr bwMode="auto">
          <a:xfrm>
            <a:off x="1144711" y="6552885"/>
            <a:ext cx="53326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PEI TL</a:t>
            </a:r>
            <a:endParaRPr lang="ko-KR" altLang="ko-KR" dirty="0"/>
          </a:p>
        </p:txBody>
      </p:sp>
      <p:sp>
        <p:nvSpPr>
          <p:cNvPr id="389" name="Rectangle 228"/>
          <p:cNvSpPr>
            <a:spLocks noChangeArrowheads="1"/>
          </p:cNvSpPr>
          <p:nvPr/>
        </p:nvSpPr>
        <p:spPr bwMode="auto">
          <a:xfrm flipH="1">
            <a:off x="8153283" y="6088057"/>
            <a:ext cx="566832" cy="9415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RS485 TL</a:t>
            </a:r>
            <a:endParaRPr lang="ko-KR" altLang="ko-KR" dirty="0"/>
          </a:p>
        </p:txBody>
      </p:sp>
      <p:sp>
        <p:nvSpPr>
          <p:cNvPr id="390" name="Rectangle 229"/>
          <p:cNvSpPr>
            <a:spLocks noChangeArrowheads="1"/>
          </p:cNvSpPr>
          <p:nvPr/>
        </p:nvSpPr>
        <p:spPr bwMode="auto">
          <a:xfrm flipH="1">
            <a:off x="8078678" y="6208436"/>
            <a:ext cx="53326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/>
              <a:t>Dual- tone TL</a:t>
            </a:r>
            <a:endParaRPr lang="ko-KR" altLang="ko-KR" sz="600" dirty="0"/>
          </a:p>
        </p:txBody>
      </p:sp>
      <p:sp>
        <p:nvSpPr>
          <p:cNvPr id="391" name="Rectangle 230"/>
          <p:cNvSpPr>
            <a:spLocks noChangeArrowheads="1"/>
          </p:cNvSpPr>
          <p:nvPr/>
        </p:nvSpPr>
        <p:spPr bwMode="auto">
          <a:xfrm flipH="1">
            <a:off x="8115411" y="6316896"/>
            <a:ext cx="53326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 PA Audio TL</a:t>
            </a:r>
            <a:endParaRPr lang="ko-KR" altLang="ko-KR" dirty="0"/>
          </a:p>
        </p:txBody>
      </p:sp>
      <p:sp>
        <p:nvSpPr>
          <p:cNvPr id="392" name="Rectangle 231"/>
          <p:cNvSpPr>
            <a:spLocks noChangeArrowheads="1"/>
          </p:cNvSpPr>
          <p:nvPr/>
        </p:nvSpPr>
        <p:spPr bwMode="auto">
          <a:xfrm flipH="1">
            <a:off x="8167484" y="6433699"/>
            <a:ext cx="53326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IC TL</a:t>
            </a:r>
            <a:endParaRPr lang="ko-KR" altLang="ko-KR" dirty="0"/>
          </a:p>
        </p:txBody>
      </p:sp>
      <p:sp>
        <p:nvSpPr>
          <p:cNvPr id="393" name="Rectangle 232"/>
          <p:cNvSpPr>
            <a:spLocks noChangeArrowheads="1"/>
          </p:cNvSpPr>
          <p:nvPr/>
        </p:nvSpPr>
        <p:spPr bwMode="auto">
          <a:xfrm flipH="1">
            <a:off x="8167484" y="6548119"/>
            <a:ext cx="53326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PEI TL</a:t>
            </a:r>
            <a:endParaRPr lang="ko-KR" altLang="ko-KR" dirty="0"/>
          </a:p>
        </p:txBody>
      </p:sp>
      <p:sp>
        <p:nvSpPr>
          <p:cNvPr id="396" name="Oval 567"/>
          <p:cNvSpPr>
            <a:spLocks noChangeArrowheads="1"/>
          </p:cNvSpPr>
          <p:nvPr/>
        </p:nvSpPr>
        <p:spPr bwMode="auto">
          <a:xfrm>
            <a:off x="340436" y="6377049"/>
            <a:ext cx="61978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91416" tIns="45708" rIns="91416" bIns="45708" anchor="ctr"/>
          <a:lstStyle/>
          <a:p>
            <a:pPr algn="ctr"/>
            <a:endParaRPr lang="ko-KR" altLang="ko-KR"/>
          </a:p>
        </p:txBody>
      </p:sp>
      <p:sp>
        <p:nvSpPr>
          <p:cNvPr id="398" name="Oval 567"/>
          <p:cNvSpPr>
            <a:spLocks noChangeArrowheads="1"/>
          </p:cNvSpPr>
          <p:nvPr/>
        </p:nvSpPr>
        <p:spPr bwMode="auto">
          <a:xfrm>
            <a:off x="355827" y="6156262"/>
            <a:ext cx="61978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91416" tIns="45708" rIns="91416" bIns="45708" anchor="ctr"/>
          <a:lstStyle/>
          <a:p>
            <a:pPr algn="ctr"/>
            <a:endParaRPr lang="ko-KR" altLang="ko-KR"/>
          </a:p>
        </p:txBody>
      </p:sp>
      <p:sp>
        <p:nvSpPr>
          <p:cNvPr id="399" name="Line 109"/>
          <p:cNvSpPr>
            <a:spLocks noChangeShapeType="1"/>
          </p:cNvSpPr>
          <p:nvPr/>
        </p:nvSpPr>
        <p:spPr bwMode="auto">
          <a:xfrm>
            <a:off x="7081255" y="4584702"/>
            <a:ext cx="382572" cy="840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none" w="med" len="lg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400" name="Line 128"/>
          <p:cNvSpPr>
            <a:spLocks noChangeShapeType="1"/>
          </p:cNvSpPr>
          <p:nvPr/>
        </p:nvSpPr>
        <p:spPr bwMode="auto">
          <a:xfrm flipH="1" flipV="1">
            <a:off x="7081254" y="4578352"/>
            <a:ext cx="6288" cy="1717278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oval" w="med" len="med"/>
            <a:tailEnd type="none" w="med" len="lg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412" name="Line 77"/>
          <p:cNvSpPr>
            <a:spLocks noChangeShapeType="1"/>
          </p:cNvSpPr>
          <p:nvPr/>
        </p:nvSpPr>
        <p:spPr bwMode="auto">
          <a:xfrm flipV="1">
            <a:off x="732108" y="3497069"/>
            <a:ext cx="6736031" cy="1782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oval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425" name="Rectangle 102"/>
          <p:cNvSpPr>
            <a:spLocks noChangeArrowheads="1"/>
          </p:cNvSpPr>
          <p:nvPr/>
        </p:nvSpPr>
        <p:spPr bwMode="auto">
          <a:xfrm flipH="1">
            <a:off x="6569169" y="3159059"/>
            <a:ext cx="867679" cy="11322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Dual - tone</a:t>
            </a:r>
            <a:endParaRPr lang="ko-KR" altLang="ko-KR" dirty="0"/>
          </a:p>
        </p:txBody>
      </p:sp>
      <p:sp>
        <p:nvSpPr>
          <p:cNvPr id="426" name="Rectangle 102"/>
          <p:cNvSpPr>
            <a:spLocks noChangeArrowheads="1"/>
          </p:cNvSpPr>
          <p:nvPr/>
        </p:nvSpPr>
        <p:spPr bwMode="auto">
          <a:xfrm flipH="1">
            <a:off x="6562290" y="3401444"/>
            <a:ext cx="867679" cy="11322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PA Audio &amp; Signal</a:t>
            </a:r>
            <a:endParaRPr lang="ko-KR" altLang="ko-KR" dirty="0"/>
          </a:p>
        </p:txBody>
      </p:sp>
      <p:sp>
        <p:nvSpPr>
          <p:cNvPr id="427" name="Line 608"/>
          <p:cNvSpPr>
            <a:spLocks noChangeShapeType="1"/>
          </p:cNvSpPr>
          <p:nvPr/>
        </p:nvSpPr>
        <p:spPr bwMode="auto">
          <a:xfrm flipH="1">
            <a:off x="6236159" y="3492501"/>
            <a:ext cx="5837" cy="161882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oval" w="med" len="med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358" name="Line 211"/>
          <p:cNvSpPr>
            <a:spLocks noChangeShapeType="1"/>
          </p:cNvSpPr>
          <p:nvPr/>
        </p:nvSpPr>
        <p:spPr bwMode="auto">
          <a:xfrm flipH="1">
            <a:off x="4359856" y="2880613"/>
            <a:ext cx="8255" cy="396240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arrow" w="med" len="med"/>
            <a:tailEnd type="oval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360" name="Line 608"/>
          <p:cNvSpPr>
            <a:spLocks noChangeShapeType="1"/>
          </p:cNvSpPr>
          <p:nvPr/>
        </p:nvSpPr>
        <p:spPr bwMode="auto">
          <a:xfrm flipH="1">
            <a:off x="6117043" y="3268982"/>
            <a:ext cx="2504" cy="375748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oval" w="med" len="med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648" name="Line 608"/>
          <p:cNvSpPr>
            <a:spLocks noChangeShapeType="1"/>
          </p:cNvSpPr>
          <p:nvPr/>
        </p:nvSpPr>
        <p:spPr bwMode="auto">
          <a:xfrm>
            <a:off x="5995722" y="3154681"/>
            <a:ext cx="7885" cy="490048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oval" w="med" len="med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362" name="Line 608"/>
          <p:cNvSpPr>
            <a:spLocks noChangeShapeType="1"/>
          </p:cNvSpPr>
          <p:nvPr/>
        </p:nvSpPr>
        <p:spPr bwMode="auto">
          <a:xfrm flipH="1">
            <a:off x="2755803" y="3276601"/>
            <a:ext cx="1209" cy="1021080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oval" w="med" len="med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649" name="Line 610"/>
          <p:cNvSpPr>
            <a:spLocks noChangeShapeType="1"/>
          </p:cNvSpPr>
          <p:nvPr/>
        </p:nvSpPr>
        <p:spPr bwMode="auto">
          <a:xfrm flipH="1">
            <a:off x="2623068" y="3154682"/>
            <a:ext cx="4222" cy="1139615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oval" w="med" len="med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361" name="Line 608"/>
          <p:cNvSpPr>
            <a:spLocks noChangeShapeType="1"/>
          </p:cNvSpPr>
          <p:nvPr/>
        </p:nvSpPr>
        <p:spPr bwMode="auto">
          <a:xfrm flipH="1">
            <a:off x="5340826" y="3262631"/>
            <a:ext cx="0" cy="1028700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oval" w="med" len="med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57349" name="Line 609"/>
          <p:cNvSpPr>
            <a:spLocks noChangeShapeType="1"/>
          </p:cNvSpPr>
          <p:nvPr/>
        </p:nvSpPr>
        <p:spPr bwMode="auto">
          <a:xfrm flipH="1">
            <a:off x="5220144" y="3154682"/>
            <a:ext cx="11285" cy="1139615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oval" w="med" len="med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428" name="Line 608"/>
          <p:cNvSpPr>
            <a:spLocks noChangeShapeType="1"/>
          </p:cNvSpPr>
          <p:nvPr/>
        </p:nvSpPr>
        <p:spPr bwMode="auto">
          <a:xfrm>
            <a:off x="5100055" y="3498852"/>
            <a:ext cx="0" cy="79375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oval" w="med" len="med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429" name="Line 608"/>
          <p:cNvSpPr>
            <a:spLocks noChangeShapeType="1"/>
          </p:cNvSpPr>
          <p:nvPr/>
        </p:nvSpPr>
        <p:spPr bwMode="auto">
          <a:xfrm>
            <a:off x="2498790" y="3501009"/>
            <a:ext cx="0" cy="79375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oval" w="med" len="med"/>
            <a:tailEnd type="arrow" w="med" len="med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grpSp>
        <p:nvGrpSpPr>
          <p:cNvPr id="450" name="그룹 449"/>
          <p:cNvGrpSpPr/>
          <p:nvPr/>
        </p:nvGrpSpPr>
        <p:grpSpPr>
          <a:xfrm flipH="1">
            <a:off x="812916" y="2966473"/>
            <a:ext cx="902074" cy="541776"/>
            <a:chOff x="6893238" y="1628800"/>
            <a:chExt cx="832684" cy="541776"/>
          </a:xfrm>
        </p:grpSpPr>
        <p:sp>
          <p:nvSpPr>
            <p:cNvPr id="445" name="Rectangle 101"/>
            <p:cNvSpPr>
              <a:spLocks noChangeArrowheads="1"/>
            </p:cNvSpPr>
            <p:nvPr/>
          </p:nvSpPr>
          <p:spPr bwMode="auto">
            <a:xfrm>
              <a:off x="7092280" y="1628800"/>
              <a:ext cx="493433" cy="65552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27" tIns="45713" rIns="91427" bIns="45713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PEI ADDRESS, CALL</a:t>
              </a:r>
              <a:endParaRPr lang="ko-KR" altLang="ko-KR" dirty="0"/>
            </a:p>
          </p:txBody>
        </p:sp>
        <p:sp>
          <p:nvSpPr>
            <p:cNvPr id="446" name="Rectangle 102"/>
            <p:cNvSpPr>
              <a:spLocks noChangeArrowheads="1"/>
            </p:cNvSpPr>
            <p:nvPr/>
          </p:nvSpPr>
          <p:spPr bwMode="auto">
            <a:xfrm>
              <a:off x="6893238" y="1711038"/>
              <a:ext cx="800934" cy="11322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27" tIns="45713" rIns="91427" bIns="45713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PEI Audio &amp; Signal</a:t>
              </a:r>
              <a:endParaRPr lang="ko-KR" altLang="ko-KR" dirty="0"/>
            </a:p>
          </p:txBody>
        </p:sp>
        <p:sp>
          <p:nvSpPr>
            <p:cNvPr id="447" name="Rectangle 76"/>
            <p:cNvSpPr>
              <a:spLocks noChangeArrowheads="1"/>
            </p:cNvSpPr>
            <p:nvPr/>
          </p:nvSpPr>
          <p:spPr bwMode="auto">
            <a:xfrm>
              <a:off x="7032178" y="1970992"/>
              <a:ext cx="692475" cy="52442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27" tIns="45713" rIns="91427" bIns="45713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DPO ADDRESS, ACT</a:t>
              </a:r>
              <a:endParaRPr lang="ko-KR" altLang="ko-KR" dirty="0"/>
            </a:p>
          </p:txBody>
        </p:sp>
        <p:sp>
          <p:nvSpPr>
            <p:cNvPr id="448" name="Rectangle 102"/>
            <p:cNvSpPr>
              <a:spLocks noChangeArrowheads="1"/>
            </p:cNvSpPr>
            <p:nvPr/>
          </p:nvSpPr>
          <p:spPr bwMode="auto">
            <a:xfrm>
              <a:off x="6918638" y="1814962"/>
              <a:ext cx="800934" cy="11322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27" tIns="45713" rIns="91427" bIns="45713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Dual - tone</a:t>
              </a:r>
              <a:endParaRPr lang="ko-KR" altLang="ko-KR" dirty="0"/>
            </a:p>
          </p:txBody>
        </p:sp>
        <p:sp>
          <p:nvSpPr>
            <p:cNvPr id="449" name="Rectangle 102"/>
            <p:cNvSpPr>
              <a:spLocks noChangeArrowheads="1"/>
            </p:cNvSpPr>
            <p:nvPr/>
          </p:nvSpPr>
          <p:spPr bwMode="auto">
            <a:xfrm>
              <a:off x="6924988" y="2057348"/>
              <a:ext cx="800934" cy="11322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1427" tIns="45713" rIns="91427" bIns="45713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PA Audio &amp; Signal</a:t>
              </a:r>
              <a:endParaRPr lang="ko-KR" altLang="ko-KR" dirty="0"/>
            </a:p>
          </p:txBody>
        </p:sp>
      </p:grpSp>
      <p:sp>
        <p:nvSpPr>
          <p:cNvPr id="451" name="Rectangle 106"/>
          <p:cNvSpPr>
            <a:spLocks noChangeArrowheads="1"/>
          </p:cNvSpPr>
          <p:nvPr/>
        </p:nvSpPr>
        <p:spPr bwMode="auto">
          <a:xfrm flipH="1">
            <a:off x="6814030" y="4395614"/>
            <a:ext cx="534552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PA Audio TL</a:t>
            </a:r>
            <a:endParaRPr lang="ko-KR" altLang="ko-KR" dirty="0"/>
          </a:p>
        </p:txBody>
      </p:sp>
      <p:sp>
        <p:nvSpPr>
          <p:cNvPr id="452" name="Rectangle 106"/>
          <p:cNvSpPr>
            <a:spLocks noChangeArrowheads="1"/>
          </p:cNvSpPr>
          <p:nvPr/>
        </p:nvSpPr>
        <p:spPr bwMode="auto">
          <a:xfrm flipH="1">
            <a:off x="6807277" y="4516770"/>
            <a:ext cx="534552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Dual- tone TL</a:t>
            </a:r>
            <a:endParaRPr lang="ko-KR" altLang="ko-KR" dirty="0"/>
          </a:p>
        </p:txBody>
      </p:sp>
      <p:sp>
        <p:nvSpPr>
          <p:cNvPr id="453" name="Rectangle 106"/>
          <p:cNvSpPr>
            <a:spLocks noChangeArrowheads="1"/>
          </p:cNvSpPr>
          <p:nvPr/>
        </p:nvSpPr>
        <p:spPr bwMode="auto">
          <a:xfrm flipH="1">
            <a:off x="6887037" y="4653139"/>
            <a:ext cx="534552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RS485 TL</a:t>
            </a:r>
            <a:endParaRPr lang="ko-KR" altLang="ko-KR" dirty="0"/>
          </a:p>
        </p:txBody>
      </p:sp>
      <p:sp>
        <p:nvSpPr>
          <p:cNvPr id="454" name="Line 195"/>
          <p:cNvSpPr>
            <a:spLocks noChangeShapeType="1"/>
          </p:cNvSpPr>
          <p:nvPr/>
        </p:nvSpPr>
        <p:spPr bwMode="auto">
          <a:xfrm flipV="1">
            <a:off x="7874929" y="2732875"/>
            <a:ext cx="132993" cy="5482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456" name="Line 202"/>
          <p:cNvSpPr>
            <a:spLocks noChangeShapeType="1"/>
          </p:cNvSpPr>
          <p:nvPr/>
        </p:nvSpPr>
        <p:spPr bwMode="auto">
          <a:xfrm flipV="1">
            <a:off x="8010925" y="2249610"/>
            <a:ext cx="8790" cy="47182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458" name="Rectangle 74"/>
          <p:cNvSpPr>
            <a:spLocks noChangeArrowheads="1"/>
          </p:cNvSpPr>
          <p:nvPr/>
        </p:nvSpPr>
        <p:spPr bwMode="auto">
          <a:xfrm flipH="1">
            <a:off x="6882402" y="2817779"/>
            <a:ext cx="565541" cy="7032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RS485</a:t>
            </a:r>
            <a:endParaRPr lang="ko-KR" altLang="ko-KR" dirty="0"/>
          </a:p>
        </p:txBody>
      </p:sp>
      <p:sp>
        <p:nvSpPr>
          <p:cNvPr id="367" name="Rectangle 209"/>
          <p:cNvSpPr>
            <a:spLocks noChangeArrowheads="1"/>
          </p:cNvSpPr>
          <p:nvPr/>
        </p:nvSpPr>
        <p:spPr bwMode="auto">
          <a:xfrm>
            <a:off x="7647361" y="2698634"/>
            <a:ext cx="234026" cy="288032"/>
          </a:xfrm>
          <a:prstGeom prst="rect">
            <a:avLst/>
          </a:prstGeom>
          <a:solidFill>
            <a:schemeClr val="accent6">
              <a:lumMod val="75000"/>
            </a:scheme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62192" tIns="81095" rIns="162192" bIns="81095" anchor="ctr"/>
          <a:lstStyle/>
          <a:p>
            <a:pPr algn="ctr"/>
            <a:r>
              <a:rPr lang="en-US" altLang="ko-KR" sz="600" dirty="0"/>
              <a:t>485</a:t>
            </a:r>
          </a:p>
          <a:p>
            <a:pPr algn="ctr"/>
            <a:r>
              <a:rPr lang="en-US" altLang="ko-KR" sz="600" dirty="0"/>
              <a:t>Card</a:t>
            </a:r>
            <a:endParaRPr lang="ko-KR" altLang="ko-KR" sz="600" dirty="0"/>
          </a:p>
        </p:txBody>
      </p:sp>
      <p:sp>
        <p:nvSpPr>
          <p:cNvPr id="432" name="Rectangle 75"/>
          <p:cNvSpPr>
            <a:spLocks noChangeArrowheads="1"/>
          </p:cNvSpPr>
          <p:nvPr/>
        </p:nvSpPr>
        <p:spPr bwMode="auto">
          <a:xfrm>
            <a:off x="3589506" y="3598844"/>
            <a:ext cx="575869" cy="235990"/>
          </a:xfrm>
          <a:prstGeom prst="rect">
            <a:avLst/>
          </a:prstGeom>
          <a:solidFill>
            <a:srgbClr val="CCFFFF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>
                <a:latin typeface="Arial" charset="0"/>
              </a:rPr>
              <a:t>Driver PA</a:t>
            </a:r>
          </a:p>
          <a:p>
            <a:pPr algn="ctr"/>
            <a:r>
              <a:rPr lang="en-US" altLang="ko-KR" sz="600" dirty="0" err="1">
                <a:latin typeface="Arial" charset="0"/>
              </a:rPr>
              <a:t>HandSet</a:t>
            </a:r>
            <a:endParaRPr lang="ko-KR" altLang="ko-KR" dirty="0"/>
          </a:p>
        </p:txBody>
      </p:sp>
      <p:cxnSp>
        <p:nvCxnSpPr>
          <p:cNvPr id="8" name="직선 화살표 연결선 7"/>
          <p:cNvCxnSpPr/>
          <p:nvPr/>
        </p:nvCxnSpPr>
        <p:spPr>
          <a:xfrm>
            <a:off x="4205189" y="3720768"/>
            <a:ext cx="1513488" cy="0"/>
          </a:xfrm>
          <a:prstGeom prst="straightConnector1">
            <a:avLst/>
          </a:prstGeom>
          <a:ln w="127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1" name="Line 594"/>
          <p:cNvSpPr>
            <a:spLocks noChangeShapeType="1"/>
          </p:cNvSpPr>
          <p:nvPr/>
        </p:nvSpPr>
        <p:spPr bwMode="auto">
          <a:xfrm rot="10800000" flipH="1" flipV="1">
            <a:off x="4219556" y="3669437"/>
            <a:ext cx="149184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arrow" w="med" len="med"/>
            <a:tailEnd type="none" w="med" len="lg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462" name="Rectangle 597"/>
          <p:cNvSpPr>
            <a:spLocks noChangeArrowheads="1"/>
          </p:cNvSpPr>
          <p:nvPr/>
        </p:nvSpPr>
        <p:spPr bwMode="auto">
          <a:xfrm flipH="1">
            <a:off x="4368111" y="3549013"/>
            <a:ext cx="357659" cy="10845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500" dirty="0">
                <a:latin typeface="Arial" charset="0"/>
              </a:rPr>
              <a:t>DC 12V</a:t>
            </a:r>
            <a:endParaRPr lang="ko-KR" altLang="ko-KR" dirty="0"/>
          </a:p>
        </p:txBody>
      </p:sp>
      <p:sp>
        <p:nvSpPr>
          <p:cNvPr id="463" name="Rectangle 599"/>
          <p:cNvSpPr>
            <a:spLocks noChangeArrowheads="1"/>
          </p:cNvSpPr>
          <p:nvPr/>
        </p:nvSpPr>
        <p:spPr bwMode="auto">
          <a:xfrm flipH="1">
            <a:off x="4333241" y="3639315"/>
            <a:ext cx="344748" cy="8939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500" dirty="0">
                <a:latin typeface="Arial" charset="0"/>
              </a:rPr>
              <a:t>Audio</a:t>
            </a:r>
            <a:endParaRPr lang="ko-KR" altLang="ko-KR" dirty="0"/>
          </a:p>
        </p:txBody>
      </p:sp>
      <p:grpSp>
        <p:nvGrpSpPr>
          <p:cNvPr id="57555" name="그룹 57554"/>
          <p:cNvGrpSpPr/>
          <p:nvPr/>
        </p:nvGrpSpPr>
        <p:grpSpPr>
          <a:xfrm flipH="1">
            <a:off x="2958563" y="3609946"/>
            <a:ext cx="239715" cy="192366"/>
            <a:chOff x="6900389" y="2603503"/>
            <a:chExt cx="277936" cy="301941"/>
          </a:xfrm>
        </p:grpSpPr>
        <p:sp>
          <p:nvSpPr>
            <p:cNvPr id="57545" name="직사각형 57544"/>
            <p:cNvSpPr/>
            <p:nvPr/>
          </p:nvSpPr>
          <p:spPr>
            <a:xfrm>
              <a:off x="6977112" y="2799558"/>
              <a:ext cx="161308" cy="45719"/>
            </a:xfrm>
            <a:prstGeom prst="rect">
              <a:avLst/>
            </a:prstGeom>
            <a:noFill/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553" name="직사각형 57552"/>
            <p:cNvSpPr/>
            <p:nvPr/>
          </p:nvSpPr>
          <p:spPr>
            <a:xfrm>
              <a:off x="6977112" y="2603503"/>
              <a:ext cx="167505" cy="59531"/>
            </a:xfrm>
            <a:prstGeom prst="rect">
              <a:avLst/>
            </a:prstGeom>
            <a:noFill/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554" name="직사각형 57553"/>
            <p:cNvSpPr/>
            <p:nvPr/>
          </p:nvSpPr>
          <p:spPr>
            <a:xfrm>
              <a:off x="6900389" y="2663034"/>
              <a:ext cx="74615" cy="49807"/>
            </a:xfrm>
            <a:prstGeom prst="rect">
              <a:avLst/>
            </a:prstGeom>
            <a:noFill/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537" name="직사각형 57536"/>
            <p:cNvSpPr/>
            <p:nvPr/>
          </p:nvSpPr>
          <p:spPr>
            <a:xfrm>
              <a:off x="6934652" y="2633268"/>
              <a:ext cx="243673" cy="159147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path path="circle">
                <a:fillToRect l="100000" t="100000"/>
              </a:path>
              <a:tileRect r="-100000" b="-100000"/>
            </a:gra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4" name="직사각형 463"/>
            <p:cNvSpPr/>
            <p:nvPr/>
          </p:nvSpPr>
          <p:spPr>
            <a:xfrm>
              <a:off x="7010115" y="2859725"/>
              <a:ext cx="95302" cy="45719"/>
            </a:xfrm>
            <a:prstGeom prst="rect">
              <a:avLst/>
            </a:prstGeom>
            <a:noFill/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66" name="Line 605"/>
          <p:cNvSpPr>
            <a:spLocks noChangeShapeType="1"/>
          </p:cNvSpPr>
          <p:nvPr/>
        </p:nvSpPr>
        <p:spPr bwMode="auto">
          <a:xfrm flipH="1" flipV="1">
            <a:off x="3198921" y="3784758"/>
            <a:ext cx="395904" cy="0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arrow" w="med" len="med"/>
            <a:tailEnd type="none" w="med" len="lg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467" name="Rectangle 599"/>
          <p:cNvSpPr>
            <a:spLocks noChangeArrowheads="1"/>
          </p:cNvSpPr>
          <p:nvPr/>
        </p:nvSpPr>
        <p:spPr bwMode="auto">
          <a:xfrm flipH="1">
            <a:off x="3218343" y="3679795"/>
            <a:ext cx="283516" cy="8939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500" dirty="0">
                <a:latin typeface="Arial" charset="0"/>
              </a:rPr>
              <a:t>Audio</a:t>
            </a:r>
            <a:endParaRPr lang="ko-KR" altLang="ko-KR" dirty="0"/>
          </a:p>
        </p:txBody>
      </p:sp>
      <p:sp>
        <p:nvSpPr>
          <p:cNvPr id="57556" name="직사각형 57555"/>
          <p:cNvSpPr/>
          <p:nvPr/>
        </p:nvSpPr>
        <p:spPr>
          <a:xfrm flipH="1">
            <a:off x="6947888" y="3697827"/>
            <a:ext cx="293099" cy="15830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" dirty="0">
                <a:solidFill>
                  <a:schemeClr val="tx1"/>
                </a:solidFill>
              </a:rPr>
              <a:t>DPH</a:t>
            </a:r>
            <a:endParaRPr lang="ko-KR" altLang="en-US" sz="400" dirty="0">
              <a:solidFill>
                <a:schemeClr val="tx1"/>
              </a:solidFill>
            </a:endParaRPr>
          </a:p>
        </p:txBody>
      </p:sp>
      <p:sp>
        <p:nvSpPr>
          <p:cNvPr id="468" name="Line 605"/>
          <p:cNvSpPr>
            <a:spLocks noChangeShapeType="1"/>
          </p:cNvSpPr>
          <p:nvPr/>
        </p:nvSpPr>
        <p:spPr bwMode="auto">
          <a:xfrm rot="10800000" flipH="1">
            <a:off x="6334810" y="3805423"/>
            <a:ext cx="638800" cy="0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arrow" w="med" len="med"/>
            <a:tailEnd type="none" w="med" len="lg"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469" name="Rectangle 599"/>
          <p:cNvSpPr>
            <a:spLocks noChangeArrowheads="1"/>
          </p:cNvSpPr>
          <p:nvPr/>
        </p:nvSpPr>
        <p:spPr bwMode="auto">
          <a:xfrm flipH="1">
            <a:off x="6661958" y="3701172"/>
            <a:ext cx="283516" cy="89390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500" dirty="0">
                <a:latin typeface="Arial" charset="0"/>
              </a:rPr>
              <a:t>Audio</a:t>
            </a:r>
            <a:endParaRPr lang="ko-KR" altLang="ko-KR" dirty="0"/>
          </a:p>
        </p:txBody>
      </p:sp>
    </p:spTree>
    <p:extLst>
      <p:ext uri="{BB962C8B-B14F-4D97-AF65-F5344CB8AC3E}">
        <p14:creationId xmlns:p14="http://schemas.microsoft.com/office/powerpoint/2010/main" val="3835165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/>
          <p:cNvGrpSpPr/>
          <p:nvPr/>
        </p:nvGrpSpPr>
        <p:grpSpPr>
          <a:xfrm>
            <a:off x="326673" y="22647"/>
            <a:ext cx="8436627" cy="6812711"/>
            <a:chOff x="326673" y="22647"/>
            <a:chExt cx="8436627" cy="6812711"/>
          </a:xfrm>
        </p:grpSpPr>
        <p:sp>
          <p:nvSpPr>
            <p:cNvPr id="363" name="Line 594"/>
            <p:cNvSpPr>
              <a:spLocks noChangeShapeType="1"/>
            </p:cNvSpPr>
            <p:nvPr/>
          </p:nvSpPr>
          <p:spPr bwMode="auto">
            <a:xfrm rot="10800000" flipV="1">
              <a:off x="3339233" y="3694093"/>
              <a:ext cx="1667616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med" len="med"/>
              <a:tailEnd type="none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06" name="Line 46"/>
            <p:cNvSpPr>
              <a:spLocks noChangeShapeType="1"/>
            </p:cNvSpPr>
            <p:nvPr/>
          </p:nvSpPr>
          <p:spPr bwMode="auto">
            <a:xfrm>
              <a:off x="1250046" y="2797631"/>
              <a:ext cx="1418418" cy="681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arrow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457" name="Line 46"/>
            <p:cNvSpPr>
              <a:spLocks noChangeShapeType="1"/>
            </p:cNvSpPr>
            <p:nvPr/>
          </p:nvSpPr>
          <p:spPr bwMode="auto">
            <a:xfrm>
              <a:off x="1266893" y="2906488"/>
              <a:ext cx="1418418" cy="681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arrow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grpSp>
          <p:nvGrpSpPr>
            <p:cNvPr id="439" name="그룹 438"/>
            <p:cNvGrpSpPr/>
            <p:nvPr/>
          </p:nvGrpSpPr>
          <p:grpSpPr>
            <a:xfrm>
              <a:off x="8350987" y="3374319"/>
              <a:ext cx="405434" cy="82240"/>
              <a:chOff x="7706444" y="3562784"/>
              <a:chExt cx="374247" cy="82240"/>
            </a:xfrm>
          </p:grpSpPr>
          <p:sp>
            <p:nvSpPr>
              <p:cNvPr id="440" name="Freeform 553"/>
              <p:cNvSpPr>
                <a:spLocks/>
              </p:cNvSpPr>
              <p:nvPr/>
            </p:nvSpPr>
            <p:spPr bwMode="auto">
              <a:xfrm flipH="1">
                <a:off x="7706444" y="3590198"/>
                <a:ext cx="343258" cy="54826"/>
              </a:xfrm>
              <a:custGeom>
                <a:avLst/>
                <a:gdLst>
                  <a:gd name="T0" fmla="*/ 765684263 w 273"/>
                  <a:gd name="T1" fmla="*/ 0 h 46"/>
                  <a:gd name="T2" fmla="*/ 381440387 w 273"/>
                  <a:gd name="T3" fmla="*/ 115927199 h 46"/>
                  <a:gd name="T4" fmla="*/ 0 w 273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46"/>
                  <a:gd name="T11" fmla="*/ 273 w 273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46">
                    <a:moveTo>
                      <a:pt x="273" y="0"/>
                    </a:moveTo>
                    <a:cubicBezTo>
                      <a:pt x="227" y="23"/>
                      <a:pt x="181" y="46"/>
                      <a:pt x="136" y="46"/>
                    </a:cubicBezTo>
                    <a:cubicBezTo>
                      <a:pt x="91" y="46"/>
                      <a:pt x="30" y="15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68644" tIns="34322" rIns="68644" bIns="34322"/>
              <a:lstStyle/>
              <a:p>
                <a:endParaRPr lang="ko-KR" altLang="en-US"/>
              </a:p>
            </p:txBody>
          </p:sp>
          <p:sp>
            <p:nvSpPr>
              <p:cNvPr id="441" name="Oval 557"/>
              <p:cNvSpPr>
                <a:spLocks noChangeArrowheads="1"/>
              </p:cNvSpPr>
              <p:nvPr/>
            </p:nvSpPr>
            <p:spPr bwMode="auto">
              <a:xfrm flipH="1">
                <a:off x="8023481" y="3562784"/>
                <a:ext cx="57210" cy="53634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 wrap="none" lIns="68644" tIns="34322" rIns="68644" bIns="34322" anchor="ctr"/>
              <a:lstStyle/>
              <a:p>
                <a:pPr algn="ctr"/>
                <a:endParaRPr lang="ko-KR" altLang="ko-KR"/>
              </a:p>
            </p:txBody>
          </p:sp>
        </p:grpSp>
        <p:grpSp>
          <p:nvGrpSpPr>
            <p:cNvPr id="442" name="그룹 441"/>
            <p:cNvGrpSpPr/>
            <p:nvPr/>
          </p:nvGrpSpPr>
          <p:grpSpPr>
            <a:xfrm>
              <a:off x="8357866" y="3490778"/>
              <a:ext cx="405434" cy="82240"/>
              <a:chOff x="7706444" y="3562784"/>
              <a:chExt cx="374247" cy="82240"/>
            </a:xfrm>
          </p:grpSpPr>
          <p:sp>
            <p:nvSpPr>
              <p:cNvPr id="443" name="Freeform 553"/>
              <p:cNvSpPr>
                <a:spLocks/>
              </p:cNvSpPr>
              <p:nvPr/>
            </p:nvSpPr>
            <p:spPr bwMode="auto">
              <a:xfrm flipH="1">
                <a:off x="7706444" y="3590198"/>
                <a:ext cx="343258" cy="54826"/>
              </a:xfrm>
              <a:custGeom>
                <a:avLst/>
                <a:gdLst>
                  <a:gd name="T0" fmla="*/ 765684263 w 273"/>
                  <a:gd name="T1" fmla="*/ 0 h 46"/>
                  <a:gd name="T2" fmla="*/ 381440387 w 273"/>
                  <a:gd name="T3" fmla="*/ 115927199 h 46"/>
                  <a:gd name="T4" fmla="*/ 0 w 273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46"/>
                  <a:gd name="T11" fmla="*/ 273 w 273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46">
                    <a:moveTo>
                      <a:pt x="273" y="0"/>
                    </a:moveTo>
                    <a:cubicBezTo>
                      <a:pt x="227" y="23"/>
                      <a:pt x="181" y="46"/>
                      <a:pt x="136" y="46"/>
                    </a:cubicBezTo>
                    <a:cubicBezTo>
                      <a:pt x="91" y="46"/>
                      <a:pt x="30" y="15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68644" tIns="34322" rIns="68644" bIns="34322"/>
              <a:lstStyle/>
              <a:p>
                <a:endParaRPr lang="ko-KR" altLang="en-US"/>
              </a:p>
            </p:txBody>
          </p:sp>
          <p:sp>
            <p:nvSpPr>
              <p:cNvPr id="444" name="Oval 557"/>
              <p:cNvSpPr>
                <a:spLocks noChangeArrowheads="1"/>
              </p:cNvSpPr>
              <p:nvPr/>
            </p:nvSpPr>
            <p:spPr bwMode="auto">
              <a:xfrm flipH="1">
                <a:off x="8023481" y="3562784"/>
                <a:ext cx="57210" cy="53634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 wrap="none" lIns="68644" tIns="34322" rIns="68644" bIns="34322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434" name="Line 429"/>
            <p:cNvSpPr>
              <a:spLocks noChangeShapeType="1"/>
            </p:cNvSpPr>
            <p:nvPr/>
          </p:nvSpPr>
          <p:spPr bwMode="auto">
            <a:xfrm flipV="1">
              <a:off x="2411326" y="4823004"/>
              <a:ext cx="175602" cy="0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/>
              <a:tailEnd type="arrow" w="sm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435" name="Line 430"/>
            <p:cNvSpPr>
              <a:spLocks noChangeShapeType="1"/>
            </p:cNvSpPr>
            <p:nvPr/>
          </p:nvSpPr>
          <p:spPr bwMode="auto">
            <a:xfrm flipH="1" flipV="1">
              <a:off x="2418205" y="3746503"/>
              <a:ext cx="0" cy="1076503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436" name="Line 431"/>
            <p:cNvSpPr>
              <a:spLocks noChangeShapeType="1"/>
            </p:cNvSpPr>
            <p:nvPr/>
          </p:nvSpPr>
          <p:spPr bwMode="auto">
            <a:xfrm flipH="1" flipV="1">
              <a:off x="2418205" y="3746501"/>
              <a:ext cx="360980" cy="0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437" name="Rectangle 494"/>
            <p:cNvSpPr>
              <a:spLocks noChangeArrowheads="1"/>
            </p:cNvSpPr>
            <p:nvPr/>
          </p:nvSpPr>
          <p:spPr bwMode="auto">
            <a:xfrm rot="16200000">
              <a:off x="1927839" y="4283178"/>
              <a:ext cx="1096290" cy="117497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MUTE</a:t>
              </a:r>
              <a:endParaRPr lang="ko-KR" altLang="ko-KR" dirty="0"/>
            </a:p>
          </p:txBody>
        </p:sp>
        <p:sp>
          <p:nvSpPr>
            <p:cNvPr id="411" name="Line 176"/>
            <p:cNvSpPr>
              <a:spLocks noChangeShapeType="1"/>
            </p:cNvSpPr>
            <p:nvPr/>
          </p:nvSpPr>
          <p:spPr bwMode="auto">
            <a:xfrm>
              <a:off x="3211770" y="3376043"/>
              <a:ext cx="802" cy="268858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 type="oval" w="med" len="med"/>
              <a:tailEnd type="none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98" name="Line 176"/>
            <p:cNvSpPr>
              <a:spLocks noChangeShapeType="1"/>
            </p:cNvSpPr>
            <p:nvPr/>
          </p:nvSpPr>
          <p:spPr bwMode="auto">
            <a:xfrm flipH="1">
              <a:off x="3498355" y="4132204"/>
              <a:ext cx="9357" cy="281048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 type="oval" w="med" len="med"/>
              <a:tailEnd type="none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61" name="Line 377"/>
            <p:cNvSpPr>
              <a:spLocks noChangeShapeType="1"/>
            </p:cNvSpPr>
            <p:nvPr/>
          </p:nvSpPr>
          <p:spPr bwMode="auto">
            <a:xfrm flipH="1">
              <a:off x="6115984" y="4132204"/>
              <a:ext cx="2107" cy="274698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 type="oval" w="med" len="med"/>
              <a:tailEnd type="none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397" name="Freeform 548"/>
            <p:cNvSpPr>
              <a:spLocks/>
            </p:cNvSpPr>
            <p:nvPr/>
          </p:nvSpPr>
          <p:spPr bwMode="auto">
            <a:xfrm flipH="1">
              <a:off x="8328713" y="6187251"/>
              <a:ext cx="371863" cy="5482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395" name="Freeform 548"/>
            <p:cNvSpPr>
              <a:spLocks/>
            </p:cNvSpPr>
            <p:nvPr/>
          </p:nvSpPr>
          <p:spPr bwMode="auto">
            <a:xfrm flipH="1">
              <a:off x="8344103" y="6408038"/>
              <a:ext cx="371863" cy="5482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347" name="Line 560"/>
            <p:cNvSpPr>
              <a:spLocks noChangeShapeType="1"/>
            </p:cNvSpPr>
            <p:nvPr/>
          </p:nvSpPr>
          <p:spPr bwMode="auto">
            <a:xfrm flipH="1">
              <a:off x="8537340" y="3320543"/>
              <a:ext cx="0" cy="3514815"/>
            </a:xfrm>
            <a:prstGeom prst="line">
              <a:avLst/>
            </a:prstGeom>
            <a:noFill/>
            <a:ln w="12700">
              <a:solidFill>
                <a:srgbClr val="808000"/>
              </a:solidFill>
              <a:prstDash val="lgDashDot"/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348" name="Rectangle 33"/>
            <p:cNvSpPr>
              <a:spLocks noChangeArrowheads="1"/>
            </p:cNvSpPr>
            <p:nvPr/>
          </p:nvSpPr>
          <p:spPr bwMode="auto">
            <a:xfrm>
              <a:off x="448047" y="22647"/>
              <a:ext cx="1071687" cy="122762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b="1" dirty="0">
                  <a:latin typeface="Arial" charset="0"/>
                </a:rPr>
                <a:t>Communication Rack-A </a:t>
              </a:r>
              <a:endParaRPr lang="ko-KR" altLang="ko-KR" dirty="0"/>
            </a:p>
          </p:txBody>
        </p:sp>
        <p:sp>
          <p:nvSpPr>
            <p:cNvPr id="57351" name="Freeform 542"/>
            <p:cNvSpPr>
              <a:spLocks/>
            </p:cNvSpPr>
            <p:nvPr/>
          </p:nvSpPr>
          <p:spPr bwMode="auto">
            <a:xfrm flipH="1">
              <a:off x="8350120" y="5157208"/>
              <a:ext cx="371863" cy="5482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352" name="Freeform 543"/>
            <p:cNvSpPr>
              <a:spLocks/>
            </p:cNvSpPr>
            <p:nvPr/>
          </p:nvSpPr>
          <p:spPr bwMode="auto">
            <a:xfrm flipH="1">
              <a:off x="8350120" y="5265669"/>
              <a:ext cx="371863" cy="5482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353" name="Freeform 544"/>
            <p:cNvSpPr>
              <a:spLocks/>
            </p:cNvSpPr>
            <p:nvPr/>
          </p:nvSpPr>
          <p:spPr bwMode="auto">
            <a:xfrm flipH="1">
              <a:off x="8350120" y="6539418"/>
              <a:ext cx="371863" cy="5482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354" name="Freeform 545"/>
            <p:cNvSpPr>
              <a:spLocks/>
            </p:cNvSpPr>
            <p:nvPr/>
          </p:nvSpPr>
          <p:spPr bwMode="auto">
            <a:xfrm flipH="1">
              <a:off x="8350120" y="6647876"/>
              <a:ext cx="371863" cy="5482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356" name="Freeform 548"/>
            <p:cNvSpPr>
              <a:spLocks/>
            </p:cNvSpPr>
            <p:nvPr/>
          </p:nvSpPr>
          <p:spPr bwMode="auto">
            <a:xfrm flipH="1">
              <a:off x="8344958" y="6289915"/>
              <a:ext cx="371863" cy="5482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358" name="Freeform 550"/>
            <p:cNvSpPr>
              <a:spLocks/>
            </p:cNvSpPr>
            <p:nvPr/>
          </p:nvSpPr>
          <p:spPr bwMode="auto">
            <a:xfrm flipH="1">
              <a:off x="8353992" y="5972446"/>
              <a:ext cx="373154" cy="54826"/>
            </a:xfrm>
            <a:custGeom>
              <a:avLst/>
              <a:gdLst>
                <a:gd name="T0" fmla="*/ 771012426 w 273"/>
                <a:gd name="T1" fmla="*/ 0 h 46"/>
                <a:gd name="T2" fmla="*/ 384094558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359" name="Freeform 551"/>
            <p:cNvSpPr>
              <a:spLocks/>
            </p:cNvSpPr>
            <p:nvPr/>
          </p:nvSpPr>
          <p:spPr bwMode="auto">
            <a:xfrm flipH="1">
              <a:off x="8350120" y="5517764"/>
              <a:ext cx="371863" cy="5482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360" name="Freeform 552"/>
            <p:cNvSpPr>
              <a:spLocks/>
            </p:cNvSpPr>
            <p:nvPr/>
          </p:nvSpPr>
          <p:spPr bwMode="auto">
            <a:xfrm flipH="1">
              <a:off x="8347113" y="3049545"/>
              <a:ext cx="373154" cy="54826"/>
            </a:xfrm>
            <a:custGeom>
              <a:avLst/>
              <a:gdLst>
                <a:gd name="T0" fmla="*/ 771012426 w 273"/>
                <a:gd name="T1" fmla="*/ 0 h 46"/>
                <a:gd name="T2" fmla="*/ 384094558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361" name="Freeform 553"/>
            <p:cNvSpPr>
              <a:spLocks/>
            </p:cNvSpPr>
            <p:nvPr/>
          </p:nvSpPr>
          <p:spPr bwMode="auto">
            <a:xfrm flipH="1">
              <a:off x="8343240" y="3160389"/>
              <a:ext cx="371863" cy="5482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362" name="Freeform 554"/>
            <p:cNvSpPr>
              <a:spLocks/>
            </p:cNvSpPr>
            <p:nvPr/>
          </p:nvSpPr>
          <p:spPr bwMode="auto">
            <a:xfrm flipH="1">
              <a:off x="8350120" y="4022551"/>
              <a:ext cx="371863" cy="5482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363" name="Freeform 555"/>
            <p:cNvSpPr>
              <a:spLocks/>
            </p:cNvSpPr>
            <p:nvPr/>
          </p:nvSpPr>
          <p:spPr bwMode="auto">
            <a:xfrm flipH="1">
              <a:off x="8350120" y="4131012"/>
              <a:ext cx="371863" cy="5482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364" name="Oval 556"/>
            <p:cNvSpPr>
              <a:spLocks noChangeArrowheads="1"/>
            </p:cNvSpPr>
            <p:nvPr/>
          </p:nvSpPr>
          <p:spPr bwMode="auto">
            <a:xfrm flipH="1">
              <a:off x="8693575" y="2999116"/>
              <a:ext cx="61978" cy="53634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1416" tIns="45708" rIns="91416" bIns="45708" anchor="ctr"/>
            <a:lstStyle/>
            <a:p>
              <a:pPr algn="ctr"/>
              <a:endParaRPr lang="ko-KR" altLang="ko-KR"/>
            </a:p>
          </p:txBody>
        </p:sp>
        <p:sp>
          <p:nvSpPr>
            <p:cNvPr id="57365" name="Oval 557"/>
            <p:cNvSpPr>
              <a:spLocks noChangeArrowheads="1"/>
            </p:cNvSpPr>
            <p:nvPr/>
          </p:nvSpPr>
          <p:spPr bwMode="auto">
            <a:xfrm flipH="1">
              <a:off x="8693575" y="3107575"/>
              <a:ext cx="61978" cy="53634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1416" tIns="45708" rIns="91416" bIns="45708" anchor="ctr"/>
            <a:lstStyle/>
            <a:p>
              <a:pPr algn="ctr"/>
              <a:endParaRPr lang="ko-KR" altLang="ko-KR"/>
            </a:p>
          </p:txBody>
        </p:sp>
        <p:sp>
          <p:nvSpPr>
            <p:cNvPr id="57366" name="Oval 558"/>
            <p:cNvSpPr>
              <a:spLocks noChangeArrowheads="1"/>
            </p:cNvSpPr>
            <p:nvPr/>
          </p:nvSpPr>
          <p:spPr bwMode="auto">
            <a:xfrm flipH="1">
              <a:off x="8693575" y="3991564"/>
              <a:ext cx="61978" cy="53634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1416" tIns="45708" rIns="91416" bIns="45708" anchor="ctr"/>
            <a:lstStyle/>
            <a:p>
              <a:pPr algn="ctr"/>
              <a:endParaRPr lang="ko-KR" altLang="ko-KR"/>
            </a:p>
          </p:txBody>
        </p:sp>
        <p:sp>
          <p:nvSpPr>
            <p:cNvPr id="57367" name="Oval 559"/>
            <p:cNvSpPr>
              <a:spLocks noChangeArrowheads="1"/>
            </p:cNvSpPr>
            <p:nvPr/>
          </p:nvSpPr>
          <p:spPr bwMode="auto">
            <a:xfrm flipH="1">
              <a:off x="8693575" y="4100022"/>
              <a:ext cx="61978" cy="53634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1416" tIns="45708" rIns="91416" bIns="45708" anchor="ctr"/>
            <a:lstStyle/>
            <a:p>
              <a:pPr algn="ctr"/>
              <a:endParaRPr lang="ko-KR" altLang="ko-KR"/>
            </a:p>
          </p:txBody>
        </p:sp>
        <p:sp>
          <p:nvSpPr>
            <p:cNvPr id="57368" name="Oval 561"/>
            <p:cNvSpPr>
              <a:spLocks noChangeArrowheads="1"/>
            </p:cNvSpPr>
            <p:nvPr/>
          </p:nvSpPr>
          <p:spPr bwMode="auto">
            <a:xfrm flipH="1">
              <a:off x="8693575" y="5126219"/>
              <a:ext cx="61978" cy="53634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1416" tIns="45708" rIns="91416" bIns="45708" anchor="ctr"/>
            <a:lstStyle/>
            <a:p>
              <a:pPr algn="ctr"/>
              <a:endParaRPr lang="ko-KR" altLang="ko-KR"/>
            </a:p>
          </p:txBody>
        </p:sp>
        <p:sp>
          <p:nvSpPr>
            <p:cNvPr id="57369" name="Oval 562"/>
            <p:cNvSpPr>
              <a:spLocks noChangeArrowheads="1"/>
            </p:cNvSpPr>
            <p:nvPr/>
          </p:nvSpPr>
          <p:spPr bwMode="auto">
            <a:xfrm flipH="1">
              <a:off x="8693575" y="5234679"/>
              <a:ext cx="61978" cy="53634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1416" tIns="45708" rIns="91416" bIns="45708" anchor="ctr"/>
            <a:lstStyle/>
            <a:p>
              <a:pPr algn="ctr"/>
              <a:endParaRPr lang="ko-KR" altLang="ko-KR"/>
            </a:p>
          </p:txBody>
        </p:sp>
        <p:sp>
          <p:nvSpPr>
            <p:cNvPr id="57370" name="Oval 563"/>
            <p:cNvSpPr>
              <a:spLocks noChangeArrowheads="1"/>
            </p:cNvSpPr>
            <p:nvPr/>
          </p:nvSpPr>
          <p:spPr bwMode="auto">
            <a:xfrm flipH="1">
              <a:off x="8693575" y="6508428"/>
              <a:ext cx="61978" cy="53634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1416" tIns="45708" rIns="91416" bIns="45708" anchor="ctr"/>
            <a:lstStyle/>
            <a:p>
              <a:pPr algn="ctr"/>
              <a:endParaRPr lang="ko-KR" altLang="ko-KR"/>
            </a:p>
          </p:txBody>
        </p:sp>
        <p:sp>
          <p:nvSpPr>
            <p:cNvPr id="57371" name="Oval 564"/>
            <p:cNvSpPr>
              <a:spLocks noChangeArrowheads="1"/>
            </p:cNvSpPr>
            <p:nvPr/>
          </p:nvSpPr>
          <p:spPr bwMode="auto">
            <a:xfrm flipH="1">
              <a:off x="8693575" y="6616887"/>
              <a:ext cx="61978" cy="53634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1416" tIns="45708" rIns="91416" bIns="45708" anchor="ctr"/>
            <a:lstStyle/>
            <a:p>
              <a:pPr algn="ctr"/>
              <a:endParaRPr lang="ko-KR" altLang="ko-KR"/>
            </a:p>
          </p:txBody>
        </p:sp>
        <p:sp>
          <p:nvSpPr>
            <p:cNvPr id="57373" name="Oval 567"/>
            <p:cNvSpPr>
              <a:spLocks noChangeArrowheads="1"/>
            </p:cNvSpPr>
            <p:nvPr/>
          </p:nvSpPr>
          <p:spPr bwMode="auto">
            <a:xfrm flipH="1">
              <a:off x="8688415" y="6258926"/>
              <a:ext cx="61978" cy="53634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1416" tIns="45708" rIns="91416" bIns="45708" anchor="ctr"/>
            <a:lstStyle/>
            <a:p>
              <a:pPr algn="ctr"/>
              <a:endParaRPr lang="ko-KR" altLang="ko-KR"/>
            </a:p>
          </p:txBody>
        </p:sp>
        <p:sp>
          <p:nvSpPr>
            <p:cNvPr id="57375" name="Oval 569"/>
            <p:cNvSpPr>
              <a:spLocks noChangeArrowheads="1"/>
            </p:cNvSpPr>
            <p:nvPr/>
          </p:nvSpPr>
          <p:spPr bwMode="auto">
            <a:xfrm flipH="1">
              <a:off x="8697448" y="5941457"/>
              <a:ext cx="61978" cy="53634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1416" tIns="45708" rIns="91416" bIns="45708" anchor="ctr"/>
            <a:lstStyle/>
            <a:p>
              <a:pPr algn="ctr"/>
              <a:endParaRPr lang="ko-KR" altLang="ko-KR"/>
            </a:p>
          </p:txBody>
        </p:sp>
        <p:sp>
          <p:nvSpPr>
            <p:cNvPr id="57376" name="Oval 570"/>
            <p:cNvSpPr>
              <a:spLocks noChangeArrowheads="1"/>
            </p:cNvSpPr>
            <p:nvPr/>
          </p:nvSpPr>
          <p:spPr bwMode="auto">
            <a:xfrm flipH="1">
              <a:off x="8693575" y="5486775"/>
              <a:ext cx="61978" cy="53634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1416" tIns="45708" rIns="91416" bIns="45708" anchor="ctr"/>
            <a:lstStyle/>
            <a:p>
              <a:pPr algn="ctr"/>
              <a:endParaRPr lang="ko-KR" altLang="ko-KR"/>
            </a:p>
          </p:txBody>
        </p:sp>
        <p:sp>
          <p:nvSpPr>
            <p:cNvPr id="57377" name="Rectangle 2"/>
            <p:cNvSpPr>
              <a:spLocks noChangeArrowheads="1"/>
            </p:cNvSpPr>
            <p:nvPr/>
          </p:nvSpPr>
          <p:spPr bwMode="auto">
            <a:xfrm flipH="1">
              <a:off x="326673" y="184741"/>
              <a:ext cx="1346708" cy="5903316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16" tIns="45708" rIns="91416" bIns="45708" anchor="ctr"/>
            <a:lstStyle/>
            <a:p>
              <a:pPr algn="ctr"/>
              <a:endParaRPr lang="ko-KR" altLang="ko-KR"/>
            </a:p>
          </p:txBody>
        </p:sp>
        <p:sp>
          <p:nvSpPr>
            <p:cNvPr id="57379" name="Line 6"/>
            <p:cNvSpPr>
              <a:spLocks noChangeShapeType="1"/>
            </p:cNvSpPr>
            <p:nvPr/>
          </p:nvSpPr>
          <p:spPr bwMode="auto">
            <a:xfrm flipH="1" flipV="1">
              <a:off x="1615279" y="4021359"/>
              <a:ext cx="6734840" cy="0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380" name="Line 7"/>
            <p:cNvSpPr>
              <a:spLocks noChangeShapeType="1"/>
            </p:cNvSpPr>
            <p:nvPr/>
          </p:nvSpPr>
          <p:spPr bwMode="auto">
            <a:xfrm flipH="1" flipV="1">
              <a:off x="1615279" y="4129819"/>
              <a:ext cx="6734840" cy="0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381" name="Rectangle 10"/>
            <p:cNvSpPr>
              <a:spLocks noChangeArrowheads="1"/>
            </p:cNvSpPr>
            <p:nvPr/>
          </p:nvSpPr>
          <p:spPr bwMode="auto">
            <a:xfrm>
              <a:off x="4517872" y="4049965"/>
              <a:ext cx="533261" cy="72704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CPO ADDRESS, ACT</a:t>
              </a:r>
              <a:endParaRPr lang="ko-KR" altLang="ko-KR" dirty="0"/>
            </a:p>
          </p:txBody>
        </p:sp>
        <p:sp>
          <p:nvSpPr>
            <p:cNvPr id="57393" name="Rectangle 32"/>
            <p:cNvSpPr>
              <a:spLocks noChangeArrowheads="1"/>
            </p:cNvSpPr>
            <p:nvPr/>
          </p:nvSpPr>
          <p:spPr bwMode="auto">
            <a:xfrm rot="16200000" flipH="1">
              <a:off x="-37243" y="2805855"/>
              <a:ext cx="903435" cy="56812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BACK PLAN BOARD</a:t>
              </a:r>
              <a:endParaRPr lang="ko-KR" altLang="ko-KR" dirty="0"/>
            </a:p>
          </p:txBody>
        </p:sp>
        <p:sp>
          <p:nvSpPr>
            <p:cNvPr id="57394" name="Rectangle 34"/>
            <p:cNvSpPr>
              <a:spLocks noChangeArrowheads="1"/>
            </p:cNvSpPr>
            <p:nvPr/>
          </p:nvSpPr>
          <p:spPr bwMode="auto">
            <a:xfrm>
              <a:off x="1801213" y="1462423"/>
              <a:ext cx="564249" cy="1263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Digital Video Signal</a:t>
              </a:r>
              <a:endParaRPr lang="ko-KR" altLang="ko-KR" dirty="0"/>
            </a:p>
          </p:txBody>
        </p:sp>
        <p:sp>
          <p:nvSpPr>
            <p:cNvPr id="57395" name="Line 35"/>
            <p:cNvSpPr>
              <a:spLocks noChangeShapeType="1"/>
            </p:cNvSpPr>
            <p:nvPr/>
          </p:nvSpPr>
          <p:spPr bwMode="auto">
            <a:xfrm flipV="1">
              <a:off x="1615280" y="1570881"/>
              <a:ext cx="1053610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arrow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00" name="Rectangle 40"/>
            <p:cNvSpPr>
              <a:spLocks noChangeArrowheads="1"/>
            </p:cNvSpPr>
            <p:nvPr/>
          </p:nvSpPr>
          <p:spPr bwMode="auto">
            <a:xfrm>
              <a:off x="1641103" y="252677"/>
              <a:ext cx="565541" cy="162094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DC 37.5V</a:t>
              </a:r>
              <a:endParaRPr lang="ko-KR" altLang="ko-KR" dirty="0"/>
            </a:p>
          </p:txBody>
        </p:sp>
        <p:sp>
          <p:nvSpPr>
            <p:cNvPr id="57401" name="Line 41"/>
            <p:cNvSpPr>
              <a:spLocks noChangeShapeType="1"/>
            </p:cNvSpPr>
            <p:nvPr/>
          </p:nvSpPr>
          <p:spPr bwMode="auto">
            <a:xfrm>
              <a:off x="1610116" y="400468"/>
              <a:ext cx="566831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arrow" w="med" len="med"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09" name="Line 49"/>
            <p:cNvSpPr>
              <a:spLocks noChangeShapeType="1"/>
            </p:cNvSpPr>
            <p:nvPr/>
          </p:nvSpPr>
          <p:spPr bwMode="auto">
            <a:xfrm flipH="1" flipV="1">
              <a:off x="1615279" y="4834212"/>
              <a:ext cx="175602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10" name="Line 50"/>
            <p:cNvSpPr>
              <a:spLocks noChangeShapeType="1"/>
            </p:cNvSpPr>
            <p:nvPr/>
          </p:nvSpPr>
          <p:spPr bwMode="auto">
            <a:xfrm>
              <a:off x="1615280" y="4725753"/>
              <a:ext cx="291809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 type="arrow" w="med" len="med"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13" name="Line 53"/>
            <p:cNvSpPr>
              <a:spLocks noChangeShapeType="1"/>
            </p:cNvSpPr>
            <p:nvPr/>
          </p:nvSpPr>
          <p:spPr bwMode="auto">
            <a:xfrm flipH="1" flipV="1">
              <a:off x="1790881" y="4834214"/>
              <a:ext cx="0" cy="1351577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14" name="Line 54"/>
            <p:cNvSpPr>
              <a:spLocks noChangeShapeType="1"/>
            </p:cNvSpPr>
            <p:nvPr/>
          </p:nvSpPr>
          <p:spPr bwMode="auto">
            <a:xfrm flipH="1" flipV="1">
              <a:off x="1907088" y="4726945"/>
              <a:ext cx="0" cy="1458845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17" name="Rectangle 59"/>
            <p:cNvSpPr>
              <a:spLocks noChangeArrowheads="1"/>
            </p:cNvSpPr>
            <p:nvPr/>
          </p:nvSpPr>
          <p:spPr bwMode="auto">
            <a:xfrm flipH="1">
              <a:off x="1204681" y="2219259"/>
              <a:ext cx="410599" cy="2865927"/>
            </a:xfrm>
            <a:prstGeom prst="rect">
              <a:avLst/>
            </a:prstGeom>
            <a:solidFill>
              <a:srgbClr val="FF0000">
                <a:alpha val="30196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PAC</a:t>
              </a:r>
              <a:endParaRPr lang="ko-KR" altLang="ko-KR" dirty="0"/>
            </a:p>
          </p:txBody>
        </p:sp>
        <p:sp>
          <p:nvSpPr>
            <p:cNvPr id="57418" name="Line 60"/>
            <p:cNvSpPr>
              <a:spLocks noChangeShapeType="1"/>
            </p:cNvSpPr>
            <p:nvPr/>
          </p:nvSpPr>
          <p:spPr bwMode="auto">
            <a:xfrm flipH="1">
              <a:off x="1615279" y="1322894"/>
              <a:ext cx="175602" cy="0"/>
            </a:xfrm>
            <a:prstGeom prst="line">
              <a:avLst/>
            </a:prstGeom>
            <a:noFill/>
            <a:ln w="25400">
              <a:solidFill>
                <a:srgbClr val="99CCFF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19" name="Oval 61"/>
            <p:cNvSpPr>
              <a:spLocks noChangeArrowheads="1"/>
            </p:cNvSpPr>
            <p:nvPr/>
          </p:nvSpPr>
          <p:spPr bwMode="auto">
            <a:xfrm>
              <a:off x="1731489" y="1264495"/>
              <a:ext cx="117497" cy="116803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16" tIns="45708" rIns="91416" bIns="45708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A</a:t>
              </a:r>
              <a:endParaRPr lang="ko-KR" altLang="ko-KR" dirty="0"/>
            </a:p>
          </p:txBody>
        </p:sp>
        <p:sp>
          <p:nvSpPr>
            <p:cNvPr id="57422" name="Rectangle 64"/>
            <p:cNvSpPr>
              <a:spLocks noChangeArrowheads="1"/>
            </p:cNvSpPr>
            <p:nvPr/>
          </p:nvSpPr>
          <p:spPr bwMode="auto">
            <a:xfrm>
              <a:off x="1673383" y="2412339"/>
              <a:ext cx="534552" cy="5601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ODMETER</a:t>
              </a:r>
              <a:endParaRPr lang="ko-KR" altLang="ko-KR" dirty="0"/>
            </a:p>
          </p:txBody>
        </p:sp>
        <p:sp>
          <p:nvSpPr>
            <p:cNvPr id="57423" name="Line 65"/>
            <p:cNvSpPr>
              <a:spLocks noChangeShapeType="1"/>
            </p:cNvSpPr>
            <p:nvPr/>
          </p:nvSpPr>
          <p:spPr bwMode="auto">
            <a:xfrm>
              <a:off x="1615282" y="2489812"/>
              <a:ext cx="584908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arrow" w="med" len="med"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24" name="Rectangle 66"/>
            <p:cNvSpPr>
              <a:spLocks noChangeArrowheads="1"/>
            </p:cNvSpPr>
            <p:nvPr/>
          </p:nvSpPr>
          <p:spPr bwMode="auto">
            <a:xfrm>
              <a:off x="1673383" y="2293153"/>
              <a:ext cx="534552" cy="8939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Door &amp; F/R</a:t>
              </a:r>
              <a:endParaRPr lang="ko-KR" altLang="ko-KR" dirty="0"/>
            </a:p>
          </p:txBody>
        </p:sp>
        <p:sp>
          <p:nvSpPr>
            <p:cNvPr id="57425" name="Line 67"/>
            <p:cNvSpPr>
              <a:spLocks noChangeShapeType="1"/>
            </p:cNvSpPr>
            <p:nvPr/>
          </p:nvSpPr>
          <p:spPr bwMode="auto">
            <a:xfrm>
              <a:off x="1615282" y="2382544"/>
              <a:ext cx="584908" cy="0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 type="arrow" w="med" len="med"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26" name="Rectangle 68"/>
            <p:cNvSpPr>
              <a:spLocks noChangeArrowheads="1"/>
            </p:cNvSpPr>
            <p:nvPr/>
          </p:nvSpPr>
          <p:spPr bwMode="auto">
            <a:xfrm>
              <a:off x="1625610" y="2179928"/>
              <a:ext cx="534552" cy="9654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CAB ON</a:t>
              </a:r>
              <a:endParaRPr lang="ko-KR" altLang="ko-KR" dirty="0"/>
            </a:p>
          </p:txBody>
        </p:sp>
        <p:sp>
          <p:nvSpPr>
            <p:cNvPr id="57427" name="Line 69"/>
            <p:cNvSpPr>
              <a:spLocks noChangeShapeType="1"/>
            </p:cNvSpPr>
            <p:nvPr/>
          </p:nvSpPr>
          <p:spPr bwMode="auto">
            <a:xfrm>
              <a:off x="1615282" y="2274083"/>
              <a:ext cx="584908" cy="0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arrow" w="med" len="med"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28" name="Rectangle 70"/>
            <p:cNvSpPr>
              <a:spLocks noChangeArrowheads="1"/>
            </p:cNvSpPr>
            <p:nvPr/>
          </p:nvSpPr>
          <p:spPr bwMode="auto">
            <a:xfrm>
              <a:off x="1801210" y="977333"/>
              <a:ext cx="692076" cy="10726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LONWORKS for MDS</a:t>
              </a:r>
              <a:endParaRPr lang="ko-KR" altLang="ko-KR" dirty="0"/>
            </a:p>
          </p:txBody>
        </p:sp>
        <p:sp>
          <p:nvSpPr>
            <p:cNvPr id="57429" name="Line 71"/>
            <p:cNvSpPr>
              <a:spLocks noChangeShapeType="1"/>
            </p:cNvSpPr>
            <p:nvPr/>
          </p:nvSpPr>
          <p:spPr bwMode="auto">
            <a:xfrm flipV="1">
              <a:off x="1615280" y="1084601"/>
              <a:ext cx="1053610" cy="0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/>
              <a:tailEnd type="arrow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30" name="Rectangle 72"/>
            <p:cNvSpPr>
              <a:spLocks noChangeArrowheads="1"/>
            </p:cNvSpPr>
            <p:nvPr/>
          </p:nvSpPr>
          <p:spPr bwMode="auto">
            <a:xfrm>
              <a:off x="1801213" y="1570881"/>
              <a:ext cx="564249" cy="125146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Digital Video Signal</a:t>
              </a:r>
              <a:endParaRPr lang="ko-KR" altLang="ko-KR" dirty="0"/>
            </a:p>
          </p:txBody>
        </p:sp>
        <p:sp>
          <p:nvSpPr>
            <p:cNvPr id="57431" name="Line 73"/>
            <p:cNvSpPr>
              <a:spLocks noChangeShapeType="1"/>
            </p:cNvSpPr>
            <p:nvPr/>
          </p:nvSpPr>
          <p:spPr bwMode="auto">
            <a:xfrm flipV="1">
              <a:off x="1615280" y="1678149"/>
              <a:ext cx="1053610" cy="1192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 type="arrow" w="med" len="med"/>
              <a:tailEnd type="none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32" name="Rectangle 74"/>
            <p:cNvSpPr>
              <a:spLocks noChangeArrowheads="1"/>
            </p:cNvSpPr>
            <p:nvPr/>
          </p:nvSpPr>
          <p:spPr bwMode="auto">
            <a:xfrm>
              <a:off x="1625180" y="2708921"/>
              <a:ext cx="565541" cy="7032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RS485</a:t>
              </a:r>
              <a:endParaRPr lang="ko-KR" altLang="ko-KR" dirty="0"/>
            </a:p>
          </p:txBody>
        </p:sp>
        <p:sp>
          <p:nvSpPr>
            <p:cNvPr id="57433" name="Rectangle 81"/>
            <p:cNvSpPr>
              <a:spLocks noChangeArrowheads="1"/>
            </p:cNvSpPr>
            <p:nvPr/>
          </p:nvSpPr>
          <p:spPr bwMode="auto">
            <a:xfrm>
              <a:off x="551339" y="5371746"/>
              <a:ext cx="535843" cy="11203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DC 37.5V</a:t>
              </a:r>
              <a:endParaRPr lang="ko-KR" altLang="ko-KR" dirty="0"/>
            </a:p>
          </p:txBody>
        </p:sp>
        <p:sp>
          <p:nvSpPr>
            <p:cNvPr id="57434" name="Line 82"/>
            <p:cNvSpPr>
              <a:spLocks noChangeShapeType="1"/>
            </p:cNvSpPr>
            <p:nvPr/>
          </p:nvSpPr>
          <p:spPr bwMode="auto">
            <a:xfrm flipV="1">
              <a:off x="502277" y="5483780"/>
              <a:ext cx="702406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35" name="Rectangle 83"/>
            <p:cNvSpPr>
              <a:spLocks noChangeArrowheads="1"/>
            </p:cNvSpPr>
            <p:nvPr/>
          </p:nvSpPr>
          <p:spPr bwMode="auto">
            <a:xfrm>
              <a:off x="2844492" y="5071396"/>
              <a:ext cx="566831" cy="76279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Interior Speaker CH1</a:t>
              </a:r>
              <a:endParaRPr lang="ko-KR" altLang="ko-KR" dirty="0"/>
            </a:p>
          </p:txBody>
        </p:sp>
        <p:sp>
          <p:nvSpPr>
            <p:cNvPr id="57436" name="Line 84"/>
            <p:cNvSpPr>
              <a:spLocks noChangeShapeType="1"/>
            </p:cNvSpPr>
            <p:nvPr/>
          </p:nvSpPr>
          <p:spPr bwMode="auto">
            <a:xfrm>
              <a:off x="1615279" y="5158400"/>
              <a:ext cx="6734840" cy="0"/>
            </a:xfrm>
            <a:prstGeom prst="line">
              <a:avLst/>
            </a:prstGeom>
            <a:noFill/>
            <a:ln w="25400">
              <a:solidFill>
                <a:srgbClr val="CC99FF"/>
              </a:solidFill>
              <a:round/>
              <a:headEnd type="diamond" w="med" len="med"/>
              <a:tailEnd type="oval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37" name="Line 85"/>
            <p:cNvSpPr>
              <a:spLocks noChangeShapeType="1"/>
            </p:cNvSpPr>
            <p:nvPr/>
          </p:nvSpPr>
          <p:spPr bwMode="auto">
            <a:xfrm>
              <a:off x="1615279" y="5266861"/>
              <a:ext cx="6734840" cy="0"/>
            </a:xfrm>
            <a:prstGeom prst="line">
              <a:avLst/>
            </a:prstGeom>
            <a:noFill/>
            <a:ln w="25400">
              <a:solidFill>
                <a:srgbClr val="CC99FF"/>
              </a:solidFill>
              <a:round/>
              <a:headEnd type="diamond" w="med" len="lg"/>
              <a:tailEnd type="oval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38" name="Rectangle 86"/>
            <p:cNvSpPr>
              <a:spLocks noChangeArrowheads="1"/>
            </p:cNvSpPr>
            <p:nvPr/>
          </p:nvSpPr>
          <p:spPr bwMode="auto">
            <a:xfrm>
              <a:off x="2847074" y="5179855"/>
              <a:ext cx="565541" cy="77472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Interior Speaker CH2</a:t>
              </a:r>
              <a:endParaRPr lang="ko-KR" altLang="ko-KR" dirty="0"/>
            </a:p>
          </p:txBody>
        </p:sp>
        <p:sp>
          <p:nvSpPr>
            <p:cNvPr id="57439" name="Rectangle 87"/>
            <p:cNvSpPr>
              <a:spLocks noChangeArrowheads="1"/>
            </p:cNvSpPr>
            <p:nvPr/>
          </p:nvSpPr>
          <p:spPr bwMode="auto">
            <a:xfrm>
              <a:off x="2755163" y="5886631"/>
              <a:ext cx="566831" cy="52442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RIGHT Side Exterior Speaker PA</a:t>
              </a:r>
              <a:endParaRPr lang="ko-KR" altLang="ko-KR" dirty="0"/>
            </a:p>
          </p:txBody>
        </p:sp>
        <p:sp>
          <p:nvSpPr>
            <p:cNvPr id="57440" name="Line 88"/>
            <p:cNvSpPr>
              <a:spLocks noChangeShapeType="1"/>
            </p:cNvSpPr>
            <p:nvPr/>
          </p:nvSpPr>
          <p:spPr bwMode="auto">
            <a:xfrm flipV="1">
              <a:off x="1615279" y="5517763"/>
              <a:ext cx="6734840" cy="0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diamond" w="med" len="med"/>
              <a:tailEnd type="oval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41" name="Line 89"/>
            <p:cNvSpPr>
              <a:spLocks noChangeShapeType="1"/>
            </p:cNvSpPr>
            <p:nvPr/>
          </p:nvSpPr>
          <p:spPr bwMode="auto">
            <a:xfrm flipV="1">
              <a:off x="1615279" y="5970061"/>
              <a:ext cx="6734840" cy="0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diamond" w="med" len="med"/>
              <a:tailEnd type="oval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42" name="Rectangle 90"/>
            <p:cNvSpPr>
              <a:spLocks noChangeArrowheads="1"/>
            </p:cNvSpPr>
            <p:nvPr/>
          </p:nvSpPr>
          <p:spPr bwMode="auto">
            <a:xfrm>
              <a:off x="2739586" y="5425991"/>
              <a:ext cx="565541" cy="53634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LEFT Side Exterior Speaker PA</a:t>
              </a:r>
              <a:endParaRPr lang="ko-KR" altLang="ko-KR" dirty="0"/>
            </a:p>
          </p:txBody>
        </p:sp>
        <p:sp>
          <p:nvSpPr>
            <p:cNvPr id="57443" name="Rectangle 91"/>
            <p:cNvSpPr>
              <a:spLocks noChangeArrowheads="1"/>
            </p:cNvSpPr>
            <p:nvPr/>
          </p:nvSpPr>
          <p:spPr bwMode="auto">
            <a:xfrm flipH="1">
              <a:off x="3430692" y="4295488"/>
              <a:ext cx="584908" cy="270554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Passenger </a:t>
              </a:r>
            </a:p>
            <a:p>
              <a:pPr algn="ctr"/>
              <a:r>
                <a:rPr lang="en-US" altLang="ko-KR" sz="600" dirty="0">
                  <a:latin typeface="Arial" charset="0"/>
                </a:rPr>
                <a:t>Emergency</a:t>
              </a:r>
            </a:p>
            <a:p>
              <a:pPr algn="ctr"/>
              <a:r>
                <a:rPr lang="en-US" altLang="ko-KR" sz="600" dirty="0">
                  <a:latin typeface="Arial" charset="0"/>
                </a:rPr>
                <a:t>Intercom</a:t>
              </a:r>
              <a:endParaRPr lang="ko-KR" altLang="ko-KR" sz="600" dirty="0"/>
            </a:p>
          </p:txBody>
        </p:sp>
        <p:sp>
          <p:nvSpPr>
            <p:cNvPr id="57444" name="Rectangle 93"/>
            <p:cNvSpPr>
              <a:spLocks noChangeArrowheads="1"/>
            </p:cNvSpPr>
            <p:nvPr/>
          </p:nvSpPr>
          <p:spPr bwMode="auto">
            <a:xfrm>
              <a:off x="1743108" y="4035663"/>
              <a:ext cx="750181" cy="95349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 smtClean="0">
                  <a:latin typeface="Arial" charset="0"/>
                </a:rPr>
                <a:t>PEI</a:t>
              </a:r>
              <a:r>
                <a:rPr lang="en-US" altLang="ko-KR" sz="600" dirty="0" smtClean="0">
                  <a:latin typeface="Arial" charset="0"/>
                </a:rPr>
                <a:t> ADDRESS</a:t>
              </a:r>
              <a:r>
                <a:rPr lang="en-US" altLang="ko-KR" sz="600" dirty="0">
                  <a:latin typeface="Arial" charset="0"/>
                </a:rPr>
                <a:t>.</a:t>
              </a:r>
              <a:endParaRPr lang="ko-KR" altLang="ko-KR" dirty="0"/>
            </a:p>
          </p:txBody>
        </p:sp>
        <p:sp>
          <p:nvSpPr>
            <p:cNvPr id="57445" name="Rectangle 94"/>
            <p:cNvSpPr>
              <a:spLocks noChangeArrowheads="1"/>
            </p:cNvSpPr>
            <p:nvPr/>
          </p:nvSpPr>
          <p:spPr bwMode="auto">
            <a:xfrm>
              <a:off x="1951524" y="3917669"/>
              <a:ext cx="871553" cy="108459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 smtClean="0">
                  <a:latin typeface="Arial" charset="0"/>
                </a:rPr>
                <a:t>CAB / UNCOUPLE REDUNDANCY Signal</a:t>
              </a:r>
            </a:p>
          </p:txBody>
        </p:sp>
        <p:sp>
          <p:nvSpPr>
            <p:cNvPr id="57454" name="Rectangle 106"/>
            <p:cNvSpPr>
              <a:spLocks noChangeArrowheads="1"/>
            </p:cNvSpPr>
            <p:nvPr/>
          </p:nvSpPr>
          <p:spPr bwMode="auto">
            <a:xfrm>
              <a:off x="1624319" y="4185839"/>
              <a:ext cx="534552" cy="643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PEI </a:t>
              </a:r>
              <a:r>
                <a:rPr lang="en-US" altLang="ko-KR" sz="600" dirty="0" smtClean="0">
                  <a:latin typeface="Arial" charset="0"/>
                </a:rPr>
                <a:t>TL</a:t>
              </a:r>
              <a:endParaRPr lang="ko-KR" altLang="ko-KR" dirty="0"/>
            </a:p>
          </p:txBody>
        </p:sp>
        <p:sp>
          <p:nvSpPr>
            <p:cNvPr id="57455" name="Line 107"/>
            <p:cNvSpPr>
              <a:spLocks noChangeShapeType="1"/>
            </p:cNvSpPr>
            <p:nvPr/>
          </p:nvSpPr>
          <p:spPr bwMode="auto">
            <a:xfrm flipH="1" flipV="1">
              <a:off x="1615282" y="4262116"/>
              <a:ext cx="760510" cy="0"/>
            </a:xfrm>
            <a:prstGeom prst="line">
              <a:avLst/>
            </a:prstGeom>
            <a:noFill/>
            <a:ln w="25400">
              <a:solidFill>
                <a:srgbClr val="FF99CC"/>
              </a:solidFill>
              <a:round/>
              <a:headEnd type="none" w="med" len="lg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56" name="Rectangle 108"/>
            <p:cNvSpPr>
              <a:spLocks noChangeArrowheads="1"/>
            </p:cNvSpPr>
            <p:nvPr/>
          </p:nvSpPr>
          <p:spPr bwMode="auto">
            <a:xfrm>
              <a:off x="1682144" y="4287148"/>
              <a:ext cx="534552" cy="643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 smtClean="0">
                  <a:latin typeface="Arial" charset="0"/>
                </a:rPr>
                <a:t>PA Control TL</a:t>
              </a:r>
              <a:endParaRPr lang="ko-KR" altLang="ko-KR" dirty="0"/>
            </a:p>
          </p:txBody>
        </p:sp>
        <p:sp>
          <p:nvSpPr>
            <p:cNvPr id="57457" name="Line 109"/>
            <p:cNvSpPr>
              <a:spLocks noChangeShapeType="1"/>
            </p:cNvSpPr>
            <p:nvPr/>
          </p:nvSpPr>
          <p:spPr bwMode="auto">
            <a:xfrm flipH="1" flipV="1">
              <a:off x="1615280" y="4370576"/>
              <a:ext cx="643013" cy="0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none" w="med" len="lg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58" name="Rectangle 112"/>
            <p:cNvSpPr>
              <a:spLocks noChangeArrowheads="1"/>
            </p:cNvSpPr>
            <p:nvPr/>
          </p:nvSpPr>
          <p:spPr bwMode="auto">
            <a:xfrm rot="16200000" flipH="1">
              <a:off x="-1144580" y="2735924"/>
              <a:ext cx="4054219" cy="644304"/>
            </a:xfrm>
            <a:prstGeom prst="rect">
              <a:avLst/>
            </a:prstGeom>
            <a:gradFill rotWithShape="1">
              <a:gsLst>
                <a:gs pos="0">
                  <a:srgbClr val="FFCC00"/>
                </a:gs>
                <a:gs pos="100000">
                  <a:srgbClr val="FFCC99">
                    <a:alpha val="43999"/>
                  </a:srgbClr>
                </a:gs>
              </a:gsLst>
              <a:lin ang="5400000" scaled="1"/>
            </a:gradFill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DC 12V</a:t>
              </a:r>
              <a:endParaRPr lang="ko-KR" altLang="ko-KR" dirty="0"/>
            </a:p>
          </p:txBody>
        </p:sp>
        <p:sp>
          <p:nvSpPr>
            <p:cNvPr id="57461" name="Rectangle 115"/>
            <p:cNvSpPr>
              <a:spLocks noChangeArrowheads="1"/>
            </p:cNvSpPr>
            <p:nvPr/>
          </p:nvSpPr>
          <p:spPr bwMode="auto">
            <a:xfrm>
              <a:off x="583621" y="383784"/>
              <a:ext cx="535844" cy="11203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DC 12V</a:t>
              </a:r>
              <a:endParaRPr lang="ko-KR" altLang="ko-KR" dirty="0"/>
            </a:p>
          </p:txBody>
        </p:sp>
        <p:sp>
          <p:nvSpPr>
            <p:cNvPr id="57462" name="Line 116"/>
            <p:cNvSpPr>
              <a:spLocks noChangeShapeType="1"/>
            </p:cNvSpPr>
            <p:nvPr/>
          </p:nvSpPr>
          <p:spPr bwMode="auto">
            <a:xfrm>
              <a:off x="618484" y="489859"/>
              <a:ext cx="586199" cy="0"/>
            </a:xfrm>
            <a:prstGeom prst="line">
              <a:avLst/>
            </a:prstGeom>
            <a:noFill/>
            <a:ln w="25400">
              <a:solidFill>
                <a:srgbClr val="FF990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64" name="Line 118"/>
            <p:cNvSpPr>
              <a:spLocks noChangeShapeType="1"/>
            </p:cNvSpPr>
            <p:nvPr/>
          </p:nvSpPr>
          <p:spPr bwMode="auto">
            <a:xfrm flipV="1">
              <a:off x="618481" y="489861"/>
              <a:ext cx="0" cy="541107"/>
            </a:xfrm>
            <a:prstGeom prst="line">
              <a:avLst/>
            </a:prstGeom>
            <a:noFill/>
            <a:ln w="25400">
              <a:solidFill>
                <a:srgbClr val="FF9900"/>
              </a:solidFill>
              <a:round/>
              <a:headEnd type="arrow" w="med" len="med"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73" name="Line 128"/>
            <p:cNvSpPr>
              <a:spLocks noChangeShapeType="1"/>
            </p:cNvSpPr>
            <p:nvPr/>
          </p:nvSpPr>
          <p:spPr bwMode="auto">
            <a:xfrm flipV="1">
              <a:off x="2256370" y="4377725"/>
              <a:ext cx="1923" cy="2143726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oval" w="med" len="med"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74" name="Line 129"/>
            <p:cNvSpPr>
              <a:spLocks noChangeShapeType="1"/>
            </p:cNvSpPr>
            <p:nvPr/>
          </p:nvSpPr>
          <p:spPr bwMode="auto">
            <a:xfrm flipH="1" flipV="1">
              <a:off x="2375788" y="4272842"/>
              <a:ext cx="4405" cy="2343861"/>
            </a:xfrm>
            <a:prstGeom prst="line">
              <a:avLst/>
            </a:prstGeom>
            <a:noFill/>
            <a:ln w="25400">
              <a:solidFill>
                <a:srgbClr val="FF99CC"/>
              </a:solidFill>
              <a:round/>
              <a:headEnd type="oval" w="med" len="med"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86" name="Rectangle 157"/>
            <p:cNvSpPr>
              <a:spLocks noChangeArrowheads="1"/>
            </p:cNvSpPr>
            <p:nvPr/>
          </p:nvSpPr>
          <p:spPr bwMode="auto">
            <a:xfrm>
              <a:off x="2960700" y="4293105"/>
              <a:ext cx="357659" cy="10846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DC 37.5V</a:t>
              </a:r>
              <a:endParaRPr lang="ko-KR" altLang="ko-KR" dirty="0"/>
            </a:p>
          </p:txBody>
        </p:sp>
        <p:sp>
          <p:nvSpPr>
            <p:cNvPr id="57487" name="Line 158"/>
            <p:cNvSpPr>
              <a:spLocks noChangeShapeType="1"/>
            </p:cNvSpPr>
            <p:nvPr/>
          </p:nvSpPr>
          <p:spPr bwMode="auto">
            <a:xfrm flipH="1" flipV="1">
              <a:off x="2960699" y="4401564"/>
              <a:ext cx="468701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arrow" w="med" len="med"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04" name="Rectangle 182"/>
            <p:cNvSpPr>
              <a:spLocks noChangeArrowheads="1"/>
            </p:cNvSpPr>
            <p:nvPr/>
          </p:nvSpPr>
          <p:spPr bwMode="auto">
            <a:xfrm flipH="1">
              <a:off x="1204681" y="274131"/>
              <a:ext cx="410599" cy="269362"/>
            </a:xfrm>
            <a:prstGeom prst="rect">
              <a:avLst/>
            </a:prstGeom>
            <a:solidFill>
              <a:srgbClr val="FFCC00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PSA</a:t>
              </a:r>
              <a:endParaRPr lang="ko-KR" altLang="ko-KR" dirty="0"/>
            </a:p>
          </p:txBody>
        </p:sp>
        <p:sp>
          <p:nvSpPr>
            <p:cNvPr id="57505" name="Rectangle 183"/>
            <p:cNvSpPr>
              <a:spLocks noChangeArrowheads="1"/>
            </p:cNvSpPr>
            <p:nvPr/>
          </p:nvSpPr>
          <p:spPr bwMode="auto">
            <a:xfrm flipH="1">
              <a:off x="1204681" y="1030966"/>
              <a:ext cx="410599" cy="162094"/>
            </a:xfrm>
            <a:prstGeom prst="rect">
              <a:avLst/>
            </a:prstGeom>
            <a:solidFill>
              <a:srgbClr val="CC99FF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LIC</a:t>
              </a:r>
              <a:endParaRPr lang="ko-KR" altLang="ko-KR" dirty="0"/>
            </a:p>
          </p:txBody>
        </p:sp>
        <p:sp>
          <p:nvSpPr>
            <p:cNvPr id="57507" name="Rectangle 185"/>
            <p:cNvSpPr>
              <a:spLocks noChangeArrowheads="1"/>
            </p:cNvSpPr>
            <p:nvPr/>
          </p:nvSpPr>
          <p:spPr bwMode="auto">
            <a:xfrm flipH="1">
              <a:off x="1204681" y="1462423"/>
              <a:ext cx="410599" cy="270553"/>
            </a:xfrm>
            <a:prstGeom prst="rect">
              <a:avLst/>
            </a:prstGeom>
            <a:solidFill>
              <a:srgbClr val="99CC0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 VTX</a:t>
              </a:r>
              <a:endParaRPr lang="ko-KR" altLang="ko-KR" dirty="0"/>
            </a:p>
          </p:txBody>
        </p:sp>
        <p:sp>
          <p:nvSpPr>
            <p:cNvPr id="57508" name="Rectangle 186"/>
            <p:cNvSpPr>
              <a:spLocks noChangeArrowheads="1"/>
            </p:cNvSpPr>
            <p:nvPr/>
          </p:nvSpPr>
          <p:spPr bwMode="auto">
            <a:xfrm flipH="1">
              <a:off x="1204681" y="2057164"/>
              <a:ext cx="410599" cy="162094"/>
            </a:xfrm>
            <a:prstGeom prst="rect">
              <a:avLst/>
            </a:prstGeom>
            <a:solidFill>
              <a:srgbClr val="C0C0C0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 HDD</a:t>
              </a:r>
              <a:endParaRPr lang="ko-KR" altLang="ko-KR" dirty="0"/>
            </a:p>
          </p:txBody>
        </p:sp>
        <p:sp>
          <p:nvSpPr>
            <p:cNvPr id="57509" name="Rectangle 187"/>
            <p:cNvSpPr>
              <a:spLocks noChangeArrowheads="1"/>
            </p:cNvSpPr>
            <p:nvPr/>
          </p:nvSpPr>
          <p:spPr bwMode="auto">
            <a:xfrm flipH="1">
              <a:off x="1204681" y="543492"/>
              <a:ext cx="410599" cy="487474"/>
            </a:xfrm>
            <a:prstGeom prst="rect">
              <a:avLst/>
            </a:prstGeom>
            <a:solidFill>
              <a:srgbClr val="C0C0C0">
                <a:alpha val="7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SCB</a:t>
              </a:r>
              <a:endParaRPr lang="ko-KR" altLang="ko-KR" dirty="0"/>
            </a:p>
          </p:txBody>
        </p:sp>
        <p:sp>
          <p:nvSpPr>
            <p:cNvPr id="57510" name="Rectangle 188"/>
            <p:cNvSpPr>
              <a:spLocks noChangeArrowheads="1"/>
            </p:cNvSpPr>
            <p:nvPr/>
          </p:nvSpPr>
          <p:spPr bwMode="auto">
            <a:xfrm flipH="1">
              <a:off x="1204681" y="1732977"/>
              <a:ext cx="410599" cy="324188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  CNCS</a:t>
              </a:r>
              <a:endParaRPr lang="ko-KR" altLang="ko-KR" dirty="0"/>
            </a:p>
          </p:txBody>
        </p:sp>
        <p:sp>
          <p:nvSpPr>
            <p:cNvPr id="57512" name="Line 190"/>
            <p:cNvSpPr>
              <a:spLocks noChangeShapeType="1"/>
            </p:cNvSpPr>
            <p:nvPr/>
          </p:nvSpPr>
          <p:spPr bwMode="auto">
            <a:xfrm flipH="1" flipV="1">
              <a:off x="970976" y="1355155"/>
              <a:ext cx="0" cy="377821"/>
            </a:xfrm>
            <a:prstGeom prst="line">
              <a:avLst/>
            </a:prstGeom>
            <a:noFill/>
            <a:ln w="25400">
              <a:solidFill>
                <a:srgbClr val="00CCFF"/>
              </a:solidFill>
              <a:round/>
              <a:headEnd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13" name="Line 191"/>
            <p:cNvSpPr>
              <a:spLocks noChangeShapeType="1"/>
            </p:cNvSpPr>
            <p:nvPr/>
          </p:nvSpPr>
          <p:spPr bwMode="auto">
            <a:xfrm flipV="1">
              <a:off x="970977" y="1265764"/>
              <a:ext cx="236288" cy="89390"/>
            </a:xfrm>
            <a:prstGeom prst="line">
              <a:avLst/>
            </a:prstGeom>
            <a:noFill/>
            <a:ln w="25400">
              <a:solidFill>
                <a:srgbClr val="00CCFF"/>
              </a:solidFill>
              <a:round/>
              <a:headEnd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14" name="Line 192"/>
            <p:cNvSpPr>
              <a:spLocks noChangeShapeType="1"/>
            </p:cNvSpPr>
            <p:nvPr/>
          </p:nvSpPr>
          <p:spPr bwMode="auto">
            <a:xfrm>
              <a:off x="970977" y="1732975"/>
              <a:ext cx="237578" cy="110844"/>
            </a:xfrm>
            <a:prstGeom prst="line">
              <a:avLst/>
            </a:prstGeom>
            <a:noFill/>
            <a:ln w="25400">
              <a:solidFill>
                <a:srgbClr val="00CCFF"/>
              </a:solidFill>
              <a:round/>
              <a:headEnd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15" name="Rectangle 193"/>
            <p:cNvSpPr>
              <a:spLocks noChangeArrowheads="1"/>
            </p:cNvSpPr>
            <p:nvPr/>
          </p:nvSpPr>
          <p:spPr bwMode="auto">
            <a:xfrm flipH="1">
              <a:off x="1204681" y="1193059"/>
              <a:ext cx="410599" cy="269030"/>
            </a:xfrm>
            <a:prstGeom prst="rect">
              <a:avLst/>
            </a:prstGeom>
            <a:solidFill>
              <a:srgbClr val="CCFFFF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WLR</a:t>
              </a:r>
              <a:endParaRPr lang="ko-KR" altLang="ko-KR" dirty="0"/>
            </a:p>
          </p:txBody>
        </p:sp>
        <p:sp>
          <p:nvSpPr>
            <p:cNvPr id="57517" name="Line 195"/>
            <p:cNvSpPr>
              <a:spLocks noChangeShapeType="1"/>
            </p:cNvSpPr>
            <p:nvPr/>
          </p:nvSpPr>
          <p:spPr bwMode="auto">
            <a:xfrm flipH="1" flipV="1">
              <a:off x="1074272" y="2238327"/>
              <a:ext cx="132993" cy="54826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19" name="Line 197"/>
            <p:cNvSpPr>
              <a:spLocks noChangeShapeType="1"/>
            </p:cNvSpPr>
            <p:nvPr/>
          </p:nvSpPr>
          <p:spPr bwMode="auto">
            <a:xfrm flipH="1" flipV="1">
              <a:off x="1087185" y="1895069"/>
              <a:ext cx="121371" cy="54826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20" name="Line 198"/>
            <p:cNvSpPr>
              <a:spLocks noChangeShapeType="1"/>
            </p:cNvSpPr>
            <p:nvPr/>
          </p:nvSpPr>
          <p:spPr bwMode="auto">
            <a:xfrm flipH="1" flipV="1">
              <a:off x="1087185" y="1517250"/>
              <a:ext cx="121371" cy="72703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21" name="Line 199"/>
            <p:cNvSpPr>
              <a:spLocks noChangeShapeType="1"/>
            </p:cNvSpPr>
            <p:nvPr/>
          </p:nvSpPr>
          <p:spPr bwMode="auto">
            <a:xfrm flipH="1">
              <a:off x="1087183" y="1589951"/>
              <a:ext cx="120081" cy="35756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22" name="Line 200"/>
            <p:cNvSpPr>
              <a:spLocks noChangeShapeType="1"/>
            </p:cNvSpPr>
            <p:nvPr/>
          </p:nvSpPr>
          <p:spPr bwMode="auto">
            <a:xfrm flipH="1">
              <a:off x="1074271" y="1949896"/>
              <a:ext cx="134284" cy="54826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23" name="Line 201"/>
            <p:cNvSpPr>
              <a:spLocks noChangeShapeType="1"/>
            </p:cNvSpPr>
            <p:nvPr/>
          </p:nvSpPr>
          <p:spPr bwMode="auto">
            <a:xfrm flipH="1" flipV="1">
              <a:off x="1087183" y="1625707"/>
              <a:ext cx="0" cy="269362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24" name="Line 202"/>
            <p:cNvSpPr>
              <a:spLocks noChangeShapeType="1"/>
            </p:cNvSpPr>
            <p:nvPr/>
          </p:nvSpPr>
          <p:spPr bwMode="auto">
            <a:xfrm flipV="1">
              <a:off x="1074271" y="2003531"/>
              <a:ext cx="0" cy="234797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25" name="Rectangle 203"/>
            <p:cNvSpPr>
              <a:spLocks noChangeArrowheads="1"/>
            </p:cNvSpPr>
            <p:nvPr/>
          </p:nvSpPr>
          <p:spPr bwMode="auto">
            <a:xfrm rot="16200000">
              <a:off x="761109" y="1432228"/>
              <a:ext cx="324188" cy="134284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solidFill>
                    <a:srgbClr val="0099FF"/>
                  </a:solidFill>
                  <a:latin typeface="Arial" charset="0"/>
                </a:rPr>
                <a:t>LAN</a:t>
              </a:r>
              <a:endParaRPr lang="ko-KR" altLang="ko-KR" dirty="0"/>
            </a:p>
          </p:txBody>
        </p:sp>
        <p:sp>
          <p:nvSpPr>
            <p:cNvPr id="57526" name="Rectangle 204"/>
            <p:cNvSpPr>
              <a:spLocks noChangeArrowheads="1"/>
            </p:cNvSpPr>
            <p:nvPr/>
          </p:nvSpPr>
          <p:spPr bwMode="auto">
            <a:xfrm rot="16200000">
              <a:off x="1140718" y="2010186"/>
              <a:ext cx="215728" cy="9038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ATA</a:t>
              </a:r>
              <a:endParaRPr lang="ko-KR" altLang="ko-KR" dirty="0"/>
            </a:p>
          </p:txBody>
        </p:sp>
        <p:sp>
          <p:nvSpPr>
            <p:cNvPr id="57527" name="Rectangle 205"/>
            <p:cNvSpPr>
              <a:spLocks noChangeArrowheads="1"/>
            </p:cNvSpPr>
            <p:nvPr/>
          </p:nvSpPr>
          <p:spPr bwMode="auto">
            <a:xfrm rot="16200000">
              <a:off x="1094385" y="1687040"/>
              <a:ext cx="312269" cy="94257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LVDS</a:t>
              </a:r>
              <a:endParaRPr lang="ko-KR" altLang="ko-KR" dirty="0"/>
            </a:p>
          </p:txBody>
        </p:sp>
        <p:sp>
          <p:nvSpPr>
            <p:cNvPr id="57529" name="Line 207"/>
            <p:cNvSpPr>
              <a:spLocks noChangeShapeType="1"/>
            </p:cNvSpPr>
            <p:nvPr/>
          </p:nvSpPr>
          <p:spPr bwMode="auto">
            <a:xfrm flipH="1">
              <a:off x="1087185" y="1084600"/>
              <a:ext cx="121371" cy="53634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30" name="Line 208"/>
            <p:cNvSpPr>
              <a:spLocks noChangeShapeType="1"/>
            </p:cNvSpPr>
            <p:nvPr/>
          </p:nvSpPr>
          <p:spPr bwMode="auto">
            <a:xfrm flipV="1">
              <a:off x="1086050" y="1138233"/>
              <a:ext cx="1132" cy="373863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32" name="Rectangle 210"/>
            <p:cNvSpPr>
              <a:spLocks noChangeArrowheads="1"/>
            </p:cNvSpPr>
            <p:nvPr/>
          </p:nvSpPr>
          <p:spPr bwMode="auto">
            <a:xfrm rot="16200000" flipH="1">
              <a:off x="-1144580" y="2735924"/>
              <a:ext cx="4054219" cy="644304"/>
            </a:xfrm>
            <a:prstGeom prst="rect">
              <a:avLst/>
            </a:prstGeom>
            <a:noFill/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eaVert" wrap="none" lIns="121757" tIns="60877" rIns="121757" bIns="60877" anchor="ctr"/>
            <a:lstStyle/>
            <a:p>
              <a:pPr algn="ctr"/>
              <a:endParaRPr lang="ko-KR" altLang="ko-KR"/>
            </a:p>
          </p:txBody>
        </p:sp>
        <p:sp>
          <p:nvSpPr>
            <p:cNvPr id="57538" name="Rectangle 259"/>
            <p:cNvSpPr>
              <a:spLocks noChangeArrowheads="1"/>
            </p:cNvSpPr>
            <p:nvPr/>
          </p:nvSpPr>
          <p:spPr bwMode="auto">
            <a:xfrm flipH="1">
              <a:off x="5464312" y="5064244"/>
              <a:ext cx="566832" cy="76279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Interior Speaker CH1</a:t>
              </a:r>
              <a:endParaRPr lang="ko-KR" altLang="ko-KR" dirty="0"/>
            </a:p>
          </p:txBody>
        </p:sp>
        <p:sp>
          <p:nvSpPr>
            <p:cNvPr id="57539" name="Rectangle 260"/>
            <p:cNvSpPr>
              <a:spLocks noChangeArrowheads="1"/>
            </p:cNvSpPr>
            <p:nvPr/>
          </p:nvSpPr>
          <p:spPr bwMode="auto">
            <a:xfrm flipH="1">
              <a:off x="5463021" y="5179855"/>
              <a:ext cx="565541" cy="77472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Interior Speaker CH2</a:t>
              </a:r>
              <a:endParaRPr lang="ko-KR" altLang="ko-KR" dirty="0"/>
            </a:p>
          </p:txBody>
        </p:sp>
        <p:sp>
          <p:nvSpPr>
            <p:cNvPr id="57540" name="Rectangle 264"/>
            <p:cNvSpPr>
              <a:spLocks noChangeArrowheads="1"/>
            </p:cNvSpPr>
            <p:nvPr/>
          </p:nvSpPr>
          <p:spPr bwMode="auto">
            <a:xfrm flipH="1">
              <a:off x="7587195" y="4035663"/>
              <a:ext cx="750181" cy="95349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r"/>
              <a:r>
                <a:rPr lang="en-US" altLang="ko-KR" sz="600" dirty="0">
                  <a:latin typeface="Arial" charset="0"/>
                </a:rPr>
                <a:t>CPO </a:t>
              </a:r>
              <a:r>
                <a:rPr lang="en-US" altLang="ko-KR" sz="600" dirty="0" smtClean="0">
                  <a:latin typeface="Arial" charset="0"/>
                </a:rPr>
                <a:t>ADDRESS</a:t>
              </a:r>
              <a:r>
                <a:rPr lang="en-US" altLang="ko-KR" sz="600" dirty="0">
                  <a:latin typeface="Arial" charset="0"/>
                </a:rPr>
                <a:t>.</a:t>
              </a:r>
              <a:endParaRPr lang="ko-KR" altLang="ko-KR" dirty="0"/>
            </a:p>
          </p:txBody>
        </p:sp>
        <p:sp>
          <p:nvSpPr>
            <p:cNvPr id="57541" name="Line 8"/>
            <p:cNvSpPr>
              <a:spLocks noChangeShapeType="1"/>
            </p:cNvSpPr>
            <p:nvPr/>
          </p:nvSpPr>
          <p:spPr bwMode="auto">
            <a:xfrm flipH="1" flipV="1">
              <a:off x="1615279" y="3045598"/>
              <a:ext cx="6734840" cy="0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43" name="Rectangle 101"/>
            <p:cNvSpPr>
              <a:spLocks noChangeArrowheads="1"/>
            </p:cNvSpPr>
            <p:nvPr/>
          </p:nvSpPr>
          <p:spPr bwMode="auto">
            <a:xfrm>
              <a:off x="1864827" y="2972896"/>
              <a:ext cx="534552" cy="65552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 smtClean="0">
                  <a:latin typeface="Arial" charset="0"/>
                </a:rPr>
                <a:t>DPH ADDRESS.</a:t>
              </a:r>
              <a:endParaRPr lang="ko-KR" altLang="ko-KR" dirty="0"/>
            </a:p>
          </p:txBody>
        </p:sp>
        <p:sp>
          <p:nvSpPr>
            <p:cNvPr id="57547" name="Line 9"/>
            <p:cNvSpPr>
              <a:spLocks noChangeShapeType="1"/>
            </p:cNvSpPr>
            <p:nvPr/>
          </p:nvSpPr>
          <p:spPr bwMode="auto">
            <a:xfrm flipH="1" flipV="1">
              <a:off x="1615279" y="3152866"/>
              <a:ext cx="6734840" cy="1192"/>
            </a:xfrm>
            <a:prstGeom prst="line">
              <a:avLst/>
            </a:prstGeom>
            <a:noFill/>
            <a:ln w="25400">
              <a:solidFill>
                <a:srgbClr val="FF99CC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50" name="Rectangle 102"/>
            <p:cNvSpPr>
              <a:spLocks noChangeArrowheads="1"/>
            </p:cNvSpPr>
            <p:nvPr/>
          </p:nvSpPr>
          <p:spPr bwMode="auto">
            <a:xfrm>
              <a:off x="1625608" y="3055133"/>
              <a:ext cx="867679" cy="11322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PEI </a:t>
              </a:r>
              <a:r>
                <a:rPr lang="en-US" altLang="ko-KR" sz="600" dirty="0" smtClean="0">
                  <a:latin typeface="Arial" charset="0"/>
                </a:rPr>
                <a:t>Audio.</a:t>
              </a:r>
              <a:endParaRPr lang="ko-KR" altLang="ko-KR" dirty="0"/>
            </a:p>
          </p:txBody>
        </p:sp>
        <p:sp>
          <p:nvSpPr>
            <p:cNvPr id="57559" name="Rectangle 375"/>
            <p:cNvSpPr>
              <a:spLocks noChangeArrowheads="1"/>
            </p:cNvSpPr>
            <p:nvPr/>
          </p:nvSpPr>
          <p:spPr bwMode="auto">
            <a:xfrm flipH="1">
              <a:off x="6064717" y="4295488"/>
              <a:ext cx="584908" cy="270554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Passenger </a:t>
              </a:r>
            </a:p>
            <a:p>
              <a:pPr algn="ctr"/>
              <a:r>
                <a:rPr lang="en-US" altLang="ko-KR" sz="600" dirty="0">
                  <a:latin typeface="Arial" charset="0"/>
                </a:rPr>
                <a:t>Emergency</a:t>
              </a:r>
            </a:p>
            <a:p>
              <a:pPr algn="ctr"/>
              <a:r>
                <a:rPr lang="en-US" altLang="ko-KR" sz="600" dirty="0">
                  <a:latin typeface="Arial" charset="0"/>
                </a:rPr>
                <a:t>Intercom</a:t>
              </a:r>
              <a:endParaRPr lang="ko-KR" altLang="ko-KR" sz="600" dirty="0"/>
            </a:p>
          </p:txBody>
        </p:sp>
        <p:grpSp>
          <p:nvGrpSpPr>
            <p:cNvPr id="9" name="Group 382"/>
            <p:cNvGrpSpPr>
              <a:grpSpLocks/>
            </p:cNvGrpSpPr>
            <p:nvPr/>
          </p:nvGrpSpPr>
          <p:grpSpPr bwMode="auto">
            <a:xfrm rot="10800000" flipV="1">
              <a:off x="3490084" y="5579741"/>
              <a:ext cx="351203" cy="160902"/>
              <a:chOff x="1477" y="3739"/>
              <a:chExt cx="227" cy="91"/>
            </a:xfrm>
          </p:grpSpPr>
          <p:sp>
            <p:nvSpPr>
              <p:cNvPr id="57732" name="AutoShape 383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808000">
                  <a:alpha val="39999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57733" name="Rectangle 384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808000">
                  <a:alpha val="39999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 sz="900" dirty="0">
                  <a:latin typeface="Gill Sans MT" pitchFamily="34" charset="0"/>
                  <a:cs typeface="Latha" pitchFamily="2"/>
                </a:endParaRPr>
              </a:p>
            </p:txBody>
          </p:sp>
        </p:grpSp>
        <p:sp>
          <p:nvSpPr>
            <p:cNvPr id="57567" name="Rectangle 385"/>
            <p:cNvSpPr>
              <a:spLocks noChangeArrowheads="1"/>
            </p:cNvSpPr>
            <p:nvPr/>
          </p:nvSpPr>
          <p:spPr bwMode="auto">
            <a:xfrm rot="10800000" flipH="1" flipV="1">
              <a:off x="3196986" y="5579741"/>
              <a:ext cx="234996" cy="160902"/>
            </a:xfrm>
            <a:prstGeom prst="rect">
              <a:avLst/>
            </a:prstGeom>
            <a:solidFill>
              <a:srgbClr val="C0C0C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TRF</a:t>
              </a:r>
              <a:endParaRPr lang="ko-KR" altLang="ko-KR" dirty="0"/>
            </a:p>
          </p:txBody>
        </p:sp>
        <p:sp>
          <p:nvSpPr>
            <p:cNvPr id="57568" name="Line 386"/>
            <p:cNvSpPr>
              <a:spLocks noChangeShapeType="1"/>
            </p:cNvSpPr>
            <p:nvPr/>
          </p:nvSpPr>
          <p:spPr bwMode="auto">
            <a:xfrm flipV="1">
              <a:off x="3665686" y="5740644"/>
              <a:ext cx="0" cy="108459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69" name="Line 387"/>
            <p:cNvSpPr>
              <a:spLocks noChangeShapeType="1"/>
            </p:cNvSpPr>
            <p:nvPr/>
          </p:nvSpPr>
          <p:spPr bwMode="auto">
            <a:xfrm>
              <a:off x="3314486" y="5849103"/>
              <a:ext cx="349911" cy="0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70" name="Line 388"/>
            <p:cNvSpPr>
              <a:spLocks noChangeShapeType="1"/>
            </p:cNvSpPr>
            <p:nvPr/>
          </p:nvSpPr>
          <p:spPr bwMode="auto">
            <a:xfrm>
              <a:off x="3314483" y="5740644"/>
              <a:ext cx="0" cy="108459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71" name="Line 389"/>
            <p:cNvSpPr>
              <a:spLocks noChangeShapeType="1"/>
            </p:cNvSpPr>
            <p:nvPr/>
          </p:nvSpPr>
          <p:spPr bwMode="auto">
            <a:xfrm flipH="1">
              <a:off x="2961988" y="5517765"/>
              <a:ext cx="0" cy="169245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oval" w="med" len="med"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72" name="Line 390"/>
            <p:cNvSpPr>
              <a:spLocks noChangeShapeType="1"/>
            </p:cNvSpPr>
            <p:nvPr/>
          </p:nvSpPr>
          <p:spPr bwMode="auto">
            <a:xfrm flipV="1">
              <a:off x="2961988" y="5687008"/>
              <a:ext cx="232414" cy="0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73" name="Line 391"/>
            <p:cNvSpPr>
              <a:spLocks noChangeShapeType="1"/>
            </p:cNvSpPr>
            <p:nvPr/>
          </p:nvSpPr>
          <p:spPr bwMode="auto">
            <a:xfrm flipH="1" flipV="1">
              <a:off x="3899391" y="5806775"/>
              <a:ext cx="0" cy="163286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oval" w="med" len="med"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74" name="Line 392"/>
            <p:cNvSpPr>
              <a:spLocks noChangeShapeType="1"/>
            </p:cNvSpPr>
            <p:nvPr/>
          </p:nvSpPr>
          <p:spPr bwMode="auto">
            <a:xfrm flipV="1">
              <a:off x="3899391" y="5806775"/>
              <a:ext cx="234996" cy="0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grpSp>
          <p:nvGrpSpPr>
            <p:cNvPr id="10" name="Group 393"/>
            <p:cNvGrpSpPr>
              <a:grpSpLocks/>
            </p:cNvGrpSpPr>
            <p:nvPr/>
          </p:nvGrpSpPr>
          <p:grpSpPr bwMode="auto">
            <a:xfrm>
              <a:off x="4133099" y="5591048"/>
              <a:ext cx="644303" cy="270553"/>
              <a:chOff x="2747" y="4827"/>
              <a:chExt cx="499" cy="227"/>
            </a:xfrm>
          </p:grpSpPr>
          <p:grpSp>
            <p:nvGrpSpPr>
              <p:cNvPr id="11" name="Group 394"/>
              <p:cNvGrpSpPr>
                <a:grpSpLocks/>
              </p:cNvGrpSpPr>
              <p:nvPr/>
            </p:nvGrpSpPr>
            <p:grpSpPr bwMode="auto">
              <a:xfrm rot="10800000">
                <a:off x="2974" y="4918"/>
                <a:ext cx="272" cy="136"/>
                <a:chOff x="1477" y="3739"/>
                <a:chExt cx="227" cy="91"/>
              </a:xfrm>
            </p:grpSpPr>
            <p:sp>
              <p:nvSpPr>
                <p:cNvPr id="57730" name="AutoShape 395"/>
                <p:cNvSpPr>
                  <a:spLocks noChangeArrowheads="1"/>
                </p:cNvSpPr>
                <p:nvPr/>
              </p:nvSpPr>
              <p:spPr bwMode="auto">
                <a:xfrm>
                  <a:off x="1477" y="3739"/>
                  <a:ext cx="227" cy="4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472 w 21600"/>
                    <a:gd name="T13" fmla="*/ 4320 h 21600"/>
                    <a:gd name="T14" fmla="*/ 17128 w 21600"/>
                    <a:gd name="T15" fmla="*/ 1728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808000">
                    <a:alpha val="39999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57731" name="Rectangle 396"/>
                <p:cNvSpPr>
                  <a:spLocks noChangeArrowheads="1"/>
                </p:cNvSpPr>
                <p:nvPr/>
              </p:nvSpPr>
              <p:spPr bwMode="auto">
                <a:xfrm>
                  <a:off x="1523" y="3784"/>
                  <a:ext cx="136" cy="46"/>
                </a:xfrm>
                <a:prstGeom prst="rect">
                  <a:avLst/>
                </a:prstGeom>
                <a:solidFill>
                  <a:srgbClr val="808000">
                    <a:alpha val="39999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 dirty="0"/>
                </a:p>
              </p:txBody>
            </p:sp>
          </p:grpSp>
          <p:sp>
            <p:nvSpPr>
              <p:cNvPr id="57726" name="Rectangle 397"/>
              <p:cNvSpPr>
                <a:spLocks noChangeArrowheads="1"/>
              </p:cNvSpPr>
              <p:nvPr/>
            </p:nvSpPr>
            <p:spPr bwMode="auto">
              <a:xfrm flipH="1">
                <a:off x="2747" y="4918"/>
                <a:ext cx="182" cy="136"/>
              </a:xfrm>
              <a:prstGeom prst="rect">
                <a:avLst/>
              </a:prstGeom>
              <a:solidFill>
                <a:srgbClr val="C0C0C0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89" tIns="60894" rIns="121789" bIns="60894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TRF</a:t>
                </a:r>
                <a:endParaRPr lang="ko-KR" altLang="ko-KR" dirty="0"/>
              </a:p>
            </p:txBody>
          </p:sp>
          <p:sp>
            <p:nvSpPr>
              <p:cNvPr id="57727" name="Line 398"/>
              <p:cNvSpPr>
                <a:spLocks noChangeShapeType="1"/>
              </p:cNvSpPr>
              <p:nvPr/>
            </p:nvSpPr>
            <p:spPr bwMode="auto">
              <a:xfrm>
                <a:off x="3110" y="4827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728" name="Line 399"/>
              <p:cNvSpPr>
                <a:spLocks noChangeShapeType="1"/>
              </p:cNvSpPr>
              <p:nvPr/>
            </p:nvSpPr>
            <p:spPr bwMode="auto">
              <a:xfrm flipV="1">
                <a:off x="2838" y="4827"/>
                <a:ext cx="272" cy="0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729" name="Line 400"/>
              <p:cNvSpPr>
                <a:spLocks noChangeShapeType="1"/>
              </p:cNvSpPr>
              <p:nvPr/>
            </p:nvSpPr>
            <p:spPr bwMode="auto">
              <a:xfrm flipV="1">
                <a:off x="2838" y="4827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2" name="Group 401"/>
            <p:cNvGrpSpPr>
              <a:grpSpLocks/>
            </p:cNvGrpSpPr>
            <p:nvPr/>
          </p:nvGrpSpPr>
          <p:grpSpPr bwMode="auto">
            <a:xfrm rot="10800000" flipV="1">
              <a:off x="5891696" y="5586892"/>
              <a:ext cx="351203" cy="160902"/>
              <a:chOff x="1477" y="3739"/>
              <a:chExt cx="227" cy="91"/>
            </a:xfrm>
          </p:grpSpPr>
          <p:sp>
            <p:nvSpPr>
              <p:cNvPr id="57723" name="AutoShape 402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808000">
                  <a:alpha val="39999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57724" name="Rectangle 403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808000">
                  <a:alpha val="39999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57577" name="Rectangle 404"/>
            <p:cNvSpPr>
              <a:spLocks noChangeArrowheads="1"/>
            </p:cNvSpPr>
            <p:nvPr/>
          </p:nvSpPr>
          <p:spPr bwMode="auto">
            <a:xfrm rot="10800000" flipH="1" flipV="1">
              <a:off x="5598596" y="5586892"/>
              <a:ext cx="234996" cy="160902"/>
            </a:xfrm>
            <a:prstGeom prst="rect">
              <a:avLst/>
            </a:prstGeom>
            <a:solidFill>
              <a:srgbClr val="C0C0C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TRF</a:t>
              </a:r>
              <a:endParaRPr lang="ko-KR" altLang="ko-KR" dirty="0"/>
            </a:p>
          </p:txBody>
        </p:sp>
        <p:sp>
          <p:nvSpPr>
            <p:cNvPr id="57578" name="Line 405"/>
            <p:cNvSpPr>
              <a:spLocks noChangeShapeType="1"/>
            </p:cNvSpPr>
            <p:nvPr/>
          </p:nvSpPr>
          <p:spPr bwMode="auto">
            <a:xfrm flipV="1">
              <a:off x="6067297" y="5747796"/>
              <a:ext cx="0" cy="108459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79" name="Line 406"/>
            <p:cNvSpPr>
              <a:spLocks noChangeShapeType="1"/>
            </p:cNvSpPr>
            <p:nvPr/>
          </p:nvSpPr>
          <p:spPr bwMode="auto">
            <a:xfrm>
              <a:off x="5716097" y="5856253"/>
              <a:ext cx="349911" cy="0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80" name="Line 407"/>
            <p:cNvSpPr>
              <a:spLocks noChangeShapeType="1"/>
            </p:cNvSpPr>
            <p:nvPr/>
          </p:nvSpPr>
          <p:spPr bwMode="auto">
            <a:xfrm>
              <a:off x="5716093" y="5747796"/>
              <a:ext cx="0" cy="108459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81" name="Line 408"/>
            <p:cNvSpPr>
              <a:spLocks noChangeShapeType="1"/>
            </p:cNvSpPr>
            <p:nvPr/>
          </p:nvSpPr>
          <p:spPr bwMode="auto">
            <a:xfrm flipH="1">
              <a:off x="5363600" y="5524916"/>
              <a:ext cx="0" cy="169245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oval" w="med" len="med"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82" name="Line 409"/>
            <p:cNvSpPr>
              <a:spLocks noChangeShapeType="1"/>
            </p:cNvSpPr>
            <p:nvPr/>
          </p:nvSpPr>
          <p:spPr bwMode="auto">
            <a:xfrm flipV="1">
              <a:off x="5363601" y="5694159"/>
              <a:ext cx="233706" cy="0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83" name="Line 410"/>
            <p:cNvSpPr>
              <a:spLocks noChangeShapeType="1"/>
            </p:cNvSpPr>
            <p:nvPr/>
          </p:nvSpPr>
          <p:spPr bwMode="auto">
            <a:xfrm flipH="1" flipV="1">
              <a:off x="6301002" y="5813926"/>
              <a:ext cx="0" cy="163286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oval" w="med" len="med"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84" name="Line 411"/>
            <p:cNvSpPr>
              <a:spLocks noChangeShapeType="1"/>
            </p:cNvSpPr>
            <p:nvPr/>
          </p:nvSpPr>
          <p:spPr bwMode="auto">
            <a:xfrm flipV="1">
              <a:off x="6301003" y="5813926"/>
              <a:ext cx="234996" cy="0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grpSp>
          <p:nvGrpSpPr>
            <p:cNvPr id="13" name="Group 412"/>
            <p:cNvGrpSpPr>
              <a:grpSpLocks/>
            </p:cNvGrpSpPr>
            <p:nvPr/>
          </p:nvGrpSpPr>
          <p:grpSpPr bwMode="auto">
            <a:xfrm>
              <a:off x="6534709" y="5598201"/>
              <a:ext cx="644303" cy="270553"/>
              <a:chOff x="2747" y="4827"/>
              <a:chExt cx="499" cy="227"/>
            </a:xfrm>
          </p:grpSpPr>
          <p:grpSp>
            <p:nvGrpSpPr>
              <p:cNvPr id="14" name="Group 413"/>
              <p:cNvGrpSpPr>
                <a:grpSpLocks/>
              </p:cNvGrpSpPr>
              <p:nvPr/>
            </p:nvGrpSpPr>
            <p:grpSpPr bwMode="auto">
              <a:xfrm rot="10800000">
                <a:off x="2974" y="4918"/>
                <a:ext cx="272" cy="136"/>
                <a:chOff x="1477" y="3739"/>
                <a:chExt cx="227" cy="91"/>
              </a:xfrm>
            </p:grpSpPr>
            <p:sp>
              <p:nvSpPr>
                <p:cNvPr id="57721" name="AutoShape 414"/>
                <p:cNvSpPr>
                  <a:spLocks noChangeArrowheads="1"/>
                </p:cNvSpPr>
                <p:nvPr/>
              </p:nvSpPr>
              <p:spPr bwMode="auto">
                <a:xfrm>
                  <a:off x="1477" y="3739"/>
                  <a:ext cx="227" cy="4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472 w 21600"/>
                    <a:gd name="T13" fmla="*/ 4320 h 21600"/>
                    <a:gd name="T14" fmla="*/ 17128 w 21600"/>
                    <a:gd name="T15" fmla="*/ 1728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808000">
                    <a:alpha val="39999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57722" name="Rectangle 415"/>
                <p:cNvSpPr>
                  <a:spLocks noChangeArrowheads="1"/>
                </p:cNvSpPr>
                <p:nvPr/>
              </p:nvSpPr>
              <p:spPr bwMode="auto">
                <a:xfrm>
                  <a:off x="1523" y="3784"/>
                  <a:ext cx="136" cy="46"/>
                </a:xfrm>
                <a:prstGeom prst="rect">
                  <a:avLst/>
                </a:prstGeom>
                <a:solidFill>
                  <a:srgbClr val="808000">
                    <a:alpha val="39999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57717" name="Rectangle 416"/>
              <p:cNvSpPr>
                <a:spLocks noChangeArrowheads="1"/>
              </p:cNvSpPr>
              <p:nvPr/>
            </p:nvSpPr>
            <p:spPr bwMode="auto">
              <a:xfrm flipH="1">
                <a:off x="2747" y="4918"/>
                <a:ext cx="182" cy="136"/>
              </a:xfrm>
              <a:prstGeom prst="rect">
                <a:avLst/>
              </a:prstGeom>
              <a:solidFill>
                <a:srgbClr val="C0C0C0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89" tIns="60894" rIns="121789" bIns="60894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TRF</a:t>
                </a:r>
                <a:endParaRPr lang="ko-KR" altLang="ko-KR" dirty="0"/>
              </a:p>
            </p:txBody>
          </p:sp>
          <p:sp>
            <p:nvSpPr>
              <p:cNvPr id="57718" name="Line 417"/>
              <p:cNvSpPr>
                <a:spLocks noChangeShapeType="1"/>
              </p:cNvSpPr>
              <p:nvPr/>
            </p:nvSpPr>
            <p:spPr bwMode="auto">
              <a:xfrm>
                <a:off x="3110" y="4827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719" name="Line 418"/>
              <p:cNvSpPr>
                <a:spLocks noChangeShapeType="1"/>
              </p:cNvSpPr>
              <p:nvPr/>
            </p:nvSpPr>
            <p:spPr bwMode="auto">
              <a:xfrm flipV="1">
                <a:off x="2838" y="4827"/>
                <a:ext cx="272" cy="0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720" name="Line 419"/>
              <p:cNvSpPr>
                <a:spLocks noChangeShapeType="1"/>
              </p:cNvSpPr>
              <p:nvPr/>
            </p:nvSpPr>
            <p:spPr bwMode="auto">
              <a:xfrm flipV="1">
                <a:off x="2838" y="4827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5" name="Group 420"/>
            <p:cNvGrpSpPr>
              <a:grpSpLocks/>
            </p:cNvGrpSpPr>
            <p:nvPr/>
          </p:nvGrpSpPr>
          <p:grpSpPr bwMode="auto">
            <a:xfrm>
              <a:off x="3429400" y="4672118"/>
              <a:ext cx="644304" cy="270554"/>
              <a:chOff x="2475" y="3875"/>
              <a:chExt cx="499" cy="227"/>
            </a:xfrm>
          </p:grpSpPr>
          <p:grpSp>
            <p:nvGrpSpPr>
              <p:cNvPr id="16" name="Group 421"/>
              <p:cNvGrpSpPr>
                <a:grpSpLocks/>
              </p:cNvGrpSpPr>
              <p:nvPr/>
            </p:nvGrpSpPr>
            <p:grpSpPr bwMode="auto">
              <a:xfrm rot="10800000">
                <a:off x="2702" y="3966"/>
                <a:ext cx="272" cy="136"/>
                <a:chOff x="1477" y="3739"/>
                <a:chExt cx="227" cy="91"/>
              </a:xfrm>
            </p:grpSpPr>
            <p:sp>
              <p:nvSpPr>
                <p:cNvPr id="57714" name="AutoShape 422"/>
                <p:cNvSpPr>
                  <a:spLocks noChangeArrowheads="1"/>
                </p:cNvSpPr>
                <p:nvPr/>
              </p:nvSpPr>
              <p:spPr bwMode="auto">
                <a:xfrm>
                  <a:off x="1477" y="3739"/>
                  <a:ext cx="227" cy="4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472 w 21600"/>
                    <a:gd name="T13" fmla="*/ 4320 h 21600"/>
                    <a:gd name="T14" fmla="*/ 17128 w 21600"/>
                    <a:gd name="T15" fmla="*/ 1728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57715" name="Rectangle 423"/>
                <p:cNvSpPr>
                  <a:spLocks noChangeArrowheads="1"/>
                </p:cNvSpPr>
                <p:nvPr/>
              </p:nvSpPr>
              <p:spPr bwMode="auto">
                <a:xfrm>
                  <a:off x="1523" y="3784"/>
                  <a:ext cx="136" cy="46"/>
                </a:xfrm>
                <a:prstGeom prst="rect">
                  <a:avLst/>
                </a:pr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57710" name="Rectangle 424"/>
              <p:cNvSpPr>
                <a:spLocks noChangeArrowheads="1"/>
              </p:cNvSpPr>
              <p:nvPr/>
            </p:nvSpPr>
            <p:spPr bwMode="auto">
              <a:xfrm flipH="1">
                <a:off x="2475" y="3966"/>
                <a:ext cx="182" cy="136"/>
              </a:xfrm>
              <a:prstGeom prst="rect">
                <a:avLst/>
              </a:prstGeom>
              <a:solidFill>
                <a:srgbClr val="FFCC99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89" tIns="60894" rIns="121789" bIns="60894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TRF</a:t>
                </a:r>
                <a:endParaRPr lang="ko-KR" altLang="ko-KR" dirty="0"/>
              </a:p>
            </p:txBody>
          </p:sp>
          <p:sp>
            <p:nvSpPr>
              <p:cNvPr id="57711" name="Line 425"/>
              <p:cNvSpPr>
                <a:spLocks noChangeShapeType="1"/>
              </p:cNvSpPr>
              <p:nvPr/>
            </p:nvSpPr>
            <p:spPr bwMode="auto">
              <a:xfrm>
                <a:off x="2838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712" name="Line 426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272" cy="0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713" name="Line 427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57587" name="Line 428"/>
            <p:cNvSpPr>
              <a:spLocks noChangeShapeType="1"/>
            </p:cNvSpPr>
            <p:nvPr/>
          </p:nvSpPr>
          <p:spPr bwMode="auto">
            <a:xfrm flipV="1">
              <a:off x="4250923" y="4942674"/>
              <a:ext cx="0" cy="215727"/>
            </a:xfrm>
            <a:prstGeom prst="line">
              <a:avLst/>
            </a:prstGeom>
            <a:noFill/>
            <a:ln w="25400">
              <a:solidFill>
                <a:srgbClr val="CC99FF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grpSp>
          <p:nvGrpSpPr>
            <p:cNvPr id="17" name="Group 432"/>
            <p:cNvGrpSpPr>
              <a:grpSpLocks/>
            </p:cNvGrpSpPr>
            <p:nvPr/>
          </p:nvGrpSpPr>
          <p:grpSpPr bwMode="auto">
            <a:xfrm>
              <a:off x="6064716" y="4672118"/>
              <a:ext cx="644303" cy="270554"/>
              <a:chOff x="2475" y="3875"/>
              <a:chExt cx="499" cy="227"/>
            </a:xfrm>
          </p:grpSpPr>
          <p:grpSp>
            <p:nvGrpSpPr>
              <p:cNvPr id="18" name="Group 433"/>
              <p:cNvGrpSpPr>
                <a:grpSpLocks/>
              </p:cNvGrpSpPr>
              <p:nvPr/>
            </p:nvGrpSpPr>
            <p:grpSpPr bwMode="auto">
              <a:xfrm rot="10800000">
                <a:off x="2702" y="3966"/>
                <a:ext cx="272" cy="136"/>
                <a:chOff x="1477" y="3739"/>
                <a:chExt cx="227" cy="91"/>
              </a:xfrm>
            </p:grpSpPr>
            <p:sp>
              <p:nvSpPr>
                <p:cNvPr id="57707" name="AutoShape 434"/>
                <p:cNvSpPr>
                  <a:spLocks noChangeArrowheads="1"/>
                </p:cNvSpPr>
                <p:nvPr/>
              </p:nvSpPr>
              <p:spPr bwMode="auto">
                <a:xfrm>
                  <a:off x="1477" y="3739"/>
                  <a:ext cx="227" cy="4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472 w 21600"/>
                    <a:gd name="T13" fmla="*/ 4320 h 21600"/>
                    <a:gd name="T14" fmla="*/ 17128 w 21600"/>
                    <a:gd name="T15" fmla="*/ 1728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57708" name="Rectangle 435"/>
                <p:cNvSpPr>
                  <a:spLocks noChangeArrowheads="1"/>
                </p:cNvSpPr>
                <p:nvPr/>
              </p:nvSpPr>
              <p:spPr bwMode="auto">
                <a:xfrm>
                  <a:off x="1523" y="3784"/>
                  <a:ext cx="136" cy="46"/>
                </a:xfrm>
                <a:prstGeom prst="rect">
                  <a:avLst/>
                </a:pr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57703" name="Rectangle 436"/>
              <p:cNvSpPr>
                <a:spLocks noChangeArrowheads="1"/>
              </p:cNvSpPr>
              <p:nvPr/>
            </p:nvSpPr>
            <p:spPr bwMode="auto">
              <a:xfrm flipH="1">
                <a:off x="2475" y="3966"/>
                <a:ext cx="182" cy="136"/>
              </a:xfrm>
              <a:prstGeom prst="rect">
                <a:avLst/>
              </a:prstGeom>
              <a:solidFill>
                <a:srgbClr val="FFCC99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89" tIns="60894" rIns="121789" bIns="60894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TRF</a:t>
                </a:r>
                <a:endParaRPr lang="ko-KR" altLang="ko-KR" dirty="0"/>
              </a:p>
            </p:txBody>
          </p:sp>
          <p:sp>
            <p:nvSpPr>
              <p:cNvPr id="57704" name="Line 437"/>
              <p:cNvSpPr>
                <a:spLocks noChangeShapeType="1"/>
              </p:cNvSpPr>
              <p:nvPr/>
            </p:nvSpPr>
            <p:spPr bwMode="auto">
              <a:xfrm>
                <a:off x="2838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705" name="Line 438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272" cy="0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706" name="Line 439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57592" name="Line 440"/>
            <p:cNvSpPr>
              <a:spLocks noChangeShapeType="1"/>
            </p:cNvSpPr>
            <p:nvPr/>
          </p:nvSpPr>
          <p:spPr bwMode="auto">
            <a:xfrm flipH="1" flipV="1">
              <a:off x="5307595" y="4942674"/>
              <a:ext cx="1292" cy="324188"/>
            </a:xfrm>
            <a:prstGeom prst="line">
              <a:avLst/>
            </a:prstGeom>
            <a:noFill/>
            <a:ln w="25400">
              <a:solidFill>
                <a:srgbClr val="CC99FF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grpSp>
          <p:nvGrpSpPr>
            <p:cNvPr id="19" name="Group 441"/>
            <p:cNvGrpSpPr>
              <a:grpSpLocks/>
            </p:cNvGrpSpPr>
            <p:nvPr/>
          </p:nvGrpSpPr>
          <p:grpSpPr bwMode="auto">
            <a:xfrm>
              <a:off x="2551392" y="4672118"/>
              <a:ext cx="644304" cy="270554"/>
              <a:chOff x="2475" y="3875"/>
              <a:chExt cx="499" cy="227"/>
            </a:xfrm>
          </p:grpSpPr>
          <p:grpSp>
            <p:nvGrpSpPr>
              <p:cNvPr id="20" name="Group 442"/>
              <p:cNvGrpSpPr>
                <a:grpSpLocks/>
              </p:cNvGrpSpPr>
              <p:nvPr/>
            </p:nvGrpSpPr>
            <p:grpSpPr bwMode="auto">
              <a:xfrm rot="10800000">
                <a:off x="2702" y="3966"/>
                <a:ext cx="272" cy="136"/>
                <a:chOff x="1477" y="3739"/>
                <a:chExt cx="227" cy="91"/>
              </a:xfrm>
            </p:grpSpPr>
            <p:sp>
              <p:nvSpPr>
                <p:cNvPr id="57700" name="AutoShape 443"/>
                <p:cNvSpPr>
                  <a:spLocks noChangeArrowheads="1"/>
                </p:cNvSpPr>
                <p:nvPr/>
              </p:nvSpPr>
              <p:spPr bwMode="auto">
                <a:xfrm>
                  <a:off x="1477" y="3739"/>
                  <a:ext cx="227" cy="4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472 w 21600"/>
                    <a:gd name="T13" fmla="*/ 4320 h 21600"/>
                    <a:gd name="T14" fmla="*/ 17128 w 21600"/>
                    <a:gd name="T15" fmla="*/ 1728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57701" name="Rectangle 444"/>
                <p:cNvSpPr>
                  <a:spLocks noChangeArrowheads="1"/>
                </p:cNvSpPr>
                <p:nvPr/>
              </p:nvSpPr>
              <p:spPr bwMode="auto">
                <a:xfrm>
                  <a:off x="1523" y="3784"/>
                  <a:ext cx="136" cy="46"/>
                </a:xfrm>
                <a:prstGeom prst="rect">
                  <a:avLst/>
                </a:pr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57696" name="Rectangle 445"/>
              <p:cNvSpPr>
                <a:spLocks noChangeArrowheads="1"/>
              </p:cNvSpPr>
              <p:nvPr/>
            </p:nvSpPr>
            <p:spPr bwMode="auto">
              <a:xfrm flipH="1">
                <a:off x="2475" y="3966"/>
                <a:ext cx="182" cy="136"/>
              </a:xfrm>
              <a:prstGeom prst="rect">
                <a:avLst/>
              </a:prstGeom>
              <a:solidFill>
                <a:srgbClr val="FFCC99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89" tIns="60894" rIns="121789" bIns="60894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TRF</a:t>
                </a:r>
                <a:endParaRPr lang="ko-KR" altLang="ko-KR" dirty="0"/>
              </a:p>
            </p:txBody>
          </p:sp>
          <p:sp>
            <p:nvSpPr>
              <p:cNvPr id="57697" name="Line 446"/>
              <p:cNvSpPr>
                <a:spLocks noChangeShapeType="1"/>
              </p:cNvSpPr>
              <p:nvPr/>
            </p:nvSpPr>
            <p:spPr bwMode="auto">
              <a:xfrm>
                <a:off x="2838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698" name="Line 447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272" cy="0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699" name="Line 448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57594" name="Line 449"/>
            <p:cNvSpPr>
              <a:spLocks noChangeShapeType="1"/>
            </p:cNvSpPr>
            <p:nvPr/>
          </p:nvSpPr>
          <p:spPr bwMode="auto">
            <a:xfrm flipV="1">
              <a:off x="2668888" y="4942674"/>
              <a:ext cx="0" cy="215727"/>
            </a:xfrm>
            <a:prstGeom prst="line">
              <a:avLst/>
            </a:prstGeom>
            <a:noFill/>
            <a:ln w="25400">
              <a:solidFill>
                <a:srgbClr val="CC99FF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grpSp>
          <p:nvGrpSpPr>
            <p:cNvPr id="21" name="Group 450"/>
            <p:cNvGrpSpPr>
              <a:grpSpLocks/>
            </p:cNvGrpSpPr>
            <p:nvPr/>
          </p:nvGrpSpPr>
          <p:grpSpPr bwMode="auto">
            <a:xfrm>
              <a:off x="6768413" y="4672118"/>
              <a:ext cx="644304" cy="270554"/>
              <a:chOff x="2475" y="3875"/>
              <a:chExt cx="499" cy="227"/>
            </a:xfrm>
          </p:grpSpPr>
          <p:grpSp>
            <p:nvGrpSpPr>
              <p:cNvPr id="22" name="Group 451"/>
              <p:cNvGrpSpPr>
                <a:grpSpLocks/>
              </p:cNvGrpSpPr>
              <p:nvPr/>
            </p:nvGrpSpPr>
            <p:grpSpPr bwMode="auto">
              <a:xfrm rot="10800000">
                <a:off x="2702" y="3966"/>
                <a:ext cx="272" cy="136"/>
                <a:chOff x="1477" y="3739"/>
                <a:chExt cx="227" cy="91"/>
              </a:xfrm>
            </p:grpSpPr>
            <p:sp>
              <p:nvSpPr>
                <p:cNvPr id="57693" name="AutoShape 452"/>
                <p:cNvSpPr>
                  <a:spLocks noChangeArrowheads="1"/>
                </p:cNvSpPr>
                <p:nvPr/>
              </p:nvSpPr>
              <p:spPr bwMode="auto">
                <a:xfrm>
                  <a:off x="1477" y="3739"/>
                  <a:ext cx="227" cy="4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472 w 21600"/>
                    <a:gd name="T13" fmla="*/ 4320 h 21600"/>
                    <a:gd name="T14" fmla="*/ 17128 w 21600"/>
                    <a:gd name="T15" fmla="*/ 1728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57694" name="Rectangle 453"/>
                <p:cNvSpPr>
                  <a:spLocks noChangeArrowheads="1"/>
                </p:cNvSpPr>
                <p:nvPr/>
              </p:nvSpPr>
              <p:spPr bwMode="auto">
                <a:xfrm>
                  <a:off x="1523" y="3784"/>
                  <a:ext cx="136" cy="46"/>
                </a:xfrm>
                <a:prstGeom prst="rect">
                  <a:avLst/>
                </a:pr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57689" name="Rectangle 454"/>
              <p:cNvSpPr>
                <a:spLocks noChangeArrowheads="1"/>
              </p:cNvSpPr>
              <p:nvPr/>
            </p:nvSpPr>
            <p:spPr bwMode="auto">
              <a:xfrm flipH="1">
                <a:off x="2475" y="3966"/>
                <a:ext cx="182" cy="136"/>
              </a:xfrm>
              <a:prstGeom prst="rect">
                <a:avLst/>
              </a:prstGeom>
              <a:solidFill>
                <a:srgbClr val="FFCC99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89" tIns="60894" rIns="121789" bIns="60894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TRF</a:t>
                </a:r>
                <a:endParaRPr lang="ko-KR" altLang="ko-KR" dirty="0"/>
              </a:p>
            </p:txBody>
          </p:sp>
          <p:sp>
            <p:nvSpPr>
              <p:cNvPr id="57690" name="Line 455"/>
              <p:cNvSpPr>
                <a:spLocks noChangeShapeType="1"/>
              </p:cNvSpPr>
              <p:nvPr/>
            </p:nvSpPr>
            <p:spPr bwMode="auto">
              <a:xfrm>
                <a:off x="2838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691" name="Line 456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272" cy="0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692" name="Line 457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57596" name="Line 458"/>
            <p:cNvSpPr>
              <a:spLocks noChangeShapeType="1"/>
            </p:cNvSpPr>
            <p:nvPr/>
          </p:nvSpPr>
          <p:spPr bwMode="auto">
            <a:xfrm flipV="1">
              <a:off x="6885912" y="4942674"/>
              <a:ext cx="0" cy="324188"/>
            </a:xfrm>
            <a:prstGeom prst="line">
              <a:avLst/>
            </a:prstGeom>
            <a:noFill/>
            <a:ln w="25400">
              <a:solidFill>
                <a:srgbClr val="CC99FF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grpSp>
          <p:nvGrpSpPr>
            <p:cNvPr id="23" name="Group 459"/>
            <p:cNvGrpSpPr>
              <a:grpSpLocks/>
            </p:cNvGrpSpPr>
            <p:nvPr/>
          </p:nvGrpSpPr>
          <p:grpSpPr bwMode="auto">
            <a:xfrm>
              <a:off x="5186708" y="4672118"/>
              <a:ext cx="644303" cy="270554"/>
              <a:chOff x="2475" y="3875"/>
              <a:chExt cx="499" cy="227"/>
            </a:xfrm>
          </p:grpSpPr>
          <p:grpSp>
            <p:nvGrpSpPr>
              <p:cNvPr id="24" name="Group 460"/>
              <p:cNvGrpSpPr>
                <a:grpSpLocks/>
              </p:cNvGrpSpPr>
              <p:nvPr/>
            </p:nvGrpSpPr>
            <p:grpSpPr bwMode="auto">
              <a:xfrm rot="10800000">
                <a:off x="2702" y="3966"/>
                <a:ext cx="272" cy="136"/>
                <a:chOff x="1477" y="3739"/>
                <a:chExt cx="227" cy="91"/>
              </a:xfrm>
            </p:grpSpPr>
            <p:sp>
              <p:nvSpPr>
                <p:cNvPr id="57686" name="AutoShape 461"/>
                <p:cNvSpPr>
                  <a:spLocks noChangeArrowheads="1"/>
                </p:cNvSpPr>
                <p:nvPr/>
              </p:nvSpPr>
              <p:spPr bwMode="auto">
                <a:xfrm>
                  <a:off x="1477" y="3739"/>
                  <a:ext cx="227" cy="4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472 w 21600"/>
                    <a:gd name="T13" fmla="*/ 4320 h 21600"/>
                    <a:gd name="T14" fmla="*/ 17128 w 21600"/>
                    <a:gd name="T15" fmla="*/ 1728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57687" name="Rectangle 462"/>
                <p:cNvSpPr>
                  <a:spLocks noChangeArrowheads="1"/>
                </p:cNvSpPr>
                <p:nvPr/>
              </p:nvSpPr>
              <p:spPr bwMode="auto">
                <a:xfrm>
                  <a:off x="1523" y="3784"/>
                  <a:ext cx="136" cy="46"/>
                </a:xfrm>
                <a:prstGeom prst="rect">
                  <a:avLst/>
                </a:pr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57682" name="Rectangle 463"/>
              <p:cNvSpPr>
                <a:spLocks noChangeArrowheads="1"/>
              </p:cNvSpPr>
              <p:nvPr/>
            </p:nvSpPr>
            <p:spPr bwMode="auto">
              <a:xfrm flipH="1">
                <a:off x="2475" y="3966"/>
                <a:ext cx="182" cy="136"/>
              </a:xfrm>
              <a:prstGeom prst="rect">
                <a:avLst/>
              </a:prstGeom>
              <a:solidFill>
                <a:srgbClr val="FFCC99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89" tIns="60894" rIns="121789" bIns="60894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TRF</a:t>
                </a:r>
                <a:endParaRPr lang="ko-KR" altLang="ko-KR" dirty="0"/>
              </a:p>
            </p:txBody>
          </p:sp>
          <p:sp>
            <p:nvSpPr>
              <p:cNvPr id="57683" name="Line 464"/>
              <p:cNvSpPr>
                <a:spLocks noChangeShapeType="1"/>
              </p:cNvSpPr>
              <p:nvPr/>
            </p:nvSpPr>
            <p:spPr bwMode="auto">
              <a:xfrm>
                <a:off x="2838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684" name="Line 465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272" cy="0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685" name="Line 466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57598" name="Line 467"/>
            <p:cNvSpPr>
              <a:spLocks noChangeShapeType="1"/>
            </p:cNvSpPr>
            <p:nvPr/>
          </p:nvSpPr>
          <p:spPr bwMode="auto">
            <a:xfrm flipV="1">
              <a:off x="6199448" y="4942674"/>
              <a:ext cx="0" cy="215727"/>
            </a:xfrm>
            <a:prstGeom prst="line">
              <a:avLst/>
            </a:prstGeom>
            <a:noFill/>
            <a:ln w="25400">
              <a:solidFill>
                <a:srgbClr val="CC99FF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grpSp>
          <p:nvGrpSpPr>
            <p:cNvPr id="25" name="Group 468"/>
            <p:cNvGrpSpPr>
              <a:grpSpLocks/>
            </p:cNvGrpSpPr>
            <p:nvPr/>
          </p:nvGrpSpPr>
          <p:grpSpPr bwMode="auto">
            <a:xfrm>
              <a:off x="4131805" y="4672118"/>
              <a:ext cx="644304" cy="270554"/>
              <a:chOff x="2475" y="3875"/>
              <a:chExt cx="499" cy="227"/>
            </a:xfrm>
          </p:grpSpPr>
          <p:grpSp>
            <p:nvGrpSpPr>
              <p:cNvPr id="26" name="Group 469"/>
              <p:cNvGrpSpPr>
                <a:grpSpLocks/>
              </p:cNvGrpSpPr>
              <p:nvPr/>
            </p:nvGrpSpPr>
            <p:grpSpPr bwMode="auto">
              <a:xfrm rot="10800000">
                <a:off x="2702" y="3966"/>
                <a:ext cx="272" cy="136"/>
                <a:chOff x="1477" y="3739"/>
                <a:chExt cx="227" cy="91"/>
              </a:xfrm>
            </p:grpSpPr>
            <p:sp>
              <p:nvSpPr>
                <p:cNvPr id="57679" name="AutoShape 470"/>
                <p:cNvSpPr>
                  <a:spLocks noChangeArrowheads="1"/>
                </p:cNvSpPr>
                <p:nvPr/>
              </p:nvSpPr>
              <p:spPr bwMode="auto">
                <a:xfrm>
                  <a:off x="1477" y="3739"/>
                  <a:ext cx="227" cy="4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472 w 21600"/>
                    <a:gd name="T13" fmla="*/ 4320 h 21600"/>
                    <a:gd name="T14" fmla="*/ 17128 w 21600"/>
                    <a:gd name="T15" fmla="*/ 1728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57680" name="Rectangle 471"/>
                <p:cNvSpPr>
                  <a:spLocks noChangeArrowheads="1"/>
                </p:cNvSpPr>
                <p:nvPr/>
              </p:nvSpPr>
              <p:spPr bwMode="auto">
                <a:xfrm>
                  <a:off x="1523" y="3784"/>
                  <a:ext cx="136" cy="46"/>
                </a:xfrm>
                <a:prstGeom prst="rect">
                  <a:avLst/>
                </a:pr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57675" name="Rectangle 472"/>
              <p:cNvSpPr>
                <a:spLocks noChangeArrowheads="1"/>
              </p:cNvSpPr>
              <p:nvPr/>
            </p:nvSpPr>
            <p:spPr bwMode="auto">
              <a:xfrm flipH="1">
                <a:off x="2475" y="3966"/>
                <a:ext cx="182" cy="136"/>
              </a:xfrm>
              <a:prstGeom prst="rect">
                <a:avLst/>
              </a:prstGeom>
              <a:solidFill>
                <a:srgbClr val="FFCC99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89" tIns="60894" rIns="121789" bIns="60894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TRF</a:t>
                </a:r>
                <a:endParaRPr lang="ko-KR" altLang="ko-KR" dirty="0"/>
              </a:p>
            </p:txBody>
          </p:sp>
          <p:sp>
            <p:nvSpPr>
              <p:cNvPr id="57676" name="Line 473"/>
              <p:cNvSpPr>
                <a:spLocks noChangeShapeType="1"/>
              </p:cNvSpPr>
              <p:nvPr/>
            </p:nvSpPr>
            <p:spPr bwMode="auto">
              <a:xfrm>
                <a:off x="2838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677" name="Line 474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272" cy="0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678" name="Line 475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57600" name="Line 476"/>
            <p:cNvSpPr>
              <a:spLocks noChangeShapeType="1"/>
            </p:cNvSpPr>
            <p:nvPr/>
          </p:nvSpPr>
          <p:spPr bwMode="auto">
            <a:xfrm flipV="1">
              <a:off x="3548845" y="4942674"/>
              <a:ext cx="1292" cy="324188"/>
            </a:xfrm>
            <a:prstGeom prst="line">
              <a:avLst/>
            </a:prstGeom>
            <a:noFill/>
            <a:ln w="25400">
              <a:solidFill>
                <a:srgbClr val="CC99FF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grpSp>
          <p:nvGrpSpPr>
            <p:cNvPr id="27" name="Group 477"/>
            <p:cNvGrpSpPr>
              <a:grpSpLocks/>
            </p:cNvGrpSpPr>
            <p:nvPr/>
          </p:nvGrpSpPr>
          <p:grpSpPr bwMode="auto">
            <a:xfrm>
              <a:off x="5014979" y="4293105"/>
              <a:ext cx="644304" cy="270554"/>
              <a:chOff x="2475" y="3875"/>
              <a:chExt cx="499" cy="227"/>
            </a:xfrm>
          </p:grpSpPr>
          <p:grpSp>
            <p:nvGrpSpPr>
              <p:cNvPr id="28" name="Group 478"/>
              <p:cNvGrpSpPr>
                <a:grpSpLocks/>
              </p:cNvGrpSpPr>
              <p:nvPr/>
            </p:nvGrpSpPr>
            <p:grpSpPr bwMode="auto">
              <a:xfrm rot="10800000">
                <a:off x="2702" y="3966"/>
                <a:ext cx="272" cy="136"/>
                <a:chOff x="1477" y="3739"/>
                <a:chExt cx="227" cy="91"/>
              </a:xfrm>
            </p:grpSpPr>
            <p:sp>
              <p:nvSpPr>
                <p:cNvPr id="57672" name="AutoShape 479"/>
                <p:cNvSpPr>
                  <a:spLocks noChangeArrowheads="1"/>
                </p:cNvSpPr>
                <p:nvPr/>
              </p:nvSpPr>
              <p:spPr bwMode="auto">
                <a:xfrm>
                  <a:off x="1477" y="3739"/>
                  <a:ext cx="227" cy="4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472 w 21600"/>
                    <a:gd name="T13" fmla="*/ 4320 h 21600"/>
                    <a:gd name="T14" fmla="*/ 17128 w 21600"/>
                    <a:gd name="T15" fmla="*/ 1728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57673" name="Rectangle 480"/>
                <p:cNvSpPr>
                  <a:spLocks noChangeArrowheads="1"/>
                </p:cNvSpPr>
                <p:nvPr/>
              </p:nvSpPr>
              <p:spPr bwMode="auto">
                <a:xfrm>
                  <a:off x="1523" y="3784"/>
                  <a:ext cx="136" cy="46"/>
                </a:xfrm>
                <a:prstGeom prst="rect">
                  <a:avLst/>
                </a:pr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57668" name="Rectangle 481"/>
              <p:cNvSpPr>
                <a:spLocks noChangeArrowheads="1"/>
              </p:cNvSpPr>
              <p:nvPr/>
            </p:nvSpPr>
            <p:spPr bwMode="auto">
              <a:xfrm flipH="1">
                <a:off x="2475" y="3966"/>
                <a:ext cx="182" cy="136"/>
              </a:xfrm>
              <a:prstGeom prst="rect">
                <a:avLst/>
              </a:prstGeom>
              <a:solidFill>
                <a:srgbClr val="FFCC99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89" tIns="60894" rIns="121789" bIns="60894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TRF</a:t>
                </a:r>
                <a:endParaRPr lang="ko-KR" altLang="ko-KR" dirty="0"/>
              </a:p>
            </p:txBody>
          </p:sp>
          <p:sp>
            <p:nvSpPr>
              <p:cNvPr id="57669" name="Line 482"/>
              <p:cNvSpPr>
                <a:spLocks noChangeShapeType="1"/>
              </p:cNvSpPr>
              <p:nvPr/>
            </p:nvSpPr>
            <p:spPr bwMode="auto">
              <a:xfrm>
                <a:off x="2838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670" name="Line 483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272" cy="0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671" name="Line 484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57602" name="Line 485"/>
            <p:cNvSpPr>
              <a:spLocks noChangeShapeType="1"/>
            </p:cNvSpPr>
            <p:nvPr/>
          </p:nvSpPr>
          <p:spPr bwMode="auto">
            <a:xfrm flipV="1">
              <a:off x="4852221" y="4563661"/>
              <a:ext cx="0" cy="703201"/>
            </a:xfrm>
            <a:prstGeom prst="line">
              <a:avLst/>
            </a:prstGeom>
            <a:noFill/>
            <a:ln w="25400">
              <a:solidFill>
                <a:srgbClr val="CC99FF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grpSp>
          <p:nvGrpSpPr>
            <p:cNvPr id="29" name="Group 486"/>
            <p:cNvGrpSpPr>
              <a:grpSpLocks/>
            </p:cNvGrpSpPr>
            <p:nvPr/>
          </p:nvGrpSpPr>
          <p:grpSpPr bwMode="auto">
            <a:xfrm flipH="1">
              <a:off x="4312573" y="4293105"/>
              <a:ext cx="644304" cy="270554"/>
              <a:chOff x="2475" y="3875"/>
              <a:chExt cx="499" cy="227"/>
            </a:xfrm>
          </p:grpSpPr>
          <p:grpSp>
            <p:nvGrpSpPr>
              <p:cNvPr id="30" name="Group 487"/>
              <p:cNvGrpSpPr>
                <a:grpSpLocks/>
              </p:cNvGrpSpPr>
              <p:nvPr/>
            </p:nvGrpSpPr>
            <p:grpSpPr bwMode="auto">
              <a:xfrm rot="10800000">
                <a:off x="2702" y="3966"/>
                <a:ext cx="272" cy="136"/>
                <a:chOff x="1477" y="3739"/>
                <a:chExt cx="227" cy="91"/>
              </a:xfrm>
            </p:grpSpPr>
            <p:sp>
              <p:nvSpPr>
                <p:cNvPr id="57665" name="AutoShape 488"/>
                <p:cNvSpPr>
                  <a:spLocks noChangeArrowheads="1"/>
                </p:cNvSpPr>
                <p:nvPr/>
              </p:nvSpPr>
              <p:spPr bwMode="auto">
                <a:xfrm>
                  <a:off x="1477" y="3739"/>
                  <a:ext cx="227" cy="4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472 w 21600"/>
                    <a:gd name="T13" fmla="*/ 4320 h 21600"/>
                    <a:gd name="T14" fmla="*/ 17128 w 21600"/>
                    <a:gd name="T15" fmla="*/ 1728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57666" name="Rectangle 489"/>
                <p:cNvSpPr>
                  <a:spLocks noChangeArrowheads="1"/>
                </p:cNvSpPr>
                <p:nvPr/>
              </p:nvSpPr>
              <p:spPr bwMode="auto">
                <a:xfrm>
                  <a:off x="1523" y="3784"/>
                  <a:ext cx="136" cy="46"/>
                </a:xfrm>
                <a:prstGeom prst="rect">
                  <a:avLst/>
                </a:pr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57661" name="Rectangle 490"/>
              <p:cNvSpPr>
                <a:spLocks noChangeArrowheads="1"/>
              </p:cNvSpPr>
              <p:nvPr/>
            </p:nvSpPr>
            <p:spPr bwMode="auto">
              <a:xfrm flipH="1">
                <a:off x="2475" y="3966"/>
                <a:ext cx="182" cy="136"/>
              </a:xfrm>
              <a:prstGeom prst="rect">
                <a:avLst/>
              </a:prstGeom>
              <a:solidFill>
                <a:srgbClr val="FFCC99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89" tIns="60894" rIns="121789" bIns="60894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TRF</a:t>
                </a:r>
                <a:endParaRPr lang="ko-KR" altLang="ko-KR" dirty="0"/>
              </a:p>
            </p:txBody>
          </p:sp>
          <p:sp>
            <p:nvSpPr>
              <p:cNvPr id="57662" name="Line 491"/>
              <p:cNvSpPr>
                <a:spLocks noChangeShapeType="1"/>
              </p:cNvSpPr>
              <p:nvPr/>
            </p:nvSpPr>
            <p:spPr bwMode="auto">
              <a:xfrm>
                <a:off x="2838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663" name="Line 492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272" cy="0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664" name="Line 493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57609" name="Rectangle 499"/>
            <p:cNvSpPr>
              <a:spLocks noChangeArrowheads="1"/>
            </p:cNvSpPr>
            <p:nvPr/>
          </p:nvSpPr>
          <p:spPr bwMode="auto">
            <a:xfrm>
              <a:off x="6760667" y="4293105"/>
              <a:ext cx="357659" cy="10846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DC 37.5V</a:t>
              </a:r>
              <a:endParaRPr lang="ko-KR" altLang="ko-KR" dirty="0"/>
            </a:p>
          </p:txBody>
        </p:sp>
        <p:sp>
          <p:nvSpPr>
            <p:cNvPr id="57610" name="Line 500"/>
            <p:cNvSpPr>
              <a:spLocks noChangeShapeType="1"/>
            </p:cNvSpPr>
            <p:nvPr/>
          </p:nvSpPr>
          <p:spPr bwMode="auto">
            <a:xfrm flipH="1" flipV="1">
              <a:off x="6650916" y="4401564"/>
              <a:ext cx="468701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611" name="Line 501"/>
            <p:cNvSpPr>
              <a:spLocks noChangeShapeType="1"/>
            </p:cNvSpPr>
            <p:nvPr/>
          </p:nvSpPr>
          <p:spPr bwMode="auto">
            <a:xfrm flipV="1">
              <a:off x="5107730" y="4563660"/>
              <a:ext cx="1290" cy="594741"/>
            </a:xfrm>
            <a:prstGeom prst="line">
              <a:avLst/>
            </a:prstGeom>
            <a:noFill/>
            <a:ln w="25400">
              <a:solidFill>
                <a:srgbClr val="CC99FF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619" name="Rectangle 527"/>
            <p:cNvSpPr>
              <a:spLocks noChangeArrowheads="1"/>
            </p:cNvSpPr>
            <p:nvPr/>
          </p:nvSpPr>
          <p:spPr bwMode="auto">
            <a:xfrm flipH="1">
              <a:off x="1204681" y="5085186"/>
              <a:ext cx="410599" cy="938510"/>
            </a:xfrm>
            <a:prstGeom prst="rect">
              <a:avLst/>
            </a:prstGeom>
            <a:solidFill>
              <a:srgbClr val="FFCC00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AAB</a:t>
              </a:r>
              <a:endParaRPr lang="ko-KR" altLang="ko-KR" dirty="0"/>
            </a:p>
          </p:txBody>
        </p:sp>
        <p:sp>
          <p:nvSpPr>
            <p:cNvPr id="57620" name="Rectangle 571"/>
            <p:cNvSpPr>
              <a:spLocks noChangeArrowheads="1"/>
            </p:cNvSpPr>
            <p:nvPr/>
          </p:nvSpPr>
          <p:spPr bwMode="auto">
            <a:xfrm>
              <a:off x="4082312" y="2920714"/>
              <a:ext cx="335194" cy="45719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ANSM</a:t>
              </a:r>
              <a:endParaRPr lang="ko-KR" altLang="ko-KR" dirty="0"/>
            </a:p>
          </p:txBody>
        </p:sp>
        <p:sp>
          <p:nvSpPr>
            <p:cNvPr id="57621" name="Line 572"/>
            <p:cNvSpPr>
              <a:spLocks noChangeShapeType="1"/>
            </p:cNvSpPr>
            <p:nvPr/>
          </p:nvSpPr>
          <p:spPr bwMode="auto">
            <a:xfrm rot="16200000" flipH="1" flipV="1">
              <a:off x="4184694" y="2648810"/>
              <a:ext cx="107268" cy="0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622" name="Line 573"/>
            <p:cNvSpPr>
              <a:spLocks noChangeShapeType="1"/>
            </p:cNvSpPr>
            <p:nvPr/>
          </p:nvSpPr>
          <p:spPr bwMode="auto">
            <a:xfrm flipV="1">
              <a:off x="1648020" y="2595470"/>
              <a:ext cx="2641197" cy="2408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arrow" w="med" len="med"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grpSp>
          <p:nvGrpSpPr>
            <p:cNvPr id="31" name="Group 574"/>
            <p:cNvGrpSpPr>
              <a:grpSpLocks/>
            </p:cNvGrpSpPr>
            <p:nvPr/>
          </p:nvGrpSpPr>
          <p:grpSpPr bwMode="auto">
            <a:xfrm rot="5400000">
              <a:off x="4163803" y="2750462"/>
              <a:ext cx="162094" cy="87801"/>
              <a:chOff x="3609" y="1970"/>
              <a:chExt cx="197" cy="91"/>
            </a:xfrm>
          </p:grpSpPr>
          <p:sp>
            <p:nvSpPr>
              <p:cNvPr id="57658" name="Rectangle 575" descr="60%"/>
              <p:cNvSpPr>
                <a:spLocks noChangeArrowheads="1"/>
              </p:cNvSpPr>
              <p:nvPr/>
            </p:nvSpPr>
            <p:spPr bwMode="auto">
              <a:xfrm rot="5400000">
                <a:off x="3730" y="1985"/>
                <a:ext cx="91" cy="61"/>
              </a:xfrm>
              <a:prstGeom prst="rect">
                <a:avLst/>
              </a:prstGeom>
              <a:pattFill prst="pct60">
                <a:fgClr>
                  <a:srgbClr val="333333"/>
                </a:fgClr>
                <a:bgClr>
                  <a:schemeClr val="bg1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57659" name="Rectangle 576"/>
              <p:cNvSpPr>
                <a:spLocks noChangeArrowheads="1"/>
              </p:cNvSpPr>
              <p:nvPr/>
            </p:nvSpPr>
            <p:spPr bwMode="auto">
              <a:xfrm rot="5400000">
                <a:off x="3631" y="1948"/>
                <a:ext cx="91" cy="136"/>
              </a:xfrm>
              <a:prstGeom prst="rect">
                <a:avLst/>
              </a:prstGeom>
              <a:solidFill>
                <a:srgbClr val="969696">
                  <a:alpha val="45882"/>
                </a:srgb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57625" name="Rectangle 76"/>
            <p:cNvSpPr>
              <a:spLocks noChangeArrowheads="1"/>
            </p:cNvSpPr>
            <p:nvPr/>
          </p:nvSpPr>
          <p:spPr bwMode="auto">
            <a:xfrm>
              <a:off x="1776128" y="3315087"/>
              <a:ext cx="750181" cy="52442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DPO </a:t>
              </a:r>
              <a:r>
                <a:rPr lang="en-US" altLang="ko-KR" sz="600" dirty="0" smtClean="0">
                  <a:latin typeface="Arial" charset="0"/>
                </a:rPr>
                <a:t>ADDRESS</a:t>
              </a:r>
              <a:endParaRPr lang="ko-KR" altLang="ko-KR" dirty="0"/>
            </a:p>
          </p:txBody>
        </p:sp>
        <p:sp>
          <p:nvSpPr>
            <p:cNvPr id="57626" name="Line 77"/>
            <p:cNvSpPr>
              <a:spLocks noChangeShapeType="1"/>
            </p:cNvSpPr>
            <p:nvPr/>
          </p:nvSpPr>
          <p:spPr bwMode="auto">
            <a:xfrm flipH="1" flipV="1">
              <a:off x="1615278" y="3382769"/>
              <a:ext cx="6736031" cy="1782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 type="oval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640" name="Line 594"/>
            <p:cNvSpPr>
              <a:spLocks noChangeShapeType="1"/>
            </p:cNvSpPr>
            <p:nvPr/>
          </p:nvSpPr>
          <p:spPr bwMode="auto">
            <a:xfrm rot="10800000" flipV="1">
              <a:off x="2317687" y="3683467"/>
              <a:ext cx="46870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arrow" w="med" len="med"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641" name="Line 595"/>
            <p:cNvSpPr>
              <a:spLocks noChangeShapeType="1"/>
            </p:cNvSpPr>
            <p:nvPr/>
          </p:nvSpPr>
          <p:spPr bwMode="auto">
            <a:xfrm flipV="1">
              <a:off x="3363550" y="3808015"/>
              <a:ext cx="468701" cy="0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 type="arrow" w="med" len="med"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642" name="Rectangle 596"/>
            <p:cNvSpPr>
              <a:spLocks noChangeArrowheads="1"/>
            </p:cNvSpPr>
            <p:nvPr/>
          </p:nvSpPr>
          <p:spPr bwMode="auto">
            <a:xfrm>
              <a:off x="4399187" y="3805633"/>
              <a:ext cx="303430" cy="56017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Driver Microphone</a:t>
              </a:r>
              <a:endParaRPr lang="ko-KR" altLang="ko-KR" dirty="0"/>
            </a:p>
          </p:txBody>
        </p:sp>
        <p:sp>
          <p:nvSpPr>
            <p:cNvPr id="57643" name="Rectangle 597"/>
            <p:cNvSpPr>
              <a:spLocks noChangeArrowheads="1"/>
            </p:cNvSpPr>
            <p:nvPr/>
          </p:nvSpPr>
          <p:spPr bwMode="auto">
            <a:xfrm>
              <a:off x="2341974" y="3554270"/>
              <a:ext cx="357659" cy="108459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500" dirty="0">
                  <a:latin typeface="Arial" charset="0"/>
                </a:rPr>
                <a:t>DC 37.5V</a:t>
              </a:r>
              <a:endParaRPr lang="ko-KR" altLang="ko-KR" dirty="0"/>
            </a:p>
          </p:txBody>
        </p:sp>
        <p:sp>
          <p:nvSpPr>
            <p:cNvPr id="57644" name="Rectangle 598"/>
            <p:cNvSpPr>
              <a:spLocks noChangeArrowheads="1"/>
            </p:cNvSpPr>
            <p:nvPr/>
          </p:nvSpPr>
          <p:spPr bwMode="auto">
            <a:xfrm>
              <a:off x="3430692" y="3698365"/>
              <a:ext cx="468701" cy="108459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500" dirty="0">
                  <a:latin typeface="Arial" charset="0"/>
                </a:rPr>
                <a:t>DIMMER</a:t>
              </a:r>
              <a:endParaRPr lang="ko-KR" altLang="ko-KR" dirty="0"/>
            </a:p>
          </p:txBody>
        </p:sp>
        <p:sp>
          <p:nvSpPr>
            <p:cNvPr id="57645" name="Rectangle 599"/>
            <p:cNvSpPr>
              <a:spLocks noChangeArrowheads="1"/>
            </p:cNvSpPr>
            <p:nvPr/>
          </p:nvSpPr>
          <p:spPr bwMode="auto">
            <a:xfrm>
              <a:off x="3195694" y="3808015"/>
              <a:ext cx="852184" cy="8939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500" dirty="0">
                  <a:latin typeface="Arial" charset="0"/>
                </a:rPr>
                <a:t>Audio</a:t>
              </a:r>
              <a:endParaRPr lang="ko-KR" altLang="ko-KR" dirty="0"/>
            </a:p>
          </p:txBody>
        </p:sp>
        <p:grpSp>
          <p:nvGrpSpPr>
            <p:cNvPr id="57415" name="Group 600"/>
            <p:cNvGrpSpPr>
              <a:grpSpLocks/>
            </p:cNvGrpSpPr>
            <p:nvPr/>
          </p:nvGrpSpPr>
          <p:grpSpPr bwMode="auto">
            <a:xfrm>
              <a:off x="4104793" y="3667377"/>
              <a:ext cx="176893" cy="247908"/>
              <a:chOff x="2793" y="3799"/>
              <a:chExt cx="137" cy="208"/>
            </a:xfrm>
          </p:grpSpPr>
          <p:sp>
            <p:nvSpPr>
              <p:cNvPr id="57654" name="Freeform 601"/>
              <p:cNvSpPr>
                <a:spLocks/>
              </p:cNvSpPr>
              <p:nvPr/>
            </p:nvSpPr>
            <p:spPr bwMode="auto">
              <a:xfrm flipH="1">
                <a:off x="2830" y="3858"/>
                <a:ext cx="50" cy="140"/>
              </a:xfrm>
              <a:custGeom>
                <a:avLst/>
                <a:gdLst>
                  <a:gd name="T0" fmla="*/ 0 w 182"/>
                  <a:gd name="T1" fmla="*/ 0 h 589"/>
                  <a:gd name="T2" fmla="*/ 14 w 182"/>
                  <a:gd name="T3" fmla="*/ 15 h 589"/>
                  <a:gd name="T4" fmla="*/ 14 w 182"/>
                  <a:gd name="T5" fmla="*/ 33 h 589"/>
                  <a:gd name="T6" fmla="*/ 0 60000 65536"/>
                  <a:gd name="T7" fmla="*/ 0 60000 65536"/>
                  <a:gd name="T8" fmla="*/ 0 60000 65536"/>
                  <a:gd name="T9" fmla="*/ 0 w 182"/>
                  <a:gd name="T10" fmla="*/ 0 h 589"/>
                  <a:gd name="T11" fmla="*/ 182 w 182"/>
                  <a:gd name="T12" fmla="*/ 589 h 58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82" h="589">
                    <a:moveTo>
                      <a:pt x="0" y="0"/>
                    </a:moveTo>
                    <a:lnTo>
                      <a:pt x="182" y="272"/>
                    </a:lnTo>
                    <a:lnTo>
                      <a:pt x="182" y="589"/>
                    </a:lnTo>
                  </a:path>
                </a:pathLst>
              </a:custGeom>
              <a:noFill/>
              <a:ln w="19050">
                <a:solidFill>
                  <a:srgbClr val="333333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655" name="Rectangle 602" descr="60%"/>
              <p:cNvSpPr>
                <a:spLocks noChangeArrowheads="1"/>
              </p:cNvSpPr>
              <p:nvPr/>
            </p:nvSpPr>
            <p:spPr bwMode="auto">
              <a:xfrm rot="2256898" flipH="1">
                <a:off x="2907" y="3799"/>
                <a:ext cx="23" cy="27"/>
              </a:xfrm>
              <a:prstGeom prst="rect">
                <a:avLst/>
              </a:prstGeom>
              <a:pattFill prst="pct60">
                <a:fgClr>
                  <a:srgbClr val="333333"/>
                </a:fgClr>
                <a:bgClr>
                  <a:schemeClr val="bg1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57656" name="Rectangle 603"/>
              <p:cNvSpPr>
                <a:spLocks noChangeArrowheads="1"/>
              </p:cNvSpPr>
              <p:nvPr/>
            </p:nvSpPr>
            <p:spPr bwMode="auto">
              <a:xfrm rot="2256898" flipH="1">
                <a:off x="2883" y="3819"/>
                <a:ext cx="24" cy="43"/>
              </a:xfrm>
              <a:prstGeom prst="rect">
                <a:avLst/>
              </a:prstGeom>
              <a:solidFill>
                <a:srgbClr val="969696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57657" name="AutoShape 604"/>
              <p:cNvSpPr>
                <a:spLocks noChangeArrowheads="1"/>
              </p:cNvSpPr>
              <p:nvPr/>
            </p:nvSpPr>
            <p:spPr bwMode="auto">
              <a:xfrm rot="10800000" flipH="1">
                <a:off x="2793" y="3986"/>
                <a:ext cx="74" cy="21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378 w 21600"/>
                  <a:gd name="T13" fmla="*/ 4114 h 21600"/>
                  <a:gd name="T14" fmla="*/ 17222 w 21600"/>
                  <a:gd name="T15" fmla="*/ 17486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C0C0C0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57647" name="Line 605"/>
            <p:cNvSpPr>
              <a:spLocks noChangeShapeType="1"/>
            </p:cNvSpPr>
            <p:nvPr/>
          </p:nvSpPr>
          <p:spPr bwMode="auto">
            <a:xfrm flipV="1">
              <a:off x="3371296" y="3909062"/>
              <a:ext cx="847011" cy="6222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arrow" w="med" len="med"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407" name="TextBox 406"/>
            <p:cNvSpPr txBox="1"/>
            <p:nvPr/>
          </p:nvSpPr>
          <p:spPr>
            <a:xfrm>
              <a:off x="6903217" y="332657"/>
              <a:ext cx="1794199" cy="41535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lIns="121774" tIns="60888" rIns="121774" bIns="60888" rtlCol="0">
              <a:spAutoFit/>
            </a:bodyPr>
            <a:lstStyle/>
            <a:p>
              <a:r>
                <a:rPr lang="en-US" altLang="ko-KR" dirty="0" smtClean="0"/>
                <a:t>PA System M</a:t>
              </a:r>
              <a:r>
                <a:rPr lang="en-US" altLang="ko-KR" sz="1000" dirty="0"/>
                <a:t>A</a:t>
              </a:r>
              <a:endParaRPr lang="ko-KR" altLang="en-US" sz="1000" dirty="0"/>
            </a:p>
          </p:txBody>
        </p:sp>
        <p:sp>
          <p:nvSpPr>
            <p:cNvPr id="413" name="TextBox 412"/>
            <p:cNvSpPr txBox="1"/>
            <p:nvPr/>
          </p:nvSpPr>
          <p:spPr>
            <a:xfrm>
              <a:off x="4458533" y="5639025"/>
              <a:ext cx="390043" cy="261465"/>
            </a:xfrm>
            <a:prstGeom prst="rect">
              <a:avLst/>
            </a:prstGeom>
            <a:noFill/>
          </p:spPr>
          <p:txBody>
            <a:bodyPr wrap="square" lIns="121774" tIns="60888" rIns="121774" bIns="60888" rtlCol="0">
              <a:spAutoFit/>
            </a:bodyPr>
            <a:lstStyle/>
            <a:p>
              <a:r>
                <a:rPr lang="en-US" altLang="ko-KR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rPr>
                <a:t>ESP</a:t>
              </a:r>
              <a:endParaRPr lang="ko-KR" altLang="en-US" sz="9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endParaRPr>
            </a:p>
          </p:txBody>
        </p:sp>
        <p:sp>
          <p:nvSpPr>
            <p:cNvPr id="414" name="TextBox 413"/>
            <p:cNvSpPr txBox="1"/>
            <p:nvPr/>
          </p:nvSpPr>
          <p:spPr>
            <a:xfrm>
              <a:off x="3515551" y="5600399"/>
              <a:ext cx="390043" cy="261465"/>
            </a:xfrm>
            <a:prstGeom prst="rect">
              <a:avLst/>
            </a:prstGeom>
            <a:noFill/>
          </p:spPr>
          <p:txBody>
            <a:bodyPr wrap="square" lIns="121774" tIns="60888" rIns="121774" bIns="60888" rtlCol="0">
              <a:spAutoFit/>
            </a:bodyPr>
            <a:lstStyle/>
            <a:p>
              <a:r>
                <a:rPr lang="en-US" altLang="ko-KR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rPr>
                <a:t>ESP</a:t>
              </a:r>
              <a:endParaRPr lang="ko-KR" altLang="en-US" sz="9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endParaRPr>
            </a:p>
          </p:txBody>
        </p:sp>
        <p:sp>
          <p:nvSpPr>
            <p:cNvPr id="415" name="TextBox 414"/>
            <p:cNvSpPr txBox="1"/>
            <p:nvPr/>
          </p:nvSpPr>
          <p:spPr>
            <a:xfrm>
              <a:off x="5914284" y="5607186"/>
              <a:ext cx="390043" cy="261465"/>
            </a:xfrm>
            <a:prstGeom prst="rect">
              <a:avLst/>
            </a:prstGeom>
            <a:noFill/>
          </p:spPr>
          <p:txBody>
            <a:bodyPr wrap="square" lIns="121774" tIns="60888" rIns="121774" bIns="60888" rtlCol="0">
              <a:spAutoFit/>
            </a:bodyPr>
            <a:lstStyle/>
            <a:p>
              <a:r>
                <a:rPr lang="en-US" altLang="ko-KR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rPr>
                <a:t>ESP</a:t>
              </a:r>
              <a:endParaRPr lang="ko-KR" altLang="en-US" sz="9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endParaRPr>
            </a:p>
          </p:txBody>
        </p:sp>
        <p:sp>
          <p:nvSpPr>
            <p:cNvPr id="416" name="TextBox 415"/>
            <p:cNvSpPr txBox="1"/>
            <p:nvPr/>
          </p:nvSpPr>
          <p:spPr>
            <a:xfrm>
              <a:off x="6852726" y="5646392"/>
              <a:ext cx="390043" cy="261465"/>
            </a:xfrm>
            <a:prstGeom prst="rect">
              <a:avLst/>
            </a:prstGeom>
            <a:noFill/>
          </p:spPr>
          <p:txBody>
            <a:bodyPr wrap="square" lIns="121774" tIns="60888" rIns="121774" bIns="60888" rtlCol="0">
              <a:spAutoFit/>
            </a:bodyPr>
            <a:lstStyle/>
            <a:p>
              <a:r>
                <a:rPr lang="en-US" altLang="ko-KR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rPr>
                <a:t>ESP</a:t>
              </a:r>
              <a:endParaRPr lang="ko-KR" altLang="en-US" sz="9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endParaRPr>
            </a:p>
          </p:txBody>
        </p:sp>
        <p:sp>
          <p:nvSpPr>
            <p:cNvPr id="417" name="TextBox 416"/>
            <p:cNvSpPr txBox="1"/>
            <p:nvPr/>
          </p:nvSpPr>
          <p:spPr>
            <a:xfrm>
              <a:off x="6398432" y="4725146"/>
              <a:ext cx="390043" cy="261465"/>
            </a:xfrm>
            <a:prstGeom prst="rect">
              <a:avLst/>
            </a:prstGeom>
            <a:noFill/>
          </p:spPr>
          <p:txBody>
            <a:bodyPr wrap="square" lIns="121774" tIns="60888" rIns="121774" bIns="60888" rtlCol="0">
              <a:spAutoFit/>
            </a:bodyPr>
            <a:lstStyle/>
            <a:p>
              <a:r>
                <a:rPr lang="en-US" altLang="ko-KR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rPr>
                <a:t>ISP</a:t>
              </a:r>
              <a:endParaRPr lang="ko-KR" altLang="en-US" sz="9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endParaRPr>
            </a:p>
          </p:txBody>
        </p:sp>
        <p:sp>
          <p:nvSpPr>
            <p:cNvPr id="418" name="TextBox 417"/>
            <p:cNvSpPr txBox="1"/>
            <p:nvPr/>
          </p:nvSpPr>
          <p:spPr>
            <a:xfrm>
              <a:off x="3765674" y="4725146"/>
              <a:ext cx="390043" cy="261465"/>
            </a:xfrm>
            <a:prstGeom prst="rect">
              <a:avLst/>
            </a:prstGeom>
            <a:noFill/>
          </p:spPr>
          <p:txBody>
            <a:bodyPr wrap="square" lIns="121774" tIns="60888" rIns="121774" bIns="60888" rtlCol="0">
              <a:spAutoFit/>
            </a:bodyPr>
            <a:lstStyle/>
            <a:p>
              <a:r>
                <a:rPr lang="en-US" altLang="ko-KR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rPr>
                <a:t>ISP</a:t>
              </a:r>
              <a:endParaRPr lang="ko-KR" altLang="en-US" sz="9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endParaRPr>
            </a:p>
          </p:txBody>
        </p:sp>
        <p:sp>
          <p:nvSpPr>
            <p:cNvPr id="419" name="TextBox 418"/>
            <p:cNvSpPr txBox="1"/>
            <p:nvPr/>
          </p:nvSpPr>
          <p:spPr>
            <a:xfrm>
              <a:off x="4474630" y="4725146"/>
              <a:ext cx="390043" cy="261465"/>
            </a:xfrm>
            <a:prstGeom prst="rect">
              <a:avLst/>
            </a:prstGeom>
            <a:noFill/>
          </p:spPr>
          <p:txBody>
            <a:bodyPr wrap="square" lIns="121774" tIns="60888" rIns="121774" bIns="60888" rtlCol="0">
              <a:spAutoFit/>
            </a:bodyPr>
            <a:lstStyle/>
            <a:p>
              <a:r>
                <a:rPr lang="en-US" altLang="ko-KR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rPr>
                <a:t>ISP</a:t>
              </a:r>
              <a:endParaRPr lang="ko-KR" altLang="en-US" sz="9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endParaRPr>
            </a:p>
          </p:txBody>
        </p:sp>
        <p:sp>
          <p:nvSpPr>
            <p:cNvPr id="420" name="TextBox 419"/>
            <p:cNvSpPr txBox="1"/>
            <p:nvPr/>
          </p:nvSpPr>
          <p:spPr>
            <a:xfrm>
              <a:off x="4359888" y="4342881"/>
              <a:ext cx="390043" cy="261465"/>
            </a:xfrm>
            <a:prstGeom prst="rect">
              <a:avLst/>
            </a:prstGeom>
            <a:noFill/>
          </p:spPr>
          <p:txBody>
            <a:bodyPr wrap="square" lIns="121774" tIns="60888" rIns="121774" bIns="60888" rtlCol="0">
              <a:spAutoFit/>
            </a:bodyPr>
            <a:lstStyle/>
            <a:p>
              <a:r>
                <a:rPr lang="en-US" altLang="ko-KR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rPr>
                <a:t>ISP</a:t>
              </a:r>
              <a:endParaRPr lang="ko-KR" altLang="en-US" sz="9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endParaRPr>
            </a:p>
          </p:txBody>
        </p:sp>
        <p:sp>
          <p:nvSpPr>
            <p:cNvPr id="421" name="TextBox 420"/>
            <p:cNvSpPr txBox="1"/>
            <p:nvPr/>
          </p:nvSpPr>
          <p:spPr>
            <a:xfrm>
              <a:off x="5356803" y="4340722"/>
              <a:ext cx="390043" cy="261465"/>
            </a:xfrm>
            <a:prstGeom prst="rect">
              <a:avLst/>
            </a:prstGeom>
            <a:noFill/>
          </p:spPr>
          <p:txBody>
            <a:bodyPr wrap="square" lIns="121774" tIns="60888" rIns="121774" bIns="60888" rtlCol="0">
              <a:spAutoFit/>
            </a:bodyPr>
            <a:lstStyle/>
            <a:p>
              <a:r>
                <a:rPr lang="en-US" altLang="ko-KR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rPr>
                <a:t>ISP</a:t>
              </a:r>
              <a:endParaRPr lang="ko-KR" altLang="en-US" sz="9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endParaRPr>
            </a:p>
          </p:txBody>
        </p:sp>
        <p:sp>
          <p:nvSpPr>
            <p:cNvPr id="422" name="TextBox 421"/>
            <p:cNvSpPr txBox="1"/>
            <p:nvPr/>
          </p:nvSpPr>
          <p:spPr>
            <a:xfrm>
              <a:off x="5526579" y="4725146"/>
              <a:ext cx="390043" cy="261465"/>
            </a:xfrm>
            <a:prstGeom prst="rect">
              <a:avLst/>
            </a:prstGeom>
            <a:noFill/>
          </p:spPr>
          <p:txBody>
            <a:bodyPr wrap="square" lIns="121774" tIns="60888" rIns="121774" bIns="60888" rtlCol="0">
              <a:spAutoFit/>
            </a:bodyPr>
            <a:lstStyle/>
            <a:p>
              <a:r>
                <a:rPr lang="en-US" altLang="ko-KR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rPr>
                <a:t>ISP</a:t>
              </a:r>
              <a:endParaRPr lang="ko-KR" altLang="en-US" sz="9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endParaRPr>
            </a:p>
          </p:txBody>
        </p:sp>
        <p:sp>
          <p:nvSpPr>
            <p:cNvPr id="423" name="TextBox 422"/>
            <p:cNvSpPr txBox="1"/>
            <p:nvPr/>
          </p:nvSpPr>
          <p:spPr>
            <a:xfrm>
              <a:off x="2893491" y="4725146"/>
              <a:ext cx="390043" cy="261465"/>
            </a:xfrm>
            <a:prstGeom prst="rect">
              <a:avLst/>
            </a:prstGeom>
            <a:noFill/>
          </p:spPr>
          <p:txBody>
            <a:bodyPr wrap="square" lIns="121774" tIns="60888" rIns="121774" bIns="60888" rtlCol="0">
              <a:spAutoFit/>
            </a:bodyPr>
            <a:lstStyle/>
            <a:p>
              <a:r>
                <a:rPr lang="en-US" altLang="ko-KR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rPr>
                <a:t>ISP</a:t>
              </a:r>
              <a:endParaRPr lang="ko-KR" altLang="en-US" sz="9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endParaRPr>
            </a:p>
          </p:txBody>
        </p:sp>
        <p:sp>
          <p:nvSpPr>
            <p:cNvPr id="424" name="TextBox 423"/>
            <p:cNvSpPr txBox="1"/>
            <p:nvPr/>
          </p:nvSpPr>
          <p:spPr>
            <a:xfrm>
              <a:off x="7110830" y="4721971"/>
              <a:ext cx="390043" cy="261465"/>
            </a:xfrm>
            <a:prstGeom prst="rect">
              <a:avLst/>
            </a:prstGeom>
            <a:noFill/>
          </p:spPr>
          <p:txBody>
            <a:bodyPr wrap="square" lIns="121774" tIns="60888" rIns="121774" bIns="60888" rtlCol="0">
              <a:spAutoFit/>
            </a:bodyPr>
            <a:lstStyle/>
            <a:p>
              <a:r>
                <a:rPr lang="en-US" altLang="ko-KR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rPr>
                <a:t>ISP</a:t>
              </a:r>
              <a:endParaRPr lang="ko-KR" altLang="en-US" sz="9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endParaRPr>
            </a:p>
          </p:txBody>
        </p:sp>
        <p:sp>
          <p:nvSpPr>
            <p:cNvPr id="364" name="Rectangle 209"/>
            <p:cNvSpPr>
              <a:spLocks noChangeArrowheads="1"/>
            </p:cNvSpPr>
            <p:nvPr/>
          </p:nvSpPr>
          <p:spPr bwMode="auto">
            <a:xfrm flipH="1">
              <a:off x="1208586" y="2986666"/>
              <a:ext cx="234026" cy="288032"/>
            </a:xfrm>
            <a:prstGeom prst="rect">
              <a:avLst/>
            </a:prstGeom>
            <a:solidFill>
              <a:srgbClr val="FF99CC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62192" tIns="81095" rIns="162192" bIns="81095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VOIP</a:t>
              </a:r>
              <a:endParaRPr lang="ko-KR" altLang="ko-KR" sz="600" dirty="0"/>
            </a:p>
          </p:txBody>
        </p:sp>
        <p:sp>
          <p:nvSpPr>
            <p:cNvPr id="365" name="Line 192"/>
            <p:cNvSpPr>
              <a:spLocks noChangeShapeType="1"/>
            </p:cNvSpPr>
            <p:nvPr/>
          </p:nvSpPr>
          <p:spPr bwMode="auto">
            <a:xfrm>
              <a:off x="964527" y="3009551"/>
              <a:ext cx="237578" cy="110844"/>
            </a:xfrm>
            <a:prstGeom prst="line">
              <a:avLst/>
            </a:prstGeom>
            <a:noFill/>
            <a:ln w="25400">
              <a:solidFill>
                <a:srgbClr val="00CCFF"/>
              </a:solidFill>
              <a:round/>
              <a:headEnd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366" name="Line 190"/>
            <p:cNvSpPr>
              <a:spLocks noChangeShapeType="1"/>
            </p:cNvSpPr>
            <p:nvPr/>
          </p:nvSpPr>
          <p:spPr bwMode="auto">
            <a:xfrm flipH="1" flipV="1">
              <a:off x="970304" y="1745084"/>
              <a:ext cx="2608" cy="1266631"/>
            </a:xfrm>
            <a:prstGeom prst="line">
              <a:avLst/>
            </a:prstGeom>
            <a:noFill/>
            <a:ln w="25400">
              <a:solidFill>
                <a:srgbClr val="00CCFF"/>
              </a:solidFill>
              <a:round/>
              <a:headEnd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368" name="Rectangle 571"/>
            <p:cNvSpPr>
              <a:spLocks noChangeArrowheads="1"/>
            </p:cNvSpPr>
            <p:nvPr/>
          </p:nvSpPr>
          <p:spPr bwMode="auto">
            <a:xfrm>
              <a:off x="7293261" y="2883210"/>
              <a:ext cx="335194" cy="45719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ANSM</a:t>
              </a:r>
              <a:endParaRPr lang="ko-KR" altLang="ko-KR" dirty="0"/>
            </a:p>
          </p:txBody>
        </p:sp>
        <p:grpSp>
          <p:nvGrpSpPr>
            <p:cNvPr id="369" name="Group 574"/>
            <p:cNvGrpSpPr>
              <a:grpSpLocks/>
            </p:cNvGrpSpPr>
            <p:nvPr/>
          </p:nvGrpSpPr>
          <p:grpSpPr bwMode="auto">
            <a:xfrm rot="5400000">
              <a:off x="7374753" y="2712959"/>
              <a:ext cx="162094" cy="87801"/>
              <a:chOff x="3609" y="1970"/>
              <a:chExt cx="197" cy="91"/>
            </a:xfrm>
          </p:grpSpPr>
          <p:sp>
            <p:nvSpPr>
              <p:cNvPr id="370" name="Rectangle 575" descr="60%"/>
              <p:cNvSpPr>
                <a:spLocks noChangeArrowheads="1"/>
              </p:cNvSpPr>
              <p:nvPr/>
            </p:nvSpPr>
            <p:spPr bwMode="auto">
              <a:xfrm rot="5400000">
                <a:off x="3730" y="1985"/>
                <a:ext cx="91" cy="61"/>
              </a:xfrm>
              <a:prstGeom prst="rect">
                <a:avLst/>
              </a:prstGeom>
              <a:pattFill prst="pct60">
                <a:fgClr>
                  <a:srgbClr val="333333"/>
                </a:fgClr>
                <a:bgClr>
                  <a:schemeClr val="bg1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371" name="Rectangle 576"/>
              <p:cNvSpPr>
                <a:spLocks noChangeArrowheads="1"/>
              </p:cNvSpPr>
              <p:nvPr/>
            </p:nvSpPr>
            <p:spPr bwMode="auto">
              <a:xfrm rot="5400000">
                <a:off x="3631" y="1948"/>
                <a:ext cx="91" cy="136"/>
              </a:xfrm>
              <a:prstGeom prst="rect">
                <a:avLst/>
              </a:prstGeom>
              <a:solidFill>
                <a:srgbClr val="969696">
                  <a:alpha val="45882"/>
                </a:srgb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372" name="Line 572"/>
            <p:cNvSpPr>
              <a:spLocks noChangeShapeType="1"/>
            </p:cNvSpPr>
            <p:nvPr/>
          </p:nvSpPr>
          <p:spPr bwMode="auto">
            <a:xfrm rot="16200000" flipH="1" flipV="1">
              <a:off x="7407908" y="2620956"/>
              <a:ext cx="91269" cy="72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373" name="Line 573"/>
            <p:cNvSpPr>
              <a:spLocks noChangeShapeType="1"/>
            </p:cNvSpPr>
            <p:nvPr/>
          </p:nvSpPr>
          <p:spPr bwMode="auto">
            <a:xfrm flipV="1">
              <a:off x="4244447" y="2591232"/>
              <a:ext cx="3205691" cy="9524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none" w="med" len="med"/>
              <a:tailEnd type="none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cxnSp>
          <p:nvCxnSpPr>
            <p:cNvPr id="375" name="꺾인 연결선 374"/>
            <p:cNvCxnSpPr/>
            <p:nvPr/>
          </p:nvCxnSpPr>
          <p:spPr>
            <a:xfrm>
              <a:off x="588172" y="5029201"/>
              <a:ext cx="620416" cy="272008"/>
            </a:xfrm>
            <a:prstGeom prst="bentConnector3">
              <a:avLst>
                <a:gd name="adj1" fmla="val 936"/>
              </a:avLst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3" name="Rectangle 93"/>
            <p:cNvSpPr>
              <a:spLocks noChangeArrowheads="1"/>
            </p:cNvSpPr>
            <p:nvPr/>
          </p:nvSpPr>
          <p:spPr bwMode="auto">
            <a:xfrm>
              <a:off x="636493" y="5190104"/>
              <a:ext cx="527465" cy="82939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Audio LINE</a:t>
              </a:r>
              <a:endParaRPr lang="ko-KR" altLang="ko-KR" dirty="0"/>
            </a:p>
          </p:txBody>
        </p:sp>
        <p:grpSp>
          <p:nvGrpSpPr>
            <p:cNvPr id="349" name="그룹 348"/>
            <p:cNvGrpSpPr/>
            <p:nvPr/>
          </p:nvGrpSpPr>
          <p:grpSpPr>
            <a:xfrm>
              <a:off x="8348649" y="3232027"/>
              <a:ext cx="405434" cy="82240"/>
              <a:chOff x="7706444" y="3562784"/>
              <a:chExt cx="374247" cy="82240"/>
            </a:xfrm>
          </p:grpSpPr>
          <p:sp>
            <p:nvSpPr>
              <p:cNvPr id="346" name="Freeform 553"/>
              <p:cNvSpPr>
                <a:spLocks/>
              </p:cNvSpPr>
              <p:nvPr/>
            </p:nvSpPr>
            <p:spPr bwMode="auto">
              <a:xfrm flipH="1">
                <a:off x="7706444" y="3590198"/>
                <a:ext cx="343258" cy="54826"/>
              </a:xfrm>
              <a:custGeom>
                <a:avLst/>
                <a:gdLst>
                  <a:gd name="T0" fmla="*/ 765684263 w 273"/>
                  <a:gd name="T1" fmla="*/ 0 h 46"/>
                  <a:gd name="T2" fmla="*/ 381440387 w 273"/>
                  <a:gd name="T3" fmla="*/ 115927199 h 46"/>
                  <a:gd name="T4" fmla="*/ 0 w 273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46"/>
                  <a:gd name="T11" fmla="*/ 273 w 273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46">
                    <a:moveTo>
                      <a:pt x="273" y="0"/>
                    </a:moveTo>
                    <a:cubicBezTo>
                      <a:pt x="227" y="23"/>
                      <a:pt x="181" y="46"/>
                      <a:pt x="136" y="46"/>
                    </a:cubicBezTo>
                    <a:cubicBezTo>
                      <a:pt x="91" y="46"/>
                      <a:pt x="30" y="15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68644" tIns="34322" rIns="68644" bIns="34322"/>
              <a:lstStyle/>
              <a:p>
                <a:endParaRPr lang="ko-KR" altLang="en-US"/>
              </a:p>
            </p:txBody>
          </p:sp>
          <p:sp>
            <p:nvSpPr>
              <p:cNvPr id="347" name="Oval 557"/>
              <p:cNvSpPr>
                <a:spLocks noChangeArrowheads="1"/>
              </p:cNvSpPr>
              <p:nvPr/>
            </p:nvSpPr>
            <p:spPr bwMode="auto">
              <a:xfrm flipH="1">
                <a:off x="8023481" y="3562784"/>
                <a:ext cx="57210" cy="53634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 wrap="none" lIns="68644" tIns="34322" rIns="68644" bIns="34322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348" name="Line 9"/>
            <p:cNvSpPr>
              <a:spLocks noChangeShapeType="1"/>
            </p:cNvSpPr>
            <p:nvPr/>
          </p:nvSpPr>
          <p:spPr bwMode="auto">
            <a:xfrm flipH="1" flipV="1">
              <a:off x="1615139" y="3265806"/>
              <a:ext cx="6734840" cy="1192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374" name="Line 128"/>
            <p:cNvSpPr>
              <a:spLocks noChangeShapeType="1"/>
            </p:cNvSpPr>
            <p:nvPr/>
          </p:nvSpPr>
          <p:spPr bwMode="auto">
            <a:xfrm flipV="1">
              <a:off x="2111906" y="4470401"/>
              <a:ext cx="6879" cy="1924050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oval" w="med" len="med"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376" name="Line 109"/>
            <p:cNvSpPr>
              <a:spLocks noChangeShapeType="1"/>
            </p:cNvSpPr>
            <p:nvPr/>
          </p:nvSpPr>
          <p:spPr bwMode="auto">
            <a:xfrm flipH="1">
              <a:off x="1620978" y="4470401"/>
              <a:ext cx="497807" cy="7190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none" w="med" len="lg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377" name="Line 74"/>
            <p:cNvSpPr>
              <a:spLocks noChangeShapeType="1"/>
            </p:cNvSpPr>
            <p:nvPr/>
          </p:nvSpPr>
          <p:spPr bwMode="auto">
            <a:xfrm>
              <a:off x="338458" y="6179822"/>
              <a:ext cx="1449373" cy="3614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 type="arrow"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378" name="Line 75"/>
            <p:cNvSpPr>
              <a:spLocks noChangeShapeType="1"/>
            </p:cNvSpPr>
            <p:nvPr/>
          </p:nvSpPr>
          <p:spPr bwMode="auto">
            <a:xfrm flipH="1">
              <a:off x="1910663" y="6185789"/>
              <a:ext cx="6443031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 type="oval"/>
              <a:tailEnd type="none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379" name="Line 117"/>
            <p:cNvSpPr>
              <a:spLocks noChangeShapeType="1"/>
            </p:cNvSpPr>
            <p:nvPr/>
          </p:nvSpPr>
          <p:spPr bwMode="auto">
            <a:xfrm flipV="1">
              <a:off x="350490" y="6524627"/>
              <a:ext cx="8002539" cy="845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arrow" w="med" len="med"/>
              <a:tailEnd type="oval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380" name="Line 118"/>
            <p:cNvSpPr>
              <a:spLocks noChangeShapeType="1"/>
            </p:cNvSpPr>
            <p:nvPr/>
          </p:nvSpPr>
          <p:spPr bwMode="auto">
            <a:xfrm>
              <a:off x="350490" y="6633929"/>
              <a:ext cx="8002539" cy="234"/>
            </a:xfrm>
            <a:prstGeom prst="line">
              <a:avLst/>
            </a:prstGeom>
            <a:noFill/>
            <a:ln w="25400">
              <a:solidFill>
                <a:srgbClr val="FF99CC"/>
              </a:solidFill>
              <a:round/>
              <a:headEnd type="arrow" w="med" len="med"/>
              <a:tailEnd type="oval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381" name="Line 134"/>
            <p:cNvSpPr>
              <a:spLocks noChangeShapeType="1"/>
            </p:cNvSpPr>
            <p:nvPr/>
          </p:nvSpPr>
          <p:spPr bwMode="auto">
            <a:xfrm flipV="1">
              <a:off x="350492" y="6286502"/>
              <a:ext cx="7997379" cy="7748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 type="arrow" w="med" len="med"/>
              <a:tailEnd type="oval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382" name="Line 135"/>
            <p:cNvSpPr>
              <a:spLocks noChangeShapeType="1"/>
            </p:cNvSpPr>
            <p:nvPr/>
          </p:nvSpPr>
          <p:spPr bwMode="auto">
            <a:xfrm>
              <a:off x="350493" y="6402709"/>
              <a:ext cx="8007698" cy="2857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arrow" w="med" len="med"/>
              <a:tailEnd type="oval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384" name="Rectangle 207"/>
            <p:cNvSpPr>
              <a:spLocks noChangeArrowheads="1"/>
            </p:cNvSpPr>
            <p:nvPr/>
          </p:nvSpPr>
          <p:spPr bwMode="auto">
            <a:xfrm flipH="1">
              <a:off x="7397799" y="6092824"/>
              <a:ext cx="566831" cy="9415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RS485 TL</a:t>
              </a:r>
              <a:endParaRPr lang="ko-KR" altLang="ko-KR" dirty="0"/>
            </a:p>
          </p:txBody>
        </p:sp>
        <p:sp>
          <p:nvSpPr>
            <p:cNvPr id="385" name="Rectangle 208"/>
            <p:cNvSpPr>
              <a:spLocks noChangeArrowheads="1"/>
            </p:cNvSpPr>
            <p:nvPr/>
          </p:nvSpPr>
          <p:spPr bwMode="auto">
            <a:xfrm flipH="1">
              <a:off x="7409419" y="6213204"/>
              <a:ext cx="533261" cy="643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/>
                <a:t>Dual- tone TL</a:t>
              </a:r>
              <a:endParaRPr lang="ko-KR" altLang="ko-KR" sz="600" dirty="0"/>
            </a:p>
          </p:txBody>
        </p:sp>
        <p:sp>
          <p:nvSpPr>
            <p:cNvPr id="386" name="Rectangle 209"/>
            <p:cNvSpPr>
              <a:spLocks noChangeArrowheads="1"/>
            </p:cNvSpPr>
            <p:nvPr/>
          </p:nvSpPr>
          <p:spPr bwMode="auto">
            <a:xfrm flipH="1">
              <a:off x="7413293" y="6321663"/>
              <a:ext cx="533261" cy="643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 PA Audio TL</a:t>
              </a:r>
              <a:endParaRPr lang="ko-KR" altLang="ko-KR" dirty="0"/>
            </a:p>
          </p:txBody>
        </p:sp>
        <p:sp>
          <p:nvSpPr>
            <p:cNvPr id="388" name="Rectangle 211"/>
            <p:cNvSpPr>
              <a:spLocks noChangeArrowheads="1"/>
            </p:cNvSpPr>
            <p:nvPr/>
          </p:nvSpPr>
          <p:spPr bwMode="auto">
            <a:xfrm flipH="1">
              <a:off x="7412001" y="6552885"/>
              <a:ext cx="533261" cy="643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PEI TL</a:t>
              </a:r>
              <a:endParaRPr lang="ko-KR" altLang="ko-KR" dirty="0"/>
            </a:p>
          </p:txBody>
        </p:sp>
        <p:sp>
          <p:nvSpPr>
            <p:cNvPr id="389" name="Rectangle 228"/>
            <p:cNvSpPr>
              <a:spLocks noChangeArrowheads="1"/>
            </p:cNvSpPr>
            <p:nvPr/>
          </p:nvSpPr>
          <p:spPr bwMode="auto">
            <a:xfrm>
              <a:off x="369858" y="6088057"/>
              <a:ext cx="566832" cy="9415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RS485 TL</a:t>
              </a:r>
              <a:endParaRPr lang="ko-KR" altLang="ko-KR" dirty="0"/>
            </a:p>
          </p:txBody>
        </p:sp>
        <p:sp>
          <p:nvSpPr>
            <p:cNvPr id="390" name="Rectangle 229"/>
            <p:cNvSpPr>
              <a:spLocks noChangeArrowheads="1"/>
            </p:cNvSpPr>
            <p:nvPr/>
          </p:nvSpPr>
          <p:spPr bwMode="auto">
            <a:xfrm>
              <a:off x="478034" y="6208436"/>
              <a:ext cx="533261" cy="643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/>
                <a:t>Dual- tone TL</a:t>
              </a:r>
              <a:endParaRPr lang="ko-KR" altLang="ko-KR" sz="600" dirty="0"/>
            </a:p>
          </p:txBody>
        </p:sp>
        <p:sp>
          <p:nvSpPr>
            <p:cNvPr id="391" name="Rectangle 230"/>
            <p:cNvSpPr>
              <a:spLocks noChangeArrowheads="1"/>
            </p:cNvSpPr>
            <p:nvPr/>
          </p:nvSpPr>
          <p:spPr bwMode="auto">
            <a:xfrm>
              <a:off x="441300" y="6316896"/>
              <a:ext cx="533261" cy="643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 PA Audio TL</a:t>
              </a:r>
              <a:endParaRPr lang="ko-KR" altLang="ko-KR" dirty="0"/>
            </a:p>
          </p:txBody>
        </p:sp>
        <p:sp>
          <p:nvSpPr>
            <p:cNvPr id="392" name="Rectangle 231"/>
            <p:cNvSpPr>
              <a:spLocks noChangeArrowheads="1"/>
            </p:cNvSpPr>
            <p:nvPr/>
          </p:nvSpPr>
          <p:spPr bwMode="auto">
            <a:xfrm>
              <a:off x="457551" y="6438461"/>
              <a:ext cx="533261" cy="643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 </a:t>
              </a:r>
              <a:r>
                <a:rPr lang="en-US" altLang="ko-KR" sz="600" dirty="0" smtClean="0">
                  <a:latin typeface="Arial" charset="0"/>
                </a:rPr>
                <a:t> PA Control TL</a:t>
              </a:r>
              <a:endParaRPr lang="ko-KR" altLang="ko-KR" sz="600" dirty="0"/>
            </a:p>
          </p:txBody>
        </p:sp>
        <p:sp>
          <p:nvSpPr>
            <p:cNvPr id="393" name="Rectangle 232"/>
            <p:cNvSpPr>
              <a:spLocks noChangeArrowheads="1"/>
            </p:cNvSpPr>
            <p:nvPr/>
          </p:nvSpPr>
          <p:spPr bwMode="auto">
            <a:xfrm>
              <a:off x="389228" y="6548119"/>
              <a:ext cx="533261" cy="643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PEI TL</a:t>
              </a:r>
              <a:endParaRPr lang="ko-KR" altLang="ko-KR" dirty="0"/>
            </a:p>
          </p:txBody>
        </p:sp>
        <p:sp>
          <p:nvSpPr>
            <p:cNvPr id="396" name="Oval 567"/>
            <p:cNvSpPr>
              <a:spLocks noChangeArrowheads="1"/>
            </p:cNvSpPr>
            <p:nvPr/>
          </p:nvSpPr>
          <p:spPr bwMode="auto">
            <a:xfrm flipH="1">
              <a:off x="8687559" y="6377049"/>
              <a:ext cx="61978" cy="53634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1416" tIns="45708" rIns="91416" bIns="45708" anchor="ctr"/>
            <a:lstStyle/>
            <a:p>
              <a:pPr algn="ctr"/>
              <a:endParaRPr lang="ko-KR" altLang="ko-KR"/>
            </a:p>
          </p:txBody>
        </p:sp>
        <p:sp>
          <p:nvSpPr>
            <p:cNvPr id="398" name="Oval 567"/>
            <p:cNvSpPr>
              <a:spLocks noChangeArrowheads="1"/>
            </p:cNvSpPr>
            <p:nvPr/>
          </p:nvSpPr>
          <p:spPr bwMode="auto">
            <a:xfrm flipH="1">
              <a:off x="8672169" y="6156262"/>
              <a:ext cx="61978" cy="53634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1416" tIns="45708" rIns="91416" bIns="45708" anchor="ctr"/>
            <a:lstStyle/>
            <a:p>
              <a:pPr algn="ctr"/>
              <a:endParaRPr lang="ko-KR" altLang="ko-KR"/>
            </a:p>
          </p:txBody>
        </p:sp>
        <p:sp>
          <p:nvSpPr>
            <p:cNvPr id="399" name="Line 109"/>
            <p:cNvSpPr>
              <a:spLocks noChangeShapeType="1"/>
            </p:cNvSpPr>
            <p:nvPr/>
          </p:nvSpPr>
          <p:spPr bwMode="auto">
            <a:xfrm flipH="1">
              <a:off x="1626146" y="4584702"/>
              <a:ext cx="382572" cy="840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 type="none" w="med" len="lg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400" name="Line 128"/>
            <p:cNvSpPr>
              <a:spLocks noChangeShapeType="1"/>
            </p:cNvSpPr>
            <p:nvPr/>
          </p:nvSpPr>
          <p:spPr bwMode="auto">
            <a:xfrm flipV="1">
              <a:off x="2002431" y="4578352"/>
              <a:ext cx="6288" cy="1717278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 type="oval" w="med" len="med"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412" name="Line 77"/>
            <p:cNvSpPr>
              <a:spLocks noChangeShapeType="1"/>
            </p:cNvSpPr>
            <p:nvPr/>
          </p:nvSpPr>
          <p:spPr bwMode="auto">
            <a:xfrm flipH="1" flipV="1">
              <a:off x="1621834" y="3497069"/>
              <a:ext cx="6736031" cy="1782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oval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425" name="Rectangle 102"/>
            <p:cNvSpPr>
              <a:spLocks noChangeArrowheads="1"/>
            </p:cNvSpPr>
            <p:nvPr/>
          </p:nvSpPr>
          <p:spPr bwMode="auto">
            <a:xfrm>
              <a:off x="1653125" y="3159059"/>
              <a:ext cx="867679" cy="11322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Dual - tone</a:t>
              </a:r>
              <a:endParaRPr lang="ko-KR" altLang="ko-KR" dirty="0"/>
            </a:p>
          </p:txBody>
        </p:sp>
        <p:sp>
          <p:nvSpPr>
            <p:cNvPr id="426" name="Rectangle 102"/>
            <p:cNvSpPr>
              <a:spLocks noChangeArrowheads="1"/>
            </p:cNvSpPr>
            <p:nvPr/>
          </p:nvSpPr>
          <p:spPr bwMode="auto">
            <a:xfrm>
              <a:off x="1660004" y="3401444"/>
              <a:ext cx="867679" cy="11322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PA </a:t>
              </a:r>
              <a:r>
                <a:rPr lang="en-US" altLang="ko-KR" sz="600" dirty="0" smtClean="0">
                  <a:latin typeface="Arial" charset="0"/>
                </a:rPr>
                <a:t>Audio</a:t>
              </a:r>
              <a:endParaRPr lang="ko-KR" altLang="ko-KR" dirty="0"/>
            </a:p>
          </p:txBody>
        </p:sp>
        <p:sp>
          <p:nvSpPr>
            <p:cNvPr id="427" name="Line 608"/>
            <p:cNvSpPr>
              <a:spLocks noChangeShapeType="1"/>
            </p:cNvSpPr>
            <p:nvPr/>
          </p:nvSpPr>
          <p:spPr bwMode="auto">
            <a:xfrm>
              <a:off x="2847977" y="3492501"/>
              <a:ext cx="5837" cy="161882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360" name="Line 608"/>
            <p:cNvSpPr>
              <a:spLocks noChangeShapeType="1"/>
            </p:cNvSpPr>
            <p:nvPr/>
          </p:nvSpPr>
          <p:spPr bwMode="auto">
            <a:xfrm>
              <a:off x="2970426" y="3268982"/>
              <a:ext cx="2504" cy="375748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648" name="Line 608"/>
            <p:cNvSpPr>
              <a:spLocks noChangeShapeType="1"/>
            </p:cNvSpPr>
            <p:nvPr/>
          </p:nvSpPr>
          <p:spPr bwMode="auto">
            <a:xfrm flipH="1">
              <a:off x="3086366" y="3154681"/>
              <a:ext cx="7885" cy="490048"/>
            </a:xfrm>
            <a:prstGeom prst="line">
              <a:avLst/>
            </a:prstGeom>
            <a:noFill/>
            <a:ln w="25400">
              <a:solidFill>
                <a:srgbClr val="FF99CC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362" name="Line 608"/>
            <p:cNvSpPr>
              <a:spLocks noChangeShapeType="1"/>
            </p:cNvSpPr>
            <p:nvPr/>
          </p:nvSpPr>
          <p:spPr bwMode="auto">
            <a:xfrm>
              <a:off x="6332962" y="3276601"/>
              <a:ext cx="1209" cy="1021080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649" name="Line 610"/>
            <p:cNvSpPr>
              <a:spLocks noChangeShapeType="1"/>
            </p:cNvSpPr>
            <p:nvPr/>
          </p:nvSpPr>
          <p:spPr bwMode="auto">
            <a:xfrm>
              <a:off x="6462683" y="3154682"/>
              <a:ext cx="4222" cy="1139615"/>
            </a:xfrm>
            <a:prstGeom prst="line">
              <a:avLst/>
            </a:prstGeom>
            <a:noFill/>
            <a:ln w="25400">
              <a:solidFill>
                <a:srgbClr val="FF99CC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361" name="Line 608"/>
            <p:cNvSpPr>
              <a:spLocks noChangeShapeType="1"/>
            </p:cNvSpPr>
            <p:nvPr/>
          </p:nvSpPr>
          <p:spPr bwMode="auto">
            <a:xfrm>
              <a:off x="3749147" y="3262631"/>
              <a:ext cx="0" cy="1028700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349" name="Line 609"/>
            <p:cNvSpPr>
              <a:spLocks noChangeShapeType="1"/>
            </p:cNvSpPr>
            <p:nvPr/>
          </p:nvSpPr>
          <p:spPr bwMode="auto">
            <a:xfrm>
              <a:off x="3858543" y="3154682"/>
              <a:ext cx="11285" cy="1139615"/>
            </a:xfrm>
            <a:prstGeom prst="line">
              <a:avLst/>
            </a:prstGeom>
            <a:noFill/>
            <a:ln w="25400">
              <a:solidFill>
                <a:srgbClr val="FF99CC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428" name="Line 608"/>
            <p:cNvSpPr>
              <a:spLocks noChangeShapeType="1"/>
            </p:cNvSpPr>
            <p:nvPr/>
          </p:nvSpPr>
          <p:spPr bwMode="auto">
            <a:xfrm flipH="1">
              <a:off x="3989918" y="3498852"/>
              <a:ext cx="0" cy="793750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429" name="Line 608"/>
            <p:cNvSpPr>
              <a:spLocks noChangeShapeType="1"/>
            </p:cNvSpPr>
            <p:nvPr/>
          </p:nvSpPr>
          <p:spPr bwMode="auto">
            <a:xfrm flipH="1">
              <a:off x="6591183" y="3501009"/>
              <a:ext cx="0" cy="793750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grpSp>
          <p:nvGrpSpPr>
            <p:cNvPr id="450" name="그룹 449"/>
            <p:cNvGrpSpPr/>
            <p:nvPr/>
          </p:nvGrpSpPr>
          <p:grpSpPr>
            <a:xfrm>
              <a:off x="7374983" y="2966473"/>
              <a:ext cx="902074" cy="541776"/>
              <a:chOff x="6893238" y="1628800"/>
              <a:chExt cx="832684" cy="541776"/>
            </a:xfrm>
          </p:grpSpPr>
          <p:sp>
            <p:nvSpPr>
              <p:cNvPr id="445" name="Rectangle 101"/>
              <p:cNvSpPr>
                <a:spLocks noChangeArrowheads="1"/>
              </p:cNvSpPr>
              <p:nvPr/>
            </p:nvSpPr>
            <p:spPr bwMode="auto">
              <a:xfrm>
                <a:off x="7092280" y="1628800"/>
                <a:ext cx="493433" cy="65552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91427" tIns="45713" rIns="91427" bIns="45713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PEI </a:t>
                </a:r>
                <a:r>
                  <a:rPr lang="en-US" altLang="ko-KR" sz="600" dirty="0" smtClean="0">
                    <a:latin typeface="Arial" charset="0"/>
                  </a:rPr>
                  <a:t>ADDRESS</a:t>
                </a:r>
                <a:r>
                  <a:rPr lang="en-US" altLang="ko-KR" sz="600" dirty="0">
                    <a:latin typeface="Arial" charset="0"/>
                  </a:rPr>
                  <a:t>.</a:t>
                </a:r>
                <a:endParaRPr lang="ko-KR" altLang="ko-KR" dirty="0"/>
              </a:p>
            </p:txBody>
          </p:sp>
          <p:sp>
            <p:nvSpPr>
              <p:cNvPr id="446" name="Rectangle 102"/>
              <p:cNvSpPr>
                <a:spLocks noChangeArrowheads="1"/>
              </p:cNvSpPr>
              <p:nvPr/>
            </p:nvSpPr>
            <p:spPr bwMode="auto">
              <a:xfrm>
                <a:off x="6893238" y="1711038"/>
                <a:ext cx="800934" cy="11322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91427" tIns="45713" rIns="91427" bIns="45713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PEI </a:t>
                </a:r>
                <a:r>
                  <a:rPr lang="en-US" altLang="ko-KR" sz="600" dirty="0" smtClean="0">
                    <a:latin typeface="Arial" charset="0"/>
                  </a:rPr>
                  <a:t>Audio.</a:t>
                </a:r>
                <a:endParaRPr lang="ko-KR" altLang="ko-KR" dirty="0"/>
              </a:p>
            </p:txBody>
          </p:sp>
          <p:sp>
            <p:nvSpPr>
              <p:cNvPr id="447" name="Rectangle 76"/>
              <p:cNvSpPr>
                <a:spLocks noChangeArrowheads="1"/>
              </p:cNvSpPr>
              <p:nvPr/>
            </p:nvSpPr>
            <p:spPr bwMode="auto">
              <a:xfrm>
                <a:off x="7032178" y="1970992"/>
                <a:ext cx="692475" cy="52442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91427" tIns="45713" rIns="91427" bIns="45713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DPO </a:t>
                </a:r>
                <a:r>
                  <a:rPr lang="en-US" altLang="ko-KR" sz="600" dirty="0" smtClean="0">
                    <a:latin typeface="Arial" charset="0"/>
                  </a:rPr>
                  <a:t>ADDRESS</a:t>
                </a:r>
                <a:r>
                  <a:rPr lang="en-US" altLang="ko-KR" sz="600" dirty="0">
                    <a:latin typeface="Arial" charset="0"/>
                  </a:rPr>
                  <a:t>.</a:t>
                </a:r>
                <a:endParaRPr lang="ko-KR" altLang="ko-KR" dirty="0"/>
              </a:p>
            </p:txBody>
          </p:sp>
          <p:sp>
            <p:nvSpPr>
              <p:cNvPr id="448" name="Rectangle 102"/>
              <p:cNvSpPr>
                <a:spLocks noChangeArrowheads="1"/>
              </p:cNvSpPr>
              <p:nvPr/>
            </p:nvSpPr>
            <p:spPr bwMode="auto">
              <a:xfrm>
                <a:off x="6918638" y="1814962"/>
                <a:ext cx="800934" cy="11322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91427" tIns="45713" rIns="91427" bIns="45713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Dual </a:t>
                </a:r>
                <a:r>
                  <a:rPr lang="en-US" altLang="ko-KR" sz="600" dirty="0" smtClean="0">
                    <a:latin typeface="Arial" charset="0"/>
                  </a:rPr>
                  <a:t>– tone.</a:t>
                </a:r>
                <a:endParaRPr lang="ko-KR" altLang="ko-KR" dirty="0"/>
              </a:p>
            </p:txBody>
          </p:sp>
          <p:sp>
            <p:nvSpPr>
              <p:cNvPr id="449" name="Rectangle 102"/>
              <p:cNvSpPr>
                <a:spLocks noChangeArrowheads="1"/>
              </p:cNvSpPr>
              <p:nvPr/>
            </p:nvSpPr>
            <p:spPr bwMode="auto">
              <a:xfrm>
                <a:off x="6924988" y="2057348"/>
                <a:ext cx="800934" cy="11322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91427" tIns="45713" rIns="91427" bIns="45713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PA </a:t>
                </a:r>
                <a:r>
                  <a:rPr lang="en-US" altLang="ko-KR" sz="600" dirty="0" smtClean="0">
                    <a:latin typeface="Arial" charset="0"/>
                  </a:rPr>
                  <a:t>Audio.</a:t>
                </a:r>
                <a:endParaRPr lang="ko-KR" altLang="ko-KR" dirty="0"/>
              </a:p>
            </p:txBody>
          </p:sp>
        </p:grpSp>
        <p:sp>
          <p:nvSpPr>
            <p:cNvPr id="451" name="Rectangle 106"/>
            <p:cNvSpPr>
              <a:spLocks noChangeArrowheads="1"/>
            </p:cNvSpPr>
            <p:nvPr/>
          </p:nvSpPr>
          <p:spPr bwMode="auto">
            <a:xfrm>
              <a:off x="1741391" y="4395614"/>
              <a:ext cx="534552" cy="643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PA Audio TL</a:t>
              </a:r>
              <a:endParaRPr lang="ko-KR" altLang="ko-KR" dirty="0"/>
            </a:p>
          </p:txBody>
        </p:sp>
        <p:sp>
          <p:nvSpPr>
            <p:cNvPr id="452" name="Rectangle 106"/>
            <p:cNvSpPr>
              <a:spLocks noChangeArrowheads="1"/>
            </p:cNvSpPr>
            <p:nvPr/>
          </p:nvSpPr>
          <p:spPr bwMode="auto">
            <a:xfrm>
              <a:off x="1748144" y="4516770"/>
              <a:ext cx="534552" cy="643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Dual- tone TL</a:t>
              </a:r>
              <a:endParaRPr lang="ko-KR" altLang="ko-KR" dirty="0"/>
            </a:p>
          </p:txBody>
        </p:sp>
        <p:sp>
          <p:nvSpPr>
            <p:cNvPr id="453" name="Rectangle 106"/>
            <p:cNvSpPr>
              <a:spLocks noChangeArrowheads="1"/>
            </p:cNvSpPr>
            <p:nvPr/>
          </p:nvSpPr>
          <p:spPr bwMode="auto">
            <a:xfrm>
              <a:off x="1668383" y="4653139"/>
              <a:ext cx="534552" cy="643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RS485 TL</a:t>
              </a:r>
              <a:endParaRPr lang="ko-KR" altLang="ko-KR" dirty="0"/>
            </a:p>
          </p:txBody>
        </p:sp>
        <p:sp>
          <p:nvSpPr>
            <p:cNvPr id="454" name="Line 195"/>
            <p:cNvSpPr>
              <a:spLocks noChangeShapeType="1"/>
            </p:cNvSpPr>
            <p:nvPr/>
          </p:nvSpPr>
          <p:spPr bwMode="auto">
            <a:xfrm flipH="1" flipV="1">
              <a:off x="1082051" y="2732875"/>
              <a:ext cx="132993" cy="54826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456" name="Line 202"/>
            <p:cNvSpPr>
              <a:spLocks noChangeShapeType="1"/>
            </p:cNvSpPr>
            <p:nvPr/>
          </p:nvSpPr>
          <p:spPr bwMode="auto">
            <a:xfrm flipH="1" flipV="1">
              <a:off x="1070259" y="2249610"/>
              <a:ext cx="8790" cy="47182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458" name="Rectangle 74"/>
            <p:cNvSpPr>
              <a:spLocks noChangeArrowheads="1"/>
            </p:cNvSpPr>
            <p:nvPr/>
          </p:nvSpPr>
          <p:spPr bwMode="auto">
            <a:xfrm>
              <a:off x="1642029" y="2817779"/>
              <a:ext cx="565541" cy="7032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RS485</a:t>
              </a:r>
              <a:endParaRPr lang="ko-KR" altLang="ko-KR" dirty="0"/>
            </a:p>
          </p:txBody>
        </p:sp>
        <p:sp>
          <p:nvSpPr>
            <p:cNvPr id="367" name="Rectangle 209"/>
            <p:cNvSpPr>
              <a:spLocks noChangeArrowheads="1"/>
            </p:cNvSpPr>
            <p:nvPr/>
          </p:nvSpPr>
          <p:spPr bwMode="auto">
            <a:xfrm flipH="1">
              <a:off x="1208586" y="2698634"/>
              <a:ext cx="234026" cy="28803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62192" tIns="81095" rIns="162192" bIns="81095" anchor="ctr"/>
            <a:lstStyle/>
            <a:p>
              <a:pPr algn="ctr"/>
              <a:r>
                <a:rPr lang="en-US" altLang="ko-KR" sz="600" dirty="0"/>
                <a:t>485</a:t>
              </a:r>
            </a:p>
            <a:p>
              <a:pPr algn="ctr"/>
              <a:r>
                <a:rPr lang="en-US" altLang="ko-KR" sz="600" dirty="0"/>
                <a:t>Card</a:t>
              </a:r>
              <a:endParaRPr lang="ko-KR" altLang="ko-KR" sz="600" dirty="0"/>
            </a:p>
          </p:txBody>
        </p:sp>
        <p:sp>
          <p:nvSpPr>
            <p:cNvPr id="468" name="Line 605"/>
            <p:cNvSpPr>
              <a:spLocks noChangeShapeType="1"/>
            </p:cNvSpPr>
            <p:nvPr/>
          </p:nvSpPr>
          <p:spPr bwMode="auto">
            <a:xfrm rot="10800000">
              <a:off x="1638300" y="3819904"/>
              <a:ext cx="1116864" cy="3043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arrow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469" name="Rectangle 599"/>
            <p:cNvSpPr>
              <a:spLocks noChangeArrowheads="1"/>
            </p:cNvSpPr>
            <p:nvPr/>
          </p:nvSpPr>
          <p:spPr bwMode="auto">
            <a:xfrm>
              <a:off x="1817432" y="3723139"/>
              <a:ext cx="283516" cy="8939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500" dirty="0" smtClean="0">
                  <a:latin typeface="Arial" charset="0"/>
                </a:rPr>
                <a:t>OCC AUDIO</a:t>
              </a:r>
              <a:endParaRPr lang="ko-KR" altLang="ko-KR" dirty="0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6162857" y="879774"/>
              <a:ext cx="2544286" cy="3847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 smtClean="0"/>
                <a:t>2012</a:t>
              </a:r>
              <a:r>
                <a:rPr lang="ko-KR" altLang="en-US" dirty="0" smtClean="0"/>
                <a:t>년 </a:t>
              </a:r>
              <a:r>
                <a:rPr lang="en-US" altLang="ko-KR" dirty="0" smtClean="0"/>
                <a:t>04</a:t>
              </a:r>
              <a:r>
                <a:rPr lang="ko-KR" altLang="en-US" dirty="0" smtClean="0"/>
                <a:t>월 </a:t>
              </a:r>
              <a:r>
                <a:rPr lang="en-US" altLang="ko-KR" dirty="0" smtClean="0"/>
                <a:t>04</a:t>
              </a:r>
              <a:r>
                <a:rPr lang="en-US" altLang="ko-KR" dirty="0" smtClean="0"/>
                <a:t> </a:t>
              </a:r>
              <a:r>
                <a:rPr lang="ko-KR" altLang="en-US" dirty="0" smtClean="0"/>
                <a:t>수정</a:t>
              </a:r>
              <a:r>
                <a:rPr lang="en-US" altLang="ko-KR" dirty="0" smtClean="0"/>
                <a:t>.</a:t>
              </a:r>
              <a:endParaRPr lang="ko-KR" altLang="en-US" dirty="0"/>
            </a:p>
          </p:txBody>
        </p:sp>
        <p:sp>
          <p:nvSpPr>
            <p:cNvPr id="356" name="Rectangle 231"/>
            <p:cNvSpPr>
              <a:spLocks noChangeArrowheads="1"/>
            </p:cNvSpPr>
            <p:nvPr/>
          </p:nvSpPr>
          <p:spPr bwMode="auto">
            <a:xfrm>
              <a:off x="7372067" y="6432405"/>
              <a:ext cx="533261" cy="643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 </a:t>
              </a:r>
              <a:r>
                <a:rPr lang="en-US" altLang="ko-KR" sz="600" dirty="0" smtClean="0">
                  <a:latin typeface="Arial" charset="0"/>
                </a:rPr>
                <a:t> PA Control TL</a:t>
              </a:r>
              <a:endParaRPr lang="ko-KR" altLang="ko-KR" sz="600" dirty="0"/>
            </a:p>
          </p:txBody>
        </p:sp>
        <p:sp>
          <p:nvSpPr>
            <p:cNvPr id="357" name="Line 176"/>
            <p:cNvSpPr>
              <a:spLocks noChangeShapeType="1"/>
            </p:cNvSpPr>
            <p:nvPr/>
          </p:nvSpPr>
          <p:spPr bwMode="auto">
            <a:xfrm>
              <a:off x="5207124" y="3033931"/>
              <a:ext cx="0" cy="649535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 type="oval" w="med" len="med"/>
              <a:tailEnd type="none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358" name="Line 608"/>
            <p:cNvSpPr>
              <a:spLocks noChangeShapeType="1"/>
            </p:cNvSpPr>
            <p:nvPr/>
          </p:nvSpPr>
          <p:spPr bwMode="auto">
            <a:xfrm>
              <a:off x="5003931" y="3493388"/>
              <a:ext cx="5837" cy="161882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359" name="Line 608"/>
            <p:cNvSpPr>
              <a:spLocks noChangeShapeType="1"/>
            </p:cNvSpPr>
            <p:nvPr/>
          </p:nvSpPr>
          <p:spPr bwMode="auto">
            <a:xfrm>
              <a:off x="5119876" y="3276896"/>
              <a:ext cx="2504" cy="375748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56" name="직사각형 57555"/>
            <p:cNvSpPr/>
            <p:nvPr/>
          </p:nvSpPr>
          <p:spPr>
            <a:xfrm>
              <a:off x="4962470" y="3650416"/>
              <a:ext cx="293099" cy="158308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400" dirty="0">
                  <a:solidFill>
                    <a:schemeClr val="tx1"/>
                  </a:solidFill>
                </a:rPr>
                <a:t>DPH</a:t>
              </a:r>
              <a:endParaRPr lang="ko-KR" altLang="en-US" sz="400" dirty="0">
                <a:solidFill>
                  <a:schemeClr val="tx1"/>
                </a:solidFill>
              </a:endParaRPr>
            </a:p>
          </p:txBody>
        </p:sp>
        <p:sp>
          <p:nvSpPr>
            <p:cNvPr id="57624" name="Rectangle 75"/>
            <p:cNvSpPr>
              <a:spLocks noChangeArrowheads="1"/>
            </p:cNvSpPr>
            <p:nvPr/>
          </p:nvSpPr>
          <p:spPr bwMode="auto">
            <a:xfrm flipH="1">
              <a:off x="2786389" y="3644729"/>
              <a:ext cx="575869" cy="235990"/>
            </a:xfrm>
            <a:prstGeom prst="rect">
              <a:avLst/>
            </a:prstGeom>
            <a:solidFill>
              <a:srgbClr val="CCFFFF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Driver PA</a:t>
              </a:r>
            </a:p>
            <a:p>
              <a:pPr algn="ctr"/>
              <a:r>
                <a:rPr lang="en-US" altLang="ko-KR" sz="600" dirty="0">
                  <a:latin typeface="Arial" charset="0"/>
                </a:rPr>
                <a:t>Operation Box</a:t>
              </a:r>
              <a:endParaRPr lang="ko-KR" altLang="ko-KR" dirty="0"/>
            </a:p>
          </p:txBody>
        </p:sp>
        <p:sp>
          <p:nvSpPr>
            <p:cNvPr id="394" name="Rectangle 94"/>
            <p:cNvSpPr>
              <a:spLocks noChangeArrowheads="1"/>
            </p:cNvSpPr>
            <p:nvPr/>
          </p:nvSpPr>
          <p:spPr bwMode="auto">
            <a:xfrm>
              <a:off x="4359847" y="3917669"/>
              <a:ext cx="871553" cy="108459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 smtClean="0">
                  <a:latin typeface="Arial" charset="0"/>
                </a:rPr>
                <a:t>CAB / UNCOUPLE REDUNDANCY signal</a:t>
              </a:r>
            </a:p>
          </p:txBody>
        </p:sp>
        <p:sp>
          <p:nvSpPr>
            <p:cNvPr id="401" name="Rectangle 94"/>
            <p:cNvSpPr>
              <a:spLocks noChangeArrowheads="1"/>
            </p:cNvSpPr>
            <p:nvPr/>
          </p:nvSpPr>
          <p:spPr bwMode="auto">
            <a:xfrm>
              <a:off x="7257256" y="3910051"/>
              <a:ext cx="871553" cy="108459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 smtClean="0">
                  <a:latin typeface="Arial" charset="0"/>
                </a:rPr>
                <a:t>CAB / UNCOUPLE REDUNDANCY signal</a:t>
              </a:r>
            </a:p>
          </p:txBody>
        </p:sp>
      </p:grpSp>
      <p:sp>
        <p:nvSpPr>
          <p:cNvPr id="402" name="Rectangle 5"/>
          <p:cNvSpPr>
            <a:spLocks noChangeArrowheads="1"/>
          </p:cNvSpPr>
          <p:nvPr/>
        </p:nvSpPr>
        <p:spPr bwMode="auto">
          <a:xfrm>
            <a:off x="3809305" y="260649"/>
            <a:ext cx="1071687" cy="21572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 err="1">
                <a:latin typeface="Arial" charset="0"/>
              </a:rPr>
              <a:t>Wimx</a:t>
            </a:r>
            <a:endParaRPr lang="ko-KR" altLang="ko-KR" dirty="0"/>
          </a:p>
        </p:txBody>
      </p:sp>
      <p:grpSp>
        <p:nvGrpSpPr>
          <p:cNvPr id="403" name="Group 12"/>
          <p:cNvGrpSpPr>
            <a:grpSpLocks/>
          </p:cNvGrpSpPr>
          <p:nvPr/>
        </p:nvGrpSpPr>
        <p:grpSpPr bwMode="auto">
          <a:xfrm>
            <a:off x="3789070" y="455294"/>
            <a:ext cx="1027786" cy="324188"/>
            <a:chOff x="5877" y="427"/>
            <a:chExt cx="953" cy="318"/>
          </a:xfrm>
        </p:grpSpPr>
        <p:sp>
          <p:nvSpPr>
            <p:cNvPr id="404" name="Freeform 13"/>
            <p:cNvSpPr>
              <a:spLocks/>
            </p:cNvSpPr>
            <p:nvPr/>
          </p:nvSpPr>
          <p:spPr bwMode="auto">
            <a:xfrm>
              <a:off x="5968" y="427"/>
              <a:ext cx="816" cy="272"/>
            </a:xfrm>
            <a:custGeom>
              <a:avLst/>
              <a:gdLst>
                <a:gd name="T0" fmla="*/ 0 w 771"/>
                <a:gd name="T1" fmla="*/ 326 h 227"/>
                <a:gd name="T2" fmla="*/ 203 w 771"/>
                <a:gd name="T3" fmla="*/ 131 h 227"/>
                <a:gd name="T4" fmla="*/ 305 w 771"/>
                <a:gd name="T5" fmla="*/ 65 h 227"/>
                <a:gd name="T6" fmla="*/ 457 w 771"/>
                <a:gd name="T7" fmla="*/ 0 h 227"/>
                <a:gd name="T8" fmla="*/ 559 w 771"/>
                <a:gd name="T9" fmla="*/ 0 h 227"/>
                <a:gd name="T10" fmla="*/ 659 w 771"/>
                <a:gd name="T11" fmla="*/ 131 h 227"/>
                <a:gd name="T12" fmla="*/ 711 w 771"/>
                <a:gd name="T13" fmla="*/ 195 h 227"/>
                <a:gd name="T14" fmla="*/ 812 w 771"/>
                <a:gd name="T15" fmla="*/ 260 h 227"/>
                <a:gd name="T16" fmla="*/ 864 w 771"/>
                <a:gd name="T17" fmla="*/ 326 h 227"/>
                <a:gd name="T18" fmla="*/ 0 w 771"/>
                <a:gd name="T19" fmla="*/ 326 h 22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771"/>
                <a:gd name="T31" fmla="*/ 0 h 227"/>
                <a:gd name="T32" fmla="*/ 771 w 771"/>
                <a:gd name="T33" fmla="*/ 227 h 22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771" h="227">
                  <a:moveTo>
                    <a:pt x="0" y="227"/>
                  </a:moveTo>
                  <a:lnTo>
                    <a:pt x="181" y="91"/>
                  </a:lnTo>
                  <a:lnTo>
                    <a:pt x="272" y="45"/>
                  </a:lnTo>
                  <a:lnTo>
                    <a:pt x="408" y="0"/>
                  </a:lnTo>
                  <a:lnTo>
                    <a:pt x="499" y="0"/>
                  </a:lnTo>
                  <a:lnTo>
                    <a:pt x="589" y="91"/>
                  </a:lnTo>
                  <a:lnTo>
                    <a:pt x="635" y="136"/>
                  </a:lnTo>
                  <a:lnTo>
                    <a:pt x="725" y="181"/>
                  </a:lnTo>
                  <a:lnTo>
                    <a:pt x="771" y="227"/>
                  </a:lnTo>
                  <a:lnTo>
                    <a:pt x="0" y="227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DDDDDD"/>
                </a:gs>
              </a:gsLst>
              <a:lin ang="5400000" scaled="1"/>
            </a:gradFill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05" name="Rectangle 14"/>
            <p:cNvSpPr>
              <a:spLocks noChangeArrowheads="1"/>
            </p:cNvSpPr>
            <p:nvPr/>
          </p:nvSpPr>
          <p:spPr bwMode="auto">
            <a:xfrm rot="10800000">
              <a:off x="5877" y="695"/>
              <a:ext cx="953" cy="50"/>
            </a:xfrm>
            <a:prstGeom prst="rect">
              <a:avLst/>
            </a:prstGeom>
            <a:gradFill rotWithShape="1">
              <a:gsLst>
                <a:gs pos="0">
                  <a:srgbClr val="808080"/>
                </a:gs>
                <a:gs pos="50000">
                  <a:srgbClr val="DDDDDD"/>
                </a:gs>
                <a:gs pos="100000">
                  <a:srgbClr val="808080"/>
                </a:gs>
              </a:gsLst>
              <a:lin ang="0" scaled="1"/>
            </a:gra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/>
            </a:p>
          </p:txBody>
        </p:sp>
      </p:grpSp>
      <p:sp>
        <p:nvSpPr>
          <p:cNvPr id="431" name="직사각형 430"/>
          <p:cNvSpPr/>
          <p:nvPr/>
        </p:nvSpPr>
        <p:spPr>
          <a:xfrm>
            <a:off x="3518292" y="208646"/>
            <a:ext cx="1506716" cy="12534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2" name="TextBox 431"/>
          <p:cNvSpPr txBox="1"/>
          <p:nvPr/>
        </p:nvSpPr>
        <p:spPr>
          <a:xfrm>
            <a:off x="2933667" y="1423809"/>
            <a:ext cx="32210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smtClean="0">
                <a:solidFill>
                  <a:srgbClr val="FF0000"/>
                </a:solidFill>
              </a:rPr>
              <a:t>※ Not included in scope of supply.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sp>
        <p:nvSpPr>
          <p:cNvPr id="433" name="Line 15"/>
          <p:cNvSpPr>
            <a:spLocks noChangeShapeType="1"/>
          </p:cNvSpPr>
          <p:nvPr/>
        </p:nvSpPr>
        <p:spPr bwMode="auto">
          <a:xfrm>
            <a:off x="4377610" y="705588"/>
            <a:ext cx="0" cy="491164"/>
          </a:xfrm>
          <a:prstGeom prst="line">
            <a:avLst/>
          </a:prstGeom>
          <a:noFill/>
          <a:ln w="25400">
            <a:solidFill>
              <a:srgbClr val="3366FF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438" name="Oval 17"/>
          <p:cNvSpPr>
            <a:spLocks noChangeArrowheads="1"/>
          </p:cNvSpPr>
          <p:nvPr/>
        </p:nvSpPr>
        <p:spPr bwMode="auto">
          <a:xfrm flipH="1">
            <a:off x="4319506" y="1196752"/>
            <a:ext cx="117497" cy="108459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round/>
            <a:headEnd/>
            <a:tailEnd/>
          </a:ln>
        </p:spPr>
        <p:txBody>
          <a:bodyPr wrap="none" lIns="91416" tIns="45708" rIns="91416" bIns="45708" anchor="ctr"/>
          <a:lstStyle/>
          <a:p>
            <a:pPr algn="ctr"/>
            <a:r>
              <a:rPr lang="en-US" altLang="ko-KR" sz="600" dirty="0">
                <a:latin typeface="Arial" charset="0"/>
              </a:rPr>
              <a:t>A</a:t>
            </a:r>
            <a:endParaRPr lang="ko-KR" altLang="ko-KR" dirty="0"/>
          </a:p>
        </p:txBody>
      </p:sp>
      <p:grpSp>
        <p:nvGrpSpPr>
          <p:cNvPr id="455" name="Group 22"/>
          <p:cNvGrpSpPr>
            <a:grpSpLocks/>
          </p:cNvGrpSpPr>
          <p:nvPr/>
        </p:nvGrpSpPr>
        <p:grpSpPr bwMode="auto">
          <a:xfrm flipH="1">
            <a:off x="4349205" y="601894"/>
            <a:ext cx="58104" cy="103692"/>
            <a:chOff x="3016" y="2523"/>
            <a:chExt cx="91" cy="46"/>
          </a:xfrm>
        </p:grpSpPr>
        <p:sp>
          <p:nvSpPr>
            <p:cNvPr id="459" name="Line 23"/>
            <p:cNvSpPr>
              <a:spLocks noChangeShapeType="1"/>
            </p:cNvSpPr>
            <p:nvPr/>
          </p:nvSpPr>
          <p:spPr bwMode="auto">
            <a:xfrm>
              <a:off x="3016" y="2523"/>
              <a:ext cx="46" cy="46"/>
            </a:xfrm>
            <a:prstGeom prst="line">
              <a:avLst/>
            </a:prstGeom>
            <a:noFill/>
            <a:ln w="25400">
              <a:solidFill>
                <a:srgbClr val="3366FF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60" name="Line 24"/>
            <p:cNvSpPr>
              <a:spLocks noChangeShapeType="1"/>
            </p:cNvSpPr>
            <p:nvPr/>
          </p:nvSpPr>
          <p:spPr bwMode="auto">
            <a:xfrm flipH="1">
              <a:off x="3062" y="2523"/>
              <a:ext cx="45" cy="46"/>
            </a:xfrm>
            <a:prstGeom prst="line">
              <a:avLst/>
            </a:prstGeom>
            <a:noFill/>
            <a:ln w="25400">
              <a:solidFill>
                <a:srgbClr val="3366FF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461" name="직사각형 460"/>
          <p:cNvSpPr/>
          <p:nvPr/>
        </p:nvSpPr>
        <p:spPr>
          <a:xfrm>
            <a:off x="4160912" y="908720"/>
            <a:ext cx="413178" cy="160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smtClean="0"/>
              <a:t>CMU</a:t>
            </a:r>
            <a:endParaRPr lang="ko-KR" altLang="en-US" sz="800" dirty="0"/>
          </a:p>
        </p:txBody>
      </p:sp>
      <p:sp>
        <p:nvSpPr>
          <p:cNvPr id="462" name="Rectangle 598"/>
          <p:cNvSpPr>
            <a:spLocks noChangeArrowheads="1"/>
          </p:cNvSpPr>
          <p:nvPr/>
        </p:nvSpPr>
        <p:spPr bwMode="auto">
          <a:xfrm>
            <a:off x="4339739" y="3584255"/>
            <a:ext cx="468701" cy="10845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500" dirty="0" smtClean="0">
                <a:latin typeface="Arial" charset="0"/>
              </a:rPr>
              <a:t>POWER DC 24V</a:t>
            </a:r>
            <a:endParaRPr lang="ko-KR" altLang="ko-KR" dirty="0"/>
          </a:p>
        </p:txBody>
      </p:sp>
    </p:spTree>
    <p:extLst>
      <p:ext uri="{BB962C8B-B14F-4D97-AF65-F5344CB8AC3E}">
        <p14:creationId xmlns:p14="http://schemas.microsoft.com/office/powerpoint/2010/main" val="27302698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 flipH="1">
            <a:off x="326673" y="22647"/>
            <a:ext cx="8436627" cy="6812711"/>
            <a:chOff x="326673" y="22647"/>
            <a:chExt cx="8436627" cy="6812711"/>
          </a:xfrm>
        </p:grpSpPr>
        <p:sp>
          <p:nvSpPr>
            <p:cNvPr id="363" name="Line 594"/>
            <p:cNvSpPr>
              <a:spLocks noChangeShapeType="1"/>
            </p:cNvSpPr>
            <p:nvPr/>
          </p:nvSpPr>
          <p:spPr bwMode="auto">
            <a:xfrm rot="10800000" flipV="1">
              <a:off x="3339233" y="3694093"/>
              <a:ext cx="1667616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med" len="med"/>
              <a:tailEnd type="none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06" name="Line 46"/>
            <p:cNvSpPr>
              <a:spLocks noChangeShapeType="1"/>
            </p:cNvSpPr>
            <p:nvPr/>
          </p:nvSpPr>
          <p:spPr bwMode="auto">
            <a:xfrm>
              <a:off x="1250046" y="2797631"/>
              <a:ext cx="1418418" cy="681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arrow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457" name="Line 46"/>
            <p:cNvSpPr>
              <a:spLocks noChangeShapeType="1"/>
            </p:cNvSpPr>
            <p:nvPr/>
          </p:nvSpPr>
          <p:spPr bwMode="auto">
            <a:xfrm>
              <a:off x="1266893" y="2906488"/>
              <a:ext cx="1418418" cy="681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arrow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grpSp>
          <p:nvGrpSpPr>
            <p:cNvPr id="439" name="그룹 438"/>
            <p:cNvGrpSpPr/>
            <p:nvPr/>
          </p:nvGrpSpPr>
          <p:grpSpPr>
            <a:xfrm>
              <a:off x="8350987" y="3374319"/>
              <a:ext cx="405434" cy="82240"/>
              <a:chOff x="7706444" y="3562784"/>
              <a:chExt cx="374247" cy="82240"/>
            </a:xfrm>
          </p:grpSpPr>
          <p:sp>
            <p:nvSpPr>
              <p:cNvPr id="440" name="Freeform 553"/>
              <p:cNvSpPr>
                <a:spLocks/>
              </p:cNvSpPr>
              <p:nvPr/>
            </p:nvSpPr>
            <p:spPr bwMode="auto">
              <a:xfrm flipH="1">
                <a:off x="7706444" y="3590198"/>
                <a:ext cx="343258" cy="54826"/>
              </a:xfrm>
              <a:custGeom>
                <a:avLst/>
                <a:gdLst>
                  <a:gd name="T0" fmla="*/ 765684263 w 273"/>
                  <a:gd name="T1" fmla="*/ 0 h 46"/>
                  <a:gd name="T2" fmla="*/ 381440387 w 273"/>
                  <a:gd name="T3" fmla="*/ 115927199 h 46"/>
                  <a:gd name="T4" fmla="*/ 0 w 273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46"/>
                  <a:gd name="T11" fmla="*/ 273 w 273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46">
                    <a:moveTo>
                      <a:pt x="273" y="0"/>
                    </a:moveTo>
                    <a:cubicBezTo>
                      <a:pt x="227" y="23"/>
                      <a:pt x="181" y="46"/>
                      <a:pt x="136" y="46"/>
                    </a:cubicBezTo>
                    <a:cubicBezTo>
                      <a:pt x="91" y="46"/>
                      <a:pt x="30" y="15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68644" tIns="34322" rIns="68644" bIns="34322"/>
              <a:lstStyle/>
              <a:p>
                <a:endParaRPr lang="ko-KR" altLang="en-US"/>
              </a:p>
            </p:txBody>
          </p:sp>
          <p:sp>
            <p:nvSpPr>
              <p:cNvPr id="441" name="Oval 557"/>
              <p:cNvSpPr>
                <a:spLocks noChangeArrowheads="1"/>
              </p:cNvSpPr>
              <p:nvPr/>
            </p:nvSpPr>
            <p:spPr bwMode="auto">
              <a:xfrm flipH="1">
                <a:off x="8023481" y="3562784"/>
                <a:ext cx="57210" cy="53634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 wrap="none" lIns="68644" tIns="34322" rIns="68644" bIns="34322" anchor="ctr"/>
              <a:lstStyle/>
              <a:p>
                <a:pPr algn="ctr"/>
                <a:endParaRPr lang="ko-KR" altLang="ko-KR"/>
              </a:p>
            </p:txBody>
          </p:sp>
        </p:grpSp>
        <p:grpSp>
          <p:nvGrpSpPr>
            <p:cNvPr id="442" name="그룹 441"/>
            <p:cNvGrpSpPr/>
            <p:nvPr/>
          </p:nvGrpSpPr>
          <p:grpSpPr>
            <a:xfrm>
              <a:off x="8357866" y="3490778"/>
              <a:ext cx="405434" cy="82240"/>
              <a:chOff x="7706444" y="3562784"/>
              <a:chExt cx="374247" cy="82240"/>
            </a:xfrm>
          </p:grpSpPr>
          <p:sp>
            <p:nvSpPr>
              <p:cNvPr id="443" name="Freeform 553"/>
              <p:cNvSpPr>
                <a:spLocks/>
              </p:cNvSpPr>
              <p:nvPr/>
            </p:nvSpPr>
            <p:spPr bwMode="auto">
              <a:xfrm flipH="1">
                <a:off x="7706444" y="3590198"/>
                <a:ext cx="343258" cy="54826"/>
              </a:xfrm>
              <a:custGeom>
                <a:avLst/>
                <a:gdLst>
                  <a:gd name="T0" fmla="*/ 765684263 w 273"/>
                  <a:gd name="T1" fmla="*/ 0 h 46"/>
                  <a:gd name="T2" fmla="*/ 381440387 w 273"/>
                  <a:gd name="T3" fmla="*/ 115927199 h 46"/>
                  <a:gd name="T4" fmla="*/ 0 w 273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46"/>
                  <a:gd name="T11" fmla="*/ 273 w 273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46">
                    <a:moveTo>
                      <a:pt x="273" y="0"/>
                    </a:moveTo>
                    <a:cubicBezTo>
                      <a:pt x="227" y="23"/>
                      <a:pt x="181" y="46"/>
                      <a:pt x="136" y="46"/>
                    </a:cubicBezTo>
                    <a:cubicBezTo>
                      <a:pt x="91" y="46"/>
                      <a:pt x="30" y="15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68644" tIns="34322" rIns="68644" bIns="34322"/>
              <a:lstStyle/>
              <a:p>
                <a:endParaRPr lang="ko-KR" altLang="en-US"/>
              </a:p>
            </p:txBody>
          </p:sp>
          <p:sp>
            <p:nvSpPr>
              <p:cNvPr id="444" name="Oval 557"/>
              <p:cNvSpPr>
                <a:spLocks noChangeArrowheads="1"/>
              </p:cNvSpPr>
              <p:nvPr/>
            </p:nvSpPr>
            <p:spPr bwMode="auto">
              <a:xfrm flipH="1">
                <a:off x="8023481" y="3562784"/>
                <a:ext cx="57210" cy="53634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 wrap="none" lIns="68644" tIns="34322" rIns="68644" bIns="34322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434" name="Line 429"/>
            <p:cNvSpPr>
              <a:spLocks noChangeShapeType="1"/>
            </p:cNvSpPr>
            <p:nvPr/>
          </p:nvSpPr>
          <p:spPr bwMode="auto">
            <a:xfrm flipV="1">
              <a:off x="2411326" y="4823004"/>
              <a:ext cx="175602" cy="0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/>
              <a:tailEnd type="arrow" w="sm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435" name="Line 430"/>
            <p:cNvSpPr>
              <a:spLocks noChangeShapeType="1"/>
            </p:cNvSpPr>
            <p:nvPr/>
          </p:nvSpPr>
          <p:spPr bwMode="auto">
            <a:xfrm flipH="1" flipV="1">
              <a:off x="2418205" y="3746503"/>
              <a:ext cx="0" cy="1076503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436" name="Line 431"/>
            <p:cNvSpPr>
              <a:spLocks noChangeShapeType="1"/>
            </p:cNvSpPr>
            <p:nvPr/>
          </p:nvSpPr>
          <p:spPr bwMode="auto">
            <a:xfrm flipH="1" flipV="1">
              <a:off x="2418205" y="3746501"/>
              <a:ext cx="360980" cy="0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437" name="Rectangle 494"/>
            <p:cNvSpPr>
              <a:spLocks noChangeArrowheads="1"/>
            </p:cNvSpPr>
            <p:nvPr/>
          </p:nvSpPr>
          <p:spPr bwMode="auto">
            <a:xfrm rot="16200000">
              <a:off x="1927839" y="4283178"/>
              <a:ext cx="1096290" cy="117497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MUTE</a:t>
              </a:r>
              <a:endParaRPr lang="ko-KR" altLang="ko-KR" dirty="0"/>
            </a:p>
          </p:txBody>
        </p:sp>
        <p:sp>
          <p:nvSpPr>
            <p:cNvPr id="411" name="Line 176"/>
            <p:cNvSpPr>
              <a:spLocks noChangeShapeType="1"/>
            </p:cNvSpPr>
            <p:nvPr/>
          </p:nvSpPr>
          <p:spPr bwMode="auto">
            <a:xfrm>
              <a:off x="3211770" y="3376043"/>
              <a:ext cx="802" cy="268858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 type="oval" w="med" len="med"/>
              <a:tailEnd type="none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98" name="Line 176"/>
            <p:cNvSpPr>
              <a:spLocks noChangeShapeType="1"/>
            </p:cNvSpPr>
            <p:nvPr/>
          </p:nvSpPr>
          <p:spPr bwMode="auto">
            <a:xfrm flipH="1">
              <a:off x="3498355" y="4132204"/>
              <a:ext cx="9357" cy="281048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 type="oval" w="med" len="med"/>
              <a:tailEnd type="none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61" name="Line 377"/>
            <p:cNvSpPr>
              <a:spLocks noChangeShapeType="1"/>
            </p:cNvSpPr>
            <p:nvPr/>
          </p:nvSpPr>
          <p:spPr bwMode="auto">
            <a:xfrm flipH="1">
              <a:off x="6115984" y="4132204"/>
              <a:ext cx="2107" cy="274698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 type="oval" w="med" len="med"/>
              <a:tailEnd type="none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397" name="Freeform 548"/>
            <p:cNvSpPr>
              <a:spLocks/>
            </p:cNvSpPr>
            <p:nvPr/>
          </p:nvSpPr>
          <p:spPr bwMode="auto">
            <a:xfrm flipH="1">
              <a:off x="8328713" y="6187251"/>
              <a:ext cx="371863" cy="5482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395" name="Freeform 548"/>
            <p:cNvSpPr>
              <a:spLocks/>
            </p:cNvSpPr>
            <p:nvPr/>
          </p:nvSpPr>
          <p:spPr bwMode="auto">
            <a:xfrm flipH="1">
              <a:off x="8344103" y="6408038"/>
              <a:ext cx="371863" cy="5482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347" name="Line 560"/>
            <p:cNvSpPr>
              <a:spLocks noChangeShapeType="1"/>
            </p:cNvSpPr>
            <p:nvPr/>
          </p:nvSpPr>
          <p:spPr bwMode="auto">
            <a:xfrm flipH="1">
              <a:off x="8537340" y="3320543"/>
              <a:ext cx="0" cy="3514815"/>
            </a:xfrm>
            <a:prstGeom prst="line">
              <a:avLst/>
            </a:prstGeom>
            <a:noFill/>
            <a:ln w="12700">
              <a:solidFill>
                <a:srgbClr val="808000"/>
              </a:solidFill>
              <a:prstDash val="lgDashDot"/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348" name="Rectangle 33"/>
            <p:cNvSpPr>
              <a:spLocks noChangeArrowheads="1"/>
            </p:cNvSpPr>
            <p:nvPr/>
          </p:nvSpPr>
          <p:spPr bwMode="auto">
            <a:xfrm>
              <a:off x="448047" y="22647"/>
              <a:ext cx="1071687" cy="122762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b="1" dirty="0">
                  <a:latin typeface="Arial" charset="0"/>
                </a:rPr>
                <a:t>Communication Rack-A </a:t>
              </a:r>
              <a:endParaRPr lang="ko-KR" altLang="ko-KR" dirty="0"/>
            </a:p>
          </p:txBody>
        </p:sp>
        <p:sp>
          <p:nvSpPr>
            <p:cNvPr id="57351" name="Freeform 542"/>
            <p:cNvSpPr>
              <a:spLocks/>
            </p:cNvSpPr>
            <p:nvPr/>
          </p:nvSpPr>
          <p:spPr bwMode="auto">
            <a:xfrm flipH="1">
              <a:off x="8350120" y="5157208"/>
              <a:ext cx="371863" cy="5482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352" name="Freeform 543"/>
            <p:cNvSpPr>
              <a:spLocks/>
            </p:cNvSpPr>
            <p:nvPr/>
          </p:nvSpPr>
          <p:spPr bwMode="auto">
            <a:xfrm flipH="1">
              <a:off x="8350120" y="5265669"/>
              <a:ext cx="371863" cy="5482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353" name="Freeform 544"/>
            <p:cNvSpPr>
              <a:spLocks/>
            </p:cNvSpPr>
            <p:nvPr/>
          </p:nvSpPr>
          <p:spPr bwMode="auto">
            <a:xfrm flipH="1">
              <a:off x="8350120" y="6539418"/>
              <a:ext cx="371863" cy="5482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354" name="Freeform 545"/>
            <p:cNvSpPr>
              <a:spLocks/>
            </p:cNvSpPr>
            <p:nvPr/>
          </p:nvSpPr>
          <p:spPr bwMode="auto">
            <a:xfrm flipH="1">
              <a:off x="8350120" y="6647876"/>
              <a:ext cx="371863" cy="5482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356" name="Freeform 548"/>
            <p:cNvSpPr>
              <a:spLocks/>
            </p:cNvSpPr>
            <p:nvPr/>
          </p:nvSpPr>
          <p:spPr bwMode="auto">
            <a:xfrm flipH="1">
              <a:off x="8344958" y="6289915"/>
              <a:ext cx="371863" cy="5482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358" name="Freeform 550"/>
            <p:cNvSpPr>
              <a:spLocks/>
            </p:cNvSpPr>
            <p:nvPr/>
          </p:nvSpPr>
          <p:spPr bwMode="auto">
            <a:xfrm flipH="1">
              <a:off x="8353992" y="5972446"/>
              <a:ext cx="373154" cy="54826"/>
            </a:xfrm>
            <a:custGeom>
              <a:avLst/>
              <a:gdLst>
                <a:gd name="T0" fmla="*/ 771012426 w 273"/>
                <a:gd name="T1" fmla="*/ 0 h 46"/>
                <a:gd name="T2" fmla="*/ 384094558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359" name="Freeform 551"/>
            <p:cNvSpPr>
              <a:spLocks/>
            </p:cNvSpPr>
            <p:nvPr/>
          </p:nvSpPr>
          <p:spPr bwMode="auto">
            <a:xfrm flipH="1">
              <a:off x="8350120" y="5517764"/>
              <a:ext cx="371863" cy="5482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360" name="Freeform 552"/>
            <p:cNvSpPr>
              <a:spLocks/>
            </p:cNvSpPr>
            <p:nvPr/>
          </p:nvSpPr>
          <p:spPr bwMode="auto">
            <a:xfrm flipH="1">
              <a:off x="8347113" y="3049545"/>
              <a:ext cx="373154" cy="54826"/>
            </a:xfrm>
            <a:custGeom>
              <a:avLst/>
              <a:gdLst>
                <a:gd name="T0" fmla="*/ 771012426 w 273"/>
                <a:gd name="T1" fmla="*/ 0 h 46"/>
                <a:gd name="T2" fmla="*/ 384094558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361" name="Freeform 553"/>
            <p:cNvSpPr>
              <a:spLocks/>
            </p:cNvSpPr>
            <p:nvPr/>
          </p:nvSpPr>
          <p:spPr bwMode="auto">
            <a:xfrm flipH="1">
              <a:off x="8343240" y="3160389"/>
              <a:ext cx="371863" cy="5482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362" name="Freeform 554"/>
            <p:cNvSpPr>
              <a:spLocks/>
            </p:cNvSpPr>
            <p:nvPr/>
          </p:nvSpPr>
          <p:spPr bwMode="auto">
            <a:xfrm flipH="1">
              <a:off x="8350120" y="4022551"/>
              <a:ext cx="371863" cy="5482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363" name="Freeform 555"/>
            <p:cNvSpPr>
              <a:spLocks/>
            </p:cNvSpPr>
            <p:nvPr/>
          </p:nvSpPr>
          <p:spPr bwMode="auto">
            <a:xfrm flipH="1">
              <a:off x="8350120" y="4131012"/>
              <a:ext cx="371863" cy="5482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364" name="Oval 556"/>
            <p:cNvSpPr>
              <a:spLocks noChangeArrowheads="1"/>
            </p:cNvSpPr>
            <p:nvPr/>
          </p:nvSpPr>
          <p:spPr bwMode="auto">
            <a:xfrm flipH="1">
              <a:off x="8693575" y="2999116"/>
              <a:ext cx="61978" cy="53634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1416" tIns="45708" rIns="91416" bIns="45708" anchor="ctr"/>
            <a:lstStyle/>
            <a:p>
              <a:pPr algn="ctr"/>
              <a:endParaRPr lang="ko-KR" altLang="ko-KR"/>
            </a:p>
          </p:txBody>
        </p:sp>
        <p:sp>
          <p:nvSpPr>
            <p:cNvPr id="57365" name="Oval 557"/>
            <p:cNvSpPr>
              <a:spLocks noChangeArrowheads="1"/>
            </p:cNvSpPr>
            <p:nvPr/>
          </p:nvSpPr>
          <p:spPr bwMode="auto">
            <a:xfrm flipH="1">
              <a:off x="8693575" y="3107575"/>
              <a:ext cx="61978" cy="53634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1416" tIns="45708" rIns="91416" bIns="45708" anchor="ctr"/>
            <a:lstStyle/>
            <a:p>
              <a:pPr algn="ctr"/>
              <a:endParaRPr lang="ko-KR" altLang="ko-KR"/>
            </a:p>
          </p:txBody>
        </p:sp>
        <p:sp>
          <p:nvSpPr>
            <p:cNvPr id="57366" name="Oval 558"/>
            <p:cNvSpPr>
              <a:spLocks noChangeArrowheads="1"/>
            </p:cNvSpPr>
            <p:nvPr/>
          </p:nvSpPr>
          <p:spPr bwMode="auto">
            <a:xfrm flipH="1">
              <a:off x="8693575" y="3991564"/>
              <a:ext cx="61978" cy="53634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1416" tIns="45708" rIns="91416" bIns="45708" anchor="ctr"/>
            <a:lstStyle/>
            <a:p>
              <a:pPr algn="ctr"/>
              <a:endParaRPr lang="ko-KR" altLang="ko-KR"/>
            </a:p>
          </p:txBody>
        </p:sp>
        <p:sp>
          <p:nvSpPr>
            <p:cNvPr id="57367" name="Oval 559"/>
            <p:cNvSpPr>
              <a:spLocks noChangeArrowheads="1"/>
            </p:cNvSpPr>
            <p:nvPr/>
          </p:nvSpPr>
          <p:spPr bwMode="auto">
            <a:xfrm flipH="1">
              <a:off x="8693575" y="4100022"/>
              <a:ext cx="61978" cy="53634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1416" tIns="45708" rIns="91416" bIns="45708" anchor="ctr"/>
            <a:lstStyle/>
            <a:p>
              <a:pPr algn="ctr"/>
              <a:endParaRPr lang="ko-KR" altLang="ko-KR"/>
            </a:p>
          </p:txBody>
        </p:sp>
        <p:sp>
          <p:nvSpPr>
            <p:cNvPr id="57368" name="Oval 561"/>
            <p:cNvSpPr>
              <a:spLocks noChangeArrowheads="1"/>
            </p:cNvSpPr>
            <p:nvPr/>
          </p:nvSpPr>
          <p:spPr bwMode="auto">
            <a:xfrm flipH="1">
              <a:off x="8693575" y="5126219"/>
              <a:ext cx="61978" cy="53634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1416" tIns="45708" rIns="91416" bIns="45708" anchor="ctr"/>
            <a:lstStyle/>
            <a:p>
              <a:pPr algn="ctr"/>
              <a:endParaRPr lang="ko-KR" altLang="ko-KR"/>
            </a:p>
          </p:txBody>
        </p:sp>
        <p:sp>
          <p:nvSpPr>
            <p:cNvPr id="57369" name="Oval 562"/>
            <p:cNvSpPr>
              <a:spLocks noChangeArrowheads="1"/>
            </p:cNvSpPr>
            <p:nvPr/>
          </p:nvSpPr>
          <p:spPr bwMode="auto">
            <a:xfrm flipH="1">
              <a:off x="8693575" y="5234679"/>
              <a:ext cx="61978" cy="53634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1416" tIns="45708" rIns="91416" bIns="45708" anchor="ctr"/>
            <a:lstStyle/>
            <a:p>
              <a:pPr algn="ctr"/>
              <a:endParaRPr lang="ko-KR" altLang="ko-KR"/>
            </a:p>
          </p:txBody>
        </p:sp>
        <p:sp>
          <p:nvSpPr>
            <p:cNvPr id="57370" name="Oval 563"/>
            <p:cNvSpPr>
              <a:spLocks noChangeArrowheads="1"/>
            </p:cNvSpPr>
            <p:nvPr/>
          </p:nvSpPr>
          <p:spPr bwMode="auto">
            <a:xfrm flipH="1">
              <a:off x="8693575" y="6508428"/>
              <a:ext cx="61978" cy="53634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1416" tIns="45708" rIns="91416" bIns="45708" anchor="ctr"/>
            <a:lstStyle/>
            <a:p>
              <a:pPr algn="ctr"/>
              <a:endParaRPr lang="ko-KR" altLang="ko-KR"/>
            </a:p>
          </p:txBody>
        </p:sp>
        <p:sp>
          <p:nvSpPr>
            <p:cNvPr id="57371" name="Oval 564"/>
            <p:cNvSpPr>
              <a:spLocks noChangeArrowheads="1"/>
            </p:cNvSpPr>
            <p:nvPr/>
          </p:nvSpPr>
          <p:spPr bwMode="auto">
            <a:xfrm flipH="1">
              <a:off x="8693575" y="6616887"/>
              <a:ext cx="61978" cy="53634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1416" tIns="45708" rIns="91416" bIns="45708" anchor="ctr"/>
            <a:lstStyle/>
            <a:p>
              <a:pPr algn="ctr"/>
              <a:endParaRPr lang="ko-KR" altLang="ko-KR"/>
            </a:p>
          </p:txBody>
        </p:sp>
        <p:sp>
          <p:nvSpPr>
            <p:cNvPr id="57373" name="Oval 567"/>
            <p:cNvSpPr>
              <a:spLocks noChangeArrowheads="1"/>
            </p:cNvSpPr>
            <p:nvPr/>
          </p:nvSpPr>
          <p:spPr bwMode="auto">
            <a:xfrm flipH="1">
              <a:off x="8688415" y="6258926"/>
              <a:ext cx="61978" cy="53634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1416" tIns="45708" rIns="91416" bIns="45708" anchor="ctr"/>
            <a:lstStyle/>
            <a:p>
              <a:pPr algn="ctr"/>
              <a:endParaRPr lang="ko-KR" altLang="ko-KR"/>
            </a:p>
          </p:txBody>
        </p:sp>
        <p:sp>
          <p:nvSpPr>
            <p:cNvPr id="57375" name="Oval 569"/>
            <p:cNvSpPr>
              <a:spLocks noChangeArrowheads="1"/>
            </p:cNvSpPr>
            <p:nvPr/>
          </p:nvSpPr>
          <p:spPr bwMode="auto">
            <a:xfrm flipH="1">
              <a:off x="8697448" y="5941457"/>
              <a:ext cx="61978" cy="53634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1416" tIns="45708" rIns="91416" bIns="45708" anchor="ctr"/>
            <a:lstStyle/>
            <a:p>
              <a:pPr algn="ctr"/>
              <a:endParaRPr lang="ko-KR" altLang="ko-KR"/>
            </a:p>
          </p:txBody>
        </p:sp>
        <p:sp>
          <p:nvSpPr>
            <p:cNvPr id="57376" name="Oval 570"/>
            <p:cNvSpPr>
              <a:spLocks noChangeArrowheads="1"/>
            </p:cNvSpPr>
            <p:nvPr/>
          </p:nvSpPr>
          <p:spPr bwMode="auto">
            <a:xfrm flipH="1">
              <a:off x="8693575" y="5486775"/>
              <a:ext cx="61978" cy="53634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1416" tIns="45708" rIns="91416" bIns="45708" anchor="ctr"/>
            <a:lstStyle/>
            <a:p>
              <a:pPr algn="ctr"/>
              <a:endParaRPr lang="ko-KR" altLang="ko-KR"/>
            </a:p>
          </p:txBody>
        </p:sp>
        <p:sp>
          <p:nvSpPr>
            <p:cNvPr id="57377" name="Rectangle 2"/>
            <p:cNvSpPr>
              <a:spLocks noChangeArrowheads="1"/>
            </p:cNvSpPr>
            <p:nvPr/>
          </p:nvSpPr>
          <p:spPr bwMode="auto">
            <a:xfrm flipH="1">
              <a:off x="326673" y="184741"/>
              <a:ext cx="1346708" cy="5903316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1416" tIns="45708" rIns="91416" bIns="45708" anchor="ctr"/>
            <a:lstStyle/>
            <a:p>
              <a:pPr algn="ctr"/>
              <a:endParaRPr lang="ko-KR" altLang="ko-KR"/>
            </a:p>
          </p:txBody>
        </p:sp>
        <p:sp>
          <p:nvSpPr>
            <p:cNvPr id="57379" name="Line 6"/>
            <p:cNvSpPr>
              <a:spLocks noChangeShapeType="1"/>
            </p:cNvSpPr>
            <p:nvPr/>
          </p:nvSpPr>
          <p:spPr bwMode="auto">
            <a:xfrm flipH="1" flipV="1">
              <a:off x="1615279" y="4021359"/>
              <a:ext cx="6734840" cy="0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380" name="Line 7"/>
            <p:cNvSpPr>
              <a:spLocks noChangeShapeType="1"/>
            </p:cNvSpPr>
            <p:nvPr/>
          </p:nvSpPr>
          <p:spPr bwMode="auto">
            <a:xfrm flipH="1" flipV="1">
              <a:off x="1615279" y="4129819"/>
              <a:ext cx="6734840" cy="0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381" name="Rectangle 10"/>
            <p:cNvSpPr>
              <a:spLocks noChangeArrowheads="1"/>
            </p:cNvSpPr>
            <p:nvPr/>
          </p:nvSpPr>
          <p:spPr bwMode="auto">
            <a:xfrm>
              <a:off x="4517872" y="4049965"/>
              <a:ext cx="533261" cy="72704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CPO ADDRESS, ACT</a:t>
              </a:r>
              <a:endParaRPr lang="ko-KR" altLang="ko-KR" dirty="0"/>
            </a:p>
          </p:txBody>
        </p:sp>
        <p:sp>
          <p:nvSpPr>
            <p:cNvPr id="57393" name="Rectangle 32"/>
            <p:cNvSpPr>
              <a:spLocks noChangeArrowheads="1"/>
            </p:cNvSpPr>
            <p:nvPr/>
          </p:nvSpPr>
          <p:spPr bwMode="auto">
            <a:xfrm rot="16200000" flipH="1">
              <a:off x="-37243" y="2805855"/>
              <a:ext cx="903435" cy="56812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BACK PLAN BOARD</a:t>
              </a:r>
              <a:endParaRPr lang="ko-KR" altLang="ko-KR" dirty="0"/>
            </a:p>
          </p:txBody>
        </p:sp>
        <p:sp>
          <p:nvSpPr>
            <p:cNvPr id="57394" name="Rectangle 34"/>
            <p:cNvSpPr>
              <a:spLocks noChangeArrowheads="1"/>
            </p:cNvSpPr>
            <p:nvPr/>
          </p:nvSpPr>
          <p:spPr bwMode="auto">
            <a:xfrm>
              <a:off x="1801213" y="1462423"/>
              <a:ext cx="564249" cy="1263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Digital Video Signal</a:t>
              </a:r>
              <a:endParaRPr lang="ko-KR" altLang="ko-KR" dirty="0"/>
            </a:p>
          </p:txBody>
        </p:sp>
        <p:sp>
          <p:nvSpPr>
            <p:cNvPr id="57395" name="Line 35"/>
            <p:cNvSpPr>
              <a:spLocks noChangeShapeType="1"/>
            </p:cNvSpPr>
            <p:nvPr/>
          </p:nvSpPr>
          <p:spPr bwMode="auto">
            <a:xfrm flipV="1">
              <a:off x="1615280" y="1570881"/>
              <a:ext cx="1053610" cy="0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arrow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00" name="Rectangle 40"/>
            <p:cNvSpPr>
              <a:spLocks noChangeArrowheads="1"/>
            </p:cNvSpPr>
            <p:nvPr/>
          </p:nvSpPr>
          <p:spPr bwMode="auto">
            <a:xfrm>
              <a:off x="1641103" y="252677"/>
              <a:ext cx="565541" cy="162094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DC 37.5V</a:t>
              </a:r>
              <a:endParaRPr lang="ko-KR" altLang="ko-KR" dirty="0"/>
            </a:p>
          </p:txBody>
        </p:sp>
        <p:sp>
          <p:nvSpPr>
            <p:cNvPr id="57401" name="Line 41"/>
            <p:cNvSpPr>
              <a:spLocks noChangeShapeType="1"/>
            </p:cNvSpPr>
            <p:nvPr/>
          </p:nvSpPr>
          <p:spPr bwMode="auto">
            <a:xfrm>
              <a:off x="1610116" y="400468"/>
              <a:ext cx="566831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arrow" w="med" len="med"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09" name="Line 49"/>
            <p:cNvSpPr>
              <a:spLocks noChangeShapeType="1"/>
            </p:cNvSpPr>
            <p:nvPr/>
          </p:nvSpPr>
          <p:spPr bwMode="auto">
            <a:xfrm flipH="1" flipV="1">
              <a:off x="1615279" y="4834212"/>
              <a:ext cx="175602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10" name="Line 50"/>
            <p:cNvSpPr>
              <a:spLocks noChangeShapeType="1"/>
            </p:cNvSpPr>
            <p:nvPr/>
          </p:nvSpPr>
          <p:spPr bwMode="auto">
            <a:xfrm>
              <a:off x="1615280" y="4725753"/>
              <a:ext cx="291809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 type="arrow" w="med" len="med"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13" name="Line 53"/>
            <p:cNvSpPr>
              <a:spLocks noChangeShapeType="1"/>
            </p:cNvSpPr>
            <p:nvPr/>
          </p:nvSpPr>
          <p:spPr bwMode="auto">
            <a:xfrm flipH="1" flipV="1">
              <a:off x="1790881" y="4834214"/>
              <a:ext cx="0" cy="1351577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14" name="Line 54"/>
            <p:cNvSpPr>
              <a:spLocks noChangeShapeType="1"/>
            </p:cNvSpPr>
            <p:nvPr/>
          </p:nvSpPr>
          <p:spPr bwMode="auto">
            <a:xfrm flipH="1" flipV="1">
              <a:off x="1907088" y="4726945"/>
              <a:ext cx="0" cy="1458845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17" name="Rectangle 59"/>
            <p:cNvSpPr>
              <a:spLocks noChangeArrowheads="1"/>
            </p:cNvSpPr>
            <p:nvPr/>
          </p:nvSpPr>
          <p:spPr bwMode="auto">
            <a:xfrm flipH="1">
              <a:off x="1204681" y="2219259"/>
              <a:ext cx="410599" cy="2865927"/>
            </a:xfrm>
            <a:prstGeom prst="rect">
              <a:avLst/>
            </a:prstGeom>
            <a:solidFill>
              <a:srgbClr val="FF0000">
                <a:alpha val="30196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PAC</a:t>
              </a:r>
              <a:endParaRPr lang="ko-KR" altLang="ko-KR" dirty="0"/>
            </a:p>
          </p:txBody>
        </p:sp>
        <p:sp>
          <p:nvSpPr>
            <p:cNvPr id="57418" name="Line 60"/>
            <p:cNvSpPr>
              <a:spLocks noChangeShapeType="1"/>
            </p:cNvSpPr>
            <p:nvPr/>
          </p:nvSpPr>
          <p:spPr bwMode="auto">
            <a:xfrm flipH="1">
              <a:off x="1615279" y="1322894"/>
              <a:ext cx="175602" cy="0"/>
            </a:xfrm>
            <a:prstGeom prst="line">
              <a:avLst/>
            </a:prstGeom>
            <a:noFill/>
            <a:ln w="25400">
              <a:solidFill>
                <a:srgbClr val="99CCFF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19" name="Oval 61"/>
            <p:cNvSpPr>
              <a:spLocks noChangeArrowheads="1"/>
            </p:cNvSpPr>
            <p:nvPr/>
          </p:nvSpPr>
          <p:spPr bwMode="auto">
            <a:xfrm>
              <a:off x="1731489" y="1264495"/>
              <a:ext cx="117497" cy="116803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91416" tIns="45708" rIns="91416" bIns="45708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A</a:t>
              </a:r>
              <a:endParaRPr lang="ko-KR" altLang="ko-KR" dirty="0"/>
            </a:p>
          </p:txBody>
        </p:sp>
        <p:sp>
          <p:nvSpPr>
            <p:cNvPr id="57422" name="Rectangle 64"/>
            <p:cNvSpPr>
              <a:spLocks noChangeArrowheads="1"/>
            </p:cNvSpPr>
            <p:nvPr/>
          </p:nvSpPr>
          <p:spPr bwMode="auto">
            <a:xfrm>
              <a:off x="1673383" y="2412339"/>
              <a:ext cx="534552" cy="5601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ODMETER</a:t>
              </a:r>
              <a:endParaRPr lang="ko-KR" altLang="ko-KR" dirty="0"/>
            </a:p>
          </p:txBody>
        </p:sp>
        <p:sp>
          <p:nvSpPr>
            <p:cNvPr id="57423" name="Line 65"/>
            <p:cNvSpPr>
              <a:spLocks noChangeShapeType="1"/>
            </p:cNvSpPr>
            <p:nvPr/>
          </p:nvSpPr>
          <p:spPr bwMode="auto">
            <a:xfrm>
              <a:off x="1615282" y="2489812"/>
              <a:ext cx="584908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arrow" w="med" len="med"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24" name="Rectangle 66"/>
            <p:cNvSpPr>
              <a:spLocks noChangeArrowheads="1"/>
            </p:cNvSpPr>
            <p:nvPr/>
          </p:nvSpPr>
          <p:spPr bwMode="auto">
            <a:xfrm>
              <a:off x="1673383" y="2293153"/>
              <a:ext cx="534552" cy="8939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Door &amp; F/R</a:t>
              </a:r>
              <a:endParaRPr lang="ko-KR" altLang="ko-KR" dirty="0"/>
            </a:p>
          </p:txBody>
        </p:sp>
        <p:sp>
          <p:nvSpPr>
            <p:cNvPr id="57425" name="Line 67"/>
            <p:cNvSpPr>
              <a:spLocks noChangeShapeType="1"/>
            </p:cNvSpPr>
            <p:nvPr/>
          </p:nvSpPr>
          <p:spPr bwMode="auto">
            <a:xfrm>
              <a:off x="1615282" y="2382544"/>
              <a:ext cx="584908" cy="0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 type="arrow" w="med" len="med"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26" name="Rectangle 68"/>
            <p:cNvSpPr>
              <a:spLocks noChangeArrowheads="1"/>
            </p:cNvSpPr>
            <p:nvPr/>
          </p:nvSpPr>
          <p:spPr bwMode="auto">
            <a:xfrm>
              <a:off x="1625610" y="2179928"/>
              <a:ext cx="534552" cy="9654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CAB ON</a:t>
              </a:r>
              <a:endParaRPr lang="ko-KR" altLang="ko-KR" dirty="0"/>
            </a:p>
          </p:txBody>
        </p:sp>
        <p:sp>
          <p:nvSpPr>
            <p:cNvPr id="57427" name="Line 69"/>
            <p:cNvSpPr>
              <a:spLocks noChangeShapeType="1"/>
            </p:cNvSpPr>
            <p:nvPr/>
          </p:nvSpPr>
          <p:spPr bwMode="auto">
            <a:xfrm>
              <a:off x="1615282" y="2274083"/>
              <a:ext cx="584908" cy="0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arrow" w="med" len="med"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28" name="Rectangle 70"/>
            <p:cNvSpPr>
              <a:spLocks noChangeArrowheads="1"/>
            </p:cNvSpPr>
            <p:nvPr/>
          </p:nvSpPr>
          <p:spPr bwMode="auto">
            <a:xfrm>
              <a:off x="1801210" y="977333"/>
              <a:ext cx="692076" cy="10726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LONWORKS for MDS</a:t>
              </a:r>
              <a:endParaRPr lang="ko-KR" altLang="ko-KR" dirty="0"/>
            </a:p>
          </p:txBody>
        </p:sp>
        <p:sp>
          <p:nvSpPr>
            <p:cNvPr id="57429" name="Line 71"/>
            <p:cNvSpPr>
              <a:spLocks noChangeShapeType="1"/>
            </p:cNvSpPr>
            <p:nvPr/>
          </p:nvSpPr>
          <p:spPr bwMode="auto">
            <a:xfrm flipV="1">
              <a:off x="1615280" y="1084601"/>
              <a:ext cx="1053610" cy="0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/>
              <a:tailEnd type="arrow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30" name="Rectangle 72"/>
            <p:cNvSpPr>
              <a:spLocks noChangeArrowheads="1"/>
            </p:cNvSpPr>
            <p:nvPr/>
          </p:nvSpPr>
          <p:spPr bwMode="auto">
            <a:xfrm>
              <a:off x="1801213" y="1570881"/>
              <a:ext cx="564249" cy="125146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Digital Video Signal</a:t>
              </a:r>
              <a:endParaRPr lang="ko-KR" altLang="ko-KR" dirty="0"/>
            </a:p>
          </p:txBody>
        </p:sp>
        <p:sp>
          <p:nvSpPr>
            <p:cNvPr id="57431" name="Line 73"/>
            <p:cNvSpPr>
              <a:spLocks noChangeShapeType="1"/>
            </p:cNvSpPr>
            <p:nvPr/>
          </p:nvSpPr>
          <p:spPr bwMode="auto">
            <a:xfrm flipV="1">
              <a:off x="1615280" y="1678149"/>
              <a:ext cx="1053610" cy="1192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 type="arrow" w="med" len="med"/>
              <a:tailEnd type="none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32" name="Rectangle 74"/>
            <p:cNvSpPr>
              <a:spLocks noChangeArrowheads="1"/>
            </p:cNvSpPr>
            <p:nvPr/>
          </p:nvSpPr>
          <p:spPr bwMode="auto">
            <a:xfrm>
              <a:off x="1625180" y="2708921"/>
              <a:ext cx="565541" cy="7032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RS485</a:t>
              </a:r>
              <a:endParaRPr lang="ko-KR" altLang="ko-KR" dirty="0"/>
            </a:p>
          </p:txBody>
        </p:sp>
        <p:sp>
          <p:nvSpPr>
            <p:cNvPr id="57433" name="Rectangle 81"/>
            <p:cNvSpPr>
              <a:spLocks noChangeArrowheads="1"/>
            </p:cNvSpPr>
            <p:nvPr/>
          </p:nvSpPr>
          <p:spPr bwMode="auto">
            <a:xfrm>
              <a:off x="551339" y="5371746"/>
              <a:ext cx="535843" cy="11203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DC 37.5V</a:t>
              </a:r>
              <a:endParaRPr lang="ko-KR" altLang="ko-KR" dirty="0"/>
            </a:p>
          </p:txBody>
        </p:sp>
        <p:sp>
          <p:nvSpPr>
            <p:cNvPr id="57434" name="Line 82"/>
            <p:cNvSpPr>
              <a:spLocks noChangeShapeType="1"/>
            </p:cNvSpPr>
            <p:nvPr/>
          </p:nvSpPr>
          <p:spPr bwMode="auto">
            <a:xfrm flipV="1">
              <a:off x="502277" y="5483780"/>
              <a:ext cx="702406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35" name="Rectangle 83"/>
            <p:cNvSpPr>
              <a:spLocks noChangeArrowheads="1"/>
            </p:cNvSpPr>
            <p:nvPr/>
          </p:nvSpPr>
          <p:spPr bwMode="auto">
            <a:xfrm>
              <a:off x="2844492" y="5071396"/>
              <a:ext cx="566831" cy="76279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Interior Speaker CH1</a:t>
              </a:r>
              <a:endParaRPr lang="ko-KR" altLang="ko-KR" dirty="0"/>
            </a:p>
          </p:txBody>
        </p:sp>
        <p:sp>
          <p:nvSpPr>
            <p:cNvPr id="57436" name="Line 84"/>
            <p:cNvSpPr>
              <a:spLocks noChangeShapeType="1"/>
            </p:cNvSpPr>
            <p:nvPr/>
          </p:nvSpPr>
          <p:spPr bwMode="auto">
            <a:xfrm>
              <a:off x="1615279" y="5158400"/>
              <a:ext cx="6734840" cy="0"/>
            </a:xfrm>
            <a:prstGeom prst="line">
              <a:avLst/>
            </a:prstGeom>
            <a:noFill/>
            <a:ln w="25400">
              <a:solidFill>
                <a:srgbClr val="CC99FF"/>
              </a:solidFill>
              <a:round/>
              <a:headEnd type="diamond" w="med" len="med"/>
              <a:tailEnd type="oval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37" name="Line 85"/>
            <p:cNvSpPr>
              <a:spLocks noChangeShapeType="1"/>
            </p:cNvSpPr>
            <p:nvPr/>
          </p:nvSpPr>
          <p:spPr bwMode="auto">
            <a:xfrm>
              <a:off x="1615279" y="5266861"/>
              <a:ext cx="6734840" cy="0"/>
            </a:xfrm>
            <a:prstGeom prst="line">
              <a:avLst/>
            </a:prstGeom>
            <a:noFill/>
            <a:ln w="25400">
              <a:solidFill>
                <a:srgbClr val="CC99FF"/>
              </a:solidFill>
              <a:round/>
              <a:headEnd type="diamond" w="med" len="lg"/>
              <a:tailEnd type="oval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38" name="Rectangle 86"/>
            <p:cNvSpPr>
              <a:spLocks noChangeArrowheads="1"/>
            </p:cNvSpPr>
            <p:nvPr/>
          </p:nvSpPr>
          <p:spPr bwMode="auto">
            <a:xfrm>
              <a:off x="2847074" y="5179855"/>
              <a:ext cx="565541" cy="77472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Interior Speaker CH2</a:t>
              </a:r>
              <a:endParaRPr lang="ko-KR" altLang="ko-KR" dirty="0"/>
            </a:p>
          </p:txBody>
        </p:sp>
        <p:sp>
          <p:nvSpPr>
            <p:cNvPr id="57439" name="Rectangle 87"/>
            <p:cNvSpPr>
              <a:spLocks noChangeArrowheads="1"/>
            </p:cNvSpPr>
            <p:nvPr/>
          </p:nvSpPr>
          <p:spPr bwMode="auto">
            <a:xfrm>
              <a:off x="2755163" y="5886631"/>
              <a:ext cx="566831" cy="52442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RIGHT Side Exterior Speaker PA</a:t>
              </a:r>
              <a:endParaRPr lang="ko-KR" altLang="ko-KR" dirty="0"/>
            </a:p>
          </p:txBody>
        </p:sp>
        <p:sp>
          <p:nvSpPr>
            <p:cNvPr id="57440" name="Line 88"/>
            <p:cNvSpPr>
              <a:spLocks noChangeShapeType="1"/>
            </p:cNvSpPr>
            <p:nvPr/>
          </p:nvSpPr>
          <p:spPr bwMode="auto">
            <a:xfrm flipV="1">
              <a:off x="1615279" y="5517763"/>
              <a:ext cx="6734840" cy="0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diamond" w="med" len="med"/>
              <a:tailEnd type="oval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41" name="Line 89"/>
            <p:cNvSpPr>
              <a:spLocks noChangeShapeType="1"/>
            </p:cNvSpPr>
            <p:nvPr/>
          </p:nvSpPr>
          <p:spPr bwMode="auto">
            <a:xfrm flipV="1">
              <a:off x="1615279" y="5970061"/>
              <a:ext cx="6734840" cy="0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diamond" w="med" len="med"/>
              <a:tailEnd type="oval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42" name="Rectangle 90"/>
            <p:cNvSpPr>
              <a:spLocks noChangeArrowheads="1"/>
            </p:cNvSpPr>
            <p:nvPr/>
          </p:nvSpPr>
          <p:spPr bwMode="auto">
            <a:xfrm>
              <a:off x="2739586" y="5425991"/>
              <a:ext cx="565541" cy="53634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LEFT Side Exterior Speaker PA</a:t>
              </a:r>
              <a:endParaRPr lang="ko-KR" altLang="ko-KR" dirty="0"/>
            </a:p>
          </p:txBody>
        </p:sp>
        <p:sp>
          <p:nvSpPr>
            <p:cNvPr id="57443" name="Rectangle 91"/>
            <p:cNvSpPr>
              <a:spLocks noChangeArrowheads="1"/>
            </p:cNvSpPr>
            <p:nvPr/>
          </p:nvSpPr>
          <p:spPr bwMode="auto">
            <a:xfrm flipH="1">
              <a:off x="3430692" y="4295488"/>
              <a:ext cx="584908" cy="270554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Passenger </a:t>
              </a:r>
            </a:p>
            <a:p>
              <a:pPr algn="ctr"/>
              <a:r>
                <a:rPr lang="en-US" altLang="ko-KR" sz="600" dirty="0">
                  <a:latin typeface="Arial" charset="0"/>
                </a:rPr>
                <a:t>Emergency</a:t>
              </a:r>
            </a:p>
            <a:p>
              <a:pPr algn="ctr"/>
              <a:r>
                <a:rPr lang="en-US" altLang="ko-KR" sz="600" dirty="0">
                  <a:latin typeface="Arial" charset="0"/>
                </a:rPr>
                <a:t>Intercom</a:t>
              </a:r>
              <a:endParaRPr lang="ko-KR" altLang="ko-KR" sz="600" dirty="0"/>
            </a:p>
          </p:txBody>
        </p:sp>
        <p:sp>
          <p:nvSpPr>
            <p:cNvPr id="57444" name="Rectangle 93"/>
            <p:cNvSpPr>
              <a:spLocks noChangeArrowheads="1"/>
            </p:cNvSpPr>
            <p:nvPr/>
          </p:nvSpPr>
          <p:spPr bwMode="auto">
            <a:xfrm>
              <a:off x="1743108" y="4035663"/>
              <a:ext cx="750181" cy="95349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 smtClean="0">
                  <a:latin typeface="Arial" charset="0"/>
                </a:rPr>
                <a:t>PEI</a:t>
              </a:r>
              <a:r>
                <a:rPr lang="en-US" altLang="ko-KR" sz="600" dirty="0" smtClean="0">
                  <a:latin typeface="Arial" charset="0"/>
                </a:rPr>
                <a:t> ADDRESS</a:t>
              </a:r>
              <a:r>
                <a:rPr lang="en-US" altLang="ko-KR" sz="600" dirty="0">
                  <a:latin typeface="Arial" charset="0"/>
                </a:rPr>
                <a:t>.</a:t>
              </a:r>
              <a:endParaRPr lang="ko-KR" altLang="ko-KR" dirty="0"/>
            </a:p>
          </p:txBody>
        </p:sp>
        <p:sp>
          <p:nvSpPr>
            <p:cNvPr id="57445" name="Rectangle 94"/>
            <p:cNvSpPr>
              <a:spLocks noChangeArrowheads="1"/>
            </p:cNvSpPr>
            <p:nvPr/>
          </p:nvSpPr>
          <p:spPr bwMode="auto">
            <a:xfrm>
              <a:off x="1951524" y="3917669"/>
              <a:ext cx="871553" cy="108459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 smtClean="0">
                  <a:latin typeface="Arial" charset="0"/>
                </a:rPr>
                <a:t>CAB / UNCOUPLE REDUNDANCY signal</a:t>
              </a:r>
            </a:p>
          </p:txBody>
        </p:sp>
        <p:sp>
          <p:nvSpPr>
            <p:cNvPr id="57454" name="Rectangle 106"/>
            <p:cNvSpPr>
              <a:spLocks noChangeArrowheads="1"/>
            </p:cNvSpPr>
            <p:nvPr/>
          </p:nvSpPr>
          <p:spPr bwMode="auto">
            <a:xfrm>
              <a:off x="1624319" y="4185839"/>
              <a:ext cx="534552" cy="643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PEI </a:t>
              </a:r>
              <a:r>
                <a:rPr lang="en-US" altLang="ko-KR" sz="600" dirty="0" smtClean="0">
                  <a:latin typeface="Arial" charset="0"/>
                </a:rPr>
                <a:t>TL</a:t>
              </a:r>
              <a:endParaRPr lang="ko-KR" altLang="ko-KR" dirty="0"/>
            </a:p>
          </p:txBody>
        </p:sp>
        <p:sp>
          <p:nvSpPr>
            <p:cNvPr id="57455" name="Line 107"/>
            <p:cNvSpPr>
              <a:spLocks noChangeShapeType="1"/>
            </p:cNvSpPr>
            <p:nvPr/>
          </p:nvSpPr>
          <p:spPr bwMode="auto">
            <a:xfrm flipH="1" flipV="1">
              <a:off x="1615282" y="4262116"/>
              <a:ext cx="760510" cy="0"/>
            </a:xfrm>
            <a:prstGeom prst="line">
              <a:avLst/>
            </a:prstGeom>
            <a:noFill/>
            <a:ln w="25400">
              <a:solidFill>
                <a:srgbClr val="FF99CC"/>
              </a:solidFill>
              <a:round/>
              <a:headEnd type="none" w="med" len="lg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56" name="Rectangle 108"/>
            <p:cNvSpPr>
              <a:spLocks noChangeArrowheads="1"/>
            </p:cNvSpPr>
            <p:nvPr/>
          </p:nvSpPr>
          <p:spPr bwMode="auto">
            <a:xfrm>
              <a:off x="1682144" y="4287148"/>
              <a:ext cx="534552" cy="643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 smtClean="0">
                  <a:latin typeface="Arial" charset="0"/>
                </a:rPr>
                <a:t>PA Control TL</a:t>
              </a:r>
              <a:endParaRPr lang="ko-KR" altLang="ko-KR" dirty="0"/>
            </a:p>
          </p:txBody>
        </p:sp>
        <p:sp>
          <p:nvSpPr>
            <p:cNvPr id="57457" name="Line 109"/>
            <p:cNvSpPr>
              <a:spLocks noChangeShapeType="1"/>
            </p:cNvSpPr>
            <p:nvPr/>
          </p:nvSpPr>
          <p:spPr bwMode="auto">
            <a:xfrm flipH="1" flipV="1">
              <a:off x="1615280" y="4370576"/>
              <a:ext cx="643013" cy="0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none" w="med" len="lg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58" name="Rectangle 112"/>
            <p:cNvSpPr>
              <a:spLocks noChangeArrowheads="1"/>
            </p:cNvSpPr>
            <p:nvPr/>
          </p:nvSpPr>
          <p:spPr bwMode="auto">
            <a:xfrm rot="16200000" flipH="1">
              <a:off x="-1144580" y="2735924"/>
              <a:ext cx="4054219" cy="644304"/>
            </a:xfrm>
            <a:prstGeom prst="rect">
              <a:avLst/>
            </a:prstGeom>
            <a:gradFill rotWithShape="1">
              <a:gsLst>
                <a:gs pos="0">
                  <a:srgbClr val="FFCC00"/>
                </a:gs>
                <a:gs pos="100000">
                  <a:srgbClr val="FFCC99">
                    <a:alpha val="43999"/>
                  </a:srgbClr>
                </a:gs>
              </a:gsLst>
              <a:lin ang="5400000" scaled="1"/>
            </a:gradFill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DC 12V</a:t>
              </a:r>
              <a:endParaRPr lang="ko-KR" altLang="ko-KR" dirty="0"/>
            </a:p>
          </p:txBody>
        </p:sp>
        <p:sp>
          <p:nvSpPr>
            <p:cNvPr id="57461" name="Rectangle 115"/>
            <p:cNvSpPr>
              <a:spLocks noChangeArrowheads="1"/>
            </p:cNvSpPr>
            <p:nvPr/>
          </p:nvSpPr>
          <p:spPr bwMode="auto">
            <a:xfrm>
              <a:off x="583621" y="383784"/>
              <a:ext cx="535844" cy="11203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DC 12V</a:t>
              </a:r>
              <a:endParaRPr lang="ko-KR" altLang="ko-KR" dirty="0"/>
            </a:p>
          </p:txBody>
        </p:sp>
        <p:sp>
          <p:nvSpPr>
            <p:cNvPr id="57462" name="Line 116"/>
            <p:cNvSpPr>
              <a:spLocks noChangeShapeType="1"/>
            </p:cNvSpPr>
            <p:nvPr/>
          </p:nvSpPr>
          <p:spPr bwMode="auto">
            <a:xfrm>
              <a:off x="618484" y="489859"/>
              <a:ext cx="586199" cy="0"/>
            </a:xfrm>
            <a:prstGeom prst="line">
              <a:avLst/>
            </a:prstGeom>
            <a:noFill/>
            <a:ln w="25400">
              <a:solidFill>
                <a:srgbClr val="FF990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64" name="Line 118"/>
            <p:cNvSpPr>
              <a:spLocks noChangeShapeType="1"/>
            </p:cNvSpPr>
            <p:nvPr/>
          </p:nvSpPr>
          <p:spPr bwMode="auto">
            <a:xfrm flipV="1">
              <a:off x="618481" y="489861"/>
              <a:ext cx="0" cy="541107"/>
            </a:xfrm>
            <a:prstGeom prst="line">
              <a:avLst/>
            </a:prstGeom>
            <a:noFill/>
            <a:ln w="25400">
              <a:solidFill>
                <a:srgbClr val="FF9900"/>
              </a:solidFill>
              <a:round/>
              <a:headEnd type="arrow" w="med" len="med"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73" name="Line 128"/>
            <p:cNvSpPr>
              <a:spLocks noChangeShapeType="1"/>
            </p:cNvSpPr>
            <p:nvPr/>
          </p:nvSpPr>
          <p:spPr bwMode="auto">
            <a:xfrm flipV="1">
              <a:off x="2256370" y="4377725"/>
              <a:ext cx="1923" cy="2143726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oval" w="med" len="med"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74" name="Line 129"/>
            <p:cNvSpPr>
              <a:spLocks noChangeShapeType="1"/>
            </p:cNvSpPr>
            <p:nvPr/>
          </p:nvSpPr>
          <p:spPr bwMode="auto">
            <a:xfrm flipH="1" flipV="1">
              <a:off x="2375788" y="4272842"/>
              <a:ext cx="4405" cy="2343861"/>
            </a:xfrm>
            <a:prstGeom prst="line">
              <a:avLst/>
            </a:prstGeom>
            <a:noFill/>
            <a:ln w="25400">
              <a:solidFill>
                <a:srgbClr val="FF99CC"/>
              </a:solidFill>
              <a:round/>
              <a:headEnd type="oval" w="med" len="med"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486" name="Rectangle 157"/>
            <p:cNvSpPr>
              <a:spLocks noChangeArrowheads="1"/>
            </p:cNvSpPr>
            <p:nvPr/>
          </p:nvSpPr>
          <p:spPr bwMode="auto">
            <a:xfrm>
              <a:off x="2960700" y="4293105"/>
              <a:ext cx="357659" cy="10846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DC 37.5V</a:t>
              </a:r>
              <a:endParaRPr lang="ko-KR" altLang="ko-KR" dirty="0"/>
            </a:p>
          </p:txBody>
        </p:sp>
        <p:sp>
          <p:nvSpPr>
            <p:cNvPr id="57487" name="Line 158"/>
            <p:cNvSpPr>
              <a:spLocks noChangeShapeType="1"/>
            </p:cNvSpPr>
            <p:nvPr/>
          </p:nvSpPr>
          <p:spPr bwMode="auto">
            <a:xfrm flipH="1" flipV="1">
              <a:off x="2960699" y="4401564"/>
              <a:ext cx="468701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arrow" w="med" len="med"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04" name="Rectangle 182"/>
            <p:cNvSpPr>
              <a:spLocks noChangeArrowheads="1"/>
            </p:cNvSpPr>
            <p:nvPr/>
          </p:nvSpPr>
          <p:spPr bwMode="auto">
            <a:xfrm flipH="1">
              <a:off x="1204681" y="274131"/>
              <a:ext cx="410599" cy="269362"/>
            </a:xfrm>
            <a:prstGeom prst="rect">
              <a:avLst/>
            </a:prstGeom>
            <a:solidFill>
              <a:srgbClr val="FFCC00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PSA</a:t>
              </a:r>
              <a:endParaRPr lang="ko-KR" altLang="ko-KR" dirty="0"/>
            </a:p>
          </p:txBody>
        </p:sp>
        <p:sp>
          <p:nvSpPr>
            <p:cNvPr id="57505" name="Rectangle 183"/>
            <p:cNvSpPr>
              <a:spLocks noChangeArrowheads="1"/>
            </p:cNvSpPr>
            <p:nvPr/>
          </p:nvSpPr>
          <p:spPr bwMode="auto">
            <a:xfrm flipH="1">
              <a:off x="1204681" y="1030966"/>
              <a:ext cx="410599" cy="162094"/>
            </a:xfrm>
            <a:prstGeom prst="rect">
              <a:avLst/>
            </a:prstGeom>
            <a:solidFill>
              <a:srgbClr val="CC99FF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LIC</a:t>
              </a:r>
              <a:endParaRPr lang="ko-KR" altLang="ko-KR" dirty="0"/>
            </a:p>
          </p:txBody>
        </p:sp>
        <p:sp>
          <p:nvSpPr>
            <p:cNvPr id="57507" name="Rectangle 185"/>
            <p:cNvSpPr>
              <a:spLocks noChangeArrowheads="1"/>
            </p:cNvSpPr>
            <p:nvPr/>
          </p:nvSpPr>
          <p:spPr bwMode="auto">
            <a:xfrm flipH="1">
              <a:off x="1204681" y="1462423"/>
              <a:ext cx="410599" cy="270553"/>
            </a:xfrm>
            <a:prstGeom prst="rect">
              <a:avLst/>
            </a:prstGeom>
            <a:solidFill>
              <a:srgbClr val="99CC0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 VTX</a:t>
              </a:r>
              <a:endParaRPr lang="ko-KR" altLang="ko-KR" dirty="0"/>
            </a:p>
          </p:txBody>
        </p:sp>
        <p:sp>
          <p:nvSpPr>
            <p:cNvPr id="57508" name="Rectangle 186"/>
            <p:cNvSpPr>
              <a:spLocks noChangeArrowheads="1"/>
            </p:cNvSpPr>
            <p:nvPr/>
          </p:nvSpPr>
          <p:spPr bwMode="auto">
            <a:xfrm flipH="1">
              <a:off x="1204681" y="2057164"/>
              <a:ext cx="410599" cy="162094"/>
            </a:xfrm>
            <a:prstGeom prst="rect">
              <a:avLst/>
            </a:prstGeom>
            <a:solidFill>
              <a:srgbClr val="C0C0C0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 HDD</a:t>
              </a:r>
              <a:endParaRPr lang="ko-KR" altLang="ko-KR" dirty="0"/>
            </a:p>
          </p:txBody>
        </p:sp>
        <p:sp>
          <p:nvSpPr>
            <p:cNvPr id="57509" name="Rectangle 187"/>
            <p:cNvSpPr>
              <a:spLocks noChangeArrowheads="1"/>
            </p:cNvSpPr>
            <p:nvPr/>
          </p:nvSpPr>
          <p:spPr bwMode="auto">
            <a:xfrm flipH="1">
              <a:off x="1204681" y="543492"/>
              <a:ext cx="410599" cy="487474"/>
            </a:xfrm>
            <a:prstGeom prst="rect">
              <a:avLst/>
            </a:prstGeom>
            <a:solidFill>
              <a:srgbClr val="C0C0C0">
                <a:alpha val="7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SCB</a:t>
              </a:r>
              <a:endParaRPr lang="ko-KR" altLang="ko-KR" dirty="0"/>
            </a:p>
          </p:txBody>
        </p:sp>
        <p:sp>
          <p:nvSpPr>
            <p:cNvPr id="57510" name="Rectangle 188"/>
            <p:cNvSpPr>
              <a:spLocks noChangeArrowheads="1"/>
            </p:cNvSpPr>
            <p:nvPr/>
          </p:nvSpPr>
          <p:spPr bwMode="auto">
            <a:xfrm flipH="1">
              <a:off x="1204681" y="1732977"/>
              <a:ext cx="410599" cy="324188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  CNCS</a:t>
              </a:r>
              <a:endParaRPr lang="ko-KR" altLang="ko-KR" dirty="0"/>
            </a:p>
          </p:txBody>
        </p:sp>
        <p:sp>
          <p:nvSpPr>
            <p:cNvPr id="57512" name="Line 190"/>
            <p:cNvSpPr>
              <a:spLocks noChangeShapeType="1"/>
            </p:cNvSpPr>
            <p:nvPr/>
          </p:nvSpPr>
          <p:spPr bwMode="auto">
            <a:xfrm flipH="1" flipV="1">
              <a:off x="970976" y="1355155"/>
              <a:ext cx="0" cy="377821"/>
            </a:xfrm>
            <a:prstGeom prst="line">
              <a:avLst/>
            </a:prstGeom>
            <a:noFill/>
            <a:ln w="25400">
              <a:solidFill>
                <a:srgbClr val="00CCFF"/>
              </a:solidFill>
              <a:round/>
              <a:headEnd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13" name="Line 191"/>
            <p:cNvSpPr>
              <a:spLocks noChangeShapeType="1"/>
            </p:cNvSpPr>
            <p:nvPr/>
          </p:nvSpPr>
          <p:spPr bwMode="auto">
            <a:xfrm flipV="1">
              <a:off x="970977" y="1265764"/>
              <a:ext cx="236288" cy="89390"/>
            </a:xfrm>
            <a:prstGeom prst="line">
              <a:avLst/>
            </a:prstGeom>
            <a:noFill/>
            <a:ln w="25400">
              <a:solidFill>
                <a:srgbClr val="00CCFF"/>
              </a:solidFill>
              <a:round/>
              <a:headEnd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14" name="Line 192"/>
            <p:cNvSpPr>
              <a:spLocks noChangeShapeType="1"/>
            </p:cNvSpPr>
            <p:nvPr/>
          </p:nvSpPr>
          <p:spPr bwMode="auto">
            <a:xfrm>
              <a:off x="970977" y="1732975"/>
              <a:ext cx="237578" cy="110844"/>
            </a:xfrm>
            <a:prstGeom prst="line">
              <a:avLst/>
            </a:prstGeom>
            <a:noFill/>
            <a:ln w="25400">
              <a:solidFill>
                <a:srgbClr val="00CCFF"/>
              </a:solidFill>
              <a:round/>
              <a:headEnd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15" name="Rectangle 193"/>
            <p:cNvSpPr>
              <a:spLocks noChangeArrowheads="1"/>
            </p:cNvSpPr>
            <p:nvPr/>
          </p:nvSpPr>
          <p:spPr bwMode="auto">
            <a:xfrm flipH="1">
              <a:off x="1204681" y="1193059"/>
              <a:ext cx="410599" cy="269030"/>
            </a:xfrm>
            <a:prstGeom prst="rect">
              <a:avLst/>
            </a:prstGeom>
            <a:solidFill>
              <a:srgbClr val="CCFFFF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WLR</a:t>
              </a:r>
              <a:endParaRPr lang="ko-KR" altLang="ko-KR" dirty="0"/>
            </a:p>
          </p:txBody>
        </p:sp>
        <p:sp>
          <p:nvSpPr>
            <p:cNvPr id="57517" name="Line 195"/>
            <p:cNvSpPr>
              <a:spLocks noChangeShapeType="1"/>
            </p:cNvSpPr>
            <p:nvPr/>
          </p:nvSpPr>
          <p:spPr bwMode="auto">
            <a:xfrm flipH="1" flipV="1">
              <a:off x="1074272" y="2238327"/>
              <a:ext cx="132993" cy="54826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19" name="Line 197"/>
            <p:cNvSpPr>
              <a:spLocks noChangeShapeType="1"/>
            </p:cNvSpPr>
            <p:nvPr/>
          </p:nvSpPr>
          <p:spPr bwMode="auto">
            <a:xfrm flipH="1" flipV="1">
              <a:off x="1087185" y="1895069"/>
              <a:ext cx="121371" cy="54826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20" name="Line 198"/>
            <p:cNvSpPr>
              <a:spLocks noChangeShapeType="1"/>
            </p:cNvSpPr>
            <p:nvPr/>
          </p:nvSpPr>
          <p:spPr bwMode="auto">
            <a:xfrm flipH="1" flipV="1">
              <a:off x="1087185" y="1517250"/>
              <a:ext cx="121371" cy="72703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21" name="Line 199"/>
            <p:cNvSpPr>
              <a:spLocks noChangeShapeType="1"/>
            </p:cNvSpPr>
            <p:nvPr/>
          </p:nvSpPr>
          <p:spPr bwMode="auto">
            <a:xfrm flipH="1">
              <a:off x="1087183" y="1589951"/>
              <a:ext cx="120081" cy="35756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22" name="Line 200"/>
            <p:cNvSpPr>
              <a:spLocks noChangeShapeType="1"/>
            </p:cNvSpPr>
            <p:nvPr/>
          </p:nvSpPr>
          <p:spPr bwMode="auto">
            <a:xfrm flipH="1">
              <a:off x="1074271" y="1949896"/>
              <a:ext cx="134284" cy="54826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23" name="Line 201"/>
            <p:cNvSpPr>
              <a:spLocks noChangeShapeType="1"/>
            </p:cNvSpPr>
            <p:nvPr/>
          </p:nvSpPr>
          <p:spPr bwMode="auto">
            <a:xfrm flipH="1" flipV="1">
              <a:off x="1087183" y="1625707"/>
              <a:ext cx="0" cy="269362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24" name="Line 202"/>
            <p:cNvSpPr>
              <a:spLocks noChangeShapeType="1"/>
            </p:cNvSpPr>
            <p:nvPr/>
          </p:nvSpPr>
          <p:spPr bwMode="auto">
            <a:xfrm flipV="1">
              <a:off x="1074271" y="2003531"/>
              <a:ext cx="0" cy="234797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25" name="Rectangle 203"/>
            <p:cNvSpPr>
              <a:spLocks noChangeArrowheads="1"/>
            </p:cNvSpPr>
            <p:nvPr/>
          </p:nvSpPr>
          <p:spPr bwMode="auto">
            <a:xfrm rot="16200000">
              <a:off x="761109" y="1432228"/>
              <a:ext cx="324188" cy="134284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solidFill>
                    <a:srgbClr val="0099FF"/>
                  </a:solidFill>
                  <a:latin typeface="Arial" charset="0"/>
                </a:rPr>
                <a:t>LAN</a:t>
              </a:r>
              <a:endParaRPr lang="ko-KR" altLang="ko-KR" dirty="0"/>
            </a:p>
          </p:txBody>
        </p:sp>
        <p:sp>
          <p:nvSpPr>
            <p:cNvPr id="57526" name="Rectangle 204"/>
            <p:cNvSpPr>
              <a:spLocks noChangeArrowheads="1"/>
            </p:cNvSpPr>
            <p:nvPr/>
          </p:nvSpPr>
          <p:spPr bwMode="auto">
            <a:xfrm rot="16200000">
              <a:off x="1140718" y="2010186"/>
              <a:ext cx="215728" cy="9038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ATA</a:t>
              </a:r>
              <a:endParaRPr lang="ko-KR" altLang="ko-KR" dirty="0"/>
            </a:p>
          </p:txBody>
        </p:sp>
        <p:sp>
          <p:nvSpPr>
            <p:cNvPr id="57527" name="Rectangle 205"/>
            <p:cNvSpPr>
              <a:spLocks noChangeArrowheads="1"/>
            </p:cNvSpPr>
            <p:nvPr/>
          </p:nvSpPr>
          <p:spPr bwMode="auto">
            <a:xfrm rot="16200000">
              <a:off x="1094385" y="1687040"/>
              <a:ext cx="312269" cy="94257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LVDS</a:t>
              </a:r>
              <a:endParaRPr lang="ko-KR" altLang="ko-KR" dirty="0"/>
            </a:p>
          </p:txBody>
        </p:sp>
        <p:sp>
          <p:nvSpPr>
            <p:cNvPr id="57529" name="Line 207"/>
            <p:cNvSpPr>
              <a:spLocks noChangeShapeType="1"/>
            </p:cNvSpPr>
            <p:nvPr/>
          </p:nvSpPr>
          <p:spPr bwMode="auto">
            <a:xfrm flipH="1">
              <a:off x="1087185" y="1084600"/>
              <a:ext cx="121371" cy="53634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30" name="Line 208"/>
            <p:cNvSpPr>
              <a:spLocks noChangeShapeType="1"/>
            </p:cNvSpPr>
            <p:nvPr/>
          </p:nvSpPr>
          <p:spPr bwMode="auto">
            <a:xfrm flipV="1">
              <a:off x="1086050" y="1138233"/>
              <a:ext cx="1132" cy="373863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32" name="Rectangle 210"/>
            <p:cNvSpPr>
              <a:spLocks noChangeArrowheads="1"/>
            </p:cNvSpPr>
            <p:nvPr/>
          </p:nvSpPr>
          <p:spPr bwMode="auto">
            <a:xfrm rot="16200000" flipH="1">
              <a:off x="-1144580" y="2735924"/>
              <a:ext cx="4054219" cy="644304"/>
            </a:xfrm>
            <a:prstGeom prst="rect">
              <a:avLst/>
            </a:prstGeom>
            <a:noFill/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eaVert" wrap="none" lIns="121757" tIns="60877" rIns="121757" bIns="60877" anchor="ctr"/>
            <a:lstStyle/>
            <a:p>
              <a:pPr algn="ctr"/>
              <a:endParaRPr lang="ko-KR" altLang="ko-KR"/>
            </a:p>
          </p:txBody>
        </p:sp>
        <p:sp>
          <p:nvSpPr>
            <p:cNvPr id="57538" name="Rectangle 259"/>
            <p:cNvSpPr>
              <a:spLocks noChangeArrowheads="1"/>
            </p:cNvSpPr>
            <p:nvPr/>
          </p:nvSpPr>
          <p:spPr bwMode="auto">
            <a:xfrm flipH="1">
              <a:off x="5464312" y="5064244"/>
              <a:ext cx="566832" cy="76279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Interior Speaker CH1</a:t>
              </a:r>
              <a:endParaRPr lang="ko-KR" altLang="ko-KR" dirty="0"/>
            </a:p>
          </p:txBody>
        </p:sp>
        <p:sp>
          <p:nvSpPr>
            <p:cNvPr id="57539" name="Rectangle 260"/>
            <p:cNvSpPr>
              <a:spLocks noChangeArrowheads="1"/>
            </p:cNvSpPr>
            <p:nvPr/>
          </p:nvSpPr>
          <p:spPr bwMode="auto">
            <a:xfrm flipH="1">
              <a:off x="5463021" y="5179855"/>
              <a:ext cx="565541" cy="77472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Interior Speaker CH2</a:t>
              </a:r>
              <a:endParaRPr lang="ko-KR" altLang="ko-KR" dirty="0"/>
            </a:p>
          </p:txBody>
        </p:sp>
        <p:sp>
          <p:nvSpPr>
            <p:cNvPr id="57540" name="Rectangle 264"/>
            <p:cNvSpPr>
              <a:spLocks noChangeArrowheads="1"/>
            </p:cNvSpPr>
            <p:nvPr/>
          </p:nvSpPr>
          <p:spPr bwMode="auto">
            <a:xfrm flipH="1">
              <a:off x="7587195" y="4035663"/>
              <a:ext cx="750181" cy="95349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r"/>
              <a:r>
                <a:rPr lang="en-US" altLang="ko-KR" sz="600" dirty="0">
                  <a:latin typeface="Arial" charset="0"/>
                </a:rPr>
                <a:t>CPO </a:t>
              </a:r>
              <a:r>
                <a:rPr lang="en-US" altLang="ko-KR" sz="600" dirty="0" smtClean="0">
                  <a:latin typeface="Arial" charset="0"/>
                </a:rPr>
                <a:t>ADDRESS</a:t>
              </a:r>
              <a:r>
                <a:rPr lang="en-US" altLang="ko-KR" sz="600" dirty="0">
                  <a:latin typeface="Arial" charset="0"/>
                </a:rPr>
                <a:t>.</a:t>
              </a:r>
              <a:endParaRPr lang="ko-KR" altLang="ko-KR" dirty="0"/>
            </a:p>
          </p:txBody>
        </p:sp>
        <p:sp>
          <p:nvSpPr>
            <p:cNvPr id="57541" name="Line 8"/>
            <p:cNvSpPr>
              <a:spLocks noChangeShapeType="1"/>
            </p:cNvSpPr>
            <p:nvPr/>
          </p:nvSpPr>
          <p:spPr bwMode="auto">
            <a:xfrm flipH="1" flipV="1">
              <a:off x="1615279" y="3045598"/>
              <a:ext cx="6734840" cy="0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43" name="Rectangle 101"/>
            <p:cNvSpPr>
              <a:spLocks noChangeArrowheads="1"/>
            </p:cNvSpPr>
            <p:nvPr/>
          </p:nvSpPr>
          <p:spPr bwMode="auto">
            <a:xfrm>
              <a:off x="1864827" y="2972896"/>
              <a:ext cx="534552" cy="65552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 smtClean="0">
                  <a:latin typeface="Arial" charset="0"/>
                </a:rPr>
                <a:t>DPH ADDRESS.</a:t>
              </a:r>
              <a:endParaRPr lang="ko-KR" altLang="ko-KR" dirty="0"/>
            </a:p>
          </p:txBody>
        </p:sp>
        <p:sp>
          <p:nvSpPr>
            <p:cNvPr id="57547" name="Line 9"/>
            <p:cNvSpPr>
              <a:spLocks noChangeShapeType="1"/>
            </p:cNvSpPr>
            <p:nvPr/>
          </p:nvSpPr>
          <p:spPr bwMode="auto">
            <a:xfrm flipH="1" flipV="1">
              <a:off x="1615279" y="3152866"/>
              <a:ext cx="6734840" cy="1192"/>
            </a:xfrm>
            <a:prstGeom prst="line">
              <a:avLst/>
            </a:prstGeom>
            <a:noFill/>
            <a:ln w="25400">
              <a:solidFill>
                <a:srgbClr val="FF99CC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50" name="Rectangle 102"/>
            <p:cNvSpPr>
              <a:spLocks noChangeArrowheads="1"/>
            </p:cNvSpPr>
            <p:nvPr/>
          </p:nvSpPr>
          <p:spPr bwMode="auto">
            <a:xfrm>
              <a:off x="1625608" y="3055133"/>
              <a:ext cx="867679" cy="11322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PEI </a:t>
              </a:r>
              <a:r>
                <a:rPr lang="en-US" altLang="ko-KR" sz="600" dirty="0" smtClean="0">
                  <a:latin typeface="Arial" charset="0"/>
                </a:rPr>
                <a:t>Audio.</a:t>
              </a:r>
              <a:endParaRPr lang="ko-KR" altLang="ko-KR" dirty="0"/>
            </a:p>
          </p:txBody>
        </p:sp>
        <p:sp>
          <p:nvSpPr>
            <p:cNvPr id="57559" name="Rectangle 375"/>
            <p:cNvSpPr>
              <a:spLocks noChangeArrowheads="1"/>
            </p:cNvSpPr>
            <p:nvPr/>
          </p:nvSpPr>
          <p:spPr bwMode="auto">
            <a:xfrm flipH="1">
              <a:off x="6064717" y="4295488"/>
              <a:ext cx="584908" cy="270554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Passenger </a:t>
              </a:r>
            </a:p>
            <a:p>
              <a:pPr algn="ctr"/>
              <a:r>
                <a:rPr lang="en-US" altLang="ko-KR" sz="600" dirty="0">
                  <a:latin typeface="Arial" charset="0"/>
                </a:rPr>
                <a:t>Emergency</a:t>
              </a:r>
            </a:p>
            <a:p>
              <a:pPr algn="ctr"/>
              <a:r>
                <a:rPr lang="en-US" altLang="ko-KR" sz="600" dirty="0">
                  <a:latin typeface="Arial" charset="0"/>
                </a:rPr>
                <a:t>Intercom</a:t>
              </a:r>
              <a:endParaRPr lang="ko-KR" altLang="ko-KR" sz="600" dirty="0"/>
            </a:p>
          </p:txBody>
        </p:sp>
        <p:grpSp>
          <p:nvGrpSpPr>
            <p:cNvPr id="9" name="Group 382"/>
            <p:cNvGrpSpPr>
              <a:grpSpLocks/>
            </p:cNvGrpSpPr>
            <p:nvPr/>
          </p:nvGrpSpPr>
          <p:grpSpPr bwMode="auto">
            <a:xfrm rot="10800000" flipV="1">
              <a:off x="3490084" y="5579741"/>
              <a:ext cx="351203" cy="160902"/>
              <a:chOff x="1477" y="3739"/>
              <a:chExt cx="227" cy="91"/>
            </a:xfrm>
          </p:grpSpPr>
          <p:sp>
            <p:nvSpPr>
              <p:cNvPr id="57732" name="AutoShape 383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808000">
                  <a:alpha val="39999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57733" name="Rectangle 384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808000">
                  <a:alpha val="39999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 sz="900" dirty="0">
                  <a:latin typeface="Gill Sans MT" pitchFamily="34" charset="0"/>
                  <a:cs typeface="Latha" pitchFamily="2"/>
                </a:endParaRPr>
              </a:p>
            </p:txBody>
          </p:sp>
        </p:grpSp>
        <p:sp>
          <p:nvSpPr>
            <p:cNvPr id="57567" name="Rectangle 385"/>
            <p:cNvSpPr>
              <a:spLocks noChangeArrowheads="1"/>
            </p:cNvSpPr>
            <p:nvPr/>
          </p:nvSpPr>
          <p:spPr bwMode="auto">
            <a:xfrm rot="10800000" flipH="1" flipV="1">
              <a:off x="3196986" y="5579741"/>
              <a:ext cx="234996" cy="160902"/>
            </a:xfrm>
            <a:prstGeom prst="rect">
              <a:avLst/>
            </a:prstGeom>
            <a:solidFill>
              <a:srgbClr val="C0C0C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TRF</a:t>
              </a:r>
              <a:endParaRPr lang="ko-KR" altLang="ko-KR" dirty="0"/>
            </a:p>
          </p:txBody>
        </p:sp>
        <p:sp>
          <p:nvSpPr>
            <p:cNvPr id="57568" name="Line 386"/>
            <p:cNvSpPr>
              <a:spLocks noChangeShapeType="1"/>
            </p:cNvSpPr>
            <p:nvPr/>
          </p:nvSpPr>
          <p:spPr bwMode="auto">
            <a:xfrm flipV="1">
              <a:off x="3665686" y="5740644"/>
              <a:ext cx="0" cy="108459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69" name="Line 387"/>
            <p:cNvSpPr>
              <a:spLocks noChangeShapeType="1"/>
            </p:cNvSpPr>
            <p:nvPr/>
          </p:nvSpPr>
          <p:spPr bwMode="auto">
            <a:xfrm>
              <a:off x="3314486" y="5849103"/>
              <a:ext cx="349911" cy="0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70" name="Line 388"/>
            <p:cNvSpPr>
              <a:spLocks noChangeShapeType="1"/>
            </p:cNvSpPr>
            <p:nvPr/>
          </p:nvSpPr>
          <p:spPr bwMode="auto">
            <a:xfrm>
              <a:off x="3314483" y="5740644"/>
              <a:ext cx="0" cy="108459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71" name="Line 389"/>
            <p:cNvSpPr>
              <a:spLocks noChangeShapeType="1"/>
            </p:cNvSpPr>
            <p:nvPr/>
          </p:nvSpPr>
          <p:spPr bwMode="auto">
            <a:xfrm flipH="1">
              <a:off x="2961988" y="5517765"/>
              <a:ext cx="0" cy="169245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oval" w="med" len="med"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72" name="Line 390"/>
            <p:cNvSpPr>
              <a:spLocks noChangeShapeType="1"/>
            </p:cNvSpPr>
            <p:nvPr/>
          </p:nvSpPr>
          <p:spPr bwMode="auto">
            <a:xfrm flipV="1">
              <a:off x="2961988" y="5687008"/>
              <a:ext cx="232414" cy="0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73" name="Line 391"/>
            <p:cNvSpPr>
              <a:spLocks noChangeShapeType="1"/>
            </p:cNvSpPr>
            <p:nvPr/>
          </p:nvSpPr>
          <p:spPr bwMode="auto">
            <a:xfrm flipH="1" flipV="1">
              <a:off x="3899391" y="5806775"/>
              <a:ext cx="0" cy="163286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oval" w="med" len="med"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74" name="Line 392"/>
            <p:cNvSpPr>
              <a:spLocks noChangeShapeType="1"/>
            </p:cNvSpPr>
            <p:nvPr/>
          </p:nvSpPr>
          <p:spPr bwMode="auto">
            <a:xfrm flipV="1">
              <a:off x="3899391" y="5806775"/>
              <a:ext cx="234996" cy="0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grpSp>
          <p:nvGrpSpPr>
            <p:cNvPr id="10" name="Group 393"/>
            <p:cNvGrpSpPr>
              <a:grpSpLocks/>
            </p:cNvGrpSpPr>
            <p:nvPr/>
          </p:nvGrpSpPr>
          <p:grpSpPr bwMode="auto">
            <a:xfrm>
              <a:off x="4133099" y="5591048"/>
              <a:ext cx="644303" cy="270553"/>
              <a:chOff x="2747" y="4827"/>
              <a:chExt cx="499" cy="227"/>
            </a:xfrm>
          </p:grpSpPr>
          <p:grpSp>
            <p:nvGrpSpPr>
              <p:cNvPr id="11" name="Group 394"/>
              <p:cNvGrpSpPr>
                <a:grpSpLocks/>
              </p:cNvGrpSpPr>
              <p:nvPr/>
            </p:nvGrpSpPr>
            <p:grpSpPr bwMode="auto">
              <a:xfrm rot="10800000">
                <a:off x="2974" y="4918"/>
                <a:ext cx="272" cy="136"/>
                <a:chOff x="1477" y="3739"/>
                <a:chExt cx="227" cy="91"/>
              </a:xfrm>
            </p:grpSpPr>
            <p:sp>
              <p:nvSpPr>
                <p:cNvPr id="57730" name="AutoShape 395"/>
                <p:cNvSpPr>
                  <a:spLocks noChangeArrowheads="1"/>
                </p:cNvSpPr>
                <p:nvPr/>
              </p:nvSpPr>
              <p:spPr bwMode="auto">
                <a:xfrm>
                  <a:off x="1477" y="3739"/>
                  <a:ext cx="227" cy="4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472 w 21600"/>
                    <a:gd name="T13" fmla="*/ 4320 h 21600"/>
                    <a:gd name="T14" fmla="*/ 17128 w 21600"/>
                    <a:gd name="T15" fmla="*/ 1728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808000">
                    <a:alpha val="39999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57731" name="Rectangle 396"/>
                <p:cNvSpPr>
                  <a:spLocks noChangeArrowheads="1"/>
                </p:cNvSpPr>
                <p:nvPr/>
              </p:nvSpPr>
              <p:spPr bwMode="auto">
                <a:xfrm>
                  <a:off x="1523" y="3784"/>
                  <a:ext cx="136" cy="46"/>
                </a:xfrm>
                <a:prstGeom prst="rect">
                  <a:avLst/>
                </a:prstGeom>
                <a:solidFill>
                  <a:srgbClr val="808000">
                    <a:alpha val="39999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 dirty="0"/>
                </a:p>
              </p:txBody>
            </p:sp>
          </p:grpSp>
          <p:sp>
            <p:nvSpPr>
              <p:cNvPr id="57726" name="Rectangle 397"/>
              <p:cNvSpPr>
                <a:spLocks noChangeArrowheads="1"/>
              </p:cNvSpPr>
              <p:nvPr/>
            </p:nvSpPr>
            <p:spPr bwMode="auto">
              <a:xfrm flipH="1">
                <a:off x="2747" y="4918"/>
                <a:ext cx="182" cy="136"/>
              </a:xfrm>
              <a:prstGeom prst="rect">
                <a:avLst/>
              </a:prstGeom>
              <a:solidFill>
                <a:srgbClr val="C0C0C0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89" tIns="60894" rIns="121789" bIns="60894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TRF</a:t>
                </a:r>
                <a:endParaRPr lang="ko-KR" altLang="ko-KR" dirty="0"/>
              </a:p>
            </p:txBody>
          </p:sp>
          <p:sp>
            <p:nvSpPr>
              <p:cNvPr id="57727" name="Line 398"/>
              <p:cNvSpPr>
                <a:spLocks noChangeShapeType="1"/>
              </p:cNvSpPr>
              <p:nvPr/>
            </p:nvSpPr>
            <p:spPr bwMode="auto">
              <a:xfrm>
                <a:off x="3110" y="4827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728" name="Line 399"/>
              <p:cNvSpPr>
                <a:spLocks noChangeShapeType="1"/>
              </p:cNvSpPr>
              <p:nvPr/>
            </p:nvSpPr>
            <p:spPr bwMode="auto">
              <a:xfrm flipV="1">
                <a:off x="2838" y="4827"/>
                <a:ext cx="272" cy="0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729" name="Line 400"/>
              <p:cNvSpPr>
                <a:spLocks noChangeShapeType="1"/>
              </p:cNvSpPr>
              <p:nvPr/>
            </p:nvSpPr>
            <p:spPr bwMode="auto">
              <a:xfrm flipV="1">
                <a:off x="2838" y="4827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2" name="Group 401"/>
            <p:cNvGrpSpPr>
              <a:grpSpLocks/>
            </p:cNvGrpSpPr>
            <p:nvPr/>
          </p:nvGrpSpPr>
          <p:grpSpPr bwMode="auto">
            <a:xfrm rot="10800000" flipV="1">
              <a:off x="5891696" y="5586892"/>
              <a:ext cx="351203" cy="160902"/>
              <a:chOff x="1477" y="3739"/>
              <a:chExt cx="227" cy="91"/>
            </a:xfrm>
          </p:grpSpPr>
          <p:sp>
            <p:nvSpPr>
              <p:cNvPr id="57723" name="AutoShape 402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808000">
                  <a:alpha val="39999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57724" name="Rectangle 403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808000">
                  <a:alpha val="39999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57577" name="Rectangle 404"/>
            <p:cNvSpPr>
              <a:spLocks noChangeArrowheads="1"/>
            </p:cNvSpPr>
            <p:nvPr/>
          </p:nvSpPr>
          <p:spPr bwMode="auto">
            <a:xfrm rot="10800000" flipH="1" flipV="1">
              <a:off x="5598596" y="5586892"/>
              <a:ext cx="234996" cy="160902"/>
            </a:xfrm>
            <a:prstGeom prst="rect">
              <a:avLst/>
            </a:prstGeom>
            <a:solidFill>
              <a:srgbClr val="C0C0C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TRF</a:t>
              </a:r>
              <a:endParaRPr lang="ko-KR" altLang="ko-KR" dirty="0"/>
            </a:p>
          </p:txBody>
        </p:sp>
        <p:sp>
          <p:nvSpPr>
            <p:cNvPr id="57578" name="Line 405"/>
            <p:cNvSpPr>
              <a:spLocks noChangeShapeType="1"/>
            </p:cNvSpPr>
            <p:nvPr/>
          </p:nvSpPr>
          <p:spPr bwMode="auto">
            <a:xfrm flipV="1">
              <a:off x="6067297" y="5747796"/>
              <a:ext cx="0" cy="108459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79" name="Line 406"/>
            <p:cNvSpPr>
              <a:spLocks noChangeShapeType="1"/>
            </p:cNvSpPr>
            <p:nvPr/>
          </p:nvSpPr>
          <p:spPr bwMode="auto">
            <a:xfrm>
              <a:off x="5716097" y="5856253"/>
              <a:ext cx="349911" cy="0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80" name="Line 407"/>
            <p:cNvSpPr>
              <a:spLocks noChangeShapeType="1"/>
            </p:cNvSpPr>
            <p:nvPr/>
          </p:nvSpPr>
          <p:spPr bwMode="auto">
            <a:xfrm>
              <a:off x="5716093" y="5747796"/>
              <a:ext cx="0" cy="108459"/>
            </a:xfrm>
            <a:prstGeom prst="line">
              <a:avLst/>
            </a:prstGeom>
            <a:noFill/>
            <a:ln w="12700">
              <a:solidFill>
                <a:srgbClr val="993366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81" name="Line 408"/>
            <p:cNvSpPr>
              <a:spLocks noChangeShapeType="1"/>
            </p:cNvSpPr>
            <p:nvPr/>
          </p:nvSpPr>
          <p:spPr bwMode="auto">
            <a:xfrm flipH="1">
              <a:off x="5363600" y="5524916"/>
              <a:ext cx="0" cy="169245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oval" w="med" len="med"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82" name="Line 409"/>
            <p:cNvSpPr>
              <a:spLocks noChangeShapeType="1"/>
            </p:cNvSpPr>
            <p:nvPr/>
          </p:nvSpPr>
          <p:spPr bwMode="auto">
            <a:xfrm flipV="1">
              <a:off x="5363601" y="5694159"/>
              <a:ext cx="233706" cy="0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83" name="Line 410"/>
            <p:cNvSpPr>
              <a:spLocks noChangeShapeType="1"/>
            </p:cNvSpPr>
            <p:nvPr/>
          </p:nvSpPr>
          <p:spPr bwMode="auto">
            <a:xfrm flipH="1" flipV="1">
              <a:off x="6301002" y="5813926"/>
              <a:ext cx="0" cy="163286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oval" w="med" len="med"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84" name="Line 411"/>
            <p:cNvSpPr>
              <a:spLocks noChangeShapeType="1"/>
            </p:cNvSpPr>
            <p:nvPr/>
          </p:nvSpPr>
          <p:spPr bwMode="auto">
            <a:xfrm flipV="1">
              <a:off x="6301003" y="5813926"/>
              <a:ext cx="234996" cy="0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grpSp>
          <p:nvGrpSpPr>
            <p:cNvPr id="13" name="Group 412"/>
            <p:cNvGrpSpPr>
              <a:grpSpLocks/>
            </p:cNvGrpSpPr>
            <p:nvPr/>
          </p:nvGrpSpPr>
          <p:grpSpPr bwMode="auto">
            <a:xfrm>
              <a:off x="6534709" y="5598201"/>
              <a:ext cx="644303" cy="270553"/>
              <a:chOff x="2747" y="4827"/>
              <a:chExt cx="499" cy="227"/>
            </a:xfrm>
          </p:grpSpPr>
          <p:grpSp>
            <p:nvGrpSpPr>
              <p:cNvPr id="14" name="Group 413"/>
              <p:cNvGrpSpPr>
                <a:grpSpLocks/>
              </p:cNvGrpSpPr>
              <p:nvPr/>
            </p:nvGrpSpPr>
            <p:grpSpPr bwMode="auto">
              <a:xfrm rot="10800000">
                <a:off x="2974" y="4918"/>
                <a:ext cx="272" cy="136"/>
                <a:chOff x="1477" y="3739"/>
                <a:chExt cx="227" cy="91"/>
              </a:xfrm>
            </p:grpSpPr>
            <p:sp>
              <p:nvSpPr>
                <p:cNvPr id="57721" name="AutoShape 414"/>
                <p:cNvSpPr>
                  <a:spLocks noChangeArrowheads="1"/>
                </p:cNvSpPr>
                <p:nvPr/>
              </p:nvSpPr>
              <p:spPr bwMode="auto">
                <a:xfrm>
                  <a:off x="1477" y="3739"/>
                  <a:ext cx="227" cy="4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472 w 21600"/>
                    <a:gd name="T13" fmla="*/ 4320 h 21600"/>
                    <a:gd name="T14" fmla="*/ 17128 w 21600"/>
                    <a:gd name="T15" fmla="*/ 1728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808000">
                    <a:alpha val="39999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57722" name="Rectangle 415"/>
                <p:cNvSpPr>
                  <a:spLocks noChangeArrowheads="1"/>
                </p:cNvSpPr>
                <p:nvPr/>
              </p:nvSpPr>
              <p:spPr bwMode="auto">
                <a:xfrm>
                  <a:off x="1523" y="3784"/>
                  <a:ext cx="136" cy="46"/>
                </a:xfrm>
                <a:prstGeom prst="rect">
                  <a:avLst/>
                </a:prstGeom>
                <a:solidFill>
                  <a:srgbClr val="808000">
                    <a:alpha val="39999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57717" name="Rectangle 416"/>
              <p:cNvSpPr>
                <a:spLocks noChangeArrowheads="1"/>
              </p:cNvSpPr>
              <p:nvPr/>
            </p:nvSpPr>
            <p:spPr bwMode="auto">
              <a:xfrm flipH="1">
                <a:off x="2747" y="4918"/>
                <a:ext cx="182" cy="136"/>
              </a:xfrm>
              <a:prstGeom prst="rect">
                <a:avLst/>
              </a:prstGeom>
              <a:solidFill>
                <a:srgbClr val="C0C0C0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89" tIns="60894" rIns="121789" bIns="60894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TRF</a:t>
                </a:r>
                <a:endParaRPr lang="ko-KR" altLang="ko-KR" dirty="0"/>
              </a:p>
            </p:txBody>
          </p:sp>
          <p:sp>
            <p:nvSpPr>
              <p:cNvPr id="57718" name="Line 417"/>
              <p:cNvSpPr>
                <a:spLocks noChangeShapeType="1"/>
              </p:cNvSpPr>
              <p:nvPr/>
            </p:nvSpPr>
            <p:spPr bwMode="auto">
              <a:xfrm>
                <a:off x="3110" y="4827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719" name="Line 418"/>
              <p:cNvSpPr>
                <a:spLocks noChangeShapeType="1"/>
              </p:cNvSpPr>
              <p:nvPr/>
            </p:nvSpPr>
            <p:spPr bwMode="auto">
              <a:xfrm flipV="1">
                <a:off x="2838" y="4827"/>
                <a:ext cx="272" cy="0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720" name="Line 419"/>
              <p:cNvSpPr>
                <a:spLocks noChangeShapeType="1"/>
              </p:cNvSpPr>
              <p:nvPr/>
            </p:nvSpPr>
            <p:spPr bwMode="auto">
              <a:xfrm flipV="1">
                <a:off x="2838" y="4827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grpSp>
          <p:nvGrpSpPr>
            <p:cNvPr id="15" name="Group 420"/>
            <p:cNvGrpSpPr>
              <a:grpSpLocks/>
            </p:cNvGrpSpPr>
            <p:nvPr/>
          </p:nvGrpSpPr>
          <p:grpSpPr bwMode="auto">
            <a:xfrm>
              <a:off x="3429400" y="4672118"/>
              <a:ext cx="644304" cy="270554"/>
              <a:chOff x="2475" y="3875"/>
              <a:chExt cx="499" cy="227"/>
            </a:xfrm>
          </p:grpSpPr>
          <p:grpSp>
            <p:nvGrpSpPr>
              <p:cNvPr id="16" name="Group 421"/>
              <p:cNvGrpSpPr>
                <a:grpSpLocks/>
              </p:cNvGrpSpPr>
              <p:nvPr/>
            </p:nvGrpSpPr>
            <p:grpSpPr bwMode="auto">
              <a:xfrm rot="10800000">
                <a:off x="2702" y="3966"/>
                <a:ext cx="272" cy="136"/>
                <a:chOff x="1477" y="3739"/>
                <a:chExt cx="227" cy="91"/>
              </a:xfrm>
            </p:grpSpPr>
            <p:sp>
              <p:nvSpPr>
                <p:cNvPr id="57714" name="AutoShape 422"/>
                <p:cNvSpPr>
                  <a:spLocks noChangeArrowheads="1"/>
                </p:cNvSpPr>
                <p:nvPr/>
              </p:nvSpPr>
              <p:spPr bwMode="auto">
                <a:xfrm>
                  <a:off x="1477" y="3739"/>
                  <a:ext cx="227" cy="4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472 w 21600"/>
                    <a:gd name="T13" fmla="*/ 4320 h 21600"/>
                    <a:gd name="T14" fmla="*/ 17128 w 21600"/>
                    <a:gd name="T15" fmla="*/ 1728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57715" name="Rectangle 423"/>
                <p:cNvSpPr>
                  <a:spLocks noChangeArrowheads="1"/>
                </p:cNvSpPr>
                <p:nvPr/>
              </p:nvSpPr>
              <p:spPr bwMode="auto">
                <a:xfrm>
                  <a:off x="1523" y="3784"/>
                  <a:ext cx="136" cy="46"/>
                </a:xfrm>
                <a:prstGeom prst="rect">
                  <a:avLst/>
                </a:pr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57710" name="Rectangle 424"/>
              <p:cNvSpPr>
                <a:spLocks noChangeArrowheads="1"/>
              </p:cNvSpPr>
              <p:nvPr/>
            </p:nvSpPr>
            <p:spPr bwMode="auto">
              <a:xfrm flipH="1">
                <a:off x="2475" y="3966"/>
                <a:ext cx="182" cy="136"/>
              </a:xfrm>
              <a:prstGeom prst="rect">
                <a:avLst/>
              </a:prstGeom>
              <a:solidFill>
                <a:srgbClr val="FFCC99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89" tIns="60894" rIns="121789" bIns="60894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TRF</a:t>
                </a:r>
                <a:endParaRPr lang="ko-KR" altLang="ko-KR" dirty="0"/>
              </a:p>
            </p:txBody>
          </p:sp>
          <p:sp>
            <p:nvSpPr>
              <p:cNvPr id="57711" name="Line 425"/>
              <p:cNvSpPr>
                <a:spLocks noChangeShapeType="1"/>
              </p:cNvSpPr>
              <p:nvPr/>
            </p:nvSpPr>
            <p:spPr bwMode="auto">
              <a:xfrm>
                <a:off x="2838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712" name="Line 426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272" cy="0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713" name="Line 427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57587" name="Line 428"/>
            <p:cNvSpPr>
              <a:spLocks noChangeShapeType="1"/>
            </p:cNvSpPr>
            <p:nvPr/>
          </p:nvSpPr>
          <p:spPr bwMode="auto">
            <a:xfrm flipV="1">
              <a:off x="4250923" y="4942674"/>
              <a:ext cx="0" cy="215727"/>
            </a:xfrm>
            <a:prstGeom prst="line">
              <a:avLst/>
            </a:prstGeom>
            <a:noFill/>
            <a:ln w="25400">
              <a:solidFill>
                <a:srgbClr val="CC99FF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grpSp>
          <p:nvGrpSpPr>
            <p:cNvPr id="17" name="Group 432"/>
            <p:cNvGrpSpPr>
              <a:grpSpLocks/>
            </p:cNvGrpSpPr>
            <p:nvPr/>
          </p:nvGrpSpPr>
          <p:grpSpPr bwMode="auto">
            <a:xfrm>
              <a:off x="6064716" y="4672118"/>
              <a:ext cx="644303" cy="270554"/>
              <a:chOff x="2475" y="3875"/>
              <a:chExt cx="499" cy="227"/>
            </a:xfrm>
          </p:grpSpPr>
          <p:grpSp>
            <p:nvGrpSpPr>
              <p:cNvPr id="18" name="Group 433"/>
              <p:cNvGrpSpPr>
                <a:grpSpLocks/>
              </p:cNvGrpSpPr>
              <p:nvPr/>
            </p:nvGrpSpPr>
            <p:grpSpPr bwMode="auto">
              <a:xfrm rot="10800000">
                <a:off x="2702" y="3966"/>
                <a:ext cx="272" cy="136"/>
                <a:chOff x="1477" y="3739"/>
                <a:chExt cx="227" cy="91"/>
              </a:xfrm>
            </p:grpSpPr>
            <p:sp>
              <p:nvSpPr>
                <p:cNvPr id="57707" name="AutoShape 434"/>
                <p:cNvSpPr>
                  <a:spLocks noChangeArrowheads="1"/>
                </p:cNvSpPr>
                <p:nvPr/>
              </p:nvSpPr>
              <p:spPr bwMode="auto">
                <a:xfrm>
                  <a:off x="1477" y="3739"/>
                  <a:ext cx="227" cy="4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472 w 21600"/>
                    <a:gd name="T13" fmla="*/ 4320 h 21600"/>
                    <a:gd name="T14" fmla="*/ 17128 w 21600"/>
                    <a:gd name="T15" fmla="*/ 1728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57708" name="Rectangle 435"/>
                <p:cNvSpPr>
                  <a:spLocks noChangeArrowheads="1"/>
                </p:cNvSpPr>
                <p:nvPr/>
              </p:nvSpPr>
              <p:spPr bwMode="auto">
                <a:xfrm>
                  <a:off x="1523" y="3784"/>
                  <a:ext cx="136" cy="46"/>
                </a:xfrm>
                <a:prstGeom prst="rect">
                  <a:avLst/>
                </a:pr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57703" name="Rectangle 436"/>
              <p:cNvSpPr>
                <a:spLocks noChangeArrowheads="1"/>
              </p:cNvSpPr>
              <p:nvPr/>
            </p:nvSpPr>
            <p:spPr bwMode="auto">
              <a:xfrm flipH="1">
                <a:off x="2475" y="3966"/>
                <a:ext cx="182" cy="136"/>
              </a:xfrm>
              <a:prstGeom prst="rect">
                <a:avLst/>
              </a:prstGeom>
              <a:solidFill>
                <a:srgbClr val="FFCC99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89" tIns="60894" rIns="121789" bIns="60894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TRF</a:t>
                </a:r>
                <a:endParaRPr lang="ko-KR" altLang="ko-KR" dirty="0"/>
              </a:p>
            </p:txBody>
          </p:sp>
          <p:sp>
            <p:nvSpPr>
              <p:cNvPr id="57704" name="Line 437"/>
              <p:cNvSpPr>
                <a:spLocks noChangeShapeType="1"/>
              </p:cNvSpPr>
              <p:nvPr/>
            </p:nvSpPr>
            <p:spPr bwMode="auto">
              <a:xfrm>
                <a:off x="2838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705" name="Line 438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272" cy="0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706" name="Line 439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57592" name="Line 440"/>
            <p:cNvSpPr>
              <a:spLocks noChangeShapeType="1"/>
            </p:cNvSpPr>
            <p:nvPr/>
          </p:nvSpPr>
          <p:spPr bwMode="auto">
            <a:xfrm flipH="1" flipV="1">
              <a:off x="5307595" y="4942674"/>
              <a:ext cx="1292" cy="324188"/>
            </a:xfrm>
            <a:prstGeom prst="line">
              <a:avLst/>
            </a:prstGeom>
            <a:noFill/>
            <a:ln w="25400">
              <a:solidFill>
                <a:srgbClr val="CC99FF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grpSp>
          <p:nvGrpSpPr>
            <p:cNvPr id="19" name="Group 441"/>
            <p:cNvGrpSpPr>
              <a:grpSpLocks/>
            </p:cNvGrpSpPr>
            <p:nvPr/>
          </p:nvGrpSpPr>
          <p:grpSpPr bwMode="auto">
            <a:xfrm>
              <a:off x="2551392" y="4672118"/>
              <a:ext cx="644304" cy="270554"/>
              <a:chOff x="2475" y="3875"/>
              <a:chExt cx="499" cy="227"/>
            </a:xfrm>
          </p:grpSpPr>
          <p:grpSp>
            <p:nvGrpSpPr>
              <p:cNvPr id="20" name="Group 442"/>
              <p:cNvGrpSpPr>
                <a:grpSpLocks/>
              </p:cNvGrpSpPr>
              <p:nvPr/>
            </p:nvGrpSpPr>
            <p:grpSpPr bwMode="auto">
              <a:xfrm rot="10800000">
                <a:off x="2702" y="3966"/>
                <a:ext cx="272" cy="136"/>
                <a:chOff x="1477" y="3739"/>
                <a:chExt cx="227" cy="91"/>
              </a:xfrm>
            </p:grpSpPr>
            <p:sp>
              <p:nvSpPr>
                <p:cNvPr id="57700" name="AutoShape 443"/>
                <p:cNvSpPr>
                  <a:spLocks noChangeArrowheads="1"/>
                </p:cNvSpPr>
                <p:nvPr/>
              </p:nvSpPr>
              <p:spPr bwMode="auto">
                <a:xfrm>
                  <a:off x="1477" y="3739"/>
                  <a:ext cx="227" cy="4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472 w 21600"/>
                    <a:gd name="T13" fmla="*/ 4320 h 21600"/>
                    <a:gd name="T14" fmla="*/ 17128 w 21600"/>
                    <a:gd name="T15" fmla="*/ 1728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57701" name="Rectangle 444"/>
                <p:cNvSpPr>
                  <a:spLocks noChangeArrowheads="1"/>
                </p:cNvSpPr>
                <p:nvPr/>
              </p:nvSpPr>
              <p:spPr bwMode="auto">
                <a:xfrm>
                  <a:off x="1523" y="3784"/>
                  <a:ext cx="136" cy="46"/>
                </a:xfrm>
                <a:prstGeom prst="rect">
                  <a:avLst/>
                </a:pr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57696" name="Rectangle 445"/>
              <p:cNvSpPr>
                <a:spLocks noChangeArrowheads="1"/>
              </p:cNvSpPr>
              <p:nvPr/>
            </p:nvSpPr>
            <p:spPr bwMode="auto">
              <a:xfrm flipH="1">
                <a:off x="2475" y="3966"/>
                <a:ext cx="182" cy="136"/>
              </a:xfrm>
              <a:prstGeom prst="rect">
                <a:avLst/>
              </a:prstGeom>
              <a:solidFill>
                <a:srgbClr val="FFCC99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89" tIns="60894" rIns="121789" bIns="60894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TRF</a:t>
                </a:r>
                <a:endParaRPr lang="ko-KR" altLang="ko-KR" dirty="0"/>
              </a:p>
            </p:txBody>
          </p:sp>
          <p:sp>
            <p:nvSpPr>
              <p:cNvPr id="57697" name="Line 446"/>
              <p:cNvSpPr>
                <a:spLocks noChangeShapeType="1"/>
              </p:cNvSpPr>
              <p:nvPr/>
            </p:nvSpPr>
            <p:spPr bwMode="auto">
              <a:xfrm>
                <a:off x="2838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698" name="Line 447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272" cy="0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699" name="Line 448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57594" name="Line 449"/>
            <p:cNvSpPr>
              <a:spLocks noChangeShapeType="1"/>
            </p:cNvSpPr>
            <p:nvPr/>
          </p:nvSpPr>
          <p:spPr bwMode="auto">
            <a:xfrm flipV="1">
              <a:off x="2668888" y="4942674"/>
              <a:ext cx="0" cy="215727"/>
            </a:xfrm>
            <a:prstGeom prst="line">
              <a:avLst/>
            </a:prstGeom>
            <a:noFill/>
            <a:ln w="25400">
              <a:solidFill>
                <a:srgbClr val="CC99FF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grpSp>
          <p:nvGrpSpPr>
            <p:cNvPr id="21" name="Group 450"/>
            <p:cNvGrpSpPr>
              <a:grpSpLocks/>
            </p:cNvGrpSpPr>
            <p:nvPr/>
          </p:nvGrpSpPr>
          <p:grpSpPr bwMode="auto">
            <a:xfrm>
              <a:off x="6768413" y="4672118"/>
              <a:ext cx="644304" cy="270554"/>
              <a:chOff x="2475" y="3875"/>
              <a:chExt cx="499" cy="227"/>
            </a:xfrm>
          </p:grpSpPr>
          <p:grpSp>
            <p:nvGrpSpPr>
              <p:cNvPr id="22" name="Group 451"/>
              <p:cNvGrpSpPr>
                <a:grpSpLocks/>
              </p:cNvGrpSpPr>
              <p:nvPr/>
            </p:nvGrpSpPr>
            <p:grpSpPr bwMode="auto">
              <a:xfrm rot="10800000">
                <a:off x="2702" y="3966"/>
                <a:ext cx="272" cy="136"/>
                <a:chOff x="1477" y="3739"/>
                <a:chExt cx="227" cy="91"/>
              </a:xfrm>
            </p:grpSpPr>
            <p:sp>
              <p:nvSpPr>
                <p:cNvPr id="57693" name="AutoShape 452"/>
                <p:cNvSpPr>
                  <a:spLocks noChangeArrowheads="1"/>
                </p:cNvSpPr>
                <p:nvPr/>
              </p:nvSpPr>
              <p:spPr bwMode="auto">
                <a:xfrm>
                  <a:off x="1477" y="3739"/>
                  <a:ext cx="227" cy="4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472 w 21600"/>
                    <a:gd name="T13" fmla="*/ 4320 h 21600"/>
                    <a:gd name="T14" fmla="*/ 17128 w 21600"/>
                    <a:gd name="T15" fmla="*/ 1728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57694" name="Rectangle 453"/>
                <p:cNvSpPr>
                  <a:spLocks noChangeArrowheads="1"/>
                </p:cNvSpPr>
                <p:nvPr/>
              </p:nvSpPr>
              <p:spPr bwMode="auto">
                <a:xfrm>
                  <a:off x="1523" y="3784"/>
                  <a:ext cx="136" cy="46"/>
                </a:xfrm>
                <a:prstGeom prst="rect">
                  <a:avLst/>
                </a:pr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57689" name="Rectangle 454"/>
              <p:cNvSpPr>
                <a:spLocks noChangeArrowheads="1"/>
              </p:cNvSpPr>
              <p:nvPr/>
            </p:nvSpPr>
            <p:spPr bwMode="auto">
              <a:xfrm flipH="1">
                <a:off x="2475" y="3966"/>
                <a:ext cx="182" cy="136"/>
              </a:xfrm>
              <a:prstGeom prst="rect">
                <a:avLst/>
              </a:prstGeom>
              <a:solidFill>
                <a:srgbClr val="FFCC99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89" tIns="60894" rIns="121789" bIns="60894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TRF</a:t>
                </a:r>
                <a:endParaRPr lang="ko-KR" altLang="ko-KR" dirty="0"/>
              </a:p>
            </p:txBody>
          </p:sp>
          <p:sp>
            <p:nvSpPr>
              <p:cNvPr id="57690" name="Line 455"/>
              <p:cNvSpPr>
                <a:spLocks noChangeShapeType="1"/>
              </p:cNvSpPr>
              <p:nvPr/>
            </p:nvSpPr>
            <p:spPr bwMode="auto">
              <a:xfrm>
                <a:off x="2838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691" name="Line 456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272" cy="0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692" name="Line 457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57596" name="Line 458"/>
            <p:cNvSpPr>
              <a:spLocks noChangeShapeType="1"/>
            </p:cNvSpPr>
            <p:nvPr/>
          </p:nvSpPr>
          <p:spPr bwMode="auto">
            <a:xfrm flipV="1">
              <a:off x="6885912" y="4942674"/>
              <a:ext cx="0" cy="324188"/>
            </a:xfrm>
            <a:prstGeom prst="line">
              <a:avLst/>
            </a:prstGeom>
            <a:noFill/>
            <a:ln w="25400">
              <a:solidFill>
                <a:srgbClr val="CC99FF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grpSp>
          <p:nvGrpSpPr>
            <p:cNvPr id="23" name="Group 459"/>
            <p:cNvGrpSpPr>
              <a:grpSpLocks/>
            </p:cNvGrpSpPr>
            <p:nvPr/>
          </p:nvGrpSpPr>
          <p:grpSpPr bwMode="auto">
            <a:xfrm>
              <a:off x="5186708" y="4672118"/>
              <a:ext cx="644303" cy="270554"/>
              <a:chOff x="2475" y="3875"/>
              <a:chExt cx="499" cy="227"/>
            </a:xfrm>
          </p:grpSpPr>
          <p:grpSp>
            <p:nvGrpSpPr>
              <p:cNvPr id="24" name="Group 460"/>
              <p:cNvGrpSpPr>
                <a:grpSpLocks/>
              </p:cNvGrpSpPr>
              <p:nvPr/>
            </p:nvGrpSpPr>
            <p:grpSpPr bwMode="auto">
              <a:xfrm rot="10800000">
                <a:off x="2702" y="3966"/>
                <a:ext cx="272" cy="136"/>
                <a:chOff x="1477" y="3739"/>
                <a:chExt cx="227" cy="91"/>
              </a:xfrm>
            </p:grpSpPr>
            <p:sp>
              <p:nvSpPr>
                <p:cNvPr id="57686" name="AutoShape 461"/>
                <p:cNvSpPr>
                  <a:spLocks noChangeArrowheads="1"/>
                </p:cNvSpPr>
                <p:nvPr/>
              </p:nvSpPr>
              <p:spPr bwMode="auto">
                <a:xfrm>
                  <a:off x="1477" y="3739"/>
                  <a:ext cx="227" cy="4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472 w 21600"/>
                    <a:gd name="T13" fmla="*/ 4320 h 21600"/>
                    <a:gd name="T14" fmla="*/ 17128 w 21600"/>
                    <a:gd name="T15" fmla="*/ 1728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57687" name="Rectangle 462"/>
                <p:cNvSpPr>
                  <a:spLocks noChangeArrowheads="1"/>
                </p:cNvSpPr>
                <p:nvPr/>
              </p:nvSpPr>
              <p:spPr bwMode="auto">
                <a:xfrm>
                  <a:off x="1523" y="3784"/>
                  <a:ext cx="136" cy="46"/>
                </a:xfrm>
                <a:prstGeom prst="rect">
                  <a:avLst/>
                </a:pr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57682" name="Rectangle 463"/>
              <p:cNvSpPr>
                <a:spLocks noChangeArrowheads="1"/>
              </p:cNvSpPr>
              <p:nvPr/>
            </p:nvSpPr>
            <p:spPr bwMode="auto">
              <a:xfrm flipH="1">
                <a:off x="2475" y="3966"/>
                <a:ext cx="182" cy="136"/>
              </a:xfrm>
              <a:prstGeom prst="rect">
                <a:avLst/>
              </a:prstGeom>
              <a:solidFill>
                <a:srgbClr val="FFCC99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89" tIns="60894" rIns="121789" bIns="60894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TRF</a:t>
                </a:r>
                <a:endParaRPr lang="ko-KR" altLang="ko-KR" dirty="0"/>
              </a:p>
            </p:txBody>
          </p:sp>
          <p:sp>
            <p:nvSpPr>
              <p:cNvPr id="57683" name="Line 464"/>
              <p:cNvSpPr>
                <a:spLocks noChangeShapeType="1"/>
              </p:cNvSpPr>
              <p:nvPr/>
            </p:nvSpPr>
            <p:spPr bwMode="auto">
              <a:xfrm>
                <a:off x="2838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684" name="Line 465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272" cy="0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685" name="Line 466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57598" name="Line 467"/>
            <p:cNvSpPr>
              <a:spLocks noChangeShapeType="1"/>
            </p:cNvSpPr>
            <p:nvPr/>
          </p:nvSpPr>
          <p:spPr bwMode="auto">
            <a:xfrm flipV="1">
              <a:off x="6199448" y="4942674"/>
              <a:ext cx="0" cy="215727"/>
            </a:xfrm>
            <a:prstGeom prst="line">
              <a:avLst/>
            </a:prstGeom>
            <a:noFill/>
            <a:ln w="25400">
              <a:solidFill>
                <a:srgbClr val="CC99FF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grpSp>
          <p:nvGrpSpPr>
            <p:cNvPr id="25" name="Group 468"/>
            <p:cNvGrpSpPr>
              <a:grpSpLocks/>
            </p:cNvGrpSpPr>
            <p:nvPr/>
          </p:nvGrpSpPr>
          <p:grpSpPr bwMode="auto">
            <a:xfrm>
              <a:off x="4131805" y="4672118"/>
              <a:ext cx="644304" cy="270554"/>
              <a:chOff x="2475" y="3875"/>
              <a:chExt cx="499" cy="227"/>
            </a:xfrm>
          </p:grpSpPr>
          <p:grpSp>
            <p:nvGrpSpPr>
              <p:cNvPr id="26" name="Group 469"/>
              <p:cNvGrpSpPr>
                <a:grpSpLocks/>
              </p:cNvGrpSpPr>
              <p:nvPr/>
            </p:nvGrpSpPr>
            <p:grpSpPr bwMode="auto">
              <a:xfrm rot="10800000">
                <a:off x="2702" y="3966"/>
                <a:ext cx="272" cy="136"/>
                <a:chOff x="1477" y="3739"/>
                <a:chExt cx="227" cy="91"/>
              </a:xfrm>
            </p:grpSpPr>
            <p:sp>
              <p:nvSpPr>
                <p:cNvPr id="57679" name="AutoShape 470"/>
                <p:cNvSpPr>
                  <a:spLocks noChangeArrowheads="1"/>
                </p:cNvSpPr>
                <p:nvPr/>
              </p:nvSpPr>
              <p:spPr bwMode="auto">
                <a:xfrm>
                  <a:off x="1477" y="3739"/>
                  <a:ext cx="227" cy="4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472 w 21600"/>
                    <a:gd name="T13" fmla="*/ 4320 h 21600"/>
                    <a:gd name="T14" fmla="*/ 17128 w 21600"/>
                    <a:gd name="T15" fmla="*/ 1728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57680" name="Rectangle 471"/>
                <p:cNvSpPr>
                  <a:spLocks noChangeArrowheads="1"/>
                </p:cNvSpPr>
                <p:nvPr/>
              </p:nvSpPr>
              <p:spPr bwMode="auto">
                <a:xfrm>
                  <a:off x="1523" y="3784"/>
                  <a:ext cx="136" cy="46"/>
                </a:xfrm>
                <a:prstGeom prst="rect">
                  <a:avLst/>
                </a:pr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57675" name="Rectangle 472"/>
              <p:cNvSpPr>
                <a:spLocks noChangeArrowheads="1"/>
              </p:cNvSpPr>
              <p:nvPr/>
            </p:nvSpPr>
            <p:spPr bwMode="auto">
              <a:xfrm flipH="1">
                <a:off x="2475" y="3966"/>
                <a:ext cx="182" cy="136"/>
              </a:xfrm>
              <a:prstGeom prst="rect">
                <a:avLst/>
              </a:prstGeom>
              <a:solidFill>
                <a:srgbClr val="FFCC99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89" tIns="60894" rIns="121789" bIns="60894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TRF</a:t>
                </a:r>
                <a:endParaRPr lang="ko-KR" altLang="ko-KR" dirty="0"/>
              </a:p>
            </p:txBody>
          </p:sp>
          <p:sp>
            <p:nvSpPr>
              <p:cNvPr id="57676" name="Line 473"/>
              <p:cNvSpPr>
                <a:spLocks noChangeShapeType="1"/>
              </p:cNvSpPr>
              <p:nvPr/>
            </p:nvSpPr>
            <p:spPr bwMode="auto">
              <a:xfrm>
                <a:off x="2838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677" name="Line 474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272" cy="0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678" name="Line 475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57600" name="Line 476"/>
            <p:cNvSpPr>
              <a:spLocks noChangeShapeType="1"/>
            </p:cNvSpPr>
            <p:nvPr/>
          </p:nvSpPr>
          <p:spPr bwMode="auto">
            <a:xfrm flipV="1">
              <a:off x="3548845" y="4942674"/>
              <a:ext cx="1292" cy="324188"/>
            </a:xfrm>
            <a:prstGeom prst="line">
              <a:avLst/>
            </a:prstGeom>
            <a:noFill/>
            <a:ln w="25400">
              <a:solidFill>
                <a:srgbClr val="CC99FF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grpSp>
          <p:nvGrpSpPr>
            <p:cNvPr id="27" name="Group 477"/>
            <p:cNvGrpSpPr>
              <a:grpSpLocks/>
            </p:cNvGrpSpPr>
            <p:nvPr/>
          </p:nvGrpSpPr>
          <p:grpSpPr bwMode="auto">
            <a:xfrm>
              <a:off x="5014979" y="4293105"/>
              <a:ext cx="644304" cy="270554"/>
              <a:chOff x="2475" y="3875"/>
              <a:chExt cx="499" cy="227"/>
            </a:xfrm>
          </p:grpSpPr>
          <p:grpSp>
            <p:nvGrpSpPr>
              <p:cNvPr id="28" name="Group 478"/>
              <p:cNvGrpSpPr>
                <a:grpSpLocks/>
              </p:cNvGrpSpPr>
              <p:nvPr/>
            </p:nvGrpSpPr>
            <p:grpSpPr bwMode="auto">
              <a:xfrm rot="10800000">
                <a:off x="2702" y="3966"/>
                <a:ext cx="272" cy="136"/>
                <a:chOff x="1477" y="3739"/>
                <a:chExt cx="227" cy="91"/>
              </a:xfrm>
            </p:grpSpPr>
            <p:sp>
              <p:nvSpPr>
                <p:cNvPr id="57672" name="AutoShape 479"/>
                <p:cNvSpPr>
                  <a:spLocks noChangeArrowheads="1"/>
                </p:cNvSpPr>
                <p:nvPr/>
              </p:nvSpPr>
              <p:spPr bwMode="auto">
                <a:xfrm>
                  <a:off x="1477" y="3739"/>
                  <a:ext cx="227" cy="4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472 w 21600"/>
                    <a:gd name="T13" fmla="*/ 4320 h 21600"/>
                    <a:gd name="T14" fmla="*/ 17128 w 21600"/>
                    <a:gd name="T15" fmla="*/ 1728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57673" name="Rectangle 480"/>
                <p:cNvSpPr>
                  <a:spLocks noChangeArrowheads="1"/>
                </p:cNvSpPr>
                <p:nvPr/>
              </p:nvSpPr>
              <p:spPr bwMode="auto">
                <a:xfrm>
                  <a:off x="1523" y="3784"/>
                  <a:ext cx="136" cy="46"/>
                </a:xfrm>
                <a:prstGeom prst="rect">
                  <a:avLst/>
                </a:pr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57668" name="Rectangle 481"/>
              <p:cNvSpPr>
                <a:spLocks noChangeArrowheads="1"/>
              </p:cNvSpPr>
              <p:nvPr/>
            </p:nvSpPr>
            <p:spPr bwMode="auto">
              <a:xfrm flipH="1">
                <a:off x="2475" y="3966"/>
                <a:ext cx="182" cy="136"/>
              </a:xfrm>
              <a:prstGeom prst="rect">
                <a:avLst/>
              </a:prstGeom>
              <a:solidFill>
                <a:srgbClr val="FFCC99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89" tIns="60894" rIns="121789" bIns="60894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TRF</a:t>
                </a:r>
                <a:endParaRPr lang="ko-KR" altLang="ko-KR" dirty="0"/>
              </a:p>
            </p:txBody>
          </p:sp>
          <p:sp>
            <p:nvSpPr>
              <p:cNvPr id="57669" name="Line 482"/>
              <p:cNvSpPr>
                <a:spLocks noChangeShapeType="1"/>
              </p:cNvSpPr>
              <p:nvPr/>
            </p:nvSpPr>
            <p:spPr bwMode="auto">
              <a:xfrm>
                <a:off x="2838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670" name="Line 483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272" cy="0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671" name="Line 484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57602" name="Line 485"/>
            <p:cNvSpPr>
              <a:spLocks noChangeShapeType="1"/>
            </p:cNvSpPr>
            <p:nvPr/>
          </p:nvSpPr>
          <p:spPr bwMode="auto">
            <a:xfrm flipV="1">
              <a:off x="4852221" y="4563661"/>
              <a:ext cx="0" cy="703201"/>
            </a:xfrm>
            <a:prstGeom prst="line">
              <a:avLst/>
            </a:prstGeom>
            <a:noFill/>
            <a:ln w="25400">
              <a:solidFill>
                <a:srgbClr val="CC99FF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grpSp>
          <p:nvGrpSpPr>
            <p:cNvPr id="29" name="Group 486"/>
            <p:cNvGrpSpPr>
              <a:grpSpLocks/>
            </p:cNvGrpSpPr>
            <p:nvPr/>
          </p:nvGrpSpPr>
          <p:grpSpPr bwMode="auto">
            <a:xfrm flipH="1">
              <a:off x="4312573" y="4293105"/>
              <a:ext cx="644304" cy="270554"/>
              <a:chOff x="2475" y="3875"/>
              <a:chExt cx="499" cy="227"/>
            </a:xfrm>
          </p:grpSpPr>
          <p:grpSp>
            <p:nvGrpSpPr>
              <p:cNvPr id="30" name="Group 487"/>
              <p:cNvGrpSpPr>
                <a:grpSpLocks/>
              </p:cNvGrpSpPr>
              <p:nvPr/>
            </p:nvGrpSpPr>
            <p:grpSpPr bwMode="auto">
              <a:xfrm rot="10800000">
                <a:off x="2702" y="3966"/>
                <a:ext cx="272" cy="136"/>
                <a:chOff x="1477" y="3739"/>
                <a:chExt cx="227" cy="91"/>
              </a:xfrm>
            </p:grpSpPr>
            <p:sp>
              <p:nvSpPr>
                <p:cNvPr id="57665" name="AutoShape 488"/>
                <p:cNvSpPr>
                  <a:spLocks noChangeArrowheads="1"/>
                </p:cNvSpPr>
                <p:nvPr/>
              </p:nvSpPr>
              <p:spPr bwMode="auto">
                <a:xfrm>
                  <a:off x="1477" y="3739"/>
                  <a:ext cx="227" cy="4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472 w 21600"/>
                    <a:gd name="T13" fmla="*/ 4320 h 21600"/>
                    <a:gd name="T14" fmla="*/ 17128 w 21600"/>
                    <a:gd name="T15" fmla="*/ 1728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57666" name="Rectangle 489"/>
                <p:cNvSpPr>
                  <a:spLocks noChangeArrowheads="1"/>
                </p:cNvSpPr>
                <p:nvPr/>
              </p:nvSpPr>
              <p:spPr bwMode="auto">
                <a:xfrm>
                  <a:off x="1523" y="3784"/>
                  <a:ext cx="136" cy="46"/>
                </a:xfrm>
                <a:prstGeom prst="rect">
                  <a:avLst/>
                </a:prstGeom>
                <a:solidFill>
                  <a:srgbClr val="808000">
                    <a:alpha val="10196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57661" name="Rectangle 490"/>
              <p:cNvSpPr>
                <a:spLocks noChangeArrowheads="1"/>
              </p:cNvSpPr>
              <p:nvPr/>
            </p:nvSpPr>
            <p:spPr bwMode="auto">
              <a:xfrm flipH="1">
                <a:off x="2475" y="3966"/>
                <a:ext cx="182" cy="136"/>
              </a:xfrm>
              <a:prstGeom prst="rect">
                <a:avLst/>
              </a:prstGeom>
              <a:solidFill>
                <a:srgbClr val="FFCC99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89" tIns="60894" rIns="121789" bIns="60894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TRF</a:t>
                </a:r>
                <a:endParaRPr lang="ko-KR" altLang="ko-KR" dirty="0"/>
              </a:p>
            </p:txBody>
          </p:sp>
          <p:sp>
            <p:nvSpPr>
              <p:cNvPr id="57662" name="Line 491"/>
              <p:cNvSpPr>
                <a:spLocks noChangeShapeType="1"/>
              </p:cNvSpPr>
              <p:nvPr/>
            </p:nvSpPr>
            <p:spPr bwMode="auto">
              <a:xfrm>
                <a:off x="2838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663" name="Line 492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272" cy="0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664" name="Line 493"/>
              <p:cNvSpPr>
                <a:spLocks noChangeShapeType="1"/>
              </p:cNvSpPr>
              <p:nvPr/>
            </p:nvSpPr>
            <p:spPr bwMode="auto">
              <a:xfrm flipV="1">
                <a:off x="2566" y="3875"/>
                <a:ext cx="0" cy="9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57609" name="Rectangle 499"/>
            <p:cNvSpPr>
              <a:spLocks noChangeArrowheads="1"/>
            </p:cNvSpPr>
            <p:nvPr/>
          </p:nvSpPr>
          <p:spPr bwMode="auto">
            <a:xfrm>
              <a:off x="6760667" y="4293105"/>
              <a:ext cx="357659" cy="10846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DC 37.5V</a:t>
              </a:r>
              <a:endParaRPr lang="ko-KR" altLang="ko-KR" dirty="0"/>
            </a:p>
          </p:txBody>
        </p:sp>
        <p:sp>
          <p:nvSpPr>
            <p:cNvPr id="57610" name="Line 500"/>
            <p:cNvSpPr>
              <a:spLocks noChangeShapeType="1"/>
            </p:cNvSpPr>
            <p:nvPr/>
          </p:nvSpPr>
          <p:spPr bwMode="auto">
            <a:xfrm flipH="1" flipV="1">
              <a:off x="6650916" y="4401564"/>
              <a:ext cx="468701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611" name="Line 501"/>
            <p:cNvSpPr>
              <a:spLocks noChangeShapeType="1"/>
            </p:cNvSpPr>
            <p:nvPr/>
          </p:nvSpPr>
          <p:spPr bwMode="auto">
            <a:xfrm flipV="1">
              <a:off x="5107730" y="4563660"/>
              <a:ext cx="1290" cy="594741"/>
            </a:xfrm>
            <a:prstGeom prst="line">
              <a:avLst/>
            </a:prstGeom>
            <a:noFill/>
            <a:ln w="25400">
              <a:solidFill>
                <a:srgbClr val="CC99FF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619" name="Rectangle 527"/>
            <p:cNvSpPr>
              <a:spLocks noChangeArrowheads="1"/>
            </p:cNvSpPr>
            <p:nvPr/>
          </p:nvSpPr>
          <p:spPr bwMode="auto">
            <a:xfrm flipH="1">
              <a:off x="1204681" y="5085186"/>
              <a:ext cx="410599" cy="938510"/>
            </a:xfrm>
            <a:prstGeom prst="rect">
              <a:avLst/>
            </a:prstGeom>
            <a:solidFill>
              <a:srgbClr val="FFCC00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AAB</a:t>
              </a:r>
              <a:endParaRPr lang="ko-KR" altLang="ko-KR" dirty="0"/>
            </a:p>
          </p:txBody>
        </p:sp>
        <p:sp>
          <p:nvSpPr>
            <p:cNvPr id="57620" name="Rectangle 571"/>
            <p:cNvSpPr>
              <a:spLocks noChangeArrowheads="1"/>
            </p:cNvSpPr>
            <p:nvPr/>
          </p:nvSpPr>
          <p:spPr bwMode="auto">
            <a:xfrm>
              <a:off x="4082312" y="2920714"/>
              <a:ext cx="335194" cy="45719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ANSM</a:t>
              </a:r>
              <a:endParaRPr lang="ko-KR" altLang="ko-KR" dirty="0"/>
            </a:p>
          </p:txBody>
        </p:sp>
        <p:sp>
          <p:nvSpPr>
            <p:cNvPr id="57621" name="Line 572"/>
            <p:cNvSpPr>
              <a:spLocks noChangeShapeType="1"/>
            </p:cNvSpPr>
            <p:nvPr/>
          </p:nvSpPr>
          <p:spPr bwMode="auto">
            <a:xfrm rot="16200000" flipH="1" flipV="1">
              <a:off x="4184694" y="2648810"/>
              <a:ext cx="107268" cy="0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622" name="Line 573"/>
            <p:cNvSpPr>
              <a:spLocks noChangeShapeType="1"/>
            </p:cNvSpPr>
            <p:nvPr/>
          </p:nvSpPr>
          <p:spPr bwMode="auto">
            <a:xfrm flipV="1">
              <a:off x="1648020" y="2595470"/>
              <a:ext cx="2641197" cy="2408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arrow" w="med" len="med"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grpSp>
          <p:nvGrpSpPr>
            <p:cNvPr id="31" name="Group 574"/>
            <p:cNvGrpSpPr>
              <a:grpSpLocks/>
            </p:cNvGrpSpPr>
            <p:nvPr/>
          </p:nvGrpSpPr>
          <p:grpSpPr bwMode="auto">
            <a:xfrm rot="5400000">
              <a:off x="4163803" y="2750462"/>
              <a:ext cx="162094" cy="87801"/>
              <a:chOff x="3609" y="1970"/>
              <a:chExt cx="197" cy="91"/>
            </a:xfrm>
          </p:grpSpPr>
          <p:sp>
            <p:nvSpPr>
              <p:cNvPr id="57658" name="Rectangle 575" descr="60%"/>
              <p:cNvSpPr>
                <a:spLocks noChangeArrowheads="1"/>
              </p:cNvSpPr>
              <p:nvPr/>
            </p:nvSpPr>
            <p:spPr bwMode="auto">
              <a:xfrm rot="5400000">
                <a:off x="3730" y="1985"/>
                <a:ext cx="91" cy="61"/>
              </a:xfrm>
              <a:prstGeom prst="rect">
                <a:avLst/>
              </a:prstGeom>
              <a:pattFill prst="pct60">
                <a:fgClr>
                  <a:srgbClr val="333333"/>
                </a:fgClr>
                <a:bgClr>
                  <a:schemeClr val="bg1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57659" name="Rectangle 576"/>
              <p:cNvSpPr>
                <a:spLocks noChangeArrowheads="1"/>
              </p:cNvSpPr>
              <p:nvPr/>
            </p:nvSpPr>
            <p:spPr bwMode="auto">
              <a:xfrm rot="5400000">
                <a:off x="3631" y="1948"/>
                <a:ext cx="91" cy="136"/>
              </a:xfrm>
              <a:prstGeom prst="rect">
                <a:avLst/>
              </a:prstGeom>
              <a:solidFill>
                <a:srgbClr val="969696">
                  <a:alpha val="45882"/>
                </a:srgb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57625" name="Rectangle 76"/>
            <p:cNvSpPr>
              <a:spLocks noChangeArrowheads="1"/>
            </p:cNvSpPr>
            <p:nvPr/>
          </p:nvSpPr>
          <p:spPr bwMode="auto">
            <a:xfrm>
              <a:off x="1776128" y="3315087"/>
              <a:ext cx="750181" cy="52442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DPO </a:t>
              </a:r>
              <a:r>
                <a:rPr lang="en-US" altLang="ko-KR" sz="600" dirty="0" smtClean="0">
                  <a:latin typeface="Arial" charset="0"/>
                </a:rPr>
                <a:t>ADDRESS</a:t>
              </a:r>
              <a:endParaRPr lang="ko-KR" altLang="ko-KR" dirty="0"/>
            </a:p>
          </p:txBody>
        </p:sp>
        <p:sp>
          <p:nvSpPr>
            <p:cNvPr id="57626" name="Line 77"/>
            <p:cNvSpPr>
              <a:spLocks noChangeShapeType="1"/>
            </p:cNvSpPr>
            <p:nvPr/>
          </p:nvSpPr>
          <p:spPr bwMode="auto">
            <a:xfrm flipH="1" flipV="1">
              <a:off x="1615278" y="3382769"/>
              <a:ext cx="6736031" cy="1782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 type="oval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640" name="Line 594"/>
            <p:cNvSpPr>
              <a:spLocks noChangeShapeType="1"/>
            </p:cNvSpPr>
            <p:nvPr/>
          </p:nvSpPr>
          <p:spPr bwMode="auto">
            <a:xfrm rot="10800000" flipV="1">
              <a:off x="2317687" y="3683467"/>
              <a:ext cx="46870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arrow" w="med" len="med"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641" name="Line 595"/>
            <p:cNvSpPr>
              <a:spLocks noChangeShapeType="1"/>
            </p:cNvSpPr>
            <p:nvPr/>
          </p:nvSpPr>
          <p:spPr bwMode="auto">
            <a:xfrm flipV="1">
              <a:off x="3363550" y="3808015"/>
              <a:ext cx="468701" cy="0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 type="arrow" w="med" len="med"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642" name="Rectangle 596"/>
            <p:cNvSpPr>
              <a:spLocks noChangeArrowheads="1"/>
            </p:cNvSpPr>
            <p:nvPr/>
          </p:nvSpPr>
          <p:spPr bwMode="auto">
            <a:xfrm>
              <a:off x="4399187" y="3805633"/>
              <a:ext cx="303430" cy="56017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Driver Microphone</a:t>
              </a:r>
              <a:endParaRPr lang="ko-KR" altLang="ko-KR" dirty="0"/>
            </a:p>
          </p:txBody>
        </p:sp>
        <p:sp>
          <p:nvSpPr>
            <p:cNvPr id="57643" name="Rectangle 597"/>
            <p:cNvSpPr>
              <a:spLocks noChangeArrowheads="1"/>
            </p:cNvSpPr>
            <p:nvPr/>
          </p:nvSpPr>
          <p:spPr bwMode="auto">
            <a:xfrm>
              <a:off x="2341974" y="3554270"/>
              <a:ext cx="357659" cy="108459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500" dirty="0">
                  <a:latin typeface="Arial" charset="0"/>
                </a:rPr>
                <a:t>DC 37.5V</a:t>
              </a:r>
              <a:endParaRPr lang="ko-KR" altLang="ko-KR" dirty="0"/>
            </a:p>
          </p:txBody>
        </p:sp>
        <p:sp>
          <p:nvSpPr>
            <p:cNvPr id="57644" name="Rectangle 598"/>
            <p:cNvSpPr>
              <a:spLocks noChangeArrowheads="1"/>
            </p:cNvSpPr>
            <p:nvPr/>
          </p:nvSpPr>
          <p:spPr bwMode="auto">
            <a:xfrm>
              <a:off x="3430692" y="3698365"/>
              <a:ext cx="468701" cy="108459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500" dirty="0">
                  <a:latin typeface="Arial" charset="0"/>
                </a:rPr>
                <a:t>DIMMER</a:t>
              </a:r>
              <a:endParaRPr lang="ko-KR" altLang="ko-KR" dirty="0"/>
            </a:p>
          </p:txBody>
        </p:sp>
        <p:sp>
          <p:nvSpPr>
            <p:cNvPr id="57645" name="Rectangle 599"/>
            <p:cNvSpPr>
              <a:spLocks noChangeArrowheads="1"/>
            </p:cNvSpPr>
            <p:nvPr/>
          </p:nvSpPr>
          <p:spPr bwMode="auto">
            <a:xfrm>
              <a:off x="3195694" y="3808015"/>
              <a:ext cx="852184" cy="8939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500" dirty="0">
                  <a:latin typeface="Arial" charset="0"/>
                </a:rPr>
                <a:t>Audio</a:t>
              </a:r>
              <a:endParaRPr lang="ko-KR" altLang="ko-KR" dirty="0"/>
            </a:p>
          </p:txBody>
        </p:sp>
        <p:grpSp>
          <p:nvGrpSpPr>
            <p:cNvPr id="57415" name="Group 600"/>
            <p:cNvGrpSpPr>
              <a:grpSpLocks/>
            </p:cNvGrpSpPr>
            <p:nvPr/>
          </p:nvGrpSpPr>
          <p:grpSpPr bwMode="auto">
            <a:xfrm>
              <a:off x="4104793" y="3667377"/>
              <a:ext cx="176893" cy="247908"/>
              <a:chOff x="2793" y="3799"/>
              <a:chExt cx="137" cy="208"/>
            </a:xfrm>
          </p:grpSpPr>
          <p:sp>
            <p:nvSpPr>
              <p:cNvPr id="57654" name="Freeform 601"/>
              <p:cNvSpPr>
                <a:spLocks/>
              </p:cNvSpPr>
              <p:nvPr/>
            </p:nvSpPr>
            <p:spPr bwMode="auto">
              <a:xfrm flipH="1">
                <a:off x="2830" y="3858"/>
                <a:ext cx="50" cy="140"/>
              </a:xfrm>
              <a:custGeom>
                <a:avLst/>
                <a:gdLst>
                  <a:gd name="T0" fmla="*/ 0 w 182"/>
                  <a:gd name="T1" fmla="*/ 0 h 589"/>
                  <a:gd name="T2" fmla="*/ 14 w 182"/>
                  <a:gd name="T3" fmla="*/ 15 h 589"/>
                  <a:gd name="T4" fmla="*/ 14 w 182"/>
                  <a:gd name="T5" fmla="*/ 33 h 589"/>
                  <a:gd name="T6" fmla="*/ 0 60000 65536"/>
                  <a:gd name="T7" fmla="*/ 0 60000 65536"/>
                  <a:gd name="T8" fmla="*/ 0 60000 65536"/>
                  <a:gd name="T9" fmla="*/ 0 w 182"/>
                  <a:gd name="T10" fmla="*/ 0 h 589"/>
                  <a:gd name="T11" fmla="*/ 182 w 182"/>
                  <a:gd name="T12" fmla="*/ 589 h 58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82" h="589">
                    <a:moveTo>
                      <a:pt x="0" y="0"/>
                    </a:moveTo>
                    <a:lnTo>
                      <a:pt x="182" y="272"/>
                    </a:lnTo>
                    <a:lnTo>
                      <a:pt x="182" y="589"/>
                    </a:lnTo>
                  </a:path>
                </a:pathLst>
              </a:custGeom>
              <a:noFill/>
              <a:ln w="19050">
                <a:solidFill>
                  <a:srgbClr val="333333"/>
                </a:solidFill>
                <a:prstDash val="sysDot"/>
                <a:round/>
                <a:headEnd/>
                <a:tailEnd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57655" name="Rectangle 602" descr="60%"/>
              <p:cNvSpPr>
                <a:spLocks noChangeArrowheads="1"/>
              </p:cNvSpPr>
              <p:nvPr/>
            </p:nvSpPr>
            <p:spPr bwMode="auto">
              <a:xfrm rot="2256898" flipH="1">
                <a:off x="2907" y="3799"/>
                <a:ext cx="23" cy="27"/>
              </a:xfrm>
              <a:prstGeom prst="rect">
                <a:avLst/>
              </a:prstGeom>
              <a:pattFill prst="pct60">
                <a:fgClr>
                  <a:srgbClr val="333333"/>
                </a:fgClr>
                <a:bgClr>
                  <a:schemeClr val="bg1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57656" name="Rectangle 603"/>
              <p:cNvSpPr>
                <a:spLocks noChangeArrowheads="1"/>
              </p:cNvSpPr>
              <p:nvPr/>
            </p:nvSpPr>
            <p:spPr bwMode="auto">
              <a:xfrm rot="2256898" flipH="1">
                <a:off x="2883" y="3819"/>
                <a:ext cx="24" cy="43"/>
              </a:xfrm>
              <a:prstGeom prst="rect">
                <a:avLst/>
              </a:prstGeom>
              <a:solidFill>
                <a:srgbClr val="969696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57657" name="AutoShape 604"/>
              <p:cNvSpPr>
                <a:spLocks noChangeArrowheads="1"/>
              </p:cNvSpPr>
              <p:nvPr/>
            </p:nvSpPr>
            <p:spPr bwMode="auto">
              <a:xfrm rot="10800000" flipH="1">
                <a:off x="2793" y="3986"/>
                <a:ext cx="74" cy="21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378 w 21600"/>
                  <a:gd name="T13" fmla="*/ 4114 h 21600"/>
                  <a:gd name="T14" fmla="*/ 17222 w 21600"/>
                  <a:gd name="T15" fmla="*/ 17486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C0C0C0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</p:grpSp>
        <p:sp>
          <p:nvSpPr>
            <p:cNvPr id="57647" name="Line 605"/>
            <p:cNvSpPr>
              <a:spLocks noChangeShapeType="1"/>
            </p:cNvSpPr>
            <p:nvPr/>
          </p:nvSpPr>
          <p:spPr bwMode="auto">
            <a:xfrm flipV="1">
              <a:off x="3371296" y="3909062"/>
              <a:ext cx="847011" cy="6222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arrow" w="med" len="med"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407" name="TextBox 406"/>
            <p:cNvSpPr txBox="1"/>
            <p:nvPr/>
          </p:nvSpPr>
          <p:spPr>
            <a:xfrm>
              <a:off x="6903217" y="332657"/>
              <a:ext cx="1794199" cy="41535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lIns="121774" tIns="60888" rIns="121774" bIns="60888" rtlCol="0">
              <a:spAutoFit/>
            </a:bodyPr>
            <a:lstStyle/>
            <a:p>
              <a:r>
                <a:rPr lang="en-US" altLang="ko-KR" dirty="0" smtClean="0"/>
                <a:t>PA System </a:t>
              </a:r>
              <a:r>
                <a:rPr lang="en-US" altLang="ko-KR" dirty="0" smtClean="0"/>
                <a:t>M</a:t>
              </a:r>
              <a:r>
                <a:rPr lang="en-US" altLang="ko-KR" sz="1000" dirty="0"/>
                <a:t>B</a:t>
              </a:r>
              <a:endParaRPr lang="ko-KR" altLang="en-US" sz="1000" dirty="0"/>
            </a:p>
          </p:txBody>
        </p:sp>
        <p:sp>
          <p:nvSpPr>
            <p:cNvPr id="413" name="TextBox 412"/>
            <p:cNvSpPr txBox="1"/>
            <p:nvPr/>
          </p:nvSpPr>
          <p:spPr>
            <a:xfrm>
              <a:off x="4404325" y="5619975"/>
              <a:ext cx="390043" cy="261465"/>
            </a:xfrm>
            <a:prstGeom prst="rect">
              <a:avLst/>
            </a:prstGeom>
            <a:noFill/>
          </p:spPr>
          <p:txBody>
            <a:bodyPr wrap="square" lIns="121774" tIns="60888" rIns="121774" bIns="60888" rtlCol="0">
              <a:spAutoFit/>
            </a:bodyPr>
            <a:lstStyle/>
            <a:p>
              <a:r>
                <a:rPr lang="en-US" altLang="ko-KR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rPr>
                <a:t>ESP</a:t>
              </a:r>
              <a:endParaRPr lang="ko-KR" altLang="en-US" sz="9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endParaRPr>
            </a:p>
          </p:txBody>
        </p:sp>
        <p:sp>
          <p:nvSpPr>
            <p:cNvPr id="414" name="TextBox 413"/>
            <p:cNvSpPr txBox="1"/>
            <p:nvPr/>
          </p:nvSpPr>
          <p:spPr>
            <a:xfrm>
              <a:off x="3461343" y="5581349"/>
              <a:ext cx="390043" cy="261465"/>
            </a:xfrm>
            <a:prstGeom prst="rect">
              <a:avLst/>
            </a:prstGeom>
            <a:noFill/>
          </p:spPr>
          <p:txBody>
            <a:bodyPr wrap="square" lIns="121774" tIns="60888" rIns="121774" bIns="60888" rtlCol="0">
              <a:spAutoFit/>
            </a:bodyPr>
            <a:lstStyle/>
            <a:p>
              <a:r>
                <a:rPr lang="en-US" altLang="ko-KR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rPr>
                <a:t>ESP</a:t>
              </a:r>
              <a:endParaRPr lang="ko-KR" altLang="en-US" sz="9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endParaRPr>
            </a:p>
          </p:txBody>
        </p:sp>
        <p:sp>
          <p:nvSpPr>
            <p:cNvPr id="415" name="TextBox 414"/>
            <p:cNvSpPr txBox="1"/>
            <p:nvPr/>
          </p:nvSpPr>
          <p:spPr>
            <a:xfrm>
              <a:off x="5860076" y="5588136"/>
              <a:ext cx="390043" cy="261465"/>
            </a:xfrm>
            <a:prstGeom prst="rect">
              <a:avLst/>
            </a:prstGeom>
            <a:noFill/>
          </p:spPr>
          <p:txBody>
            <a:bodyPr wrap="square" lIns="121774" tIns="60888" rIns="121774" bIns="60888" rtlCol="0">
              <a:spAutoFit/>
            </a:bodyPr>
            <a:lstStyle/>
            <a:p>
              <a:r>
                <a:rPr lang="en-US" altLang="ko-KR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rPr>
                <a:t>ESP</a:t>
              </a:r>
              <a:endParaRPr lang="ko-KR" altLang="en-US" sz="9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endParaRPr>
            </a:p>
          </p:txBody>
        </p:sp>
        <p:sp>
          <p:nvSpPr>
            <p:cNvPr id="416" name="TextBox 415"/>
            <p:cNvSpPr txBox="1"/>
            <p:nvPr/>
          </p:nvSpPr>
          <p:spPr>
            <a:xfrm>
              <a:off x="6798518" y="5627342"/>
              <a:ext cx="390043" cy="261465"/>
            </a:xfrm>
            <a:prstGeom prst="rect">
              <a:avLst/>
            </a:prstGeom>
            <a:noFill/>
          </p:spPr>
          <p:txBody>
            <a:bodyPr wrap="square" lIns="121774" tIns="60888" rIns="121774" bIns="60888" rtlCol="0">
              <a:spAutoFit/>
            </a:bodyPr>
            <a:lstStyle/>
            <a:p>
              <a:r>
                <a:rPr lang="en-US" altLang="ko-KR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rPr>
                <a:t>ESP</a:t>
              </a:r>
              <a:endParaRPr lang="ko-KR" altLang="en-US" sz="9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endParaRPr>
            </a:p>
          </p:txBody>
        </p:sp>
        <p:sp>
          <p:nvSpPr>
            <p:cNvPr id="417" name="TextBox 416"/>
            <p:cNvSpPr txBox="1"/>
            <p:nvPr/>
          </p:nvSpPr>
          <p:spPr>
            <a:xfrm>
              <a:off x="6305512" y="4699746"/>
              <a:ext cx="390043" cy="261465"/>
            </a:xfrm>
            <a:prstGeom prst="rect">
              <a:avLst/>
            </a:prstGeom>
            <a:noFill/>
          </p:spPr>
          <p:txBody>
            <a:bodyPr wrap="square" lIns="121774" tIns="60888" rIns="121774" bIns="60888" rtlCol="0">
              <a:spAutoFit/>
            </a:bodyPr>
            <a:lstStyle/>
            <a:p>
              <a:r>
                <a:rPr lang="en-US" altLang="ko-KR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rPr>
                <a:t>ISP</a:t>
              </a:r>
              <a:endParaRPr lang="ko-KR" altLang="en-US" sz="9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endParaRPr>
            </a:p>
          </p:txBody>
        </p:sp>
        <p:sp>
          <p:nvSpPr>
            <p:cNvPr id="418" name="TextBox 417"/>
            <p:cNvSpPr txBox="1"/>
            <p:nvPr/>
          </p:nvSpPr>
          <p:spPr>
            <a:xfrm>
              <a:off x="3672754" y="4699746"/>
              <a:ext cx="390043" cy="261465"/>
            </a:xfrm>
            <a:prstGeom prst="rect">
              <a:avLst/>
            </a:prstGeom>
            <a:noFill/>
          </p:spPr>
          <p:txBody>
            <a:bodyPr wrap="square" lIns="121774" tIns="60888" rIns="121774" bIns="60888" rtlCol="0">
              <a:spAutoFit/>
            </a:bodyPr>
            <a:lstStyle/>
            <a:p>
              <a:r>
                <a:rPr lang="en-US" altLang="ko-KR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rPr>
                <a:t>ISP</a:t>
              </a:r>
              <a:endParaRPr lang="ko-KR" altLang="en-US" sz="9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endParaRPr>
            </a:p>
          </p:txBody>
        </p:sp>
        <p:sp>
          <p:nvSpPr>
            <p:cNvPr id="419" name="TextBox 418"/>
            <p:cNvSpPr txBox="1"/>
            <p:nvPr/>
          </p:nvSpPr>
          <p:spPr>
            <a:xfrm>
              <a:off x="4381710" y="4699746"/>
              <a:ext cx="390043" cy="261465"/>
            </a:xfrm>
            <a:prstGeom prst="rect">
              <a:avLst/>
            </a:prstGeom>
            <a:noFill/>
          </p:spPr>
          <p:txBody>
            <a:bodyPr wrap="square" lIns="121774" tIns="60888" rIns="121774" bIns="60888" rtlCol="0">
              <a:spAutoFit/>
            </a:bodyPr>
            <a:lstStyle/>
            <a:p>
              <a:r>
                <a:rPr lang="en-US" altLang="ko-KR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rPr>
                <a:t>ISP</a:t>
              </a:r>
              <a:endParaRPr lang="ko-KR" altLang="en-US" sz="9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endParaRPr>
            </a:p>
          </p:txBody>
        </p:sp>
        <p:sp>
          <p:nvSpPr>
            <p:cNvPr id="420" name="TextBox 419"/>
            <p:cNvSpPr txBox="1"/>
            <p:nvPr/>
          </p:nvSpPr>
          <p:spPr>
            <a:xfrm>
              <a:off x="4266968" y="4317481"/>
              <a:ext cx="390043" cy="261465"/>
            </a:xfrm>
            <a:prstGeom prst="rect">
              <a:avLst/>
            </a:prstGeom>
            <a:noFill/>
          </p:spPr>
          <p:txBody>
            <a:bodyPr wrap="square" lIns="121774" tIns="60888" rIns="121774" bIns="60888" rtlCol="0">
              <a:spAutoFit/>
            </a:bodyPr>
            <a:lstStyle/>
            <a:p>
              <a:r>
                <a:rPr lang="en-US" altLang="ko-KR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rPr>
                <a:t>ISP</a:t>
              </a:r>
              <a:endParaRPr lang="ko-KR" altLang="en-US" sz="9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endParaRPr>
            </a:p>
          </p:txBody>
        </p:sp>
        <p:sp>
          <p:nvSpPr>
            <p:cNvPr id="421" name="TextBox 420"/>
            <p:cNvSpPr txBox="1"/>
            <p:nvPr/>
          </p:nvSpPr>
          <p:spPr>
            <a:xfrm>
              <a:off x="5263883" y="4315322"/>
              <a:ext cx="390043" cy="261465"/>
            </a:xfrm>
            <a:prstGeom prst="rect">
              <a:avLst/>
            </a:prstGeom>
            <a:noFill/>
          </p:spPr>
          <p:txBody>
            <a:bodyPr wrap="square" lIns="121774" tIns="60888" rIns="121774" bIns="60888" rtlCol="0">
              <a:spAutoFit/>
            </a:bodyPr>
            <a:lstStyle/>
            <a:p>
              <a:r>
                <a:rPr lang="en-US" altLang="ko-KR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rPr>
                <a:t>ISP</a:t>
              </a:r>
              <a:endParaRPr lang="ko-KR" altLang="en-US" sz="9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endParaRPr>
            </a:p>
          </p:txBody>
        </p:sp>
        <p:sp>
          <p:nvSpPr>
            <p:cNvPr id="422" name="TextBox 421"/>
            <p:cNvSpPr txBox="1"/>
            <p:nvPr/>
          </p:nvSpPr>
          <p:spPr>
            <a:xfrm>
              <a:off x="5433659" y="4699746"/>
              <a:ext cx="390043" cy="261465"/>
            </a:xfrm>
            <a:prstGeom prst="rect">
              <a:avLst/>
            </a:prstGeom>
            <a:noFill/>
          </p:spPr>
          <p:txBody>
            <a:bodyPr wrap="square" lIns="121774" tIns="60888" rIns="121774" bIns="60888" rtlCol="0">
              <a:spAutoFit/>
            </a:bodyPr>
            <a:lstStyle/>
            <a:p>
              <a:r>
                <a:rPr lang="en-US" altLang="ko-KR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rPr>
                <a:t>ISP</a:t>
              </a:r>
              <a:endParaRPr lang="ko-KR" altLang="en-US" sz="9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endParaRPr>
            </a:p>
          </p:txBody>
        </p:sp>
        <p:sp>
          <p:nvSpPr>
            <p:cNvPr id="423" name="TextBox 422"/>
            <p:cNvSpPr txBox="1"/>
            <p:nvPr/>
          </p:nvSpPr>
          <p:spPr>
            <a:xfrm>
              <a:off x="2800571" y="4699746"/>
              <a:ext cx="390043" cy="261465"/>
            </a:xfrm>
            <a:prstGeom prst="rect">
              <a:avLst/>
            </a:prstGeom>
            <a:noFill/>
          </p:spPr>
          <p:txBody>
            <a:bodyPr wrap="square" lIns="121774" tIns="60888" rIns="121774" bIns="60888" rtlCol="0">
              <a:spAutoFit/>
            </a:bodyPr>
            <a:lstStyle/>
            <a:p>
              <a:r>
                <a:rPr lang="en-US" altLang="ko-KR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rPr>
                <a:t>ISP</a:t>
              </a:r>
              <a:endParaRPr lang="ko-KR" altLang="en-US" sz="9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endParaRPr>
            </a:p>
          </p:txBody>
        </p:sp>
        <p:sp>
          <p:nvSpPr>
            <p:cNvPr id="424" name="TextBox 423"/>
            <p:cNvSpPr txBox="1"/>
            <p:nvPr/>
          </p:nvSpPr>
          <p:spPr>
            <a:xfrm>
              <a:off x="7017910" y="4696571"/>
              <a:ext cx="390043" cy="261465"/>
            </a:xfrm>
            <a:prstGeom prst="rect">
              <a:avLst/>
            </a:prstGeom>
            <a:noFill/>
          </p:spPr>
          <p:txBody>
            <a:bodyPr wrap="square" lIns="121774" tIns="60888" rIns="121774" bIns="60888" rtlCol="0">
              <a:spAutoFit/>
            </a:bodyPr>
            <a:lstStyle/>
            <a:p>
              <a:r>
                <a:rPr lang="en-US" altLang="ko-KR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rPr>
                <a:t>ISP</a:t>
              </a:r>
              <a:endParaRPr lang="ko-KR" altLang="en-US" sz="900" dirty="0">
                <a:latin typeface="안상수2006가는" pitchFamily="18" charset="-127"/>
                <a:ea typeface="안상수2006가는" pitchFamily="18" charset="-127"/>
                <a:cs typeface="한컴돋움" pitchFamily="18" charset="2"/>
              </a:endParaRPr>
            </a:p>
          </p:txBody>
        </p:sp>
        <p:sp>
          <p:nvSpPr>
            <p:cNvPr id="364" name="Rectangle 209"/>
            <p:cNvSpPr>
              <a:spLocks noChangeArrowheads="1"/>
            </p:cNvSpPr>
            <p:nvPr/>
          </p:nvSpPr>
          <p:spPr bwMode="auto">
            <a:xfrm flipH="1">
              <a:off x="1208586" y="2986666"/>
              <a:ext cx="234026" cy="288032"/>
            </a:xfrm>
            <a:prstGeom prst="rect">
              <a:avLst/>
            </a:prstGeom>
            <a:solidFill>
              <a:srgbClr val="FF99CC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62192" tIns="81095" rIns="162192" bIns="81095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VOIP</a:t>
              </a:r>
              <a:endParaRPr lang="ko-KR" altLang="ko-KR" sz="600" dirty="0"/>
            </a:p>
          </p:txBody>
        </p:sp>
        <p:sp>
          <p:nvSpPr>
            <p:cNvPr id="365" name="Line 192"/>
            <p:cNvSpPr>
              <a:spLocks noChangeShapeType="1"/>
            </p:cNvSpPr>
            <p:nvPr/>
          </p:nvSpPr>
          <p:spPr bwMode="auto">
            <a:xfrm>
              <a:off x="964527" y="3009551"/>
              <a:ext cx="237578" cy="110844"/>
            </a:xfrm>
            <a:prstGeom prst="line">
              <a:avLst/>
            </a:prstGeom>
            <a:noFill/>
            <a:ln w="25400">
              <a:solidFill>
                <a:srgbClr val="00CCFF"/>
              </a:solidFill>
              <a:round/>
              <a:headEnd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366" name="Line 190"/>
            <p:cNvSpPr>
              <a:spLocks noChangeShapeType="1"/>
            </p:cNvSpPr>
            <p:nvPr/>
          </p:nvSpPr>
          <p:spPr bwMode="auto">
            <a:xfrm flipH="1" flipV="1">
              <a:off x="970304" y="1745084"/>
              <a:ext cx="2608" cy="1266631"/>
            </a:xfrm>
            <a:prstGeom prst="line">
              <a:avLst/>
            </a:prstGeom>
            <a:noFill/>
            <a:ln w="25400">
              <a:solidFill>
                <a:srgbClr val="00CCFF"/>
              </a:solidFill>
              <a:round/>
              <a:headEnd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368" name="Rectangle 571"/>
            <p:cNvSpPr>
              <a:spLocks noChangeArrowheads="1"/>
            </p:cNvSpPr>
            <p:nvPr/>
          </p:nvSpPr>
          <p:spPr bwMode="auto">
            <a:xfrm>
              <a:off x="7293261" y="2883210"/>
              <a:ext cx="335194" cy="45719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ANSM</a:t>
              </a:r>
              <a:endParaRPr lang="ko-KR" altLang="ko-KR" dirty="0"/>
            </a:p>
          </p:txBody>
        </p:sp>
        <p:grpSp>
          <p:nvGrpSpPr>
            <p:cNvPr id="369" name="Group 574"/>
            <p:cNvGrpSpPr>
              <a:grpSpLocks/>
            </p:cNvGrpSpPr>
            <p:nvPr/>
          </p:nvGrpSpPr>
          <p:grpSpPr bwMode="auto">
            <a:xfrm rot="5400000">
              <a:off x="7374753" y="2712959"/>
              <a:ext cx="162094" cy="87801"/>
              <a:chOff x="3609" y="1970"/>
              <a:chExt cx="197" cy="91"/>
            </a:xfrm>
          </p:grpSpPr>
          <p:sp>
            <p:nvSpPr>
              <p:cNvPr id="370" name="Rectangle 575" descr="60%"/>
              <p:cNvSpPr>
                <a:spLocks noChangeArrowheads="1"/>
              </p:cNvSpPr>
              <p:nvPr/>
            </p:nvSpPr>
            <p:spPr bwMode="auto">
              <a:xfrm rot="5400000">
                <a:off x="3730" y="1985"/>
                <a:ext cx="91" cy="61"/>
              </a:xfrm>
              <a:prstGeom prst="rect">
                <a:avLst/>
              </a:prstGeom>
              <a:pattFill prst="pct60">
                <a:fgClr>
                  <a:srgbClr val="333333"/>
                </a:fgClr>
                <a:bgClr>
                  <a:schemeClr val="bg1"/>
                </a:bgClr>
              </a:patt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371" name="Rectangle 576"/>
              <p:cNvSpPr>
                <a:spLocks noChangeArrowheads="1"/>
              </p:cNvSpPr>
              <p:nvPr/>
            </p:nvSpPr>
            <p:spPr bwMode="auto">
              <a:xfrm rot="5400000">
                <a:off x="3631" y="1948"/>
                <a:ext cx="91" cy="136"/>
              </a:xfrm>
              <a:prstGeom prst="rect">
                <a:avLst/>
              </a:prstGeom>
              <a:solidFill>
                <a:srgbClr val="969696">
                  <a:alpha val="45882"/>
                </a:srgb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372" name="Line 572"/>
            <p:cNvSpPr>
              <a:spLocks noChangeShapeType="1"/>
            </p:cNvSpPr>
            <p:nvPr/>
          </p:nvSpPr>
          <p:spPr bwMode="auto">
            <a:xfrm rot="16200000" flipH="1" flipV="1">
              <a:off x="7407908" y="2620956"/>
              <a:ext cx="91269" cy="72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373" name="Line 573"/>
            <p:cNvSpPr>
              <a:spLocks noChangeShapeType="1"/>
            </p:cNvSpPr>
            <p:nvPr/>
          </p:nvSpPr>
          <p:spPr bwMode="auto">
            <a:xfrm flipV="1">
              <a:off x="4244447" y="2591232"/>
              <a:ext cx="3205691" cy="9524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none" w="med" len="med"/>
              <a:tailEnd type="none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cxnSp>
          <p:nvCxnSpPr>
            <p:cNvPr id="375" name="꺾인 연결선 374"/>
            <p:cNvCxnSpPr/>
            <p:nvPr/>
          </p:nvCxnSpPr>
          <p:spPr>
            <a:xfrm>
              <a:off x="588172" y="5029201"/>
              <a:ext cx="620416" cy="272008"/>
            </a:xfrm>
            <a:prstGeom prst="bentConnector3">
              <a:avLst>
                <a:gd name="adj1" fmla="val 936"/>
              </a:avLst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3" name="Rectangle 93"/>
            <p:cNvSpPr>
              <a:spLocks noChangeArrowheads="1"/>
            </p:cNvSpPr>
            <p:nvPr/>
          </p:nvSpPr>
          <p:spPr bwMode="auto">
            <a:xfrm>
              <a:off x="636493" y="5190104"/>
              <a:ext cx="527465" cy="82939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Audio LINE</a:t>
              </a:r>
              <a:endParaRPr lang="ko-KR" altLang="ko-KR" dirty="0"/>
            </a:p>
          </p:txBody>
        </p:sp>
        <p:grpSp>
          <p:nvGrpSpPr>
            <p:cNvPr id="349" name="그룹 348"/>
            <p:cNvGrpSpPr/>
            <p:nvPr/>
          </p:nvGrpSpPr>
          <p:grpSpPr>
            <a:xfrm>
              <a:off x="8348649" y="3232027"/>
              <a:ext cx="405434" cy="82240"/>
              <a:chOff x="7706444" y="3562784"/>
              <a:chExt cx="374247" cy="82240"/>
            </a:xfrm>
          </p:grpSpPr>
          <p:sp>
            <p:nvSpPr>
              <p:cNvPr id="346" name="Freeform 553"/>
              <p:cNvSpPr>
                <a:spLocks/>
              </p:cNvSpPr>
              <p:nvPr/>
            </p:nvSpPr>
            <p:spPr bwMode="auto">
              <a:xfrm flipH="1">
                <a:off x="7706444" y="3590198"/>
                <a:ext cx="343258" cy="54826"/>
              </a:xfrm>
              <a:custGeom>
                <a:avLst/>
                <a:gdLst>
                  <a:gd name="T0" fmla="*/ 765684263 w 273"/>
                  <a:gd name="T1" fmla="*/ 0 h 46"/>
                  <a:gd name="T2" fmla="*/ 381440387 w 273"/>
                  <a:gd name="T3" fmla="*/ 115927199 h 46"/>
                  <a:gd name="T4" fmla="*/ 0 w 273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46"/>
                  <a:gd name="T11" fmla="*/ 273 w 273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46">
                    <a:moveTo>
                      <a:pt x="273" y="0"/>
                    </a:moveTo>
                    <a:cubicBezTo>
                      <a:pt x="227" y="23"/>
                      <a:pt x="181" y="46"/>
                      <a:pt x="136" y="46"/>
                    </a:cubicBezTo>
                    <a:cubicBezTo>
                      <a:pt x="91" y="46"/>
                      <a:pt x="30" y="15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68644" tIns="34322" rIns="68644" bIns="34322"/>
              <a:lstStyle/>
              <a:p>
                <a:endParaRPr lang="ko-KR" altLang="en-US"/>
              </a:p>
            </p:txBody>
          </p:sp>
          <p:sp>
            <p:nvSpPr>
              <p:cNvPr id="347" name="Oval 557"/>
              <p:cNvSpPr>
                <a:spLocks noChangeArrowheads="1"/>
              </p:cNvSpPr>
              <p:nvPr/>
            </p:nvSpPr>
            <p:spPr bwMode="auto">
              <a:xfrm flipH="1">
                <a:off x="8023481" y="3562784"/>
                <a:ext cx="57210" cy="53634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 wrap="none" lIns="68644" tIns="34322" rIns="68644" bIns="34322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348" name="Line 9"/>
            <p:cNvSpPr>
              <a:spLocks noChangeShapeType="1"/>
            </p:cNvSpPr>
            <p:nvPr/>
          </p:nvSpPr>
          <p:spPr bwMode="auto">
            <a:xfrm flipH="1" flipV="1">
              <a:off x="1615139" y="3265806"/>
              <a:ext cx="6734840" cy="1192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374" name="Line 128"/>
            <p:cNvSpPr>
              <a:spLocks noChangeShapeType="1"/>
            </p:cNvSpPr>
            <p:nvPr/>
          </p:nvSpPr>
          <p:spPr bwMode="auto">
            <a:xfrm flipV="1">
              <a:off x="2111906" y="4470401"/>
              <a:ext cx="6879" cy="1924050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oval" w="med" len="med"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376" name="Line 109"/>
            <p:cNvSpPr>
              <a:spLocks noChangeShapeType="1"/>
            </p:cNvSpPr>
            <p:nvPr/>
          </p:nvSpPr>
          <p:spPr bwMode="auto">
            <a:xfrm flipH="1">
              <a:off x="1620978" y="4470401"/>
              <a:ext cx="497807" cy="7190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none" w="med" len="lg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377" name="Line 74"/>
            <p:cNvSpPr>
              <a:spLocks noChangeShapeType="1"/>
            </p:cNvSpPr>
            <p:nvPr/>
          </p:nvSpPr>
          <p:spPr bwMode="auto">
            <a:xfrm>
              <a:off x="338458" y="6179822"/>
              <a:ext cx="1449373" cy="3614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 type="arrow"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378" name="Line 75"/>
            <p:cNvSpPr>
              <a:spLocks noChangeShapeType="1"/>
            </p:cNvSpPr>
            <p:nvPr/>
          </p:nvSpPr>
          <p:spPr bwMode="auto">
            <a:xfrm flipH="1">
              <a:off x="1910663" y="6185789"/>
              <a:ext cx="6443031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 type="oval"/>
              <a:tailEnd type="none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379" name="Line 117"/>
            <p:cNvSpPr>
              <a:spLocks noChangeShapeType="1"/>
            </p:cNvSpPr>
            <p:nvPr/>
          </p:nvSpPr>
          <p:spPr bwMode="auto">
            <a:xfrm flipV="1">
              <a:off x="350490" y="6524627"/>
              <a:ext cx="8002539" cy="845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arrow" w="med" len="med"/>
              <a:tailEnd type="oval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380" name="Line 118"/>
            <p:cNvSpPr>
              <a:spLocks noChangeShapeType="1"/>
            </p:cNvSpPr>
            <p:nvPr/>
          </p:nvSpPr>
          <p:spPr bwMode="auto">
            <a:xfrm>
              <a:off x="350490" y="6633929"/>
              <a:ext cx="8002539" cy="234"/>
            </a:xfrm>
            <a:prstGeom prst="line">
              <a:avLst/>
            </a:prstGeom>
            <a:noFill/>
            <a:ln w="25400">
              <a:solidFill>
                <a:srgbClr val="FF99CC"/>
              </a:solidFill>
              <a:round/>
              <a:headEnd type="arrow" w="med" len="med"/>
              <a:tailEnd type="oval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381" name="Line 134"/>
            <p:cNvSpPr>
              <a:spLocks noChangeShapeType="1"/>
            </p:cNvSpPr>
            <p:nvPr/>
          </p:nvSpPr>
          <p:spPr bwMode="auto">
            <a:xfrm flipV="1">
              <a:off x="350492" y="6286502"/>
              <a:ext cx="7997379" cy="7748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 type="arrow" w="med" len="med"/>
              <a:tailEnd type="oval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382" name="Line 135"/>
            <p:cNvSpPr>
              <a:spLocks noChangeShapeType="1"/>
            </p:cNvSpPr>
            <p:nvPr/>
          </p:nvSpPr>
          <p:spPr bwMode="auto">
            <a:xfrm>
              <a:off x="350493" y="6402709"/>
              <a:ext cx="8007698" cy="2857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arrow" w="med" len="med"/>
              <a:tailEnd type="oval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384" name="Rectangle 207"/>
            <p:cNvSpPr>
              <a:spLocks noChangeArrowheads="1"/>
            </p:cNvSpPr>
            <p:nvPr/>
          </p:nvSpPr>
          <p:spPr bwMode="auto">
            <a:xfrm flipH="1">
              <a:off x="7397799" y="6092824"/>
              <a:ext cx="566831" cy="9415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RS485 TL</a:t>
              </a:r>
              <a:endParaRPr lang="ko-KR" altLang="ko-KR" dirty="0"/>
            </a:p>
          </p:txBody>
        </p:sp>
        <p:sp>
          <p:nvSpPr>
            <p:cNvPr id="385" name="Rectangle 208"/>
            <p:cNvSpPr>
              <a:spLocks noChangeArrowheads="1"/>
            </p:cNvSpPr>
            <p:nvPr/>
          </p:nvSpPr>
          <p:spPr bwMode="auto">
            <a:xfrm flipH="1">
              <a:off x="7409419" y="6213204"/>
              <a:ext cx="533261" cy="643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/>
                <a:t>Dual- tone TL</a:t>
              </a:r>
              <a:endParaRPr lang="ko-KR" altLang="ko-KR" sz="600" dirty="0"/>
            </a:p>
          </p:txBody>
        </p:sp>
        <p:sp>
          <p:nvSpPr>
            <p:cNvPr id="386" name="Rectangle 209"/>
            <p:cNvSpPr>
              <a:spLocks noChangeArrowheads="1"/>
            </p:cNvSpPr>
            <p:nvPr/>
          </p:nvSpPr>
          <p:spPr bwMode="auto">
            <a:xfrm flipH="1">
              <a:off x="7413293" y="6321663"/>
              <a:ext cx="533261" cy="643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 PA Audio TL</a:t>
              </a:r>
              <a:endParaRPr lang="ko-KR" altLang="ko-KR" dirty="0"/>
            </a:p>
          </p:txBody>
        </p:sp>
        <p:sp>
          <p:nvSpPr>
            <p:cNvPr id="388" name="Rectangle 211"/>
            <p:cNvSpPr>
              <a:spLocks noChangeArrowheads="1"/>
            </p:cNvSpPr>
            <p:nvPr/>
          </p:nvSpPr>
          <p:spPr bwMode="auto">
            <a:xfrm flipH="1">
              <a:off x="7412001" y="6552885"/>
              <a:ext cx="533261" cy="643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PEI TL</a:t>
              </a:r>
              <a:endParaRPr lang="ko-KR" altLang="ko-KR" dirty="0"/>
            </a:p>
          </p:txBody>
        </p:sp>
        <p:sp>
          <p:nvSpPr>
            <p:cNvPr id="389" name="Rectangle 228"/>
            <p:cNvSpPr>
              <a:spLocks noChangeArrowheads="1"/>
            </p:cNvSpPr>
            <p:nvPr/>
          </p:nvSpPr>
          <p:spPr bwMode="auto">
            <a:xfrm>
              <a:off x="369858" y="6088057"/>
              <a:ext cx="566832" cy="9415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RS485 TL</a:t>
              </a:r>
              <a:endParaRPr lang="ko-KR" altLang="ko-KR" dirty="0"/>
            </a:p>
          </p:txBody>
        </p:sp>
        <p:sp>
          <p:nvSpPr>
            <p:cNvPr id="390" name="Rectangle 229"/>
            <p:cNvSpPr>
              <a:spLocks noChangeArrowheads="1"/>
            </p:cNvSpPr>
            <p:nvPr/>
          </p:nvSpPr>
          <p:spPr bwMode="auto">
            <a:xfrm>
              <a:off x="478034" y="6208436"/>
              <a:ext cx="533261" cy="643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/>
                <a:t>Dual- tone TL</a:t>
              </a:r>
              <a:endParaRPr lang="ko-KR" altLang="ko-KR" sz="600" dirty="0"/>
            </a:p>
          </p:txBody>
        </p:sp>
        <p:sp>
          <p:nvSpPr>
            <p:cNvPr id="391" name="Rectangle 230"/>
            <p:cNvSpPr>
              <a:spLocks noChangeArrowheads="1"/>
            </p:cNvSpPr>
            <p:nvPr/>
          </p:nvSpPr>
          <p:spPr bwMode="auto">
            <a:xfrm>
              <a:off x="441300" y="6316896"/>
              <a:ext cx="533261" cy="643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 PA Audio TL</a:t>
              </a:r>
              <a:endParaRPr lang="ko-KR" altLang="ko-KR" dirty="0"/>
            </a:p>
          </p:txBody>
        </p:sp>
        <p:sp>
          <p:nvSpPr>
            <p:cNvPr id="392" name="Rectangle 231"/>
            <p:cNvSpPr>
              <a:spLocks noChangeArrowheads="1"/>
            </p:cNvSpPr>
            <p:nvPr/>
          </p:nvSpPr>
          <p:spPr bwMode="auto">
            <a:xfrm>
              <a:off x="457551" y="6438461"/>
              <a:ext cx="533261" cy="643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 </a:t>
              </a:r>
              <a:r>
                <a:rPr lang="en-US" altLang="ko-KR" sz="600" dirty="0" smtClean="0">
                  <a:latin typeface="Arial" charset="0"/>
                </a:rPr>
                <a:t> PA Control TL</a:t>
              </a:r>
              <a:endParaRPr lang="ko-KR" altLang="ko-KR" sz="600" dirty="0"/>
            </a:p>
          </p:txBody>
        </p:sp>
        <p:sp>
          <p:nvSpPr>
            <p:cNvPr id="393" name="Rectangle 232"/>
            <p:cNvSpPr>
              <a:spLocks noChangeArrowheads="1"/>
            </p:cNvSpPr>
            <p:nvPr/>
          </p:nvSpPr>
          <p:spPr bwMode="auto">
            <a:xfrm>
              <a:off x="389228" y="6548119"/>
              <a:ext cx="533261" cy="643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PEI TL</a:t>
              </a:r>
              <a:endParaRPr lang="ko-KR" altLang="ko-KR" dirty="0"/>
            </a:p>
          </p:txBody>
        </p:sp>
        <p:sp>
          <p:nvSpPr>
            <p:cNvPr id="396" name="Oval 567"/>
            <p:cNvSpPr>
              <a:spLocks noChangeArrowheads="1"/>
            </p:cNvSpPr>
            <p:nvPr/>
          </p:nvSpPr>
          <p:spPr bwMode="auto">
            <a:xfrm flipH="1">
              <a:off x="8687559" y="6377049"/>
              <a:ext cx="61978" cy="53634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1416" tIns="45708" rIns="91416" bIns="45708" anchor="ctr"/>
            <a:lstStyle/>
            <a:p>
              <a:pPr algn="ctr"/>
              <a:endParaRPr lang="ko-KR" altLang="ko-KR"/>
            </a:p>
          </p:txBody>
        </p:sp>
        <p:sp>
          <p:nvSpPr>
            <p:cNvPr id="398" name="Oval 567"/>
            <p:cNvSpPr>
              <a:spLocks noChangeArrowheads="1"/>
            </p:cNvSpPr>
            <p:nvPr/>
          </p:nvSpPr>
          <p:spPr bwMode="auto">
            <a:xfrm flipH="1">
              <a:off x="8672169" y="6156262"/>
              <a:ext cx="61978" cy="53634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1416" tIns="45708" rIns="91416" bIns="45708" anchor="ctr"/>
            <a:lstStyle/>
            <a:p>
              <a:pPr algn="ctr"/>
              <a:endParaRPr lang="ko-KR" altLang="ko-KR"/>
            </a:p>
          </p:txBody>
        </p:sp>
        <p:sp>
          <p:nvSpPr>
            <p:cNvPr id="399" name="Line 109"/>
            <p:cNvSpPr>
              <a:spLocks noChangeShapeType="1"/>
            </p:cNvSpPr>
            <p:nvPr/>
          </p:nvSpPr>
          <p:spPr bwMode="auto">
            <a:xfrm flipH="1">
              <a:off x="1626146" y="4584702"/>
              <a:ext cx="382572" cy="840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 type="none" w="med" len="lg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400" name="Line 128"/>
            <p:cNvSpPr>
              <a:spLocks noChangeShapeType="1"/>
            </p:cNvSpPr>
            <p:nvPr/>
          </p:nvSpPr>
          <p:spPr bwMode="auto">
            <a:xfrm flipV="1">
              <a:off x="2002431" y="4578352"/>
              <a:ext cx="6288" cy="1717278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 type="oval" w="med" len="med"/>
              <a:tailEnd type="none" w="med" len="lg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412" name="Line 77"/>
            <p:cNvSpPr>
              <a:spLocks noChangeShapeType="1"/>
            </p:cNvSpPr>
            <p:nvPr/>
          </p:nvSpPr>
          <p:spPr bwMode="auto">
            <a:xfrm flipH="1" flipV="1">
              <a:off x="1621834" y="3497069"/>
              <a:ext cx="6736031" cy="1782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oval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425" name="Rectangle 102"/>
            <p:cNvSpPr>
              <a:spLocks noChangeArrowheads="1"/>
            </p:cNvSpPr>
            <p:nvPr/>
          </p:nvSpPr>
          <p:spPr bwMode="auto">
            <a:xfrm>
              <a:off x="1653125" y="3159059"/>
              <a:ext cx="867679" cy="11322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Dual - tone</a:t>
              </a:r>
              <a:endParaRPr lang="ko-KR" altLang="ko-KR" dirty="0"/>
            </a:p>
          </p:txBody>
        </p:sp>
        <p:sp>
          <p:nvSpPr>
            <p:cNvPr id="426" name="Rectangle 102"/>
            <p:cNvSpPr>
              <a:spLocks noChangeArrowheads="1"/>
            </p:cNvSpPr>
            <p:nvPr/>
          </p:nvSpPr>
          <p:spPr bwMode="auto">
            <a:xfrm>
              <a:off x="1660004" y="3401444"/>
              <a:ext cx="867679" cy="11322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PA </a:t>
              </a:r>
              <a:r>
                <a:rPr lang="en-US" altLang="ko-KR" sz="600" dirty="0" smtClean="0">
                  <a:latin typeface="Arial" charset="0"/>
                </a:rPr>
                <a:t>Audio</a:t>
              </a:r>
              <a:endParaRPr lang="ko-KR" altLang="ko-KR" dirty="0"/>
            </a:p>
          </p:txBody>
        </p:sp>
        <p:sp>
          <p:nvSpPr>
            <p:cNvPr id="427" name="Line 608"/>
            <p:cNvSpPr>
              <a:spLocks noChangeShapeType="1"/>
            </p:cNvSpPr>
            <p:nvPr/>
          </p:nvSpPr>
          <p:spPr bwMode="auto">
            <a:xfrm>
              <a:off x="2847977" y="3492501"/>
              <a:ext cx="5837" cy="161882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360" name="Line 608"/>
            <p:cNvSpPr>
              <a:spLocks noChangeShapeType="1"/>
            </p:cNvSpPr>
            <p:nvPr/>
          </p:nvSpPr>
          <p:spPr bwMode="auto">
            <a:xfrm>
              <a:off x="2970426" y="3268982"/>
              <a:ext cx="2504" cy="375748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648" name="Line 608"/>
            <p:cNvSpPr>
              <a:spLocks noChangeShapeType="1"/>
            </p:cNvSpPr>
            <p:nvPr/>
          </p:nvSpPr>
          <p:spPr bwMode="auto">
            <a:xfrm flipH="1">
              <a:off x="3086366" y="3154681"/>
              <a:ext cx="7885" cy="490048"/>
            </a:xfrm>
            <a:prstGeom prst="line">
              <a:avLst/>
            </a:prstGeom>
            <a:noFill/>
            <a:ln w="25400">
              <a:solidFill>
                <a:srgbClr val="FF99CC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362" name="Line 608"/>
            <p:cNvSpPr>
              <a:spLocks noChangeShapeType="1"/>
            </p:cNvSpPr>
            <p:nvPr/>
          </p:nvSpPr>
          <p:spPr bwMode="auto">
            <a:xfrm>
              <a:off x="6332962" y="3276601"/>
              <a:ext cx="1209" cy="1021080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649" name="Line 610"/>
            <p:cNvSpPr>
              <a:spLocks noChangeShapeType="1"/>
            </p:cNvSpPr>
            <p:nvPr/>
          </p:nvSpPr>
          <p:spPr bwMode="auto">
            <a:xfrm>
              <a:off x="6462683" y="3154682"/>
              <a:ext cx="4222" cy="1139615"/>
            </a:xfrm>
            <a:prstGeom prst="line">
              <a:avLst/>
            </a:prstGeom>
            <a:noFill/>
            <a:ln w="25400">
              <a:solidFill>
                <a:srgbClr val="FF99CC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361" name="Line 608"/>
            <p:cNvSpPr>
              <a:spLocks noChangeShapeType="1"/>
            </p:cNvSpPr>
            <p:nvPr/>
          </p:nvSpPr>
          <p:spPr bwMode="auto">
            <a:xfrm>
              <a:off x="3749147" y="3262631"/>
              <a:ext cx="0" cy="1028700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349" name="Line 609"/>
            <p:cNvSpPr>
              <a:spLocks noChangeShapeType="1"/>
            </p:cNvSpPr>
            <p:nvPr/>
          </p:nvSpPr>
          <p:spPr bwMode="auto">
            <a:xfrm>
              <a:off x="3858543" y="3154682"/>
              <a:ext cx="11285" cy="1139615"/>
            </a:xfrm>
            <a:prstGeom prst="line">
              <a:avLst/>
            </a:prstGeom>
            <a:noFill/>
            <a:ln w="25400">
              <a:solidFill>
                <a:srgbClr val="FF99CC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428" name="Line 608"/>
            <p:cNvSpPr>
              <a:spLocks noChangeShapeType="1"/>
            </p:cNvSpPr>
            <p:nvPr/>
          </p:nvSpPr>
          <p:spPr bwMode="auto">
            <a:xfrm flipH="1">
              <a:off x="3989918" y="3498852"/>
              <a:ext cx="0" cy="793750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429" name="Line 608"/>
            <p:cNvSpPr>
              <a:spLocks noChangeShapeType="1"/>
            </p:cNvSpPr>
            <p:nvPr/>
          </p:nvSpPr>
          <p:spPr bwMode="auto">
            <a:xfrm flipH="1">
              <a:off x="6591183" y="3501009"/>
              <a:ext cx="0" cy="793750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grpSp>
          <p:nvGrpSpPr>
            <p:cNvPr id="450" name="그룹 449"/>
            <p:cNvGrpSpPr/>
            <p:nvPr/>
          </p:nvGrpSpPr>
          <p:grpSpPr>
            <a:xfrm>
              <a:off x="7374983" y="2966473"/>
              <a:ext cx="902074" cy="541776"/>
              <a:chOff x="6893238" y="1628800"/>
              <a:chExt cx="832684" cy="541776"/>
            </a:xfrm>
          </p:grpSpPr>
          <p:sp>
            <p:nvSpPr>
              <p:cNvPr id="445" name="Rectangle 101"/>
              <p:cNvSpPr>
                <a:spLocks noChangeArrowheads="1"/>
              </p:cNvSpPr>
              <p:nvPr/>
            </p:nvSpPr>
            <p:spPr bwMode="auto">
              <a:xfrm>
                <a:off x="7092280" y="1628800"/>
                <a:ext cx="493433" cy="65552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91427" tIns="45713" rIns="91427" bIns="45713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PEI </a:t>
                </a:r>
                <a:r>
                  <a:rPr lang="en-US" altLang="ko-KR" sz="600" dirty="0" smtClean="0">
                    <a:latin typeface="Arial" charset="0"/>
                  </a:rPr>
                  <a:t>ADDRESS</a:t>
                </a:r>
                <a:r>
                  <a:rPr lang="en-US" altLang="ko-KR" sz="600" dirty="0">
                    <a:latin typeface="Arial" charset="0"/>
                  </a:rPr>
                  <a:t>.</a:t>
                </a:r>
                <a:endParaRPr lang="ko-KR" altLang="ko-KR" dirty="0"/>
              </a:p>
            </p:txBody>
          </p:sp>
          <p:sp>
            <p:nvSpPr>
              <p:cNvPr id="446" name="Rectangle 102"/>
              <p:cNvSpPr>
                <a:spLocks noChangeArrowheads="1"/>
              </p:cNvSpPr>
              <p:nvPr/>
            </p:nvSpPr>
            <p:spPr bwMode="auto">
              <a:xfrm>
                <a:off x="6893238" y="1711038"/>
                <a:ext cx="800934" cy="11322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91427" tIns="45713" rIns="91427" bIns="45713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PEI </a:t>
                </a:r>
                <a:r>
                  <a:rPr lang="en-US" altLang="ko-KR" sz="600" dirty="0" smtClean="0">
                    <a:latin typeface="Arial" charset="0"/>
                  </a:rPr>
                  <a:t>Audio.</a:t>
                </a:r>
                <a:endParaRPr lang="ko-KR" altLang="ko-KR" dirty="0"/>
              </a:p>
            </p:txBody>
          </p:sp>
          <p:sp>
            <p:nvSpPr>
              <p:cNvPr id="447" name="Rectangle 76"/>
              <p:cNvSpPr>
                <a:spLocks noChangeArrowheads="1"/>
              </p:cNvSpPr>
              <p:nvPr/>
            </p:nvSpPr>
            <p:spPr bwMode="auto">
              <a:xfrm>
                <a:off x="7032178" y="1970992"/>
                <a:ext cx="692475" cy="52442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91427" tIns="45713" rIns="91427" bIns="45713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DPO </a:t>
                </a:r>
                <a:r>
                  <a:rPr lang="en-US" altLang="ko-KR" sz="600" dirty="0" smtClean="0">
                    <a:latin typeface="Arial" charset="0"/>
                  </a:rPr>
                  <a:t>ADDRESS</a:t>
                </a:r>
                <a:r>
                  <a:rPr lang="en-US" altLang="ko-KR" sz="600" dirty="0">
                    <a:latin typeface="Arial" charset="0"/>
                  </a:rPr>
                  <a:t>.</a:t>
                </a:r>
                <a:endParaRPr lang="ko-KR" altLang="ko-KR" dirty="0"/>
              </a:p>
            </p:txBody>
          </p:sp>
          <p:sp>
            <p:nvSpPr>
              <p:cNvPr id="448" name="Rectangle 102"/>
              <p:cNvSpPr>
                <a:spLocks noChangeArrowheads="1"/>
              </p:cNvSpPr>
              <p:nvPr/>
            </p:nvSpPr>
            <p:spPr bwMode="auto">
              <a:xfrm>
                <a:off x="6918638" y="1814962"/>
                <a:ext cx="800934" cy="11322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91427" tIns="45713" rIns="91427" bIns="45713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Dual </a:t>
                </a:r>
                <a:r>
                  <a:rPr lang="en-US" altLang="ko-KR" sz="600" dirty="0" smtClean="0">
                    <a:latin typeface="Arial" charset="0"/>
                  </a:rPr>
                  <a:t>– tone.</a:t>
                </a:r>
                <a:endParaRPr lang="ko-KR" altLang="ko-KR" dirty="0"/>
              </a:p>
            </p:txBody>
          </p:sp>
          <p:sp>
            <p:nvSpPr>
              <p:cNvPr id="449" name="Rectangle 102"/>
              <p:cNvSpPr>
                <a:spLocks noChangeArrowheads="1"/>
              </p:cNvSpPr>
              <p:nvPr/>
            </p:nvSpPr>
            <p:spPr bwMode="auto">
              <a:xfrm>
                <a:off x="6924988" y="2057348"/>
                <a:ext cx="800934" cy="11322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91427" tIns="45713" rIns="91427" bIns="45713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PA </a:t>
                </a:r>
                <a:r>
                  <a:rPr lang="en-US" altLang="ko-KR" sz="600" dirty="0" smtClean="0">
                    <a:latin typeface="Arial" charset="0"/>
                  </a:rPr>
                  <a:t>Audio.</a:t>
                </a:r>
                <a:endParaRPr lang="ko-KR" altLang="ko-KR" dirty="0"/>
              </a:p>
            </p:txBody>
          </p:sp>
        </p:grpSp>
        <p:sp>
          <p:nvSpPr>
            <p:cNvPr id="451" name="Rectangle 106"/>
            <p:cNvSpPr>
              <a:spLocks noChangeArrowheads="1"/>
            </p:cNvSpPr>
            <p:nvPr/>
          </p:nvSpPr>
          <p:spPr bwMode="auto">
            <a:xfrm>
              <a:off x="1741391" y="4395614"/>
              <a:ext cx="534552" cy="643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PA Audio TL</a:t>
              </a:r>
              <a:endParaRPr lang="ko-KR" altLang="ko-KR" dirty="0"/>
            </a:p>
          </p:txBody>
        </p:sp>
        <p:sp>
          <p:nvSpPr>
            <p:cNvPr id="452" name="Rectangle 106"/>
            <p:cNvSpPr>
              <a:spLocks noChangeArrowheads="1"/>
            </p:cNvSpPr>
            <p:nvPr/>
          </p:nvSpPr>
          <p:spPr bwMode="auto">
            <a:xfrm>
              <a:off x="1748144" y="4516770"/>
              <a:ext cx="534552" cy="643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Dual- tone TL</a:t>
              </a:r>
              <a:endParaRPr lang="ko-KR" altLang="ko-KR" dirty="0"/>
            </a:p>
          </p:txBody>
        </p:sp>
        <p:sp>
          <p:nvSpPr>
            <p:cNvPr id="453" name="Rectangle 106"/>
            <p:cNvSpPr>
              <a:spLocks noChangeArrowheads="1"/>
            </p:cNvSpPr>
            <p:nvPr/>
          </p:nvSpPr>
          <p:spPr bwMode="auto">
            <a:xfrm>
              <a:off x="1668383" y="4653139"/>
              <a:ext cx="534552" cy="643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RS485 TL</a:t>
              </a:r>
              <a:endParaRPr lang="ko-KR" altLang="ko-KR" dirty="0"/>
            </a:p>
          </p:txBody>
        </p:sp>
        <p:sp>
          <p:nvSpPr>
            <p:cNvPr id="454" name="Line 195"/>
            <p:cNvSpPr>
              <a:spLocks noChangeShapeType="1"/>
            </p:cNvSpPr>
            <p:nvPr/>
          </p:nvSpPr>
          <p:spPr bwMode="auto">
            <a:xfrm flipH="1" flipV="1">
              <a:off x="1082051" y="2732875"/>
              <a:ext cx="132993" cy="54826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456" name="Line 202"/>
            <p:cNvSpPr>
              <a:spLocks noChangeShapeType="1"/>
            </p:cNvSpPr>
            <p:nvPr/>
          </p:nvSpPr>
          <p:spPr bwMode="auto">
            <a:xfrm flipH="1" flipV="1">
              <a:off x="1070259" y="2249610"/>
              <a:ext cx="8790" cy="47182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458" name="Rectangle 74"/>
            <p:cNvSpPr>
              <a:spLocks noChangeArrowheads="1"/>
            </p:cNvSpPr>
            <p:nvPr/>
          </p:nvSpPr>
          <p:spPr bwMode="auto">
            <a:xfrm>
              <a:off x="1642029" y="2817779"/>
              <a:ext cx="565541" cy="7032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RS485</a:t>
              </a:r>
              <a:endParaRPr lang="ko-KR" altLang="ko-KR" dirty="0"/>
            </a:p>
          </p:txBody>
        </p:sp>
        <p:sp>
          <p:nvSpPr>
            <p:cNvPr id="367" name="Rectangle 209"/>
            <p:cNvSpPr>
              <a:spLocks noChangeArrowheads="1"/>
            </p:cNvSpPr>
            <p:nvPr/>
          </p:nvSpPr>
          <p:spPr bwMode="auto">
            <a:xfrm flipH="1">
              <a:off x="1208586" y="2698634"/>
              <a:ext cx="234026" cy="28803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62192" tIns="81095" rIns="162192" bIns="81095" anchor="ctr"/>
            <a:lstStyle/>
            <a:p>
              <a:pPr algn="ctr"/>
              <a:r>
                <a:rPr lang="en-US" altLang="ko-KR" sz="600" dirty="0"/>
                <a:t>485</a:t>
              </a:r>
            </a:p>
            <a:p>
              <a:pPr algn="ctr"/>
              <a:r>
                <a:rPr lang="en-US" altLang="ko-KR" sz="600" dirty="0"/>
                <a:t>Card</a:t>
              </a:r>
              <a:endParaRPr lang="ko-KR" altLang="ko-KR" sz="600" dirty="0"/>
            </a:p>
          </p:txBody>
        </p:sp>
        <p:sp>
          <p:nvSpPr>
            <p:cNvPr id="468" name="Line 605"/>
            <p:cNvSpPr>
              <a:spLocks noChangeShapeType="1"/>
            </p:cNvSpPr>
            <p:nvPr/>
          </p:nvSpPr>
          <p:spPr bwMode="auto">
            <a:xfrm rot="10800000">
              <a:off x="1638300" y="3819904"/>
              <a:ext cx="1116864" cy="3043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arrow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469" name="Rectangle 599"/>
            <p:cNvSpPr>
              <a:spLocks noChangeArrowheads="1"/>
            </p:cNvSpPr>
            <p:nvPr/>
          </p:nvSpPr>
          <p:spPr bwMode="auto">
            <a:xfrm>
              <a:off x="1817432" y="3723139"/>
              <a:ext cx="283516" cy="89390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500" dirty="0" smtClean="0">
                  <a:latin typeface="Arial" charset="0"/>
                </a:rPr>
                <a:t>OCC AUDIO</a:t>
              </a:r>
              <a:endParaRPr lang="ko-KR" altLang="ko-KR" dirty="0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6162857" y="879774"/>
              <a:ext cx="2544286" cy="3847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 smtClean="0"/>
                <a:t>2012</a:t>
              </a:r>
              <a:r>
                <a:rPr lang="ko-KR" altLang="en-US" dirty="0" smtClean="0"/>
                <a:t>년 </a:t>
              </a:r>
              <a:r>
                <a:rPr lang="en-US" altLang="ko-KR" dirty="0" smtClean="0"/>
                <a:t>04</a:t>
              </a:r>
              <a:r>
                <a:rPr lang="ko-KR" altLang="en-US" dirty="0" smtClean="0"/>
                <a:t>월 </a:t>
              </a:r>
              <a:r>
                <a:rPr lang="en-US" altLang="ko-KR" dirty="0" smtClean="0"/>
                <a:t>04</a:t>
              </a:r>
              <a:r>
                <a:rPr lang="en-US" altLang="ko-KR" dirty="0" smtClean="0"/>
                <a:t> </a:t>
              </a:r>
              <a:r>
                <a:rPr lang="ko-KR" altLang="en-US" dirty="0" smtClean="0"/>
                <a:t>수정</a:t>
              </a:r>
              <a:r>
                <a:rPr lang="en-US" altLang="ko-KR" dirty="0" smtClean="0"/>
                <a:t>.</a:t>
              </a:r>
              <a:endParaRPr lang="ko-KR" altLang="en-US" dirty="0"/>
            </a:p>
          </p:txBody>
        </p:sp>
        <p:sp>
          <p:nvSpPr>
            <p:cNvPr id="356" name="Rectangle 231"/>
            <p:cNvSpPr>
              <a:spLocks noChangeArrowheads="1"/>
            </p:cNvSpPr>
            <p:nvPr/>
          </p:nvSpPr>
          <p:spPr bwMode="auto">
            <a:xfrm>
              <a:off x="7372067" y="6432405"/>
              <a:ext cx="533261" cy="643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 </a:t>
              </a:r>
              <a:r>
                <a:rPr lang="en-US" altLang="ko-KR" sz="600" dirty="0" smtClean="0">
                  <a:latin typeface="Arial" charset="0"/>
                </a:rPr>
                <a:t> PA Control TL</a:t>
              </a:r>
              <a:endParaRPr lang="ko-KR" altLang="ko-KR" sz="600" dirty="0"/>
            </a:p>
          </p:txBody>
        </p:sp>
        <p:sp>
          <p:nvSpPr>
            <p:cNvPr id="357" name="Line 176"/>
            <p:cNvSpPr>
              <a:spLocks noChangeShapeType="1"/>
            </p:cNvSpPr>
            <p:nvPr/>
          </p:nvSpPr>
          <p:spPr bwMode="auto">
            <a:xfrm>
              <a:off x="5207124" y="3033931"/>
              <a:ext cx="0" cy="649535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 type="oval" w="med" len="med"/>
              <a:tailEnd type="none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358" name="Line 608"/>
            <p:cNvSpPr>
              <a:spLocks noChangeShapeType="1"/>
            </p:cNvSpPr>
            <p:nvPr/>
          </p:nvSpPr>
          <p:spPr bwMode="auto">
            <a:xfrm>
              <a:off x="5003931" y="3493388"/>
              <a:ext cx="5837" cy="161882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359" name="Line 608"/>
            <p:cNvSpPr>
              <a:spLocks noChangeShapeType="1"/>
            </p:cNvSpPr>
            <p:nvPr/>
          </p:nvSpPr>
          <p:spPr bwMode="auto">
            <a:xfrm>
              <a:off x="5119876" y="3276896"/>
              <a:ext cx="2504" cy="375748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 type="oval" w="med" len="med"/>
              <a:tailEnd type="arrow" w="med" len="med"/>
            </a:ln>
          </p:spPr>
          <p:txBody>
            <a:bodyPr lIns="91416" tIns="45708" rIns="91416" bIns="45708"/>
            <a:lstStyle/>
            <a:p>
              <a:endParaRPr lang="ko-KR" altLang="en-US"/>
            </a:p>
          </p:txBody>
        </p:sp>
        <p:sp>
          <p:nvSpPr>
            <p:cNvPr id="57556" name="직사각형 57555"/>
            <p:cNvSpPr/>
            <p:nvPr/>
          </p:nvSpPr>
          <p:spPr>
            <a:xfrm>
              <a:off x="4962470" y="3650416"/>
              <a:ext cx="293099" cy="158308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400" dirty="0">
                  <a:solidFill>
                    <a:schemeClr val="tx1"/>
                  </a:solidFill>
                </a:rPr>
                <a:t>DPH</a:t>
              </a:r>
              <a:endParaRPr lang="ko-KR" altLang="en-US" sz="400" dirty="0">
                <a:solidFill>
                  <a:schemeClr val="tx1"/>
                </a:solidFill>
              </a:endParaRPr>
            </a:p>
          </p:txBody>
        </p:sp>
        <p:sp>
          <p:nvSpPr>
            <p:cNvPr id="57624" name="Rectangle 75"/>
            <p:cNvSpPr>
              <a:spLocks noChangeArrowheads="1"/>
            </p:cNvSpPr>
            <p:nvPr/>
          </p:nvSpPr>
          <p:spPr bwMode="auto">
            <a:xfrm flipH="1">
              <a:off x="2786389" y="3644729"/>
              <a:ext cx="575869" cy="235990"/>
            </a:xfrm>
            <a:prstGeom prst="rect">
              <a:avLst/>
            </a:prstGeom>
            <a:solidFill>
              <a:srgbClr val="CCFFFF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Driver PA</a:t>
              </a:r>
            </a:p>
            <a:p>
              <a:pPr algn="ctr"/>
              <a:r>
                <a:rPr lang="en-US" altLang="ko-KR" sz="600" dirty="0">
                  <a:latin typeface="Arial" charset="0"/>
                </a:rPr>
                <a:t>Operation Box</a:t>
              </a:r>
              <a:endParaRPr lang="ko-KR" altLang="ko-KR" dirty="0"/>
            </a:p>
          </p:txBody>
        </p:sp>
        <p:sp>
          <p:nvSpPr>
            <p:cNvPr id="394" name="Rectangle 94"/>
            <p:cNvSpPr>
              <a:spLocks noChangeArrowheads="1"/>
            </p:cNvSpPr>
            <p:nvPr/>
          </p:nvSpPr>
          <p:spPr bwMode="auto">
            <a:xfrm>
              <a:off x="4359847" y="3917669"/>
              <a:ext cx="871553" cy="108459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 smtClean="0">
                  <a:latin typeface="Arial" charset="0"/>
                </a:rPr>
                <a:t>CAB / UNCOUPLE REDUNDANCY signal</a:t>
              </a:r>
            </a:p>
          </p:txBody>
        </p:sp>
        <p:sp>
          <p:nvSpPr>
            <p:cNvPr id="401" name="Rectangle 94"/>
            <p:cNvSpPr>
              <a:spLocks noChangeArrowheads="1"/>
            </p:cNvSpPr>
            <p:nvPr/>
          </p:nvSpPr>
          <p:spPr bwMode="auto">
            <a:xfrm>
              <a:off x="7153852" y="3910051"/>
              <a:ext cx="871553" cy="108459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57" tIns="60877" rIns="121757" bIns="60877" anchor="ctr"/>
            <a:lstStyle/>
            <a:p>
              <a:pPr algn="ctr"/>
              <a:r>
                <a:rPr lang="en-US" altLang="ko-KR" sz="600" dirty="0" smtClean="0">
                  <a:latin typeface="Arial" charset="0"/>
                </a:rPr>
                <a:t>CAB / UNCOUPLE REDUNDANCY signal</a:t>
              </a:r>
            </a:p>
          </p:txBody>
        </p:sp>
      </p:grpSp>
      <p:sp>
        <p:nvSpPr>
          <p:cNvPr id="355" name="Rectangle 5"/>
          <p:cNvSpPr>
            <a:spLocks noChangeArrowheads="1"/>
          </p:cNvSpPr>
          <p:nvPr/>
        </p:nvSpPr>
        <p:spPr bwMode="auto">
          <a:xfrm flipH="1">
            <a:off x="3689353" y="260649"/>
            <a:ext cx="1071687" cy="21572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600" dirty="0" err="1">
                <a:latin typeface="Arial" charset="0"/>
              </a:rPr>
              <a:t>Wimx</a:t>
            </a:r>
            <a:endParaRPr lang="ko-KR" altLang="ko-KR" dirty="0"/>
          </a:p>
        </p:txBody>
      </p:sp>
      <p:grpSp>
        <p:nvGrpSpPr>
          <p:cNvPr id="387" name="Group 12"/>
          <p:cNvGrpSpPr>
            <a:grpSpLocks/>
          </p:cNvGrpSpPr>
          <p:nvPr/>
        </p:nvGrpSpPr>
        <p:grpSpPr bwMode="auto">
          <a:xfrm flipH="1">
            <a:off x="3753488" y="455294"/>
            <a:ext cx="1027786" cy="324188"/>
            <a:chOff x="5877" y="427"/>
            <a:chExt cx="953" cy="318"/>
          </a:xfrm>
        </p:grpSpPr>
        <p:sp>
          <p:nvSpPr>
            <p:cNvPr id="402" name="Freeform 13"/>
            <p:cNvSpPr>
              <a:spLocks/>
            </p:cNvSpPr>
            <p:nvPr/>
          </p:nvSpPr>
          <p:spPr bwMode="auto">
            <a:xfrm>
              <a:off x="5968" y="427"/>
              <a:ext cx="816" cy="272"/>
            </a:xfrm>
            <a:custGeom>
              <a:avLst/>
              <a:gdLst>
                <a:gd name="T0" fmla="*/ 0 w 771"/>
                <a:gd name="T1" fmla="*/ 326 h 227"/>
                <a:gd name="T2" fmla="*/ 203 w 771"/>
                <a:gd name="T3" fmla="*/ 131 h 227"/>
                <a:gd name="T4" fmla="*/ 305 w 771"/>
                <a:gd name="T5" fmla="*/ 65 h 227"/>
                <a:gd name="T6" fmla="*/ 457 w 771"/>
                <a:gd name="T7" fmla="*/ 0 h 227"/>
                <a:gd name="T8" fmla="*/ 559 w 771"/>
                <a:gd name="T9" fmla="*/ 0 h 227"/>
                <a:gd name="T10" fmla="*/ 659 w 771"/>
                <a:gd name="T11" fmla="*/ 131 h 227"/>
                <a:gd name="T12" fmla="*/ 711 w 771"/>
                <a:gd name="T13" fmla="*/ 195 h 227"/>
                <a:gd name="T14" fmla="*/ 812 w 771"/>
                <a:gd name="T15" fmla="*/ 260 h 227"/>
                <a:gd name="T16" fmla="*/ 864 w 771"/>
                <a:gd name="T17" fmla="*/ 326 h 227"/>
                <a:gd name="T18" fmla="*/ 0 w 771"/>
                <a:gd name="T19" fmla="*/ 326 h 22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771"/>
                <a:gd name="T31" fmla="*/ 0 h 227"/>
                <a:gd name="T32" fmla="*/ 771 w 771"/>
                <a:gd name="T33" fmla="*/ 227 h 22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771" h="227">
                  <a:moveTo>
                    <a:pt x="0" y="227"/>
                  </a:moveTo>
                  <a:lnTo>
                    <a:pt x="181" y="91"/>
                  </a:lnTo>
                  <a:lnTo>
                    <a:pt x="272" y="45"/>
                  </a:lnTo>
                  <a:lnTo>
                    <a:pt x="408" y="0"/>
                  </a:lnTo>
                  <a:lnTo>
                    <a:pt x="499" y="0"/>
                  </a:lnTo>
                  <a:lnTo>
                    <a:pt x="589" y="91"/>
                  </a:lnTo>
                  <a:lnTo>
                    <a:pt x="635" y="136"/>
                  </a:lnTo>
                  <a:lnTo>
                    <a:pt x="725" y="181"/>
                  </a:lnTo>
                  <a:lnTo>
                    <a:pt x="771" y="227"/>
                  </a:lnTo>
                  <a:lnTo>
                    <a:pt x="0" y="227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DDDDDD"/>
                </a:gs>
              </a:gsLst>
              <a:lin ang="5400000" scaled="1"/>
            </a:gradFill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03" name="Rectangle 14"/>
            <p:cNvSpPr>
              <a:spLocks noChangeArrowheads="1"/>
            </p:cNvSpPr>
            <p:nvPr/>
          </p:nvSpPr>
          <p:spPr bwMode="auto">
            <a:xfrm rot="10800000">
              <a:off x="5877" y="695"/>
              <a:ext cx="953" cy="50"/>
            </a:xfrm>
            <a:prstGeom prst="rect">
              <a:avLst/>
            </a:prstGeom>
            <a:gradFill rotWithShape="1">
              <a:gsLst>
                <a:gs pos="0">
                  <a:srgbClr val="808080"/>
                </a:gs>
                <a:gs pos="50000">
                  <a:srgbClr val="DDDDDD"/>
                </a:gs>
                <a:gs pos="100000">
                  <a:srgbClr val="808080"/>
                </a:gs>
              </a:gsLst>
              <a:lin ang="0" scaled="1"/>
            </a:gra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/>
            </a:p>
          </p:txBody>
        </p:sp>
      </p:grpSp>
      <p:sp>
        <p:nvSpPr>
          <p:cNvPr id="404" name="Line 15"/>
          <p:cNvSpPr>
            <a:spLocks noChangeShapeType="1"/>
          </p:cNvSpPr>
          <p:nvPr/>
        </p:nvSpPr>
        <p:spPr bwMode="auto">
          <a:xfrm>
            <a:off x="4233594" y="705588"/>
            <a:ext cx="0" cy="491164"/>
          </a:xfrm>
          <a:prstGeom prst="line">
            <a:avLst/>
          </a:prstGeom>
          <a:noFill/>
          <a:ln w="25400">
            <a:solidFill>
              <a:srgbClr val="3366FF"/>
            </a:solidFill>
            <a:round/>
            <a:headEnd/>
            <a:tailEnd/>
          </a:ln>
        </p:spPr>
        <p:txBody>
          <a:bodyPr lIns="91416" tIns="45708" rIns="91416" bIns="45708"/>
          <a:lstStyle/>
          <a:p>
            <a:endParaRPr lang="ko-KR" altLang="en-US"/>
          </a:p>
        </p:txBody>
      </p:sp>
      <p:sp>
        <p:nvSpPr>
          <p:cNvPr id="405" name="Oval 17"/>
          <p:cNvSpPr>
            <a:spLocks noChangeArrowheads="1"/>
          </p:cNvSpPr>
          <p:nvPr/>
        </p:nvSpPr>
        <p:spPr bwMode="auto">
          <a:xfrm flipH="1">
            <a:off x="4175490" y="1196752"/>
            <a:ext cx="117497" cy="108459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round/>
            <a:headEnd/>
            <a:tailEnd/>
          </a:ln>
        </p:spPr>
        <p:txBody>
          <a:bodyPr wrap="none" lIns="91416" tIns="45708" rIns="91416" bIns="45708" anchor="ctr"/>
          <a:lstStyle/>
          <a:p>
            <a:pPr algn="ctr"/>
            <a:r>
              <a:rPr lang="en-US" altLang="ko-KR" sz="600" dirty="0">
                <a:latin typeface="Arial" charset="0"/>
              </a:rPr>
              <a:t>A</a:t>
            </a:r>
            <a:endParaRPr lang="ko-KR" altLang="ko-KR" dirty="0"/>
          </a:p>
        </p:txBody>
      </p:sp>
      <p:grpSp>
        <p:nvGrpSpPr>
          <p:cNvPr id="406" name="Group 22"/>
          <p:cNvGrpSpPr>
            <a:grpSpLocks/>
          </p:cNvGrpSpPr>
          <p:nvPr/>
        </p:nvGrpSpPr>
        <p:grpSpPr bwMode="auto">
          <a:xfrm flipH="1">
            <a:off x="4205189" y="601894"/>
            <a:ext cx="58104" cy="103692"/>
            <a:chOff x="3016" y="2523"/>
            <a:chExt cx="91" cy="46"/>
          </a:xfrm>
        </p:grpSpPr>
        <p:sp>
          <p:nvSpPr>
            <p:cNvPr id="408" name="Line 23"/>
            <p:cNvSpPr>
              <a:spLocks noChangeShapeType="1"/>
            </p:cNvSpPr>
            <p:nvPr/>
          </p:nvSpPr>
          <p:spPr bwMode="auto">
            <a:xfrm>
              <a:off x="3016" y="2523"/>
              <a:ext cx="46" cy="46"/>
            </a:xfrm>
            <a:prstGeom prst="line">
              <a:avLst/>
            </a:prstGeom>
            <a:noFill/>
            <a:ln w="25400">
              <a:solidFill>
                <a:srgbClr val="3366FF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09" name="Line 24"/>
            <p:cNvSpPr>
              <a:spLocks noChangeShapeType="1"/>
            </p:cNvSpPr>
            <p:nvPr/>
          </p:nvSpPr>
          <p:spPr bwMode="auto">
            <a:xfrm flipH="1">
              <a:off x="3062" y="2523"/>
              <a:ext cx="45" cy="46"/>
            </a:xfrm>
            <a:prstGeom prst="line">
              <a:avLst/>
            </a:prstGeom>
            <a:noFill/>
            <a:ln w="25400">
              <a:solidFill>
                <a:srgbClr val="3366FF"/>
              </a:solidFill>
              <a:round/>
              <a:headEnd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</p:grpSp>
      <p:sp>
        <p:nvSpPr>
          <p:cNvPr id="7" name="직사각형 6"/>
          <p:cNvSpPr/>
          <p:nvPr/>
        </p:nvSpPr>
        <p:spPr>
          <a:xfrm>
            <a:off x="4016896" y="908720"/>
            <a:ext cx="413178" cy="1609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 smtClean="0"/>
              <a:t>CMU</a:t>
            </a:r>
            <a:endParaRPr lang="ko-KR" altLang="en-US" sz="800" dirty="0"/>
          </a:p>
        </p:txBody>
      </p:sp>
      <p:sp>
        <p:nvSpPr>
          <p:cNvPr id="410" name="직사각형 409"/>
          <p:cNvSpPr/>
          <p:nvPr/>
        </p:nvSpPr>
        <p:spPr>
          <a:xfrm>
            <a:off x="3518292" y="208646"/>
            <a:ext cx="1506716" cy="12534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0" name="TextBox 429"/>
          <p:cNvSpPr txBox="1"/>
          <p:nvPr/>
        </p:nvSpPr>
        <p:spPr>
          <a:xfrm>
            <a:off x="2933667" y="1423809"/>
            <a:ext cx="32210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smtClean="0">
                <a:solidFill>
                  <a:srgbClr val="FF0000"/>
                </a:solidFill>
              </a:rPr>
              <a:t>※ Not included in scope of supply.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sp>
        <p:nvSpPr>
          <p:cNvPr id="431" name="Rectangle 598"/>
          <p:cNvSpPr>
            <a:spLocks noChangeArrowheads="1"/>
          </p:cNvSpPr>
          <p:nvPr/>
        </p:nvSpPr>
        <p:spPr bwMode="auto">
          <a:xfrm>
            <a:off x="4339739" y="3584255"/>
            <a:ext cx="468701" cy="10845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121757" tIns="60877" rIns="121757" bIns="60877" anchor="ctr"/>
          <a:lstStyle/>
          <a:p>
            <a:pPr algn="ctr"/>
            <a:r>
              <a:rPr lang="en-US" altLang="ko-KR" sz="500" dirty="0" smtClean="0">
                <a:latin typeface="Arial" charset="0"/>
              </a:rPr>
              <a:t>POWER DC 24V</a:t>
            </a:r>
            <a:endParaRPr lang="ko-KR" altLang="ko-KR" dirty="0"/>
          </a:p>
        </p:txBody>
      </p:sp>
    </p:spTree>
    <p:extLst>
      <p:ext uri="{BB962C8B-B14F-4D97-AF65-F5344CB8AC3E}">
        <p14:creationId xmlns:p14="http://schemas.microsoft.com/office/powerpoint/2010/main" val="32763424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>
            <a:off x="326672" y="22646"/>
            <a:ext cx="8428881" cy="6812711"/>
            <a:chOff x="326672" y="22646"/>
            <a:chExt cx="8428881" cy="6812711"/>
          </a:xfrm>
        </p:grpSpPr>
        <p:grpSp>
          <p:nvGrpSpPr>
            <p:cNvPr id="642" name="그룹 641"/>
            <p:cNvGrpSpPr/>
            <p:nvPr/>
          </p:nvGrpSpPr>
          <p:grpSpPr>
            <a:xfrm>
              <a:off x="8333087" y="2780812"/>
              <a:ext cx="405434" cy="85814"/>
              <a:chOff x="10763258" y="8618765"/>
              <a:chExt cx="523945" cy="120140"/>
            </a:xfrm>
          </p:grpSpPr>
          <p:sp>
            <p:nvSpPr>
              <p:cNvPr id="643" name="Freeform 548"/>
              <p:cNvSpPr>
                <a:spLocks/>
              </p:cNvSpPr>
              <p:nvPr/>
            </p:nvSpPr>
            <p:spPr bwMode="auto">
              <a:xfrm flipH="1">
                <a:off x="10763258" y="8662149"/>
                <a:ext cx="480561" cy="76756"/>
              </a:xfrm>
              <a:custGeom>
                <a:avLst/>
                <a:gdLst>
                  <a:gd name="T0" fmla="*/ 765684263 w 273"/>
                  <a:gd name="T1" fmla="*/ 0 h 46"/>
                  <a:gd name="T2" fmla="*/ 381440387 w 273"/>
                  <a:gd name="T3" fmla="*/ 115927199 h 46"/>
                  <a:gd name="T4" fmla="*/ 0 w 273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46"/>
                  <a:gd name="T11" fmla="*/ 273 w 273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46">
                    <a:moveTo>
                      <a:pt x="273" y="0"/>
                    </a:moveTo>
                    <a:cubicBezTo>
                      <a:pt x="227" y="23"/>
                      <a:pt x="181" y="46"/>
                      <a:pt x="136" y="46"/>
                    </a:cubicBezTo>
                    <a:cubicBezTo>
                      <a:pt x="91" y="46"/>
                      <a:pt x="30" y="15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96102" tIns="48051" rIns="96102" bIns="48051"/>
              <a:lstStyle/>
              <a:p>
                <a:endParaRPr lang="ko-KR" altLang="en-US"/>
              </a:p>
            </p:txBody>
          </p:sp>
          <p:sp>
            <p:nvSpPr>
              <p:cNvPr id="644" name="Oval 567"/>
              <p:cNvSpPr>
                <a:spLocks noChangeArrowheads="1"/>
              </p:cNvSpPr>
              <p:nvPr/>
            </p:nvSpPr>
            <p:spPr bwMode="auto">
              <a:xfrm flipH="1">
                <a:off x="11207109" y="8618765"/>
                <a:ext cx="80094" cy="75088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 wrap="none" lIns="96102" tIns="48051" rIns="96102" bIns="48051" anchor="ctr"/>
              <a:lstStyle/>
              <a:p>
                <a:pPr algn="ctr"/>
                <a:endParaRPr lang="ko-KR" altLang="ko-KR"/>
              </a:p>
            </p:txBody>
          </p:sp>
        </p:grpSp>
        <p:grpSp>
          <p:nvGrpSpPr>
            <p:cNvPr id="639" name="그룹 638"/>
            <p:cNvGrpSpPr/>
            <p:nvPr/>
          </p:nvGrpSpPr>
          <p:grpSpPr>
            <a:xfrm>
              <a:off x="8336561" y="2893304"/>
              <a:ext cx="405434" cy="85814"/>
              <a:chOff x="10763258" y="8618765"/>
              <a:chExt cx="523945" cy="120140"/>
            </a:xfrm>
          </p:grpSpPr>
          <p:sp>
            <p:nvSpPr>
              <p:cNvPr id="640" name="Freeform 548"/>
              <p:cNvSpPr>
                <a:spLocks/>
              </p:cNvSpPr>
              <p:nvPr/>
            </p:nvSpPr>
            <p:spPr bwMode="auto">
              <a:xfrm flipH="1">
                <a:off x="10763258" y="8662149"/>
                <a:ext cx="480561" cy="76756"/>
              </a:xfrm>
              <a:custGeom>
                <a:avLst/>
                <a:gdLst>
                  <a:gd name="T0" fmla="*/ 765684263 w 273"/>
                  <a:gd name="T1" fmla="*/ 0 h 46"/>
                  <a:gd name="T2" fmla="*/ 381440387 w 273"/>
                  <a:gd name="T3" fmla="*/ 115927199 h 46"/>
                  <a:gd name="T4" fmla="*/ 0 w 273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46"/>
                  <a:gd name="T11" fmla="*/ 273 w 273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46">
                    <a:moveTo>
                      <a:pt x="273" y="0"/>
                    </a:moveTo>
                    <a:cubicBezTo>
                      <a:pt x="227" y="23"/>
                      <a:pt x="181" y="46"/>
                      <a:pt x="136" y="46"/>
                    </a:cubicBezTo>
                    <a:cubicBezTo>
                      <a:pt x="91" y="46"/>
                      <a:pt x="30" y="15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96102" tIns="48051" rIns="96102" bIns="48051"/>
              <a:lstStyle/>
              <a:p>
                <a:endParaRPr lang="ko-KR" altLang="en-US"/>
              </a:p>
            </p:txBody>
          </p:sp>
          <p:sp>
            <p:nvSpPr>
              <p:cNvPr id="641" name="Oval 567"/>
              <p:cNvSpPr>
                <a:spLocks noChangeArrowheads="1"/>
              </p:cNvSpPr>
              <p:nvPr/>
            </p:nvSpPr>
            <p:spPr bwMode="auto">
              <a:xfrm flipH="1">
                <a:off x="11207109" y="8618765"/>
                <a:ext cx="80094" cy="75088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 wrap="none" lIns="96102" tIns="48051" rIns="96102" bIns="48051" anchor="ctr"/>
              <a:lstStyle/>
              <a:p>
                <a:pPr algn="ctr"/>
                <a:endParaRPr lang="ko-KR" altLang="ko-KR"/>
              </a:p>
            </p:txBody>
          </p:sp>
        </p:grpSp>
        <p:grpSp>
          <p:nvGrpSpPr>
            <p:cNvPr id="648" name="그룹 647"/>
            <p:cNvGrpSpPr/>
            <p:nvPr/>
          </p:nvGrpSpPr>
          <p:grpSpPr>
            <a:xfrm>
              <a:off x="8337208" y="1542987"/>
              <a:ext cx="405434" cy="85814"/>
              <a:chOff x="10763258" y="8618765"/>
              <a:chExt cx="523945" cy="120140"/>
            </a:xfrm>
          </p:grpSpPr>
          <p:sp>
            <p:nvSpPr>
              <p:cNvPr id="649" name="Freeform 548"/>
              <p:cNvSpPr>
                <a:spLocks/>
              </p:cNvSpPr>
              <p:nvPr/>
            </p:nvSpPr>
            <p:spPr bwMode="auto">
              <a:xfrm flipH="1">
                <a:off x="10763258" y="8662149"/>
                <a:ext cx="480561" cy="76756"/>
              </a:xfrm>
              <a:custGeom>
                <a:avLst/>
                <a:gdLst>
                  <a:gd name="T0" fmla="*/ 765684263 w 273"/>
                  <a:gd name="T1" fmla="*/ 0 h 46"/>
                  <a:gd name="T2" fmla="*/ 381440387 w 273"/>
                  <a:gd name="T3" fmla="*/ 115927199 h 46"/>
                  <a:gd name="T4" fmla="*/ 0 w 273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46"/>
                  <a:gd name="T11" fmla="*/ 273 w 273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46">
                    <a:moveTo>
                      <a:pt x="273" y="0"/>
                    </a:moveTo>
                    <a:cubicBezTo>
                      <a:pt x="227" y="23"/>
                      <a:pt x="181" y="46"/>
                      <a:pt x="136" y="46"/>
                    </a:cubicBezTo>
                    <a:cubicBezTo>
                      <a:pt x="91" y="46"/>
                      <a:pt x="30" y="15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96102" tIns="48051" rIns="96102" bIns="48051"/>
              <a:lstStyle/>
              <a:p>
                <a:endParaRPr lang="ko-KR" altLang="en-US"/>
              </a:p>
            </p:txBody>
          </p:sp>
          <p:sp>
            <p:nvSpPr>
              <p:cNvPr id="650" name="Oval 567"/>
              <p:cNvSpPr>
                <a:spLocks noChangeArrowheads="1"/>
              </p:cNvSpPr>
              <p:nvPr/>
            </p:nvSpPr>
            <p:spPr bwMode="auto">
              <a:xfrm flipH="1">
                <a:off x="11207109" y="8618765"/>
                <a:ext cx="80094" cy="75088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 wrap="none" lIns="96102" tIns="48051" rIns="96102" bIns="48051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4" name="Line 46"/>
            <p:cNvSpPr>
              <a:spLocks noChangeShapeType="1"/>
            </p:cNvSpPr>
            <p:nvPr/>
          </p:nvSpPr>
          <p:spPr bwMode="auto">
            <a:xfrm flipV="1">
              <a:off x="1721213" y="2796269"/>
              <a:ext cx="6607493" cy="15521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 type="arrow"/>
              <a:tailEnd type="oval" w="med" len="med"/>
            </a:ln>
          </p:spPr>
          <p:txBody>
            <a:bodyPr lIns="71886" tIns="35943" rIns="71886" bIns="35943"/>
            <a:lstStyle/>
            <a:p>
              <a:endParaRPr lang="ko-KR" altLang="en-US"/>
            </a:p>
          </p:txBody>
        </p:sp>
        <p:sp>
          <p:nvSpPr>
            <p:cNvPr id="5" name="Line 46"/>
            <p:cNvSpPr>
              <a:spLocks noChangeShapeType="1"/>
            </p:cNvSpPr>
            <p:nvPr/>
          </p:nvSpPr>
          <p:spPr bwMode="auto">
            <a:xfrm>
              <a:off x="1709967" y="2902857"/>
              <a:ext cx="6622425" cy="2268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 type="arrow"/>
              <a:tailEnd type="oval" w="med" len="med"/>
            </a:ln>
          </p:spPr>
          <p:txBody>
            <a:bodyPr lIns="71886" tIns="35943" rIns="71886" bIns="35943"/>
            <a:lstStyle/>
            <a:p>
              <a:endParaRPr lang="ko-KR" altLang="en-US"/>
            </a:p>
          </p:txBody>
        </p:sp>
        <p:sp>
          <p:nvSpPr>
            <p:cNvPr id="28" name="Freeform 548"/>
            <p:cNvSpPr>
              <a:spLocks/>
            </p:cNvSpPr>
            <p:nvPr/>
          </p:nvSpPr>
          <p:spPr bwMode="auto">
            <a:xfrm flipH="1">
              <a:off x="8344102" y="6408036"/>
              <a:ext cx="371864" cy="5482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71886" tIns="35943" rIns="71886" bIns="35943"/>
            <a:lstStyle/>
            <a:p>
              <a:endParaRPr lang="ko-KR" altLang="en-US"/>
            </a:p>
          </p:txBody>
        </p:sp>
        <p:sp>
          <p:nvSpPr>
            <p:cNvPr id="29" name="Line 560"/>
            <p:cNvSpPr>
              <a:spLocks noChangeShapeType="1"/>
            </p:cNvSpPr>
            <p:nvPr/>
          </p:nvSpPr>
          <p:spPr bwMode="auto">
            <a:xfrm>
              <a:off x="8535082" y="244930"/>
              <a:ext cx="2259" cy="6590427"/>
            </a:xfrm>
            <a:prstGeom prst="line">
              <a:avLst/>
            </a:prstGeom>
            <a:noFill/>
            <a:ln w="12700">
              <a:solidFill>
                <a:srgbClr val="808000"/>
              </a:solidFill>
              <a:prstDash val="lgDashDot"/>
              <a:round/>
              <a:headEnd/>
              <a:tailEnd/>
            </a:ln>
          </p:spPr>
          <p:txBody>
            <a:bodyPr lIns="71886" tIns="35943" rIns="71886" bIns="35943"/>
            <a:lstStyle/>
            <a:p>
              <a:endParaRPr lang="ko-KR" altLang="en-US"/>
            </a:p>
          </p:txBody>
        </p:sp>
        <p:sp>
          <p:nvSpPr>
            <p:cNvPr id="30" name="Rectangle 33"/>
            <p:cNvSpPr>
              <a:spLocks noChangeArrowheads="1"/>
            </p:cNvSpPr>
            <p:nvPr/>
          </p:nvSpPr>
          <p:spPr bwMode="auto">
            <a:xfrm>
              <a:off x="448047" y="22646"/>
              <a:ext cx="1071687" cy="122762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5745" tIns="47871" rIns="95745" bIns="47871" anchor="ctr"/>
            <a:lstStyle/>
            <a:p>
              <a:pPr algn="ctr"/>
              <a:r>
                <a:rPr lang="en-US" altLang="ko-KR" sz="600" b="1" dirty="0">
                  <a:latin typeface="Arial" charset="0"/>
                </a:rPr>
                <a:t>Communication Rack-A </a:t>
              </a:r>
              <a:endParaRPr lang="ko-KR" altLang="ko-KR" dirty="0"/>
            </a:p>
          </p:txBody>
        </p:sp>
        <p:sp>
          <p:nvSpPr>
            <p:cNvPr id="34" name="Freeform 544"/>
            <p:cNvSpPr>
              <a:spLocks/>
            </p:cNvSpPr>
            <p:nvPr/>
          </p:nvSpPr>
          <p:spPr bwMode="auto">
            <a:xfrm flipH="1">
              <a:off x="8350119" y="6539416"/>
              <a:ext cx="371864" cy="5482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71886" tIns="35943" rIns="71886" bIns="35943"/>
            <a:lstStyle/>
            <a:p>
              <a:endParaRPr lang="ko-KR" altLang="en-US"/>
            </a:p>
          </p:txBody>
        </p:sp>
        <p:sp>
          <p:nvSpPr>
            <p:cNvPr id="35" name="Freeform 545"/>
            <p:cNvSpPr>
              <a:spLocks/>
            </p:cNvSpPr>
            <p:nvPr/>
          </p:nvSpPr>
          <p:spPr bwMode="auto">
            <a:xfrm flipH="1">
              <a:off x="8350119" y="6647875"/>
              <a:ext cx="371864" cy="5482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71886" tIns="35943" rIns="71886" bIns="35943"/>
            <a:lstStyle/>
            <a:p>
              <a:endParaRPr lang="ko-KR" altLang="en-US"/>
            </a:p>
          </p:txBody>
        </p:sp>
        <p:sp>
          <p:nvSpPr>
            <p:cNvPr id="36" name="Freeform 548"/>
            <p:cNvSpPr>
              <a:spLocks/>
            </p:cNvSpPr>
            <p:nvPr/>
          </p:nvSpPr>
          <p:spPr bwMode="auto">
            <a:xfrm flipH="1">
              <a:off x="8344958" y="6289913"/>
              <a:ext cx="371864" cy="5482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71886" tIns="35943" rIns="71886" bIns="35943"/>
            <a:lstStyle/>
            <a:p>
              <a:endParaRPr lang="ko-KR" altLang="en-US"/>
            </a:p>
          </p:txBody>
        </p:sp>
        <p:sp>
          <p:nvSpPr>
            <p:cNvPr id="49" name="Oval 563"/>
            <p:cNvSpPr>
              <a:spLocks noChangeArrowheads="1"/>
            </p:cNvSpPr>
            <p:nvPr/>
          </p:nvSpPr>
          <p:spPr bwMode="auto">
            <a:xfrm flipH="1">
              <a:off x="8693575" y="6508427"/>
              <a:ext cx="61978" cy="53634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71886" tIns="35943" rIns="71886" bIns="35943" anchor="ctr"/>
            <a:lstStyle/>
            <a:p>
              <a:pPr algn="ctr"/>
              <a:endParaRPr lang="ko-KR" altLang="ko-KR"/>
            </a:p>
          </p:txBody>
        </p:sp>
        <p:sp>
          <p:nvSpPr>
            <p:cNvPr id="50" name="Oval 564"/>
            <p:cNvSpPr>
              <a:spLocks noChangeArrowheads="1"/>
            </p:cNvSpPr>
            <p:nvPr/>
          </p:nvSpPr>
          <p:spPr bwMode="auto">
            <a:xfrm flipH="1">
              <a:off x="8693575" y="6616886"/>
              <a:ext cx="61978" cy="53634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71886" tIns="35943" rIns="71886" bIns="35943" anchor="ctr"/>
            <a:lstStyle/>
            <a:p>
              <a:pPr algn="ctr"/>
              <a:endParaRPr lang="ko-KR" altLang="ko-KR"/>
            </a:p>
          </p:txBody>
        </p:sp>
        <p:sp>
          <p:nvSpPr>
            <p:cNvPr id="51" name="Oval 567"/>
            <p:cNvSpPr>
              <a:spLocks noChangeArrowheads="1"/>
            </p:cNvSpPr>
            <p:nvPr/>
          </p:nvSpPr>
          <p:spPr bwMode="auto">
            <a:xfrm flipH="1">
              <a:off x="8688414" y="6258926"/>
              <a:ext cx="61978" cy="53634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71886" tIns="35943" rIns="71886" bIns="35943" anchor="ctr"/>
            <a:lstStyle/>
            <a:p>
              <a:pPr algn="ctr"/>
              <a:endParaRPr lang="ko-KR" altLang="ko-KR"/>
            </a:p>
          </p:txBody>
        </p:sp>
        <p:sp>
          <p:nvSpPr>
            <p:cNvPr id="54" name="Rectangle 2"/>
            <p:cNvSpPr>
              <a:spLocks noChangeArrowheads="1"/>
            </p:cNvSpPr>
            <p:nvPr/>
          </p:nvSpPr>
          <p:spPr bwMode="auto">
            <a:xfrm flipH="1">
              <a:off x="326672" y="184741"/>
              <a:ext cx="1346709" cy="5903315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71886" tIns="35943" rIns="71886" bIns="35943" anchor="ctr"/>
            <a:lstStyle/>
            <a:p>
              <a:pPr algn="ctr"/>
              <a:endParaRPr lang="ko-KR" altLang="ko-KR"/>
            </a:p>
          </p:txBody>
        </p:sp>
        <p:sp>
          <p:nvSpPr>
            <p:cNvPr id="70" name="Rectangle 32"/>
            <p:cNvSpPr>
              <a:spLocks noChangeArrowheads="1"/>
            </p:cNvSpPr>
            <p:nvPr/>
          </p:nvSpPr>
          <p:spPr bwMode="auto">
            <a:xfrm rot="16200000" flipH="1">
              <a:off x="-37243" y="2805855"/>
              <a:ext cx="903435" cy="5681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5745" tIns="47871" rIns="95745" bIns="47871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BACK PLAN BOARD</a:t>
              </a:r>
              <a:endParaRPr lang="ko-KR" altLang="ko-KR" dirty="0"/>
            </a:p>
          </p:txBody>
        </p:sp>
        <p:sp>
          <p:nvSpPr>
            <p:cNvPr id="71" name="Rectangle 34"/>
            <p:cNvSpPr>
              <a:spLocks noChangeArrowheads="1"/>
            </p:cNvSpPr>
            <p:nvPr/>
          </p:nvSpPr>
          <p:spPr bwMode="auto">
            <a:xfrm>
              <a:off x="1801212" y="1462422"/>
              <a:ext cx="564249" cy="1263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5745" tIns="47871" rIns="95745" bIns="47871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Digital Video Signal</a:t>
              </a:r>
              <a:endParaRPr lang="ko-KR" altLang="ko-KR" dirty="0"/>
            </a:p>
          </p:txBody>
        </p:sp>
        <p:sp>
          <p:nvSpPr>
            <p:cNvPr id="72" name="Line 35"/>
            <p:cNvSpPr>
              <a:spLocks noChangeShapeType="1"/>
            </p:cNvSpPr>
            <p:nvPr/>
          </p:nvSpPr>
          <p:spPr bwMode="auto">
            <a:xfrm flipV="1">
              <a:off x="1615281" y="1558020"/>
              <a:ext cx="6735538" cy="12861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 type="arrow" w="med" len="med"/>
              <a:tailEnd type="oval" w="med" len="med"/>
            </a:ln>
          </p:spPr>
          <p:txBody>
            <a:bodyPr lIns="71886" tIns="35943" rIns="71886" bIns="35943"/>
            <a:lstStyle/>
            <a:p>
              <a:endParaRPr lang="ko-KR" altLang="en-US"/>
            </a:p>
          </p:txBody>
        </p:sp>
        <p:sp>
          <p:nvSpPr>
            <p:cNvPr id="73" name="Rectangle 40"/>
            <p:cNvSpPr>
              <a:spLocks noChangeArrowheads="1"/>
            </p:cNvSpPr>
            <p:nvPr/>
          </p:nvSpPr>
          <p:spPr bwMode="auto">
            <a:xfrm>
              <a:off x="1641102" y="252676"/>
              <a:ext cx="565542" cy="162094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5745" tIns="47871" rIns="95745" bIns="47871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DC 37.5V</a:t>
              </a:r>
              <a:endParaRPr lang="ko-KR" altLang="ko-KR" dirty="0"/>
            </a:p>
          </p:txBody>
        </p:sp>
        <p:sp>
          <p:nvSpPr>
            <p:cNvPr id="74" name="Line 41"/>
            <p:cNvSpPr>
              <a:spLocks noChangeShapeType="1"/>
            </p:cNvSpPr>
            <p:nvPr/>
          </p:nvSpPr>
          <p:spPr bwMode="auto">
            <a:xfrm>
              <a:off x="1610113" y="400467"/>
              <a:ext cx="56683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arrow" w="med" len="med"/>
              <a:tailEnd type="none" w="med" len="lg"/>
            </a:ln>
          </p:spPr>
          <p:txBody>
            <a:bodyPr lIns="71886" tIns="35943" rIns="71886" bIns="35943"/>
            <a:lstStyle/>
            <a:p>
              <a:endParaRPr lang="ko-KR" altLang="en-US"/>
            </a:p>
          </p:txBody>
        </p:sp>
        <p:sp>
          <p:nvSpPr>
            <p:cNvPr id="75" name="Line 49"/>
            <p:cNvSpPr>
              <a:spLocks noChangeShapeType="1"/>
            </p:cNvSpPr>
            <p:nvPr/>
          </p:nvSpPr>
          <p:spPr bwMode="auto">
            <a:xfrm flipH="1" flipV="1">
              <a:off x="1615279" y="4834211"/>
              <a:ext cx="175601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arrow" w="med" len="med"/>
            </a:ln>
          </p:spPr>
          <p:txBody>
            <a:bodyPr lIns="71886" tIns="35943" rIns="71886" bIns="35943"/>
            <a:lstStyle/>
            <a:p>
              <a:endParaRPr lang="ko-KR" altLang="en-US"/>
            </a:p>
          </p:txBody>
        </p:sp>
        <p:sp>
          <p:nvSpPr>
            <p:cNvPr id="76" name="Line 50"/>
            <p:cNvSpPr>
              <a:spLocks noChangeShapeType="1"/>
            </p:cNvSpPr>
            <p:nvPr/>
          </p:nvSpPr>
          <p:spPr bwMode="auto">
            <a:xfrm>
              <a:off x="1615279" y="4725751"/>
              <a:ext cx="291810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 type="arrow" w="med" len="med"/>
              <a:tailEnd type="none" w="med" len="lg"/>
            </a:ln>
          </p:spPr>
          <p:txBody>
            <a:bodyPr lIns="71886" tIns="35943" rIns="71886" bIns="35943"/>
            <a:lstStyle/>
            <a:p>
              <a:endParaRPr lang="ko-KR" altLang="en-US"/>
            </a:p>
          </p:txBody>
        </p:sp>
        <p:sp>
          <p:nvSpPr>
            <p:cNvPr id="77" name="Line 53"/>
            <p:cNvSpPr>
              <a:spLocks noChangeShapeType="1"/>
            </p:cNvSpPr>
            <p:nvPr/>
          </p:nvSpPr>
          <p:spPr bwMode="auto">
            <a:xfrm flipH="1" flipV="1">
              <a:off x="1790879" y="4834214"/>
              <a:ext cx="0" cy="1351576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none" w="med" len="lg"/>
            </a:ln>
          </p:spPr>
          <p:txBody>
            <a:bodyPr lIns="71886" tIns="35943" rIns="71886" bIns="35943"/>
            <a:lstStyle/>
            <a:p>
              <a:endParaRPr lang="ko-KR" altLang="en-US"/>
            </a:p>
          </p:txBody>
        </p:sp>
        <p:sp>
          <p:nvSpPr>
            <p:cNvPr id="78" name="Line 54"/>
            <p:cNvSpPr>
              <a:spLocks noChangeShapeType="1"/>
            </p:cNvSpPr>
            <p:nvPr/>
          </p:nvSpPr>
          <p:spPr bwMode="auto">
            <a:xfrm flipH="1" flipV="1">
              <a:off x="1907086" y="4726944"/>
              <a:ext cx="0" cy="1458844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 type="none" w="med" len="lg"/>
            </a:ln>
          </p:spPr>
          <p:txBody>
            <a:bodyPr lIns="71886" tIns="35943" rIns="71886" bIns="35943"/>
            <a:lstStyle/>
            <a:p>
              <a:endParaRPr lang="ko-KR" altLang="en-US"/>
            </a:p>
          </p:txBody>
        </p:sp>
        <p:sp>
          <p:nvSpPr>
            <p:cNvPr id="79" name="Rectangle 59"/>
            <p:cNvSpPr>
              <a:spLocks noChangeArrowheads="1"/>
            </p:cNvSpPr>
            <p:nvPr/>
          </p:nvSpPr>
          <p:spPr bwMode="auto">
            <a:xfrm flipH="1">
              <a:off x="1204682" y="2219258"/>
              <a:ext cx="410599" cy="2865926"/>
            </a:xfrm>
            <a:prstGeom prst="rect">
              <a:avLst/>
            </a:prstGeom>
            <a:solidFill>
              <a:srgbClr val="FF0000">
                <a:alpha val="30196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5745" tIns="47871" rIns="95745" bIns="47871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PAC</a:t>
              </a:r>
              <a:endParaRPr lang="ko-KR" altLang="ko-KR" dirty="0"/>
            </a:p>
          </p:txBody>
        </p:sp>
        <p:sp>
          <p:nvSpPr>
            <p:cNvPr id="80" name="Line 60"/>
            <p:cNvSpPr>
              <a:spLocks noChangeShapeType="1"/>
            </p:cNvSpPr>
            <p:nvPr/>
          </p:nvSpPr>
          <p:spPr bwMode="auto">
            <a:xfrm flipH="1">
              <a:off x="1615279" y="1322892"/>
              <a:ext cx="175601" cy="0"/>
            </a:xfrm>
            <a:prstGeom prst="line">
              <a:avLst/>
            </a:prstGeom>
            <a:noFill/>
            <a:ln w="25400">
              <a:solidFill>
                <a:srgbClr val="99CCFF"/>
              </a:solidFill>
              <a:round/>
              <a:headEnd/>
              <a:tailEnd/>
            </a:ln>
          </p:spPr>
          <p:txBody>
            <a:bodyPr lIns="71886" tIns="35943" rIns="71886" bIns="35943"/>
            <a:lstStyle/>
            <a:p>
              <a:endParaRPr lang="ko-KR" altLang="en-US"/>
            </a:p>
          </p:txBody>
        </p:sp>
        <p:sp>
          <p:nvSpPr>
            <p:cNvPr id="81" name="Oval 61"/>
            <p:cNvSpPr>
              <a:spLocks noChangeArrowheads="1"/>
            </p:cNvSpPr>
            <p:nvPr/>
          </p:nvSpPr>
          <p:spPr bwMode="auto">
            <a:xfrm>
              <a:off x="1731489" y="1264495"/>
              <a:ext cx="117497" cy="116803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71886" tIns="35943" rIns="71886" bIns="35943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A</a:t>
              </a:r>
              <a:endParaRPr lang="ko-KR" altLang="ko-KR" dirty="0"/>
            </a:p>
          </p:txBody>
        </p:sp>
        <p:sp>
          <p:nvSpPr>
            <p:cNvPr id="82" name="Rectangle 64"/>
            <p:cNvSpPr>
              <a:spLocks noChangeArrowheads="1"/>
            </p:cNvSpPr>
            <p:nvPr/>
          </p:nvSpPr>
          <p:spPr bwMode="auto">
            <a:xfrm>
              <a:off x="1673382" y="2412340"/>
              <a:ext cx="534551" cy="5601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5745" tIns="47871" rIns="95745" bIns="47871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ODMETER</a:t>
              </a:r>
              <a:endParaRPr lang="ko-KR" altLang="ko-KR" dirty="0"/>
            </a:p>
          </p:txBody>
        </p:sp>
        <p:sp>
          <p:nvSpPr>
            <p:cNvPr id="83" name="Line 65"/>
            <p:cNvSpPr>
              <a:spLocks noChangeShapeType="1"/>
            </p:cNvSpPr>
            <p:nvPr/>
          </p:nvSpPr>
          <p:spPr bwMode="auto">
            <a:xfrm>
              <a:off x="1615282" y="2489810"/>
              <a:ext cx="584908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arrow" w="med" len="med"/>
              <a:tailEnd type="none" w="med" len="lg"/>
            </a:ln>
          </p:spPr>
          <p:txBody>
            <a:bodyPr lIns="71886" tIns="35943" rIns="71886" bIns="35943"/>
            <a:lstStyle/>
            <a:p>
              <a:endParaRPr lang="ko-KR" altLang="en-US"/>
            </a:p>
          </p:txBody>
        </p:sp>
        <p:sp>
          <p:nvSpPr>
            <p:cNvPr id="84" name="Rectangle 66"/>
            <p:cNvSpPr>
              <a:spLocks noChangeArrowheads="1"/>
            </p:cNvSpPr>
            <p:nvPr/>
          </p:nvSpPr>
          <p:spPr bwMode="auto">
            <a:xfrm>
              <a:off x="1673382" y="2293153"/>
              <a:ext cx="534551" cy="8939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5745" tIns="47871" rIns="95745" bIns="47871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Door &amp; F/R</a:t>
              </a:r>
              <a:endParaRPr lang="ko-KR" altLang="ko-KR" dirty="0"/>
            </a:p>
          </p:txBody>
        </p:sp>
        <p:sp>
          <p:nvSpPr>
            <p:cNvPr id="85" name="Line 67"/>
            <p:cNvSpPr>
              <a:spLocks noChangeShapeType="1"/>
            </p:cNvSpPr>
            <p:nvPr/>
          </p:nvSpPr>
          <p:spPr bwMode="auto">
            <a:xfrm>
              <a:off x="1615282" y="2382542"/>
              <a:ext cx="584908" cy="0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 type="arrow" w="med" len="med"/>
              <a:tailEnd type="none" w="med" len="lg"/>
            </a:ln>
          </p:spPr>
          <p:txBody>
            <a:bodyPr lIns="71886" tIns="35943" rIns="71886" bIns="35943"/>
            <a:lstStyle/>
            <a:p>
              <a:endParaRPr lang="ko-KR" altLang="en-US"/>
            </a:p>
          </p:txBody>
        </p:sp>
        <p:sp>
          <p:nvSpPr>
            <p:cNvPr id="86" name="Rectangle 68"/>
            <p:cNvSpPr>
              <a:spLocks noChangeArrowheads="1"/>
            </p:cNvSpPr>
            <p:nvPr/>
          </p:nvSpPr>
          <p:spPr bwMode="auto">
            <a:xfrm>
              <a:off x="1625610" y="2179927"/>
              <a:ext cx="534551" cy="9654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5745" tIns="47871" rIns="95745" bIns="47871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CAB ON</a:t>
              </a:r>
              <a:endParaRPr lang="ko-KR" altLang="ko-KR" dirty="0"/>
            </a:p>
          </p:txBody>
        </p:sp>
        <p:sp>
          <p:nvSpPr>
            <p:cNvPr id="87" name="Line 69"/>
            <p:cNvSpPr>
              <a:spLocks noChangeShapeType="1"/>
            </p:cNvSpPr>
            <p:nvPr/>
          </p:nvSpPr>
          <p:spPr bwMode="auto">
            <a:xfrm>
              <a:off x="1615282" y="2274081"/>
              <a:ext cx="584908" cy="0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arrow" w="med" len="med"/>
              <a:tailEnd type="none" w="med" len="lg"/>
            </a:ln>
          </p:spPr>
          <p:txBody>
            <a:bodyPr lIns="71886" tIns="35943" rIns="71886" bIns="35943"/>
            <a:lstStyle/>
            <a:p>
              <a:endParaRPr lang="ko-KR" altLang="en-US"/>
            </a:p>
          </p:txBody>
        </p:sp>
        <p:sp>
          <p:nvSpPr>
            <p:cNvPr id="88" name="Rectangle 70"/>
            <p:cNvSpPr>
              <a:spLocks noChangeArrowheads="1"/>
            </p:cNvSpPr>
            <p:nvPr/>
          </p:nvSpPr>
          <p:spPr bwMode="auto">
            <a:xfrm>
              <a:off x="1801209" y="977333"/>
              <a:ext cx="692077" cy="10726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5745" tIns="47871" rIns="95745" bIns="47871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LONWORKS for MDS</a:t>
              </a:r>
              <a:endParaRPr lang="ko-KR" altLang="ko-KR" dirty="0"/>
            </a:p>
          </p:txBody>
        </p:sp>
        <p:sp>
          <p:nvSpPr>
            <p:cNvPr id="89" name="Line 71"/>
            <p:cNvSpPr>
              <a:spLocks noChangeShapeType="1"/>
            </p:cNvSpPr>
            <p:nvPr/>
          </p:nvSpPr>
          <p:spPr bwMode="auto">
            <a:xfrm flipV="1">
              <a:off x="1615279" y="1079503"/>
              <a:ext cx="723638" cy="5099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/>
              <a:tailEnd type="arrow" w="med" len="lg"/>
            </a:ln>
          </p:spPr>
          <p:txBody>
            <a:bodyPr lIns="71886" tIns="35943" rIns="71886" bIns="35943"/>
            <a:lstStyle/>
            <a:p>
              <a:endParaRPr lang="ko-KR" altLang="en-US"/>
            </a:p>
          </p:txBody>
        </p:sp>
        <p:sp>
          <p:nvSpPr>
            <p:cNvPr id="90" name="Rectangle 72"/>
            <p:cNvSpPr>
              <a:spLocks noChangeArrowheads="1"/>
            </p:cNvSpPr>
            <p:nvPr/>
          </p:nvSpPr>
          <p:spPr bwMode="auto">
            <a:xfrm>
              <a:off x="1801212" y="1570881"/>
              <a:ext cx="564249" cy="125146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5745" tIns="47871" rIns="95745" bIns="47871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Digital Video Signal</a:t>
              </a:r>
              <a:endParaRPr lang="ko-KR" altLang="ko-KR" dirty="0"/>
            </a:p>
          </p:txBody>
        </p:sp>
        <p:sp>
          <p:nvSpPr>
            <p:cNvPr id="91" name="Line 73"/>
            <p:cNvSpPr>
              <a:spLocks noChangeShapeType="1"/>
            </p:cNvSpPr>
            <p:nvPr/>
          </p:nvSpPr>
          <p:spPr bwMode="auto">
            <a:xfrm>
              <a:off x="1615280" y="1679341"/>
              <a:ext cx="1046539" cy="171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 type="none" w="med" len="med"/>
              <a:tailEnd type="none" w="med" len="med"/>
            </a:ln>
          </p:spPr>
          <p:txBody>
            <a:bodyPr lIns="71886" tIns="35943" rIns="71886" bIns="35943"/>
            <a:lstStyle/>
            <a:p>
              <a:endParaRPr lang="ko-KR" altLang="en-US"/>
            </a:p>
          </p:txBody>
        </p:sp>
        <p:sp>
          <p:nvSpPr>
            <p:cNvPr id="92" name="Rectangle 74"/>
            <p:cNvSpPr>
              <a:spLocks noChangeArrowheads="1"/>
            </p:cNvSpPr>
            <p:nvPr/>
          </p:nvSpPr>
          <p:spPr bwMode="auto">
            <a:xfrm>
              <a:off x="1625178" y="2708921"/>
              <a:ext cx="565542" cy="7032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5745" tIns="47871" rIns="95745" bIns="47871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RS485</a:t>
              </a:r>
              <a:endParaRPr lang="ko-KR" altLang="ko-KR" dirty="0"/>
            </a:p>
          </p:txBody>
        </p:sp>
        <p:sp>
          <p:nvSpPr>
            <p:cNvPr id="93" name="Rectangle 81"/>
            <p:cNvSpPr>
              <a:spLocks noChangeArrowheads="1"/>
            </p:cNvSpPr>
            <p:nvPr/>
          </p:nvSpPr>
          <p:spPr bwMode="auto">
            <a:xfrm>
              <a:off x="551337" y="5371745"/>
              <a:ext cx="535843" cy="11203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5745" tIns="47871" rIns="95745" bIns="47871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DC 37.5V</a:t>
              </a:r>
              <a:endParaRPr lang="ko-KR" altLang="ko-KR" dirty="0"/>
            </a:p>
          </p:txBody>
        </p:sp>
        <p:sp>
          <p:nvSpPr>
            <p:cNvPr id="94" name="Line 82"/>
            <p:cNvSpPr>
              <a:spLocks noChangeShapeType="1"/>
            </p:cNvSpPr>
            <p:nvPr/>
          </p:nvSpPr>
          <p:spPr bwMode="auto">
            <a:xfrm flipV="1">
              <a:off x="502277" y="5483779"/>
              <a:ext cx="702404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arrow" w="med" len="med"/>
            </a:ln>
          </p:spPr>
          <p:txBody>
            <a:bodyPr lIns="71886" tIns="35943" rIns="71886" bIns="35943"/>
            <a:lstStyle/>
            <a:p>
              <a:endParaRPr lang="ko-KR" altLang="en-US"/>
            </a:p>
          </p:txBody>
        </p:sp>
        <p:sp>
          <p:nvSpPr>
            <p:cNvPr id="106" name="Rectangle 106"/>
            <p:cNvSpPr>
              <a:spLocks noChangeArrowheads="1"/>
            </p:cNvSpPr>
            <p:nvPr/>
          </p:nvSpPr>
          <p:spPr bwMode="auto">
            <a:xfrm>
              <a:off x="1624318" y="4185838"/>
              <a:ext cx="534551" cy="643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5745" tIns="47871" rIns="95745" bIns="47871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PEI TL</a:t>
              </a:r>
              <a:endParaRPr lang="ko-KR" altLang="ko-KR" dirty="0"/>
            </a:p>
          </p:txBody>
        </p:sp>
        <p:sp>
          <p:nvSpPr>
            <p:cNvPr id="107" name="Line 107"/>
            <p:cNvSpPr>
              <a:spLocks noChangeShapeType="1"/>
            </p:cNvSpPr>
            <p:nvPr/>
          </p:nvSpPr>
          <p:spPr bwMode="auto">
            <a:xfrm flipH="1" flipV="1">
              <a:off x="1615281" y="4262115"/>
              <a:ext cx="760510" cy="0"/>
            </a:xfrm>
            <a:prstGeom prst="line">
              <a:avLst/>
            </a:prstGeom>
            <a:noFill/>
            <a:ln w="25400">
              <a:solidFill>
                <a:srgbClr val="FF99CC"/>
              </a:solidFill>
              <a:round/>
              <a:headEnd type="none" w="med" len="lg"/>
              <a:tailEnd type="arrow" w="med" len="med"/>
            </a:ln>
          </p:spPr>
          <p:txBody>
            <a:bodyPr lIns="71886" tIns="35943" rIns="71886" bIns="35943"/>
            <a:lstStyle/>
            <a:p>
              <a:endParaRPr lang="ko-KR" altLang="en-US"/>
            </a:p>
          </p:txBody>
        </p:sp>
        <p:sp>
          <p:nvSpPr>
            <p:cNvPr id="108" name="Rectangle 108"/>
            <p:cNvSpPr>
              <a:spLocks noChangeArrowheads="1"/>
            </p:cNvSpPr>
            <p:nvPr/>
          </p:nvSpPr>
          <p:spPr bwMode="auto">
            <a:xfrm>
              <a:off x="1624318" y="4287147"/>
              <a:ext cx="534551" cy="643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5745" tIns="47871" rIns="95745" bIns="47871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IC TL</a:t>
              </a:r>
              <a:endParaRPr lang="ko-KR" altLang="ko-KR" dirty="0"/>
            </a:p>
          </p:txBody>
        </p:sp>
        <p:sp>
          <p:nvSpPr>
            <p:cNvPr id="109" name="Line 109"/>
            <p:cNvSpPr>
              <a:spLocks noChangeShapeType="1"/>
            </p:cNvSpPr>
            <p:nvPr/>
          </p:nvSpPr>
          <p:spPr bwMode="auto">
            <a:xfrm flipH="1" flipV="1">
              <a:off x="1615280" y="4370575"/>
              <a:ext cx="643013" cy="0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none" w="med" len="lg"/>
              <a:tailEnd type="arrow" w="med" len="med"/>
            </a:ln>
          </p:spPr>
          <p:txBody>
            <a:bodyPr lIns="71886" tIns="35943" rIns="71886" bIns="35943"/>
            <a:lstStyle/>
            <a:p>
              <a:endParaRPr lang="ko-KR" altLang="en-US"/>
            </a:p>
          </p:txBody>
        </p:sp>
        <p:sp>
          <p:nvSpPr>
            <p:cNvPr id="110" name="Rectangle 112"/>
            <p:cNvSpPr>
              <a:spLocks noChangeArrowheads="1"/>
            </p:cNvSpPr>
            <p:nvPr/>
          </p:nvSpPr>
          <p:spPr bwMode="auto">
            <a:xfrm rot="16200000" flipH="1">
              <a:off x="-1144580" y="2735925"/>
              <a:ext cx="4054219" cy="644303"/>
            </a:xfrm>
            <a:prstGeom prst="rect">
              <a:avLst/>
            </a:prstGeom>
            <a:gradFill rotWithShape="1">
              <a:gsLst>
                <a:gs pos="0">
                  <a:srgbClr val="FFCC00"/>
                </a:gs>
                <a:gs pos="100000">
                  <a:srgbClr val="FFCC99">
                    <a:alpha val="43999"/>
                  </a:srgbClr>
                </a:gs>
              </a:gsLst>
              <a:lin ang="5400000" scaled="1"/>
            </a:gradFill>
            <a:ln w="6350">
              <a:noFill/>
              <a:miter lim="800000"/>
              <a:headEnd/>
              <a:tailEnd/>
            </a:ln>
          </p:spPr>
          <p:txBody>
            <a:bodyPr wrap="none" lIns="95745" tIns="47871" rIns="95745" bIns="47871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DC 12V</a:t>
              </a:r>
              <a:endParaRPr lang="ko-KR" altLang="ko-KR" dirty="0"/>
            </a:p>
          </p:txBody>
        </p:sp>
        <p:sp>
          <p:nvSpPr>
            <p:cNvPr id="111" name="Rectangle 115"/>
            <p:cNvSpPr>
              <a:spLocks noChangeArrowheads="1"/>
            </p:cNvSpPr>
            <p:nvPr/>
          </p:nvSpPr>
          <p:spPr bwMode="auto">
            <a:xfrm>
              <a:off x="583621" y="383783"/>
              <a:ext cx="535844" cy="11203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5745" tIns="47871" rIns="95745" bIns="47871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DC 12V</a:t>
              </a:r>
              <a:endParaRPr lang="ko-KR" altLang="ko-KR" dirty="0"/>
            </a:p>
          </p:txBody>
        </p:sp>
        <p:sp>
          <p:nvSpPr>
            <p:cNvPr id="112" name="Line 116"/>
            <p:cNvSpPr>
              <a:spLocks noChangeShapeType="1"/>
            </p:cNvSpPr>
            <p:nvPr/>
          </p:nvSpPr>
          <p:spPr bwMode="auto">
            <a:xfrm>
              <a:off x="618484" y="489859"/>
              <a:ext cx="586199" cy="0"/>
            </a:xfrm>
            <a:prstGeom prst="line">
              <a:avLst/>
            </a:prstGeom>
            <a:noFill/>
            <a:ln w="25400">
              <a:solidFill>
                <a:srgbClr val="FF9900"/>
              </a:solidFill>
              <a:round/>
              <a:headEnd/>
              <a:tailEnd/>
            </a:ln>
          </p:spPr>
          <p:txBody>
            <a:bodyPr lIns="71886" tIns="35943" rIns="71886" bIns="35943"/>
            <a:lstStyle/>
            <a:p>
              <a:endParaRPr lang="ko-KR" altLang="en-US"/>
            </a:p>
          </p:txBody>
        </p:sp>
        <p:sp>
          <p:nvSpPr>
            <p:cNvPr id="113" name="Line 118"/>
            <p:cNvSpPr>
              <a:spLocks noChangeShapeType="1"/>
            </p:cNvSpPr>
            <p:nvPr/>
          </p:nvSpPr>
          <p:spPr bwMode="auto">
            <a:xfrm flipV="1">
              <a:off x="618479" y="489861"/>
              <a:ext cx="0" cy="541106"/>
            </a:xfrm>
            <a:prstGeom prst="line">
              <a:avLst/>
            </a:prstGeom>
            <a:noFill/>
            <a:ln w="25400">
              <a:solidFill>
                <a:srgbClr val="FF9900"/>
              </a:solidFill>
              <a:round/>
              <a:headEnd type="arrow" w="med" len="med"/>
              <a:tailEnd/>
            </a:ln>
          </p:spPr>
          <p:txBody>
            <a:bodyPr lIns="71886" tIns="35943" rIns="71886" bIns="35943"/>
            <a:lstStyle/>
            <a:p>
              <a:endParaRPr lang="ko-KR" altLang="en-US"/>
            </a:p>
          </p:txBody>
        </p:sp>
        <p:sp>
          <p:nvSpPr>
            <p:cNvPr id="114" name="Line 128"/>
            <p:cNvSpPr>
              <a:spLocks noChangeShapeType="1"/>
            </p:cNvSpPr>
            <p:nvPr/>
          </p:nvSpPr>
          <p:spPr bwMode="auto">
            <a:xfrm flipV="1">
              <a:off x="2256370" y="4377724"/>
              <a:ext cx="1923" cy="2143726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oval" w="med" len="med"/>
              <a:tailEnd type="none" w="med" len="lg"/>
            </a:ln>
          </p:spPr>
          <p:txBody>
            <a:bodyPr lIns="71886" tIns="35943" rIns="71886" bIns="35943"/>
            <a:lstStyle/>
            <a:p>
              <a:endParaRPr lang="ko-KR" altLang="en-US"/>
            </a:p>
          </p:txBody>
        </p:sp>
        <p:sp>
          <p:nvSpPr>
            <p:cNvPr id="115" name="Line 129"/>
            <p:cNvSpPr>
              <a:spLocks noChangeShapeType="1"/>
            </p:cNvSpPr>
            <p:nvPr/>
          </p:nvSpPr>
          <p:spPr bwMode="auto">
            <a:xfrm flipH="1" flipV="1">
              <a:off x="2375787" y="4272842"/>
              <a:ext cx="4406" cy="2343861"/>
            </a:xfrm>
            <a:prstGeom prst="line">
              <a:avLst/>
            </a:prstGeom>
            <a:noFill/>
            <a:ln w="25400">
              <a:solidFill>
                <a:srgbClr val="FF99CC"/>
              </a:solidFill>
              <a:round/>
              <a:headEnd type="oval" w="med" len="med"/>
              <a:tailEnd type="none" w="med" len="lg"/>
            </a:ln>
          </p:spPr>
          <p:txBody>
            <a:bodyPr lIns="71886" tIns="35943" rIns="71886" bIns="35943"/>
            <a:lstStyle/>
            <a:p>
              <a:endParaRPr lang="ko-KR" altLang="en-US"/>
            </a:p>
          </p:txBody>
        </p:sp>
        <p:sp>
          <p:nvSpPr>
            <p:cNvPr id="121" name="Rectangle 182"/>
            <p:cNvSpPr>
              <a:spLocks noChangeArrowheads="1"/>
            </p:cNvSpPr>
            <p:nvPr/>
          </p:nvSpPr>
          <p:spPr bwMode="auto">
            <a:xfrm flipH="1">
              <a:off x="1204682" y="274130"/>
              <a:ext cx="410599" cy="269362"/>
            </a:xfrm>
            <a:prstGeom prst="rect">
              <a:avLst/>
            </a:prstGeom>
            <a:solidFill>
              <a:srgbClr val="FFCC00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5745" tIns="47871" rIns="95745" bIns="47871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PSA</a:t>
              </a:r>
              <a:endParaRPr lang="ko-KR" altLang="ko-KR" dirty="0"/>
            </a:p>
          </p:txBody>
        </p:sp>
        <p:sp>
          <p:nvSpPr>
            <p:cNvPr id="122" name="Rectangle 183"/>
            <p:cNvSpPr>
              <a:spLocks noChangeArrowheads="1"/>
            </p:cNvSpPr>
            <p:nvPr/>
          </p:nvSpPr>
          <p:spPr bwMode="auto">
            <a:xfrm flipH="1">
              <a:off x="1204682" y="1030965"/>
              <a:ext cx="410599" cy="162094"/>
            </a:xfrm>
            <a:prstGeom prst="rect">
              <a:avLst/>
            </a:prstGeom>
            <a:solidFill>
              <a:srgbClr val="CC99FF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5745" tIns="47871" rIns="95745" bIns="47871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LIC</a:t>
              </a:r>
              <a:endParaRPr lang="ko-KR" altLang="ko-KR" dirty="0"/>
            </a:p>
          </p:txBody>
        </p:sp>
        <p:sp>
          <p:nvSpPr>
            <p:cNvPr id="123" name="Rectangle 185"/>
            <p:cNvSpPr>
              <a:spLocks noChangeArrowheads="1"/>
            </p:cNvSpPr>
            <p:nvPr/>
          </p:nvSpPr>
          <p:spPr bwMode="auto">
            <a:xfrm flipH="1">
              <a:off x="1204682" y="1462422"/>
              <a:ext cx="410599" cy="270554"/>
            </a:xfrm>
            <a:prstGeom prst="rect">
              <a:avLst/>
            </a:prstGeom>
            <a:solidFill>
              <a:srgbClr val="99CC0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5745" tIns="47871" rIns="95745" bIns="47871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 VTX</a:t>
              </a:r>
              <a:endParaRPr lang="ko-KR" altLang="ko-KR" dirty="0"/>
            </a:p>
          </p:txBody>
        </p:sp>
        <p:sp>
          <p:nvSpPr>
            <p:cNvPr id="124" name="Rectangle 186"/>
            <p:cNvSpPr>
              <a:spLocks noChangeArrowheads="1"/>
            </p:cNvSpPr>
            <p:nvPr/>
          </p:nvSpPr>
          <p:spPr bwMode="auto">
            <a:xfrm flipH="1">
              <a:off x="1204682" y="2057163"/>
              <a:ext cx="410599" cy="162094"/>
            </a:xfrm>
            <a:prstGeom prst="rect">
              <a:avLst/>
            </a:prstGeom>
            <a:solidFill>
              <a:srgbClr val="C0C0C0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5745" tIns="47871" rIns="95745" bIns="47871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 HDD</a:t>
              </a:r>
              <a:endParaRPr lang="ko-KR" altLang="ko-KR" dirty="0"/>
            </a:p>
          </p:txBody>
        </p:sp>
        <p:sp>
          <p:nvSpPr>
            <p:cNvPr id="125" name="Rectangle 187"/>
            <p:cNvSpPr>
              <a:spLocks noChangeArrowheads="1"/>
            </p:cNvSpPr>
            <p:nvPr/>
          </p:nvSpPr>
          <p:spPr bwMode="auto">
            <a:xfrm flipH="1">
              <a:off x="1204682" y="543492"/>
              <a:ext cx="410599" cy="487474"/>
            </a:xfrm>
            <a:prstGeom prst="rect">
              <a:avLst/>
            </a:prstGeom>
            <a:solidFill>
              <a:srgbClr val="C0C0C0">
                <a:alpha val="7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5745" tIns="47871" rIns="95745" bIns="47871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SCB</a:t>
              </a:r>
              <a:endParaRPr lang="ko-KR" altLang="ko-KR" dirty="0"/>
            </a:p>
          </p:txBody>
        </p:sp>
        <p:sp>
          <p:nvSpPr>
            <p:cNvPr id="126" name="Rectangle 188"/>
            <p:cNvSpPr>
              <a:spLocks noChangeArrowheads="1"/>
            </p:cNvSpPr>
            <p:nvPr/>
          </p:nvSpPr>
          <p:spPr bwMode="auto">
            <a:xfrm flipH="1">
              <a:off x="1204682" y="1732975"/>
              <a:ext cx="410599" cy="324188"/>
            </a:xfrm>
            <a:prstGeom prst="rect">
              <a:avLst/>
            </a:prstGeom>
            <a:solidFill>
              <a:srgbClr val="FFFF00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5745" tIns="47871" rIns="95745" bIns="47871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  CNCS</a:t>
              </a:r>
              <a:endParaRPr lang="ko-KR" altLang="ko-KR" dirty="0"/>
            </a:p>
          </p:txBody>
        </p:sp>
        <p:sp>
          <p:nvSpPr>
            <p:cNvPr id="127" name="Line 190"/>
            <p:cNvSpPr>
              <a:spLocks noChangeShapeType="1"/>
            </p:cNvSpPr>
            <p:nvPr/>
          </p:nvSpPr>
          <p:spPr bwMode="auto">
            <a:xfrm flipH="1" flipV="1">
              <a:off x="970974" y="1355156"/>
              <a:ext cx="0" cy="377821"/>
            </a:xfrm>
            <a:prstGeom prst="line">
              <a:avLst/>
            </a:prstGeom>
            <a:noFill/>
            <a:ln w="25400">
              <a:solidFill>
                <a:srgbClr val="00CCFF"/>
              </a:solidFill>
              <a:round/>
              <a:headEnd/>
              <a:tailEnd type="none" w="med" len="lg"/>
            </a:ln>
          </p:spPr>
          <p:txBody>
            <a:bodyPr lIns="71886" tIns="35943" rIns="71886" bIns="35943"/>
            <a:lstStyle/>
            <a:p>
              <a:endParaRPr lang="ko-KR" altLang="en-US"/>
            </a:p>
          </p:txBody>
        </p:sp>
        <p:sp>
          <p:nvSpPr>
            <p:cNvPr id="128" name="Line 191"/>
            <p:cNvSpPr>
              <a:spLocks noChangeShapeType="1"/>
            </p:cNvSpPr>
            <p:nvPr/>
          </p:nvSpPr>
          <p:spPr bwMode="auto">
            <a:xfrm flipV="1">
              <a:off x="970977" y="1265763"/>
              <a:ext cx="236288" cy="89391"/>
            </a:xfrm>
            <a:prstGeom prst="line">
              <a:avLst/>
            </a:prstGeom>
            <a:noFill/>
            <a:ln w="25400">
              <a:solidFill>
                <a:srgbClr val="00CCFF"/>
              </a:solidFill>
              <a:round/>
              <a:headEnd/>
              <a:tailEnd type="none" w="med" len="lg"/>
            </a:ln>
          </p:spPr>
          <p:txBody>
            <a:bodyPr lIns="71886" tIns="35943" rIns="71886" bIns="35943"/>
            <a:lstStyle/>
            <a:p>
              <a:endParaRPr lang="ko-KR" altLang="en-US"/>
            </a:p>
          </p:txBody>
        </p:sp>
        <p:sp>
          <p:nvSpPr>
            <p:cNvPr id="129" name="Line 192"/>
            <p:cNvSpPr>
              <a:spLocks noChangeShapeType="1"/>
            </p:cNvSpPr>
            <p:nvPr/>
          </p:nvSpPr>
          <p:spPr bwMode="auto">
            <a:xfrm>
              <a:off x="970976" y="1732974"/>
              <a:ext cx="237578" cy="110844"/>
            </a:xfrm>
            <a:prstGeom prst="line">
              <a:avLst/>
            </a:prstGeom>
            <a:noFill/>
            <a:ln w="25400">
              <a:solidFill>
                <a:srgbClr val="00CCFF"/>
              </a:solidFill>
              <a:round/>
              <a:headEnd/>
              <a:tailEnd type="none" w="med" len="lg"/>
            </a:ln>
          </p:spPr>
          <p:txBody>
            <a:bodyPr lIns="71886" tIns="35943" rIns="71886" bIns="35943"/>
            <a:lstStyle/>
            <a:p>
              <a:endParaRPr lang="ko-KR" altLang="en-US"/>
            </a:p>
          </p:txBody>
        </p:sp>
        <p:sp>
          <p:nvSpPr>
            <p:cNvPr id="130" name="Rectangle 193"/>
            <p:cNvSpPr>
              <a:spLocks noChangeArrowheads="1"/>
            </p:cNvSpPr>
            <p:nvPr/>
          </p:nvSpPr>
          <p:spPr bwMode="auto">
            <a:xfrm flipH="1">
              <a:off x="1204682" y="1193059"/>
              <a:ext cx="410599" cy="269030"/>
            </a:xfrm>
            <a:prstGeom prst="rect">
              <a:avLst/>
            </a:prstGeom>
            <a:solidFill>
              <a:srgbClr val="CCFFFF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5745" tIns="47871" rIns="95745" bIns="47871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WLR</a:t>
              </a:r>
              <a:endParaRPr lang="ko-KR" altLang="ko-KR" dirty="0"/>
            </a:p>
          </p:txBody>
        </p:sp>
        <p:sp>
          <p:nvSpPr>
            <p:cNvPr id="131" name="Line 195"/>
            <p:cNvSpPr>
              <a:spLocks noChangeShapeType="1"/>
            </p:cNvSpPr>
            <p:nvPr/>
          </p:nvSpPr>
          <p:spPr bwMode="auto">
            <a:xfrm flipH="1" flipV="1">
              <a:off x="1074271" y="2238327"/>
              <a:ext cx="132993" cy="54826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71886" tIns="35943" rIns="71886" bIns="35943"/>
            <a:lstStyle/>
            <a:p>
              <a:endParaRPr lang="ko-KR" altLang="en-US"/>
            </a:p>
          </p:txBody>
        </p:sp>
        <p:sp>
          <p:nvSpPr>
            <p:cNvPr id="132" name="Line 197"/>
            <p:cNvSpPr>
              <a:spLocks noChangeShapeType="1"/>
            </p:cNvSpPr>
            <p:nvPr/>
          </p:nvSpPr>
          <p:spPr bwMode="auto">
            <a:xfrm flipH="1" flipV="1">
              <a:off x="1087184" y="1895069"/>
              <a:ext cx="121371" cy="54826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71886" tIns="35943" rIns="71886" bIns="35943"/>
            <a:lstStyle/>
            <a:p>
              <a:endParaRPr lang="ko-KR" altLang="en-US"/>
            </a:p>
          </p:txBody>
        </p:sp>
        <p:sp>
          <p:nvSpPr>
            <p:cNvPr id="133" name="Line 198"/>
            <p:cNvSpPr>
              <a:spLocks noChangeShapeType="1"/>
            </p:cNvSpPr>
            <p:nvPr/>
          </p:nvSpPr>
          <p:spPr bwMode="auto">
            <a:xfrm flipH="1" flipV="1">
              <a:off x="1087184" y="1517250"/>
              <a:ext cx="121371" cy="72703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71886" tIns="35943" rIns="71886" bIns="35943"/>
            <a:lstStyle/>
            <a:p>
              <a:endParaRPr lang="ko-KR" altLang="en-US"/>
            </a:p>
          </p:txBody>
        </p:sp>
        <p:sp>
          <p:nvSpPr>
            <p:cNvPr id="134" name="Line 199"/>
            <p:cNvSpPr>
              <a:spLocks noChangeShapeType="1"/>
            </p:cNvSpPr>
            <p:nvPr/>
          </p:nvSpPr>
          <p:spPr bwMode="auto">
            <a:xfrm flipH="1">
              <a:off x="1087184" y="1589951"/>
              <a:ext cx="120081" cy="35756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71886" tIns="35943" rIns="71886" bIns="35943"/>
            <a:lstStyle/>
            <a:p>
              <a:endParaRPr lang="ko-KR" altLang="en-US"/>
            </a:p>
          </p:txBody>
        </p:sp>
        <p:sp>
          <p:nvSpPr>
            <p:cNvPr id="135" name="Line 200"/>
            <p:cNvSpPr>
              <a:spLocks noChangeShapeType="1"/>
            </p:cNvSpPr>
            <p:nvPr/>
          </p:nvSpPr>
          <p:spPr bwMode="auto">
            <a:xfrm flipH="1">
              <a:off x="1074270" y="1949895"/>
              <a:ext cx="134284" cy="54826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71886" tIns="35943" rIns="71886" bIns="35943"/>
            <a:lstStyle/>
            <a:p>
              <a:endParaRPr lang="ko-KR" altLang="en-US"/>
            </a:p>
          </p:txBody>
        </p:sp>
        <p:sp>
          <p:nvSpPr>
            <p:cNvPr id="136" name="Line 201"/>
            <p:cNvSpPr>
              <a:spLocks noChangeShapeType="1"/>
            </p:cNvSpPr>
            <p:nvPr/>
          </p:nvSpPr>
          <p:spPr bwMode="auto">
            <a:xfrm flipH="1" flipV="1">
              <a:off x="1087181" y="1625707"/>
              <a:ext cx="0" cy="269362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71886" tIns="35943" rIns="71886" bIns="35943"/>
            <a:lstStyle/>
            <a:p>
              <a:endParaRPr lang="ko-KR" altLang="en-US"/>
            </a:p>
          </p:txBody>
        </p:sp>
        <p:sp>
          <p:nvSpPr>
            <p:cNvPr id="137" name="Line 202"/>
            <p:cNvSpPr>
              <a:spLocks noChangeShapeType="1"/>
            </p:cNvSpPr>
            <p:nvPr/>
          </p:nvSpPr>
          <p:spPr bwMode="auto">
            <a:xfrm flipV="1">
              <a:off x="1074269" y="2003531"/>
              <a:ext cx="0" cy="234797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71886" tIns="35943" rIns="71886" bIns="35943"/>
            <a:lstStyle/>
            <a:p>
              <a:endParaRPr lang="ko-KR" altLang="en-US"/>
            </a:p>
          </p:txBody>
        </p:sp>
        <p:sp>
          <p:nvSpPr>
            <p:cNvPr id="138" name="Rectangle 203"/>
            <p:cNvSpPr>
              <a:spLocks noChangeArrowheads="1"/>
            </p:cNvSpPr>
            <p:nvPr/>
          </p:nvSpPr>
          <p:spPr bwMode="auto">
            <a:xfrm rot="-5400000">
              <a:off x="761107" y="1432226"/>
              <a:ext cx="324188" cy="134284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5745" tIns="47871" rIns="95745" bIns="47871" anchor="ctr"/>
            <a:lstStyle/>
            <a:p>
              <a:pPr algn="ctr"/>
              <a:r>
                <a:rPr lang="en-US" altLang="ko-KR" sz="600" dirty="0">
                  <a:solidFill>
                    <a:srgbClr val="0099FF"/>
                  </a:solidFill>
                  <a:latin typeface="Arial" charset="0"/>
                </a:rPr>
                <a:t>LAN</a:t>
              </a:r>
              <a:endParaRPr lang="ko-KR" altLang="ko-KR" dirty="0"/>
            </a:p>
          </p:txBody>
        </p:sp>
        <p:sp>
          <p:nvSpPr>
            <p:cNvPr id="139" name="Rectangle 204"/>
            <p:cNvSpPr>
              <a:spLocks noChangeArrowheads="1"/>
            </p:cNvSpPr>
            <p:nvPr/>
          </p:nvSpPr>
          <p:spPr bwMode="auto">
            <a:xfrm rot="-5400000">
              <a:off x="1140718" y="2010186"/>
              <a:ext cx="215729" cy="90383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5745" tIns="47871" rIns="95745" bIns="47871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ATA</a:t>
              </a:r>
              <a:endParaRPr lang="ko-KR" altLang="ko-KR" dirty="0"/>
            </a:p>
          </p:txBody>
        </p:sp>
        <p:sp>
          <p:nvSpPr>
            <p:cNvPr id="140" name="Rectangle 205"/>
            <p:cNvSpPr>
              <a:spLocks noChangeArrowheads="1"/>
            </p:cNvSpPr>
            <p:nvPr/>
          </p:nvSpPr>
          <p:spPr bwMode="auto">
            <a:xfrm rot="-5400000">
              <a:off x="1094385" y="1687040"/>
              <a:ext cx="312269" cy="94257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5745" tIns="47871" rIns="95745" bIns="47871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LVDS</a:t>
              </a:r>
              <a:endParaRPr lang="ko-KR" altLang="ko-KR" dirty="0"/>
            </a:p>
          </p:txBody>
        </p:sp>
        <p:sp>
          <p:nvSpPr>
            <p:cNvPr id="141" name="Line 207"/>
            <p:cNvSpPr>
              <a:spLocks noChangeShapeType="1"/>
            </p:cNvSpPr>
            <p:nvPr/>
          </p:nvSpPr>
          <p:spPr bwMode="auto">
            <a:xfrm flipH="1">
              <a:off x="1087184" y="1084599"/>
              <a:ext cx="121371" cy="53634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71886" tIns="35943" rIns="71886" bIns="35943"/>
            <a:lstStyle/>
            <a:p>
              <a:endParaRPr lang="ko-KR" altLang="en-US"/>
            </a:p>
          </p:txBody>
        </p:sp>
        <p:sp>
          <p:nvSpPr>
            <p:cNvPr id="142" name="Line 208"/>
            <p:cNvSpPr>
              <a:spLocks noChangeShapeType="1"/>
            </p:cNvSpPr>
            <p:nvPr/>
          </p:nvSpPr>
          <p:spPr bwMode="auto">
            <a:xfrm flipV="1">
              <a:off x="1086049" y="1138233"/>
              <a:ext cx="1132" cy="373863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71886" tIns="35943" rIns="71886" bIns="35943"/>
            <a:lstStyle/>
            <a:p>
              <a:endParaRPr lang="ko-KR" altLang="en-US"/>
            </a:p>
          </p:txBody>
        </p:sp>
        <p:sp>
          <p:nvSpPr>
            <p:cNvPr id="143" name="Rectangle 210"/>
            <p:cNvSpPr>
              <a:spLocks noChangeArrowheads="1"/>
            </p:cNvSpPr>
            <p:nvPr/>
          </p:nvSpPr>
          <p:spPr bwMode="auto">
            <a:xfrm rot="16200000" flipH="1">
              <a:off x="-1144580" y="2735925"/>
              <a:ext cx="4054219" cy="644303"/>
            </a:xfrm>
            <a:prstGeom prst="rect">
              <a:avLst/>
            </a:prstGeom>
            <a:noFill/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vert="eaVert" wrap="none" lIns="95745" tIns="47871" rIns="95745" bIns="47871" anchor="ctr"/>
            <a:lstStyle/>
            <a:p>
              <a:pPr algn="ctr"/>
              <a:endParaRPr lang="ko-KR" altLang="ko-KR"/>
            </a:p>
          </p:txBody>
        </p:sp>
        <p:sp>
          <p:nvSpPr>
            <p:cNvPr id="286" name="Rectangle 527"/>
            <p:cNvSpPr>
              <a:spLocks noChangeArrowheads="1"/>
            </p:cNvSpPr>
            <p:nvPr/>
          </p:nvSpPr>
          <p:spPr bwMode="auto">
            <a:xfrm flipH="1">
              <a:off x="1204682" y="5085184"/>
              <a:ext cx="410599" cy="938510"/>
            </a:xfrm>
            <a:prstGeom prst="rect">
              <a:avLst/>
            </a:prstGeom>
            <a:solidFill>
              <a:srgbClr val="FFCC00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5745" tIns="47871" rIns="95745" bIns="47871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AAB</a:t>
              </a:r>
              <a:endParaRPr lang="ko-KR" altLang="ko-KR" dirty="0"/>
            </a:p>
          </p:txBody>
        </p:sp>
        <p:sp>
          <p:nvSpPr>
            <p:cNvPr id="322" name="Rectangle 209"/>
            <p:cNvSpPr>
              <a:spLocks noChangeArrowheads="1"/>
            </p:cNvSpPr>
            <p:nvPr/>
          </p:nvSpPr>
          <p:spPr bwMode="auto">
            <a:xfrm flipH="1">
              <a:off x="1208585" y="2986666"/>
              <a:ext cx="234026" cy="288032"/>
            </a:xfrm>
            <a:prstGeom prst="rect">
              <a:avLst/>
            </a:prstGeom>
            <a:solidFill>
              <a:srgbClr val="FF99CC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7541" tIns="63770" rIns="127541" bIns="63770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VOIP</a:t>
              </a:r>
              <a:endParaRPr lang="ko-KR" altLang="ko-KR" sz="600" dirty="0"/>
            </a:p>
          </p:txBody>
        </p:sp>
        <p:sp>
          <p:nvSpPr>
            <p:cNvPr id="323" name="Line 192"/>
            <p:cNvSpPr>
              <a:spLocks noChangeShapeType="1"/>
            </p:cNvSpPr>
            <p:nvPr/>
          </p:nvSpPr>
          <p:spPr bwMode="auto">
            <a:xfrm>
              <a:off x="964527" y="3009549"/>
              <a:ext cx="237578" cy="110844"/>
            </a:xfrm>
            <a:prstGeom prst="line">
              <a:avLst/>
            </a:prstGeom>
            <a:noFill/>
            <a:ln w="25400">
              <a:solidFill>
                <a:srgbClr val="00CCFF"/>
              </a:solidFill>
              <a:round/>
              <a:headEnd/>
              <a:tailEnd type="none" w="med" len="lg"/>
            </a:ln>
          </p:spPr>
          <p:txBody>
            <a:bodyPr lIns="71886" tIns="35943" rIns="71886" bIns="35943"/>
            <a:lstStyle/>
            <a:p>
              <a:endParaRPr lang="ko-KR" altLang="en-US"/>
            </a:p>
          </p:txBody>
        </p:sp>
        <p:sp>
          <p:nvSpPr>
            <p:cNvPr id="324" name="Line 190"/>
            <p:cNvSpPr>
              <a:spLocks noChangeShapeType="1"/>
            </p:cNvSpPr>
            <p:nvPr/>
          </p:nvSpPr>
          <p:spPr bwMode="auto">
            <a:xfrm flipH="1" flipV="1">
              <a:off x="970303" y="1745083"/>
              <a:ext cx="2609" cy="1266631"/>
            </a:xfrm>
            <a:prstGeom prst="line">
              <a:avLst/>
            </a:prstGeom>
            <a:noFill/>
            <a:ln w="25400">
              <a:solidFill>
                <a:srgbClr val="00CCFF"/>
              </a:solidFill>
              <a:round/>
              <a:headEnd/>
              <a:tailEnd type="none" w="med" len="lg"/>
            </a:ln>
          </p:spPr>
          <p:txBody>
            <a:bodyPr lIns="71886" tIns="35943" rIns="71886" bIns="35943"/>
            <a:lstStyle/>
            <a:p>
              <a:endParaRPr lang="ko-KR" altLang="en-US"/>
            </a:p>
          </p:txBody>
        </p:sp>
        <p:cxnSp>
          <p:nvCxnSpPr>
            <p:cNvPr id="331" name="꺾인 연결선 330"/>
            <p:cNvCxnSpPr/>
            <p:nvPr/>
          </p:nvCxnSpPr>
          <p:spPr>
            <a:xfrm>
              <a:off x="588171" y="5029201"/>
              <a:ext cx="620416" cy="272009"/>
            </a:xfrm>
            <a:prstGeom prst="bentConnector3">
              <a:avLst>
                <a:gd name="adj1" fmla="val 936"/>
              </a:avLst>
            </a:prstGeom>
            <a:ln w="1905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2" name="Rectangle 93"/>
            <p:cNvSpPr>
              <a:spLocks noChangeArrowheads="1"/>
            </p:cNvSpPr>
            <p:nvPr/>
          </p:nvSpPr>
          <p:spPr bwMode="auto">
            <a:xfrm>
              <a:off x="636492" y="5190104"/>
              <a:ext cx="527466" cy="82939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5745" tIns="47871" rIns="95745" bIns="47871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Audio LINE</a:t>
              </a:r>
              <a:endParaRPr lang="ko-KR" altLang="ko-KR" dirty="0"/>
            </a:p>
          </p:txBody>
        </p:sp>
        <p:sp>
          <p:nvSpPr>
            <p:cNvPr id="338" name="Line 128"/>
            <p:cNvSpPr>
              <a:spLocks noChangeShapeType="1"/>
            </p:cNvSpPr>
            <p:nvPr/>
          </p:nvSpPr>
          <p:spPr bwMode="auto">
            <a:xfrm flipV="1">
              <a:off x="2111905" y="4470401"/>
              <a:ext cx="6878" cy="1924050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oval" w="med" len="med"/>
              <a:tailEnd type="none" w="med" len="lg"/>
            </a:ln>
          </p:spPr>
          <p:txBody>
            <a:bodyPr lIns="71886" tIns="35943" rIns="71886" bIns="35943"/>
            <a:lstStyle/>
            <a:p>
              <a:endParaRPr lang="ko-KR" altLang="en-US"/>
            </a:p>
          </p:txBody>
        </p:sp>
        <p:sp>
          <p:nvSpPr>
            <p:cNvPr id="339" name="Line 109"/>
            <p:cNvSpPr>
              <a:spLocks noChangeShapeType="1"/>
            </p:cNvSpPr>
            <p:nvPr/>
          </p:nvSpPr>
          <p:spPr bwMode="auto">
            <a:xfrm flipH="1">
              <a:off x="1620979" y="4470400"/>
              <a:ext cx="497806" cy="7190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none" w="med" len="lg"/>
              <a:tailEnd type="arrow" w="med" len="med"/>
            </a:ln>
          </p:spPr>
          <p:txBody>
            <a:bodyPr lIns="71886" tIns="35943" rIns="71886" bIns="35943"/>
            <a:lstStyle/>
            <a:p>
              <a:endParaRPr lang="ko-KR" altLang="en-US"/>
            </a:p>
          </p:txBody>
        </p:sp>
        <p:sp>
          <p:nvSpPr>
            <p:cNvPr id="340" name="Line 74"/>
            <p:cNvSpPr>
              <a:spLocks noChangeShapeType="1"/>
            </p:cNvSpPr>
            <p:nvPr/>
          </p:nvSpPr>
          <p:spPr bwMode="auto">
            <a:xfrm>
              <a:off x="338458" y="6179820"/>
              <a:ext cx="1449373" cy="3614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 type="arrow"/>
              <a:tailEnd type="none" w="med" len="lg"/>
            </a:ln>
          </p:spPr>
          <p:txBody>
            <a:bodyPr lIns="71886" tIns="35943" rIns="71886" bIns="35943"/>
            <a:lstStyle/>
            <a:p>
              <a:endParaRPr lang="ko-KR" altLang="en-US"/>
            </a:p>
          </p:txBody>
        </p:sp>
        <p:sp>
          <p:nvSpPr>
            <p:cNvPr id="341" name="Line 75"/>
            <p:cNvSpPr>
              <a:spLocks noChangeShapeType="1"/>
            </p:cNvSpPr>
            <p:nvPr/>
          </p:nvSpPr>
          <p:spPr bwMode="auto">
            <a:xfrm flipH="1">
              <a:off x="1910663" y="6185787"/>
              <a:ext cx="6443033" cy="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 type="oval"/>
              <a:tailEnd type="none" w="med" len="med"/>
            </a:ln>
          </p:spPr>
          <p:txBody>
            <a:bodyPr lIns="71886" tIns="35943" rIns="71886" bIns="35943"/>
            <a:lstStyle/>
            <a:p>
              <a:endParaRPr lang="ko-KR" altLang="en-US"/>
            </a:p>
          </p:txBody>
        </p:sp>
        <p:sp>
          <p:nvSpPr>
            <p:cNvPr id="342" name="Line 117"/>
            <p:cNvSpPr>
              <a:spLocks noChangeShapeType="1"/>
            </p:cNvSpPr>
            <p:nvPr/>
          </p:nvSpPr>
          <p:spPr bwMode="auto">
            <a:xfrm flipV="1">
              <a:off x="350489" y="6524627"/>
              <a:ext cx="8002540" cy="844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arrow" w="med" len="med"/>
              <a:tailEnd type="oval" w="med" len="med"/>
            </a:ln>
          </p:spPr>
          <p:txBody>
            <a:bodyPr lIns="71886" tIns="35943" rIns="71886" bIns="35943"/>
            <a:lstStyle/>
            <a:p>
              <a:endParaRPr lang="ko-KR" altLang="en-US"/>
            </a:p>
          </p:txBody>
        </p:sp>
        <p:sp>
          <p:nvSpPr>
            <p:cNvPr id="343" name="Line 118"/>
            <p:cNvSpPr>
              <a:spLocks noChangeShapeType="1"/>
            </p:cNvSpPr>
            <p:nvPr/>
          </p:nvSpPr>
          <p:spPr bwMode="auto">
            <a:xfrm>
              <a:off x="350489" y="6633928"/>
              <a:ext cx="8002540" cy="234"/>
            </a:xfrm>
            <a:prstGeom prst="line">
              <a:avLst/>
            </a:prstGeom>
            <a:noFill/>
            <a:ln w="25400">
              <a:solidFill>
                <a:srgbClr val="FF99CC"/>
              </a:solidFill>
              <a:round/>
              <a:headEnd type="arrow" w="med" len="med"/>
              <a:tailEnd type="oval" w="med" len="med"/>
            </a:ln>
          </p:spPr>
          <p:txBody>
            <a:bodyPr lIns="71886" tIns="35943" rIns="71886" bIns="35943"/>
            <a:lstStyle/>
            <a:p>
              <a:endParaRPr lang="ko-KR" altLang="en-US"/>
            </a:p>
          </p:txBody>
        </p:sp>
        <p:sp>
          <p:nvSpPr>
            <p:cNvPr id="344" name="Line 134"/>
            <p:cNvSpPr>
              <a:spLocks noChangeShapeType="1"/>
            </p:cNvSpPr>
            <p:nvPr/>
          </p:nvSpPr>
          <p:spPr bwMode="auto">
            <a:xfrm flipV="1">
              <a:off x="350490" y="6286500"/>
              <a:ext cx="7997380" cy="7748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 type="arrow" w="med" len="med"/>
              <a:tailEnd type="oval" w="med" len="med"/>
            </a:ln>
          </p:spPr>
          <p:txBody>
            <a:bodyPr lIns="71886" tIns="35943" rIns="71886" bIns="35943"/>
            <a:lstStyle/>
            <a:p>
              <a:endParaRPr lang="ko-KR" altLang="en-US"/>
            </a:p>
          </p:txBody>
        </p:sp>
        <p:sp>
          <p:nvSpPr>
            <p:cNvPr id="345" name="Line 135"/>
            <p:cNvSpPr>
              <a:spLocks noChangeShapeType="1"/>
            </p:cNvSpPr>
            <p:nvPr/>
          </p:nvSpPr>
          <p:spPr bwMode="auto">
            <a:xfrm>
              <a:off x="350491" y="6402708"/>
              <a:ext cx="8007700" cy="2856"/>
            </a:xfrm>
            <a:prstGeom prst="line">
              <a:avLst/>
            </a:prstGeom>
            <a:noFill/>
            <a:ln w="25400">
              <a:solidFill>
                <a:srgbClr val="993366"/>
              </a:solidFill>
              <a:round/>
              <a:headEnd type="arrow" w="med" len="med"/>
              <a:tailEnd type="oval" w="med" len="med"/>
            </a:ln>
          </p:spPr>
          <p:txBody>
            <a:bodyPr lIns="71886" tIns="35943" rIns="71886" bIns="35943"/>
            <a:lstStyle/>
            <a:p>
              <a:endParaRPr lang="ko-KR" altLang="en-US"/>
            </a:p>
          </p:txBody>
        </p:sp>
        <p:sp>
          <p:nvSpPr>
            <p:cNvPr id="346" name="Rectangle 207"/>
            <p:cNvSpPr>
              <a:spLocks noChangeArrowheads="1"/>
            </p:cNvSpPr>
            <p:nvPr/>
          </p:nvSpPr>
          <p:spPr bwMode="auto">
            <a:xfrm flipH="1">
              <a:off x="7397799" y="6092823"/>
              <a:ext cx="566832" cy="9415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5745" tIns="47871" rIns="95745" bIns="47871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RS485 TL</a:t>
              </a:r>
              <a:endParaRPr lang="ko-KR" altLang="ko-KR" dirty="0"/>
            </a:p>
          </p:txBody>
        </p:sp>
        <p:sp>
          <p:nvSpPr>
            <p:cNvPr id="347" name="Rectangle 208"/>
            <p:cNvSpPr>
              <a:spLocks noChangeArrowheads="1"/>
            </p:cNvSpPr>
            <p:nvPr/>
          </p:nvSpPr>
          <p:spPr bwMode="auto">
            <a:xfrm flipH="1">
              <a:off x="7409419" y="6213205"/>
              <a:ext cx="533261" cy="643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5745" tIns="47871" rIns="95745" bIns="47871" anchor="ctr"/>
            <a:lstStyle/>
            <a:p>
              <a:pPr algn="ctr"/>
              <a:r>
                <a:rPr lang="en-US" altLang="ko-KR" sz="600" dirty="0"/>
                <a:t>Dual- tone TL</a:t>
              </a:r>
              <a:endParaRPr lang="ko-KR" altLang="ko-KR" sz="600" dirty="0"/>
            </a:p>
          </p:txBody>
        </p:sp>
        <p:sp>
          <p:nvSpPr>
            <p:cNvPr id="348" name="Rectangle 209"/>
            <p:cNvSpPr>
              <a:spLocks noChangeArrowheads="1"/>
            </p:cNvSpPr>
            <p:nvPr/>
          </p:nvSpPr>
          <p:spPr bwMode="auto">
            <a:xfrm flipH="1">
              <a:off x="7413293" y="6321662"/>
              <a:ext cx="533261" cy="643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5745" tIns="47871" rIns="95745" bIns="47871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 PA Audio TL</a:t>
              </a:r>
              <a:endParaRPr lang="ko-KR" altLang="ko-KR" dirty="0"/>
            </a:p>
          </p:txBody>
        </p:sp>
        <p:sp>
          <p:nvSpPr>
            <p:cNvPr id="349" name="Rectangle 210"/>
            <p:cNvSpPr>
              <a:spLocks noChangeArrowheads="1"/>
            </p:cNvSpPr>
            <p:nvPr/>
          </p:nvSpPr>
          <p:spPr bwMode="auto">
            <a:xfrm flipH="1">
              <a:off x="7412002" y="6438466"/>
              <a:ext cx="533261" cy="643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5745" tIns="47871" rIns="95745" bIns="47871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IC TL</a:t>
              </a:r>
              <a:endParaRPr lang="ko-KR" altLang="ko-KR" dirty="0"/>
            </a:p>
          </p:txBody>
        </p:sp>
        <p:sp>
          <p:nvSpPr>
            <p:cNvPr id="350" name="Rectangle 211"/>
            <p:cNvSpPr>
              <a:spLocks noChangeArrowheads="1"/>
            </p:cNvSpPr>
            <p:nvPr/>
          </p:nvSpPr>
          <p:spPr bwMode="auto">
            <a:xfrm flipH="1">
              <a:off x="7412002" y="6552886"/>
              <a:ext cx="533261" cy="643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5745" tIns="47871" rIns="95745" bIns="47871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PEI TL</a:t>
              </a:r>
              <a:endParaRPr lang="ko-KR" altLang="ko-KR" dirty="0"/>
            </a:p>
          </p:txBody>
        </p:sp>
        <p:sp>
          <p:nvSpPr>
            <p:cNvPr id="351" name="Rectangle 228"/>
            <p:cNvSpPr>
              <a:spLocks noChangeArrowheads="1"/>
            </p:cNvSpPr>
            <p:nvPr/>
          </p:nvSpPr>
          <p:spPr bwMode="auto">
            <a:xfrm>
              <a:off x="369857" y="6088055"/>
              <a:ext cx="566833" cy="9415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5745" tIns="47871" rIns="95745" bIns="47871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RS485 TL</a:t>
              </a:r>
              <a:endParaRPr lang="ko-KR" altLang="ko-KR" dirty="0"/>
            </a:p>
          </p:txBody>
        </p:sp>
        <p:sp>
          <p:nvSpPr>
            <p:cNvPr id="352" name="Rectangle 229"/>
            <p:cNvSpPr>
              <a:spLocks noChangeArrowheads="1"/>
            </p:cNvSpPr>
            <p:nvPr/>
          </p:nvSpPr>
          <p:spPr bwMode="auto">
            <a:xfrm>
              <a:off x="478033" y="6208435"/>
              <a:ext cx="533261" cy="643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5745" tIns="47871" rIns="95745" bIns="47871" anchor="ctr"/>
            <a:lstStyle/>
            <a:p>
              <a:pPr algn="ctr"/>
              <a:r>
                <a:rPr lang="en-US" altLang="ko-KR" sz="600" dirty="0"/>
                <a:t>Dual- tone TL</a:t>
              </a:r>
              <a:endParaRPr lang="ko-KR" altLang="ko-KR" sz="600" dirty="0"/>
            </a:p>
          </p:txBody>
        </p:sp>
        <p:sp>
          <p:nvSpPr>
            <p:cNvPr id="353" name="Rectangle 230"/>
            <p:cNvSpPr>
              <a:spLocks noChangeArrowheads="1"/>
            </p:cNvSpPr>
            <p:nvPr/>
          </p:nvSpPr>
          <p:spPr bwMode="auto">
            <a:xfrm>
              <a:off x="441299" y="6316896"/>
              <a:ext cx="533261" cy="643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5745" tIns="47871" rIns="95745" bIns="47871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 PA Audio TL</a:t>
              </a:r>
              <a:endParaRPr lang="ko-KR" altLang="ko-KR" dirty="0"/>
            </a:p>
          </p:txBody>
        </p:sp>
        <p:sp>
          <p:nvSpPr>
            <p:cNvPr id="354" name="Rectangle 231"/>
            <p:cNvSpPr>
              <a:spLocks noChangeArrowheads="1"/>
            </p:cNvSpPr>
            <p:nvPr/>
          </p:nvSpPr>
          <p:spPr bwMode="auto">
            <a:xfrm>
              <a:off x="389227" y="6433699"/>
              <a:ext cx="533261" cy="643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5745" tIns="47871" rIns="95745" bIns="47871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IC TL</a:t>
              </a:r>
              <a:endParaRPr lang="ko-KR" altLang="ko-KR" dirty="0"/>
            </a:p>
          </p:txBody>
        </p:sp>
        <p:sp>
          <p:nvSpPr>
            <p:cNvPr id="355" name="Rectangle 232"/>
            <p:cNvSpPr>
              <a:spLocks noChangeArrowheads="1"/>
            </p:cNvSpPr>
            <p:nvPr/>
          </p:nvSpPr>
          <p:spPr bwMode="auto">
            <a:xfrm>
              <a:off x="389227" y="6548118"/>
              <a:ext cx="533261" cy="643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5745" tIns="47871" rIns="95745" bIns="47871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PEI TL</a:t>
              </a:r>
              <a:endParaRPr lang="ko-KR" altLang="ko-KR" dirty="0"/>
            </a:p>
          </p:txBody>
        </p:sp>
        <p:sp>
          <p:nvSpPr>
            <p:cNvPr id="356" name="Oval 567"/>
            <p:cNvSpPr>
              <a:spLocks noChangeArrowheads="1"/>
            </p:cNvSpPr>
            <p:nvPr/>
          </p:nvSpPr>
          <p:spPr bwMode="auto">
            <a:xfrm flipH="1">
              <a:off x="8687559" y="6377049"/>
              <a:ext cx="61978" cy="53634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71886" tIns="35943" rIns="71886" bIns="35943" anchor="ctr"/>
            <a:lstStyle/>
            <a:p>
              <a:pPr algn="ctr"/>
              <a:endParaRPr lang="ko-KR" altLang="ko-KR"/>
            </a:p>
          </p:txBody>
        </p:sp>
        <p:grpSp>
          <p:nvGrpSpPr>
            <p:cNvPr id="638" name="그룹 637"/>
            <p:cNvGrpSpPr/>
            <p:nvPr/>
          </p:nvGrpSpPr>
          <p:grpSpPr>
            <a:xfrm>
              <a:off x="8328714" y="6156262"/>
              <a:ext cx="405434" cy="85814"/>
              <a:chOff x="10763258" y="8618765"/>
              <a:chExt cx="523945" cy="120140"/>
            </a:xfrm>
          </p:grpSpPr>
          <p:sp>
            <p:nvSpPr>
              <p:cNvPr id="27" name="Freeform 548"/>
              <p:cNvSpPr>
                <a:spLocks/>
              </p:cNvSpPr>
              <p:nvPr/>
            </p:nvSpPr>
            <p:spPr bwMode="auto">
              <a:xfrm flipH="1">
                <a:off x="10763258" y="8662149"/>
                <a:ext cx="480561" cy="76756"/>
              </a:xfrm>
              <a:custGeom>
                <a:avLst/>
                <a:gdLst>
                  <a:gd name="T0" fmla="*/ 765684263 w 273"/>
                  <a:gd name="T1" fmla="*/ 0 h 46"/>
                  <a:gd name="T2" fmla="*/ 381440387 w 273"/>
                  <a:gd name="T3" fmla="*/ 115927199 h 46"/>
                  <a:gd name="T4" fmla="*/ 0 w 273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46"/>
                  <a:gd name="T11" fmla="*/ 273 w 273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46">
                    <a:moveTo>
                      <a:pt x="273" y="0"/>
                    </a:moveTo>
                    <a:cubicBezTo>
                      <a:pt x="227" y="23"/>
                      <a:pt x="181" y="46"/>
                      <a:pt x="136" y="46"/>
                    </a:cubicBezTo>
                    <a:cubicBezTo>
                      <a:pt x="91" y="46"/>
                      <a:pt x="30" y="15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96102" tIns="48051" rIns="96102" bIns="48051"/>
              <a:lstStyle/>
              <a:p>
                <a:endParaRPr lang="ko-KR" altLang="en-US"/>
              </a:p>
            </p:txBody>
          </p:sp>
          <p:sp>
            <p:nvSpPr>
              <p:cNvPr id="357" name="Oval 567"/>
              <p:cNvSpPr>
                <a:spLocks noChangeArrowheads="1"/>
              </p:cNvSpPr>
              <p:nvPr/>
            </p:nvSpPr>
            <p:spPr bwMode="auto">
              <a:xfrm flipH="1">
                <a:off x="11207109" y="8618765"/>
                <a:ext cx="80094" cy="75088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 wrap="none" lIns="96102" tIns="48051" rIns="96102" bIns="48051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358" name="Line 109"/>
            <p:cNvSpPr>
              <a:spLocks noChangeShapeType="1"/>
            </p:cNvSpPr>
            <p:nvPr/>
          </p:nvSpPr>
          <p:spPr bwMode="auto">
            <a:xfrm flipH="1">
              <a:off x="1626144" y="4584701"/>
              <a:ext cx="382573" cy="840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 type="none" w="med" len="lg"/>
              <a:tailEnd type="arrow" w="med" len="med"/>
            </a:ln>
          </p:spPr>
          <p:txBody>
            <a:bodyPr lIns="71886" tIns="35943" rIns="71886" bIns="35943"/>
            <a:lstStyle/>
            <a:p>
              <a:endParaRPr lang="ko-KR" altLang="en-US"/>
            </a:p>
          </p:txBody>
        </p:sp>
        <p:sp>
          <p:nvSpPr>
            <p:cNvPr id="359" name="Line 128"/>
            <p:cNvSpPr>
              <a:spLocks noChangeShapeType="1"/>
            </p:cNvSpPr>
            <p:nvPr/>
          </p:nvSpPr>
          <p:spPr bwMode="auto">
            <a:xfrm flipV="1">
              <a:off x="2002430" y="4578352"/>
              <a:ext cx="6288" cy="1717278"/>
            </a:xfrm>
            <a:prstGeom prst="line">
              <a:avLst/>
            </a:prstGeom>
            <a:noFill/>
            <a:ln w="25400">
              <a:solidFill>
                <a:srgbClr val="FF6600"/>
              </a:solidFill>
              <a:round/>
              <a:headEnd type="oval" w="med" len="med"/>
              <a:tailEnd type="none" w="med" len="lg"/>
            </a:ln>
          </p:spPr>
          <p:txBody>
            <a:bodyPr lIns="71886" tIns="35943" rIns="71886" bIns="35943"/>
            <a:lstStyle/>
            <a:p>
              <a:endParaRPr lang="ko-KR" altLang="en-US"/>
            </a:p>
          </p:txBody>
        </p:sp>
        <p:sp>
          <p:nvSpPr>
            <p:cNvPr id="380" name="Rectangle 106"/>
            <p:cNvSpPr>
              <a:spLocks noChangeArrowheads="1"/>
            </p:cNvSpPr>
            <p:nvPr/>
          </p:nvSpPr>
          <p:spPr bwMode="auto">
            <a:xfrm>
              <a:off x="1741391" y="4395613"/>
              <a:ext cx="534551" cy="643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5745" tIns="47871" rIns="95745" bIns="47871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PA Audio TL</a:t>
              </a:r>
              <a:endParaRPr lang="ko-KR" altLang="ko-KR" dirty="0"/>
            </a:p>
          </p:txBody>
        </p:sp>
        <p:sp>
          <p:nvSpPr>
            <p:cNvPr id="381" name="Rectangle 106"/>
            <p:cNvSpPr>
              <a:spLocks noChangeArrowheads="1"/>
            </p:cNvSpPr>
            <p:nvPr/>
          </p:nvSpPr>
          <p:spPr bwMode="auto">
            <a:xfrm>
              <a:off x="1748143" y="4516771"/>
              <a:ext cx="534551" cy="643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5745" tIns="47871" rIns="95745" bIns="47871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Dual- tone TL</a:t>
              </a:r>
              <a:endParaRPr lang="ko-KR" altLang="ko-KR" dirty="0"/>
            </a:p>
          </p:txBody>
        </p:sp>
        <p:sp>
          <p:nvSpPr>
            <p:cNvPr id="382" name="Rectangle 106"/>
            <p:cNvSpPr>
              <a:spLocks noChangeArrowheads="1"/>
            </p:cNvSpPr>
            <p:nvPr/>
          </p:nvSpPr>
          <p:spPr bwMode="auto">
            <a:xfrm>
              <a:off x="1668383" y="4653139"/>
              <a:ext cx="534551" cy="6436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5745" tIns="47871" rIns="95745" bIns="47871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RS485 TL</a:t>
              </a:r>
              <a:endParaRPr lang="ko-KR" altLang="ko-KR" dirty="0"/>
            </a:p>
          </p:txBody>
        </p:sp>
        <p:sp>
          <p:nvSpPr>
            <p:cNvPr id="383" name="Line 195"/>
            <p:cNvSpPr>
              <a:spLocks noChangeShapeType="1"/>
            </p:cNvSpPr>
            <p:nvPr/>
          </p:nvSpPr>
          <p:spPr bwMode="auto">
            <a:xfrm flipH="1" flipV="1">
              <a:off x="1082051" y="2732875"/>
              <a:ext cx="132993" cy="54826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71886" tIns="35943" rIns="71886" bIns="35943"/>
            <a:lstStyle/>
            <a:p>
              <a:endParaRPr lang="ko-KR" altLang="en-US"/>
            </a:p>
          </p:txBody>
        </p:sp>
        <p:sp>
          <p:nvSpPr>
            <p:cNvPr id="384" name="Line 202"/>
            <p:cNvSpPr>
              <a:spLocks noChangeShapeType="1"/>
            </p:cNvSpPr>
            <p:nvPr/>
          </p:nvSpPr>
          <p:spPr bwMode="auto">
            <a:xfrm flipH="1" flipV="1">
              <a:off x="1070259" y="2249609"/>
              <a:ext cx="8789" cy="471820"/>
            </a:xfrm>
            <a:prstGeom prst="line">
              <a:avLst/>
            </a:prstGeom>
            <a:noFill/>
            <a:ln w="25400">
              <a:solidFill>
                <a:srgbClr val="008000"/>
              </a:solidFill>
              <a:round/>
              <a:headEnd/>
              <a:tailEnd/>
            </a:ln>
          </p:spPr>
          <p:txBody>
            <a:bodyPr lIns="71886" tIns="35943" rIns="71886" bIns="35943"/>
            <a:lstStyle/>
            <a:p>
              <a:endParaRPr lang="ko-KR" altLang="en-US"/>
            </a:p>
          </p:txBody>
        </p:sp>
        <p:sp>
          <p:nvSpPr>
            <p:cNvPr id="385" name="Rectangle 74"/>
            <p:cNvSpPr>
              <a:spLocks noChangeArrowheads="1"/>
            </p:cNvSpPr>
            <p:nvPr/>
          </p:nvSpPr>
          <p:spPr bwMode="auto">
            <a:xfrm>
              <a:off x="1642029" y="2817778"/>
              <a:ext cx="565542" cy="7032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95745" tIns="47871" rIns="95745" bIns="47871" anchor="ctr"/>
            <a:lstStyle/>
            <a:p>
              <a:pPr algn="ctr"/>
              <a:r>
                <a:rPr lang="en-US" altLang="ko-KR" sz="600" dirty="0">
                  <a:latin typeface="Arial" charset="0"/>
                </a:rPr>
                <a:t>RS485</a:t>
              </a:r>
              <a:endParaRPr lang="ko-KR" altLang="ko-KR" dirty="0"/>
            </a:p>
          </p:txBody>
        </p:sp>
        <p:sp>
          <p:nvSpPr>
            <p:cNvPr id="386" name="Rectangle 209"/>
            <p:cNvSpPr>
              <a:spLocks noChangeArrowheads="1"/>
            </p:cNvSpPr>
            <p:nvPr/>
          </p:nvSpPr>
          <p:spPr bwMode="auto">
            <a:xfrm flipH="1">
              <a:off x="1208585" y="2698634"/>
              <a:ext cx="234026" cy="288032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7541" tIns="63770" rIns="127541" bIns="63770" anchor="ctr"/>
            <a:lstStyle/>
            <a:p>
              <a:pPr algn="ctr"/>
              <a:r>
                <a:rPr lang="en-US" altLang="ko-KR" sz="600" dirty="0"/>
                <a:t>485</a:t>
              </a:r>
            </a:p>
            <a:p>
              <a:pPr algn="ctr"/>
              <a:r>
                <a:rPr lang="en-US" altLang="ko-KR" sz="600" dirty="0"/>
                <a:t>Card</a:t>
              </a:r>
              <a:endParaRPr lang="ko-KR" altLang="ko-KR" sz="600" dirty="0"/>
            </a:p>
          </p:txBody>
        </p:sp>
        <p:grpSp>
          <p:nvGrpSpPr>
            <p:cNvPr id="387" name="Group 454"/>
            <p:cNvGrpSpPr>
              <a:grpSpLocks/>
            </p:cNvGrpSpPr>
            <p:nvPr/>
          </p:nvGrpSpPr>
          <p:grpSpPr bwMode="auto">
            <a:xfrm>
              <a:off x="2344935" y="218941"/>
              <a:ext cx="1630771" cy="505351"/>
              <a:chOff x="2375" y="729"/>
              <a:chExt cx="1263" cy="424"/>
            </a:xfrm>
          </p:grpSpPr>
          <p:sp>
            <p:nvSpPr>
              <p:cNvPr id="388" name="Rectangle 22"/>
              <p:cNvSpPr>
                <a:spLocks noChangeArrowheads="1"/>
              </p:cNvSpPr>
              <p:nvPr/>
            </p:nvSpPr>
            <p:spPr bwMode="auto">
              <a:xfrm flipH="1">
                <a:off x="2375" y="745"/>
                <a:ext cx="690" cy="408"/>
              </a:xfrm>
              <a:prstGeom prst="rect">
                <a:avLst/>
              </a:prstGeom>
              <a:solidFill>
                <a:srgbClr val="FFFF99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89" tIns="60894" rIns="121789" bIns="60894" anchor="ctr"/>
              <a:lstStyle/>
              <a:p>
                <a:pPr algn="ctr"/>
                <a:r>
                  <a:rPr lang="en-US" altLang="ko-KR" sz="900" dirty="0">
                    <a:latin typeface="Arial" charset="0"/>
                  </a:rPr>
                  <a:t>Communication</a:t>
                </a:r>
              </a:p>
              <a:p>
                <a:pPr algn="ctr"/>
                <a:r>
                  <a:rPr lang="en-US" altLang="ko-KR" sz="900" dirty="0">
                    <a:latin typeface="Arial" charset="0"/>
                  </a:rPr>
                  <a:t>Control Head</a:t>
                </a:r>
                <a:endParaRPr lang="ko-KR" altLang="ko-KR" dirty="0"/>
              </a:p>
            </p:txBody>
          </p:sp>
          <p:sp>
            <p:nvSpPr>
              <p:cNvPr id="389" name="Rectangle 23"/>
              <p:cNvSpPr>
                <a:spLocks noChangeArrowheads="1"/>
              </p:cNvSpPr>
              <p:nvPr/>
            </p:nvSpPr>
            <p:spPr bwMode="auto">
              <a:xfrm>
                <a:off x="3081" y="729"/>
                <a:ext cx="542" cy="92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89" tIns="60894" rIns="121789" bIns="60894" anchor="ctr"/>
              <a:lstStyle/>
              <a:p>
                <a:pPr algn="ctr"/>
                <a:r>
                  <a:rPr lang="en-US" altLang="ko-KR" sz="900" dirty="0">
                    <a:latin typeface="Arial" charset="0"/>
                  </a:rPr>
                  <a:t>DC 37.5V</a:t>
                </a:r>
                <a:endParaRPr lang="ko-KR" altLang="ko-KR" dirty="0"/>
              </a:p>
            </p:txBody>
          </p:sp>
          <p:sp>
            <p:nvSpPr>
              <p:cNvPr id="390" name="Line 24"/>
              <p:cNvSpPr>
                <a:spLocks noChangeShapeType="1"/>
              </p:cNvSpPr>
              <p:nvPr/>
            </p:nvSpPr>
            <p:spPr bwMode="auto">
              <a:xfrm flipV="1">
                <a:off x="3065" y="836"/>
                <a:ext cx="499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 type="arrow" w="med" len="med"/>
                <a:tailEnd type="none" w="med" len="lg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91" name="Rectangle 27"/>
              <p:cNvSpPr>
                <a:spLocks noChangeArrowheads="1"/>
              </p:cNvSpPr>
              <p:nvPr/>
            </p:nvSpPr>
            <p:spPr bwMode="auto">
              <a:xfrm>
                <a:off x="3095" y="871"/>
                <a:ext cx="543" cy="91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89" tIns="60894" rIns="121789" bIns="60894" anchor="ctr"/>
              <a:lstStyle/>
              <a:p>
                <a:pPr algn="ctr"/>
                <a:r>
                  <a:rPr lang="en-US" altLang="ko-KR" sz="900" dirty="0">
                    <a:latin typeface="Arial" charset="0"/>
                  </a:rPr>
                  <a:t>ADDRESS</a:t>
                </a:r>
                <a:endParaRPr lang="ko-KR" altLang="ko-KR" dirty="0"/>
              </a:p>
            </p:txBody>
          </p:sp>
          <p:sp>
            <p:nvSpPr>
              <p:cNvPr id="392" name="Line 28"/>
              <p:cNvSpPr>
                <a:spLocks noChangeShapeType="1"/>
              </p:cNvSpPr>
              <p:nvPr/>
            </p:nvSpPr>
            <p:spPr bwMode="auto">
              <a:xfrm flipV="1">
                <a:off x="3065" y="972"/>
                <a:ext cx="499" cy="0"/>
              </a:xfrm>
              <a:prstGeom prst="line">
                <a:avLst/>
              </a:prstGeom>
              <a:noFill/>
              <a:ln w="25400">
                <a:solidFill>
                  <a:srgbClr val="FFCC00"/>
                </a:solidFill>
                <a:round/>
                <a:headEnd type="arrow" w="med" len="med"/>
                <a:tailEnd type="none" w="med" len="lg"/>
              </a:ln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393" name="Rectangle 47"/>
              <p:cNvSpPr>
                <a:spLocks noChangeArrowheads="1"/>
              </p:cNvSpPr>
              <p:nvPr/>
            </p:nvSpPr>
            <p:spPr bwMode="auto">
              <a:xfrm>
                <a:off x="3093" y="1028"/>
                <a:ext cx="544" cy="4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89" tIns="60894" rIns="121789" bIns="60894" anchor="ctr"/>
              <a:lstStyle/>
              <a:p>
                <a:pPr algn="ctr"/>
                <a:r>
                  <a:rPr lang="en-US" altLang="ko-KR" sz="900" dirty="0">
                    <a:latin typeface="Arial" charset="0"/>
                  </a:rPr>
                  <a:t>CAB ON</a:t>
                </a:r>
                <a:endParaRPr lang="ko-KR" altLang="ko-KR" dirty="0"/>
              </a:p>
            </p:txBody>
          </p:sp>
          <p:sp>
            <p:nvSpPr>
              <p:cNvPr id="394" name="Line 48"/>
              <p:cNvSpPr>
                <a:spLocks noChangeShapeType="1"/>
              </p:cNvSpPr>
              <p:nvPr/>
            </p:nvSpPr>
            <p:spPr bwMode="auto">
              <a:xfrm flipV="1">
                <a:off x="3065" y="1108"/>
                <a:ext cx="499" cy="0"/>
              </a:xfrm>
              <a:prstGeom prst="line">
                <a:avLst/>
              </a:prstGeom>
              <a:noFill/>
              <a:ln w="25400">
                <a:solidFill>
                  <a:srgbClr val="808000"/>
                </a:solidFill>
                <a:round/>
                <a:headEnd type="arrow" w="med" len="med"/>
                <a:tailEnd type="none" w="med" len="lg"/>
              </a:ln>
            </p:spPr>
            <p:txBody>
              <a:bodyPr/>
              <a:lstStyle/>
              <a:p>
                <a:endParaRPr lang="ko-KR" altLang="en-US"/>
              </a:p>
            </p:txBody>
          </p:sp>
        </p:grpSp>
        <p:sp>
          <p:nvSpPr>
            <p:cNvPr id="396" name="Rectangle 396"/>
            <p:cNvSpPr>
              <a:spLocks noChangeArrowheads="1"/>
            </p:cNvSpPr>
            <p:nvPr/>
          </p:nvSpPr>
          <p:spPr bwMode="auto">
            <a:xfrm flipV="1">
              <a:off x="2724182" y="960155"/>
              <a:ext cx="835715" cy="381397"/>
            </a:xfrm>
            <a:prstGeom prst="rect">
              <a:avLst/>
            </a:prstGeom>
            <a:solidFill>
              <a:srgbClr val="C0C0C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lIns="178579" tIns="89289" rIns="178579" bIns="89289" anchor="ctr"/>
            <a:lstStyle/>
            <a:p>
              <a:pPr algn="ctr"/>
              <a:endParaRPr lang="ko-KR" altLang="ko-KR"/>
            </a:p>
          </p:txBody>
        </p:sp>
        <p:sp>
          <p:nvSpPr>
            <p:cNvPr id="397" name="Rectangle 402" descr="좁은 눈금"/>
            <p:cNvSpPr>
              <a:spLocks noChangeArrowheads="1"/>
            </p:cNvSpPr>
            <p:nvPr/>
          </p:nvSpPr>
          <p:spPr bwMode="auto">
            <a:xfrm flipV="1">
              <a:off x="2755563" y="1014982"/>
              <a:ext cx="774316" cy="278896"/>
            </a:xfrm>
            <a:prstGeom prst="rect">
              <a:avLst/>
            </a:prstGeom>
            <a:pattFill prst="smGrid">
              <a:fgClr>
                <a:schemeClr val="tx1">
                  <a:alpha val="50195"/>
                </a:schemeClr>
              </a:fgClr>
              <a:bgClr>
                <a:srgbClr val="FFCC00">
                  <a:alpha val="50195"/>
                </a:srgbClr>
              </a:bgClr>
            </a:patt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lIns="178579" tIns="89289" rIns="178579" bIns="89289" anchor="ctr"/>
            <a:lstStyle/>
            <a:p>
              <a:pPr algn="ctr"/>
              <a:r>
                <a:rPr lang="en-US" altLang="ko-KR" dirty="0" smtClean="0"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FDI</a:t>
              </a:r>
              <a:endParaRPr lang="ko-KR" altLang="ko-KR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399" name="Rectangle 370"/>
            <p:cNvSpPr>
              <a:spLocks noChangeArrowheads="1"/>
            </p:cNvSpPr>
            <p:nvPr/>
          </p:nvSpPr>
          <p:spPr bwMode="auto">
            <a:xfrm flipV="1">
              <a:off x="7070380" y="3789041"/>
              <a:ext cx="1253571" cy="164479"/>
            </a:xfrm>
            <a:prstGeom prst="rect">
              <a:avLst/>
            </a:prstGeom>
            <a:solidFill>
              <a:srgbClr val="C0C0C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lIns="178579" tIns="89289" rIns="178579" bIns="89289" anchor="ctr"/>
            <a:lstStyle/>
            <a:p>
              <a:pPr algn="ctr"/>
              <a:endParaRPr lang="ko-KR" altLang="ko-KR"/>
            </a:p>
          </p:txBody>
        </p:sp>
        <p:sp>
          <p:nvSpPr>
            <p:cNvPr id="400" name="Rectangle 383" descr="좁은 눈금"/>
            <p:cNvSpPr>
              <a:spLocks noChangeArrowheads="1"/>
            </p:cNvSpPr>
            <p:nvPr/>
          </p:nvSpPr>
          <p:spPr bwMode="auto">
            <a:xfrm flipV="1">
              <a:off x="7126031" y="3817646"/>
              <a:ext cx="1155475" cy="107268"/>
            </a:xfrm>
            <a:prstGeom prst="rect">
              <a:avLst/>
            </a:prstGeom>
            <a:pattFill prst="smGrid">
              <a:fgClr>
                <a:schemeClr val="tx1">
                  <a:alpha val="50195"/>
                </a:schemeClr>
              </a:fgClr>
              <a:bgClr>
                <a:srgbClr val="FFCC00">
                  <a:alpha val="50195"/>
                </a:srgbClr>
              </a:bgClr>
            </a:patt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lIns="178579" tIns="89289" rIns="178579" bIns="89289" anchor="ctr"/>
            <a:lstStyle/>
            <a:p>
              <a:pPr algn="ctr"/>
              <a:r>
                <a:rPr lang="en-US" altLang="ko-KR" sz="900" b="1" dirty="0"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PII</a:t>
              </a:r>
              <a:endParaRPr lang="ko-KR" altLang="ko-KR" sz="900" b="1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402" name="Rectangle 384"/>
            <p:cNvSpPr>
              <a:spLocks noChangeArrowheads="1"/>
            </p:cNvSpPr>
            <p:nvPr/>
          </p:nvSpPr>
          <p:spPr bwMode="auto">
            <a:xfrm flipV="1">
              <a:off x="5844654" y="1114459"/>
              <a:ext cx="1114285" cy="219303"/>
            </a:xfrm>
            <a:prstGeom prst="rect">
              <a:avLst/>
            </a:prstGeom>
            <a:solidFill>
              <a:srgbClr val="C0C0C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lIns="178579" tIns="89289" rIns="178579" bIns="89289" anchor="ctr"/>
            <a:lstStyle/>
            <a:p>
              <a:pPr algn="ctr"/>
              <a:endParaRPr lang="ko-KR" altLang="ko-KR"/>
            </a:p>
          </p:txBody>
        </p:sp>
        <p:sp>
          <p:nvSpPr>
            <p:cNvPr id="403" name="Rectangle 391" descr="좁은 눈금"/>
            <p:cNvSpPr>
              <a:spLocks noChangeArrowheads="1"/>
            </p:cNvSpPr>
            <p:nvPr/>
          </p:nvSpPr>
          <p:spPr bwMode="auto">
            <a:xfrm flipV="1">
              <a:off x="5886494" y="1154983"/>
              <a:ext cx="1032420" cy="131105"/>
            </a:xfrm>
            <a:prstGeom prst="rect">
              <a:avLst/>
            </a:prstGeom>
            <a:pattFill prst="smGrid">
              <a:fgClr>
                <a:schemeClr val="tx1">
                  <a:alpha val="50195"/>
                </a:schemeClr>
              </a:fgClr>
              <a:bgClr>
                <a:srgbClr val="FFCC00">
                  <a:alpha val="50195"/>
                </a:srgbClr>
              </a:bgClr>
            </a:patt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lIns="178579" tIns="89289" rIns="178579" bIns="89289" anchor="ctr"/>
            <a:lstStyle/>
            <a:p>
              <a:pPr algn="ctr"/>
              <a:r>
                <a:rPr lang="en-US" altLang="ko-KR" sz="1000" b="1" dirty="0"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SDI</a:t>
              </a:r>
              <a:endParaRPr lang="ko-KR" altLang="ko-KR" sz="1000" b="1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449" name="Rectangle 370"/>
            <p:cNvSpPr>
              <a:spLocks noChangeArrowheads="1"/>
            </p:cNvSpPr>
            <p:nvPr/>
          </p:nvSpPr>
          <p:spPr bwMode="auto">
            <a:xfrm flipV="1">
              <a:off x="4117195" y="1165892"/>
              <a:ext cx="1253571" cy="164479"/>
            </a:xfrm>
            <a:prstGeom prst="rect">
              <a:avLst/>
            </a:prstGeom>
            <a:solidFill>
              <a:srgbClr val="C0C0C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lIns="178579" tIns="89289" rIns="178579" bIns="89289" anchor="ctr"/>
            <a:lstStyle/>
            <a:p>
              <a:pPr algn="ctr"/>
              <a:endParaRPr lang="ko-KR" altLang="ko-KR"/>
            </a:p>
          </p:txBody>
        </p:sp>
        <p:sp>
          <p:nvSpPr>
            <p:cNvPr id="450" name="Rectangle 383" descr="좁은 눈금"/>
            <p:cNvSpPr>
              <a:spLocks noChangeArrowheads="1"/>
            </p:cNvSpPr>
            <p:nvPr/>
          </p:nvSpPr>
          <p:spPr bwMode="auto">
            <a:xfrm flipV="1">
              <a:off x="4172845" y="1194498"/>
              <a:ext cx="1155475" cy="107268"/>
            </a:xfrm>
            <a:prstGeom prst="rect">
              <a:avLst/>
            </a:prstGeom>
            <a:pattFill prst="smGrid">
              <a:fgClr>
                <a:schemeClr val="tx1">
                  <a:alpha val="50195"/>
                </a:schemeClr>
              </a:fgClr>
              <a:bgClr>
                <a:srgbClr val="FFCC00">
                  <a:alpha val="50195"/>
                </a:srgbClr>
              </a:bgClr>
            </a:patt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lIns="178579" tIns="89289" rIns="178579" bIns="89289" anchor="ctr"/>
            <a:lstStyle/>
            <a:p>
              <a:pPr algn="ctr"/>
              <a:r>
                <a:rPr lang="en-US" altLang="ko-KR" sz="900" b="1" dirty="0"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PII</a:t>
              </a:r>
              <a:endParaRPr lang="ko-KR" altLang="ko-KR" sz="900" b="1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452" name="Rectangle 384"/>
            <p:cNvSpPr>
              <a:spLocks noChangeArrowheads="1"/>
            </p:cNvSpPr>
            <p:nvPr/>
          </p:nvSpPr>
          <p:spPr bwMode="auto">
            <a:xfrm flipV="1">
              <a:off x="7293263" y="1114459"/>
              <a:ext cx="1114285" cy="219303"/>
            </a:xfrm>
            <a:prstGeom prst="rect">
              <a:avLst/>
            </a:prstGeom>
            <a:solidFill>
              <a:srgbClr val="C0C0C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lIns="178579" tIns="89289" rIns="178579" bIns="89289" anchor="ctr"/>
            <a:lstStyle/>
            <a:p>
              <a:pPr algn="ctr"/>
              <a:endParaRPr lang="ko-KR" altLang="ko-KR"/>
            </a:p>
          </p:txBody>
        </p:sp>
        <p:sp>
          <p:nvSpPr>
            <p:cNvPr id="453" name="Rectangle 391" descr="좁은 눈금"/>
            <p:cNvSpPr>
              <a:spLocks noChangeArrowheads="1"/>
            </p:cNvSpPr>
            <p:nvPr/>
          </p:nvSpPr>
          <p:spPr bwMode="auto">
            <a:xfrm flipV="1">
              <a:off x="7335102" y="1154983"/>
              <a:ext cx="1032420" cy="131105"/>
            </a:xfrm>
            <a:prstGeom prst="rect">
              <a:avLst/>
            </a:prstGeom>
            <a:pattFill prst="smGrid">
              <a:fgClr>
                <a:schemeClr val="tx1">
                  <a:alpha val="50195"/>
                </a:schemeClr>
              </a:fgClr>
              <a:bgClr>
                <a:srgbClr val="FFCC00">
                  <a:alpha val="50195"/>
                </a:srgbClr>
              </a:bgClr>
            </a:patt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lIns="178579" tIns="89289" rIns="178579" bIns="89289" anchor="ctr"/>
            <a:lstStyle/>
            <a:p>
              <a:pPr algn="ctr"/>
              <a:r>
                <a:rPr lang="en-US" altLang="ko-KR" sz="1000" b="1" dirty="0"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SDI</a:t>
              </a:r>
              <a:endParaRPr lang="ko-KR" altLang="ko-KR" sz="1000" b="1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455" name="Rectangle 384"/>
            <p:cNvSpPr>
              <a:spLocks noChangeArrowheads="1"/>
            </p:cNvSpPr>
            <p:nvPr/>
          </p:nvSpPr>
          <p:spPr bwMode="auto">
            <a:xfrm flipV="1">
              <a:off x="3950034" y="4149082"/>
              <a:ext cx="1114285" cy="219303"/>
            </a:xfrm>
            <a:prstGeom prst="rect">
              <a:avLst/>
            </a:prstGeom>
            <a:solidFill>
              <a:srgbClr val="C0C0C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lIns="178579" tIns="89289" rIns="178579" bIns="89289" anchor="ctr"/>
            <a:lstStyle/>
            <a:p>
              <a:pPr algn="ctr"/>
              <a:endParaRPr lang="ko-KR" altLang="ko-KR"/>
            </a:p>
          </p:txBody>
        </p:sp>
        <p:sp>
          <p:nvSpPr>
            <p:cNvPr id="456" name="Rectangle 391" descr="좁은 눈금"/>
            <p:cNvSpPr>
              <a:spLocks noChangeArrowheads="1"/>
            </p:cNvSpPr>
            <p:nvPr/>
          </p:nvSpPr>
          <p:spPr bwMode="auto">
            <a:xfrm flipV="1">
              <a:off x="3991874" y="4189605"/>
              <a:ext cx="1032420" cy="131105"/>
            </a:xfrm>
            <a:prstGeom prst="rect">
              <a:avLst/>
            </a:prstGeom>
            <a:pattFill prst="smGrid">
              <a:fgClr>
                <a:schemeClr val="tx1">
                  <a:alpha val="50195"/>
                </a:schemeClr>
              </a:fgClr>
              <a:bgClr>
                <a:srgbClr val="FFCC00">
                  <a:alpha val="50195"/>
                </a:srgbClr>
              </a:bgClr>
            </a:patt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lIns="178579" tIns="89289" rIns="178579" bIns="89289" anchor="ctr"/>
            <a:lstStyle/>
            <a:p>
              <a:pPr algn="ctr"/>
              <a:r>
                <a:rPr lang="en-US" altLang="ko-KR" sz="1000" b="1" dirty="0"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SDI</a:t>
              </a:r>
              <a:endParaRPr lang="ko-KR" altLang="ko-KR" sz="1000" b="1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sp>
          <p:nvSpPr>
            <p:cNvPr id="458" name="Rectangle 384"/>
            <p:cNvSpPr>
              <a:spLocks noChangeArrowheads="1"/>
            </p:cNvSpPr>
            <p:nvPr/>
          </p:nvSpPr>
          <p:spPr bwMode="auto">
            <a:xfrm flipV="1">
              <a:off x="5677369" y="4149082"/>
              <a:ext cx="1114285" cy="219303"/>
            </a:xfrm>
            <a:prstGeom prst="rect">
              <a:avLst/>
            </a:prstGeom>
            <a:solidFill>
              <a:srgbClr val="C0C0C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lIns="178579" tIns="89289" rIns="178579" bIns="89289" anchor="ctr"/>
            <a:lstStyle/>
            <a:p>
              <a:pPr algn="ctr"/>
              <a:endParaRPr lang="ko-KR" altLang="ko-KR"/>
            </a:p>
          </p:txBody>
        </p:sp>
        <p:sp>
          <p:nvSpPr>
            <p:cNvPr id="459" name="Rectangle 391" descr="좁은 눈금"/>
            <p:cNvSpPr>
              <a:spLocks noChangeArrowheads="1"/>
            </p:cNvSpPr>
            <p:nvPr/>
          </p:nvSpPr>
          <p:spPr bwMode="auto">
            <a:xfrm flipV="1">
              <a:off x="5719210" y="4189605"/>
              <a:ext cx="1032420" cy="131105"/>
            </a:xfrm>
            <a:prstGeom prst="rect">
              <a:avLst/>
            </a:prstGeom>
            <a:pattFill prst="smGrid">
              <a:fgClr>
                <a:schemeClr val="tx1">
                  <a:alpha val="50195"/>
                </a:schemeClr>
              </a:fgClr>
              <a:bgClr>
                <a:srgbClr val="FFCC00">
                  <a:alpha val="50195"/>
                </a:srgbClr>
              </a:bgClr>
            </a:patt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rot="10800000" wrap="none" lIns="178579" tIns="89289" rIns="178579" bIns="89289" anchor="ctr"/>
            <a:lstStyle/>
            <a:p>
              <a:pPr algn="ctr"/>
              <a:r>
                <a:rPr lang="en-US" altLang="ko-KR" sz="1000" b="1" dirty="0"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SDI</a:t>
              </a:r>
              <a:endParaRPr lang="ko-KR" altLang="ko-KR" sz="1000" b="1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endParaRPr>
            </a:p>
          </p:txBody>
        </p:sp>
        <p:cxnSp>
          <p:nvCxnSpPr>
            <p:cNvPr id="485" name="직선 연결선 484"/>
            <p:cNvCxnSpPr>
              <a:stCxn id="91" idx="1"/>
            </p:cNvCxnSpPr>
            <p:nvPr/>
          </p:nvCxnSpPr>
          <p:spPr>
            <a:xfrm rot="16200000" flipH="1">
              <a:off x="2176151" y="2165176"/>
              <a:ext cx="977976" cy="6644"/>
            </a:xfrm>
            <a:prstGeom prst="line">
              <a:avLst/>
            </a:prstGeom>
            <a:ln w="28575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7" name="직선 연결선 486"/>
            <p:cNvCxnSpPr/>
            <p:nvPr/>
          </p:nvCxnSpPr>
          <p:spPr>
            <a:xfrm flipV="1">
              <a:off x="2668462" y="2653393"/>
              <a:ext cx="611428" cy="4094"/>
            </a:xfrm>
            <a:prstGeom prst="line">
              <a:avLst/>
            </a:prstGeom>
            <a:ln w="28575">
              <a:solidFill>
                <a:srgbClr val="0000FF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1" name="Line 420"/>
            <p:cNvSpPr>
              <a:spLocks noChangeShapeType="1"/>
            </p:cNvSpPr>
            <p:nvPr/>
          </p:nvSpPr>
          <p:spPr bwMode="auto">
            <a:xfrm flipH="1">
              <a:off x="3281387" y="3151484"/>
              <a:ext cx="117498" cy="907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 lIns="68398" tIns="34199" rIns="68398" bIns="34199"/>
            <a:lstStyle/>
            <a:p>
              <a:endParaRPr lang="ko-KR" altLang="en-US"/>
            </a:p>
          </p:txBody>
        </p:sp>
        <p:sp>
          <p:nvSpPr>
            <p:cNvPr id="492" name="Line 421"/>
            <p:cNvSpPr>
              <a:spLocks noChangeShapeType="1"/>
            </p:cNvSpPr>
            <p:nvPr/>
          </p:nvSpPr>
          <p:spPr bwMode="auto">
            <a:xfrm flipH="1">
              <a:off x="3281387" y="2656796"/>
              <a:ext cx="2188" cy="495596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 lIns="68398" tIns="34199" rIns="68398" bIns="34199"/>
            <a:lstStyle/>
            <a:p>
              <a:endParaRPr lang="ko-KR" altLang="en-US"/>
            </a:p>
          </p:txBody>
        </p:sp>
        <p:sp>
          <p:nvSpPr>
            <p:cNvPr id="493" name="Line 422"/>
            <p:cNvSpPr>
              <a:spLocks noChangeShapeType="1"/>
            </p:cNvSpPr>
            <p:nvPr/>
          </p:nvSpPr>
          <p:spPr bwMode="auto">
            <a:xfrm flipH="1">
              <a:off x="3398886" y="2656796"/>
              <a:ext cx="2617" cy="495596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 lIns="68398" tIns="34199" rIns="68398" bIns="34199"/>
            <a:lstStyle/>
            <a:p>
              <a:endParaRPr lang="ko-KR" altLang="en-US"/>
            </a:p>
          </p:txBody>
        </p:sp>
        <p:sp>
          <p:nvSpPr>
            <p:cNvPr id="495" name="Line 420"/>
            <p:cNvSpPr>
              <a:spLocks noChangeShapeType="1"/>
            </p:cNvSpPr>
            <p:nvPr/>
          </p:nvSpPr>
          <p:spPr bwMode="auto">
            <a:xfrm rot="10800000" flipH="1">
              <a:off x="3838592" y="2372696"/>
              <a:ext cx="117498" cy="907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 lIns="68398" tIns="34199" rIns="68398" bIns="34199"/>
            <a:lstStyle/>
            <a:p>
              <a:endParaRPr lang="ko-KR" altLang="en-US"/>
            </a:p>
          </p:txBody>
        </p:sp>
        <p:sp>
          <p:nvSpPr>
            <p:cNvPr id="496" name="Line 421"/>
            <p:cNvSpPr>
              <a:spLocks noChangeShapeType="1"/>
            </p:cNvSpPr>
            <p:nvPr/>
          </p:nvSpPr>
          <p:spPr bwMode="auto">
            <a:xfrm rot="10800000" flipH="1">
              <a:off x="3950607" y="2372695"/>
              <a:ext cx="5482" cy="290904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 lIns="68398" tIns="34199" rIns="68398" bIns="34199"/>
            <a:lstStyle/>
            <a:p>
              <a:endParaRPr lang="ko-KR" altLang="en-US"/>
            </a:p>
          </p:txBody>
        </p:sp>
        <p:sp>
          <p:nvSpPr>
            <p:cNvPr id="497" name="Line 422"/>
            <p:cNvSpPr>
              <a:spLocks noChangeShapeType="1"/>
            </p:cNvSpPr>
            <p:nvPr/>
          </p:nvSpPr>
          <p:spPr bwMode="auto">
            <a:xfrm rot="10800000">
              <a:off x="3838591" y="2372694"/>
              <a:ext cx="5144" cy="297709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 lIns="68398" tIns="34199" rIns="68398" bIns="34199"/>
            <a:lstStyle/>
            <a:p>
              <a:endParaRPr lang="ko-KR" altLang="en-US"/>
            </a:p>
          </p:txBody>
        </p:sp>
        <p:sp>
          <p:nvSpPr>
            <p:cNvPr id="499" name="Line 420"/>
            <p:cNvSpPr>
              <a:spLocks noChangeShapeType="1"/>
            </p:cNvSpPr>
            <p:nvPr/>
          </p:nvSpPr>
          <p:spPr bwMode="auto">
            <a:xfrm flipH="1">
              <a:off x="4785841" y="3151484"/>
              <a:ext cx="117498" cy="907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 lIns="68398" tIns="34199" rIns="68398" bIns="34199"/>
            <a:lstStyle/>
            <a:p>
              <a:endParaRPr lang="ko-KR" altLang="en-US"/>
            </a:p>
          </p:txBody>
        </p:sp>
        <p:sp>
          <p:nvSpPr>
            <p:cNvPr id="500" name="Line 421"/>
            <p:cNvSpPr>
              <a:spLocks noChangeShapeType="1"/>
            </p:cNvSpPr>
            <p:nvPr/>
          </p:nvSpPr>
          <p:spPr bwMode="auto">
            <a:xfrm flipH="1">
              <a:off x="4785840" y="2656796"/>
              <a:ext cx="12380" cy="495596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 lIns="68398" tIns="34199" rIns="68398" bIns="34199"/>
            <a:lstStyle/>
            <a:p>
              <a:endParaRPr lang="ko-KR" altLang="en-US"/>
            </a:p>
          </p:txBody>
        </p:sp>
        <p:sp>
          <p:nvSpPr>
            <p:cNvPr id="501" name="Line 422"/>
            <p:cNvSpPr>
              <a:spLocks noChangeShapeType="1"/>
            </p:cNvSpPr>
            <p:nvPr/>
          </p:nvSpPr>
          <p:spPr bwMode="auto">
            <a:xfrm flipH="1">
              <a:off x="4903337" y="2653394"/>
              <a:ext cx="16496" cy="498999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 lIns="68398" tIns="34199" rIns="68398" bIns="34199"/>
            <a:lstStyle/>
            <a:p>
              <a:endParaRPr lang="ko-KR" altLang="en-US"/>
            </a:p>
          </p:txBody>
        </p:sp>
        <p:sp>
          <p:nvSpPr>
            <p:cNvPr id="503" name="Line 420"/>
            <p:cNvSpPr>
              <a:spLocks noChangeShapeType="1"/>
            </p:cNvSpPr>
            <p:nvPr/>
          </p:nvSpPr>
          <p:spPr bwMode="auto">
            <a:xfrm rot="10800000" flipH="1">
              <a:off x="5361624" y="2372180"/>
              <a:ext cx="117498" cy="907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 lIns="68398" tIns="34199" rIns="68398" bIns="34199"/>
            <a:lstStyle/>
            <a:p>
              <a:endParaRPr lang="ko-KR" altLang="en-US"/>
            </a:p>
          </p:txBody>
        </p:sp>
        <p:sp>
          <p:nvSpPr>
            <p:cNvPr id="504" name="Line 421"/>
            <p:cNvSpPr>
              <a:spLocks noChangeShapeType="1"/>
            </p:cNvSpPr>
            <p:nvPr/>
          </p:nvSpPr>
          <p:spPr bwMode="auto">
            <a:xfrm rot="10800000" flipH="1">
              <a:off x="5476309" y="2372180"/>
              <a:ext cx="2814" cy="277813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 lIns="68398" tIns="34199" rIns="68398" bIns="34199"/>
            <a:lstStyle/>
            <a:p>
              <a:endParaRPr lang="ko-KR" altLang="en-US"/>
            </a:p>
          </p:txBody>
        </p:sp>
        <p:sp>
          <p:nvSpPr>
            <p:cNvPr id="505" name="Line 422"/>
            <p:cNvSpPr>
              <a:spLocks noChangeShapeType="1"/>
            </p:cNvSpPr>
            <p:nvPr/>
          </p:nvSpPr>
          <p:spPr bwMode="auto">
            <a:xfrm rot="10800000" flipH="1">
              <a:off x="5358381" y="2372178"/>
              <a:ext cx="3244" cy="284616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 lIns="68398" tIns="34199" rIns="68398" bIns="34199"/>
            <a:lstStyle/>
            <a:p>
              <a:endParaRPr lang="ko-KR" altLang="en-US"/>
            </a:p>
          </p:txBody>
        </p:sp>
        <p:sp>
          <p:nvSpPr>
            <p:cNvPr id="507" name="Line 420"/>
            <p:cNvSpPr>
              <a:spLocks noChangeShapeType="1"/>
            </p:cNvSpPr>
            <p:nvPr/>
          </p:nvSpPr>
          <p:spPr bwMode="auto">
            <a:xfrm flipH="1">
              <a:off x="6295466" y="3151484"/>
              <a:ext cx="117498" cy="907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 lIns="68398" tIns="34199" rIns="68398" bIns="34199"/>
            <a:lstStyle/>
            <a:p>
              <a:endParaRPr lang="ko-KR" altLang="en-US"/>
            </a:p>
          </p:txBody>
        </p:sp>
        <p:sp>
          <p:nvSpPr>
            <p:cNvPr id="508" name="Line 421"/>
            <p:cNvSpPr>
              <a:spLocks noChangeShapeType="1"/>
            </p:cNvSpPr>
            <p:nvPr/>
          </p:nvSpPr>
          <p:spPr bwMode="auto">
            <a:xfrm>
              <a:off x="6290753" y="2656796"/>
              <a:ext cx="4713" cy="495596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 lIns="68398" tIns="34199" rIns="68398" bIns="34199"/>
            <a:lstStyle/>
            <a:p>
              <a:endParaRPr lang="ko-KR" altLang="en-US"/>
            </a:p>
          </p:txBody>
        </p:sp>
        <p:sp>
          <p:nvSpPr>
            <p:cNvPr id="509" name="Line 422"/>
            <p:cNvSpPr>
              <a:spLocks noChangeShapeType="1"/>
            </p:cNvSpPr>
            <p:nvPr/>
          </p:nvSpPr>
          <p:spPr bwMode="auto">
            <a:xfrm flipH="1">
              <a:off x="6412964" y="2653394"/>
              <a:ext cx="3088" cy="498999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/>
            </a:ln>
          </p:spPr>
          <p:txBody>
            <a:bodyPr lIns="68398" tIns="34199" rIns="68398" bIns="34199"/>
            <a:lstStyle/>
            <a:p>
              <a:endParaRPr lang="ko-KR" altLang="en-US"/>
            </a:p>
          </p:txBody>
        </p:sp>
        <p:cxnSp>
          <p:nvCxnSpPr>
            <p:cNvPr id="535" name="직선 연결선 534"/>
            <p:cNvCxnSpPr/>
            <p:nvPr/>
          </p:nvCxnSpPr>
          <p:spPr>
            <a:xfrm>
              <a:off x="3392828" y="2661582"/>
              <a:ext cx="447223" cy="2019"/>
            </a:xfrm>
            <a:prstGeom prst="line">
              <a:avLst/>
            </a:prstGeom>
            <a:ln w="28575">
              <a:solidFill>
                <a:srgbClr val="0000FF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8" name="직선 연결선 537"/>
            <p:cNvCxnSpPr/>
            <p:nvPr/>
          </p:nvCxnSpPr>
          <p:spPr>
            <a:xfrm flipV="1">
              <a:off x="3942951" y="2657928"/>
              <a:ext cx="870011" cy="2149"/>
            </a:xfrm>
            <a:prstGeom prst="line">
              <a:avLst/>
            </a:prstGeom>
            <a:ln w="28575">
              <a:solidFill>
                <a:srgbClr val="0000FF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1" name="직선 연결선 540"/>
            <p:cNvCxnSpPr/>
            <p:nvPr/>
          </p:nvCxnSpPr>
          <p:spPr>
            <a:xfrm>
              <a:off x="4923519" y="2653393"/>
              <a:ext cx="442231" cy="3402"/>
            </a:xfrm>
            <a:prstGeom prst="line">
              <a:avLst/>
            </a:prstGeom>
            <a:ln w="28575">
              <a:solidFill>
                <a:srgbClr val="0000FF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9" name="직선 연결선 548"/>
            <p:cNvCxnSpPr/>
            <p:nvPr/>
          </p:nvCxnSpPr>
          <p:spPr>
            <a:xfrm>
              <a:off x="5465253" y="2648365"/>
              <a:ext cx="825500" cy="8430"/>
            </a:xfrm>
            <a:prstGeom prst="line">
              <a:avLst/>
            </a:prstGeom>
            <a:ln w="28575">
              <a:solidFill>
                <a:srgbClr val="0000FF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6" name="직선 연결선 555"/>
            <p:cNvCxnSpPr/>
            <p:nvPr/>
          </p:nvCxnSpPr>
          <p:spPr>
            <a:xfrm>
              <a:off x="6412964" y="2662466"/>
              <a:ext cx="1907145" cy="0"/>
            </a:xfrm>
            <a:prstGeom prst="line">
              <a:avLst/>
            </a:prstGeom>
            <a:ln w="28575">
              <a:solidFill>
                <a:srgbClr val="0000FF"/>
              </a:solidFill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직선 연결선 561"/>
            <p:cNvCxnSpPr/>
            <p:nvPr/>
          </p:nvCxnSpPr>
          <p:spPr>
            <a:xfrm rot="5400000" flipH="1" flipV="1">
              <a:off x="2171285" y="2066963"/>
              <a:ext cx="1431018" cy="4914"/>
            </a:xfrm>
            <a:prstGeom prst="line">
              <a:avLst/>
            </a:prstGeom>
            <a:ln w="28575">
              <a:solidFill>
                <a:srgbClr val="008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6" name="직선 연결선 565"/>
            <p:cNvCxnSpPr/>
            <p:nvPr/>
          </p:nvCxnSpPr>
          <p:spPr>
            <a:xfrm rot="5400000" flipH="1" flipV="1">
              <a:off x="7297667" y="2073873"/>
              <a:ext cx="1448806" cy="8888"/>
            </a:xfrm>
            <a:prstGeom prst="line">
              <a:avLst/>
            </a:prstGeom>
            <a:ln w="28575">
              <a:solidFill>
                <a:srgbClr val="008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7" name="직선 연결선 566"/>
            <p:cNvCxnSpPr/>
            <p:nvPr/>
          </p:nvCxnSpPr>
          <p:spPr>
            <a:xfrm rot="16200000" flipV="1">
              <a:off x="5954248" y="2077373"/>
              <a:ext cx="1449551" cy="2629"/>
            </a:xfrm>
            <a:prstGeom prst="line">
              <a:avLst/>
            </a:prstGeom>
            <a:ln w="28575">
              <a:solidFill>
                <a:srgbClr val="008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8" name="직선 연결선 567"/>
            <p:cNvCxnSpPr/>
            <p:nvPr/>
          </p:nvCxnSpPr>
          <p:spPr>
            <a:xfrm rot="5400000" flipH="1" flipV="1">
              <a:off x="4451455" y="2073430"/>
              <a:ext cx="1449551" cy="10518"/>
            </a:xfrm>
            <a:prstGeom prst="line">
              <a:avLst/>
            </a:prstGeom>
            <a:ln w="28575">
              <a:solidFill>
                <a:srgbClr val="008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1" name="직선 연결선 570"/>
            <p:cNvCxnSpPr/>
            <p:nvPr/>
          </p:nvCxnSpPr>
          <p:spPr>
            <a:xfrm rot="5400000">
              <a:off x="3946460" y="3526877"/>
              <a:ext cx="1228718" cy="4281"/>
            </a:xfrm>
            <a:prstGeom prst="line">
              <a:avLst/>
            </a:prstGeom>
            <a:ln w="28575">
              <a:solidFill>
                <a:srgbClr val="008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2" name="직선 연결선 571"/>
            <p:cNvCxnSpPr/>
            <p:nvPr/>
          </p:nvCxnSpPr>
          <p:spPr>
            <a:xfrm rot="5400000">
              <a:off x="5451584" y="3527548"/>
              <a:ext cx="1228718" cy="2937"/>
            </a:xfrm>
            <a:prstGeom prst="line">
              <a:avLst/>
            </a:prstGeom>
            <a:ln w="28575">
              <a:solidFill>
                <a:srgbClr val="008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3" name="직선 연결선 572"/>
            <p:cNvCxnSpPr/>
            <p:nvPr/>
          </p:nvCxnSpPr>
          <p:spPr>
            <a:xfrm rot="5400000">
              <a:off x="7078400" y="3351846"/>
              <a:ext cx="874932" cy="558"/>
            </a:xfrm>
            <a:prstGeom prst="line">
              <a:avLst/>
            </a:prstGeom>
            <a:ln w="28575">
              <a:solidFill>
                <a:srgbClr val="008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96" name="그룹 595"/>
            <p:cNvGrpSpPr/>
            <p:nvPr/>
          </p:nvGrpSpPr>
          <p:grpSpPr>
            <a:xfrm>
              <a:off x="3392830" y="718044"/>
              <a:ext cx="570704" cy="270619"/>
              <a:chOff x="4384576" y="1005260"/>
              <a:chExt cx="737527" cy="378866"/>
            </a:xfrm>
          </p:grpSpPr>
          <p:sp>
            <p:nvSpPr>
              <p:cNvPr id="593" name="Rectangle 361"/>
              <p:cNvSpPr>
                <a:spLocks noChangeArrowheads="1"/>
              </p:cNvSpPr>
              <p:nvPr/>
            </p:nvSpPr>
            <p:spPr bwMode="auto">
              <a:xfrm rot="10800000" flipV="1">
                <a:off x="4384576" y="1005260"/>
                <a:ext cx="737527" cy="14683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70505" tIns="85252" rIns="170505" bIns="85252" anchor="ctr"/>
              <a:lstStyle/>
              <a:p>
                <a:pPr algn="ctr"/>
                <a:r>
                  <a:rPr lang="en-US" altLang="ko-KR" sz="900" dirty="0">
                    <a:latin typeface="Arial" charset="0"/>
                  </a:rPr>
                  <a:t>AC 230V</a:t>
                </a:r>
                <a:endParaRPr lang="ko-KR" altLang="ko-KR" dirty="0"/>
              </a:p>
            </p:txBody>
          </p:sp>
          <p:sp>
            <p:nvSpPr>
              <p:cNvPr id="594" name="Line 362"/>
              <p:cNvSpPr>
                <a:spLocks noChangeShapeType="1"/>
              </p:cNvSpPr>
              <p:nvPr/>
            </p:nvSpPr>
            <p:spPr bwMode="auto">
              <a:xfrm flipV="1">
                <a:off x="4404598" y="1158762"/>
                <a:ext cx="700818" cy="3338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  <p:sp>
            <p:nvSpPr>
              <p:cNvPr id="595" name="Line 368"/>
              <p:cNvSpPr>
                <a:spLocks noChangeShapeType="1"/>
              </p:cNvSpPr>
              <p:nvPr/>
            </p:nvSpPr>
            <p:spPr bwMode="auto">
              <a:xfrm flipV="1">
                <a:off x="4404597" y="1162049"/>
                <a:ext cx="715" cy="222077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 type="arrow" w="med" len="med"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</p:grpSp>
        <p:grpSp>
          <p:nvGrpSpPr>
            <p:cNvPr id="597" name="그룹 596"/>
            <p:cNvGrpSpPr/>
            <p:nvPr/>
          </p:nvGrpSpPr>
          <p:grpSpPr>
            <a:xfrm>
              <a:off x="6234574" y="836954"/>
              <a:ext cx="570704" cy="270619"/>
              <a:chOff x="4384576" y="1005260"/>
              <a:chExt cx="737527" cy="378866"/>
            </a:xfrm>
          </p:grpSpPr>
          <p:sp>
            <p:nvSpPr>
              <p:cNvPr id="598" name="Rectangle 361"/>
              <p:cNvSpPr>
                <a:spLocks noChangeArrowheads="1"/>
              </p:cNvSpPr>
              <p:nvPr/>
            </p:nvSpPr>
            <p:spPr bwMode="auto">
              <a:xfrm rot="10800000" flipV="1">
                <a:off x="4384576" y="1005260"/>
                <a:ext cx="737527" cy="14683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70505" tIns="85252" rIns="170505" bIns="85252" anchor="ctr"/>
              <a:lstStyle/>
              <a:p>
                <a:pPr algn="ctr"/>
                <a:r>
                  <a:rPr lang="en-US" altLang="ko-KR" sz="900" dirty="0">
                    <a:latin typeface="Arial" charset="0"/>
                  </a:rPr>
                  <a:t>AC 230V</a:t>
                </a:r>
                <a:endParaRPr lang="ko-KR" altLang="ko-KR" dirty="0"/>
              </a:p>
            </p:txBody>
          </p:sp>
          <p:sp>
            <p:nvSpPr>
              <p:cNvPr id="599" name="Line 362"/>
              <p:cNvSpPr>
                <a:spLocks noChangeShapeType="1"/>
              </p:cNvSpPr>
              <p:nvPr/>
            </p:nvSpPr>
            <p:spPr bwMode="auto">
              <a:xfrm flipV="1">
                <a:off x="4404598" y="1158762"/>
                <a:ext cx="700818" cy="3338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  <p:sp>
            <p:nvSpPr>
              <p:cNvPr id="600" name="Line 368"/>
              <p:cNvSpPr>
                <a:spLocks noChangeShapeType="1"/>
              </p:cNvSpPr>
              <p:nvPr/>
            </p:nvSpPr>
            <p:spPr bwMode="auto">
              <a:xfrm flipV="1">
                <a:off x="4404597" y="1162049"/>
                <a:ext cx="715" cy="222077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 type="arrow" w="med" len="med"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</p:grpSp>
        <p:grpSp>
          <p:nvGrpSpPr>
            <p:cNvPr id="601" name="그룹 600"/>
            <p:cNvGrpSpPr/>
            <p:nvPr/>
          </p:nvGrpSpPr>
          <p:grpSpPr>
            <a:xfrm>
              <a:off x="7614086" y="843839"/>
              <a:ext cx="570704" cy="270619"/>
              <a:chOff x="4384576" y="1005260"/>
              <a:chExt cx="737527" cy="378866"/>
            </a:xfrm>
          </p:grpSpPr>
          <p:sp>
            <p:nvSpPr>
              <p:cNvPr id="602" name="Rectangle 361"/>
              <p:cNvSpPr>
                <a:spLocks noChangeArrowheads="1"/>
              </p:cNvSpPr>
              <p:nvPr/>
            </p:nvSpPr>
            <p:spPr bwMode="auto">
              <a:xfrm rot="10800000" flipV="1">
                <a:off x="4384576" y="1005260"/>
                <a:ext cx="737527" cy="14683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70505" tIns="85252" rIns="170505" bIns="85252" anchor="ctr"/>
              <a:lstStyle/>
              <a:p>
                <a:pPr algn="ctr"/>
                <a:r>
                  <a:rPr lang="en-US" altLang="ko-KR" sz="900" dirty="0">
                    <a:latin typeface="Arial" charset="0"/>
                  </a:rPr>
                  <a:t>AC 230V</a:t>
                </a:r>
                <a:endParaRPr lang="ko-KR" altLang="ko-KR" dirty="0"/>
              </a:p>
            </p:txBody>
          </p:sp>
          <p:sp>
            <p:nvSpPr>
              <p:cNvPr id="603" name="Line 362"/>
              <p:cNvSpPr>
                <a:spLocks noChangeShapeType="1"/>
              </p:cNvSpPr>
              <p:nvPr/>
            </p:nvSpPr>
            <p:spPr bwMode="auto">
              <a:xfrm flipV="1">
                <a:off x="4404598" y="1158762"/>
                <a:ext cx="700818" cy="3338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  <p:sp>
            <p:nvSpPr>
              <p:cNvPr id="604" name="Line 368"/>
              <p:cNvSpPr>
                <a:spLocks noChangeShapeType="1"/>
              </p:cNvSpPr>
              <p:nvPr/>
            </p:nvSpPr>
            <p:spPr bwMode="auto">
              <a:xfrm flipV="1">
                <a:off x="4404597" y="1162049"/>
                <a:ext cx="715" cy="222077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 type="arrow" w="med" len="med"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</p:grpSp>
        <p:grpSp>
          <p:nvGrpSpPr>
            <p:cNvPr id="605" name="그룹 604"/>
            <p:cNvGrpSpPr/>
            <p:nvPr/>
          </p:nvGrpSpPr>
          <p:grpSpPr>
            <a:xfrm>
              <a:off x="4340078" y="1563760"/>
              <a:ext cx="570704" cy="270619"/>
              <a:chOff x="4384576" y="1005260"/>
              <a:chExt cx="737527" cy="378866"/>
            </a:xfrm>
          </p:grpSpPr>
          <p:sp>
            <p:nvSpPr>
              <p:cNvPr id="606" name="Rectangle 361"/>
              <p:cNvSpPr>
                <a:spLocks noChangeArrowheads="1"/>
              </p:cNvSpPr>
              <p:nvPr/>
            </p:nvSpPr>
            <p:spPr bwMode="auto">
              <a:xfrm rot="10800000" flipV="1">
                <a:off x="4384576" y="1005260"/>
                <a:ext cx="737527" cy="14683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70505" tIns="85252" rIns="170505" bIns="85252" anchor="ctr"/>
              <a:lstStyle/>
              <a:p>
                <a:pPr algn="ctr"/>
                <a:r>
                  <a:rPr lang="en-US" altLang="ko-KR" sz="900" dirty="0">
                    <a:latin typeface="Arial" charset="0"/>
                  </a:rPr>
                  <a:t>AC 230V</a:t>
                </a:r>
                <a:endParaRPr lang="ko-KR" altLang="ko-KR" dirty="0"/>
              </a:p>
            </p:txBody>
          </p:sp>
          <p:sp>
            <p:nvSpPr>
              <p:cNvPr id="607" name="Line 362"/>
              <p:cNvSpPr>
                <a:spLocks noChangeShapeType="1"/>
              </p:cNvSpPr>
              <p:nvPr/>
            </p:nvSpPr>
            <p:spPr bwMode="auto">
              <a:xfrm flipV="1">
                <a:off x="4404598" y="1158762"/>
                <a:ext cx="700818" cy="3338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  <p:sp>
            <p:nvSpPr>
              <p:cNvPr id="608" name="Line 368"/>
              <p:cNvSpPr>
                <a:spLocks noChangeShapeType="1"/>
              </p:cNvSpPr>
              <p:nvPr/>
            </p:nvSpPr>
            <p:spPr bwMode="auto">
              <a:xfrm flipV="1">
                <a:off x="4404597" y="1162049"/>
                <a:ext cx="715" cy="222077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 type="arrow" w="med" len="med"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</p:grpSp>
        <p:grpSp>
          <p:nvGrpSpPr>
            <p:cNvPr id="617" name="그룹 616"/>
            <p:cNvGrpSpPr/>
            <p:nvPr/>
          </p:nvGrpSpPr>
          <p:grpSpPr>
            <a:xfrm>
              <a:off x="5008725" y="878021"/>
              <a:ext cx="570704" cy="270619"/>
              <a:chOff x="4384576" y="1005260"/>
              <a:chExt cx="737527" cy="378866"/>
            </a:xfrm>
          </p:grpSpPr>
          <p:sp>
            <p:nvSpPr>
              <p:cNvPr id="618" name="Rectangle 361"/>
              <p:cNvSpPr>
                <a:spLocks noChangeArrowheads="1"/>
              </p:cNvSpPr>
              <p:nvPr/>
            </p:nvSpPr>
            <p:spPr bwMode="auto">
              <a:xfrm rot="10800000" flipV="1">
                <a:off x="4384576" y="1005260"/>
                <a:ext cx="737527" cy="146838"/>
              </a:xfrm>
              <a:prstGeom prst="rect">
                <a:avLst/>
              </a:prstGeom>
              <a:noFill/>
              <a:ln w="6350">
                <a:solidFill>
                  <a:srgbClr val="3399FF"/>
                </a:solidFill>
                <a:miter lim="800000"/>
                <a:headEnd/>
                <a:tailEnd/>
              </a:ln>
            </p:spPr>
            <p:txBody>
              <a:bodyPr wrap="none" lIns="170505" tIns="85252" rIns="170505" bIns="85252" anchor="ctr"/>
              <a:lstStyle/>
              <a:p>
                <a:pPr algn="ctr"/>
                <a:r>
                  <a:rPr lang="en-US" altLang="ko-KR" sz="900" dirty="0">
                    <a:latin typeface="Arial" charset="0"/>
                  </a:rPr>
                  <a:t>DC 37.5V</a:t>
                </a:r>
                <a:endParaRPr lang="ko-KR" altLang="ko-KR" dirty="0"/>
              </a:p>
            </p:txBody>
          </p:sp>
          <p:sp>
            <p:nvSpPr>
              <p:cNvPr id="619" name="Line 362"/>
              <p:cNvSpPr>
                <a:spLocks noChangeShapeType="1"/>
              </p:cNvSpPr>
              <p:nvPr/>
            </p:nvSpPr>
            <p:spPr bwMode="auto">
              <a:xfrm flipV="1">
                <a:off x="4404598" y="1158762"/>
                <a:ext cx="700818" cy="3338"/>
              </a:xfrm>
              <a:prstGeom prst="line">
                <a:avLst/>
              </a:prstGeom>
              <a:noFill/>
              <a:ln w="25400">
                <a:solidFill>
                  <a:srgbClr val="3399FF"/>
                </a:solidFill>
                <a:round/>
                <a:headEnd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  <p:sp>
            <p:nvSpPr>
              <p:cNvPr id="620" name="Line 368"/>
              <p:cNvSpPr>
                <a:spLocks noChangeShapeType="1"/>
              </p:cNvSpPr>
              <p:nvPr/>
            </p:nvSpPr>
            <p:spPr bwMode="auto">
              <a:xfrm flipV="1">
                <a:off x="4404597" y="1162049"/>
                <a:ext cx="715" cy="222077"/>
              </a:xfrm>
              <a:prstGeom prst="line">
                <a:avLst/>
              </a:prstGeom>
              <a:noFill/>
              <a:ln w="25400">
                <a:solidFill>
                  <a:srgbClr val="3399FF"/>
                </a:solidFill>
                <a:round/>
                <a:headEnd type="arrow" w="med" len="med"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</p:grpSp>
        <p:grpSp>
          <p:nvGrpSpPr>
            <p:cNvPr id="625" name="그룹 624"/>
            <p:cNvGrpSpPr/>
            <p:nvPr/>
          </p:nvGrpSpPr>
          <p:grpSpPr>
            <a:xfrm>
              <a:off x="7883725" y="3501170"/>
              <a:ext cx="570704" cy="270619"/>
              <a:chOff x="4384576" y="1005260"/>
              <a:chExt cx="737527" cy="378866"/>
            </a:xfrm>
          </p:grpSpPr>
          <p:sp>
            <p:nvSpPr>
              <p:cNvPr id="626" name="Rectangle 361"/>
              <p:cNvSpPr>
                <a:spLocks noChangeArrowheads="1"/>
              </p:cNvSpPr>
              <p:nvPr/>
            </p:nvSpPr>
            <p:spPr bwMode="auto">
              <a:xfrm rot="10800000" flipV="1">
                <a:off x="4384576" y="1005260"/>
                <a:ext cx="737527" cy="146838"/>
              </a:xfrm>
              <a:prstGeom prst="rect">
                <a:avLst/>
              </a:prstGeom>
              <a:noFill/>
              <a:ln w="6350">
                <a:solidFill>
                  <a:srgbClr val="3399FF"/>
                </a:solidFill>
                <a:miter lim="800000"/>
                <a:headEnd/>
                <a:tailEnd/>
              </a:ln>
            </p:spPr>
            <p:txBody>
              <a:bodyPr wrap="none" lIns="170505" tIns="85252" rIns="170505" bIns="85252" anchor="ctr"/>
              <a:lstStyle/>
              <a:p>
                <a:pPr algn="ctr"/>
                <a:r>
                  <a:rPr lang="en-US" altLang="ko-KR" sz="900" dirty="0">
                    <a:latin typeface="Arial" charset="0"/>
                  </a:rPr>
                  <a:t>DC 37.5V</a:t>
                </a:r>
                <a:endParaRPr lang="ko-KR" altLang="ko-KR" dirty="0"/>
              </a:p>
            </p:txBody>
          </p:sp>
          <p:sp>
            <p:nvSpPr>
              <p:cNvPr id="627" name="Line 362"/>
              <p:cNvSpPr>
                <a:spLocks noChangeShapeType="1"/>
              </p:cNvSpPr>
              <p:nvPr/>
            </p:nvSpPr>
            <p:spPr bwMode="auto">
              <a:xfrm flipV="1">
                <a:off x="4404598" y="1158762"/>
                <a:ext cx="700818" cy="3338"/>
              </a:xfrm>
              <a:prstGeom prst="line">
                <a:avLst/>
              </a:prstGeom>
              <a:noFill/>
              <a:ln w="25400">
                <a:solidFill>
                  <a:srgbClr val="3399FF"/>
                </a:solidFill>
                <a:round/>
                <a:headEnd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  <p:sp>
            <p:nvSpPr>
              <p:cNvPr id="628" name="Line 368"/>
              <p:cNvSpPr>
                <a:spLocks noChangeShapeType="1"/>
              </p:cNvSpPr>
              <p:nvPr/>
            </p:nvSpPr>
            <p:spPr bwMode="auto">
              <a:xfrm flipV="1">
                <a:off x="4404597" y="1162049"/>
                <a:ext cx="715" cy="222077"/>
              </a:xfrm>
              <a:prstGeom prst="line">
                <a:avLst/>
              </a:prstGeom>
              <a:noFill/>
              <a:ln w="25400">
                <a:solidFill>
                  <a:srgbClr val="3399FF"/>
                </a:solidFill>
                <a:round/>
                <a:headEnd type="arrow" w="med" len="med"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</p:grpSp>
        <p:cxnSp>
          <p:nvCxnSpPr>
            <p:cNvPr id="629" name="직선 연결선 628"/>
            <p:cNvCxnSpPr/>
            <p:nvPr/>
          </p:nvCxnSpPr>
          <p:spPr>
            <a:xfrm rot="5400000" flipH="1" flipV="1">
              <a:off x="1530782" y="1772694"/>
              <a:ext cx="2056199" cy="3714"/>
            </a:xfrm>
            <a:prstGeom prst="line">
              <a:avLst/>
            </a:prstGeom>
            <a:ln w="28575">
              <a:solidFill>
                <a:srgbClr val="008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45" name="그룹 644"/>
            <p:cNvGrpSpPr/>
            <p:nvPr/>
          </p:nvGrpSpPr>
          <p:grpSpPr>
            <a:xfrm>
              <a:off x="8336561" y="2657487"/>
              <a:ext cx="405434" cy="85814"/>
              <a:chOff x="10763258" y="8618765"/>
              <a:chExt cx="523945" cy="120140"/>
            </a:xfrm>
          </p:grpSpPr>
          <p:sp>
            <p:nvSpPr>
              <p:cNvPr id="646" name="Freeform 548"/>
              <p:cNvSpPr>
                <a:spLocks/>
              </p:cNvSpPr>
              <p:nvPr/>
            </p:nvSpPr>
            <p:spPr bwMode="auto">
              <a:xfrm flipH="1">
                <a:off x="10763258" y="8662149"/>
                <a:ext cx="480561" cy="76756"/>
              </a:xfrm>
              <a:custGeom>
                <a:avLst/>
                <a:gdLst>
                  <a:gd name="T0" fmla="*/ 765684263 w 273"/>
                  <a:gd name="T1" fmla="*/ 0 h 46"/>
                  <a:gd name="T2" fmla="*/ 381440387 w 273"/>
                  <a:gd name="T3" fmla="*/ 115927199 h 46"/>
                  <a:gd name="T4" fmla="*/ 0 w 273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46"/>
                  <a:gd name="T11" fmla="*/ 273 w 273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46">
                    <a:moveTo>
                      <a:pt x="273" y="0"/>
                    </a:moveTo>
                    <a:cubicBezTo>
                      <a:pt x="227" y="23"/>
                      <a:pt x="181" y="46"/>
                      <a:pt x="136" y="46"/>
                    </a:cubicBezTo>
                    <a:cubicBezTo>
                      <a:pt x="91" y="46"/>
                      <a:pt x="30" y="15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96102" tIns="48051" rIns="96102" bIns="48051"/>
              <a:lstStyle/>
              <a:p>
                <a:endParaRPr lang="ko-KR" altLang="en-US"/>
              </a:p>
            </p:txBody>
          </p:sp>
          <p:sp>
            <p:nvSpPr>
              <p:cNvPr id="647" name="Oval 567"/>
              <p:cNvSpPr>
                <a:spLocks noChangeArrowheads="1"/>
              </p:cNvSpPr>
              <p:nvPr/>
            </p:nvSpPr>
            <p:spPr bwMode="auto">
              <a:xfrm flipH="1">
                <a:off x="11207109" y="8618765"/>
                <a:ext cx="80094" cy="75088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 wrap="none" lIns="96102" tIns="48051" rIns="96102" bIns="48051" anchor="ctr"/>
              <a:lstStyle/>
              <a:p>
                <a:pPr algn="ctr"/>
                <a:endParaRPr lang="ko-KR" altLang="ko-KR"/>
              </a:p>
            </p:txBody>
          </p:sp>
        </p:grpSp>
        <p:cxnSp>
          <p:nvCxnSpPr>
            <p:cNvPr id="652" name="직선 연결선 651"/>
            <p:cNvCxnSpPr/>
            <p:nvPr/>
          </p:nvCxnSpPr>
          <p:spPr>
            <a:xfrm rot="16200000" flipH="1">
              <a:off x="3821961" y="2987014"/>
              <a:ext cx="146951" cy="2243"/>
            </a:xfrm>
            <a:prstGeom prst="line">
              <a:avLst/>
            </a:prstGeom>
            <a:ln w="28575">
              <a:solidFill>
                <a:srgbClr val="008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9" name="직선 연결선 658"/>
            <p:cNvCxnSpPr/>
            <p:nvPr/>
          </p:nvCxnSpPr>
          <p:spPr>
            <a:xfrm rot="16200000" flipH="1">
              <a:off x="5379889" y="2987014"/>
              <a:ext cx="146951" cy="2243"/>
            </a:xfrm>
            <a:prstGeom prst="line">
              <a:avLst/>
            </a:prstGeom>
            <a:ln w="28575">
              <a:solidFill>
                <a:srgbClr val="008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0" name="직선 연결선 659"/>
            <p:cNvCxnSpPr/>
            <p:nvPr/>
          </p:nvCxnSpPr>
          <p:spPr>
            <a:xfrm rot="16200000" flipH="1">
              <a:off x="6886586" y="2987014"/>
              <a:ext cx="146951" cy="2243"/>
            </a:xfrm>
            <a:prstGeom prst="line">
              <a:avLst/>
            </a:prstGeom>
            <a:ln w="28575">
              <a:solidFill>
                <a:srgbClr val="008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1" name="직선 연결선 660"/>
            <p:cNvCxnSpPr/>
            <p:nvPr/>
          </p:nvCxnSpPr>
          <p:spPr>
            <a:xfrm rot="5400000" flipH="1" flipV="1">
              <a:off x="4155908" y="2633823"/>
              <a:ext cx="351619" cy="4317"/>
            </a:xfrm>
            <a:prstGeom prst="line">
              <a:avLst/>
            </a:prstGeom>
            <a:ln w="28575">
              <a:solidFill>
                <a:srgbClr val="008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3" name="직선 연결선 662"/>
            <p:cNvCxnSpPr/>
            <p:nvPr/>
          </p:nvCxnSpPr>
          <p:spPr>
            <a:xfrm rot="5400000" flipH="1" flipV="1">
              <a:off x="5670878" y="2632204"/>
              <a:ext cx="351619" cy="4317"/>
            </a:xfrm>
            <a:prstGeom prst="line">
              <a:avLst/>
            </a:prstGeom>
            <a:ln w="28575">
              <a:solidFill>
                <a:srgbClr val="008000"/>
              </a:solidFill>
              <a:headEnd type="oval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65" name="그룹 664"/>
            <p:cNvGrpSpPr/>
            <p:nvPr/>
          </p:nvGrpSpPr>
          <p:grpSpPr>
            <a:xfrm>
              <a:off x="5886752" y="1563920"/>
              <a:ext cx="570704" cy="270619"/>
              <a:chOff x="4384576" y="1005260"/>
              <a:chExt cx="737527" cy="378866"/>
            </a:xfrm>
          </p:grpSpPr>
          <p:sp>
            <p:nvSpPr>
              <p:cNvPr id="666" name="Rectangle 361"/>
              <p:cNvSpPr>
                <a:spLocks noChangeArrowheads="1"/>
              </p:cNvSpPr>
              <p:nvPr/>
            </p:nvSpPr>
            <p:spPr bwMode="auto">
              <a:xfrm rot="10800000" flipV="1">
                <a:off x="4384576" y="1005260"/>
                <a:ext cx="737527" cy="14683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70505" tIns="85252" rIns="170505" bIns="85252" anchor="ctr"/>
              <a:lstStyle/>
              <a:p>
                <a:pPr algn="ctr"/>
                <a:r>
                  <a:rPr lang="en-US" altLang="ko-KR" sz="900" dirty="0">
                    <a:latin typeface="Arial" charset="0"/>
                  </a:rPr>
                  <a:t>AC 230V</a:t>
                </a:r>
                <a:endParaRPr lang="ko-KR" altLang="ko-KR" dirty="0"/>
              </a:p>
            </p:txBody>
          </p:sp>
          <p:sp>
            <p:nvSpPr>
              <p:cNvPr id="667" name="Line 362"/>
              <p:cNvSpPr>
                <a:spLocks noChangeShapeType="1"/>
              </p:cNvSpPr>
              <p:nvPr/>
            </p:nvSpPr>
            <p:spPr bwMode="auto">
              <a:xfrm flipV="1">
                <a:off x="4404598" y="1158762"/>
                <a:ext cx="700818" cy="3338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  <p:sp>
            <p:nvSpPr>
              <p:cNvPr id="668" name="Line 368"/>
              <p:cNvSpPr>
                <a:spLocks noChangeShapeType="1"/>
              </p:cNvSpPr>
              <p:nvPr/>
            </p:nvSpPr>
            <p:spPr bwMode="auto">
              <a:xfrm flipV="1">
                <a:off x="4404597" y="1162049"/>
                <a:ext cx="715" cy="222077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 type="arrow" w="med" len="med"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</p:grpSp>
        <p:grpSp>
          <p:nvGrpSpPr>
            <p:cNvPr id="669" name="그룹 668"/>
            <p:cNvGrpSpPr/>
            <p:nvPr/>
          </p:nvGrpSpPr>
          <p:grpSpPr>
            <a:xfrm>
              <a:off x="7348985" y="1563920"/>
              <a:ext cx="570704" cy="270619"/>
              <a:chOff x="4384576" y="1005260"/>
              <a:chExt cx="737527" cy="378866"/>
            </a:xfrm>
          </p:grpSpPr>
          <p:sp>
            <p:nvSpPr>
              <p:cNvPr id="670" name="Rectangle 361"/>
              <p:cNvSpPr>
                <a:spLocks noChangeArrowheads="1"/>
              </p:cNvSpPr>
              <p:nvPr/>
            </p:nvSpPr>
            <p:spPr bwMode="auto">
              <a:xfrm rot="10800000" flipV="1">
                <a:off x="4384576" y="1005260"/>
                <a:ext cx="737527" cy="14683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70505" tIns="85252" rIns="170505" bIns="85252" anchor="ctr"/>
              <a:lstStyle/>
              <a:p>
                <a:pPr algn="ctr"/>
                <a:r>
                  <a:rPr lang="en-US" altLang="ko-KR" sz="900" dirty="0">
                    <a:latin typeface="Arial" charset="0"/>
                  </a:rPr>
                  <a:t>AC 230V</a:t>
                </a:r>
                <a:endParaRPr lang="ko-KR" altLang="ko-KR" dirty="0"/>
              </a:p>
            </p:txBody>
          </p:sp>
          <p:sp>
            <p:nvSpPr>
              <p:cNvPr id="671" name="Line 362"/>
              <p:cNvSpPr>
                <a:spLocks noChangeShapeType="1"/>
              </p:cNvSpPr>
              <p:nvPr/>
            </p:nvSpPr>
            <p:spPr bwMode="auto">
              <a:xfrm flipV="1">
                <a:off x="4404598" y="1158762"/>
                <a:ext cx="700818" cy="3338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  <p:sp>
            <p:nvSpPr>
              <p:cNvPr id="672" name="Line 368"/>
              <p:cNvSpPr>
                <a:spLocks noChangeShapeType="1"/>
              </p:cNvSpPr>
              <p:nvPr/>
            </p:nvSpPr>
            <p:spPr bwMode="auto">
              <a:xfrm flipV="1">
                <a:off x="4404597" y="1162049"/>
                <a:ext cx="715" cy="222077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 type="arrow" w="med" len="med"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</p:grpSp>
        <p:grpSp>
          <p:nvGrpSpPr>
            <p:cNvPr id="683" name="그룹 682"/>
            <p:cNvGrpSpPr/>
            <p:nvPr/>
          </p:nvGrpSpPr>
          <p:grpSpPr>
            <a:xfrm>
              <a:off x="3147837" y="3686173"/>
              <a:ext cx="570704" cy="272794"/>
              <a:chOff x="4067969" y="5160640"/>
              <a:chExt cx="737527" cy="381912"/>
            </a:xfrm>
          </p:grpSpPr>
          <p:grpSp>
            <p:nvGrpSpPr>
              <p:cNvPr id="677" name="그룹 676"/>
              <p:cNvGrpSpPr/>
              <p:nvPr/>
            </p:nvGrpSpPr>
            <p:grpSpPr>
              <a:xfrm rot="10800000">
                <a:off x="4095784" y="5160640"/>
                <a:ext cx="700819" cy="225364"/>
                <a:chOff x="4404597" y="1158762"/>
                <a:chExt cx="700819" cy="225364"/>
              </a:xfrm>
            </p:grpSpPr>
            <p:sp>
              <p:nvSpPr>
                <p:cNvPr id="679" name="Line 362"/>
                <p:cNvSpPr>
                  <a:spLocks noChangeShapeType="1"/>
                </p:cNvSpPr>
                <p:nvPr/>
              </p:nvSpPr>
              <p:spPr bwMode="auto">
                <a:xfrm flipV="1">
                  <a:off x="4404598" y="1158762"/>
                  <a:ext cx="700818" cy="3338"/>
                </a:xfrm>
                <a:prstGeom prst="line">
                  <a:avLst/>
                </a:prstGeom>
                <a:noFill/>
                <a:ln w="25400">
                  <a:solidFill>
                    <a:srgbClr val="FF3300"/>
                  </a:solidFill>
                  <a:round/>
                  <a:headEnd/>
                  <a:tailEnd type="none" w="med" len="lg"/>
                </a:ln>
              </p:spPr>
              <p:txBody>
                <a:bodyPr lIns="128016" tIns="64008" rIns="128016" bIns="64008"/>
                <a:lstStyle/>
                <a:p>
                  <a:endParaRPr lang="ko-KR" altLang="en-US"/>
                </a:p>
              </p:txBody>
            </p:sp>
            <p:sp>
              <p:nvSpPr>
                <p:cNvPr id="680" name="Line 368"/>
                <p:cNvSpPr>
                  <a:spLocks noChangeShapeType="1"/>
                </p:cNvSpPr>
                <p:nvPr/>
              </p:nvSpPr>
              <p:spPr bwMode="auto">
                <a:xfrm flipV="1">
                  <a:off x="4404597" y="1162049"/>
                  <a:ext cx="715" cy="222077"/>
                </a:xfrm>
                <a:prstGeom prst="line">
                  <a:avLst/>
                </a:prstGeom>
                <a:noFill/>
                <a:ln w="25400">
                  <a:solidFill>
                    <a:srgbClr val="FF3300"/>
                  </a:solidFill>
                  <a:round/>
                  <a:headEnd type="arrow" w="med" len="med"/>
                  <a:tailEnd type="none" w="med" len="lg"/>
                </a:ln>
              </p:spPr>
              <p:txBody>
                <a:bodyPr lIns="128016" tIns="64008" rIns="128016" bIns="64008"/>
                <a:lstStyle/>
                <a:p>
                  <a:endParaRPr lang="ko-KR" altLang="en-US"/>
                </a:p>
              </p:txBody>
            </p:sp>
          </p:grpSp>
          <p:sp>
            <p:nvSpPr>
              <p:cNvPr id="682" name="Rectangle 361"/>
              <p:cNvSpPr>
                <a:spLocks noChangeArrowheads="1"/>
              </p:cNvSpPr>
              <p:nvPr/>
            </p:nvSpPr>
            <p:spPr bwMode="auto">
              <a:xfrm rot="10800000" flipV="1">
                <a:off x="4067969" y="5395714"/>
                <a:ext cx="737527" cy="14683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70505" tIns="85252" rIns="170505" bIns="85252" anchor="ctr"/>
              <a:lstStyle/>
              <a:p>
                <a:pPr algn="ctr"/>
                <a:r>
                  <a:rPr lang="en-US" altLang="ko-KR" sz="900" dirty="0">
                    <a:latin typeface="Arial" charset="0"/>
                  </a:rPr>
                  <a:t>AC 230V</a:t>
                </a:r>
                <a:endParaRPr lang="ko-KR" altLang="ko-KR" dirty="0"/>
              </a:p>
            </p:txBody>
          </p:sp>
        </p:grpSp>
        <p:grpSp>
          <p:nvGrpSpPr>
            <p:cNvPr id="684" name="그룹 683"/>
            <p:cNvGrpSpPr/>
            <p:nvPr/>
          </p:nvGrpSpPr>
          <p:grpSpPr>
            <a:xfrm>
              <a:off x="4674402" y="3686173"/>
              <a:ext cx="570704" cy="272794"/>
              <a:chOff x="4067969" y="5160640"/>
              <a:chExt cx="737527" cy="381912"/>
            </a:xfrm>
          </p:grpSpPr>
          <p:grpSp>
            <p:nvGrpSpPr>
              <p:cNvPr id="685" name="그룹 676"/>
              <p:cNvGrpSpPr/>
              <p:nvPr/>
            </p:nvGrpSpPr>
            <p:grpSpPr>
              <a:xfrm rot="10800000">
                <a:off x="4095784" y="5160640"/>
                <a:ext cx="700819" cy="225364"/>
                <a:chOff x="4404597" y="1158762"/>
                <a:chExt cx="700819" cy="225364"/>
              </a:xfrm>
            </p:grpSpPr>
            <p:sp>
              <p:nvSpPr>
                <p:cNvPr id="687" name="Line 362"/>
                <p:cNvSpPr>
                  <a:spLocks noChangeShapeType="1"/>
                </p:cNvSpPr>
                <p:nvPr/>
              </p:nvSpPr>
              <p:spPr bwMode="auto">
                <a:xfrm flipV="1">
                  <a:off x="4404598" y="1158762"/>
                  <a:ext cx="700818" cy="3338"/>
                </a:xfrm>
                <a:prstGeom prst="line">
                  <a:avLst/>
                </a:prstGeom>
                <a:noFill/>
                <a:ln w="25400">
                  <a:solidFill>
                    <a:srgbClr val="FF3300"/>
                  </a:solidFill>
                  <a:round/>
                  <a:headEnd/>
                  <a:tailEnd type="none" w="med" len="lg"/>
                </a:ln>
              </p:spPr>
              <p:txBody>
                <a:bodyPr lIns="128016" tIns="64008" rIns="128016" bIns="64008"/>
                <a:lstStyle/>
                <a:p>
                  <a:endParaRPr lang="ko-KR" altLang="en-US"/>
                </a:p>
              </p:txBody>
            </p:sp>
            <p:sp>
              <p:nvSpPr>
                <p:cNvPr id="688" name="Line 368"/>
                <p:cNvSpPr>
                  <a:spLocks noChangeShapeType="1"/>
                </p:cNvSpPr>
                <p:nvPr/>
              </p:nvSpPr>
              <p:spPr bwMode="auto">
                <a:xfrm flipV="1">
                  <a:off x="4404597" y="1162049"/>
                  <a:ext cx="715" cy="222077"/>
                </a:xfrm>
                <a:prstGeom prst="line">
                  <a:avLst/>
                </a:prstGeom>
                <a:noFill/>
                <a:ln w="25400">
                  <a:solidFill>
                    <a:srgbClr val="FF3300"/>
                  </a:solidFill>
                  <a:round/>
                  <a:headEnd type="arrow" w="med" len="med"/>
                  <a:tailEnd type="none" w="med" len="lg"/>
                </a:ln>
              </p:spPr>
              <p:txBody>
                <a:bodyPr lIns="128016" tIns="64008" rIns="128016" bIns="64008"/>
                <a:lstStyle/>
                <a:p>
                  <a:endParaRPr lang="ko-KR" altLang="en-US"/>
                </a:p>
              </p:txBody>
            </p:sp>
          </p:grpSp>
          <p:sp>
            <p:nvSpPr>
              <p:cNvPr id="686" name="Rectangle 361"/>
              <p:cNvSpPr>
                <a:spLocks noChangeArrowheads="1"/>
              </p:cNvSpPr>
              <p:nvPr/>
            </p:nvSpPr>
            <p:spPr bwMode="auto">
              <a:xfrm rot="10800000" flipV="1">
                <a:off x="4067969" y="5395714"/>
                <a:ext cx="737527" cy="14683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70505" tIns="85252" rIns="170505" bIns="85252" anchor="ctr"/>
              <a:lstStyle/>
              <a:p>
                <a:pPr algn="ctr"/>
                <a:r>
                  <a:rPr lang="en-US" altLang="ko-KR" sz="900" dirty="0">
                    <a:latin typeface="Arial" charset="0"/>
                  </a:rPr>
                  <a:t>AC 230V</a:t>
                </a:r>
                <a:endParaRPr lang="ko-KR" altLang="ko-KR" dirty="0"/>
              </a:p>
            </p:txBody>
          </p:sp>
        </p:grpSp>
        <p:grpSp>
          <p:nvGrpSpPr>
            <p:cNvPr id="689" name="그룹 688"/>
            <p:cNvGrpSpPr/>
            <p:nvPr/>
          </p:nvGrpSpPr>
          <p:grpSpPr>
            <a:xfrm>
              <a:off x="6178855" y="3686173"/>
              <a:ext cx="570704" cy="272794"/>
              <a:chOff x="4067969" y="5160640"/>
              <a:chExt cx="737527" cy="381912"/>
            </a:xfrm>
          </p:grpSpPr>
          <p:grpSp>
            <p:nvGrpSpPr>
              <p:cNvPr id="690" name="그룹 676"/>
              <p:cNvGrpSpPr/>
              <p:nvPr/>
            </p:nvGrpSpPr>
            <p:grpSpPr>
              <a:xfrm rot="10800000">
                <a:off x="4095784" y="5160640"/>
                <a:ext cx="700819" cy="225364"/>
                <a:chOff x="4404597" y="1158762"/>
                <a:chExt cx="700819" cy="225364"/>
              </a:xfrm>
            </p:grpSpPr>
            <p:sp>
              <p:nvSpPr>
                <p:cNvPr id="692" name="Line 362"/>
                <p:cNvSpPr>
                  <a:spLocks noChangeShapeType="1"/>
                </p:cNvSpPr>
                <p:nvPr/>
              </p:nvSpPr>
              <p:spPr bwMode="auto">
                <a:xfrm flipV="1">
                  <a:off x="4404598" y="1158762"/>
                  <a:ext cx="700818" cy="3338"/>
                </a:xfrm>
                <a:prstGeom prst="line">
                  <a:avLst/>
                </a:prstGeom>
                <a:noFill/>
                <a:ln w="25400">
                  <a:solidFill>
                    <a:srgbClr val="FF3300"/>
                  </a:solidFill>
                  <a:round/>
                  <a:headEnd/>
                  <a:tailEnd type="none" w="med" len="lg"/>
                </a:ln>
              </p:spPr>
              <p:txBody>
                <a:bodyPr lIns="128016" tIns="64008" rIns="128016" bIns="64008"/>
                <a:lstStyle/>
                <a:p>
                  <a:endParaRPr lang="ko-KR" altLang="en-US"/>
                </a:p>
              </p:txBody>
            </p:sp>
            <p:sp>
              <p:nvSpPr>
                <p:cNvPr id="693" name="Line 368"/>
                <p:cNvSpPr>
                  <a:spLocks noChangeShapeType="1"/>
                </p:cNvSpPr>
                <p:nvPr/>
              </p:nvSpPr>
              <p:spPr bwMode="auto">
                <a:xfrm flipV="1">
                  <a:off x="4404597" y="1162049"/>
                  <a:ext cx="715" cy="222077"/>
                </a:xfrm>
                <a:prstGeom prst="line">
                  <a:avLst/>
                </a:prstGeom>
                <a:noFill/>
                <a:ln w="25400">
                  <a:solidFill>
                    <a:srgbClr val="FF3300"/>
                  </a:solidFill>
                  <a:round/>
                  <a:headEnd type="arrow" w="med" len="med"/>
                  <a:tailEnd type="none" w="med" len="lg"/>
                </a:ln>
              </p:spPr>
              <p:txBody>
                <a:bodyPr lIns="128016" tIns="64008" rIns="128016" bIns="64008"/>
                <a:lstStyle/>
                <a:p>
                  <a:endParaRPr lang="ko-KR" altLang="en-US"/>
                </a:p>
              </p:txBody>
            </p:sp>
          </p:grpSp>
          <p:sp>
            <p:nvSpPr>
              <p:cNvPr id="691" name="Rectangle 361"/>
              <p:cNvSpPr>
                <a:spLocks noChangeArrowheads="1"/>
              </p:cNvSpPr>
              <p:nvPr/>
            </p:nvSpPr>
            <p:spPr bwMode="auto">
              <a:xfrm rot="10800000" flipV="1">
                <a:off x="4067969" y="5395714"/>
                <a:ext cx="737527" cy="14683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70505" tIns="85252" rIns="170505" bIns="85252" anchor="ctr"/>
              <a:lstStyle/>
              <a:p>
                <a:pPr algn="ctr"/>
                <a:r>
                  <a:rPr lang="en-US" altLang="ko-KR" sz="900" dirty="0">
                    <a:latin typeface="Arial" charset="0"/>
                  </a:rPr>
                  <a:t>AC 230V</a:t>
                </a:r>
                <a:endParaRPr lang="ko-KR" altLang="ko-KR" dirty="0"/>
              </a:p>
            </p:txBody>
          </p:sp>
        </p:grpSp>
        <p:grpSp>
          <p:nvGrpSpPr>
            <p:cNvPr id="694" name="그룹 693"/>
            <p:cNvGrpSpPr/>
            <p:nvPr/>
          </p:nvGrpSpPr>
          <p:grpSpPr>
            <a:xfrm>
              <a:off x="3727154" y="4390629"/>
              <a:ext cx="570704" cy="272794"/>
              <a:chOff x="4067969" y="5160640"/>
              <a:chExt cx="737527" cy="381912"/>
            </a:xfrm>
          </p:grpSpPr>
          <p:grpSp>
            <p:nvGrpSpPr>
              <p:cNvPr id="695" name="그룹 676"/>
              <p:cNvGrpSpPr/>
              <p:nvPr/>
            </p:nvGrpSpPr>
            <p:grpSpPr>
              <a:xfrm rot="10800000">
                <a:off x="4095784" y="5160640"/>
                <a:ext cx="700819" cy="225364"/>
                <a:chOff x="4404597" y="1158762"/>
                <a:chExt cx="700819" cy="225364"/>
              </a:xfrm>
            </p:grpSpPr>
            <p:sp>
              <p:nvSpPr>
                <p:cNvPr id="697" name="Line 362"/>
                <p:cNvSpPr>
                  <a:spLocks noChangeShapeType="1"/>
                </p:cNvSpPr>
                <p:nvPr/>
              </p:nvSpPr>
              <p:spPr bwMode="auto">
                <a:xfrm flipV="1">
                  <a:off x="4404598" y="1158762"/>
                  <a:ext cx="700818" cy="3338"/>
                </a:xfrm>
                <a:prstGeom prst="line">
                  <a:avLst/>
                </a:prstGeom>
                <a:noFill/>
                <a:ln w="25400">
                  <a:solidFill>
                    <a:srgbClr val="FF3300"/>
                  </a:solidFill>
                  <a:round/>
                  <a:headEnd/>
                  <a:tailEnd type="none" w="med" len="lg"/>
                </a:ln>
              </p:spPr>
              <p:txBody>
                <a:bodyPr lIns="128016" tIns="64008" rIns="128016" bIns="64008"/>
                <a:lstStyle/>
                <a:p>
                  <a:endParaRPr lang="ko-KR" altLang="en-US"/>
                </a:p>
              </p:txBody>
            </p:sp>
            <p:sp>
              <p:nvSpPr>
                <p:cNvPr id="698" name="Line 368"/>
                <p:cNvSpPr>
                  <a:spLocks noChangeShapeType="1"/>
                </p:cNvSpPr>
                <p:nvPr/>
              </p:nvSpPr>
              <p:spPr bwMode="auto">
                <a:xfrm flipV="1">
                  <a:off x="4404597" y="1162049"/>
                  <a:ext cx="715" cy="222077"/>
                </a:xfrm>
                <a:prstGeom prst="line">
                  <a:avLst/>
                </a:prstGeom>
                <a:noFill/>
                <a:ln w="25400">
                  <a:solidFill>
                    <a:srgbClr val="FF3300"/>
                  </a:solidFill>
                  <a:round/>
                  <a:headEnd type="arrow" w="med" len="med"/>
                  <a:tailEnd type="none" w="med" len="lg"/>
                </a:ln>
              </p:spPr>
              <p:txBody>
                <a:bodyPr lIns="128016" tIns="64008" rIns="128016" bIns="64008"/>
                <a:lstStyle/>
                <a:p>
                  <a:endParaRPr lang="ko-KR" altLang="en-US"/>
                </a:p>
              </p:txBody>
            </p:sp>
          </p:grpSp>
          <p:sp>
            <p:nvSpPr>
              <p:cNvPr id="696" name="Rectangle 361"/>
              <p:cNvSpPr>
                <a:spLocks noChangeArrowheads="1"/>
              </p:cNvSpPr>
              <p:nvPr/>
            </p:nvSpPr>
            <p:spPr bwMode="auto">
              <a:xfrm rot="10800000" flipV="1">
                <a:off x="4067969" y="5395714"/>
                <a:ext cx="737527" cy="14683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70505" tIns="85252" rIns="170505" bIns="85252" anchor="ctr"/>
              <a:lstStyle/>
              <a:p>
                <a:pPr algn="ctr"/>
                <a:r>
                  <a:rPr lang="en-US" altLang="ko-KR" sz="900" dirty="0">
                    <a:latin typeface="Arial" charset="0"/>
                  </a:rPr>
                  <a:t>AC 230V</a:t>
                </a:r>
                <a:endParaRPr lang="ko-KR" altLang="ko-KR" dirty="0"/>
              </a:p>
            </p:txBody>
          </p:sp>
        </p:grpSp>
        <p:grpSp>
          <p:nvGrpSpPr>
            <p:cNvPr id="699" name="그룹 698"/>
            <p:cNvGrpSpPr/>
            <p:nvPr/>
          </p:nvGrpSpPr>
          <p:grpSpPr>
            <a:xfrm>
              <a:off x="5385268" y="4390629"/>
              <a:ext cx="570704" cy="272794"/>
              <a:chOff x="4067969" y="5160640"/>
              <a:chExt cx="737527" cy="381912"/>
            </a:xfrm>
          </p:grpSpPr>
          <p:grpSp>
            <p:nvGrpSpPr>
              <p:cNvPr id="700" name="그룹 676"/>
              <p:cNvGrpSpPr/>
              <p:nvPr/>
            </p:nvGrpSpPr>
            <p:grpSpPr>
              <a:xfrm rot="10800000">
                <a:off x="4095784" y="5160640"/>
                <a:ext cx="700819" cy="225364"/>
                <a:chOff x="4404597" y="1158762"/>
                <a:chExt cx="700819" cy="225364"/>
              </a:xfrm>
            </p:grpSpPr>
            <p:sp>
              <p:nvSpPr>
                <p:cNvPr id="702" name="Line 362"/>
                <p:cNvSpPr>
                  <a:spLocks noChangeShapeType="1"/>
                </p:cNvSpPr>
                <p:nvPr/>
              </p:nvSpPr>
              <p:spPr bwMode="auto">
                <a:xfrm flipV="1">
                  <a:off x="4404598" y="1158762"/>
                  <a:ext cx="700818" cy="3338"/>
                </a:xfrm>
                <a:prstGeom prst="line">
                  <a:avLst/>
                </a:prstGeom>
                <a:noFill/>
                <a:ln w="25400">
                  <a:solidFill>
                    <a:srgbClr val="FF3300"/>
                  </a:solidFill>
                  <a:round/>
                  <a:headEnd/>
                  <a:tailEnd type="none" w="med" len="lg"/>
                </a:ln>
              </p:spPr>
              <p:txBody>
                <a:bodyPr lIns="128016" tIns="64008" rIns="128016" bIns="64008"/>
                <a:lstStyle/>
                <a:p>
                  <a:endParaRPr lang="ko-KR" altLang="en-US"/>
                </a:p>
              </p:txBody>
            </p:sp>
            <p:sp>
              <p:nvSpPr>
                <p:cNvPr id="703" name="Line 368"/>
                <p:cNvSpPr>
                  <a:spLocks noChangeShapeType="1"/>
                </p:cNvSpPr>
                <p:nvPr/>
              </p:nvSpPr>
              <p:spPr bwMode="auto">
                <a:xfrm flipV="1">
                  <a:off x="4404597" y="1162049"/>
                  <a:ext cx="715" cy="222077"/>
                </a:xfrm>
                <a:prstGeom prst="line">
                  <a:avLst/>
                </a:prstGeom>
                <a:noFill/>
                <a:ln w="25400">
                  <a:solidFill>
                    <a:srgbClr val="FF3300"/>
                  </a:solidFill>
                  <a:round/>
                  <a:headEnd type="arrow" w="med" len="med"/>
                  <a:tailEnd type="none" w="med" len="lg"/>
                </a:ln>
              </p:spPr>
              <p:txBody>
                <a:bodyPr lIns="128016" tIns="64008" rIns="128016" bIns="64008"/>
                <a:lstStyle/>
                <a:p>
                  <a:endParaRPr lang="ko-KR" altLang="en-US"/>
                </a:p>
              </p:txBody>
            </p:sp>
          </p:grpSp>
          <p:sp>
            <p:nvSpPr>
              <p:cNvPr id="701" name="Rectangle 361"/>
              <p:cNvSpPr>
                <a:spLocks noChangeArrowheads="1"/>
              </p:cNvSpPr>
              <p:nvPr/>
            </p:nvSpPr>
            <p:spPr bwMode="auto">
              <a:xfrm rot="10800000" flipV="1">
                <a:off x="4067969" y="5395714"/>
                <a:ext cx="737527" cy="14683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70505" tIns="85252" rIns="170505" bIns="85252" anchor="ctr"/>
              <a:lstStyle/>
              <a:p>
                <a:pPr algn="ctr"/>
                <a:r>
                  <a:rPr lang="en-US" altLang="ko-KR" sz="900" dirty="0">
                    <a:latin typeface="Arial" charset="0"/>
                  </a:rPr>
                  <a:t>AC 230V</a:t>
                </a:r>
                <a:endParaRPr lang="ko-KR" altLang="ko-KR" dirty="0"/>
              </a:p>
            </p:txBody>
          </p:sp>
        </p:grpSp>
        <p:sp>
          <p:nvSpPr>
            <p:cNvPr id="266" name="TextBox 265"/>
            <p:cNvSpPr txBox="1"/>
            <p:nvPr/>
          </p:nvSpPr>
          <p:spPr>
            <a:xfrm>
              <a:off x="5510447" y="42043"/>
              <a:ext cx="2730303" cy="68148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lIns="95770" tIns="47885" rIns="95770" bIns="47885" rtlCol="0">
              <a:spAutoFit/>
            </a:bodyPr>
            <a:lstStyle/>
            <a:p>
              <a:r>
                <a:rPr lang="en-US" altLang="ko-KR" dirty="0" smtClean="0"/>
                <a:t>Passenger Information System M</a:t>
              </a:r>
              <a:r>
                <a:rPr lang="en-US" altLang="ko-KR" sz="1000" dirty="0"/>
                <a:t>A</a:t>
              </a:r>
              <a:endParaRPr lang="ko-KR" altLang="en-US" sz="1000" dirty="0"/>
            </a:p>
          </p:txBody>
        </p:sp>
        <p:grpSp>
          <p:nvGrpSpPr>
            <p:cNvPr id="463" name="그룹 462"/>
            <p:cNvGrpSpPr/>
            <p:nvPr/>
          </p:nvGrpSpPr>
          <p:grpSpPr>
            <a:xfrm>
              <a:off x="3727150" y="1834539"/>
              <a:ext cx="1053610" cy="625361"/>
              <a:chOff x="5666768" y="1056184"/>
              <a:chExt cx="1361588" cy="875506"/>
            </a:xfrm>
          </p:grpSpPr>
          <p:sp>
            <p:nvSpPr>
              <p:cNvPr id="437" name="Rectangle 358"/>
              <p:cNvSpPr>
                <a:spLocks noChangeArrowheads="1"/>
              </p:cNvSpPr>
              <p:nvPr/>
            </p:nvSpPr>
            <p:spPr bwMode="auto">
              <a:xfrm>
                <a:off x="5718850" y="1056184"/>
                <a:ext cx="1211413" cy="869347"/>
              </a:xfrm>
              <a:prstGeom prst="rect">
                <a:avLst/>
              </a:prstGeom>
              <a:solidFill>
                <a:srgbClr val="CCCCFF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70505" tIns="85252" rIns="170505" bIns="85252" anchor="ctr"/>
              <a:lstStyle/>
              <a:p>
                <a:pPr algn="ctr"/>
                <a:endParaRPr lang="ko-KR" altLang="ko-KR"/>
              </a:p>
            </p:txBody>
          </p:sp>
          <p:pic>
            <p:nvPicPr>
              <p:cNvPr id="438" name="그림 437" descr="denver_mini.jpg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5810333" y="1181185"/>
                <a:ext cx="1046305" cy="604867"/>
              </a:xfrm>
              <a:prstGeom prst="rect">
                <a:avLst/>
              </a:prstGeom>
            </p:spPr>
          </p:pic>
          <p:sp>
            <p:nvSpPr>
              <p:cNvPr id="439" name="Rectangle 426"/>
              <p:cNvSpPr>
                <a:spLocks noChangeArrowheads="1"/>
              </p:cNvSpPr>
              <p:nvPr/>
            </p:nvSpPr>
            <p:spPr bwMode="auto">
              <a:xfrm rot="10800000" flipV="1">
                <a:off x="5666768" y="1781515"/>
                <a:ext cx="1361588" cy="15017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70505" tIns="85252" rIns="170505" bIns="85252" anchor="ctr"/>
              <a:lstStyle/>
              <a:p>
                <a:pPr algn="ctr"/>
                <a:r>
                  <a:rPr lang="en-US" altLang="ko-KR" sz="900" dirty="0"/>
                  <a:t>LCD Display</a:t>
                </a:r>
                <a:endParaRPr lang="ko-KR" altLang="ko-KR" sz="900" dirty="0"/>
              </a:p>
            </p:txBody>
          </p:sp>
        </p:grpSp>
        <p:grpSp>
          <p:nvGrpSpPr>
            <p:cNvPr id="464" name="그룹 463"/>
            <p:cNvGrpSpPr/>
            <p:nvPr/>
          </p:nvGrpSpPr>
          <p:grpSpPr>
            <a:xfrm>
              <a:off x="5242399" y="1838290"/>
              <a:ext cx="1053610" cy="625361"/>
              <a:chOff x="5666768" y="1056184"/>
              <a:chExt cx="1361588" cy="875506"/>
            </a:xfrm>
          </p:grpSpPr>
          <p:sp>
            <p:nvSpPr>
              <p:cNvPr id="465" name="Rectangle 358"/>
              <p:cNvSpPr>
                <a:spLocks noChangeArrowheads="1"/>
              </p:cNvSpPr>
              <p:nvPr/>
            </p:nvSpPr>
            <p:spPr bwMode="auto">
              <a:xfrm>
                <a:off x="5718850" y="1056184"/>
                <a:ext cx="1211413" cy="869347"/>
              </a:xfrm>
              <a:prstGeom prst="rect">
                <a:avLst/>
              </a:prstGeom>
              <a:solidFill>
                <a:srgbClr val="CCCCFF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70505" tIns="85252" rIns="170505" bIns="85252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467" name="Rectangle 426"/>
              <p:cNvSpPr>
                <a:spLocks noChangeArrowheads="1"/>
              </p:cNvSpPr>
              <p:nvPr/>
            </p:nvSpPr>
            <p:spPr bwMode="auto">
              <a:xfrm rot="10800000" flipV="1">
                <a:off x="5666768" y="1781515"/>
                <a:ext cx="1361588" cy="15017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70505" tIns="85252" rIns="170505" bIns="85252" anchor="ctr"/>
              <a:lstStyle/>
              <a:p>
                <a:pPr algn="ctr"/>
                <a:r>
                  <a:rPr lang="en-US" altLang="ko-KR" sz="900" dirty="0"/>
                  <a:t>LCD Display</a:t>
                </a:r>
                <a:endParaRPr lang="ko-KR" altLang="ko-KR" sz="900" dirty="0"/>
              </a:p>
            </p:txBody>
          </p:sp>
          <p:pic>
            <p:nvPicPr>
              <p:cNvPr id="466" name="그림 465" descr="denver_mini.jpg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5810333" y="1181185"/>
                <a:ext cx="1046305" cy="604867"/>
              </a:xfrm>
              <a:prstGeom prst="rect">
                <a:avLst/>
              </a:prstGeom>
            </p:spPr>
          </p:pic>
        </p:grpSp>
        <p:grpSp>
          <p:nvGrpSpPr>
            <p:cNvPr id="472" name="그룹 471"/>
            <p:cNvGrpSpPr/>
            <p:nvPr/>
          </p:nvGrpSpPr>
          <p:grpSpPr>
            <a:xfrm>
              <a:off x="3169944" y="3068962"/>
              <a:ext cx="1053610" cy="625361"/>
              <a:chOff x="5666768" y="1056184"/>
              <a:chExt cx="1361588" cy="875506"/>
            </a:xfrm>
          </p:grpSpPr>
          <p:sp>
            <p:nvSpPr>
              <p:cNvPr id="473" name="Rectangle 358"/>
              <p:cNvSpPr>
                <a:spLocks noChangeArrowheads="1"/>
              </p:cNvSpPr>
              <p:nvPr/>
            </p:nvSpPr>
            <p:spPr bwMode="auto">
              <a:xfrm>
                <a:off x="5718850" y="1056184"/>
                <a:ext cx="1211413" cy="869347"/>
              </a:xfrm>
              <a:prstGeom prst="rect">
                <a:avLst/>
              </a:prstGeom>
              <a:solidFill>
                <a:srgbClr val="CCCCFF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70505" tIns="85252" rIns="170505" bIns="85252" anchor="ctr"/>
              <a:lstStyle/>
              <a:p>
                <a:pPr algn="ctr"/>
                <a:endParaRPr lang="ko-KR" altLang="ko-KR"/>
              </a:p>
            </p:txBody>
          </p:sp>
          <p:pic>
            <p:nvPicPr>
              <p:cNvPr id="474" name="그림 473" descr="denver_mini.jpg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5810333" y="1181185"/>
                <a:ext cx="1046305" cy="604867"/>
              </a:xfrm>
              <a:prstGeom prst="rect">
                <a:avLst/>
              </a:prstGeom>
            </p:spPr>
          </p:pic>
          <p:sp>
            <p:nvSpPr>
              <p:cNvPr id="475" name="Rectangle 426"/>
              <p:cNvSpPr>
                <a:spLocks noChangeArrowheads="1"/>
              </p:cNvSpPr>
              <p:nvPr/>
            </p:nvSpPr>
            <p:spPr bwMode="auto">
              <a:xfrm rot="10800000" flipV="1">
                <a:off x="5666768" y="1781515"/>
                <a:ext cx="1361588" cy="15017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70505" tIns="85252" rIns="170505" bIns="85252" anchor="ctr"/>
              <a:lstStyle/>
              <a:p>
                <a:pPr algn="ctr"/>
                <a:r>
                  <a:rPr lang="en-US" altLang="ko-KR" sz="900" dirty="0"/>
                  <a:t>LCD Display</a:t>
                </a:r>
                <a:endParaRPr lang="ko-KR" altLang="ko-KR" sz="900" dirty="0"/>
              </a:p>
            </p:txBody>
          </p:sp>
        </p:grpSp>
        <p:grpSp>
          <p:nvGrpSpPr>
            <p:cNvPr id="476" name="그룹 475"/>
            <p:cNvGrpSpPr/>
            <p:nvPr/>
          </p:nvGrpSpPr>
          <p:grpSpPr>
            <a:xfrm>
              <a:off x="4685194" y="3072713"/>
              <a:ext cx="1053610" cy="625361"/>
              <a:chOff x="5666768" y="1056184"/>
              <a:chExt cx="1361588" cy="875506"/>
            </a:xfrm>
          </p:grpSpPr>
          <p:sp>
            <p:nvSpPr>
              <p:cNvPr id="477" name="Rectangle 358"/>
              <p:cNvSpPr>
                <a:spLocks noChangeArrowheads="1"/>
              </p:cNvSpPr>
              <p:nvPr/>
            </p:nvSpPr>
            <p:spPr bwMode="auto">
              <a:xfrm>
                <a:off x="5718850" y="1056184"/>
                <a:ext cx="1211413" cy="869347"/>
              </a:xfrm>
              <a:prstGeom prst="rect">
                <a:avLst/>
              </a:prstGeom>
              <a:solidFill>
                <a:srgbClr val="CCCCFF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70505" tIns="85252" rIns="170505" bIns="85252" anchor="ctr"/>
              <a:lstStyle/>
              <a:p>
                <a:pPr algn="ctr"/>
                <a:endParaRPr lang="ko-KR" altLang="ko-KR"/>
              </a:p>
            </p:txBody>
          </p:sp>
          <p:pic>
            <p:nvPicPr>
              <p:cNvPr id="478" name="그림 477" descr="denver_mini.jpg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5810333" y="1181185"/>
                <a:ext cx="1046305" cy="604867"/>
              </a:xfrm>
              <a:prstGeom prst="rect">
                <a:avLst/>
              </a:prstGeom>
            </p:spPr>
          </p:pic>
          <p:sp>
            <p:nvSpPr>
              <p:cNvPr id="479" name="Rectangle 426"/>
              <p:cNvSpPr>
                <a:spLocks noChangeArrowheads="1"/>
              </p:cNvSpPr>
              <p:nvPr/>
            </p:nvSpPr>
            <p:spPr bwMode="auto">
              <a:xfrm rot="10800000" flipV="1">
                <a:off x="5666768" y="1781515"/>
                <a:ext cx="1361588" cy="15017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70505" tIns="85252" rIns="170505" bIns="85252" anchor="ctr"/>
              <a:lstStyle/>
              <a:p>
                <a:pPr algn="ctr"/>
                <a:r>
                  <a:rPr lang="en-US" altLang="ko-KR" sz="900" dirty="0"/>
                  <a:t>LCD Display</a:t>
                </a:r>
                <a:endParaRPr lang="ko-KR" altLang="ko-KR" sz="900" dirty="0"/>
              </a:p>
            </p:txBody>
          </p:sp>
        </p:grpSp>
        <p:grpSp>
          <p:nvGrpSpPr>
            <p:cNvPr id="480" name="그룹 479"/>
            <p:cNvGrpSpPr/>
            <p:nvPr/>
          </p:nvGrpSpPr>
          <p:grpSpPr>
            <a:xfrm>
              <a:off x="6189646" y="3072713"/>
              <a:ext cx="1053610" cy="625361"/>
              <a:chOff x="5666768" y="1056184"/>
              <a:chExt cx="1361588" cy="875506"/>
            </a:xfrm>
          </p:grpSpPr>
          <p:sp>
            <p:nvSpPr>
              <p:cNvPr id="481" name="Rectangle 358"/>
              <p:cNvSpPr>
                <a:spLocks noChangeArrowheads="1"/>
              </p:cNvSpPr>
              <p:nvPr/>
            </p:nvSpPr>
            <p:spPr bwMode="auto">
              <a:xfrm>
                <a:off x="5718850" y="1056184"/>
                <a:ext cx="1211413" cy="869347"/>
              </a:xfrm>
              <a:prstGeom prst="rect">
                <a:avLst/>
              </a:prstGeom>
              <a:solidFill>
                <a:srgbClr val="CCCCFF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70505" tIns="85252" rIns="170505" bIns="85252" anchor="ctr"/>
              <a:lstStyle/>
              <a:p>
                <a:pPr algn="ctr"/>
                <a:endParaRPr lang="ko-KR" altLang="ko-KR"/>
              </a:p>
            </p:txBody>
          </p:sp>
          <p:pic>
            <p:nvPicPr>
              <p:cNvPr id="482" name="그림 481" descr="denver_mini.jpg"/>
              <p:cNvPicPr>
                <a:picLocks noChangeAspect="1"/>
              </p:cNvPicPr>
              <p:nvPr/>
            </p:nvPicPr>
            <p:blipFill>
              <a:blip r:embed="rId2" cstate="print"/>
              <a:stretch>
                <a:fillRect/>
              </a:stretch>
            </p:blipFill>
            <p:spPr>
              <a:xfrm>
                <a:off x="5810333" y="1181185"/>
                <a:ext cx="1046305" cy="604867"/>
              </a:xfrm>
              <a:prstGeom prst="rect">
                <a:avLst/>
              </a:prstGeom>
            </p:spPr>
          </p:pic>
          <p:sp>
            <p:nvSpPr>
              <p:cNvPr id="483" name="Rectangle 426"/>
              <p:cNvSpPr>
                <a:spLocks noChangeArrowheads="1"/>
              </p:cNvSpPr>
              <p:nvPr/>
            </p:nvSpPr>
            <p:spPr bwMode="auto">
              <a:xfrm rot="10800000" flipV="1">
                <a:off x="5666768" y="1781515"/>
                <a:ext cx="1361588" cy="15017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70505" tIns="85252" rIns="170505" bIns="85252" anchor="ctr"/>
              <a:lstStyle/>
              <a:p>
                <a:pPr algn="ctr"/>
                <a:r>
                  <a:rPr lang="en-US" altLang="ko-KR" sz="900" dirty="0"/>
                  <a:t>LCD Display</a:t>
                </a:r>
                <a:endParaRPr lang="ko-KR" altLang="ko-KR" sz="90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124274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0" name="그룹 641"/>
          <p:cNvGrpSpPr/>
          <p:nvPr/>
        </p:nvGrpSpPr>
        <p:grpSpPr>
          <a:xfrm flipH="1">
            <a:off x="343727" y="2780884"/>
            <a:ext cx="405432" cy="85815"/>
            <a:chOff x="10763258" y="8618765"/>
            <a:chExt cx="523945" cy="120140"/>
          </a:xfrm>
        </p:grpSpPr>
        <p:sp>
          <p:nvSpPr>
            <p:cNvPr id="529" name="Freeform 548"/>
            <p:cNvSpPr>
              <a:spLocks/>
            </p:cNvSpPr>
            <p:nvPr/>
          </p:nvSpPr>
          <p:spPr bwMode="auto">
            <a:xfrm flipH="1">
              <a:off x="10763258" y="8662149"/>
              <a:ext cx="480561" cy="7675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6102" tIns="48051" rIns="96102" bIns="48051"/>
            <a:lstStyle/>
            <a:p>
              <a:endParaRPr lang="ko-KR" altLang="en-US"/>
            </a:p>
          </p:txBody>
        </p:sp>
        <p:sp>
          <p:nvSpPr>
            <p:cNvPr id="530" name="Oval 567"/>
            <p:cNvSpPr>
              <a:spLocks noChangeArrowheads="1"/>
            </p:cNvSpPr>
            <p:nvPr/>
          </p:nvSpPr>
          <p:spPr bwMode="auto">
            <a:xfrm flipH="1">
              <a:off x="11207109" y="8618765"/>
              <a:ext cx="80094" cy="7508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6102" tIns="48051" rIns="96102" bIns="48051" anchor="ctr"/>
            <a:lstStyle/>
            <a:p>
              <a:pPr algn="ctr"/>
              <a:endParaRPr lang="ko-KR" altLang="ko-KR"/>
            </a:p>
          </p:txBody>
        </p:sp>
      </p:grpSp>
      <p:grpSp>
        <p:nvGrpSpPr>
          <p:cNvPr id="261" name="그룹 638"/>
          <p:cNvGrpSpPr/>
          <p:nvPr/>
        </p:nvGrpSpPr>
        <p:grpSpPr>
          <a:xfrm flipH="1">
            <a:off x="340255" y="2893377"/>
            <a:ext cx="405432" cy="85815"/>
            <a:chOff x="10763258" y="8618765"/>
            <a:chExt cx="523945" cy="120140"/>
          </a:xfrm>
        </p:grpSpPr>
        <p:sp>
          <p:nvSpPr>
            <p:cNvPr id="527" name="Freeform 548"/>
            <p:cNvSpPr>
              <a:spLocks/>
            </p:cNvSpPr>
            <p:nvPr/>
          </p:nvSpPr>
          <p:spPr bwMode="auto">
            <a:xfrm flipH="1">
              <a:off x="10763258" y="8662149"/>
              <a:ext cx="480561" cy="7675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6102" tIns="48051" rIns="96102" bIns="48051"/>
            <a:lstStyle/>
            <a:p>
              <a:endParaRPr lang="ko-KR" altLang="en-US"/>
            </a:p>
          </p:txBody>
        </p:sp>
        <p:sp>
          <p:nvSpPr>
            <p:cNvPr id="528" name="Oval 567"/>
            <p:cNvSpPr>
              <a:spLocks noChangeArrowheads="1"/>
            </p:cNvSpPr>
            <p:nvPr/>
          </p:nvSpPr>
          <p:spPr bwMode="auto">
            <a:xfrm flipH="1">
              <a:off x="11207109" y="8618765"/>
              <a:ext cx="80094" cy="7508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6102" tIns="48051" rIns="96102" bIns="48051" anchor="ctr"/>
            <a:lstStyle/>
            <a:p>
              <a:pPr algn="ctr"/>
              <a:endParaRPr lang="ko-KR" altLang="ko-KR"/>
            </a:p>
          </p:txBody>
        </p:sp>
      </p:grpSp>
      <p:grpSp>
        <p:nvGrpSpPr>
          <p:cNvPr id="262" name="그룹 647"/>
          <p:cNvGrpSpPr/>
          <p:nvPr/>
        </p:nvGrpSpPr>
        <p:grpSpPr>
          <a:xfrm flipH="1">
            <a:off x="339608" y="1543059"/>
            <a:ext cx="405432" cy="85815"/>
            <a:chOff x="10763258" y="8618765"/>
            <a:chExt cx="523945" cy="120140"/>
          </a:xfrm>
        </p:grpSpPr>
        <p:sp>
          <p:nvSpPr>
            <p:cNvPr id="525" name="Freeform 548"/>
            <p:cNvSpPr>
              <a:spLocks/>
            </p:cNvSpPr>
            <p:nvPr/>
          </p:nvSpPr>
          <p:spPr bwMode="auto">
            <a:xfrm flipH="1">
              <a:off x="10763258" y="8662149"/>
              <a:ext cx="480561" cy="7675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6102" tIns="48051" rIns="96102" bIns="48051"/>
            <a:lstStyle/>
            <a:p>
              <a:endParaRPr lang="ko-KR" altLang="en-US"/>
            </a:p>
          </p:txBody>
        </p:sp>
        <p:sp>
          <p:nvSpPr>
            <p:cNvPr id="526" name="Oval 567"/>
            <p:cNvSpPr>
              <a:spLocks noChangeArrowheads="1"/>
            </p:cNvSpPr>
            <p:nvPr/>
          </p:nvSpPr>
          <p:spPr bwMode="auto">
            <a:xfrm flipH="1">
              <a:off x="11207109" y="8618765"/>
              <a:ext cx="80094" cy="7508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6102" tIns="48051" rIns="96102" bIns="48051" anchor="ctr"/>
            <a:lstStyle/>
            <a:p>
              <a:pPr algn="ctr"/>
              <a:endParaRPr lang="ko-KR" altLang="ko-KR"/>
            </a:p>
          </p:txBody>
        </p:sp>
      </p:grpSp>
      <p:sp>
        <p:nvSpPr>
          <p:cNvPr id="263" name="Line 46"/>
          <p:cNvSpPr>
            <a:spLocks noChangeShapeType="1"/>
          </p:cNvSpPr>
          <p:nvPr/>
        </p:nvSpPr>
        <p:spPr bwMode="auto">
          <a:xfrm flipH="1" flipV="1">
            <a:off x="753517" y="2796269"/>
            <a:ext cx="6607493" cy="15521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arrow"/>
            <a:tailEnd type="oval" w="med" len="med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264" name="Line 46"/>
          <p:cNvSpPr>
            <a:spLocks noChangeShapeType="1"/>
          </p:cNvSpPr>
          <p:nvPr/>
        </p:nvSpPr>
        <p:spPr bwMode="auto">
          <a:xfrm flipH="1">
            <a:off x="749833" y="2902857"/>
            <a:ext cx="6622425" cy="2268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arrow"/>
            <a:tailEnd type="oval" w="med" len="med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265" name="Freeform 548"/>
          <p:cNvSpPr>
            <a:spLocks/>
          </p:cNvSpPr>
          <p:nvPr/>
        </p:nvSpPr>
        <p:spPr bwMode="auto">
          <a:xfrm>
            <a:off x="366259" y="6408036"/>
            <a:ext cx="371864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266" name="Line 560"/>
          <p:cNvSpPr>
            <a:spLocks noChangeShapeType="1"/>
          </p:cNvSpPr>
          <p:nvPr/>
        </p:nvSpPr>
        <p:spPr bwMode="auto">
          <a:xfrm flipH="1">
            <a:off x="544885" y="244930"/>
            <a:ext cx="2259" cy="6590427"/>
          </a:xfrm>
          <a:prstGeom prst="line">
            <a:avLst/>
          </a:prstGeom>
          <a:noFill/>
          <a:ln w="12700">
            <a:solidFill>
              <a:srgbClr val="808000"/>
            </a:solidFill>
            <a:prstDash val="lgDashDot"/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267" name="Rectangle 33"/>
          <p:cNvSpPr>
            <a:spLocks noChangeArrowheads="1"/>
          </p:cNvSpPr>
          <p:nvPr/>
        </p:nvSpPr>
        <p:spPr bwMode="auto">
          <a:xfrm flipH="1">
            <a:off x="7562495" y="22646"/>
            <a:ext cx="1071687" cy="122762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b="1" dirty="0">
                <a:latin typeface="Arial" charset="0"/>
              </a:rPr>
              <a:t>Communication Rack-A </a:t>
            </a:r>
            <a:endParaRPr lang="ko-KR" altLang="ko-KR" dirty="0"/>
          </a:p>
        </p:txBody>
      </p:sp>
      <p:sp>
        <p:nvSpPr>
          <p:cNvPr id="268" name="Freeform 544"/>
          <p:cNvSpPr>
            <a:spLocks/>
          </p:cNvSpPr>
          <p:nvPr/>
        </p:nvSpPr>
        <p:spPr bwMode="auto">
          <a:xfrm>
            <a:off x="360243" y="6539416"/>
            <a:ext cx="371864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269" name="Freeform 545"/>
          <p:cNvSpPr>
            <a:spLocks/>
          </p:cNvSpPr>
          <p:nvPr/>
        </p:nvSpPr>
        <p:spPr bwMode="auto">
          <a:xfrm>
            <a:off x="360243" y="6647875"/>
            <a:ext cx="371864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270" name="Freeform 548"/>
          <p:cNvSpPr>
            <a:spLocks/>
          </p:cNvSpPr>
          <p:nvPr/>
        </p:nvSpPr>
        <p:spPr bwMode="auto">
          <a:xfrm>
            <a:off x="365402" y="6289913"/>
            <a:ext cx="371864" cy="54826"/>
          </a:xfrm>
          <a:custGeom>
            <a:avLst/>
            <a:gdLst>
              <a:gd name="T0" fmla="*/ 765684263 w 273"/>
              <a:gd name="T1" fmla="*/ 0 h 46"/>
              <a:gd name="T2" fmla="*/ 381440387 w 273"/>
              <a:gd name="T3" fmla="*/ 115927199 h 46"/>
              <a:gd name="T4" fmla="*/ 0 w 273"/>
              <a:gd name="T5" fmla="*/ 0 h 46"/>
              <a:gd name="T6" fmla="*/ 0 60000 65536"/>
              <a:gd name="T7" fmla="*/ 0 60000 65536"/>
              <a:gd name="T8" fmla="*/ 0 60000 65536"/>
              <a:gd name="T9" fmla="*/ 0 w 273"/>
              <a:gd name="T10" fmla="*/ 0 h 46"/>
              <a:gd name="T11" fmla="*/ 273 w 273"/>
              <a:gd name="T12" fmla="*/ 46 h 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3" h="46">
                <a:moveTo>
                  <a:pt x="273" y="0"/>
                </a:moveTo>
                <a:cubicBezTo>
                  <a:pt x="227" y="23"/>
                  <a:pt x="181" y="46"/>
                  <a:pt x="136" y="46"/>
                </a:cubicBezTo>
                <a:cubicBezTo>
                  <a:pt x="91" y="46"/>
                  <a:pt x="30" y="15"/>
                  <a:pt x="0" y="0"/>
                </a:cubicBezTo>
              </a:path>
            </a:pathLst>
          </a:custGeom>
          <a:noFill/>
          <a:ln w="9525">
            <a:solidFill>
              <a:srgbClr val="C0C0C0"/>
            </a:solidFill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271" name="Oval 563"/>
          <p:cNvSpPr>
            <a:spLocks noChangeArrowheads="1"/>
          </p:cNvSpPr>
          <p:nvPr/>
        </p:nvSpPr>
        <p:spPr bwMode="auto">
          <a:xfrm>
            <a:off x="326671" y="6508427"/>
            <a:ext cx="61978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71886" tIns="35943" rIns="71886" bIns="35943" anchor="ctr"/>
          <a:lstStyle/>
          <a:p>
            <a:pPr algn="ctr"/>
            <a:endParaRPr lang="ko-KR" altLang="ko-KR"/>
          </a:p>
        </p:txBody>
      </p:sp>
      <p:sp>
        <p:nvSpPr>
          <p:cNvPr id="272" name="Oval 564"/>
          <p:cNvSpPr>
            <a:spLocks noChangeArrowheads="1"/>
          </p:cNvSpPr>
          <p:nvPr/>
        </p:nvSpPr>
        <p:spPr bwMode="auto">
          <a:xfrm>
            <a:off x="326671" y="6616886"/>
            <a:ext cx="61978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71886" tIns="35943" rIns="71886" bIns="35943" anchor="ctr"/>
          <a:lstStyle/>
          <a:p>
            <a:pPr algn="ctr"/>
            <a:endParaRPr lang="ko-KR" altLang="ko-KR"/>
          </a:p>
        </p:txBody>
      </p:sp>
      <p:sp>
        <p:nvSpPr>
          <p:cNvPr id="273" name="Oval 567"/>
          <p:cNvSpPr>
            <a:spLocks noChangeArrowheads="1"/>
          </p:cNvSpPr>
          <p:nvPr/>
        </p:nvSpPr>
        <p:spPr bwMode="auto">
          <a:xfrm>
            <a:off x="331832" y="6258926"/>
            <a:ext cx="61978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71886" tIns="35943" rIns="71886" bIns="35943" anchor="ctr"/>
          <a:lstStyle/>
          <a:p>
            <a:pPr algn="ctr"/>
            <a:endParaRPr lang="ko-KR" altLang="ko-KR"/>
          </a:p>
        </p:txBody>
      </p:sp>
      <p:sp>
        <p:nvSpPr>
          <p:cNvPr id="274" name="Rectangle 2"/>
          <p:cNvSpPr>
            <a:spLocks noChangeArrowheads="1"/>
          </p:cNvSpPr>
          <p:nvPr/>
        </p:nvSpPr>
        <p:spPr bwMode="auto">
          <a:xfrm>
            <a:off x="7408845" y="184741"/>
            <a:ext cx="1346709" cy="5903315"/>
          </a:xfrm>
          <a:prstGeom prst="rect">
            <a:avLst/>
          </a:prstGeom>
          <a:solidFill>
            <a:srgbClr val="FFFF99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71886" tIns="35943" rIns="71886" bIns="35943" anchor="ctr"/>
          <a:lstStyle/>
          <a:p>
            <a:pPr algn="ctr"/>
            <a:endParaRPr lang="ko-KR" altLang="ko-KR"/>
          </a:p>
        </p:txBody>
      </p:sp>
      <p:sp>
        <p:nvSpPr>
          <p:cNvPr id="275" name="Rectangle 32"/>
          <p:cNvSpPr>
            <a:spLocks noChangeArrowheads="1"/>
          </p:cNvSpPr>
          <p:nvPr/>
        </p:nvSpPr>
        <p:spPr bwMode="auto">
          <a:xfrm rot="5400000">
            <a:off x="8216037" y="2805855"/>
            <a:ext cx="903435" cy="5681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BACK PLAN BOARD</a:t>
            </a:r>
            <a:endParaRPr lang="ko-KR" altLang="ko-KR" dirty="0"/>
          </a:p>
        </p:txBody>
      </p:sp>
      <p:sp>
        <p:nvSpPr>
          <p:cNvPr id="276" name="Rectangle 34"/>
          <p:cNvSpPr>
            <a:spLocks noChangeArrowheads="1"/>
          </p:cNvSpPr>
          <p:nvPr/>
        </p:nvSpPr>
        <p:spPr bwMode="auto">
          <a:xfrm flipH="1">
            <a:off x="6716765" y="1462422"/>
            <a:ext cx="564249" cy="12633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Digital Video Signal</a:t>
            </a:r>
            <a:endParaRPr lang="ko-KR" altLang="ko-KR" dirty="0"/>
          </a:p>
        </p:txBody>
      </p:sp>
      <p:sp>
        <p:nvSpPr>
          <p:cNvPr id="277" name="Line 35"/>
          <p:cNvSpPr>
            <a:spLocks noChangeShapeType="1"/>
          </p:cNvSpPr>
          <p:nvPr/>
        </p:nvSpPr>
        <p:spPr bwMode="auto">
          <a:xfrm flipH="1" flipV="1">
            <a:off x="731410" y="1558020"/>
            <a:ext cx="6735538" cy="12861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 type="oval" w="med" len="med"/>
            <a:tailEnd type="arrow" w="med" len="med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278" name="Rectangle 40"/>
          <p:cNvSpPr>
            <a:spLocks noChangeArrowheads="1"/>
          </p:cNvSpPr>
          <p:nvPr/>
        </p:nvSpPr>
        <p:spPr bwMode="auto">
          <a:xfrm flipH="1">
            <a:off x="6875581" y="252676"/>
            <a:ext cx="565542" cy="16209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DC 37.5V</a:t>
            </a:r>
            <a:endParaRPr lang="ko-KR" altLang="ko-KR" dirty="0"/>
          </a:p>
        </p:txBody>
      </p:sp>
      <p:sp>
        <p:nvSpPr>
          <p:cNvPr id="279" name="Line 41"/>
          <p:cNvSpPr>
            <a:spLocks noChangeShapeType="1"/>
          </p:cNvSpPr>
          <p:nvPr/>
        </p:nvSpPr>
        <p:spPr bwMode="auto">
          <a:xfrm flipH="1">
            <a:off x="6905279" y="400467"/>
            <a:ext cx="566832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arrow" w="med" len="med"/>
            <a:tailEnd type="none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280" name="Line 49"/>
          <p:cNvSpPr>
            <a:spLocks noChangeShapeType="1"/>
          </p:cNvSpPr>
          <p:nvPr/>
        </p:nvSpPr>
        <p:spPr bwMode="auto">
          <a:xfrm flipV="1">
            <a:off x="7291346" y="4834211"/>
            <a:ext cx="175601" cy="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arrow" w="med" len="med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281" name="Line 50"/>
          <p:cNvSpPr>
            <a:spLocks noChangeShapeType="1"/>
          </p:cNvSpPr>
          <p:nvPr/>
        </p:nvSpPr>
        <p:spPr bwMode="auto">
          <a:xfrm flipH="1">
            <a:off x="7175137" y="4725751"/>
            <a:ext cx="291810" cy="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arrow" w="med" len="med"/>
            <a:tailEnd type="none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282" name="Line 53"/>
          <p:cNvSpPr>
            <a:spLocks noChangeShapeType="1"/>
          </p:cNvSpPr>
          <p:nvPr/>
        </p:nvSpPr>
        <p:spPr bwMode="auto">
          <a:xfrm flipV="1">
            <a:off x="7291345" y="4834214"/>
            <a:ext cx="0" cy="135157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none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283" name="Line 54"/>
          <p:cNvSpPr>
            <a:spLocks noChangeShapeType="1"/>
          </p:cNvSpPr>
          <p:nvPr/>
        </p:nvSpPr>
        <p:spPr bwMode="auto">
          <a:xfrm flipV="1">
            <a:off x="7175138" y="4726944"/>
            <a:ext cx="0" cy="1458844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 type="none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284" name="Rectangle 59"/>
          <p:cNvSpPr>
            <a:spLocks noChangeArrowheads="1"/>
          </p:cNvSpPr>
          <p:nvPr/>
        </p:nvSpPr>
        <p:spPr bwMode="auto">
          <a:xfrm>
            <a:off x="7466947" y="2219258"/>
            <a:ext cx="410599" cy="2865926"/>
          </a:xfrm>
          <a:prstGeom prst="rect">
            <a:avLst/>
          </a:prstGeom>
          <a:solidFill>
            <a:srgbClr val="FF0000">
              <a:alpha val="30196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PAC</a:t>
            </a:r>
            <a:endParaRPr lang="ko-KR" altLang="ko-KR" dirty="0"/>
          </a:p>
        </p:txBody>
      </p:sp>
      <p:sp>
        <p:nvSpPr>
          <p:cNvPr id="285" name="Line 60"/>
          <p:cNvSpPr>
            <a:spLocks noChangeShapeType="1"/>
          </p:cNvSpPr>
          <p:nvPr/>
        </p:nvSpPr>
        <p:spPr bwMode="auto">
          <a:xfrm>
            <a:off x="7291346" y="1322892"/>
            <a:ext cx="175601" cy="0"/>
          </a:xfrm>
          <a:prstGeom prst="line">
            <a:avLst/>
          </a:prstGeom>
          <a:noFill/>
          <a:ln w="25400">
            <a:solidFill>
              <a:srgbClr val="99CCFF"/>
            </a:solidFill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286" name="Oval 61"/>
          <p:cNvSpPr>
            <a:spLocks noChangeArrowheads="1"/>
          </p:cNvSpPr>
          <p:nvPr/>
        </p:nvSpPr>
        <p:spPr bwMode="auto">
          <a:xfrm flipH="1">
            <a:off x="7233242" y="1264495"/>
            <a:ext cx="117497" cy="116803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/>
            </a:solidFill>
            <a:round/>
            <a:headEnd/>
            <a:tailEnd/>
          </a:ln>
        </p:spPr>
        <p:txBody>
          <a:bodyPr wrap="none" lIns="71886" tIns="35943" rIns="71886" bIns="35943" anchor="ctr"/>
          <a:lstStyle/>
          <a:p>
            <a:pPr algn="ctr"/>
            <a:r>
              <a:rPr lang="en-US" altLang="ko-KR" sz="600" dirty="0">
                <a:latin typeface="Arial" charset="0"/>
              </a:rPr>
              <a:t>A</a:t>
            </a:r>
            <a:endParaRPr lang="ko-KR" altLang="ko-KR" dirty="0"/>
          </a:p>
        </p:txBody>
      </p:sp>
      <p:sp>
        <p:nvSpPr>
          <p:cNvPr id="287" name="Rectangle 64"/>
          <p:cNvSpPr>
            <a:spLocks noChangeArrowheads="1"/>
          </p:cNvSpPr>
          <p:nvPr/>
        </p:nvSpPr>
        <p:spPr bwMode="auto">
          <a:xfrm flipH="1">
            <a:off x="6874292" y="2412340"/>
            <a:ext cx="534551" cy="5601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ODMETER</a:t>
            </a:r>
            <a:endParaRPr lang="ko-KR" altLang="ko-KR" dirty="0"/>
          </a:p>
        </p:txBody>
      </p:sp>
      <p:sp>
        <p:nvSpPr>
          <p:cNvPr id="288" name="Line 65"/>
          <p:cNvSpPr>
            <a:spLocks noChangeShapeType="1"/>
          </p:cNvSpPr>
          <p:nvPr/>
        </p:nvSpPr>
        <p:spPr bwMode="auto">
          <a:xfrm flipH="1">
            <a:off x="6882038" y="2489810"/>
            <a:ext cx="584908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arrow" w="med" len="med"/>
            <a:tailEnd type="none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289" name="Rectangle 66"/>
          <p:cNvSpPr>
            <a:spLocks noChangeArrowheads="1"/>
          </p:cNvSpPr>
          <p:nvPr/>
        </p:nvSpPr>
        <p:spPr bwMode="auto">
          <a:xfrm flipH="1">
            <a:off x="6874292" y="2293153"/>
            <a:ext cx="534551" cy="8939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Door &amp; F/R</a:t>
            </a:r>
            <a:endParaRPr lang="ko-KR" altLang="ko-KR" dirty="0"/>
          </a:p>
        </p:txBody>
      </p:sp>
      <p:sp>
        <p:nvSpPr>
          <p:cNvPr id="290" name="Line 67"/>
          <p:cNvSpPr>
            <a:spLocks noChangeShapeType="1"/>
          </p:cNvSpPr>
          <p:nvPr/>
        </p:nvSpPr>
        <p:spPr bwMode="auto">
          <a:xfrm flipH="1">
            <a:off x="6882038" y="2382542"/>
            <a:ext cx="584908" cy="0"/>
          </a:xfrm>
          <a:prstGeom prst="line">
            <a:avLst/>
          </a:prstGeom>
          <a:noFill/>
          <a:ln w="25400">
            <a:solidFill>
              <a:srgbClr val="FFCC00"/>
            </a:solidFill>
            <a:round/>
            <a:headEnd type="arrow" w="med" len="med"/>
            <a:tailEnd type="none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291" name="Rectangle 68"/>
          <p:cNvSpPr>
            <a:spLocks noChangeArrowheads="1"/>
          </p:cNvSpPr>
          <p:nvPr/>
        </p:nvSpPr>
        <p:spPr bwMode="auto">
          <a:xfrm flipH="1">
            <a:off x="6922064" y="2179927"/>
            <a:ext cx="534551" cy="9654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CAB ON</a:t>
            </a:r>
            <a:endParaRPr lang="ko-KR" altLang="ko-KR" dirty="0"/>
          </a:p>
        </p:txBody>
      </p:sp>
      <p:sp>
        <p:nvSpPr>
          <p:cNvPr id="292" name="Line 69"/>
          <p:cNvSpPr>
            <a:spLocks noChangeShapeType="1"/>
          </p:cNvSpPr>
          <p:nvPr/>
        </p:nvSpPr>
        <p:spPr bwMode="auto">
          <a:xfrm flipH="1">
            <a:off x="6882038" y="2274081"/>
            <a:ext cx="584908" cy="0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arrow" w="med" len="med"/>
            <a:tailEnd type="none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293" name="Rectangle 70"/>
          <p:cNvSpPr>
            <a:spLocks noChangeArrowheads="1"/>
          </p:cNvSpPr>
          <p:nvPr/>
        </p:nvSpPr>
        <p:spPr bwMode="auto">
          <a:xfrm flipH="1">
            <a:off x="6588940" y="977333"/>
            <a:ext cx="692077" cy="10726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LONWORKS for MDS</a:t>
            </a:r>
            <a:endParaRPr lang="ko-KR" altLang="ko-KR" dirty="0"/>
          </a:p>
        </p:txBody>
      </p:sp>
      <p:sp>
        <p:nvSpPr>
          <p:cNvPr id="294" name="Line 71"/>
          <p:cNvSpPr>
            <a:spLocks noChangeShapeType="1"/>
          </p:cNvSpPr>
          <p:nvPr/>
        </p:nvSpPr>
        <p:spPr bwMode="auto">
          <a:xfrm flipH="1" flipV="1">
            <a:off x="6743308" y="1079503"/>
            <a:ext cx="723638" cy="5099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/>
            <a:tailEnd type="arrow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295" name="Rectangle 72"/>
          <p:cNvSpPr>
            <a:spLocks noChangeArrowheads="1"/>
          </p:cNvSpPr>
          <p:nvPr/>
        </p:nvSpPr>
        <p:spPr bwMode="auto">
          <a:xfrm flipH="1">
            <a:off x="6716765" y="1570881"/>
            <a:ext cx="564249" cy="125146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Digital Video Signal</a:t>
            </a:r>
            <a:endParaRPr lang="ko-KR" altLang="ko-KR" dirty="0"/>
          </a:p>
        </p:txBody>
      </p:sp>
      <p:sp>
        <p:nvSpPr>
          <p:cNvPr id="296" name="Line 73"/>
          <p:cNvSpPr>
            <a:spLocks noChangeShapeType="1"/>
          </p:cNvSpPr>
          <p:nvPr/>
        </p:nvSpPr>
        <p:spPr bwMode="auto">
          <a:xfrm flipH="1">
            <a:off x="6420409" y="1679341"/>
            <a:ext cx="1046539" cy="171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 type="arrow" w="med" len="med"/>
            <a:tailEnd type="none" w="med" len="med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297" name="Rectangle 74"/>
          <p:cNvSpPr>
            <a:spLocks noChangeArrowheads="1"/>
          </p:cNvSpPr>
          <p:nvPr/>
        </p:nvSpPr>
        <p:spPr bwMode="auto">
          <a:xfrm flipH="1">
            <a:off x="6891504" y="2708921"/>
            <a:ext cx="565542" cy="7032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RS485</a:t>
            </a:r>
            <a:endParaRPr lang="ko-KR" altLang="ko-KR" dirty="0"/>
          </a:p>
        </p:txBody>
      </p:sp>
      <p:sp>
        <p:nvSpPr>
          <p:cNvPr id="298" name="Rectangle 81"/>
          <p:cNvSpPr>
            <a:spLocks noChangeArrowheads="1"/>
          </p:cNvSpPr>
          <p:nvPr/>
        </p:nvSpPr>
        <p:spPr bwMode="auto">
          <a:xfrm flipH="1">
            <a:off x="7995043" y="5371745"/>
            <a:ext cx="535843" cy="112035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DC 37.5V</a:t>
            </a:r>
            <a:endParaRPr lang="ko-KR" altLang="ko-KR" dirty="0"/>
          </a:p>
        </p:txBody>
      </p:sp>
      <p:sp>
        <p:nvSpPr>
          <p:cNvPr id="299" name="Line 82"/>
          <p:cNvSpPr>
            <a:spLocks noChangeShapeType="1"/>
          </p:cNvSpPr>
          <p:nvPr/>
        </p:nvSpPr>
        <p:spPr bwMode="auto">
          <a:xfrm flipH="1" flipV="1">
            <a:off x="7877545" y="5483779"/>
            <a:ext cx="702404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arrow" w="med" len="med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00" name="Rectangle 106"/>
          <p:cNvSpPr>
            <a:spLocks noChangeArrowheads="1"/>
          </p:cNvSpPr>
          <p:nvPr/>
        </p:nvSpPr>
        <p:spPr bwMode="auto">
          <a:xfrm flipH="1">
            <a:off x="6923357" y="4185838"/>
            <a:ext cx="53455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PEI TL</a:t>
            </a:r>
            <a:endParaRPr lang="ko-KR" altLang="ko-KR" dirty="0"/>
          </a:p>
        </p:txBody>
      </p:sp>
      <p:sp>
        <p:nvSpPr>
          <p:cNvPr id="301" name="Line 107"/>
          <p:cNvSpPr>
            <a:spLocks noChangeShapeType="1"/>
          </p:cNvSpPr>
          <p:nvPr/>
        </p:nvSpPr>
        <p:spPr bwMode="auto">
          <a:xfrm flipV="1">
            <a:off x="6706436" y="4262115"/>
            <a:ext cx="760510" cy="0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none" w="med" len="lg"/>
            <a:tailEnd type="arrow" w="med" len="med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02" name="Rectangle 108"/>
          <p:cNvSpPr>
            <a:spLocks noChangeArrowheads="1"/>
          </p:cNvSpPr>
          <p:nvPr/>
        </p:nvSpPr>
        <p:spPr bwMode="auto">
          <a:xfrm flipH="1">
            <a:off x="6923357" y="4287147"/>
            <a:ext cx="53455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IC TL</a:t>
            </a:r>
            <a:endParaRPr lang="ko-KR" altLang="ko-KR" dirty="0"/>
          </a:p>
        </p:txBody>
      </p:sp>
      <p:sp>
        <p:nvSpPr>
          <p:cNvPr id="303" name="Line 109"/>
          <p:cNvSpPr>
            <a:spLocks noChangeShapeType="1"/>
          </p:cNvSpPr>
          <p:nvPr/>
        </p:nvSpPr>
        <p:spPr bwMode="auto">
          <a:xfrm flipV="1">
            <a:off x="6823935" y="4370575"/>
            <a:ext cx="643013" cy="0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none" w="med" len="lg"/>
            <a:tailEnd type="arrow" w="med" len="med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04" name="Rectangle 112"/>
          <p:cNvSpPr>
            <a:spLocks noChangeArrowheads="1"/>
          </p:cNvSpPr>
          <p:nvPr/>
        </p:nvSpPr>
        <p:spPr bwMode="auto">
          <a:xfrm rot="5400000">
            <a:off x="6172587" y="2735925"/>
            <a:ext cx="4054219" cy="644303"/>
          </a:xfrm>
          <a:prstGeom prst="rect">
            <a:avLst/>
          </a:prstGeom>
          <a:gradFill rotWithShape="1">
            <a:gsLst>
              <a:gs pos="0">
                <a:srgbClr val="FFCC00"/>
              </a:gs>
              <a:gs pos="100000">
                <a:srgbClr val="FFCC99">
                  <a:alpha val="43999"/>
                </a:srgbClr>
              </a:gs>
            </a:gsLst>
            <a:lin ang="5400000" scaled="1"/>
          </a:gradFill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DC 12V</a:t>
            </a:r>
            <a:endParaRPr lang="ko-KR" altLang="ko-KR" dirty="0"/>
          </a:p>
        </p:txBody>
      </p:sp>
      <p:sp>
        <p:nvSpPr>
          <p:cNvPr id="305" name="Rectangle 115"/>
          <p:cNvSpPr>
            <a:spLocks noChangeArrowheads="1"/>
          </p:cNvSpPr>
          <p:nvPr/>
        </p:nvSpPr>
        <p:spPr bwMode="auto">
          <a:xfrm flipH="1">
            <a:off x="7962762" y="383783"/>
            <a:ext cx="535844" cy="112035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DC 12V</a:t>
            </a:r>
            <a:endParaRPr lang="ko-KR" altLang="ko-KR" dirty="0"/>
          </a:p>
        </p:txBody>
      </p:sp>
      <p:sp>
        <p:nvSpPr>
          <p:cNvPr id="306" name="Line 116"/>
          <p:cNvSpPr>
            <a:spLocks noChangeShapeType="1"/>
          </p:cNvSpPr>
          <p:nvPr/>
        </p:nvSpPr>
        <p:spPr bwMode="auto">
          <a:xfrm flipH="1">
            <a:off x="7877545" y="489859"/>
            <a:ext cx="586199" cy="0"/>
          </a:xfrm>
          <a:prstGeom prst="line">
            <a:avLst/>
          </a:prstGeom>
          <a:noFill/>
          <a:ln w="25400">
            <a:solidFill>
              <a:srgbClr val="FF9900"/>
            </a:solidFill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07" name="Line 118"/>
          <p:cNvSpPr>
            <a:spLocks noChangeShapeType="1"/>
          </p:cNvSpPr>
          <p:nvPr/>
        </p:nvSpPr>
        <p:spPr bwMode="auto">
          <a:xfrm flipH="1" flipV="1">
            <a:off x="8463744" y="489861"/>
            <a:ext cx="0" cy="541106"/>
          </a:xfrm>
          <a:prstGeom prst="line">
            <a:avLst/>
          </a:prstGeom>
          <a:noFill/>
          <a:ln w="25400">
            <a:solidFill>
              <a:srgbClr val="FF9900"/>
            </a:solidFill>
            <a:round/>
            <a:headEnd type="arrow" w="med" len="med"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08" name="Line 128"/>
          <p:cNvSpPr>
            <a:spLocks noChangeShapeType="1"/>
          </p:cNvSpPr>
          <p:nvPr/>
        </p:nvSpPr>
        <p:spPr bwMode="auto">
          <a:xfrm flipH="1" flipV="1">
            <a:off x="6823936" y="4377724"/>
            <a:ext cx="1923" cy="2143726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oval" w="med" len="med"/>
            <a:tailEnd type="none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09" name="Line 129"/>
          <p:cNvSpPr>
            <a:spLocks noChangeShapeType="1"/>
          </p:cNvSpPr>
          <p:nvPr/>
        </p:nvSpPr>
        <p:spPr bwMode="auto">
          <a:xfrm flipV="1">
            <a:off x="6702031" y="4272842"/>
            <a:ext cx="4406" cy="2343861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oval" w="med" len="med"/>
            <a:tailEnd type="none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12" name="Rectangle 182"/>
          <p:cNvSpPr>
            <a:spLocks noChangeArrowheads="1"/>
          </p:cNvSpPr>
          <p:nvPr/>
        </p:nvSpPr>
        <p:spPr bwMode="auto">
          <a:xfrm>
            <a:off x="7466947" y="274130"/>
            <a:ext cx="410599" cy="269362"/>
          </a:xfrm>
          <a:prstGeom prst="rect">
            <a:avLst/>
          </a:prstGeom>
          <a:solidFill>
            <a:srgbClr val="FFCC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PSA</a:t>
            </a:r>
            <a:endParaRPr lang="ko-KR" altLang="ko-KR" dirty="0"/>
          </a:p>
        </p:txBody>
      </p:sp>
      <p:sp>
        <p:nvSpPr>
          <p:cNvPr id="313" name="Rectangle 183"/>
          <p:cNvSpPr>
            <a:spLocks noChangeArrowheads="1"/>
          </p:cNvSpPr>
          <p:nvPr/>
        </p:nvSpPr>
        <p:spPr bwMode="auto">
          <a:xfrm>
            <a:off x="7466947" y="1030965"/>
            <a:ext cx="410599" cy="162094"/>
          </a:xfrm>
          <a:prstGeom prst="rect">
            <a:avLst/>
          </a:prstGeom>
          <a:solidFill>
            <a:srgbClr val="CC99FF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LIC</a:t>
            </a:r>
            <a:endParaRPr lang="ko-KR" altLang="ko-KR" dirty="0"/>
          </a:p>
        </p:txBody>
      </p:sp>
      <p:sp>
        <p:nvSpPr>
          <p:cNvPr id="314" name="Rectangle 185"/>
          <p:cNvSpPr>
            <a:spLocks noChangeArrowheads="1"/>
          </p:cNvSpPr>
          <p:nvPr/>
        </p:nvSpPr>
        <p:spPr bwMode="auto">
          <a:xfrm>
            <a:off x="7466947" y="1462422"/>
            <a:ext cx="410599" cy="270554"/>
          </a:xfrm>
          <a:prstGeom prst="rect">
            <a:avLst/>
          </a:prstGeom>
          <a:solidFill>
            <a:srgbClr val="99CC0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 VTX</a:t>
            </a:r>
            <a:endParaRPr lang="ko-KR" altLang="ko-KR" dirty="0"/>
          </a:p>
        </p:txBody>
      </p:sp>
      <p:sp>
        <p:nvSpPr>
          <p:cNvPr id="315" name="Rectangle 186"/>
          <p:cNvSpPr>
            <a:spLocks noChangeArrowheads="1"/>
          </p:cNvSpPr>
          <p:nvPr/>
        </p:nvSpPr>
        <p:spPr bwMode="auto">
          <a:xfrm>
            <a:off x="7466947" y="2057163"/>
            <a:ext cx="410599" cy="162094"/>
          </a:xfrm>
          <a:prstGeom prst="rect">
            <a:avLst/>
          </a:prstGeom>
          <a:solidFill>
            <a:srgbClr val="C0C0C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 HDD</a:t>
            </a:r>
            <a:endParaRPr lang="ko-KR" altLang="ko-KR" dirty="0"/>
          </a:p>
        </p:txBody>
      </p:sp>
      <p:sp>
        <p:nvSpPr>
          <p:cNvPr id="316" name="Rectangle 187"/>
          <p:cNvSpPr>
            <a:spLocks noChangeArrowheads="1"/>
          </p:cNvSpPr>
          <p:nvPr/>
        </p:nvSpPr>
        <p:spPr bwMode="auto">
          <a:xfrm>
            <a:off x="7466947" y="543492"/>
            <a:ext cx="410599" cy="487474"/>
          </a:xfrm>
          <a:prstGeom prst="rect">
            <a:avLst/>
          </a:prstGeom>
          <a:solidFill>
            <a:srgbClr val="C0C0C0">
              <a:alpha val="7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SCB</a:t>
            </a:r>
            <a:endParaRPr lang="ko-KR" altLang="ko-KR" dirty="0"/>
          </a:p>
        </p:txBody>
      </p:sp>
      <p:sp>
        <p:nvSpPr>
          <p:cNvPr id="317" name="Rectangle 188"/>
          <p:cNvSpPr>
            <a:spLocks noChangeArrowheads="1"/>
          </p:cNvSpPr>
          <p:nvPr/>
        </p:nvSpPr>
        <p:spPr bwMode="auto">
          <a:xfrm>
            <a:off x="7466947" y="1732975"/>
            <a:ext cx="410599" cy="324188"/>
          </a:xfrm>
          <a:prstGeom prst="rect">
            <a:avLst/>
          </a:prstGeom>
          <a:solidFill>
            <a:srgbClr val="FFFF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  CNCS</a:t>
            </a:r>
            <a:endParaRPr lang="ko-KR" altLang="ko-KR" dirty="0"/>
          </a:p>
        </p:txBody>
      </p:sp>
      <p:sp>
        <p:nvSpPr>
          <p:cNvPr id="318" name="Line 190"/>
          <p:cNvSpPr>
            <a:spLocks noChangeShapeType="1"/>
          </p:cNvSpPr>
          <p:nvPr/>
        </p:nvSpPr>
        <p:spPr bwMode="auto">
          <a:xfrm flipV="1">
            <a:off x="8111249" y="1355156"/>
            <a:ext cx="0" cy="377821"/>
          </a:xfrm>
          <a:prstGeom prst="line">
            <a:avLst/>
          </a:prstGeom>
          <a:noFill/>
          <a:ln w="25400">
            <a:solidFill>
              <a:srgbClr val="00CCFF"/>
            </a:solidFill>
            <a:round/>
            <a:headEnd/>
            <a:tailEnd type="none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19" name="Line 191"/>
          <p:cNvSpPr>
            <a:spLocks noChangeShapeType="1"/>
          </p:cNvSpPr>
          <p:nvPr/>
        </p:nvSpPr>
        <p:spPr bwMode="auto">
          <a:xfrm flipH="1" flipV="1">
            <a:off x="7874961" y="1265763"/>
            <a:ext cx="236288" cy="89391"/>
          </a:xfrm>
          <a:prstGeom prst="line">
            <a:avLst/>
          </a:prstGeom>
          <a:noFill/>
          <a:ln w="25400">
            <a:solidFill>
              <a:srgbClr val="00CCFF"/>
            </a:solidFill>
            <a:round/>
            <a:headEnd/>
            <a:tailEnd type="none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20" name="Line 192"/>
          <p:cNvSpPr>
            <a:spLocks noChangeShapeType="1"/>
          </p:cNvSpPr>
          <p:nvPr/>
        </p:nvSpPr>
        <p:spPr bwMode="auto">
          <a:xfrm flipH="1">
            <a:off x="7873672" y="1732974"/>
            <a:ext cx="237578" cy="110844"/>
          </a:xfrm>
          <a:prstGeom prst="line">
            <a:avLst/>
          </a:prstGeom>
          <a:noFill/>
          <a:ln w="25400">
            <a:solidFill>
              <a:srgbClr val="00CCFF"/>
            </a:solidFill>
            <a:round/>
            <a:headEnd/>
            <a:tailEnd type="none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21" name="Rectangle 193"/>
          <p:cNvSpPr>
            <a:spLocks noChangeArrowheads="1"/>
          </p:cNvSpPr>
          <p:nvPr/>
        </p:nvSpPr>
        <p:spPr bwMode="auto">
          <a:xfrm>
            <a:off x="7466947" y="1193059"/>
            <a:ext cx="410599" cy="269030"/>
          </a:xfrm>
          <a:prstGeom prst="rect">
            <a:avLst/>
          </a:prstGeom>
          <a:solidFill>
            <a:srgbClr val="CCFFFF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WLR</a:t>
            </a:r>
            <a:endParaRPr lang="ko-KR" altLang="ko-KR" dirty="0"/>
          </a:p>
        </p:txBody>
      </p:sp>
      <p:sp>
        <p:nvSpPr>
          <p:cNvPr id="322" name="Line 195"/>
          <p:cNvSpPr>
            <a:spLocks noChangeShapeType="1"/>
          </p:cNvSpPr>
          <p:nvPr/>
        </p:nvSpPr>
        <p:spPr bwMode="auto">
          <a:xfrm flipV="1">
            <a:off x="7874961" y="2238327"/>
            <a:ext cx="132993" cy="5482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23" name="Line 197"/>
          <p:cNvSpPr>
            <a:spLocks noChangeShapeType="1"/>
          </p:cNvSpPr>
          <p:nvPr/>
        </p:nvSpPr>
        <p:spPr bwMode="auto">
          <a:xfrm flipV="1">
            <a:off x="7873671" y="1895069"/>
            <a:ext cx="121371" cy="5482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24" name="Line 198"/>
          <p:cNvSpPr>
            <a:spLocks noChangeShapeType="1"/>
          </p:cNvSpPr>
          <p:nvPr/>
        </p:nvSpPr>
        <p:spPr bwMode="auto">
          <a:xfrm flipV="1">
            <a:off x="7873671" y="1517250"/>
            <a:ext cx="121371" cy="72703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25" name="Line 199"/>
          <p:cNvSpPr>
            <a:spLocks noChangeShapeType="1"/>
          </p:cNvSpPr>
          <p:nvPr/>
        </p:nvSpPr>
        <p:spPr bwMode="auto">
          <a:xfrm>
            <a:off x="7874962" y="1589951"/>
            <a:ext cx="120081" cy="3575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26" name="Line 200"/>
          <p:cNvSpPr>
            <a:spLocks noChangeShapeType="1"/>
          </p:cNvSpPr>
          <p:nvPr/>
        </p:nvSpPr>
        <p:spPr bwMode="auto">
          <a:xfrm>
            <a:off x="7873670" y="1949895"/>
            <a:ext cx="134284" cy="5482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27" name="Line 201"/>
          <p:cNvSpPr>
            <a:spLocks noChangeShapeType="1"/>
          </p:cNvSpPr>
          <p:nvPr/>
        </p:nvSpPr>
        <p:spPr bwMode="auto">
          <a:xfrm flipV="1">
            <a:off x="7995043" y="1625707"/>
            <a:ext cx="0" cy="269362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28" name="Line 202"/>
          <p:cNvSpPr>
            <a:spLocks noChangeShapeType="1"/>
          </p:cNvSpPr>
          <p:nvPr/>
        </p:nvSpPr>
        <p:spPr bwMode="auto">
          <a:xfrm flipH="1" flipV="1">
            <a:off x="8007954" y="2003531"/>
            <a:ext cx="0" cy="234797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29" name="Rectangle 203"/>
          <p:cNvSpPr>
            <a:spLocks noChangeArrowheads="1"/>
          </p:cNvSpPr>
          <p:nvPr/>
        </p:nvSpPr>
        <p:spPr bwMode="auto">
          <a:xfrm rot="5400000" flipH="1">
            <a:off x="7996928" y="1432226"/>
            <a:ext cx="324188" cy="134284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solidFill>
                  <a:srgbClr val="0099FF"/>
                </a:solidFill>
                <a:latin typeface="Arial" charset="0"/>
              </a:rPr>
              <a:t>LAN</a:t>
            </a:r>
            <a:endParaRPr lang="ko-KR" altLang="ko-KR" dirty="0"/>
          </a:p>
        </p:txBody>
      </p:sp>
      <p:sp>
        <p:nvSpPr>
          <p:cNvPr id="330" name="Rectangle 204"/>
          <p:cNvSpPr>
            <a:spLocks noChangeArrowheads="1"/>
          </p:cNvSpPr>
          <p:nvPr/>
        </p:nvSpPr>
        <p:spPr bwMode="auto">
          <a:xfrm rot="5400000" flipH="1">
            <a:off x="7725780" y="2010186"/>
            <a:ext cx="215729" cy="90383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ATA</a:t>
            </a:r>
            <a:endParaRPr lang="ko-KR" altLang="ko-KR" dirty="0"/>
          </a:p>
        </p:txBody>
      </p:sp>
      <p:sp>
        <p:nvSpPr>
          <p:cNvPr id="331" name="Rectangle 205"/>
          <p:cNvSpPr>
            <a:spLocks noChangeArrowheads="1"/>
          </p:cNvSpPr>
          <p:nvPr/>
        </p:nvSpPr>
        <p:spPr bwMode="auto">
          <a:xfrm rot="5400000" flipH="1">
            <a:off x="7675574" y="1687040"/>
            <a:ext cx="312269" cy="9425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LVDS</a:t>
            </a:r>
            <a:endParaRPr lang="ko-KR" altLang="ko-KR" dirty="0"/>
          </a:p>
        </p:txBody>
      </p:sp>
      <p:sp>
        <p:nvSpPr>
          <p:cNvPr id="332" name="Line 207"/>
          <p:cNvSpPr>
            <a:spLocks noChangeShapeType="1"/>
          </p:cNvSpPr>
          <p:nvPr/>
        </p:nvSpPr>
        <p:spPr bwMode="auto">
          <a:xfrm>
            <a:off x="7873671" y="1084599"/>
            <a:ext cx="121371" cy="53634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33" name="Line 208"/>
          <p:cNvSpPr>
            <a:spLocks noChangeShapeType="1"/>
          </p:cNvSpPr>
          <p:nvPr/>
        </p:nvSpPr>
        <p:spPr bwMode="auto">
          <a:xfrm flipH="1" flipV="1">
            <a:off x="7995045" y="1138233"/>
            <a:ext cx="1132" cy="373863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34" name="Rectangle 210"/>
          <p:cNvSpPr>
            <a:spLocks noChangeArrowheads="1"/>
          </p:cNvSpPr>
          <p:nvPr/>
        </p:nvSpPr>
        <p:spPr bwMode="auto">
          <a:xfrm rot="5400000">
            <a:off x="6172587" y="2735925"/>
            <a:ext cx="4054219" cy="644303"/>
          </a:xfrm>
          <a:prstGeom prst="rect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lIns="95745" tIns="47871" rIns="95745" bIns="47871" anchor="ctr"/>
          <a:lstStyle/>
          <a:p>
            <a:pPr algn="ctr"/>
            <a:endParaRPr lang="ko-KR" altLang="ko-KR"/>
          </a:p>
        </p:txBody>
      </p:sp>
      <p:sp>
        <p:nvSpPr>
          <p:cNvPr id="335" name="Rectangle 527"/>
          <p:cNvSpPr>
            <a:spLocks noChangeArrowheads="1"/>
          </p:cNvSpPr>
          <p:nvPr/>
        </p:nvSpPr>
        <p:spPr bwMode="auto">
          <a:xfrm>
            <a:off x="7466947" y="5085184"/>
            <a:ext cx="410599" cy="938510"/>
          </a:xfrm>
          <a:prstGeom prst="rect">
            <a:avLst/>
          </a:prstGeom>
          <a:solidFill>
            <a:srgbClr val="FFCC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AAB</a:t>
            </a:r>
            <a:endParaRPr lang="ko-KR" altLang="ko-KR" dirty="0"/>
          </a:p>
        </p:txBody>
      </p:sp>
      <p:sp>
        <p:nvSpPr>
          <p:cNvPr id="336" name="Rectangle 209"/>
          <p:cNvSpPr>
            <a:spLocks noChangeArrowheads="1"/>
          </p:cNvSpPr>
          <p:nvPr/>
        </p:nvSpPr>
        <p:spPr bwMode="auto">
          <a:xfrm>
            <a:off x="7639613" y="2986666"/>
            <a:ext cx="234026" cy="288032"/>
          </a:xfrm>
          <a:prstGeom prst="rect">
            <a:avLst/>
          </a:prstGeom>
          <a:solidFill>
            <a:srgbClr val="FF99CC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7541" tIns="63770" rIns="127541" bIns="63770" anchor="ctr"/>
          <a:lstStyle/>
          <a:p>
            <a:pPr algn="ctr"/>
            <a:r>
              <a:rPr lang="en-US" altLang="ko-KR" sz="600" dirty="0">
                <a:latin typeface="Arial" charset="0"/>
              </a:rPr>
              <a:t>VOIP</a:t>
            </a:r>
            <a:endParaRPr lang="ko-KR" altLang="ko-KR" sz="600" dirty="0"/>
          </a:p>
        </p:txBody>
      </p:sp>
      <p:sp>
        <p:nvSpPr>
          <p:cNvPr id="337" name="Line 192"/>
          <p:cNvSpPr>
            <a:spLocks noChangeShapeType="1"/>
          </p:cNvSpPr>
          <p:nvPr/>
        </p:nvSpPr>
        <p:spPr bwMode="auto">
          <a:xfrm flipH="1">
            <a:off x="7880121" y="3009549"/>
            <a:ext cx="237578" cy="110844"/>
          </a:xfrm>
          <a:prstGeom prst="line">
            <a:avLst/>
          </a:prstGeom>
          <a:noFill/>
          <a:ln w="25400">
            <a:solidFill>
              <a:srgbClr val="00CCFF"/>
            </a:solidFill>
            <a:round/>
            <a:headEnd/>
            <a:tailEnd type="none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38" name="Line 190"/>
          <p:cNvSpPr>
            <a:spLocks noChangeShapeType="1"/>
          </p:cNvSpPr>
          <p:nvPr/>
        </p:nvSpPr>
        <p:spPr bwMode="auto">
          <a:xfrm flipV="1">
            <a:off x="8109315" y="1745083"/>
            <a:ext cx="2609" cy="1266631"/>
          </a:xfrm>
          <a:prstGeom prst="line">
            <a:avLst/>
          </a:prstGeom>
          <a:noFill/>
          <a:ln w="25400">
            <a:solidFill>
              <a:srgbClr val="00CCFF"/>
            </a:solidFill>
            <a:round/>
            <a:headEnd/>
            <a:tailEnd type="none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cxnSp>
        <p:nvCxnSpPr>
          <p:cNvPr id="339" name="꺾인 연결선 338"/>
          <p:cNvCxnSpPr/>
          <p:nvPr/>
        </p:nvCxnSpPr>
        <p:spPr>
          <a:xfrm flipH="1">
            <a:off x="7873640" y="5029201"/>
            <a:ext cx="620416" cy="272009"/>
          </a:xfrm>
          <a:prstGeom prst="bentConnector3">
            <a:avLst>
              <a:gd name="adj1" fmla="val 936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0" name="Rectangle 93"/>
          <p:cNvSpPr>
            <a:spLocks noChangeArrowheads="1"/>
          </p:cNvSpPr>
          <p:nvPr/>
        </p:nvSpPr>
        <p:spPr bwMode="auto">
          <a:xfrm flipH="1">
            <a:off x="7918268" y="5190104"/>
            <a:ext cx="527466" cy="82939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Audio LINE</a:t>
            </a:r>
            <a:endParaRPr lang="ko-KR" altLang="ko-KR" dirty="0"/>
          </a:p>
        </p:txBody>
      </p:sp>
      <p:sp>
        <p:nvSpPr>
          <p:cNvPr id="341" name="Line 128"/>
          <p:cNvSpPr>
            <a:spLocks noChangeShapeType="1"/>
          </p:cNvSpPr>
          <p:nvPr/>
        </p:nvSpPr>
        <p:spPr bwMode="auto">
          <a:xfrm flipH="1" flipV="1">
            <a:off x="6963442" y="4470401"/>
            <a:ext cx="6878" cy="192405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oval" w="med" len="med"/>
            <a:tailEnd type="none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42" name="Line 109"/>
          <p:cNvSpPr>
            <a:spLocks noChangeShapeType="1"/>
          </p:cNvSpPr>
          <p:nvPr/>
        </p:nvSpPr>
        <p:spPr bwMode="auto">
          <a:xfrm>
            <a:off x="6963442" y="4470400"/>
            <a:ext cx="497806" cy="7190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none" w="med" len="lg"/>
            <a:tailEnd type="arrow" w="med" len="med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43" name="Line 74"/>
          <p:cNvSpPr>
            <a:spLocks noChangeShapeType="1"/>
          </p:cNvSpPr>
          <p:nvPr/>
        </p:nvSpPr>
        <p:spPr bwMode="auto">
          <a:xfrm flipH="1">
            <a:off x="7294395" y="6179820"/>
            <a:ext cx="1449373" cy="3614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arrow"/>
            <a:tailEnd type="none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44" name="Line 75"/>
          <p:cNvSpPr>
            <a:spLocks noChangeShapeType="1"/>
          </p:cNvSpPr>
          <p:nvPr/>
        </p:nvSpPr>
        <p:spPr bwMode="auto">
          <a:xfrm>
            <a:off x="728531" y="6185787"/>
            <a:ext cx="6443033" cy="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 type="oval"/>
            <a:tailEnd type="none" w="med" len="med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45" name="Line 117"/>
          <p:cNvSpPr>
            <a:spLocks noChangeShapeType="1"/>
          </p:cNvSpPr>
          <p:nvPr/>
        </p:nvSpPr>
        <p:spPr bwMode="auto">
          <a:xfrm flipH="1" flipV="1">
            <a:off x="729195" y="6524627"/>
            <a:ext cx="8002540" cy="844"/>
          </a:xfrm>
          <a:prstGeom prst="line">
            <a:avLst/>
          </a:prstGeom>
          <a:noFill/>
          <a:ln w="25400">
            <a:solidFill>
              <a:srgbClr val="808000"/>
            </a:solidFill>
            <a:round/>
            <a:headEnd type="arrow" w="med" len="med"/>
            <a:tailEnd type="oval" w="med" len="med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46" name="Line 118"/>
          <p:cNvSpPr>
            <a:spLocks noChangeShapeType="1"/>
          </p:cNvSpPr>
          <p:nvPr/>
        </p:nvSpPr>
        <p:spPr bwMode="auto">
          <a:xfrm flipH="1">
            <a:off x="729195" y="6633928"/>
            <a:ext cx="8002540" cy="234"/>
          </a:xfrm>
          <a:prstGeom prst="line">
            <a:avLst/>
          </a:prstGeom>
          <a:noFill/>
          <a:ln w="25400">
            <a:solidFill>
              <a:srgbClr val="FF99CC"/>
            </a:solidFill>
            <a:round/>
            <a:headEnd type="arrow" w="med" len="med"/>
            <a:tailEnd type="oval" w="med" len="med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47" name="Line 134"/>
          <p:cNvSpPr>
            <a:spLocks noChangeShapeType="1"/>
          </p:cNvSpPr>
          <p:nvPr/>
        </p:nvSpPr>
        <p:spPr bwMode="auto">
          <a:xfrm flipH="1" flipV="1">
            <a:off x="734354" y="6286500"/>
            <a:ext cx="7997380" cy="7748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arrow" w="med" len="med"/>
            <a:tailEnd type="oval" w="med" len="med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48" name="Line 135"/>
          <p:cNvSpPr>
            <a:spLocks noChangeShapeType="1"/>
          </p:cNvSpPr>
          <p:nvPr/>
        </p:nvSpPr>
        <p:spPr bwMode="auto">
          <a:xfrm flipH="1">
            <a:off x="724035" y="6402708"/>
            <a:ext cx="8007700" cy="2856"/>
          </a:xfrm>
          <a:prstGeom prst="line">
            <a:avLst/>
          </a:prstGeom>
          <a:noFill/>
          <a:ln w="25400">
            <a:solidFill>
              <a:srgbClr val="993366"/>
            </a:solidFill>
            <a:round/>
            <a:headEnd type="arrow" w="med" len="med"/>
            <a:tailEnd type="oval" w="med" len="med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49" name="Rectangle 207"/>
          <p:cNvSpPr>
            <a:spLocks noChangeArrowheads="1"/>
          </p:cNvSpPr>
          <p:nvPr/>
        </p:nvSpPr>
        <p:spPr bwMode="auto">
          <a:xfrm>
            <a:off x="1117595" y="6092823"/>
            <a:ext cx="566832" cy="9415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RS485 TL</a:t>
            </a:r>
            <a:endParaRPr lang="ko-KR" altLang="ko-KR" dirty="0"/>
          </a:p>
        </p:txBody>
      </p:sp>
      <p:sp>
        <p:nvSpPr>
          <p:cNvPr id="350" name="Rectangle 208"/>
          <p:cNvSpPr>
            <a:spLocks noChangeArrowheads="1"/>
          </p:cNvSpPr>
          <p:nvPr/>
        </p:nvSpPr>
        <p:spPr bwMode="auto">
          <a:xfrm>
            <a:off x="1139548" y="6213205"/>
            <a:ext cx="53326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/>
              <a:t>Dual- tone TL</a:t>
            </a:r>
            <a:endParaRPr lang="ko-KR" altLang="ko-KR" sz="600" dirty="0"/>
          </a:p>
        </p:txBody>
      </p:sp>
      <p:sp>
        <p:nvSpPr>
          <p:cNvPr id="351" name="Rectangle 209"/>
          <p:cNvSpPr>
            <a:spLocks noChangeArrowheads="1"/>
          </p:cNvSpPr>
          <p:nvPr/>
        </p:nvSpPr>
        <p:spPr bwMode="auto">
          <a:xfrm>
            <a:off x="1135672" y="6321662"/>
            <a:ext cx="53326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 PA Audio TL</a:t>
            </a:r>
            <a:endParaRPr lang="ko-KR" altLang="ko-KR" dirty="0"/>
          </a:p>
        </p:txBody>
      </p:sp>
      <p:sp>
        <p:nvSpPr>
          <p:cNvPr id="352" name="Rectangle 210"/>
          <p:cNvSpPr>
            <a:spLocks noChangeArrowheads="1"/>
          </p:cNvSpPr>
          <p:nvPr/>
        </p:nvSpPr>
        <p:spPr bwMode="auto">
          <a:xfrm>
            <a:off x="1136965" y="6438466"/>
            <a:ext cx="53326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IC TL</a:t>
            </a:r>
            <a:endParaRPr lang="ko-KR" altLang="ko-KR" dirty="0"/>
          </a:p>
        </p:txBody>
      </p:sp>
      <p:sp>
        <p:nvSpPr>
          <p:cNvPr id="353" name="Rectangle 211"/>
          <p:cNvSpPr>
            <a:spLocks noChangeArrowheads="1"/>
          </p:cNvSpPr>
          <p:nvPr/>
        </p:nvSpPr>
        <p:spPr bwMode="auto">
          <a:xfrm>
            <a:off x="1136965" y="6552886"/>
            <a:ext cx="53326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PEI TL</a:t>
            </a:r>
            <a:endParaRPr lang="ko-KR" altLang="ko-KR" dirty="0"/>
          </a:p>
        </p:txBody>
      </p:sp>
      <p:sp>
        <p:nvSpPr>
          <p:cNvPr id="354" name="Rectangle 228"/>
          <p:cNvSpPr>
            <a:spLocks noChangeArrowheads="1"/>
          </p:cNvSpPr>
          <p:nvPr/>
        </p:nvSpPr>
        <p:spPr bwMode="auto">
          <a:xfrm flipH="1">
            <a:off x="8145538" y="6088055"/>
            <a:ext cx="566833" cy="94158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RS485 TL</a:t>
            </a:r>
            <a:endParaRPr lang="ko-KR" altLang="ko-KR" dirty="0"/>
          </a:p>
        </p:txBody>
      </p:sp>
      <p:sp>
        <p:nvSpPr>
          <p:cNvPr id="355" name="Rectangle 229"/>
          <p:cNvSpPr>
            <a:spLocks noChangeArrowheads="1"/>
          </p:cNvSpPr>
          <p:nvPr/>
        </p:nvSpPr>
        <p:spPr bwMode="auto">
          <a:xfrm flipH="1">
            <a:off x="8070933" y="6208435"/>
            <a:ext cx="53326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/>
              <a:t>Dual- tone TL</a:t>
            </a:r>
            <a:endParaRPr lang="ko-KR" altLang="ko-KR" sz="600" dirty="0"/>
          </a:p>
        </p:txBody>
      </p:sp>
      <p:sp>
        <p:nvSpPr>
          <p:cNvPr id="356" name="Rectangle 230"/>
          <p:cNvSpPr>
            <a:spLocks noChangeArrowheads="1"/>
          </p:cNvSpPr>
          <p:nvPr/>
        </p:nvSpPr>
        <p:spPr bwMode="auto">
          <a:xfrm flipH="1">
            <a:off x="8107666" y="6316896"/>
            <a:ext cx="53326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 PA Audio TL</a:t>
            </a:r>
            <a:endParaRPr lang="ko-KR" altLang="ko-KR" dirty="0"/>
          </a:p>
        </p:txBody>
      </p:sp>
      <p:sp>
        <p:nvSpPr>
          <p:cNvPr id="357" name="Rectangle 231"/>
          <p:cNvSpPr>
            <a:spLocks noChangeArrowheads="1"/>
          </p:cNvSpPr>
          <p:nvPr/>
        </p:nvSpPr>
        <p:spPr bwMode="auto">
          <a:xfrm flipH="1">
            <a:off x="8159740" y="6433699"/>
            <a:ext cx="53326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IC TL</a:t>
            </a:r>
            <a:endParaRPr lang="ko-KR" altLang="ko-KR" dirty="0"/>
          </a:p>
        </p:txBody>
      </p:sp>
      <p:sp>
        <p:nvSpPr>
          <p:cNvPr id="358" name="Rectangle 232"/>
          <p:cNvSpPr>
            <a:spLocks noChangeArrowheads="1"/>
          </p:cNvSpPr>
          <p:nvPr/>
        </p:nvSpPr>
        <p:spPr bwMode="auto">
          <a:xfrm flipH="1">
            <a:off x="8159740" y="6548118"/>
            <a:ext cx="53326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PEI TL</a:t>
            </a:r>
            <a:endParaRPr lang="ko-KR" altLang="ko-KR" dirty="0"/>
          </a:p>
        </p:txBody>
      </p:sp>
      <p:sp>
        <p:nvSpPr>
          <p:cNvPr id="359" name="Oval 567"/>
          <p:cNvSpPr>
            <a:spLocks noChangeArrowheads="1"/>
          </p:cNvSpPr>
          <p:nvPr/>
        </p:nvSpPr>
        <p:spPr bwMode="auto">
          <a:xfrm>
            <a:off x="332687" y="6377049"/>
            <a:ext cx="61978" cy="53634"/>
          </a:xfrm>
          <a:prstGeom prst="ellipse">
            <a:avLst/>
          </a:prstGeom>
          <a:solidFill>
            <a:srgbClr val="969696"/>
          </a:solidFill>
          <a:ln w="9525">
            <a:solidFill>
              <a:srgbClr val="969696"/>
            </a:solidFill>
            <a:round/>
            <a:headEnd/>
            <a:tailEnd/>
          </a:ln>
        </p:spPr>
        <p:txBody>
          <a:bodyPr wrap="none" lIns="71886" tIns="35943" rIns="71886" bIns="35943" anchor="ctr"/>
          <a:lstStyle/>
          <a:p>
            <a:pPr algn="ctr"/>
            <a:endParaRPr lang="ko-KR" altLang="ko-KR"/>
          </a:p>
        </p:txBody>
      </p:sp>
      <p:grpSp>
        <p:nvGrpSpPr>
          <p:cNvPr id="360" name="그룹 637"/>
          <p:cNvGrpSpPr/>
          <p:nvPr/>
        </p:nvGrpSpPr>
        <p:grpSpPr>
          <a:xfrm flipH="1">
            <a:off x="348103" y="6156334"/>
            <a:ext cx="405432" cy="85815"/>
            <a:chOff x="10763258" y="8618765"/>
            <a:chExt cx="523945" cy="120140"/>
          </a:xfrm>
        </p:grpSpPr>
        <p:sp>
          <p:nvSpPr>
            <p:cNvPr id="523" name="Freeform 548"/>
            <p:cNvSpPr>
              <a:spLocks/>
            </p:cNvSpPr>
            <p:nvPr/>
          </p:nvSpPr>
          <p:spPr bwMode="auto">
            <a:xfrm flipH="1">
              <a:off x="10763258" y="8662149"/>
              <a:ext cx="480561" cy="7675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6102" tIns="48051" rIns="96102" bIns="48051"/>
            <a:lstStyle/>
            <a:p>
              <a:endParaRPr lang="ko-KR" altLang="en-US"/>
            </a:p>
          </p:txBody>
        </p:sp>
        <p:sp>
          <p:nvSpPr>
            <p:cNvPr id="524" name="Oval 567"/>
            <p:cNvSpPr>
              <a:spLocks noChangeArrowheads="1"/>
            </p:cNvSpPr>
            <p:nvPr/>
          </p:nvSpPr>
          <p:spPr bwMode="auto">
            <a:xfrm flipH="1">
              <a:off x="11207109" y="8618765"/>
              <a:ext cx="80094" cy="7508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6102" tIns="48051" rIns="96102" bIns="48051" anchor="ctr"/>
            <a:lstStyle/>
            <a:p>
              <a:pPr algn="ctr"/>
              <a:endParaRPr lang="ko-KR" altLang="ko-KR"/>
            </a:p>
          </p:txBody>
        </p:sp>
      </p:grpSp>
      <p:sp>
        <p:nvSpPr>
          <p:cNvPr id="361" name="Line 109"/>
          <p:cNvSpPr>
            <a:spLocks noChangeShapeType="1"/>
          </p:cNvSpPr>
          <p:nvPr/>
        </p:nvSpPr>
        <p:spPr bwMode="auto">
          <a:xfrm>
            <a:off x="7073508" y="4584701"/>
            <a:ext cx="382573" cy="840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none" w="med" len="lg"/>
            <a:tailEnd type="arrow" w="med" len="med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62" name="Line 128"/>
          <p:cNvSpPr>
            <a:spLocks noChangeShapeType="1"/>
          </p:cNvSpPr>
          <p:nvPr/>
        </p:nvSpPr>
        <p:spPr bwMode="auto">
          <a:xfrm flipH="1" flipV="1">
            <a:off x="7073507" y="4578352"/>
            <a:ext cx="6288" cy="1717278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oval" w="med" len="med"/>
            <a:tailEnd type="none" w="med" len="lg"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63" name="Rectangle 106"/>
          <p:cNvSpPr>
            <a:spLocks noChangeArrowheads="1"/>
          </p:cNvSpPr>
          <p:nvPr/>
        </p:nvSpPr>
        <p:spPr bwMode="auto">
          <a:xfrm flipH="1">
            <a:off x="6806285" y="4395613"/>
            <a:ext cx="53455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PA Audio TL</a:t>
            </a:r>
            <a:endParaRPr lang="ko-KR" altLang="ko-KR" dirty="0"/>
          </a:p>
        </p:txBody>
      </p:sp>
      <p:sp>
        <p:nvSpPr>
          <p:cNvPr id="364" name="Rectangle 106"/>
          <p:cNvSpPr>
            <a:spLocks noChangeArrowheads="1"/>
          </p:cNvSpPr>
          <p:nvPr/>
        </p:nvSpPr>
        <p:spPr bwMode="auto">
          <a:xfrm flipH="1">
            <a:off x="6799530" y="4516771"/>
            <a:ext cx="53455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Dual- tone TL</a:t>
            </a:r>
            <a:endParaRPr lang="ko-KR" altLang="ko-KR" dirty="0"/>
          </a:p>
        </p:txBody>
      </p:sp>
      <p:sp>
        <p:nvSpPr>
          <p:cNvPr id="365" name="Rectangle 106"/>
          <p:cNvSpPr>
            <a:spLocks noChangeArrowheads="1"/>
          </p:cNvSpPr>
          <p:nvPr/>
        </p:nvSpPr>
        <p:spPr bwMode="auto">
          <a:xfrm flipH="1">
            <a:off x="6879291" y="4653139"/>
            <a:ext cx="534551" cy="6436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RS485 TL</a:t>
            </a:r>
            <a:endParaRPr lang="ko-KR" altLang="ko-KR" dirty="0"/>
          </a:p>
        </p:txBody>
      </p:sp>
      <p:sp>
        <p:nvSpPr>
          <p:cNvPr id="366" name="Line 195"/>
          <p:cNvSpPr>
            <a:spLocks noChangeShapeType="1"/>
          </p:cNvSpPr>
          <p:nvPr/>
        </p:nvSpPr>
        <p:spPr bwMode="auto">
          <a:xfrm flipV="1">
            <a:off x="7867184" y="2732875"/>
            <a:ext cx="132993" cy="54826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67" name="Line 202"/>
          <p:cNvSpPr>
            <a:spLocks noChangeShapeType="1"/>
          </p:cNvSpPr>
          <p:nvPr/>
        </p:nvSpPr>
        <p:spPr bwMode="auto">
          <a:xfrm flipV="1">
            <a:off x="8003179" y="2249609"/>
            <a:ext cx="8789" cy="471820"/>
          </a:xfrm>
          <a:prstGeom prst="line">
            <a:avLst/>
          </a:prstGeom>
          <a:noFill/>
          <a:ln w="25400">
            <a:solidFill>
              <a:srgbClr val="008000"/>
            </a:solidFill>
            <a:round/>
            <a:headEnd/>
            <a:tailEnd/>
          </a:ln>
        </p:spPr>
        <p:txBody>
          <a:bodyPr lIns="71886" tIns="35943" rIns="71886" bIns="35943"/>
          <a:lstStyle/>
          <a:p>
            <a:endParaRPr lang="ko-KR" altLang="en-US"/>
          </a:p>
        </p:txBody>
      </p:sp>
      <p:sp>
        <p:nvSpPr>
          <p:cNvPr id="368" name="Rectangle 74"/>
          <p:cNvSpPr>
            <a:spLocks noChangeArrowheads="1"/>
          </p:cNvSpPr>
          <p:nvPr/>
        </p:nvSpPr>
        <p:spPr bwMode="auto">
          <a:xfrm flipH="1">
            <a:off x="6874655" y="2817778"/>
            <a:ext cx="565542" cy="70321"/>
          </a:xfrm>
          <a:prstGeom prst="rect">
            <a:avLst/>
          </a:prstGeom>
          <a:noFill/>
          <a:ln w="6350">
            <a:noFill/>
            <a:miter lim="800000"/>
            <a:headEnd/>
            <a:tailEnd/>
          </a:ln>
        </p:spPr>
        <p:txBody>
          <a:bodyPr wrap="none" lIns="95745" tIns="47871" rIns="95745" bIns="47871" anchor="ctr"/>
          <a:lstStyle/>
          <a:p>
            <a:pPr algn="ctr"/>
            <a:r>
              <a:rPr lang="en-US" altLang="ko-KR" sz="600" dirty="0">
                <a:latin typeface="Arial" charset="0"/>
              </a:rPr>
              <a:t>RS485</a:t>
            </a:r>
            <a:endParaRPr lang="ko-KR" altLang="ko-KR" dirty="0"/>
          </a:p>
        </p:txBody>
      </p:sp>
      <p:sp>
        <p:nvSpPr>
          <p:cNvPr id="369" name="Rectangle 209"/>
          <p:cNvSpPr>
            <a:spLocks noChangeArrowheads="1"/>
          </p:cNvSpPr>
          <p:nvPr/>
        </p:nvSpPr>
        <p:spPr bwMode="auto">
          <a:xfrm>
            <a:off x="7639613" y="2698634"/>
            <a:ext cx="234026" cy="288032"/>
          </a:xfrm>
          <a:prstGeom prst="rect">
            <a:avLst/>
          </a:prstGeom>
          <a:solidFill>
            <a:schemeClr val="accent6">
              <a:lumMod val="75000"/>
            </a:scheme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7541" tIns="63770" rIns="127541" bIns="63770" anchor="ctr"/>
          <a:lstStyle/>
          <a:p>
            <a:pPr algn="ctr"/>
            <a:r>
              <a:rPr lang="en-US" altLang="ko-KR" sz="600" dirty="0"/>
              <a:t>485</a:t>
            </a:r>
          </a:p>
          <a:p>
            <a:pPr algn="ctr"/>
            <a:r>
              <a:rPr lang="en-US" altLang="ko-KR" sz="600" dirty="0"/>
              <a:t>Card</a:t>
            </a:r>
            <a:endParaRPr lang="ko-KR" altLang="ko-KR" sz="600" dirty="0"/>
          </a:p>
        </p:txBody>
      </p:sp>
      <p:grpSp>
        <p:nvGrpSpPr>
          <p:cNvPr id="370" name="Group 454"/>
          <p:cNvGrpSpPr>
            <a:grpSpLocks/>
          </p:cNvGrpSpPr>
          <p:nvPr/>
        </p:nvGrpSpPr>
        <p:grpSpPr bwMode="auto">
          <a:xfrm flipH="1">
            <a:off x="5106516" y="218941"/>
            <a:ext cx="1630772" cy="505351"/>
            <a:chOff x="2375" y="729"/>
            <a:chExt cx="1263" cy="424"/>
          </a:xfrm>
        </p:grpSpPr>
        <p:sp>
          <p:nvSpPr>
            <p:cNvPr id="516" name="Rectangle 22"/>
            <p:cNvSpPr>
              <a:spLocks noChangeArrowheads="1"/>
            </p:cNvSpPr>
            <p:nvPr/>
          </p:nvSpPr>
          <p:spPr bwMode="auto">
            <a:xfrm flipH="1">
              <a:off x="2375" y="745"/>
              <a:ext cx="690" cy="408"/>
            </a:xfrm>
            <a:prstGeom prst="rect">
              <a:avLst/>
            </a:prstGeom>
            <a:solidFill>
              <a:srgbClr val="FFFF99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900" dirty="0">
                  <a:latin typeface="Arial" charset="0"/>
                </a:rPr>
                <a:t>Communication</a:t>
              </a:r>
            </a:p>
            <a:p>
              <a:pPr algn="ctr"/>
              <a:r>
                <a:rPr lang="en-US" altLang="ko-KR" sz="900" dirty="0">
                  <a:latin typeface="Arial" charset="0"/>
                </a:rPr>
                <a:t>Control Head</a:t>
              </a:r>
              <a:endParaRPr lang="ko-KR" altLang="ko-KR" dirty="0"/>
            </a:p>
          </p:txBody>
        </p:sp>
        <p:sp>
          <p:nvSpPr>
            <p:cNvPr id="517" name="Rectangle 23"/>
            <p:cNvSpPr>
              <a:spLocks noChangeArrowheads="1"/>
            </p:cNvSpPr>
            <p:nvPr/>
          </p:nvSpPr>
          <p:spPr bwMode="auto">
            <a:xfrm>
              <a:off x="3081" y="729"/>
              <a:ext cx="542" cy="92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900" dirty="0">
                  <a:latin typeface="Arial" charset="0"/>
                </a:rPr>
                <a:t>DC 37.5V</a:t>
              </a:r>
              <a:endParaRPr lang="ko-KR" altLang="ko-KR" dirty="0"/>
            </a:p>
          </p:txBody>
        </p:sp>
        <p:sp>
          <p:nvSpPr>
            <p:cNvPr id="518" name="Line 24"/>
            <p:cNvSpPr>
              <a:spLocks noChangeShapeType="1"/>
            </p:cNvSpPr>
            <p:nvPr/>
          </p:nvSpPr>
          <p:spPr bwMode="auto">
            <a:xfrm flipV="1">
              <a:off x="3065" y="836"/>
              <a:ext cx="499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arrow" w="med" len="med"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19" name="Rectangle 27"/>
            <p:cNvSpPr>
              <a:spLocks noChangeArrowheads="1"/>
            </p:cNvSpPr>
            <p:nvPr/>
          </p:nvSpPr>
          <p:spPr bwMode="auto">
            <a:xfrm>
              <a:off x="3095" y="871"/>
              <a:ext cx="543" cy="91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900" dirty="0">
                  <a:latin typeface="Arial" charset="0"/>
                </a:rPr>
                <a:t>ADDRESS</a:t>
              </a:r>
              <a:endParaRPr lang="ko-KR" altLang="ko-KR" dirty="0"/>
            </a:p>
          </p:txBody>
        </p:sp>
        <p:sp>
          <p:nvSpPr>
            <p:cNvPr id="520" name="Line 28"/>
            <p:cNvSpPr>
              <a:spLocks noChangeShapeType="1"/>
            </p:cNvSpPr>
            <p:nvPr/>
          </p:nvSpPr>
          <p:spPr bwMode="auto">
            <a:xfrm flipV="1">
              <a:off x="3065" y="972"/>
              <a:ext cx="499" cy="0"/>
            </a:xfrm>
            <a:prstGeom prst="line">
              <a:avLst/>
            </a:prstGeom>
            <a:noFill/>
            <a:ln w="25400">
              <a:solidFill>
                <a:srgbClr val="FFCC00"/>
              </a:solidFill>
              <a:round/>
              <a:headEnd type="arrow" w="med" len="med"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21" name="Rectangle 47"/>
            <p:cNvSpPr>
              <a:spLocks noChangeArrowheads="1"/>
            </p:cNvSpPr>
            <p:nvPr/>
          </p:nvSpPr>
          <p:spPr bwMode="auto">
            <a:xfrm>
              <a:off x="3093" y="1028"/>
              <a:ext cx="544" cy="4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/>
              <a:r>
                <a:rPr lang="en-US" altLang="ko-KR" sz="900" dirty="0">
                  <a:latin typeface="Arial" charset="0"/>
                </a:rPr>
                <a:t>CAB ON</a:t>
              </a:r>
              <a:endParaRPr lang="ko-KR" altLang="ko-KR" dirty="0"/>
            </a:p>
          </p:txBody>
        </p:sp>
        <p:sp>
          <p:nvSpPr>
            <p:cNvPr id="522" name="Line 48"/>
            <p:cNvSpPr>
              <a:spLocks noChangeShapeType="1"/>
            </p:cNvSpPr>
            <p:nvPr/>
          </p:nvSpPr>
          <p:spPr bwMode="auto">
            <a:xfrm flipV="1">
              <a:off x="3065" y="1108"/>
              <a:ext cx="499" cy="0"/>
            </a:xfrm>
            <a:prstGeom prst="line">
              <a:avLst/>
            </a:prstGeom>
            <a:noFill/>
            <a:ln w="25400">
              <a:solidFill>
                <a:srgbClr val="808000"/>
              </a:solidFill>
              <a:round/>
              <a:headEnd type="arrow" w="med" len="med"/>
              <a:tailEnd type="none" w="med" len="lg"/>
            </a:ln>
          </p:spPr>
          <p:txBody>
            <a:bodyPr/>
            <a:lstStyle/>
            <a:p>
              <a:endParaRPr lang="ko-KR" altLang="en-US"/>
            </a:p>
          </p:txBody>
        </p:sp>
      </p:grpSp>
      <p:grpSp>
        <p:nvGrpSpPr>
          <p:cNvPr id="371" name="그룹 462"/>
          <p:cNvGrpSpPr/>
          <p:nvPr/>
        </p:nvGrpSpPr>
        <p:grpSpPr>
          <a:xfrm flipH="1">
            <a:off x="4301464" y="1834539"/>
            <a:ext cx="1053610" cy="625361"/>
            <a:chOff x="5666768" y="1056184"/>
            <a:chExt cx="1361588" cy="875506"/>
          </a:xfrm>
        </p:grpSpPr>
        <p:sp>
          <p:nvSpPr>
            <p:cNvPr id="513" name="Rectangle 358"/>
            <p:cNvSpPr>
              <a:spLocks noChangeArrowheads="1"/>
            </p:cNvSpPr>
            <p:nvPr/>
          </p:nvSpPr>
          <p:spPr bwMode="auto">
            <a:xfrm>
              <a:off x="5718850" y="1056184"/>
              <a:ext cx="1211413" cy="869347"/>
            </a:xfrm>
            <a:prstGeom prst="rect">
              <a:avLst/>
            </a:prstGeom>
            <a:solidFill>
              <a:srgbClr val="CCCCFF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endParaRPr lang="ko-KR" altLang="ko-KR"/>
            </a:p>
          </p:txBody>
        </p:sp>
        <p:pic>
          <p:nvPicPr>
            <p:cNvPr id="514" name="그림 513" descr="denver_mini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10333" y="1181185"/>
              <a:ext cx="1046305" cy="604867"/>
            </a:xfrm>
            <a:prstGeom prst="rect">
              <a:avLst/>
            </a:prstGeom>
          </p:spPr>
        </p:pic>
        <p:sp>
          <p:nvSpPr>
            <p:cNvPr id="515" name="Rectangle 426"/>
            <p:cNvSpPr>
              <a:spLocks noChangeArrowheads="1"/>
            </p:cNvSpPr>
            <p:nvPr/>
          </p:nvSpPr>
          <p:spPr bwMode="auto">
            <a:xfrm rot="10800000" flipV="1">
              <a:off x="5666768" y="1781515"/>
              <a:ext cx="1361588" cy="15017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/>
                <a:t>LCD Display</a:t>
              </a:r>
              <a:endParaRPr lang="ko-KR" altLang="ko-KR" sz="900" dirty="0"/>
            </a:p>
          </p:txBody>
        </p:sp>
      </p:grpSp>
      <p:sp>
        <p:nvSpPr>
          <p:cNvPr id="511" name="Rectangle 396"/>
          <p:cNvSpPr>
            <a:spLocks noChangeArrowheads="1"/>
          </p:cNvSpPr>
          <p:nvPr/>
        </p:nvSpPr>
        <p:spPr bwMode="auto">
          <a:xfrm flipH="1" flipV="1">
            <a:off x="5522331" y="960155"/>
            <a:ext cx="835715" cy="381397"/>
          </a:xfrm>
          <a:prstGeom prst="rect">
            <a:avLst/>
          </a:prstGeom>
          <a:solidFill>
            <a:srgbClr val="C0C0C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8579" tIns="89289" rIns="178579" bIns="89289" anchor="ctr"/>
          <a:lstStyle/>
          <a:p>
            <a:pPr algn="ctr"/>
            <a:endParaRPr lang="ko-KR" altLang="ko-KR"/>
          </a:p>
        </p:txBody>
      </p:sp>
      <p:sp>
        <p:nvSpPr>
          <p:cNvPr id="512" name="Rectangle 402" descr="좁은 눈금"/>
          <p:cNvSpPr>
            <a:spLocks noChangeArrowheads="1"/>
          </p:cNvSpPr>
          <p:nvPr/>
        </p:nvSpPr>
        <p:spPr bwMode="auto">
          <a:xfrm flipH="1" flipV="1">
            <a:off x="5552347" y="1014982"/>
            <a:ext cx="774316" cy="278896"/>
          </a:xfrm>
          <a:prstGeom prst="rect">
            <a:avLst/>
          </a:prstGeom>
          <a:pattFill prst="smGrid">
            <a:fgClr>
              <a:schemeClr val="tx1">
                <a:alpha val="50195"/>
              </a:schemeClr>
            </a:fgClr>
            <a:bgClr>
              <a:srgbClr val="FFCC00">
                <a:alpha val="50195"/>
              </a:srgbClr>
            </a:bgClr>
          </a:patt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8579" tIns="89289" rIns="178579" bIns="89289" anchor="ctr"/>
          <a:lstStyle/>
          <a:p>
            <a:pPr algn="ctr"/>
            <a:r>
              <a:rPr lang="en-US" altLang="ko-KR" dirty="0" smtClean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FDI</a:t>
            </a:r>
            <a:endParaRPr lang="ko-KR" altLang="ko-KR" dirty="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509" name="Rectangle 370"/>
          <p:cNvSpPr>
            <a:spLocks noChangeArrowheads="1"/>
          </p:cNvSpPr>
          <p:nvPr/>
        </p:nvSpPr>
        <p:spPr bwMode="auto">
          <a:xfrm flipH="1" flipV="1">
            <a:off x="758276" y="3789041"/>
            <a:ext cx="1253571" cy="164479"/>
          </a:xfrm>
          <a:prstGeom prst="rect">
            <a:avLst/>
          </a:prstGeom>
          <a:solidFill>
            <a:srgbClr val="C0C0C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8579" tIns="89289" rIns="178579" bIns="89289" anchor="ctr"/>
          <a:lstStyle/>
          <a:p>
            <a:pPr algn="ctr"/>
            <a:endParaRPr lang="ko-KR" altLang="ko-KR"/>
          </a:p>
        </p:txBody>
      </p:sp>
      <p:sp>
        <p:nvSpPr>
          <p:cNvPr id="510" name="Rectangle 383" descr="좁은 눈금"/>
          <p:cNvSpPr>
            <a:spLocks noChangeArrowheads="1"/>
          </p:cNvSpPr>
          <p:nvPr/>
        </p:nvSpPr>
        <p:spPr bwMode="auto">
          <a:xfrm flipH="1" flipV="1">
            <a:off x="800719" y="3817646"/>
            <a:ext cx="1155475" cy="107268"/>
          </a:xfrm>
          <a:prstGeom prst="rect">
            <a:avLst/>
          </a:prstGeom>
          <a:pattFill prst="smGrid">
            <a:fgClr>
              <a:schemeClr val="tx1">
                <a:alpha val="50195"/>
              </a:schemeClr>
            </a:fgClr>
            <a:bgClr>
              <a:srgbClr val="FFCC00">
                <a:alpha val="50195"/>
              </a:srgbClr>
            </a:bgClr>
          </a:patt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8579" tIns="89289" rIns="178579" bIns="89289" anchor="ctr"/>
          <a:lstStyle/>
          <a:p>
            <a:pPr algn="ctr"/>
            <a:r>
              <a:rPr lang="en-US" altLang="ko-KR" sz="900" b="1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PII</a:t>
            </a:r>
            <a:endParaRPr lang="ko-KR" altLang="ko-KR" sz="900" b="1" dirty="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507" name="Rectangle 384"/>
          <p:cNvSpPr>
            <a:spLocks noChangeArrowheads="1"/>
          </p:cNvSpPr>
          <p:nvPr/>
        </p:nvSpPr>
        <p:spPr bwMode="auto">
          <a:xfrm flipH="1" flipV="1">
            <a:off x="2123290" y="1114459"/>
            <a:ext cx="1114285" cy="219303"/>
          </a:xfrm>
          <a:prstGeom prst="rect">
            <a:avLst/>
          </a:prstGeom>
          <a:solidFill>
            <a:srgbClr val="C0C0C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8579" tIns="89289" rIns="178579" bIns="89289" anchor="ctr"/>
          <a:lstStyle/>
          <a:p>
            <a:pPr algn="ctr"/>
            <a:endParaRPr lang="ko-KR" altLang="ko-KR"/>
          </a:p>
        </p:txBody>
      </p:sp>
      <p:sp>
        <p:nvSpPr>
          <p:cNvPr id="508" name="Rectangle 391" descr="좁은 눈금"/>
          <p:cNvSpPr>
            <a:spLocks noChangeArrowheads="1"/>
          </p:cNvSpPr>
          <p:nvPr/>
        </p:nvSpPr>
        <p:spPr bwMode="auto">
          <a:xfrm flipH="1" flipV="1">
            <a:off x="2163311" y="1154983"/>
            <a:ext cx="1032420" cy="131105"/>
          </a:xfrm>
          <a:prstGeom prst="rect">
            <a:avLst/>
          </a:prstGeom>
          <a:pattFill prst="smGrid">
            <a:fgClr>
              <a:schemeClr val="tx1">
                <a:alpha val="50195"/>
              </a:schemeClr>
            </a:fgClr>
            <a:bgClr>
              <a:srgbClr val="FFCC00">
                <a:alpha val="50195"/>
              </a:srgbClr>
            </a:bgClr>
          </a:patt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8579" tIns="89289" rIns="178579" bIns="89289" anchor="ctr"/>
          <a:lstStyle/>
          <a:p>
            <a:pPr algn="ctr"/>
            <a:r>
              <a:rPr lang="en-US" altLang="ko-KR" sz="1000" b="1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SDI</a:t>
            </a:r>
            <a:endParaRPr lang="ko-KR" altLang="ko-KR" sz="1000" b="1" dirty="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505" name="Rectangle 370"/>
          <p:cNvSpPr>
            <a:spLocks noChangeArrowheads="1"/>
          </p:cNvSpPr>
          <p:nvPr/>
        </p:nvSpPr>
        <p:spPr bwMode="auto">
          <a:xfrm flipH="1" flipV="1">
            <a:off x="3711462" y="1165892"/>
            <a:ext cx="1253571" cy="164479"/>
          </a:xfrm>
          <a:prstGeom prst="rect">
            <a:avLst/>
          </a:prstGeom>
          <a:solidFill>
            <a:srgbClr val="C0C0C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8579" tIns="89289" rIns="178579" bIns="89289" anchor="ctr"/>
          <a:lstStyle/>
          <a:p>
            <a:pPr algn="ctr"/>
            <a:endParaRPr lang="ko-KR" altLang="ko-KR"/>
          </a:p>
        </p:txBody>
      </p:sp>
      <p:sp>
        <p:nvSpPr>
          <p:cNvPr id="506" name="Rectangle 383" descr="좁은 눈금"/>
          <p:cNvSpPr>
            <a:spLocks noChangeArrowheads="1"/>
          </p:cNvSpPr>
          <p:nvPr/>
        </p:nvSpPr>
        <p:spPr bwMode="auto">
          <a:xfrm flipH="1" flipV="1">
            <a:off x="3753904" y="1194498"/>
            <a:ext cx="1155475" cy="107268"/>
          </a:xfrm>
          <a:prstGeom prst="rect">
            <a:avLst/>
          </a:prstGeom>
          <a:pattFill prst="smGrid">
            <a:fgClr>
              <a:schemeClr val="tx1">
                <a:alpha val="50195"/>
              </a:schemeClr>
            </a:fgClr>
            <a:bgClr>
              <a:srgbClr val="FFCC00">
                <a:alpha val="50195"/>
              </a:srgbClr>
            </a:bgClr>
          </a:patt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8579" tIns="89289" rIns="178579" bIns="89289" anchor="ctr"/>
          <a:lstStyle/>
          <a:p>
            <a:pPr algn="ctr"/>
            <a:r>
              <a:rPr lang="en-US" altLang="ko-KR" sz="900" b="1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PII</a:t>
            </a:r>
            <a:endParaRPr lang="ko-KR" altLang="ko-KR" sz="900" b="1" dirty="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503" name="Rectangle 384"/>
          <p:cNvSpPr>
            <a:spLocks noChangeArrowheads="1"/>
          </p:cNvSpPr>
          <p:nvPr/>
        </p:nvSpPr>
        <p:spPr bwMode="auto">
          <a:xfrm flipH="1" flipV="1">
            <a:off x="674680" y="1114459"/>
            <a:ext cx="1114285" cy="219303"/>
          </a:xfrm>
          <a:prstGeom prst="rect">
            <a:avLst/>
          </a:prstGeom>
          <a:solidFill>
            <a:srgbClr val="C0C0C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8579" tIns="89289" rIns="178579" bIns="89289" anchor="ctr"/>
          <a:lstStyle/>
          <a:p>
            <a:pPr algn="ctr"/>
            <a:endParaRPr lang="ko-KR" altLang="ko-KR"/>
          </a:p>
        </p:txBody>
      </p:sp>
      <p:sp>
        <p:nvSpPr>
          <p:cNvPr id="504" name="Rectangle 391" descr="좁은 눈금"/>
          <p:cNvSpPr>
            <a:spLocks noChangeArrowheads="1"/>
          </p:cNvSpPr>
          <p:nvPr/>
        </p:nvSpPr>
        <p:spPr bwMode="auto">
          <a:xfrm flipH="1" flipV="1">
            <a:off x="714704" y="1154983"/>
            <a:ext cx="1032420" cy="131105"/>
          </a:xfrm>
          <a:prstGeom prst="rect">
            <a:avLst/>
          </a:prstGeom>
          <a:pattFill prst="smGrid">
            <a:fgClr>
              <a:schemeClr val="tx1">
                <a:alpha val="50195"/>
              </a:schemeClr>
            </a:fgClr>
            <a:bgClr>
              <a:srgbClr val="FFCC00">
                <a:alpha val="50195"/>
              </a:srgbClr>
            </a:bgClr>
          </a:patt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8579" tIns="89289" rIns="178579" bIns="89289" anchor="ctr"/>
          <a:lstStyle/>
          <a:p>
            <a:pPr algn="ctr"/>
            <a:r>
              <a:rPr lang="en-US" altLang="ko-KR" sz="1000" b="1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SDI</a:t>
            </a:r>
            <a:endParaRPr lang="ko-KR" altLang="ko-KR" sz="1000" b="1" dirty="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501" name="Rectangle 384"/>
          <p:cNvSpPr>
            <a:spLocks noChangeArrowheads="1"/>
          </p:cNvSpPr>
          <p:nvPr/>
        </p:nvSpPr>
        <p:spPr bwMode="auto">
          <a:xfrm flipH="1" flipV="1">
            <a:off x="4017910" y="4149082"/>
            <a:ext cx="1114285" cy="219303"/>
          </a:xfrm>
          <a:prstGeom prst="rect">
            <a:avLst/>
          </a:prstGeom>
          <a:solidFill>
            <a:srgbClr val="C0C0C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8579" tIns="89289" rIns="178579" bIns="89289" anchor="ctr"/>
          <a:lstStyle/>
          <a:p>
            <a:pPr algn="ctr"/>
            <a:endParaRPr lang="ko-KR" altLang="ko-KR"/>
          </a:p>
        </p:txBody>
      </p:sp>
      <p:sp>
        <p:nvSpPr>
          <p:cNvPr id="502" name="Rectangle 391" descr="좁은 눈금"/>
          <p:cNvSpPr>
            <a:spLocks noChangeArrowheads="1"/>
          </p:cNvSpPr>
          <p:nvPr/>
        </p:nvSpPr>
        <p:spPr bwMode="auto">
          <a:xfrm flipH="1" flipV="1">
            <a:off x="4057931" y="4189605"/>
            <a:ext cx="1032420" cy="131105"/>
          </a:xfrm>
          <a:prstGeom prst="rect">
            <a:avLst/>
          </a:prstGeom>
          <a:pattFill prst="smGrid">
            <a:fgClr>
              <a:schemeClr val="tx1">
                <a:alpha val="50195"/>
              </a:schemeClr>
            </a:fgClr>
            <a:bgClr>
              <a:srgbClr val="FFCC00">
                <a:alpha val="50195"/>
              </a:srgbClr>
            </a:bgClr>
          </a:patt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8579" tIns="89289" rIns="178579" bIns="89289" anchor="ctr"/>
          <a:lstStyle/>
          <a:p>
            <a:pPr algn="ctr"/>
            <a:r>
              <a:rPr lang="en-US" altLang="ko-KR" sz="1000" b="1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SDI</a:t>
            </a:r>
            <a:endParaRPr lang="ko-KR" altLang="ko-KR" sz="1000" b="1" dirty="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499" name="Rectangle 384"/>
          <p:cNvSpPr>
            <a:spLocks noChangeArrowheads="1"/>
          </p:cNvSpPr>
          <p:nvPr/>
        </p:nvSpPr>
        <p:spPr bwMode="auto">
          <a:xfrm flipH="1" flipV="1">
            <a:off x="2290574" y="4149082"/>
            <a:ext cx="1114285" cy="219303"/>
          </a:xfrm>
          <a:prstGeom prst="rect">
            <a:avLst/>
          </a:prstGeom>
          <a:solidFill>
            <a:srgbClr val="C0C0C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8579" tIns="89289" rIns="178579" bIns="89289" anchor="ctr"/>
          <a:lstStyle/>
          <a:p>
            <a:pPr algn="ctr"/>
            <a:endParaRPr lang="ko-KR" altLang="ko-KR"/>
          </a:p>
        </p:txBody>
      </p:sp>
      <p:sp>
        <p:nvSpPr>
          <p:cNvPr id="500" name="Rectangle 391" descr="좁은 눈금"/>
          <p:cNvSpPr>
            <a:spLocks noChangeArrowheads="1"/>
          </p:cNvSpPr>
          <p:nvPr/>
        </p:nvSpPr>
        <p:spPr bwMode="auto">
          <a:xfrm flipH="1" flipV="1">
            <a:off x="2330596" y="4189605"/>
            <a:ext cx="1032420" cy="131105"/>
          </a:xfrm>
          <a:prstGeom prst="rect">
            <a:avLst/>
          </a:prstGeom>
          <a:pattFill prst="smGrid">
            <a:fgClr>
              <a:schemeClr val="tx1">
                <a:alpha val="50195"/>
              </a:schemeClr>
            </a:fgClr>
            <a:bgClr>
              <a:srgbClr val="FFCC00">
                <a:alpha val="50195"/>
              </a:srgbClr>
            </a:bgClr>
          </a:patt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lIns="178579" tIns="89289" rIns="178579" bIns="89289" anchor="ctr"/>
          <a:lstStyle/>
          <a:p>
            <a:pPr algn="ctr"/>
            <a:r>
              <a:rPr lang="en-US" altLang="ko-KR" sz="1000" b="1" dirty="0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SDI</a:t>
            </a:r>
            <a:endParaRPr lang="ko-KR" altLang="ko-KR" sz="1000" b="1" dirty="0"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grpSp>
        <p:nvGrpSpPr>
          <p:cNvPr id="379" name="그룹 463"/>
          <p:cNvGrpSpPr/>
          <p:nvPr/>
        </p:nvGrpSpPr>
        <p:grpSpPr>
          <a:xfrm flipH="1">
            <a:off x="2786216" y="1838290"/>
            <a:ext cx="1053610" cy="625361"/>
            <a:chOff x="5666768" y="1056184"/>
            <a:chExt cx="1361588" cy="875506"/>
          </a:xfrm>
        </p:grpSpPr>
        <p:sp>
          <p:nvSpPr>
            <p:cNvPr id="496" name="Rectangle 358"/>
            <p:cNvSpPr>
              <a:spLocks noChangeArrowheads="1"/>
            </p:cNvSpPr>
            <p:nvPr/>
          </p:nvSpPr>
          <p:spPr bwMode="auto">
            <a:xfrm>
              <a:off x="5718850" y="1056184"/>
              <a:ext cx="1211413" cy="869347"/>
            </a:xfrm>
            <a:prstGeom prst="rect">
              <a:avLst/>
            </a:prstGeom>
            <a:solidFill>
              <a:srgbClr val="CCCCFF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endParaRPr lang="ko-KR" altLang="ko-KR"/>
            </a:p>
          </p:txBody>
        </p:sp>
        <p:pic>
          <p:nvPicPr>
            <p:cNvPr id="497" name="그림 496" descr="denver_mini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10333" y="1181185"/>
              <a:ext cx="1046305" cy="604867"/>
            </a:xfrm>
            <a:prstGeom prst="rect">
              <a:avLst/>
            </a:prstGeom>
          </p:spPr>
        </p:pic>
        <p:sp>
          <p:nvSpPr>
            <p:cNvPr id="498" name="Rectangle 426"/>
            <p:cNvSpPr>
              <a:spLocks noChangeArrowheads="1"/>
            </p:cNvSpPr>
            <p:nvPr/>
          </p:nvSpPr>
          <p:spPr bwMode="auto">
            <a:xfrm rot="10800000" flipV="1">
              <a:off x="5666768" y="1781515"/>
              <a:ext cx="1361588" cy="15017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/>
                <a:t>LCD Display</a:t>
              </a:r>
              <a:endParaRPr lang="ko-KR" altLang="ko-KR" sz="900" dirty="0"/>
            </a:p>
          </p:txBody>
        </p:sp>
      </p:grpSp>
      <p:grpSp>
        <p:nvGrpSpPr>
          <p:cNvPr id="381" name="그룹 471"/>
          <p:cNvGrpSpPr/>
          <p:nvPr/>
        </p:nvGrpSpPr>
        <p:grpSpPr>
          <a:xfrm flipH="1">
            <a:off x="4858669" y="3068962"/>
            <a:ext cx="1053610" cy="625361"/>
            <a:chOff x="5666768" y="1056184"/>
            <a:chExt cx="1361588" cy="875506"/>
          </a:xfrm>
        </p:grpSpPr>
        <p:sp>
          <p:nvSpPr>
            <p:cNvPr id="490" name="Rectangle 358"/>
            <p:cNvSpPr>
              <a:spLocks noChangeArrowheads="1"/>
            </p:cNvSpPr>
            <p:nvPr/>
          </p:nvSpPr>
          <p:spPr bwMode="auto">
            <a:xfrm>
              <a:off x="5718850" y="1056184"/>
              <a:ext cx="1211413" cy="869347"/>
            </a:xfrm>
            <a:prstGeom prst="rect">
              <a:avLst/>
            </a:prstGeom>
            <a:solidFill>
              <a:srgbClr val="CCCCFF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endParaRPr lang="ko-KR" altLang="ko-KR"/>
            </a:p>
          </p:txBody>
        </p:sp>
        <p:pic>
          <p:nvPicPr>
            <p:cNvPr id="491" name="그림 490" descr="denver_mini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10333" y="1181185"/>
              <a:ext cx="1046305" cy="604867"/>
            </a:xfrm>
            <a:prstGeom prst="rect">
              <a:avLst/>
            </a:prstGeom>
          </p:spPr>
        </p:pic>
        <p:sp>
          <p:nvSpPr>
            <p:cNvPr id="492" name="Rectangle 426"/>
            <p:cNvSpPr>
              <a:spLocks noChangeArrowheads="1"/>
            </p:cNvSpPr>
            <p:nvPr/>
          </p:nvSpPr>
          <p:spPr bwMode="auto">
            <a:xfrm rot="10800000" flipV="1">
              <a:off x="5666768" y="1781515"/>
              <a:ext cx="1361588" cy="15017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/>
                <a:t>LCD Display</a:t>
              </a:r>
              <a:endParaRPr lang="ko-KR" altLang="ko-KR" sz="900" dirty="0"/>
            </a:p>
          </p:txBody>
        </p:sp>
      </p:grpSp>
      <p:grpSp>
        <p:nvGrpSpPr>
          <p:cNvPr id="382" name="그룹 475"/>
          <p:cNvGrpSpPr/>
          <p:nvPr/>
        </p:nvGrpSpPr>
        <p:grpSpPr>
          <a:xfrm flipH="1">
            <a:off x="3343421" y="3072713"/>
            <a:ext cx="1053610" cy="625361"/>
            <a:chOff x="5666768" y="1056184"/>
            <a:chExt cx="1361588" cy="875506"/>
          </a:xfrm>
        </p:grpSpPr>
        <p:sp>
          <p:nvSpPr>
            <p:cNvPr id="487" name="Rectangle 358"/>
            <p:cNvSpPr>
              <a:spLocks noChangeArrowheads="1"/>
            </p:cNvSpPr>
            <p:nvPr/>
          </p:nvSpPr>
          <p:spPr bwMode="auto">
            <a:xfrm>
              <a:off x="5718850" y="1056184"/>
              <a:ext cx="1211413" cy="869347"/>
            </a:xfrm>
            <a:prstGeom prst="rect">
              <a:avLst/>
            </a:prstGeom>
            <a:solidFill>
              <a:srgbClr val="CCCCFF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endParaRPr lang="ko-KR" altLang="ko-KR"/>
            </a:p>
          </p:txBody>
        </p:sp>
        <p:pic>
          <p:nvPicPr>
            <p:cNvPr id="488" name="그림 487" descr="denver_mini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10333" y="1181185"/>
              <a:ext cx="1046305" cy="604867"/>
            </a:xfrm>
            <a:prstGeom prst="rect">
              <a:avLst/>
            </a:prstGeom>
          </p:spPr>
        </p:pic>
        <p:sp>
          <p:nvSpPr>
            <p:cNvPr id="489" name="Rectangle 426"/>
            <p:cNvSpPr>
              <a:spLocks noChangeArrowheads="1"/>
            </p:cNvSpPr>
            <p:nvPr/>
          </p:nvSpPr>
          <p:spPr bwMode="auto">
            <a:xfrm rot="10800000" flipV="1">
              <a:off x="5666768" y="1781515"/>
              <a:ext cx="1361588" cy="15017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/>
                <a:t>LCD Display</a:t>
              </a:r>
              <a:endParaRPr lang="ko-KR" altLang="ko-KR" sz="900" dirty="0"/>
            </a:p>
          </p:txBody>
        </p:sp>
      </p:grpSp>
      <p:grpSp>
        <p:nvGrpSpPr>
          <p:cNvPr id="383" name="그룹 479"/>
          <p:cNvGrpSpPr/>
          <p:nvPr/>
        </p:nvGrpSpPr>
        <p:grpSpPr>
          <a:xfrm flipH="1">
            <a:off x="1838968" y="3072713"/>
            <a:ext cx="1053610" cy="625361"/>
            <a:chOff x="5666768" y="1056184"/>
            <a:chExt cx="1361588" cy="875506"/>
          </a:xfrm>
        </p:grpSpPr>
        <p:sp>
          <p:nvSpPr>
            <p:cNvPr id="484" name="Rectangle 358"/>
            <p:cNvSpPr>
              <a:spLocks noChangeArrowheads="1"/>
            </p:cNvSpPr>
            <p:nvPr/>
          </p:nvSpPr>
          <p:spPr bwMode="auto">
            <a:xfrm>
              <a:off x="5718850" y="1056184"/>
              <a:ext cx="1211413" cy="869347"/>
            </a:xfrm>
            <a:prstGeom prst="rect">
              <a:avLst/>
            </a:prstGeom>
            <a:solidFill>
              <a:srgbClr val="CCCCFF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endParaRPr lang="ko-KR" altLang="ko-KR"/>
            </a:p>
          </p:txBody>
        </p:sp>
        <p:pic>
          <p:nvPicPr>
            <p:cNvPr id="485" name="그림 484" descr="denver_mini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10333" y="1181185"/>
              <a:ext cx="1046305" cy="604867"/>
            </a:xfrm>
            <a:prstGeom prst="rect">
              <a:avLst/>
            </a:prstGeom>
          </p:spPr>
        </p:pic>
        <p:sp>
          <p:nvSpPr>
            <p:cNvPr id="486" name="Rectangle 426"/>
            <p:cNvSpPr>
              <a:spLocks noChangeArrowheads="1"/>
            </p:cNvSpPr>
            <p:nvPr/>
          </p:nvSpPr>
          <p:spPr bwMode="auto">
            <a:xfrm rot="10800000" flipV="1">
              <a:off x="5666768" y="1781515"/>
              <a:ext cx="1361588" cy="150175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/>
                <a:t>LCD Display</a:t>
              </a:r>
              <a:endParaRPr lang="ko-KR" altLang="ko-KR" sz="900" dirty="0"/>
            </a:p>
          </p:txBody>
        </p:sp>
      </p:grpSp>
      <p:cxnSp>
        <p:nvCxnSpPr>
          <p:cNvPr id="384" name="직선 연결선 383"/>
          <p:cNvCxnSpPr>
            <a:stCxn id="296" idx="1"/>
          </p:cNvCxnSpPr>
          <p:nvPr/>
        </p:nvCxnSpPr>
        <p:spPr>
          <a:xfrm rot="5400000">
            <a:off x="5928098" y="2165176"/>
            <a:ext cx="977976" cy="6644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5" name="직선 연결선 384"/>
          <p:cNvCxnSpPr/>
          <p:nvPr/>
        </p:nvCxnSpPr>
        <p:spPr>
          <a:xfrm flipH="1" flipV="1">
            <a:off x="5802335" y="2653393"/>
            <a:ext cx="611428" cy="4094"/>
          </a:xfrm>
          <a:prstGeom prst="line">
            <a:avLst/>
          </a:prstGeom>
          <a:ln w="28575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6" name="Line 420"/>
          <p:cNvSpPr>
            <a:spLocks noChangeShapeType="1"/>
          </p:cNvSpPr>
          <p:nvPr/>
        </p:nvSpPr>
        <p:spPr bwMode="auto">
          <a:xfrm>
            <a:off x="5683342" y="3151484"/>
            <a:ext cx="117498" cy="907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8398" tIns="34199" rIns="68398" bIns="34199"/>
          <a:lstStyle/>
          <a:p>
            <a:endParaRPr lang="ko-KR" altLang="en-US"/>
          </a:p>
        </p:txBody>
      </p:sp>
      <p:sp>
        <p:nvSpPr>
          <p:cNvPr id="387" name="Line 421"/>
          <p:cNvSpPr>
            <a:spLocks noChangeShapeType="1"/>
          </p:cNvSpPr>
          <p:nvPr/>
        </p:nvSpPr>
        <p:spPr bwMode="auto">
          <a:xfrm>
            <a:off x="5798652" y="2656796"/>
            <a:ext cx="2188" cy="495596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8398" tIns="34199" rIns="68398" bIns="34199"/>
          <a:lstStyle/>
          <a:p>
            <a:endParaRPr lang="ko-KR" altLang="en-US"/>
          </a:p>
        </p:txBody>
      </p:sp>
      <p:sp>
        <p:nvSpPr>
          <p:cNvPr id="388" name="Line 422"/>
          <p:cNvSpPr>
            <a:spLocks noChangeShapeType="1"/>
          </p:cNvSpPr>
          <p:nvPr/>
        </p:nvSpPr>
        <p:spPr bwMode="auto">
          <a:xfrm>
            <a:off x="5680723" y="2656796"/>
            <a:ext cx="2617" cy="495596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8398" tIns="34199" rIns="68398" bIns="34199"/>
          <a:lstStyle/>
          <a:p>
            <a:endParaRPr lang="ko-KR" altLang="en-US"/>
          </a:p>
        </p:txBody>
      </p:sp>
      <p:sp>
        <p:nvSpPr>
          <p:cNvPr id="389" name="Line 420"/>
          <p:cNvSpPr>
            <a:spLocks noChangeShapeType="1"/>
          </p:cNvSpPr>
          <p:nvPr/>
        </p:nvSpPr>
        <p:spPr bwMode="auto">
          <a:xfrm rot="10800000">
            <a:off x="5126136" y="2372696"/>
            <a:ext cx="117498" cy="907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8398" tIns="34199" rIns="68398" bIns="34199"/>
          <a:lstStyle/>
          <a:p>
            <a:endParaRPr lang="ko-KR" altLang="en-US"/>
          </a:p>
        </p:txBody>
      </p:sp>
      <p:sp>
        <p:nvSpPr>
          <p:cNvPr id="390" name="Line 421"/>
          <p:cNvSpPr>
            <a:spLocks noChangeShapeType="1"/>
          </p:cNvSpPr>
          <p:nvPr/>
        </p:nvSpPr>
        <p:spPr bwMode="auto">
          <a:xfrm rot="10800000">
            <a:off x="5126136" y="2372695"/>
            <a:ext cx="5482" cy="290904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8398" tIns="34199" rIns="68398" bIns="34199"/>
          <a:lstStyle/>
          <a:p>
            <a:endParaRPr lang="ko-KR" altLang="en-US"/>
          </a:p>
        </p:txBody>
      </p:sp>
      <p:sp>
        <p:nvSpPr>
          <p:cNvPr id="391" name="Line 422"/>
          <p:cNvSpPr>
            <a:spLocks noChangeShapeType="1"/>
          </p:cNvSpPr>
          <p:nvPr/>
        </p:nvSpPr>
        <p:spPr bwMode="auto">
          <a:xfrm rot="10800000" flipH="1">
            <a:off x="5238491" y="2372694"/>
            <a:ext cx="5144" cy="297709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8398" tIns="34199" rIns="68398" bIns="34199"/>
          <a:lstStyle/>
          <a:p>
            <a:endParaRPr lang="ko-KR" altLang="en-US"/>
          </a:p>
        </p:txBody>
      </p:sp>
      <p:sp>
        <p:nvSpPr>
          <p:cNvPr id="392" name="Line 420"/>
          <p:cNvSpPr>
            <a:spLocks noChangeShapeType="1"/>
          </p:cNvSpPr>
          <p:nvPr/>
        </p:nvSpPr>
        <p:spPr bwMode="auto">
          <a:xfrm>
            <a:off x="4178888" y="3151484"/>
            <a:ext cx="117498" cy="907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8398" tIns="34199" rIns="68398" bIns="34199"/>
          <a:lstStyle/>
          <a:p>
            <a:endParaRPr lang="ko-KR" altLang="en-US"/>
          </a:p>
        </p:txBody>
      </p:sp>
      <p:sp>
        <p:nvSpPr>
          <p:cNvPr id="393" name="Line 421"/>
          <p:cNvSpPr>
            <a:spLocks noChangeShapeType="1"/>
          </p:cNvSpPr>
          <p:nvPr/>
        </p:nvSpPr>
        <p:spPr bwMode="auto">
          <a:xfrm>
            <a:off x="4284006" y="2656796"/>
            <a:ext cx="12380" cy="495596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8398" tIns="34199" rIns="68398" bIns="34199"/>
          <a:lstStyle/>
          <a:p>
            <a:endParaRPr lang="ko-KR" altLang="en-US"/>
          </a:p>
        </p:txBody>
      </p:sp>
      <p:sp>
        <p:nvSpPr>
          <p:cNvPr id="394" name="Line 422"/>
          <p:cNvSpPr>
            <a:spLocks noChangeShapeType="1"/>
          </p:cNvSpPr>
          <p:nvPr/>
        </p:nvSpPr>
        <p:spPr bwMode="auto">
          <a:xfrm>
            <a:off x="4162392" y="2653394"/>
            <a:ext cx="16496" cy="498999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8398" tIns="34199" rIns="68398" bIns="34199"/>
          <a:lstStyle/>
          <a:p>
            <a:endParaRPr lang="ko-KR" altLang="en-US"/>
          </a:p>
        </p:txBody>
      </p:sp>
      <p:sp>
        <p:nvSpPr>
          <p:cNvPr id="395" name="Line 420"/>
          <p:cNvSpPr>
            <a:spLocks noChangeShapeType="1"/>
          </p:cNvSpPr>
          <p:nvPr/>
        </p:nvSpPr>
        <p:spPr bwMode="auto">
          <a:xfrm rot="10800000">
            <a:off x="3603103" y="2372180"/>
            <a:ext cx="117498" cy="907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8398" tIns="34199" rIns="68398" bIns="34199"/>
          <a:lstStyle/>
          <a:p>
            <a:endParaRPr lang="ko-KR" altLang="en-US"/>
          </a:p>
        </p:txBody>
      </p:sp>
      <p:sp>
        <p:nvSpPr>
          <p:cNvPr id="396" name="Line 421"/>
          <p:cNvSpPr>
            <a:spLocks noChangeShapeType="1"/>
          </p:cNvSpPr>
          <p:nvPr/>
        </p:nvSpPr>
        <p:spPr bwMode="auto">
          <a:xfrm rot="10800000">
            <a:off x="3603102" y="2372180"/>
            <a:ext cx="2814" cy="277813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8398" tIns="34199" rIns="68398" bIns="34199"/>
          <a:lstStyle/>
          <a:p>
            <a:endParaRPr lang="ko-KR" altLang="en-US"/>
          </a:p>
        </p:txBody>
      </p:sp>
      <p:sp>
        <p:nvSpPr>
          <p:cNvPr id="397" name="Line 422"/>
          <p:cNvSpPr>
            <a:spLocks noChangeShapeType="1"/>
          </p:cNvSpPr>
          <p:nvPr/>
        </p:nvSpPr>
        <p:spPr bwMode="auto">
          <a:xfrm rot="10800000">
            <a:off x="3720600" y="2372178"/>
            <a:ext cx="3244" cy="284616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8398" tIns="34199" rIns="68398" bIns="34199"/>
          <a:lstStyle/>
          <a:p>
            <a:endParaRPr lang="ko-KR" altLang="en-US"/>
          </a:p>
        </p:txBody>
      </p:sp>
      <p:sp>
        <p:nvSpPr>
          <p:cNvPr id="398" name="Line 420"/>
          <p:cNvSpPr>
            <a:spLocks noChangeShapeType="1"/>
          </p:cNvSpPr>
          <p:nvPr/>
        </p:nvSpPr>
        <p:spPr bwMode="auto">
          <a:xfrm>
            <a:off x="2669261" y="3151484"/>
            <a:ext cx="117498" cy="907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8398" tIns="34199" rIns="68398" bIns="34199"/>
          <a:lstStyle/>
          <a:p>
            <a:endParaRPr lang="ko-KR" altLang="en-US"/>
          </a:p>
        </p:txBody>
      </p:sp>
      <p:sp>
        <p:nvSpPr>
          <p:cNvPr id="399" name="Line 421"/>
          <p:cNvSpPr>
            <a:spLocks noChangeShapeType="1"/>
          </p:cNvSpPr>
          <p:nvPr/>
        </p:nvSpPr>
        <p:spPr bwMode="auto">
          <a:xfrm flipH="1">
            <a:off x="2786759" y="2656796"/>
            <a:ext cx="4713" cy="495596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8398" tIns="34199" rIns="68398" bIns="34199"/>
          <a:lstStyle/>
          <a:p>
            <a:endParaRPr lang="ko-KR" altLang="en-US"/>
          </a:p>
        </p:txBody>
      </p:sp>
      <p:sp>
        <p:nvSpPr>
          <p:cNvPr id="400" name="Line 422"/>
          <p:cNvSpPr>
            <a:spLocks noChangeShapeType="1"/>
          </p:cNvSpPr>
          <p:nvPr/>
        </p:nvSpPr>
        <p:spPr bwMode="auto">
          <a:xfrm>
            <a:off x="2666174" y="2653394"/>
            <a:ext cx="3088" cy="498999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</p:spPr>
        <p:txBody>
          <a:bodyPr lIns="68398" tIns="34199" rIns="68398" bIns="34199"/>
          <a:lstStyle/>
          <a:p>
            <a:endParaRPr lang="ko-KR" altLang="en-US"/>
          </a:p>
        </p:txBody>
      </p:sp>
      <p:cxnSp>
        <p:nvCxnSpPr>
          <p:cNvPr id="404" name="직선 연결선 403"/>
          <p:cNvCxnSpPr/>
          <p:nvPr/>
        </p:nvCxnSpPr>
        <p:spPr>
          <a:xfrm flipH="1">
            <a:off x="5242175" y="2661582"/>
            <a:ext cx="447223" cy="2019"/>
          </a:xfrm>
          <a:prstGeom prst="line">
            <a:avLst/>
          </a:prstGeom>
          <a:ln w="28575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5" name="직선 연결선 404"/>
          <p:cNvCxnSpPr/>
          <p:nvPr/>
        </p:nvCxnSpPr>
        <p:spPr>
          <a:xfrm flipH="1" flipV="1">
            <a:off x="4269267" y="2657928"/>
            <a:ext cx="870011" cy="2149"/>
          </a:xfrm>
          <a:prstGeom prst="line">
            <a:avLst/>
          </a:prstGeom>
          <a:ln w="28575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6" name="직선 연결선 405"/>
          <p:cNvCxnSpPr/>
          <p:nvPr/>
        </p:nvCxnSpPr>
        <p:spPr>
          <a:xfrm flipH="1">
            <a:off x="3716476" y="2653393"/>
            <a:ext cx="442231" cy="3402"/>
          </a:xfrm>
          <a:prstGeom prst="line">
            <a:avLst/>
          </a:prstGeom>
          <a:ln w="28575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7" name="직선 연결선 406"/>
          <p:cNvCxnSpPr/>
          <p:nvPr/>
        </p:nvCxnSpPr>
        <p:spPr>
          <a:xfrm flipH="1">
            <a:off x="2791471" y="2648365"/>
            <a:ext cx="825500" cy="8430"/>
          </a:xfrm>
          <a:prstGeom prst="line">
            <a:avLst/>
          </a:prstGeom>
          <a:ln w="28575">
            <a:solidFill>
              <a:srgbClr val="0000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8" name="직선 연결선 407"/>
          <p:cNvCxnSpPr/>
          <p:nvPr/>
        </p:nvCxnSpPr>
        <p:spPr>
          <a:xfrm flipH="1">
            <a:off x="762118" y="2662466"/>
            <a:ext cx="1907143" cy="0"/>
          </a:xfrm>
          <a:prstGeom prst="line">
            <a:avLst/>
          </a:prstGeom>
          <a:ln w="28575">
            <a:solidFill>
              <a:srgbClr val="0000FF"/>
            </a:solidFill>
            <a:headEnd type="none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0" name="직선 연결선 409"/>
          <p:cNvCxnSpPr/>
          <p:nvPr/>
        </p:nvCxnSpPr>
        <p:spPr>
          <a:xfrm rot="16200000" flipV="1">
            <a:off x="5479921" y="2066963"/>
            <a:ext cx="1431018" cy="4914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" name="직선 연결선 410"/>
          <p:cNvCxnSpPr/>
          <p:nvPr/>
        </p:nvCxnSpPr>
        <p:spPr>
          <a:xfrm rot="16200000" flipV="1">
            <a:off x="335750" y="2073873"/>
            <a:ext cx="1448806" cy="8888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2" name="직선 연결선 411"/>
          <p:cNvCxnSpPr/>
          <p:nvPr/>
        </p:nvCxnSpPr>
        <p:spPr>
          <a:xfrm rot="5400000" flipH="1" flipV="1">
            <a:off x="1678429" y="2077373"/>
            <a:ext cx="1449551" cy="2629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3" name="직선 연결선 412"/>
          <p:cNvCxnSpPr/>
          <p:nvPr/>
        </p:nvCxnSpPr>
        <p:spPr>
          <a:xfrm rot="16200000" flipV="1">
            <a:off x="3181222" y="2073430"/>
            <a:ext cx="1449551" cy="10518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4" name="직선 연결선 413"/>
          <p:cNvCxnSpPr/>
          <p:nvPr/>
        </p:nvCxnSpPr>
        <p:spPr>
          <a:xfrm rot="16200000" flipH="1">
            <a:off x="3907048" y="3526877"/>
            <a:ext cx="1228718" cy="4281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5" name="직선 연결선 414"/>
          <p:cNvCxnSpPr/>
          <p:nvPr/>
        </p:nvCxnSpPr>
        <p:spPr>
          <a:xfrm rot="16200000" flipH="1">
            <a:off x="2401924" y="3527548"/>
            <a:ext cx="1228718" cy="2937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6" name="직선 연결선 415"/>
          <p:cNvCxnSpPr/>
          <p:nvPr/>
        </p:nvCxnSpPr>
        <p:spPr>
          <a:xfrm rot="16200000" flipH="1">
            <a:off x="1128895" y="3351846"/>
            <a:ext cx="874932" cy="558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7" name="그룹 595"/>
          <p:cNvGrpSpPr/>
          <p:nvPr/>
        </p:nvGrpSpPr>
        <p:grpSpPr>
          <a:xfrm flipH="1">
            <a:off x="5118695" y="718038"/>
            <a:ext cx="570704" cy="270617"/>
            <a:chOff x="4384576" y="1005260"/>
            <a:chExt cx="737527" cy="378866"/>
          </a:xfrm>
        </p:grpSpPr>
        <p:sp>
          <p:nvSpPr>
            <p:cNvPr id="481" name="Rectangle 361"/>
            <p:cNvSpPr>
              <a:spLocks noChangeArrowheads="1"/>
            </p:cNvSpPr>
            <p:nvPr/>
          </p:nvSpPr>
          <p:spPr bwMode="auto">
            <a:xfrm rot="10800000" flipV="1">
              <a:off x="4384576" y="1005260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>
                  <a:latin typeface="Arial" charset="0"/>
                </a:rPr>
                <a:t>AC 230V</a:t>
              </a:r>
              <a:endParaRPr lang="ko-KR" altLang="ko-KR" dirty="0"/>
            </a:p>
          </p:txBody>
        </p:sp>
        <p:sp>
          <p:nvSpPr>
            <p:cNvPr id="482" name="Line 362"/>
            <p:cNvSpPr>
              <a:spLocks noChangeShapeType="1"/>
            </p:cNvSpPr>
            <p:nvPr/>
          </p:nvSpPr>
          <p:spPr bwMode="auto">
            <a:xfrm flipV="1">
              <a:off x="4404598" y="1158762"/>
              <a:ext cx="700818" cy="3338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  <p:sp>
          <p:nvSpPr>
            <p:cNvPr id="483" name="Line 368"/>
            <p:cNvSpPr>
              <a:spLocks noChangeShapeType="1"/>
            </p:cNvSpPr>
            <p:nvPr/>
          </p:nvSpPr>
          <p:spPr bwMode="auto">
            <a:xfrm flipV="1">
              <a:off x="4404597" y="1162049"/>
              <a:ext cx="715" cy="222077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 type="arrow" w="med" len="med"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</p:grpSp>
      <p:grpSp>
        <p:nvGrpSpPr>
          <p:cNvPr id="418" name="그룹 596"/>
          <p:cNvGrpSpPr/>
          <p:nvPr/>
        </p:nvGrpSpPr>
        <p:grpSpPr>
          <a:xfrm flipH="1">
            <a:off x="2276951" y="836948"/>
            <a:ext cx="570704" cy="270617"/>
            <a:chOff x="4384576" y="1005260"/>
            <a:chExt cx="737527" cy="378866"/>
          </a:xfrm>
        </p:grpSpPr>
        <p:sp>
          <p:nvSpPr>
            <p:cNvPr id="478" name="Rectangle 361"/>
            <p:cNvSpPr>
              <a:spLocks noChangeArrowheads="1"/>
            </p:cNvSpPr>
            <p:nvPr/>
          </p:nvSpPr>
          <p:spPr bwMode="auto">
            <a:xfrm rot="10800000" flipV="1">
              <a:off x="4384576" y="1005260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>
                  <a:latin typeface="Arial" charset="0"/>
                </a:rPr>
                <a:t>AC 230V</a:t>
              </a:r>
              <a:endParaRPr lang="ko-KR" altLang="ko-KR" dirty="0"/>
            </a:p>
          </p:txBody>
        </p:sp>
        <p:sp>
          <p:nvSpPr>
            <p:cNvPr id="479" name="Line 362"/>
            <p:cNvSpPr>
              <a:spLocks noChangeShapeType="1"/>
            </p:cNvSpPr>
            <p:nvPr/>
          </p:nvSpPr>
          <p:spPr bwMode="auto">
            <a:xfrm flipV="1">
              <a:off x="4404598" y="1158762"/>
              <a:ext cx="700818" cy="3338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  <p:sp>
          <p:nvSpPr>
            <p:cNvPr id="480" name="Line 368"/>
            <p:cNvSpPr>
              <a:spLocks noChangeShapeType="1"/>
            </p:cNvSpPr>
            <p:nvPr/>
          </p:nvSpPr>
          <p:spPr bwMode="auto">
            <a:xfrm flipV="1">
              <a:off x="4404597" y="1162049"/>
              <a:ext cx="715" cy="222077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 type="arrow" w="med" len="med"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</p:grpSp>
      <p:grpSp>
        <p:nvGrpSpPr>
          <p:cNvPr id="419" name="그룹 600"/>
          <p:cNvGrpSpPr/>
          <p:nvPr/>
        </p:nvGrpSpPr>
        <p:grpSpPr>
          <a:xfrm flipH="1">
            <a:off x="897439" y="843833"/>
            <a:ext cx="570704" cy="270617"/>
            <a:chOff x="4384576" y="1005260"/>
            <a:chExt cx="737527" cy="378866"/>
          </a:xfrm>
        </p:grpSpPr>
        <p:sp>
          <p:nvSpPr>
            <p:cNvPr id="475" name="Rectangle 361"/>
            <p:cNvSpPr>
              <a:spLocks noChangeArrowheads="1"/>
            </p:cNvSpPr>
            <p:nvPr/>
          </p:nvSpPr>
          <p:spPr bwMode="auto">
            <a:xfrm rot="10800000" flipV="1">
              <a:off x="4384576" y="1005260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>
                  <a:latin typeface="Arial" charset="0"/>
                </a:rPr>
                <a:t>AC 230V</a:t>
              </a:r>
              <a:endParaRPr lang="ko-KR" altLang="ko-KR" dirty="0"/>
            </a:p>
          </p:txBody>
        </p:sp>
        <p:sp>
          <p:nvSpPr>
            <p:cNvPr id="476" name="Line 362"/>
            <p:cNvSpPr>
              <a:spLocks noChangeShapeType="1"/>
            </p:cNvSpPr>
            <p:nvPr/>
          </p:nvSpPr>
          <p:spPr bwMode="auto">
            <a:xfrm flipV="1">
              <a:off x="4404598" y="1158762"/>
              <a:ext cx="700818" cy="3338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  <p:sp>
          <p:nvSpPr>
            <p:cNvPr id="477" name="Line 368"/>
            <p:cNvSpPr>
              <a:spLocks noChangeShapeType="1"/>
            </p:cNvSpPr>
            <p:nvPr/>
          </p:nvSpPr>
          <p:spPr bwMode="auto">
            <a:xfrm flipV="1">
              <a:off x="4404597" y="1162049"/>
              <a:ext cx="715" cy="222077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 type="arrow" w="med" len="med"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</p:grpSp>
      <p:grpSp>
        <p:nvGrpSpPr>
          <p:cNvPr id="420" name="그룹 604"/>
          <p:cNvGrpSpPr/>
          <p:nvPr/>
        </p:nvGrpSpPr>
        <p:grpSpPr>
          <a:xfrm flipH="1">
            <a:off x="4171447" y="1563753"/>
            <a:ext cx="570704" cy="270617"/>
            <a:chOff x="4384576" y="1005260"/>
            <a:chExt cx="737527" cy="378866"/>
          </a:xfrm>
        </p:grpSpPr>
        <p:sp>
          <p:nvSpPr>
            <p:cNvPr id="472" name="Rectangle 361"/>
            <p:cNvSpPr>
              <a:spLocks noChangeArrowheads="1"/>
            </p:cNvSpPr>
            <p:nvPr/>
          </p:nvSpPr>
          <p:spPr bwMode="auto">
            <a:xfrm rot="10800000" flipV="1">
              <a:off x="4384576" y="1005260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>
                  <a:latin typeface="Arial" charset="0"/>
                </a:rPr>
                <a:t>AC 230V</a:t>
              </a:r>
              <a:endParaRPr lang="ko-KR" altLang="ko-KR" dirty="0"/>
            </a:p>
          </p:txBody>
        </p:sp>
        <p:sp>
          <p:nvSpPr>
            <p:cNvPr id="473" name="Line 362"/>
            <p:cNvSpPr>
              <a:spLocks noChangeShapeType="1"/>
            </p:cNvSpPr>
            <p:nvPr/>
          </p:nvSpPr>
          <p:spPr bwMode="auto">
            <a:xfrm flipV="1">
              <a:off x="4404598" y="1158762"/>
              <a:ext cx="700818" cy="3338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  <p:sp>
          <p:nvSpPr>
            <p:cNvPr id="474" name="Line 368"/>
            <p:cNvSpPr>
              <a:spLocks noChangeShapeType="1"/>
            </p:cNvSpPr>
            <p:nvPr/>
          </p:nvSpPr>
          <p:spPr bwMode="auto">
            <a:xfrm flipV="1">
              <a:off x="4404597" y="1162049"/>
              <a:ext cx="715" cy="222077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 type="arrow" w="med" len="med"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</p:grpSp>
      <p:grpSp>
        <p:nvGrpSpPr>
          <p:cNvPr id="421" name="그룹 616"/>
          <p:cNvGrpSpPr/>
          <p:nvPr/>
        </p:nvGrpSpPr>
        <p:grpSpPr>
          <a:xfrm flipH="1">
            <a:off x="3502800" y="878015"/>
            <a:ext cx="570704" cy="270617"/>
            <a:chOff x="4384576" y="1005260"/>
            <a:chExt cx="737527" cy="378866"/>
          </a:xfrm>
        </p:grpSpPr>
        <p:sp>
          <p:nvSpPr>
            <p:cNvPr id="469" name="Rectangle 361"/>
            <p:cNvSpPr>
              <a:spLocks noChangeArrowheads="1"/>
            </p:cNvSpPr>
            <p:nvPr/>
          </p:nvSpPr>
          <p:spPr bwMode="auto">
            <a:xfrm rot="10800000" flipV="1">
              <a:off x="4384576" y="1005260"/>
              <a:ext cx="737527" cy="146838"/>
            </a:xfrm>
            <a:prstGeom prst="rect">
              <a:avLst/>
            </a:prstGeom>
            <a:noFill/>
            <a:ln w="6350">
              <a:solidFill>
                <a:srgbClr val="3399FF"/>
              </a:solidFill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>
                  <a:latin typeface="Arial" charset="0"/>
                </a:rPr>
                <a:t>DC 37.5V</a:t>
              </a:r>
              <a:endParaRPr lang="ko-KR" altLang="ko-KR" dirty="0"/>
            </a:p>
          </p:txBody>
        </p:sp>
        <p:sp>
          <p:nvSpPr>
            <p:cNvPr id="470" name="Line 362"/>
            <p:cNvSpPr>
              <a:spLocks noChangeShapeType="1"/>
            </p:cNvSpPr>
            <p:nvPr/>
          </p:nvSpPr>
          <p:spPr bwMode="auto">
            <a:xfrm flipV="1">
              <a:off x="4404598" y="1158762"/>
              <a:ext cx="700818" cy="3338"/>
            </a:xfrm>
            <a:prstGeom prst="line">
              <a:avLst/>
            </a:prstGeom>
            <a:noFill/>
            <a:ln w="25400">
              <a:solidFill>
                <a:srgbClr val="3399FF"/>
              </a:solidFill>
              <a:round/>
              <a:headEnd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  <p:sp>
          <p:nvSpPr>
            <p:cNvPr id="471" name="Line 368"/>
            <p:cNvSpPr>
              <a:spLocks noChangeShapeType="1"/>
            </p:cNvSpPr>
            <p:nvPr/>
          </p:nvSpPr>
          <p:spPr bwMode="auto">
            <a:xfrm flipV="1">
              <a:off x="4404597" y="1162049"/>
              <a:ext cx="715" cy="222077"/>
            </a:xfrm>
            <a:prstGeom prst="line">
              <a:avLst/>
            </a:prstGeom>
            <a:noFill/>
            <a:ln w="25400">
              <a:solidFill>
                <a:srgbClr val="3399FF"/>
              </a:solidFill>
              <a:round/>
              <a:headEnd type="arrow" w="med" len="med"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</p:grpSp>
      <p:grpSp>
        <p:nvGrpSpPr>
          <p:cNvPr id="422" name="그룹 624"/>
          <p:cNvGrpSpPr/>
          <p:nvPr/>
        </p:nvGrpSpPr>
        <p:grpSpPr>
          <a:xfrm flipH="1">
            <a:off x="627798" y="3501163"/>
            <a:ext cx="570704" cy="270617"/>
            <a:chOff x="4384576" y="1005260"/>
            <a:chExt cx="737527" cy="378866"/>
          </a:xfrm>
        </p:grpSpPr>
        <p:sp>
          <p:nvSpPr>
            <p:cNvPr id="466" name="Rectangle 361"/>
            <p:cNvSpPr>
              <a:spLocks noChangeArrowheads="1"/>
            </p:cNvSpPr>
            <p:nvPr/>
          </p:nvSpPr>
          <p:spPr bwMode="auto">
            <a:xfrm rot="10800000" flipV="1">
              <a:off x="4384576" y="1005260"/>
              <a:ext cx="737527" cy="146838"/>
            </a:xfrm>
            <a:prstGeom prst="rect">
              <a:avLst/>
            </a:prstGeom>
            <a:noFill/>
            <a:ln w="6350">
              <a:solidFill>
                <a:srgbClr val="3399FF"/>
              </a:solidFill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>
                  <a:latin typeface="Arial" charset="0"/>
                </a:rPr>
                <a:t>DC 37.5V</a:t>
              </a:r>
              <a:endParaRPr lang="ko-KR" altLang="ko-KR" dirty="0"/>
            </a:p>
          </p:txBody>
        </p:sp>
        <p:sp>
          <p:nvSpPr>
            <p:cNvPr id="467" name="Line 362"/>
            <p:cNvSpPr>
              <a:spLocks noChangeShapeType="1"/>
            </p:cNvSpPr>
            <p:nvPr/>
          </p:nvSpPr>
          <p:spPr bwMode="auto">
            <a:xfrm flipV="1">
              <a:off x="4404598" y="1158762"/>
              <a:ext cx="700818" cy="3338"/>
            </a:xfrm>
            <a:prstGeom prst="line">
              <a:avLst/>
            </a:prstGeom>
            <a:noFill/>
            <a:ln w="25400">
              <a:solidFill>
                <a:srgbClr val="3399FF"/>
              </a:solidFill>
              <a:round/>
              <a:headEnd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  <p:sp>
          <p:nvSpPr>
            <p:cNvPr id="468" name="Line 368"/>
            <p:cNvSpPr>
              <a:spLocks noChangeShapeType="1"/>
            </p:cNvSpPr>
            <p:nvPr/>
          </p:nvSpPr>
          <p:spPr bwMode="auto">
            <a:xfrm flipV="1">
              <a:off x="4404597" y="1162049"/>
              <a:ext cx="715" cy="222077"/>
            </a:xfrm>
            <a:prstGeom prst="line">
              <a:avLst/>
            </a:prstGeom>
            <a:noFill/>
            <a:ln w="25400">
              <a:solidFill>
                <a:srgbClr val="3399FF"/>
              </a:solidFill>
              <a:round/>
              <a:headEnd type="arrow" w="med" len="med"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</p:grpSp>
      <p:cxnSp>
        <p:nvCxnSpPr>
          <p:cNvPr id="423" name="직선 연결선 422"/>
          <p:cNvCxnSpPr/>
          <p:nvPr/>
        </p:nvCxnSpPr>
        <p:spPr>
          <a:xfrm rot="16200000" flipV="1">
            <a:off x="5495249" y="1772694"/>
            <a:ext cx="2056199" cy="3714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4" name="그룹 644"/>
          <p:cNvGrpSpPr/>
          <p:nvPr/>
        </p:nvGrpSpPr>
        <p:grpSpPr>
          <a:xfrm flipH="1">
            <a:off x="340255" y="2657559"/>
            <a:ext cx="405432" cy="85815"/>
            <a:chOff x="10763258" y="8618765"/>
            <a:chExt cx="523945" cy="120140"/>
          </a:xfrm>
        </p:grpSpPr>
        <p:sp>
          <p:nvSpPr>
            <p:cNvPr id="464" name="Freeform 548"/>
            <p:cNvSpPr>
              <a:spLocks/>
            </p:cNvSpPr>
            <p:nvPr/>
          </p:nvSpPr>
          <p:spPr bwMode="auto">
            <a:xfrm flipH="1">
              <a:off x="10763258" y="8662149"/>
              <a:ext cx="480561" cy="76756"/>
            </a:xfrm>
            <a:custGeom>
              <a:avLst/>
              <a:gdLst>
                <a:gd name="T0" fmla="*/ 765684263 w 273"/>
                <a:gd name="T1" fmla="*/ 0 h 46"/>
                <a:gd name="T2" fmla="*/ 381440387 w 273"/>
                <a:gd name="T3" fmla="*/ 115927199 h 46"/>
                <a:gd name="T4" fmla="*/ 0 w 273"/>
                <a:gd name="T5" fmla="*/ 0 h 46"/>
                <a:gd name="T6" fmla="*/ 0 60000 65536"/>
                <a:gd name="T7" fmla="*/ 0 60000 65536"/>
                <a:gd name="T8" fmla="*/ 0 60000 65536"/>
                <a:gd name="T9" fmla="*/ 0 w 273"/>
                <a:gd name="T10" fmla="*/ 0 h 46"/>
                <a:gd name="T11" fmla="*/ 273 w 273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" h="46">
                  <a:moveTo>
                    <a:pt x="273" y="0"/>
                  </a:moveTo>
                  <a:cubicBezTo>
                    <a:pt x="227" y="23"/>
                    <a:pt x="181" y="46"/>
                    <a:pt x="136" y="46"/>
                  </a:cubicBezTo>
                  <a:cubicBezTo>
                    <a:pt x="91" y="46"/>
                    <a:pt x="30" y="15"/>
                    <a:pt x="0" y="0"/>
                  </a:cubicBezTo>
                </a:path>
              </a:pathLst>
            </a:custGeom>
            <a:noFill/>
            <a:ln w="9525">
              <a:solidFill>
                <a:srgbClr val="C0C0C0"/>
              </a:solidFill>
              <a:round/>
              <a:headEnd/>
              <a:tailEnd/>
            </a:ln>
          </p:spPr>
          <p:txBody>
            <a:bodyPr lIns="96102" tIns="48051" rIns="96102" bIns="48051"/>
            <a:lstStyle/>
            <a:p>
              <a:endParaRPr lang="ko-KR" altLang="en-US"/>
            </a:p>
          </p:txBody>
        </p:sp>
        <p:sp>
          <p:nvSpPr>
            <p:cNvPr id="465" name="Oval 567"/>
            <p:cNvSpPr>
              <a:spLocks noChangeArrowheads="1"/>
            </p:cNvSpPr>
            <p:nvPr/>
          </p:nvSpPr>
          <p:spPr bwMode="auto">
            <a:xfrm flipH="1">
              <a:off x="11207109" y="8618765"/>
              <a:ext cx="80094" cy="7508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lIns="96102" tIns="48051" rIns="96102" bIns="48051" anchor="ctr"/>
            <a:lstStyle/>
            <a:p>
              <a:pPr algn="ctr"/>
              <a:endParaRPr lang="ko-KR" altLang="ko-KR"/>
            </a:p>
          </p:txBody>
        </p:sp>
      </p:grpSp>
      <p:cxnSp>
        <p:nvCxnSpPr>
          <p:cNvPr id="425" name="직선 연결선 424"/>
          <p:cNvCxnSpPr/>
          <p:nvPr/>
        </p:nvCxnSpPr>
        <p:spPr>
          <a:xfrm rot="5400000">
            <a:off x="5113317" y="2987014"/>
            <a:ext cx="146951" cy="2243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직선 연결선 425"/>
          <p:cNvCxnSpPr/>
          <p:nvPr/>
        </p:nvCxnSpPr>
        <p:spPr>
          <a:xfrm rot="5400000">
            <a:off x="3555388" y="2987014"/>
            <a:ext cx="146951" cy="2243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7" name="직선 연결선 426"/>
          <p:cNvCxnSpPr/>
          <p:nvPr/>
        </p:nvCxnSpPr>
        <p:spPr>
          <a:xfrm rot="5400000">
            <a:off x="2048691" y="2987014"/>
            <a:ext cx="146951" cy="2243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8" name="직선 연결선 427"/>
          <p:cNvCxnSpPr/>
          <p:nvPr/>
        </p:nvCxnSpPr>
        <p:spPr>
          <a:xfrm rot="16200000" flipV="1">
            <a:off x="4574698" y="2633823"/>
            <a:ext cx="351619" cy="4317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9" name="직선 연결선 428"/>
          <p:cNvCxnSpPr/>
          <p:nvPr/>
        </p:nvCxnSpPr>
        <p:spPr>
          <a:xfrm rot="16200000" flipV="1">
            <a:off x="3059727" y="2632204"/>
            <a:ext cx="351619" cy="4317"/>
          </a:xfrm>
          <a:prstGeom prst="line">
            <a:avLst/>
          </a:prstGeom>
          <a:ln w="28575">
            <a:solidFill>
              <a:srgbClr val="008000"/>
            </a:solidFill>
            <a:headEnd type="oval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1" name="그룹 664"/>
          <p:cNvGrpSpPr/>
          <p:nvPr/>
        </p:nvGrpSpPr>
        <p:grpSpPr>
          <a:xfrm flipH="1">
            <a:off x="2624773" y="1563913"/>
            <a:ext cx="570704" cy="270617"/>
            <a:chOff x="4384576" y="1005260"/>
            <a:chExt cx="737527" cy="378866"/>
          </a:xfrm>
        </p:grpSpPr>
        <p:sp>
          <p:nvSpPr>
            <p:cNvPr id="461" name="Rectangle 361"/>
            <p:cNvSpPr>
              <a:spLocks noChangeArrowheads="1"/>
            </p:cNvSpPr>
            <p:nvPr/>
          </p:nvSpPr>
          <p:spPr bwMode="auto">
            <a:xfrm rot="10800000" flipV="1">
              <a:off x="4384576" y="1005260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>
                  <a:latin typeface="Arial" charset="0"/>
                </a:rPr>
                <a:t>AC 230V</a:t>
              </a:r>
              <a:endParaRPr lang="ko-KR" altLang="ko-KR" dirty="0"/>
            </a:p>
          </p:txBody>
        </p:sp>
        <p:sp>
          <p:nvSpPr>
            <p:cNvPr id="462" name="Line 362"/>
            <p:cNvSpPr>
              <a:spLocks noChangeShapeType="1"/>
            </p:cNvSpPr>
            <p:nvPr/>
          </p:nvSpPr>
          <p:spPr bwMode="auto">
            <a:xfrm flipV="1">
              <a:off x="4404598" y="1158762"/>
              <a:ext cx="700818" cy="3338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  <p:sp>
          <p:nvSpPr>
            <p:cNvPr id="463" name="Line 368"/>
            <p:cNvSpPr>
              <a:spLocks noChangeShapeType="1"/>
            </p:cNvSpPr>
            <p:nvPr/>
          </p:nvSpPr>
          <p:spPr bwMode="auto">
            <a:xfrm flipV="1">
              <a:off x="4404597" y="1162049"/>
              <a:ext cx="715" cy="222077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 type="arrow" w="med" len="med"/>
              <a:tailEnd type="none" w="med" len="lg"/>
            </a:ln>
          </p:spPr>
          <p:txBody>
            <a:bodyPr lIns="128016" tIns="64008" rIns="128016" bIns="64008"/>
            <a:lstStyle/>
            <a:p>
              <a:endParaRPr lang="ko-KR" altLang="en-US"/>
            </a:p>
          </p:txBody>
        </p:sp>
      </p:grpSp>
      <p:grpSp>
        <p:nvGrpSpPr>
          <p:cNvPr id="433" name="그룹 682"/>
          <p:cNvGrpSpPr/>
          <p:nvPr/>
        </p:nvGrpSpPr>
        <p:grpSpPr>
          <a:xfrm flipH="1">
            <a:off x="5363687" y="3686173"/>
            <a:ext cx="570704" cy="272794"/>
            <a:chOff x="4067969" y="5160640"/>
            <a:chExt cx="737527" cy="381912"/>
          </a:xfrm>
        </p:grpSpPr>
        <p:grpSp>
          <p:nvGrpSpPr>
            <p:cNvPr id="454" name="그룹 676"/>
            <p:cNvGrpSpPr/>
            <p:nvPr/>
          </p:nvGrpSpPr>
          <p:grpSpPr>
            <a:xfrm rot="10800000">
              <a:off x="4095784" y="5160640"/>
              <a:ext cx="700819" cy="225364"/>
              <a:chOff x="4404597" y="1158762"/>
              <a:chExt cx="700819" cy="225364"/>
            </a:xfrm>
          </p:grpSpPr>
          <p:sp>
            <p:nvSpPr>
              <p:cNvPr id="456" name="Line 362"/>
              <p:cNvSpPr>
                <a:spLocks noChangeShapeType="1"/>
              </p:cNvSpPr>
              <p:nvPr/>
            </p:nvSpPr>
            <p:spPr bwMode="auto">
              <a:xfrm flipV="1">
                <a:off x="4404598" y="1158762"/>
                <a:ext cx="700818" cy="3338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  <p:sp>
            <p:nvSpPr>
              <p:cNvPr id="457" name="Line 368"/>
              <p:cNvSpPr>
                <a:spLocks noChangeShapeType="1"/>
              </p:cNvSpPr>
              <p:nvPr/>
            </p:nvSpPr>
            <p:spPr bwMode="auto">
              <a:xfrm flipV="1">
                <a:off x="4404597" y="1162049"/>
                <a:ext cx="715" cy="222077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 type="arrow" w="med" len="med"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</p:grpSp>
        <p:sp>
          <p:nvSpPr>
            <p:cNvPr id="455" name="Rectangle 361"/>
            <p:cNvSpPr>
              <a:spLocks noChangeArrowheads="1"/>
            </p:cNvSpPr>
            <p:nvPr/>
          </p:nvSpPr>
          <p:spPr bwMode="auto">
            <a:xfrm rot="10800000" flipV="1">
              <a:off x="4067969" y="5395714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>
                  <a:latin typeface="Arial" charset="0"/>
                </a:rPr>
                <a:t>AC 230V</a:t>
              </a:r>
              <a:endParaRPr lang="ko-KR" altLang="ko-KR" dirty="0"/>
            </a:p>
          </p:txBody>
        </p:sp>
      </p:grpSp>
      <p:grpSp>
        <p:nvGrpSpPr>
          <p:cNvPr id="434" name="그룹 683"/>
          <p:cNvGrpSpPr/>
          <p:nvPr/>
        </p:nvGrpSpPr>
        <p:grpSpPr>
          <a:xfrm flipH="1">
            <a:off x="3837124" y="3686173"/>
            <a:ext cx="570704" cy="272794"/>
            <a:chOff x="4067969" y="5160640"/>
            <a:chExt cx="737527" cy="381912"/>
          </a:xfrm>
        </p:grpSpPr>
        <p:grpSp>
          <p:nvGrpSpPr>
            <p:cNvPr id="450" name="그룹 676"/>
            <p:cNvGrpSpPr/>
            <p:nvPr/>
          </p:nvGrpSpPr>
          <p:grpSpPr>
            <a:xfrm rot="10800000">
              <a:off x="4095784" y="5160640"/>
              <a:ext cx="700819" cy="225364"/>
              <a:chOff x="4404597" y="1158762"/>
              <a:chExt cx="700819" cy="225364"/>
            </a:xfrm>
          </p:grpSpPr>
          <p:sp>
            <p:nvSpPr>
              <p:cNvPr id="452" name="Line 362"/>
              <p:cNvSpPr>
                <a:spLocks noChangeShapeType="1"/>
              </p:cNvSpPr>
              <p:nvPr/>
            </p:nvSpPr>
            <p:spPr bwMode="auto">
              <a:xfrm flipV="1">
                <a:off x="4404598" y="1158762"/>
                <a:ext cx="700818" cy="3338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  <p:sp>
            <p:nvSpPr>
              <p:cNvPr id="453" name="Line 368"/>
              <p:cNvSpPr>
                <a:spLocks noChangeShapeType="1"/>
              </p:cNvSpPr>
              <p:nvPr/>
            </p:nvSpPr>
            <p:spPr bwMode="auto">
              <a:xfrm flipV="1">
                <a:off x="4404597" y="1162049"/>
                <a:ext cx="715" cy="222077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 type="arrow" w="med" len="med"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</p:grpSp>
        <p:sp>
          <p:nvSpPr>
            <p:cNvPr id="451" name="Rectangle 361"/>
            <p:cNvSpPr>
              <a:spLocks noChangeArrowheads="1"/>
            </p:cNvSpPr>
            <p:nvPr/>
          </p:nvSpPr>
          <p:spPr bwMode="auto">
            <a:xfrm rot="10800000" flipV="1">
              <a:off x="4067969" y="5395714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>
                  <a:latin typeface="Arial" charset="0"/>
                </a:rPr>
                <a:t>AC 230V</a:t>
              </a:r>
              <a:endParaRPr lang="ko-KR" altLang="ko-KR" dirty="0"/>
            </a:p>
          </p:txBody>
        </p:sp>
      </p:grpSp>
      <p:grpSp>
        <p:nvGrpSpPr>
          <p:cNvPr id="435" name="그룹 688"/>
          <p:cNvGrpSpPr/>
          <p:nvPr/>
        </p:nvGrpSpPr>
        <p:grpSpPr>
          <a:xfrm flipH="1">
            <a:off x="2332670" y="3686173"/>
            <a:ext cx="570704" cy="272794"/>
            <a:chOff x="4067969" y="5160640"/>
            <a:chExt cx="737527" cy="381912"/>
          </a:xfrm>
        </p:grpSpPr>
        <p:grpSp>
          <p:nvGrpSpPr>
            <p:cNvPr id="446" name="그룹 676"/>
            <p:cNvGrpSpPr/>
            <p:nvPr/>
          </p:nvGrpSpPr>
          <p:grpSpPr>
            <a:xfrm rot="10800000">
              <a:off x="4095784" y="5160640"/>
              <a:ext cx="700819" cy="225364"/>
              <a:chOff x="4404597" y="1158762"/>
              <a:chExt cx="700819" cy="225364"/>
            </a:xfrm>
          </p:grpSpPr>
          <p:sp>
            <p:nvSpPr>
              <p:cNvPr id="448" name="Line 362"/>
              <p:cNvSpPr>
                <a:spLocks noChangeShapeType="1"/>
              </p:cNvSpPr>
              <p:nvPr/>
            </p:nvSpPr>
            <p:spPr bwMode="auto">
              <a:xfrm flipV="1">
                <a:off x="4404598" y="1158762"/>
                <a:ext cx="700818" cy="3338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  <p:sp>
            <p:nvSpPr>
              <p:cNvPr id="449" name="Line 368"/>
              <p:cNvSpPr>
                <a:spLocks noChangeShapeType="1"/>
              </p:cNvSpPr>
              <p:nvPr/>
            </p:nvSpPr>
            <p:spPr bwMode="auto">
              <a:xfrm flipV="1">
                <a:off x="4404597" y="1162049"/>
                <a:ext cx="715" cy="222077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 type="arrow" w="med" len="med"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</p:grpSp>
        <p:sp>
          <p:nvSpPr>
            <p:cNvPr id="447" name="Rectangle 361"/>
            <p:cNvSpPr>
              <a:spLocks noChangeArrowheads="1"/>
            </p:cNvSpPr>
            <p:nvPr/>
          </p:nvSpPr>
          <p:spPr bwMode="auto">
            <a:xfrm rot="10800000" flipV="1">
              <a:off x="4067969" y="5395714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>
                  <a:latin typeface="Arial" charset="0"/>
                </a:rPr>
                <a:t>AC 230V</a:t>
              </a:r>
              <a:endParaRPr lang="ko-KR" altLang="ko-KR" dirty="0"/>
            </a:p>
          </p:txBody>
        </p:sp>
      </p:grpSp>
      <p:grpSp>
        <p:nvGrpSpPr>
          <p:cNvPr id="436" name="그룹 693"/>
          <p:cNvGrpSpPr/>
          <p:nvPr/>
        </p:nvGrpSpPr>
        <p:grpSpPr>
          <a:xfrm flipH="1">
            <a:off x="4784372" y="4390629"/>
            <a:ext cx="570704" cy="272794"/>
            <a:chOff x="4067969" y="5160640"/>
            <a:chExt cx="737527" cy="381912"/>
          </a:xfrm>
        </p:grpSpPr>
        <p:grpSp>
          <p:nvGrpSpPr>
            <p:cNvPr id="442" name="그룹 676"/>
            <p:cNvGrpSpPr/>
            <p:nvPr/>
          </p:nvGrpSpPr>
          <p:grpSpPr>
            <a:xfrm rot="10800000">
              <a:off x="4095784" y="5160640"/>
              <a:ext cx="700819" cy="225364"/>
              <a:chOff x="4404597" y="1158762"/>
              <a:chExt cx="700819" cy="225364"/>
            </a:xfrm>
          </p:grpSpPr>
          <p:sp>
            <p:nvSpPr>
              <p:cNvPr id="444" name="Line 362"/>
              <p:cNvSpPr>
                <a:spLocks noChangeShapeType="1"/>
              </p:cNvSpPr>
              <p:nvPr/>
            </p:nvSpPr>
            <p:spPr bwMode="auto">
              <a:xfrm flipV="1">
                <a:off x="4404598" y="1158762"/>
                <a:ext cx="700818" cy="3338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  <p:sp>
            <p:nvSpPr>
              <p:cNvPr id="445" name="Line 368"/>
              <p:cNvSpPr>
                <a:spLocks noChangeShapeType="1"/>
              </p:cNvSpPr>
              <p:nvPr/>
            </p:nvSpPr>
            <p:spPr bwMode="auto">
              <a:xfrm flipV="1">
                <a:off x="4404597" y="1162049"/>
                <a:ext cx="715" cy="222077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 type="arrow" w="med" len="med"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</p:grpSp>
        <p:sp>
          <p:nvSpPr>
            <p:cNvPr id="443" name="Rectangle 361"/>
            <p:cNvSpPr>
              <a:spLocks noChangeArrowheads="1"/>
            </p:cNvSpPr>
            <p:nvPr/>
          </p:nvSpPr>
          <p:spPr bwMode="auto">
            <a:xfrm rot="10800000" flipV="1">
              <a:off x="4067969" y="5395714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>
                  <a:latin typeface="Arial" charset="0"/>
                </a:rPr>
                <a:t>AC 230V</a:t>
              </a:r>
              <a:endParaRPr lang="ko-KR" altLang="ko-KR" dirty="0"/>
            </a:p>
          </p:txBody>
        </p:sp>
      </p:grpSp>
      <p:grpSp>
        <p:nvGrpSpPr>
          <p:cNvPr id="437" name="그룹 698"/>
          <p:cNvGrpSpPr/>
          <p:nvPr/>
        </p:nvGrpSpPr>
        <p:grpSpPr>
          <a:xfrm flipH="1">
            <a:off x="3126257" y="4390629"/>
            <a:ext cx="570704" cy="272794"/>
            <a:chOff x="4067969" y="5160640"/>
            <a:chExt cx="737527" cy="381912"/>
          </a:xfrm>
        </p:grpSpPr>
        <p:grpSp>
          <p:nvGrpSpPr>
            <p:cNvPr id="438" name="그룹 676"/>
            <p:cNvGrpSpPr/>
            <p:nvPr/>
          </p:nvGrpSpPr>
          <p:grpSpPr>
            <a:xfrm rot="10800000">
              <a:off x="4095784" y="5160640"/>
              <a:ext cx="700819" cy="225364"/>
              <a:chOff x="4404597" y="1158762"/>
              <a:chExt cx="700819" cy="225364"/>
            </a:xfrm>
          </p:grpSpPr>
          <p:sp>
            <p:nvSpPr>
              <p:cNvPr id="440" name="Line 362"/>
              <p:cNvSpPr>
                <a:spLocks noChangeShapeType="1"/>
              </p:cNvSpPr>
              <p:nvPr/>
            </p:nvSpPr>
            <p:spPr bwMode="auto">
              <a:xfrm flipV="1">
                <a:off x="4404598" y="1158762"/>
                <a:ext cx="700818" cy="3338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  <p:sp>
            <p:nvSpPr>
              <p:cNvPr id="441" name="Line 368"/>
              <p:cNvSpPr>
                <a:spLocks noChangeShapeType="1"/>
              </p:cNvSpPr>
              <p:nvPr/>
            </p:nvSpPr>
            <p:spPr bwMode="auto">
              <a:xfrm flipV="1">
                <a:off x="4404597" y="1162049"/>
                <a:ext cx="715" cy="222077"/>
              </a:xfrm>
              <a:prstGeom prst="line">
                <a:avLst/>
              </a:prstGeom>
              <a:noFill/>
              <a:ln w="25400">
                <a:solidFill>
                  <a:srgbClr val="FF3300"/>
                </a:solidFill>
                <a:round/>
                <a:headEnd type="arrow" w="med" len="med"/>
                <a:tailEnd type="none" w="med" len="lg"/>
              </a:ln>
            </p:spPr>
            <p:txBody>
              <a:bodyPr lIns="128016" tIns="64008" rIns="128016" bIns="64008"/>
              <a:lstStyle/>
              <a:p>
                <a:endParaRPr lang="ko-KR" altLang="en-US"/>
              </a:p>
            </p:txBody>
          </p:sp>
        </p:grpSp>
        <p:sp>
          <p:nvSpPr>
            <p:cNvPr id="439" name="Rectangle 361"/>
            <p:cNvSpPr>
              <a:spLocks noChangeArrowheads="1"/>
            </p:cNvSpPr>
            <p:nvPr/>
          </p:nvSpPr>
          <p:spPr bwMode="auto">
            <a:xfrm rot="10800000" flipV="1">
              <a:off x="4067969" y="5395714"/>
              <a:ext cx="737527" cy="146838"/>
            </a:xfrm>
            <a:prstGeom prst="rect">
              <a:avLst/>
            </a:prstGeom>
            <a:noFill/>
            <a:ln w="6350">
              <a:noFill/>
              <a:miter lim="800000"/>
              <a:headEnd/>
              <a:tailEnd/>
            </a:ln>
          </p:spPr>
          <p:txBody>
            <a:bodyPr wrap="none" lIns="170505" tIns="85252" rIns="170505" bIns="85252" anchor="ctr"/>
            <a:lstStyle/>
            <a:p>
              <a:pPr algn="ctr"/>
              <a:r>
                <a:rPr lang="en-US" altLang="ko-KR" sz="900" dirty="0">
                  <a:latin typeface="Arial" charset="0"/>
                </a:rPr>
                <a:t>AC 230V</a:t>
              </a:r>
              <a:endParaRPr lang="ko-KR" altLang="ko-KR" dirty="0"/>
            </a:p>
          </p:txBody>
        </p:sp>
      </p:grpSp>
      <p:sp>
        <p:nvSpPr>
          <p:cNvPr id="372" name="TextBox 371"/>
          <p:cNvSpPr txBox="1"/>
          <p:nvPr/>
        </p:nvSpPr>
        <p:spPr>
          <a:xfrm>
            <a:off x="818541" y="118376"/>
            <a:ext cx="2730303" cy="6814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95770" tIns="47885" rIns="95770" bIns="47885" rtlCol="0">
            <a:spAutoFit/>
          </a:bodyPr>
          <a:lstStyle/>
          <a:p>
            <a:r>
              <a:rPr lang="en-US" altLang="ko-KR" dirty="0" smtClean="0"/>
              <a:t>Passenger Information System M</a:t>
            </a:r>
            <a:r>
              <a:rPr lang="en-US" altLang="ko-KR" sz="1000" dirty="0"/>
              <a:t>B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9066838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/>
          <p:cNvGrpSpPr/>
          <p:nvPr/>
        </p:nvGrpSpPr>
        <p:grpSpPr>
          <a:xfrm>
            <a:off x="2498925" y="378171"/>
            <a:ext cx="5212507" cy="2192146"/>
            <a:chOff x="2489250" y="1974949"/>
            <a:chExt cx="6408712" cy="2919815"/>
          </a:xfrm>
        </p:grpSpPr>
        <p:sp>
          <p:nvSpPr>
            <p:cNvPr id="5" name="Rounded Rectangle 3"/>
            <p:cNvSpPr/>
            <p:nvPr/>
          </p:nvSpPr>
          <p:spPr bwMode="auto">
            <a:xfrm>
              <a:off x="2494013" y="2127349"/>
              <a:ext cx="6402387" cy="2438400"/>
            </a:xfrm>
            <a:prstGeom prst="roundRect">
              <a:avLst>
                <a:gd name="adj" fmla="val 7292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cxnSp>
          <p:nvCxnSpPr>
            <p:cNvPr id="6" name="직선 연결선 5"/>
            <p:cNvCxnSpPr/>
            <p:nvPr/>
          </p:nvCxnSpPr>
          <p:spPr>
            <a:xfrm rot="5400000" flipH="1" flipV="1">
              <a:off x="7771114" y="3082876"/>
              <a:ext cx="1257300" cy="6045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/>
            <p:cNvCxnSpPr/>
            <p:nvPr/>
          </p:nvCxnSpPr>
          <p:spPr>
            <a:xfrm rot="5400000" flipH="1" flipV="1">
              <a:off x="2294407" y="3528848"/>
              <a:ext cx="1257300" cy="6045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/>
            <p:cNvCxnSpPr/>
            <p:nvPr/>
          </p:nvCxnSpPr>
          <p:spPr>
            <a:xfrm flipV="1">
              <a:off x="8429628" y="3800475"/>
              <a:ext cx="298447" cy="3"/>
            </a:xfrm>
            <a:prstGeom prst="line">
              <a:avLst/>
            </a:prstGeom>
            <a:ln>
              <a:solidFill>
                <a:srgbClr val="808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/>
            <p:cNvCxnSpPr/>
            <p:nvPr/>
          </p:nvCxnSpPr>
          <p:spPr>
            <a:xfrm flipV="1">
              <a:off x="2633266" y="2909888"/>
              <a:ext cx="171847" cy="1166"/>
            </a:xfrm>
            <a:prstGeom prst="line">
              <a:avLst/>
            </a:prstGeom>
            <a:ln>
              <a:solidFill>
                <a:srgbClr val="808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tangle 4"/>
            <p:cNvSpPr/>
            <p:nvPr/>
          </p:nvSpPr>
          <p:spPr bwMode="auto">
            <a:xfrm>
              <a:off x="3865613" y="2090837"/>
              <a:ext cx="914400" cy="5715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1" name="Rectangle 5"/>
            <p:cNvSpPr/>
            <p:nvPr/>
          </p:nvSpPr>
          <p:spPr bwMode="auto">
            <a:xfrm>
              <a:off x="3865613" y="4527649"/>
              <a:ext cx="914400" cy="5715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2" name="Oval 8"/>
            <p:cNvSpPr/>
            <p:nvPr/>
          </p:nvSpPr>
          <p:spPr bwMode="auto">
            <a:xfrm>
              <a:off x="2679750" y="2208312"/>
              <a:ext cx="304800" cy="304800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3" name="Oval 10"/>
            <p:cNvSpPr/>
            <p:nvPr/>
          </p:nvSpPr>
          <p:spPr bwMode="auto">
            <a:xfrm>
              <a:off x="8318550" y="3194149"/>
              <a:ext cx="304800" cy="304800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4" name="Oval 11"/>
            <p:cNvSpPr/>
            <p:nvPr/>
          </p:nvSpPr>
          <p:spPr bwMode="auto">
            <a:xfrm>
              <a:off x="2679750" y="3194149"/>
              <a:ext cx="304800" cy="304800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5" name="Oval 12"/>
            <p:cNvSpPr/>
            <p:nvPr/>
          </p:nvSpPr>
          <p:spPr bwMode="auto">
            <a:xfrm>
              <a:off x="3256013" y="3194149"/>
              <a:ext cx="304800" cy="304800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6" name="Oval 13"/>
            <p:cNvSpPr/>
            <p:nvPr/>
          </p:nvSpPr>
          <p:spPr bwMode="auto">
            <a:xfrm>
              <a:off x="4170413" y="3194149"/>
              <a:ext cx="304800" cy="304800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7" name="Oval 14"/>
            <p:cNvSpPr/>
            <p:nvPr/>
          </p:nvSpPr>
          <p:spPr bwMode="auto">
            <a:xfrm>
              <a:off x="5084813" y="3194149"/>
              <a:ext cx="304800" cy="304800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8" name="Oval 15"/>
            <p:cNvSpPr/>
            <p:nvPr/>
          </p:nvSpPr>
          <p:spPr bwMode="auto">
            <a:xfrm>
              <a:off x="6000800" y="3194149"/>
              <a:ext cx="304800" cy="304800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9" name="Oval 16"/>
            <p:cNvSpPr/>
            <p:nvPr/>
          </p:nvSpPr>
          <p:spPr bwMode="auto">
            <a:xfrm>
              <a:off x="6915200" y="3194149"/>
              <a:ext cx="304800" cy="304800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20" name="Oval 17"/>
            <p:cNvSpPr/>
            <p:nvPr/>
          </p:nvSpPr>
          <p:spPr bwMode="auto">
            <a:xfrm>
              <a:off x="7753400" y="3194149"/>
              <a:ext cx="304800" cy="304800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21" name="TextBox 18"/>
            <p:cNvSpPr txBox="1">
              <a:spLocks noChangeArrowheads="1"/>
            </p:cNvSpPr>
            <p:nvPr/>
          </p:nvSpPr>
          <p:spPr bwMode="auto">
            <a:xfrm>
              <a:off x="2641704" y="3220818"/>
              <a:ext cx="381094" cy="4509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800" b="1">
                  <a:latin typeface="Calibri" pitchFamily="34" charset="0"/>
                </a:rPr>
                <a:t>SP1</a:t>
              </a:r>
              <a:endParaRPr lang="ko-KR" altLang="ko-KR"/>
            </a:p>
          </p:txBody>
        </p:sp>
        <p:sp>
          <p:nvSpPr>
            <p:cNvPr id="22" name="TextBox 19"/>
            <p:cNvSpPr txBox="1">
              <a:spLocks noChangeArrowheads="1"/>
            </p:cNvSpPr>
            <p:nvPr/>
          </p:nvSpPr>
          <p:spPr bwMode="auto">
            <a:xfrm>
              <a:off x="3225722" y="3220818"/>
              <a:ext cx="381094" cy="4509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800" b="1">
                  <a:latin typeface="Calibri" pitchFamily="34" charset="0"/>
                </a:rPr>
                <a:t>SP2</a:t>
              </a:r>
              <a:endParaRPr lang="ko-KR" altLang="ko-KR"/>
            </a:p>
          </p:txBody>
        </p:sp>
        <p:sp>
          <p:nvSpPr>
            <p:cNvPr id="23" name="TextBox 20"/>
            <p:cNvSpPr txBox="1">
              <a:spLocks noChangeArrowheads="1"/>
            </p:cNvSpPr>
            <p:nvPr/>
          </p:nvSpPr>
          <p:spPr bwMode="auto">
            <a:xfrm>
              <a:off x="4140348" y="3220818"/>
              <a:ext cx="381094" cy="4509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800" b="1">
                  <a:latin typeface="Calibri" pitchFamily="34" charset="0"/>
                </a:rPr>
                <a:t>SP3</a:t>
              </a:r>
              <a:endParaRPr lang="ko-KR" altLang="ko-KR"/>
            </a:p>
          </p:txBody>
        </p:sp>
        <p:sp>
          <p:nvSpPr>
            <p:cNvPr id="24" name="TextBox 21"/>
            <p:cNvSpPr txBox="1">
              <a:spLocks noChangeArrowheads="1"/>
            </p:cNvSpPr>
            <p:nvPr/>
          </p:nvSpPr>
          <p:spPr bwMode="auto">
            <a:xfrm>
              <a:off x="5047351" y="3220818"/>
              <a:ext cx="381094" cy="4509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800" b="1">
                  <a:latin typeface="Calibri" pitchFamily="34" charset="0"/>
                </a:rPr>
                <a:t>SP4</a:t>
              </a:r>
              <a:endParaRPr lang="ko-KR" altLang="ko-KR"/>
            </a:p>
          </p:txBody>
        </p:sp>
        <p:sp>
          <p:nvSpPr>
            <p:cNvPr id="25" name="TextBox 22"/>
            <p:cNvSpPr txBox="1">
              <a:spLocks noChangeArrowheads="1"/>
            </p:cNvSpPr>
            <p:nvPr/>
          </p:nvSpPr>
          <p:spPr bwMode="auto">
            <a:xfrm>
              <a:off x="5969598" y="3220818"/>
              <a:ext cx="381094" cy="4509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800" b="1">
                  <a:latin typeface="Calibri" pitchFamily="34" charset="0"/>
                </a:rPr>
                <a:t>SP5</a:t>
              </a:r>
              <a:endParaRPr lang="ko-KR" altLang="ko-KR"/>
            </a:p>
          </p:txBody>
        </p:sp>
        <p:sp>
          <p:nvSpPr>
            <p:cNvPr id="26" name="TextBox 23"/>
            <p:cNvSpPr txBox="1">
              <a:spLocks noChangeArrowheads="1"/>
            </p:cNvSpPr>
            <p:nvPr/>
          </p:nvSpPr>
          <p:spPr bwMode="auto">
            <a:xfrm>
              <a:off x="6876601" y="3220818"/>
              <a:ext cx="381094" cy="4509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800" b="1">
                  <a:latin typeface="Calibri" pitchFamily="34" charset="0"/>
                </a:rPr>
                <a:t>SP6</a:t>
              </a:r>
              <a:endParaRPr lang="ko-KR" altLang="ko-KR"/>
            </a:p>
          </p:txBody>
        </p:sp>
        <p:sp>
          <p:nvSpPr>
            <p:cNvPr id="27" name="TextBox 24"/>
            <p:cNvSpPr txBox="1">
              <a:spLocks noChangeArrowheads="1"/>
            </p:cNvSpPr>
            <p:nvPr/>
          </p:nvSpPr>
          <p:spPr bwMode="auto">
            <a:xfrm>
              <a:off x="7715009" y="3220818"/>
              <a:ext cx="381094" cy="4509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800" b="1">
                  <a:latin typeface="Calibri" pitchFamily="34" charset="0"/>
                </a:rPr>
                <a:t>SP7</a:t>
              </a:r>
              <a:endParaRPr lang="ko-KR" altLang="ko-KR"/>
            </a:p>
          </p:txBody>
        </p:sp>
        <p:sp>
          <p:nvSpPr>
            <p:cNvPr id="28" name="TextBox 25"/>
            <p:cNvSpPr txBox="1">
              <a:spLocks noChangeArrowheads="1"/>
            </p:cNvSpPr>
            <p:nvPr/>
          </p:nvSpPr>
          <p:spPr bwMode="auto">
            <a:xfrm>
              <a:off x="8280456" y="3220818"/>
              <a:ext cx="381094" cy="4509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800" b="1">
                  <a:latin typeface="Calibri" pitchFamily="34" charset="0"/>
                </a:rPr>
                <a:t>SP8</a:t>
              </a:r>
              <a:endParaRPr lang="ko-KR" altLang="ko-KR"/>
            </a:p>
          </p:txBody>
        </p:sp>
        <p:sp>
          <p:nvSpPr>
            <p:cNvPr id="29" name="TextBox 27"/>
            <p:cNvSpPr txBox="1">
              <a:spLocks noChangeArrowheads="1"/>
            </p:cNvSpPr>
            <p:nvPr/>
          </p:nvSpPr>
          <p:spPr bwMode="auto">
            <a:xfrm>
              <a:off x="2641704" y="2238792"/>
              <a:ext cx="381094" cy="4509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800" b="1" dirty="0">
                  <a:latin typeface="Calibri" pitchFamily="34" charset="0"/>
                </a:rPr>
                <a:t>CSP</a:t>
              </a:r>
              <a:endParaRPr lang="ko-KR" altLang="ko-KR" dirty="0"/>
            </a:p>
          </p:txBody>
        </p:sp>
        <p:sp>
          <p:nvSpPr>
            <p:cNvPr id="30" name="Oval 28"/>
            <p:cNvSpPr/>
            <p:nvPr/>
          </p:nvSpPr>
          <p:spPr bwMode="auto">
            <a:xfrm>
              <a:off x="3408413" y="1974949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31" name="Oval 29"/>
            <p:cNvSpPr/>
            <p:nvPr/>
          </p:nvSpPr>
          <p:spPr bwMode="auto">
            <a:xfrm>
              <a:off x="7677200" y="1974949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32" name="Oval 30"/>
            <p:cNvSpPr/>
            <p:nvPr/>
          </p:nvSpPr>
          <p:spPr bwMode="auto">
            <a:xfrm>
              <a:off x="3408413" y="4413349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33" name="Oval 31"/>
            <p:cNvSpPr/>
            <p:nvPr/>
          </p:nvSpPr>
          <p:spPr bwMode="auto">
            <a:xfrm>
              <a:off x="7677200" y="4413349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34" name="TextBox 32"/>
            <p:cNvSpPr txBox="1">
              <a:spLocks noChangeArrowheads="1"/>
            </p:cNvSpPr>
            <p:nvPr/>
          </p:nvSpPr>
          <p:spPr bwMode="auto">
            <a:xfrm>
              <a:off x="3370537" y="2005429"/>
              <a:ext cx="381094" cy="4509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800" b="1">
                  <a:latin typeface="Calibri" pitchFamily="34" charset="0"/>
                </a:rPr>
                <a:t>ESP</a:t>
              </a:r>
              <a:endParaRPr lang="ko-KR" altLang="ko-KR"/>
            </a:p>
          </p:txBody>
        </p:sp>
        <p:sp>
          <p:nvSpPr>
            <p:cNvPr id="35" name="TextBox 33"/>
            <p:cNvSpPr txBox="1">
              <a:spLocks noChangeArrowheads="1"/>
            </p:cNvSpPr>
            <p:nvPr/>
          </p:nvSpPr>
          <p:spPr bwMode="auto">
            <a:xfrm>
              <a:off x="3370537" y="4443828"/>
              <a:ext cx="381094" cy="4509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800" b="1">
                  <a:latin typeface="Calibri" pitchFamily="34" charset="0"/>
                </a:rPr>
                <a:t>ESP</a:t>
              </a:r>
              <a:endParaRPr lang="ko-KR" altLang="ko-KR"/>
            </a:p>
          </p:txBody>
        </p:sp>
        <p:sp>
          <p:nvSpPr>
            <p:cNvPr id="36" name="TextBox 34"/>
            <p:cNvSpPr txBox="1">
              <a:spLocks noChangeArrowheads="1"/>
            </p:cNvSpPr>
            <p:nvPr/>
          </p:nvSpPr>
          <p:spPr bwMode="auto">
            <a:xfrm>
              <a:off x="7646411" y="4443829"/>
              <a:ext cx="381094" cy="4509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800" b="1">
                  <a:latin typeface="Calibri" pitchFamily="34" charset="0"/>
                </a:rPr>
                <a:t>ESP</a:t>
              </a:r>
              <a:endParaRPr lang="ko-KR" altLang="ko-KR"/>
            </a:p>
          </p:txBody>
        </p:sp>
        <p:sp>
          <p:nvSpPr>
            <p:cNvPr id="37" name="TextBox 35"/>
            <p:cNvSpPr txBox="1">
              <a:spLocks noChangeArrowheads="1"/>
            </p:cNvSpPr>
            <p:nvPr/>
          </p:nvSpPr>
          <p:spPr bwMode="auto">
            <a:xfrm>
              <a:off x="7646411" y="2005429"/>
              <a:ext cx="381094" cy="4509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800" b="1">
                  <a:latin typeface="Calibri" pitchFamily="34" charset="0"/>
                </a:rPr>
                <a:t>ESP</a:t>
              </a:r>
              <a:endParaRPr lang="ko-KR" altLang="ko-KR"/>
            </a:p>
          </p:txBody>
        </p:sp>
        <p:sp>
          <p:nvSpPr>
            <p:cNvPr id="38" name="Rectangle 38"/>
            <p:cNvSpPr/>
            <p:nvPr/>
          </p:nvSpPr>
          <p:spPr bwMode="auto">
            <a:xfrm>
              <a:off x="3340150" y="4138712"/>
              <a:ext cx="457200" cy="22860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39" name="Rectangle 39"/>
            <p:cNvSpPr/>
            <p:nvPr/>
          </p:nvSpPr>
          <p:spPr bwMode="auto">
            <a:xfrm>
              <a:off x="7601000" y="2325787"/>
              <a:ext cx="457200" cy="22860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40" name="TextBox 40"/>
            <p:cNvSpPr txBox="1">
              <a:spLocks noChangeArrowheads="1"/>
            </p:cNvSpPr>
            <p:nvPr/>
          </p:nvSpPr>
          <p:spPr bwMode="auto">
            <a:xfrm>
              <a:off x="3362916" y="4131408"/>
              <a:ext cx="457313" cy="2869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800" b="1">
                  <a:latin typeface="Calibri" pitchFamily="34" charset="0"/>
                </a:rPr>
                <a:t>P E I</a:t>
              </a:r>
              <a:endParaRPr lang="ko-KR" altLang="ko-KR"/>
            </a:p>
          </p:txBody>
        </p:sp>
        <p:sp>
          <p:nvSpPr>
            <p:cNvPr id="41" name="TextBox 41"/>
            <p:cNvSpPr txBox="1">
              <a:spLocks noChangeArrowheads="1"/>
            </p:cNvSpPr>
            <p:nvPr/>
          </p:nvSpPr>
          <p:spPr bwMode="auto">
            <a:xfrm>
              <a:off x="7615924" y="2310229"/>
              <a:ext cx="457313" cy="2869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800" b="1">
                  <a:latin typeface="Calibri" pitchFamily="34" charset="0"/>
                </a:rPr>
                <a:t>P E I</a:t>
              </a:r>
              <a:endParaRPr lang="ko-KR" altLang="ko-KR"/>
            </a:p>
          </p:txBody>
        </p:sp>
        <p:sp>
          <p:nvSpPr>
            <p:cNvPr id="42" name="Rectangle 42"/>
            <p:cNvSpPr/>
            <p:nvPr/>
          </p:nvSpPr>
          <p:spPr bwMode="auto">
            <a:xfrm>
              <a:off x="6602463" y="2105124"/>
              <a:ext cx="914400" cy="5715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43" name="Rectangle 43"/>
            <p:cNvSpPr/>
            <p:nvPr/>
          </p:nvSpPr>
          <p:spPr bwMode="auto">
            <a:xfrm>
              <a:off x="6602463" y="4541937"/>
              <a:ext cx="914400" cy="5715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44" name="Rectangle 46"/>
            <p:cNvSpPr/>
            <p:nvPr/>
          </p:nvSpPr>
          <p:spPr bwMode="auto">
            <a:xfrm>
              <a:off x="3865613" y="2317849"/>
              <a:ext cx="457200" cy="22860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45" name="Rectangle 47"/>
            <p:cNvSpPr/>
            <p:nvPr/>
          </p:nvSpPr>
          <p:spPr bwMode="auto">
            <a:xfrm>
              <a:off x="3865613" y="4138712"/>
              <a:ext cx="457200" cy="22860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46" name="TextBox 48"/>
            <p:cNvSpPr txBox="1">
              <a:spLocks noChangeArrowheads="1"/>
            </p:cNvSpPr>
            <p:nvPr/>
          </p:nvSpPr>
          <p:spPr bwMode="auto">
            <a:xfrm>
              <a:off x="3865960" y="2310229"/>
              <a:ext cx="533531" cy="2869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800" b="1" dirty="0">
                  <a:latin typeface="Calibri" pitchFamily="34" charset="0"/>
                </a:rPr>
                <a:t>C P O</a:t>
              </a:r>
              <a:endParaRPr lang="ko-KR" altLang="ko-KR" dirty="0"/>
            </a:p>
          </p:txBody>
        </p:sp>
        <p:sp>
          <p:nvSpPr>
            <p:cNvPr id="47" name="TextBox 49"/>
            <p:cNvSpPr txBox="1">
              <a:spLocks noChangeArrowheads="1"/>
            </p:cNvSpPr>
            <p:nvPr/>
          </p:nvSpPr>
          <p:spPr bwMode="auto">
            <a:xfrm>
              <a:off x="3865960" y="4131408"/>
              <a:ext cx="533531" cy="2869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800" b="1" dirty="0">
                  <a:latin typeface="Calibri" pitchFamily="34" charset="0"/>
                </a:rPr>
                <a:t>C P O</a:t>
              </a:r>
              <a:endParaRPr lang="ko-KR" altLang="ko-KR" dirty="0"/>
            </a:p>
          </p:txBody>
        </p:sp>
        <p:sp>
          <p:nvSpPr>
            <p:cNvPr id="48" name="Rectangle 50"/>
            <p:cNvSpPr/>
            <p:nvPr/>
          </p:nvSpPr>
          <p:spPr bwMode="auto">
            <a:xfrm>
              <a:off x="2722613" y="2813149"/>
              <a:ext cx="342900" cy="169863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49" name="TextBox 54"/>
            <p:cNvSpPr txBox="1">
              <a:spLocks noChangeArrowheads="1"/>
            </p:cNvSpPr>
            <p:nvPr/>
          </p:nvSpPr>
          <p:spPr bwMode="auto">
            <a:xfrm>
              <a:off x="2710186" y="2799760"/>
              <a:ext cx="381094" cy="36894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600" b="1">
                  <a:latin typeface="Calibri" pitchFamily="34" charset="0"/>
                </a:rPr>
                <a:t>DPO</a:t>
              </a:r>
              <a:endParaRPr lang="ko-KR" altLang="ko-KR"/>
            </a:p>
          </p:txBody>
        </p:sp>
        <p:sp>
          <p:nvSpPr>
            <p:cNvPr id="50" name="Rectangle 55"/>
            <p:cNvSpPr/>
            <p:nvPr/>
          </p:nvSpPr>
          <p:spPr bwMode="auto">
            <a:xfrm>
              <a:off x="8264575" y="3727549"/>
              <a:ext cx="304800" cy="15240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51" name="TextBox 56"/>
            <p:cNvSpPr txBox="1">
              <a:spLocks noChangeArrowheads="1"/>
            </p:cNvSpPr>
            <p:nvPr/>
          </p:nvSpPr>
          <p:spPr bwMode="auto">
            <a:xfrm>
              <a:off x="8229488" y="3698980"/>
              <a:ext cx="381094" cy="36894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600" b="1">
                  <a:latin typeface="Calibri" pitchFamily="34" charset="0"/>
                </a:rPr>
                <a:t>DPO</a:t>
              </a:r>
              <a:endParaRPr lang="ko-KR" altLang="ko-KR"/>
            </a:p>
          </p:txBody>
        </p:sp>
        <p:sp>
          <p:nvSpPr>
            <p:cNvPr id="52" name="Rectangle 57"/>
            <p:cNvSpPr/>
            <p:nvPr/>
          </p:nvSpPr>
          <p:spPr bwMode="auto">
            <a:xfrm>
              <a:off x="2570213" y="3735487"/>
              <a:ext cx="671512" cy="3048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53" name="TextBox 58"/>
            <p:cNvSpPr txBox="1">
              <a:spLocks noChangeArrowheads="1"/>
            </p:cNvSpPr>
            <p:nvPr/>
          </p:nvSpPr>
          <p:spPr bwMode="auto">
            <a:xfrm>
              <a:off x="2535728" y="3741846"/>
              <a:ext cx="817619" cy="3279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altLang="ko-KR" sz="500" b="1" dirty="0">
                  <a:latin typeface="Calibri" pitchFamily="34" charset="0"/>
                </a:rPr>
                <a:t>PA CONTROLLER</a:t>
              </a:r>
            </a:p>
            <a:p>
              <a:r>
                <a:rPr lang="en-US" altLang="ko-KR" sz="500" b="1" dirty="0">
                  <a:latin typeface="Calibri" pitchFamily="34" charset="0"/>
                </a:rPr>
                <a:t>&amp; POWER AMP</a:t>
              </a:r>
              <a:endParaRPr lang="ko-KR" altLang="ko-KR" dirty="0"/>
            </a:p>
          </p:txBody>
        </p:sp>
        <p:sp>
          <p:nvSpPr>
            <p:cNvPr id="54" name="Rectangle 59"/>
            <p:cNvSpPr/>
            <p:nvPr/>
          </p:nvSpPr>
          <p:spPr bwMode="auto">
            <a:xfrm>
              <a:off x="8080425" y="2660749"/>
              <a:ext cx="739775" cy="3048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cxnSp>
          <p:nvCxnSpPr>
            <p:cNvPr id="55" name="Straight Connector 62"/>
            <p:cNvCxnSpPr/>
            <p:nvPr/>
          </p:nvCxnSpPr>
          <p:spPr bwMode="auto">
            <a:xfrm>
              <a:off x="2489250" y="3041749"/>
              <a:ext cx="631825" cy="15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63"/>
            <p:cNvCxnSpPr/>
            <p:nvPr/>
          </p:nvCxnSpPr>
          <p:spPr bwMode="auto">
            <a:xfrm rot="5400000" flipH="1" flipV="1">
              <a:off x="2656732" y="2585343"/>
              <a:ext cx="914400" cy="15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66"/>
            <p:cNvCxnSpPr/>
            <p:nvPr/>
          </p:nvCxnSpPr>
          <p:spPr bwMode="auto">
            <a:xfrm>
              <a:off x="8194725" y="3651349"/>
              <a:ext cx="695325" cy="15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69"/>
            <p:cNvCxnSpPr/>
            <p:nvPr/>
          </p:nvCxnSpPr>
          <p:spPr bwMode="auto">
            <a:xfrm rot="10800000">
              <a:off x="3186163" y="2813149"/>
              <a:ext cx="4892675" cy="1588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67"/>
            <p:cNvCxnSpPr/>
            <p:nvPr/>
          </p:nvCxnSpPr>
          <p:spPr bwMode="auto">
            <a:xfrm rot="5400000" flipH="1" flipV="1">
              <a:off x="7744669" y="4107755"/>
              <a:ext cx="914400" cy="15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68"/>
            <p:cNvCxnSpPr/>
            <p:nvPr/>
          </p:nvCxnSpPr>
          <p:spPr bwMode="auto">
            <a:xfrm rot="5400000" flipH="1" flipV="1">
              <a:off x="2718644" y="3269556"/>
              <a:ext cx="923925" cy="1587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74"/>
            <p:cNvCxnSpPr/>
            <p:nvPr/>
          </p:nvCxnSpPr>
          <p:spPr bwMode="auto">
            <a:xfrm rot="10800000">
              <a:off x="3243313" y="3879949"/>
              <a:ext cx="4892675" cy="1588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75"/>
            <p:cNvCxnSpPr/>
            <p:nvPr/>
          </p:nvCxnSpPr>
          <p:spPr bwMode="auto">
            <a:xfrm rot="5400000" flipH="1" flipV="1">
              <a:off x="7677994" y="3426718"/>
              <a:ext cx="914400" cy="1588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76"/>
            <p:cNvCxnSpPr/>
            <p:nvPr/>
          </p:nvCxnSpPr>
          <p:spPr bwMode="auto">
            <a:xfrm rot="5400000" flipH="1" flipV="1">
              <a:off x="2952007" y="2509143"/>
              <a:ext cx="609600" cy="1587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78"/>
            <p:cNvCxnSpPr/>
            <p:nvPr/>
          </p:nvCxnSpPr>
          <p:spPr bwMode="auto">
            <a:xfrm rot="10800000">
              <a:off x="3252838" y="2203549"/>
              <a:ext cx="173037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86"/>
            <p:cNvCxnSpPr/>
            <p:nvPr/>
          </p:nvCxnSpPr>
          <p:spPr bwMode="auto">
            <a:xfrm rot="5400000" flipH="1" flipV="1">
              <a:off x="7225557" y="2507555"/>
              <a:ext cx="609600" cy="1587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87"/>
            <p:cNvCxnSpPr/>
            <p:nvPr/>
          </p:nvCxnSpPr>
          <p:spPr bwMode="auto">
            <a:xfrm rot="10800000">
              <a:off x="7524800" y="2203549"/>
              <a:ext cx="173038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88"/>
            <p:cNvCxnSpPr/>
            <p:nvPr/>
          </p:nvCxnSpPr>
          <p:spPr bwMode="auto">
            <a:xfrm rot="5400000" flipH="1" flipV="1">
              <a:off x="7562107" y="4147443"/>
              <a:ext cx="533400" cy="1587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90"/>
            <p:cNvCxnSpPr/>
            <p:nvPr/>
          </p:nvCxnSpPr>
          <p:spPr bwMode="auto">
            <a:xfrm rot="5400000" flipH="1" flipV="1">
              <a:off x="2985344" y="4183955"/>
              <a:ext cx="609600" cy="1588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91"/>
            <p:cNvCxnSpPr/>
            <p:nvPr/>
          </p:nvCxnSpPr>
          <p:spPr bwMode="auto">
            <a:xfrm rot="10800000">
              <a:off x="3284588" y="4489549"/>
              <a:ext cx="146050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97"/>
            <p:cNvCxnSpPr/>
            <p:nvPr/>
          </p:nvCxnSpPr>
          <p:spPr bwMode="auto">
            <a:xfrm rot="5400000" flipH="1" flipV="1">
              <a:off x="2620219" y="3661668"/>
              <a:ext cx="136525" cy="15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99"/>
            <p:cNvCxnSpPr/>
            <p:nvPr/>
          </p:nvCxnSpPr>
          <p:spPr bwMode="auto">
            <a:xfrm rot="5400000" flipH="1" flipV="1">
              <a:off x="8358238" y="3284637"/>
              <a:ext cx="630237" cy="15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109"/>
            <p:cNvCxnSpPr/>
            <p:nvPr/>
          </p:nvCxnSpPr>
          <p:spPr bwMode="auto">
            <a:xfrm>
              <a:off x="2690863" y="3597374"/>
              <a:ext cx="5991225" cy="15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112"/>
            <p:cNvCxnSpPr/>
            <p:nvPr/>
          </p:nvCxnSpPr>
          <p:spPr bwMode="auto">
            <a:xfrm rot="5400000" flipH="1" flipV="1">
              <a:off x="2786906" y="3548956"/>
              <a:ext cx="92075" cy="15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113"/>
            <p:cNvCxnSpPr/>
            <p:nvPr/>
          </p:nvCxnSpPr>
          <p:spPr bwMode="auto">
            <a:xfrm rot="5400000" flipH="1" flipV="1">
              <a:off x="3363169" y="3544193"/>
              <a:ext cx="92075" cy="15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114"/>
            <p:cNvCxnSpPr/>
            <p:nvPr/>
          </p:nvCxnSpPr>
          <p:spPr bwMode="auto">
            <a:xfrm rot="5400000" flipH="1" flipV="1">
              <a:off x="4277569" y="3544193"/>
              <a:ext cx="92075" cy="15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115"/>
            <p:cNvCxnSpPr/>
            <p:nvPr/>
          </p:nvCxnSpPr>
          <p:spPr bwMode="auto">
            <a:xfrm rot="5400000" flipH="1" flipV="1">
              <a:off x="5191969" y="3544193"/>
              <a:ext cx="92075" cy="15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116"/>
            <p:cNvCxnSpPr/>
            <p:nvPr/>
          </p:nvCxnSpPr>
          <p:spPr bwMode="auto">
            <a:xfrm rot="5400000" flipH="1" flipV="1">
              <a:off x="6107956" y="3544193"/>
              <a:ext cx="92075" cy="15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117"/>
            <p:cNvCxnSpPr/>
            <p:nvPr/>
          </p:nvCxnSpPr>
          <p:spPr bwMode="auto">
            <a:xfrm rot="5400000" flipH="1" flipV="1">
              <a:off x="7022356" y="3544193"/>
              <a:ext cx="92075" cy="15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118"/>
            <p:cNvCxnSpPr/>
            <p:nvPr/>
          </p:nvCxnSpPr>
          <p:spPr bwMode="auto">
            <a:xfrm rot="5400000" flipH="1" flipV="1">
              <a:off x="7860556" y="3544193"/>
              <a:ext cx="92075" cy="15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119"/>
            <p:cNvCxnSpPr/>
            <p:nvPr/>
          </p:nvCxnSpPr>
          <p:spPr bwMode="auto">
            <a:xfrm rot="5400000" flipH="1" flipV="1">
              <a:off x="8425706" y="3544193"/>
              <a:ext cx="92075" cy="15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120"/>
            <p:cNvCxnSpPr/>
            <p:nvPr/>
          </p:nvCxnSpPr>
          <p:spPr bwMode="auto">
            <a:xfrm rot="5400000" flipH="1" flipV="1">
              <a:off x="4286252" y="3562353"/>
              <a:ext cx="914399" cy="761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Oval 121"/>
            <p:cNvSpPr/>
            <p:nvPr/>
          </p:nvSpPr>
          <p:spPr bwMode="auto">
            <a:xfrm>
              <a:off x="4577482" y="3991173"/>
              <a:ext cx="306388" cy="304800"/>
            </a:xfrm>
            <a:prstGeom prst="ellipse">
              <a:avLst/>
            </a:prstGeom>
            <a:solidFill>
              <a:srgbClr val="92D05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83" name="TextBox 122"/>
            <p:cNvSpPr txBox="1">
              <a:spLocks noChangeArrowheads="1"/>
            </p:cNvSpPr>
            <p:nvPr/>
          </p:nvSpPr>
          <p:spPr bwMode="auto">
            <a:xfrm>
              <a:off x="4532684" y="4021450"/>
              <a:ext cx="457312" cy="2869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800" b="1" dirty="0">
                  <a:latin typeface="Calibri" pitchFamily="34" charset="0"/>
                </a:rPr>
                <a:t>ANS</a:t>
              </a:r>
              <a:endParaRPr lang="ko-KR" altLang="ko-KR" dirty="0"/>
            </a:p>
          </p:txBody>
        </p:sp>
        <p:cxnSp>
          <p:nvCxnSpPr>
            <p:cNvPr id="84" name="Straight Connector 123"/>
            <p:cNvCxnSpPr/>
            <p:nvPr/>
          </p:nvCxnSpPr>
          <p:spPr bwMode="auto">
            <a:xfrm rot="5400000" flipH="1" flipV="1">
              <a:off x="2840088" y="3432274"/>
              <a:ext cx="576262" cy="1588"/>
            </a:xfrm>
            <a:prstGeom prst="line">
              <a:avLst/>
            </a:prstGeom>
            <a:ln w="1270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124"/>
            <p:cNvCxnSpPr/>
            <p:nvPr/>
          </p:nvCxnSpPr>
          <p:spPr bwMode="auto">
            <a:xfrm rot="5400000" flipH="1" flipV="1">
              <a:off x="2764682" y="3410843"/>
              <a:ext cx="622300" cy="1587"/>
            </a:xfrm>
            <a:prstGeom prst="line">
              <a:avLst/>
            </a:prstGeom>
            <a:ln w="127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125"/>
            <p:cNvCxnSpPr/>
            <p:nvPr/>
          </p:nvCxnSpPr>
          <p:spPr bwMode="auto">
            <a:xfrm rot="10800000" flipV="1">
              <a:off x="3130600" y="3151287"/>
              <a:ext cx="5221288" cy="0"/>
            </a:xfrm>
            <a:prstGeom prst="line">
              <a:avLst/>
            </a:prstGeom>
            <a:ln w="1270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131"/>
            <p:cNvCxnSpPr/>
            <p:nvPr/>
          </p:nvCxnSpPr>
          <p:spPr bwMode="auto">
            <a:xfrm rot="5400000" flipH="1" flipV="1">
              <a:off x="8155038" y="3035399"/>
              <a:ext cx="119062" cy="1588"/>
            </a:xfrm>
            <a:prstGeom prst="line">
              <a:avLst/>
            </a:prstGeom>
            <a:ln w="127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129"/>
            <p:cNvCxnSpPr/>
            <p:nvPr/>
          </p:nvCxnSpPr>
          <p:spPr bwMode="auto">
            <a:xfrm rot="5400000" flipH="1" flipV="1">
              <a:off x="8251875" y="3059212"/>
              <a:ext cx="182563" cy="1587"/>
            </a:xfrm>
            <a:prstGeom prst="line">
              <a:avLst/>
            </a:prstGeom>
            <a:ln w="1270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130"/>
            <p:cNvCxnSpPr/>
            <p:nvPr/>
          </p:nvCxnSpPr>
          <p:spPr bwMode="auto">
            <a:xfrm rot="10800000" flipV="1">
              <a:off x="3079800" y="3098899"/>
              <a:ext cx="5140325" cy="0"/>
            </a:xfrm>
            <a:prstGeom prst="line">
              <a:avLst/>
            </a:prstGeom>
            <a:ln w="127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132"/>
            <p:cNvCxnSpPr/>
            <p:nvPr/>
          </p:nvCxnSpPr>
          <p:spPr bwMode="auto">
            <a:xfrm rot="5400000" flipH="1" flipV="1">
              <a:off x="3307607" y="3344168"/>
              <a:ext cx="1574800" cy="1587"/>
            </a:xfrm>
            <a:prstGeom prst="line">
              <a:avLst/>
            </a:prstGeom>
            <a:ln w="127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135"/>
            <p:cNvCxnSpPr/>
            <p:nvPr/>
          </p:nvCxnSpPr>
          <p:spPr bwMode="auto">
            <a:xfrm rot="5400000" flipH="1" flipV="1">
              <a:off x="3160213" y="3641005"/>
              <a:ext cx="976094" cy="3445"/>
            </a:xfrm>
            <a:prstGeom prst="line">
              <a:avLst/>
            </a:prstGeom>
            <a:ln w="1270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136"/>
            <p:cNvCxnSpPr/>
            <p:nvPr/>
          </p:nvCxnSpPr>
          <p:spPr bwMode="auto">
            <a:xfrm rot="5400000" flipH="1" flipV="1">
              <a:off x="7537500" y="2857599"/>
              <a:ext cx="585788" cy="1588"/>
            </a:xfrm>
            <a:prstGeom prst="line">
              <a:avLst/>
            </a:prstGeom>
            <a:ln w="1270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137"/>
            <p:cNvCxnSpPr/>
            <p:nvPr/>
          </p:nvCxnSpPr>
          <p:spPr bwMode="auto">
            <a:xfrm rot="5400000" flipH="1" flipV="1">
              <a:off x="2660700" y="3356074"/>
              <a:ext cx="731838" cy="1588"/>
            </a:xfrm>
            <a:prstGeom prst="line">
              <a:avLst/>
            </a:prstGeom>
            <a:ln w="127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138"/>
            <p:cNvCxnSpPr/>
            <p:nvPr/>
          </p:nvCxnSpPr>
          <p:spPr bwMode="auto">
            <a:xfrm rot="5400000" flipH="1" flipV="1">
              <a:off x="7906594" y="3344168"/>
              <a:ext cx="749300" cy="1588"/>
            </a:xfrm>
            <a:prstGeom prst="line">
              <a:avLst/>
            </a:prstGeom>
            <a:ln w="127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145"/>
            <p:cNvCxnSpPr/>
            <p:nvPr/>
          </p:nvCxnSpPr>
          <p:spPr bwMode="auto">
            <a:xfrm rot="16200000" flipV="1">
              <a:off x="2228033" y="3315520"/>
              <a:ext cx="808138" cy="6397"/>
            </a:xfrm>
            <a:prstGeom prst="line">
              <a:avLst/>
            </a:prstGeom>
            <a:ln w="127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146"/>
            <p:cNvCxnSpPr/>
            <p:nvPr/>
          </p:nvCxnSpPr>
          <p:spPr bwMode="auto">
            <a:xfrm rot="5400000" flipH="1" flipV="1">
              <a:off x="2682952" y="2663850"/>
              <a:ext cx="291999" cy="52"/>
            </a:xfrm>
            <a:prstGeom prst="line">
              <a:avLst/>
            </a:prstGeom>
            <a:ln w="127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150"/>
            <p:cNvCxnSpPr/>
            <p:nvPr/>
          </p:nvCxnSpPr>
          <p:spPr bwMode="auto">
            <a:xfrm rot="16200000" flipV="1">
              <a:off x="8298816" y="4037966"/>
              <a:ext cx="339088" cy="5080"/>
            </a:xfrm>
            <a:prstGeom prst="line">
              <a:avLst/>
            </a:prstGeom>
            <a:ln w="127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149"/>
            <p:cNvCxnSpPr/>
            <p:nvPr/>
          </p:nvCxnSpPr>
          <p:spPr bwMode="auto">
            <a:xfrm rot="16200000" flipV="1">
              <a:off x="8316195" y="3385419"/>
              <a:ext cx="833337" cy="3125"/>
            </a:xfrm>
            <a:prstGeom prst="line">
              <a:avLst/>
            </a:prstGeom>
            <a:ln w="127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TextBox 100"/>
            <p:cNvSpPr txBox="1">
              <a:spLocks noChangeArrowheads="1"/>
            </p:cNvSpPr>
            <p:nvPr/>
          </p:nvSpPr>
          <p:spPr bwMode="auto">
            <a:xfrm>
              <a:off x="8075248" y="2660749"/>
              <a:ext cx="822714" cy="3279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altLang="ko-KR" sz="500" b="1" dirty="0">
                  <a:latin typeface="Calibri" pitchFamily="34" charset="0"/>
                </a:rPr>
                <a:t>PA CONTROLLER</a:t>
              </a:r>
            </a:p>
            <a:p>
              <a:r>
                <a:rPr lang="en-US" altLang="ko-KR" sz="500" b="1" dirty="0">
                  <a:latin typeface="Calibri" pitchFamily="34" charset="0"/>
                </a:rPr>
                <a:t>&amp; POWER AMP</a:t>
              </a:r>
              <a:endParaRPr lang="ko-KR" altLang="ko-KR" dirty="0"/>
            </a:p>
          </p:txBody>
        </p:sp>
        <p:sp>
          <p:nvSpPr>
            <p:cNvPr id="100" name="Oval 101"/>
            <p:cNvSpPr/>
            <p:nvPr/>
          </p:nvSpPr>
          <p:spPr bwMode="auto">
            <a:xfrm>
              <a:off x="6619910" y="2463657"/>
              <a:ext cx="304800" cy="304800"/>
            </a:xfrm>
            <a:prstGeom prst="ellipse">
              <a:avLst/>
            </a:prstGeom>
            <a:solidFill>
              <a:srgbClr val="92D05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01" name="TextBox 102"/>
            <p:cNvSpPr txBox="1">
              <a:spLocks noChangeArrowheads="1"/>
            </p:cNvSpPr>
            <p:nvPr/>
          </p:nvSpPr>
          <p:spPr bwMode="auto">
            <a:xfrm>
              <a:off x="6576709" y="2478187"/>
              <a:ext cx="457312" cy="2869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800" b="1" dirty="0">
                  <a:latin typeface="Calibri" pitchFamily="34" charset="0"/>
                </a:rPr>
                <a:t>ANS</a:t>
              </a:r>
              <a:endParaRPr lang="ko-KR" altLang="ko-KR" dirty="0"/>
            </a:p>
          </p:txBody>
        </p:sp>
        <p:sp>
          <p:nvSpPr>
            <p:cNvPr id="102" name="Oval 52"/>
            <p:cNvSpPr/>
            <p:nvPr/>
          </p:nvSpPr>
          <p:spPr bwMode="auto">
            <a:xfrm>
              <a:off x="8321898" y="4207197"/>
              <a:ext cx="304800" cy="304800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cxnSp>
          <p:nvCxnSpPr>
            <p:cNvPr id="103" name="Straight Connector 103"/>
            <p:cNvCxnSpPr/>
            <p:nvPr/>
          </p:nvCxnSpPr>
          <p:spPr bwMode="auto">
            <a:xfrm rot="5400000" flipH="1" flipV="1">
              <a:off x="6595941" y="2936065"/>
              <a:ext cx="340624" cy="61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TextBox 53"/>
            <p:cNvSpPr txBox="1">
              <a:spLocks noChangeArrowheads="1"/>
            </p:cNvSpPr>
            <p:nvPr/>
          </p:nvSpPr>
          <p:spPr bwMode="auto">
            <a:xfrm>
              <a:off x="8280456" y="4216184"/>
              <a:ext cx="381094" cy="4509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800" b="1" dirty="0">
                  <a:latin typeface="Calibri" pitchFamily="34" charset="0"/>
                </a:rPr>
                <a:t>CSP</a:t>
              </a:r>
              <a:endParaRPr lang="ko-KR" altLang="ko-KR" dirty="0"/>
            </a:p>
          </p:txBody>
        </p:sp>
        <p:grpSp>
          <p:nvGrpSpPr>
            <p:cNvPr id="105" name="그룹 158"/>
            <p:cNvGrpSpPr/>
            <p:nvPr/>
          </p:nvGrpSpPr>
          <p:grpSpPr>
            <a:xfrm>
              <a:off x="2699008" y="4160520"/>
              <a:ext cx="381094" cy="368947"/>
              <a:chOff x="3425354" y="5431333"/>
              <a:chExt cx="381094" cy="368947"/>
            </a:xfrm>
            <a:solidFill>
              <a:schemeClr val="tx2">
                <a:lumMod val="60000"/>
                <a:lumOff val="40000"/>
              </a:schemeClr>
            </a:solidFill>
          </p:grpSpPr>
          <p:sp>
            <p:nvSpPr>
              <p:cNvPr id="109" name="Rectangle 50"/>
              <p:cNvSpPr/>
              <p:nvPr/>
            </p:nvSpPr>
            <p:spPr bwMode="auto">
              <a:xfrm>
                <a:off x="3437781" y="5444722"/>
                <a:ext cx="342900" cy="169863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110" name="TextBox 54"/>
              <p:cNvSpPr txBox="1">
                <a:spLocks noChangeArrowheads="1"/>
              </p:cNvSpPr>
              <p:nvPr/>
            </p:nvSpPr>
            <p:spPr bwMode="auto">
              <a:xfrm>
                <a:off x="3425354" y="5431333"/>
                <a:ext cx="381094" cy="368947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600" b="1" dirty="0">
                    <a:latin typeface="Calibri" pitchFamily="34" charset="0"/>
                  </a:rPr>
                  <a:t>DPH</a:t>
                </a:r>
              </a:p>
            </p:txBody>
          </p:sp>
        </p:grpSp>
        <p:grpSp>
          <p:nvGrpSpPr>
            <p:cNvPr id="106" name="그룹 159"/>
            <p:cNvGrpSpPr/>
            <p:nvPr/>
          </p:nvGrpSpPr>
          <p:grpSpPr>
            <a:xfrm>
              <a:off x="8244294" y="2289235"/>
              <a:ext cx="381094" cy="368947"/>
              <a:chOff x="3425354" y="5431333"/>
              <a:chExt cx="381094" cy="368947"/>
            </a:xfrm>
            <a:solidFill>
              <a:schemeClr val="tx2">
                <a:lumMod val="60000"/>
                <a:lumOff val="40000"/>
              </a:schemeClr>
            </a:solidFill>
          </p:grpSpPr>
          <p:sp>
            <p:nvSpPr>
              <p:cNvPr id="107" name="Rectangle 50"/>
              <p:cNvSpPr/>
              <p:nvPr/>
            </p:nvSpPr>
            <p:spPr bwMode="auto">
              <a:xfrm>
                <a:off x="3437781" y="5444722"/>
                <a:ext cx="342900" cy="169863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108" name="TextBox 54"/>
              <p:cNvSpPr txBox="1">
                <a:spLocks noChangeArrowheads="1"/>
              </p:cNvSpPr>
              <p:nvPr/>
            </p:nvSpPr>
            <p:spPr bwMode="auto">
              <a:xfrm>
                <a:off x="3425354" y="5431333"/>
                <a:ext cx="381094" cy="368947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600" b="1" dirty="0">
                    <a:latin typeface="Calibri" pitchFamily="34" charset="0"/>
                  </a:rPr>
                  <a:t>DPH</a:t>
                </a:r>
              </a:p>
            </p:txBody>
          </p:sp>
        </p:grpSp>
      </p:grpSp>
      <p:grpSp>
        <p:nvGrpSpPr>
          <p:cNvPr id="111" name="그룹 110"/>
          <p:cNvGrpSpPr/>
          <p:nvPr/>
        </p:nvGrpSpPr>
        <p:grpSpPr>
          <a:xfrm flipH="1">
            <a:off x="4996580" y="2783838"/>
            <a:ext cx="4405337" cy="1742583"/>
            <a:chOff x="2489250" y="1974949"/>
            <a:chExt cx="6407150" cy="2743200"/>
          </a:xfrm>
        </p:grpSpPr>
        <p:sp>
          <p:nvSpPr>
            <p:cNvPr id="112" name="Rounded Rectangle 3"/>
            <p:cNvSpPr/>
            <p:nvPr/>
          </p:nvSpPr>
          <p:spPr bwMode="auto">
            <a:xfrm>
              <a:off x="2494013" y="2127349"/>
              <a:ext cx="6402387" cy="2438400"/>
            </a:xfrm>
            <a:prstGeom prst="roundRect">
              <a:avLst>
                <a:gd name="adj" fmla="val 7292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 sz="40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cxnSp>
          <p:nvCxnSpPr>
            <p:cNvPr id="114" name="직선 연결선 113"/>
            <p:cNvCxnSpPr/>
            <p:nvPr/>
          </p:nvCxnSpPr>
          <p:spPr>
            <a:xfrm rot="5400000" flipH="1" flipV="1">
              <a:off x="2294407" y="3528848"/>
              <a:ext cx="1257300" cy="6045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직선 연결선 115"/>
            <p:cNvCxnSpPr/>
            <p:nvPr/>
          </p:nvCxnSpPr>
          <p:spPr>
            <a:xfrm flipV="1">
              <a:off x="2633266" y="2909888"/>
              <a:ext cx="171847" cy="1166"/>
            </a:xfrm>
            <a:prstGeom prst="line">
              <a:avLst/>
            </a:prstGeom>
            <a:ln>
              <a:solidFill>
                <a:srgbClr val="808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7" name="Rectangle 4"/>
            <p:cNvSpPr/>
            <p:nvPr/>
          </p:nvSpPr>
          <p:spPr bwMode="auto">
            <a:xfrm>
              <a:off x="3865613" y="2090837"/>
              <a:ext cx="914400" cy="5715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 sz="40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18" name="Rectangle 5"/>
            <p:cNvSpPr/>
            <p:nvPr/>
          </p:nvSpPr>
          <p:spPr bwMode="auto">
            <a:xfrm>
              <a:off x="3865613" y="4527649"/>
              <a:ext cx="914400" cy="5715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 sz="40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19" name="Oval 8"/>
            <p:cNvSpPr/>
            <p:nvPr/>
          </p:nvSpPr>
          <p:spPr bwMode="auto">
            <a:xfrm>
              <a:off x="2679750" y="2208312"/>
              <a:ext cx="304800" cy="304800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 sz="40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20" name="Oval 10"/>
            <p:cNvSpPr/>
            <p:nvPr/>
          </p:nvSpPr>
          <p:spPr bwMode="auto">
            <a:xfrm>
              <a:off x="8318550" y="3194149"/>
              <a:ext cx="304800" cy="304800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 sz="40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21" name="Oval 11"/>
            <p:cNvSpPr/>
            <p:nvPr/>
          </p:nvSpPr>
          <p:spPr bwMode="auto">
            <a:xfrm>
              <a:off x="2679750" y="3194149"/>
              <a:ext cx="304800" cy="304800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 sz="40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22" name="Oval 12"/>
            <p:cNvSpPr/>
            <p:nvPr/>
          </p:nvSpPr>
          <p:spPr bwMode="auto">
            <a:xfrm>
              <a:off x="3256013" y="3194149"/>
              <a:ext cx="304800" cy="304800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 sz="40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23" name="Oval 13"/>
            <p:cNvSpPr/>
            <p:nvPr/>
          </p:nvSpPr>
          <p:spPr bwMode="auto">
            <a:xfrm>
              <a:off x="4170413" y="3194149"/>
              <a:ext cx="304800" cy="304800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 sz="40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24" name="Oval 14"/>
            <p:cNvSpPr/>
            <p:nvPr/>
          </p:nvSpPr>
          <p:spPr bwMode="auto">
            <a:xfrm>
              <a:off x="5084813" y="3194149"/>
              <a:ext cx="304800" cy="304800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 sz="40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25" name="Oval 15"/>
            <p:cNvSpPr/>
            <p:nvPr/>
          </p:nvSpPr>
          <p:spPr bwMode="auto">
            <a:xfrm>
              <a:off x="6000800" y="3194149"/>
              <a:ext cx="304800" cy="304800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 sz="40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26" name="Oval 16"/>
            <p:cNvSpPr/>
            <p:nvPr/>
          </p:nvSpPr>
          <p:spPr bwMode="auto">
            <a:xfrm>
              <a:off x="6915200" y="3194149"/>
              <a:ext cx="304800" cy="304800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 sz="40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27" name="Oval 17"/>
            <p:cNvSpPr/>
            <p:nvPr/>
          </p:nvSpPr>
          <p:spPr bwMode="auto">
            <a:xfrm>
              <a:off x="7753400" y="3194149"/>
              <a:ext cx="304800" cy="304800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 sz="40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28" name="TextBox 18"/>
            <p:cNvSpPr txBox="1">
              <a:spLocks noChangeArrowheads="1"/>
            </p:cNvSpPr>
            <p:nvPr/>
          </p:nvSpPr>
          <p:spPr bwMode="auto">
            <a:xfrm>
              <a:off x="2641705" y="3220819"/>
              <a:ext cx="381094" cy="2422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400" b="1">
                  <a:latin typeface="Calibri" pitchFamily="34" charset="0"/>
                </a:rPr>
                <a:t>SP1</a:t>
              </a:r>
              <a:endParaRPr lang="ko-KR" altLang="ko-KR" sz="400"/>
            </a:p>
          </p:txBody>
        </p:sp>
        <p:sp>
          <p:nvSpPr>
            <p:cNvPr id="129" name="TextBox 19"/>
            <p:cNvSpPr txBox="1">
              <a:spLocks noChangeArrowheads="1"/>
            </p:cNvSpPr>
            <p:nvPr/>
          </p:nvSpPr>
          <p:spPr bwMode="auto">
            <a:xfrm>
              <a:off x="3225721" y="3220819"/>
              <a:ext cx="381094" cy="2422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400" b="1">
                  <a:latin typeface="Calibri" pitchFamily="34" charset="0"/>
                </a:rPr>
                <a:t>SP2</a:t>
              </a:r>
              <a:endParaRPr lang="ko-KR" altLang="ko-KR" sz="400"/>
            </a:p>
          </p:txBody>
        </p:sp>
        <p:sp>
          <p:nvSpPr>
            <p:cNvPr id="130" name="TextBox 20"/>
            <p:cNvSpPr txBox="1">
              <a:spLocks noChangeArrowheads="1"/>
            </p:cNvSpPr>
            <p:nvPr/>
          </p:nvSpPr>
          <p:spPr bwMode="auto">
            <a:xfrm>
              <a:off x="4140349" y="3220819"/>
              <a:ext cx="381094" cy="2422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400" b="1">
                  <a:latin typeface="Calibri" pitchFamily="34" charset="0"/>
                </a:rPr>
                <a:t>SP3</a:t>
              </a:r>
              <a:endParaRPr lang="ko-KR" altLang="ko-KR" sz="400"/>
            </a:p>
          </p:txBody>
        </p:sp>
        <p:sp>
          <p:nvSpPr>
            <p:cNvPr id="131" name="TextBox 21"/>
            <p:cNvSpPr txBox="1">
              <a:spLocks noChangeArrowheads="1"/>
            </p:cNvSpPr>
            <p:nvPr/>
          </p:nvSpPr>
          <p:spPr bwMode="auto">
            <a:xfrm>
              <a:off x="5047353" y="3220819"/>
              <a:ext cx="381094" cy="2422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400" b="1">
                  <a:latin typeface="Calibri" pitchFamily="34" charset="0"/>
                </a:rPr>
                <a:t>SP4</a:t>
              </a:r>
              <a:endParaRPr lang="ko-KR" altLang="ko-KR" sz="400"/>
            </a:p>
          </p:txBody>
        </p:sp>
        <p:sp>
          <p:nvSpPr>
            <p:cNvPr id="132" name="TextBox 22"/>
            <p:cNvSpPr txBox="1">
              <a:spLocks noChangeArrowheads="1"/>
            </p:cNvSpPr>
            <p:nvPr/>
          </p:nvSpPr>
          <p:spPr bwMode="auto">
            <a:xfrm>
              <a:off x="5969598" y="3220819"/>
              <a:ext cx="381094" cy="2422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400" b="1">
                  <a:latin typeface="Calibri" pitchFamily="34" charset="0"/>
                </a:rPr>
                <a:t>SP5</a:t>
              </a:r>
              <a:endParaRPr lang="ko-KR" altLang="ko-KR" sz="400"/>
            </a:p>
          </p:txBody>
        </p:sp>
        <p:sp>
          <p:nvSpPr>
            <p:cNvPr id="133" name="TextBox 23"/>
            <p:cNvSpPr txBox="1">
              <a:spLocks noChangeArrowheads="1"/>
            </p:cNvSpPr>
            <p:nvPr/>
          </p:nvSpPr>
          <p:spPr bwMode="auto">
            <a:xfrm>
              <a:off x="6876602" y="3220819"/>
              <a:ext cx="381094" cy="2422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400" b="1">
                  <a:latin typeface="Calibri" pitchFamily="34" charset="0"/>
                </a:rPr>
                <a:t>SP6</a:t>
              </a:r>
              <a:endParaRPr lang="ko-KR" altLang="ko-KR" sz="400"/>
            </a:p>
          </p:txBody>
        </p:sp>
        <p:sp>
          <p:nvSpPr>
            <p:cNvPr id="134" name="TextBox 24"/>
            <p:cNvSpPr txBox="1">
              <a:spLocks noChangeArrowheads="1"/>
            </p:cNvSpPr>
            <p:nvPr/>
          </p:nvSpPr>
          <p:spPr bwMode="auto">
            <a:xfrm>
              <a:off x="7715009" y="3220819"/>
              <a:ext cx="381094" cy="2422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400" b="1">
                  <a:latin typeface="Calibri" pitchFamily="34" charset="0"/>
                </a:rPr>
                <a:t>SP7</a:t>
              </a:r>
              <a:endParaRPr lang="ko-KR" altLang="ko-KR" sz="400"/>
            </a:p>
          </p:txBody>
        </p:sp>
        <p:sp>
          <p:nvSpPr>
            <p:cNvPr id="135" name="TextBox 25"/>
            <p:cNvSpPr txBox="1">
              <a:spLocks noChangeArrowheads="1"/>
            </p:cNvSpPr>
            <p:nvPr/>
          </p:nvSpPr>
          <p:spPr bwMode="auto">
            <a:xfrm>
              <a:off x="8280457" y="3220819"/>
              <a:ext cx="381094" cy="2422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400" b="1">
                  <a:latin typeface="Calibri" pitchFamily="34" charset="0"/>
                </a:rPr>
                <a:t>SP8</a:t>
              </a:r>
              <a:endParaRPr lang="ko-KR" altLang="ko-KR" sz="400"/>
            </a:p>
          </p:txBody>
        </p:sp>
        <p:sp>
          <p:nvSpPr>
            <p:cNvPr id="136" name="TextBox 27"/>
            <p:cNvSpPr txBox="1">
              <a:spLocks noChangeArrowheads="1"/>
            </p:cNvSpPr>
            <p:nvPr/>
          </p:nvSpPr>
          <p:spPr bwMode="auto">
            <a:xfrm>
              <a:off x="2641705" y="2238792"/>
              <a:ext cx="381094" cy="2422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400" b="1" dirty="0">
                  <a:latin typeface="Calibri" pitchFamily="34" charset="0"/>
                </a:rPr>
                <a:t>CSP</a:t>
              </a:r>
              <a:endParaRPr lang="ko-KR" altLang="ko-KR" sz="400" dirty="0"/>
            </a:p>
          </p:txBody>
        </p:sp>
        <p:sp>
          <p:nvSpPr>
            <p:cNvPr id="137" name="Oval 28"/>
            <p:cNvSpPr/>
            <p:nvPr/>
          </p:nvSpPr>
          <p:spPr bwMode="auto">
            <a:xfrm>
              <a:off x="3408413" y="1974949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 sz="40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38" name="Oval 29"/>
            <p:cNvSpPr/>
            <p:nvPr/>
          </p:nvSpPr>
          <p:spPr bwMode="auto">
            <a:xfrm>
              <a:off x="7677200" y="1974949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 sz="40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39" name="Oval 30"/>
            <p:cNvSpPr/>
            <p:nvPr/>
          </p:nvSpPr>
          <p:spPr bwMode="auto">
            <a:xfrm>
              <a:off x="3408413" y="4413349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 sz="40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40" name="Oval 31"/>
            <p:cNvSpPr/>
            <p:nvPr/>
          </p:nvSpPr>
          <p:spPr bwMode="auto">
            <a:xfrm>
              <a:off x="7677200" y="4413349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 sz="40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41" name="TextBox 32"/>
            <p:cNvSpPr txBox="1">
              <a:spLocks noChangeArrowheads="1"/>
            </p:cNvSpPr>
            <p:nvPr/>
          </p:nvSpPr>
          <p:spPr bwMode="auto">
            <a:xfrm>
              <a:off x="3370539" y="2005429"/>
              <a:ext cx="381094" cy="2422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400" b="1">
                  <a:latin typeface="Calibri" pitchFamily="34" charset="0"/>
                </a:rPr>
                <a:t>ESP</a:t>
              </a:r>
              <a:endParaRPr lang="ko-KR" altLang="ko-KR" sz="400"/>
            </a:p>
          </p:txBody>
        </p:sp>
        <p:sp>
          <p:nvSpPr>
            <p:cNvPr id="142" name="TextBox 33"/>
            <p:cNvSpPr txBox="1">
              <a:spLocks noChangeArrowheads="1"/>
            </p:cNvSpPr>
            <p:nvPr/>
          </p:nvSpPr>
          <p:spPr bwMode="auto">
            <a:xfrm>
              <a:off x="3370539" y="4443828"/>
              <a:ext cx="381094" cy="2422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400" b="1">
                  <a:latin typeface="Calibri" pitchFamily="34" charset="0"/>
                </a:rPr>
                <a:t>ESP</a:t>
              </a:r>
              <a:endParaRPr lang="ko-KR" altLang="ko-KR" sz="400"/>
            </a:p>
          </p:txBody>
        </p:sp>
        <p:sp>
          <p:nvSpPr>
            <p:cNvPr id="143" name="TextBox 34"/>
            <p:cNvSpPr txBox="1">
              <a:spLocks noChangeArrowheads="1"/>
            </p:cNvSpPr>
            <p:nvPr/>
          </p:nvSpPr>
          <p:spPr bwMode="auto">
            <a:xfrm>
              <a:off x="7646412" y="4443828"/>
              <a:ext cx="381094" cy="2422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400" b="1">
                  <a:latin typeface="Calibri" pitchFamily="34" charset="0"/>
                </a:rPr>
                <a:t>ESP</a:t>
              </a:r>
              <a:endParaRPr lang="ko-KR" altLang="ko-KR" sz="400"/>
            </a:p>
          </p:txBody>
        </p:sp>
        <p:sp>
          <p:nvSpPr>
            <p:cNvPr id="144" name="TextBox 35"/>
            <p:cNvSpPr txBox="1">
              <a:spLocks noChangeArrowheads="1"/>
            </p:cNvSpPr>
            <p:nvPr/>
          </p:nvSpPr>
          <p:spPr bwMode="auto">
            <a:xfrm>
              <a:off x="7646412" y="2005429"/>
              <a:ext cx="381094" cy="2422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400" b="1">
                  <a:latin typeface="Calibri" pitchFamily="34" charset="0"/>
                </a:rPr>
                <a:t>ESP</a:t>
              </a:r>
              <a:endParaRPr lang="ko-KR" altLang="ko-KR" sz="400"/>
            </a:p>
          </p:txBody>
        </p:sp>
        <p:sp>
          <p:nvSpPr>
            <p:cNvPr id="145" name="Rectangle 38"/>
            <p:cNvSpPr/>
            <p:nvPr/>
          </p:nvSpPr>
          <p:spPr bwMode="auto">
            <a:xfrm>
              <a:off x="3340150" y="4138712"/>
              <a:ext cx="457200" cy="22860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 sz="40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46" name="Rectangle 39"/>
            <p:cNvSpPr/>
            <p:nvPr/>
          </p:nvSpPr>
          <p:spPr bwMode="auto">
            <a:xfrm>
              <a:off x="7601000" y="2325787"/>
              <a:ext cx="457200" cy="22860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 sz="40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47" name="TextBox 40"/>
            <p:cNvSpPr txBox="1">
              <a:spLocks noChangeArrowheads="1"/>
            </p:cNvSpPr>
            <p:nvPr/>
          </p:nvSpPr>
          <p:spPr bwMode="auto">
            <a:xfrm>
              <a:off x="3362916" y="4131409"/>
              <a:ext cx="457312" cy="2422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400" b="1">
                  <a:latin typeface="Calibri" pitchFamily="34" charset="0"/>
                </a:rPr>
                <a:t>P E I</a:t>
              </a:r>
              <a:endParaRPr lang="ko-KR" altLang="ko-KR" sz="400"/>
            </a:p>
          </p:txBody>
        </p:sp>
        <p:sp>
          <p:nvSpPr>
            <p:cNvPr id="148" name="TextBox 41"/>
            <p:cNvSpPr txBox="1">
              <a:spLocks noChangeArrowheads="1"/>
            </p:cNvSpPr>
            <p:nvPr/>
          </p:nvSpPr>
          <p:spPr bwMode="auto">
            <a:xfrm>
              <a:off x="7615923" y="2310228"/>
              <a:ext cx="457312" cy="2422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400" b="1">
                  <a:latin typeface="Calibri" pitchFamily="34" charset="0"/>
                </a:rPr>
                <a:t>P E I</a:t>
              </a:r>
              <a:endParaRPr lang="ko-KR" altLang="ko-KR" sz="400"/>
            </a:p>
          </p:txBody>
        </p:sp>
        <p:sp>
          <p:nvSpPr>
            <p:cNvPr id="149" name="Rectangle 42"/>
            <p:cNvSpPr/>
            <p:nvPr/>
          </p:nvSpPr>
          <p:spPr bwMode="auto">
            <a:xfrm>
              <a:off x="6602463" y="2105124"/>
              <a:ext cx="914400" cy="5715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 sz="40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50" name="Rectangle 43"/>
            <p:cNvSpPr/>
            <p:nvPr/>
          </p:nvSpPr>
          <p:spPr bwMode="auto">
            <a:xfrm>
              <a:off x="6602463" y="4541937"/>
              <a:ext cx="914400" cy="5715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 sz="40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51" name="Rectangle 46"/>
            <p:cNvSpPr/>
            <p:nvPr/>
          </p:nvSpPr>
          <p:spPr bwMode="auto">
            <a:xfrm>
              <a:off x="3865613" y="2317849"/>
              <a:ext cx="457200" cy="22860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 sz="40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52" name="Rectangle 47"/>
            <p:cNvSpPr/>
            <p:nvPr/>
          </p:nvSpPr>
          <p:spPr bwMode="auto">
            <a:xfrm>
              <a:off x="3865613" y="4138712"/>
              <a:ext cx="457200" cy="22860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 sz="40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53" name="TextBox 48"/>
            <p:cNvSpPr txBox="1">
              <a:spLocks noChangeArrowheads="1"/>
            </p:cNvSpPr>
            <p:nvPr/>
          </p:nvSpPr>
          <p:spPr bwMode="auto">
            <a:xfrm>
              <a:off x="3865959" y="2310228"/>
              <a:ext cx="533532" cy="2422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400" b="1" dirty="0">
                  <a:latin typeface="Calibri" pitchFamily="34" charset="0"/>
                </a:rPr>
                <a:t>P E I</a:t>
              </a:r>
              <a:endParaRPr lang="ko-KR" altLang="ko-KR" sz="400" dirty="0"/>
            </a:p>
          </p:txBody>
        </p:sp>
        <p:sp>
          <p:nvSpPr>
            <p:cNvPr id="154" name="TextBox 49"/>
            <p:cNvSpPr txBox="1">
              <a:spLocks noChangeArrowheads="1"/>
            </p:cNvSpPr>
            <p:nvPr/>
          </p:nvSpPr>
          <p:spPr bwMode="auto">
            <a:xfrm>
              <a:off x="3865959" y="4131409"/>
              <a:ext cx="533532" cy="2422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400" b="1" dirty="0">
                  <a:latin typeface="Calibri" pitchFamily="34" charset="0"/>
                </a:rPr>
                <a:t>P E I</a:t>
              </a:r>
              <a:endParaRPr lang="ko-KR" altLang="ko-KR" sz="400" dirty="0"/>
            </a:p>
          </p:txBody>
        </p:sp>
        <p:sp>
          <p:nvSpPr>
            <p:cNvPr id="155" name="Rectangle 50"/>
            <p:cNvSpPr/>
            <p:nvPr/>
          </p:nvSpPr>
          <p:spPr bwMode="auto">
            <a:xfrm>
              <a:off x="2722613" y="2813149"/>
              <a:ext cx="342900" cy="169863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 sz="40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56" name="TextBox 54"/>
            <p:cNvSpPr txBox="1">
              <a:spLocks noChangeArrowheads="1"/>
            </p:cNvSpPr>
            <p:nvPr/>
          </p:nvSpPr>
          <p:spPr bwMode="auto">
            <a:xfrm>
              <a:off x="2710186" y="2799760"/>
              <a:ext cx="420414" cy="2422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altLang="ko-KR" sz="400" b="1" dirty="0">
                  <a:latin typeface="Calibri" pitchFamily="34" charset="0"/>
                </a:rPr>
                <a:t>DPO</a:t>
              </a:r>
              <a:endParaRPr lang="ko-KR" altLang="ko-KR" sz="400" dirty="0"/>
            </a:p>
          </p:txBody>
        </p:sp>
        <p:sp>
          <p:nvSpPr>
            <p:cNvPr id="159" name="Rectangle 57"/>
            <p:cNvSpPr/>
            <p:nvPr/>
          </p:nvSpPr>
          <p:spPr bwMode="auto">
            <a:xfrm>
              <a:off x="2570213" y="3735487"/>
              <a:ext cx="671512" cy="3048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 sz="40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60" name="TextBox 58"/>
            <p:cNvSpPr txBox="1">
              <a:spLocks noChangeArrowheads="1"/>
            </p:cNvSpPr>
            <p:nvPr/>
          </p:nvSpPr>
          <p:spPr bwMode="auto">
            <a:xfrm>
              <a:off x="2535728" y="3741846"/>
              <a:ext cx="817618" cy="3391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altLang="ko-KR" sz="400" b="1" dirty="0">
                  <a:latin typeface="Calibri" pitchFamily="34" charset="0"/>
                </a:rPr>
                <a:t> CONTROLLER</a:t>
              </a:r>
            </a:p>
            <a:p>
              <a:r>
                <a:rPr lang="en-US" altLang="ko-KR" sz="400" b="1" dirty="0">
                  <a:latin typeface="Calibri" pitchFamily="34" charset="0"/>
                </a:rPr>
                <a:t>&amp; POWER AMP</a:t>
              </a:r>
              <a:endParaRPr lang="ko-KR" altLang="ko-KR" sz="400" dirty="0"/>
            </a:p>
          </p:txBody>
        </p:sp>
        <p:cxnSp>
          <p:nvCxnSpPr>
            <p:cNvPr id="162" name="Straight Connector 62"/>
            <p:cNvCxnSpPr/>
            <p:nvPr/>
          </p:nvCxnSpPr>
          <p:spPr bwMode="auto">
            <a:xfrm>
              <a:off x="2489250" y="3041749"/>
              <a:ext cx="631825" cy="15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63"/>
            <p:cNvCxnSpPr/>
            <p:nvPr/>
          </p:nvCxnSpPr>
          <p:spPr bwMode="auto">
            <a:xfrm rot="5400000" flipH="1" flipV="1">
              <a:off x="2656732" y="2585343"/>
              <a:ext cx="914400" cy="15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69"/>
            <p:cNvCxnSpPr/>
            <p:nvPr/>
          </p:nvCxnSpPr>
          <p:spPr bwMode="auto">
            <a:xfrm flipH="1">
              <a:off x="3186164" y="2813149"/>
              <a:ext cx="4948236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68"/>
            <p:cNvCxnSpPr/>
            <p:nvPr/>
          </p:nvCxnSpPr>
          <p:spPr bwMode="auto">
            <a:xfrm rot="5400000" flipH="1" flipV="1">
              <a:off x="2718644" y="3269556"/>
              <a:ext cx="923925" cy="1587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74"/>
            <p:cNvCxnSpPr/>
            <p:nvPr/>
          </p:nvCxnSpPr>
          <p:spPr bwMode="auto">
            <a:xfrm rot="10800000">
              <a:off x="3243313" y="3879949"/>
              <a:ext cx="4892675" cy="1588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75"/>
            <p:cNvCxnSpPr/>
            <p:nvPr/>
          </p:nvCxnSpPr>
          <p:spPr bwMode="auto">
            <a:xfrm flipV="1">
              <a:off x="8134400" y="2814737"/>
              <a:ext cx="0" cy="1069975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76"/>
            <p:cNvCxnSpPr/>
            <p:nvPr/>
          </p:nvCxnSpPr>
          <p:spPr bwMode="auto">
            <a:xfrm rot="5400000" flipH="1" flipV="1">
              <a:off x="2952007" y="2509143"/>
              <a:ext cx="609600" cy="1587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78"/>
            <p:cNvCxnSpPr/>
            <p:nvPr/>
          </p:nvCxnSpPr>
          <p:spPr bwMode="auto">
            <a:xfrm rot="10800000">
              <a:off x="3252838" y="2203549"/>
              <a:ext cx="173037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86"/>
            <p:cNvCxnSpPr/>
            <p:nvPr/>
          </p:nvCxnSpPr>
          <p:spPr bwMode="auto">
            <a:xfrm rot="5400000" flipH="1" flipV="1">
              <a:off x="7225557" y="2507555"/>
              <a:ext cx="609600" cy="1587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87"/>
            <p:cNvCxnSpPr/>
            <p:nvPr/>
          </p:nvCxnSpPr>
          <p:spPr bwMode="auto">
            <a:xfrm rot="10800000">
              <a:off x="7524800" y="2203549"/>
              <a:ext cx="173038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88"/>
            <p:cNvCxnSpPr/>
            <p:nvPr/>
          </p:nvCxnSpPr>
          <p:spPr bwMode="auto">
            <a:xfrm rot="5400000" flipH="1" flipV="1">
              <a:off x="7562107" y="4147443"/>
              <a:ext cx="533400" cy="1587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90"/>
            <p:cNvCxnSpPr/>
            <p:nvPr/>
          </p:nvCxnSpPr>
          <p:spPr bwMode="auto">
            <a:xfrm rot="5400000" flipH="1" flipV="1">
              <a:off x="2985344" y="4183955"/>
              <a:ext cx="609600" cy="1588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91"/>
            <p:cNvCxnSpPr/>
            <p:nvPr/>
          </p:nvCxnSpPr>
          <p:spPr bwMode="auto">
            <a:xfrm rot="10800000">
              <a:off x="3284588" y="4489549"/>
              <a:ext cx="146050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97"/>
            <p:cNvCxnSpPr/>
            <p:nvPr/>
          </p:nvCxnSpPr>
          <p:spPr bwMode="auto">
            <a:xfrm rot="5400000" flipH="1" flipV="1">
              <a:off x="2620219" y="3661668"/>
              <a:ext cx="136525" cy="15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09"/>
            <p:cNvCxnSpPr/>
            <p:nvPr/>
          </p:nvCxnSpPr>
          <p:spPr bwMode="auto">
            <a:xfrm>
              <a:off x="2690863" y="3597374"/>
              <a:ext cx="6205537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12"/>
            <p:cNvCxnSpPr/>
            <p:nvPr/>
          </p:nvCxnSpPr>
          <p:spPr bwMode="auto">
            <a:xfrm rot="5400000" flipH="1" flipV="1">
              <a:off x="2786906" y="3548956"/>
              <a:ext cx="92075" cy="15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13"/>
            <p:cNvCxnSpPr/>
            <p:nvPr/>
          </p:nvCxnSpPr>
          <p:spPr bwMode="auto">
            <a:xfrm rot="5400000" flipH="1" flipV="1">
              <a:off x="3363169" y="3544193"/>
              <a:ext cx="92075" cy="15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114"/>
            <p:cNvCxnSpPr/>
            <p:nvPr/>
          </p:nvCxnSpPr>
          <p:spPr bwMode="auto">
            <a:xfrm rot="5400000" flipH="1" flipV="1">
              <a:off x="4277569" y="3544193"/>
              <a:ext cx="92075" cy="15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115"/>
            <p:cNvCxnSpPr/>
            <p:nvPr/>
          </p:nvCxnSpPr>
          <p:spPr bwMode="auto">
            <a:xfrm rot="5400000" flipH="1" flipV="1">
              <a:off x="5191969" y="3544193"/>
              <a:ext cx="92075" cy="15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Connector 116"/>
            <p:cNvCxnSpPr/>
            <p:nvPr/>
          </p:nvCxnSpPr>
          <p:spPr bwMode="auto">
            <a:xfrm rot="5400000" flipH="1" flipV="1">
              <a:off x="6107956" y="3544193"/>
              <a:ext cx="92075" cy="15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17"/>
            <p:cNvCxnSpPr/>
            <p:nvPr/>
          </p:nvCxnSpPr>
          <p:spPr bwMode="auto">
            <a:xfrm rot="5400000" flipH="1" flipV="1">
              <a:off x="7022356" y="3544193"/>
              <a:ext cx="92075" cy="15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18"/>
            <p:cNvCxnSpPr/>
            <p:nvPr/>
          </p:nvCxnSpPr>
          <p:spPr bwMode="auto">
            <a:xfrm rot="5400000" flipH="1" flipV="1">
              <a:off x="7860556" y="3544193"/>
              <a:ext cx="92075" cy="15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19"/>
            <p:cNvCxnSpPr/>
            <p:nvPr/>
          </p:nvCxnSpPr>
          <p:spPr bwMode="auto">
            <a:xfrm rot="5400000" flipH="1" flipV="1">
              <a:off x="8425706" y="3544193"/>
              <a:ext cx="92075" cy="15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20"/>
            <p:cNvCxnSpPr/>
            <p:nvPr/>
          </p:nvCxnSpPr>
          <p:spPr bwMode="auto">
            <a:xfrm rot="5400000" flipH="1" flipV="1">
              <a:off x="4286252" y="3562353"/>
              <a:ext cx="914399" cy="761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9" name="Oval 121"/>
            <p:cNvSpPr/>
            <p:nvPr/>
          </p:nvSpPr>
          <p:spPr bwMode="auto">
            <a:xfrm>
              <a:off x="4577482" y="3991173"/>
              <a:ext cx="306388" cy="304800"/>
            </a:xfrm>
            <a:prstGeom prst="ellipse">
              <a:avLst/>
            </a:prstGeom>
            <a:solidFill>
              <a:srgbClr val="92D05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 sz="40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90" name="TextBox 122"/>
            <p:cNvSpPr txBox="1">
              <a:spLocks noChangeArrowheads="1"/>
            </p:cNvSpPr>
            <p:nvPr/>
          </p:nvSpPr>
          <p:spPr bwMode="auto">
            <a:xfrm>
              <a:off x="4532684" y="4021450"/>
              <a:ext cx="457312" cy="2422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400" b="1" dirty="0">
                  <a:latin typeface="Calibri" pitchFamily="34" charset="0"/>
                </a:rPr>
                <a:t>ANS</a:t>
              </a:r>
              <a:endParaRPr lang="ko-KR" altLang="ko-KR" sz="400" dirty="0"/>
            </a:p>
          </p:txBody>
        </p:sp>
        <p:cxnSp>
          <p:nvCxnSpPr>
            <p:cNvPr id="191" name="Straight Connector 123"/>
            <p:cNvCxnSpPr/>
            <p:nvPr/>
          </p:nvCxnSpPr>
          <p:spPr bwMode="auto">
            <a:xfrm rot="5400000" flipH="1" flipV="1">
              <a:off x="2840088" y="3432274"/>
              <a:ext cx="576262" cy="1588"/>
            </a:xfrm>
            <a:prstGeom prst="line">
              <a:avLst/>
            </a:prstGeom>
            <a:ln w="1270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24"/>
            <p:cNvCxnSpPr/>
            <p:nvPr/>
          </p:nvCxnSpPr>
          <p:spPr bwMode="auto">
            <a:xfrm rot="5400000" flipH="1" flipV="1">
              <a:off x="2764682" y="3410843"/>
              <a:ext cx="622300" cy="1587"/>
            </a:xfrm>
            <a:prstGeom prst="line">
              <a:avLst/>
            </a:prstGeom>
            <a:ln w="127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25"/>
            <p:cNvCxnSpPr/>
            <p:nvPr/>
          </p:nvCxnSpPr>
          <p:spPr bwMode="auto">
            <a:xfrm flipH="1">
              <a:off x="3130600" y="3151287"/>
              <a:ext cx="5765800" cy="0"/>
            </a:xfrm>
            <a:prstGeom prst="line">
              <a:avLst/>
            </a:prstGeom>
            <a:ln w="1270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Connector 130"/>
            <p:cNvCxnSpPr/>
            <p:nvPr/>
          </p:nvCxnSpPr>
          <p:spPr bwMode="auto">
            <a:xfrm flipH="1">
              <a:off x="3079801" y="3098899"/>
              <a:ext cx="3692509" cy="0"/>
            </a:xfrm>
            <a:prstGeom prst="line">
              <a:avLst/>
            </a:prstGeom>
            <a:ln w="127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32"/>
            <p:cNvCxnSpPr/>
            <p:nvPr/>
          </p:nvCxnSpPr>
          <p:spPr bwMode="auto">
            <a:xfrm rot="5400000" flipH="1" flipV="1">
              <a:off x="3307607" y="3344168"/>
              <a:ext cx="1574800" cy="1587"/>
            </a:xfrm>
            <a:prstGeom prst="line">
              <a:avLst/>
            </a:prstGeom>
            <a:ln w="1270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35"/>
            <p:cNvCxnSpPr/>
            <p:nvPr/>
          </p:nvCxnSpPr>
          <p:spPr bwMode="auto">
            <a:xfrm rot="5400000" flipH="1" flipV="1">
              <a:off x="3160213" y="3641005"/>
              <a:ext cx="976094" cy="3445"/>
            </a:xfrm>
            <a:prstGeom prst="line">
              <a:avLst/>
            </a:prstGeom>
            <a:ln w="1270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36"/>
            <p:cNvCxnSpPr/>
            <p:nvPr/>
          </p:nvCxnSpPr>
          <p:spPr bwMode="auto">
            <a:xfrm rot="5400000" flipH="1" flipV="1">
              <a:off x="7537500" y="2857599"/>
              <a:ext cx="585788" cy="1588"/>
            </a:xfrm>
            <a:prstGeom prst="line">
              <a:avLst/>
            </a:prstGeom>
            <a:ln w="1270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37"/>
            <p:cNvCxnSpPr/>
            <p:nvPr/>
          </p:nvCxnSpPr>
          <p:spPr bwMode="auto">
            <a:xfrm rot="5400000" flipH="1" flipV="1">
              <a:off x="2660700" y="3356074"/>
              <a:ext cx="731838" cy="1588"/>
            </a:xfrm>
            <a:prstGeom prst="line">
              <a:avLst/>
            </a:prstGeom>
            <a:ln w="127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145"/>
            <p:cNvCxnSpPr/>
            <p:nvPr/>
          </p:nvCxnSpPr>
          <p:spPr bwMode="auto">
            <a:xfrm rot="16200000" flipV="1">
              <a:off x="2228033" y="3315520"/>
              <a:ext cx="808138" cy="6397"/>
            </a:xfrm>
            <a:prstGeom prst="line">
              <a:avLst/>
            </a:prstGeom>
            <a:ln w="127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146"/>
            <p:cNvCxnSpPr/>
            <p:nvPr/>
          </p:nvCxnSpPr>
          <p:spPr bwMode="auto">
            <a:xfrm rot="5400000" flipH="1" flipV="1">
              <a:off x="2682952" y="2663850"/>
              <a:ext cx="291999" cy="52"/>
            </a:xfrm>
            <a:prstGeom prst="line">
              <a:avLst/>
            </a:prstGeom>
            <a:ln w="127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7" name="Oval 101"/>
            <p:cNvSpPr/>
            <p:nvPr/>
          </p:nvSpPr>
          <p:spPr bwMode="auto">
            <a:xfrm>
              <a:off x="6619910" y="2463657"/>
              <a:ext cx="304800" cy="304800"/>
            </a:xfrm>
            <a:prstGeom prst="ellipse">
              <a:avLst/>
            </a:prstGeom>
            <a:solidFill>
              <a:srgbClr val="92D05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 sz="40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208" name="TextBox 102"/>
            <p:cNvSpPr txBox="1">
              <a:spLocks noChangeArrowheads="1"/>
            </p:cNvSpPr>
            <p:nvPr/>
          </p:nvSpPr>
          <p:spPr bwMode="auto">
            <a:xfrm>
              <a:off x="6576708" y="2478188"/>
              <a:ext cx="457312" cy="24225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400" b="1" dirty="0">
                  <a:latin typeface="Calibri" pitchFamily="34" charset="0"/>
                </a:rPr>
                <a:t>ANS</a:t>
              </a:r>
              <a:endParaRPr lang="ko-KR" altLang="ko-KR" sz="400" dirty="0"/>
            </a:p>
          </p:txBody>
        </p:sp>
        <p:cxnSp>
          <p:nvCxnSpPr>
            <p:cNvPr id="210" name="Straight Connector 103"/>
            <p:cNvCxnSpPr/>
            <p:nvPr/>
          </p:nvCxnSpPr>
          <p:spPr bwMode="auto">
            <a:xfrm rot="5400000" flipH="1" flipV="1">
              <a:off x="6595941" y="2936065"/>
              <a:ext cx="340624" cy="61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2" name="그룹 158"/>
            <p:cNvGrpSpPr/>
            <p:nvPr/>
          </p:nvGrpSpPr>
          <p:grpSpPr>
            <a:xfrm>
              <a:off x="2699008" y="4160520"/>
              <a:ext cx="381094" cy="339154"/>
              <a:chOff x="3425354" y="5431333"/>
              <a:chExt cx="381094" cy="339154"/>
            </a:xfrm>
            <a:solidFill>
              <a:schemeClr val="tx2">
                <a:lumMod val="60000"/>
                <a:lumOff val="40000"/>
              </a:schemeClr>
            </a:solidFill>
          </p:grpSpPr>
          <p:sp>
            <p:nvSpPr>
              <p:cNvPr id="216" name="Rectangle 50"/>
              <p:cNvSpPr/>
              <p:nvPr/>
            </p:nvSpPr>
            <p:spPr bwMode="auto">
              <a:xfrm>
                <a:off x="3437781" y="5444722"/>
                <a:ext cx="342900" cy="169863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217" name="TextBox 54"/>
              <p:cNvSpPr txBox="1">
                <a:spLocks noChangeArrowheads="1"/>
              </p:cNvSpPr>
              <p:nvPr/>
            </p:nvSpPr>
            <p:spPr bwMode="auto">
              <a:xfrm>
                <a:off x="3425354" y="5431333"/>
                <a:ext cx="381094" cy="339154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400" b="1" dirty="0">
                    <a:latin typeface="Calibri" pitchFamily="34" charset="0"/>
                  </a:rPr>
                  <a:t>DPH</a:t>
                </a:r>
              </a:p>
            </p:txBody>
          </p:sp>
        </p:grpSp>
      </p:grpSp>
      <p:grpSp>
        <p:nvGrpSpPr>
          <p:cNvPr id="309" name="그룹 308"/>
          <p:cNvGrpSpPr/>
          <p:nvPr/>
        </p:nvGrpSpPr>
        <p:grpSpPr>
          <a:xfrm rot="5400000">
            <a:off x="185290" y="3701214"/>
            <a:ext cx="4066465" cy="1906515"/>
            <a:chOff x="2489250" y="1947750"/>
            <a:chExt cx="6407150" cy="2770399"/>
          </a:xfrm>
        </p:grpSpPr>
        <p:sp>
          <p:nvSpPr>
            <p:cNvPr id="310" name="Rounded Rectangle 3"/>
            <p:cNvSpPr/>
            <p:nvPr/>
          </p:nvSpPr>
          <p:spPr bwMode="auto">
            <a:xfrm>
              <a:off x="2494013" y="2127349"/>
              <a:ext cx="6402387" cy="2438400"/>
            </a:xfrm>
            <a:prstGeom prst="roundRect">
              <a:avLst>
                <a:gd name="adj" fmla="val 7292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 sz="40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cxnSp>
          <p:nvCxnSpPr>
            <p:cNvPr id="311" name="직선 연결선 310"/>
            <p:cNvCxnSpPr/>
            <p:nvPr/>
          </p:nvCxnSpPr>
          <p:spPr>
            <a:xfrm rot="5400000" flipH="1" flipV="1">
              <a:off x="2294407" y="3528848"/>
              <a:ext cx="1257300" cy="6045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직선 연결선 311"/>
            <p:cNvCxnSpPr/>
            <p:nvPr/>
          </p:nvCxnSpPr>
          <p:spPr>
            <a:xfrm flipV="1">
              <a:off x="2633266" y="2909888"/>
              <a:ext cx="171847" cy="1166"/>
            </a:xfrm>
            <a:prstGeom prst="line">
              <a:avLst/>
            </a:prstGeom>
            <a:ln>
              <a:solidFill>
                <a:srgbClr val="808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3" name="Rectangle 4"/>
            <p:cNvSpPr/>
            <p:nvPr/>
          </p:nvSpPr>
          <p:spPr bwMode="auto">
            <a:xfrm>
              <a:off x="3865613" y="2090837"/>
              <a:ext cx="914400" cy="5715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 sz="40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314" name="Rectangle 5"/>
            <p:cNvSpPr/>
            <p:nvPr/>
          </p:nvSpPr>
          <p:spPr bwMode="auto">
            <a:xfrm>
              <a:off x="3865613" y="4527649"/>
              <a:ext cx="914400" cy="5715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 sz="40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315" name="Oval 8"/>
            <p:cNvSpPr/>
            <p:nvPr/>
          </p:nvSpPr>
          <p:spPr bwMode="auto">
            <a:xfrm>
              <a:off x="2679750" y="2208312"/>
              <a:ext cx="304800" cy="304800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 sz="40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316" name="Oval 10"/>
            <p:cNvSpPr/>
            <p:nvPr/>
          </p:nvSpPr>
          <p:spPr bwMode="auto">
            <a:xfrm>
              <a:off x="8318550" y="3194149"/>
              <a:ext cx="304800" cy="304800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 sz="40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317" name="Oval 11"/>
            <p:cNvSpPr/>
            <p:nvPr/>
          </p:nvSpPr>
          <p:spPr bwMode="auto">
            <a:xfrm>
              <a:off x="2679750" y="3194149"/>
              <a:ext cx="304800" cy="304800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 sz="40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318" name="Oval 12"/>
            <p:cNvSpPr/>
            <p:nvPr/>
          </p:nvSpPr>
          <p:spPr bwMode="auto">
            <a:xfrm>
              <a:off x="3256013" y="3194149"/>
              <a:ext cx="304800" cy="304800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 sz="40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319" name="Oval 13"/>
            <p:cNvSpPr/>
            <p:nvPr/>
          </p:nvSpPr>
          <p:spPr bwMode="auto">
            <a:xfrm>
              <a:off x="4170413" y="3194149"/>
              <a:ext cx="304800" cy="304800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 sz="40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320" name="Oval 14"/>
            <p:cNvSpPr/>
            <p:nvPr/>
          </p:nvSpPr>
          <p:spPr bwMode="auto">
            <a:xfrm>
              <a:off x="5084813" y="3194149"/>
              <a:ext cx="304800" cy="304800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 sz="40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321" name="Oval 15"/>
            <p:cNvSpPr/>
            <p:nvPr/>
          </p:nvSpPr>
          <p:spPr bwMode="auto">
            <a:xfrm>
              <a:off x="6000800" y="3194149"/>
              <a:ext cx="304800" cy="304800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 sz="40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322" name="Oval 16"/>
            <p:cNvSpPr/>
            <p:nvPr/>
          </p:nvSpPr>
          <p:spPr bwMode="auto">
            <a:xfrm>
              <a:off x="6915200" y="3194149"/>
              <a:ext cx="304800" cy="304800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 sz="40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323" name="Oval 17"/>
            <p:cNvSpPr/>
            <p:nvPr/>
          </p:nvSpPr>
          <p:spPr bwMode="auto">
            <a:xfrm>
              <a:off x="7753400" y="3194149"/>
              <a:ext cx="304800" cy="304800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 sz="40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324" name="TextBox 18"/>
            <p:cNvSpPr txBox="1">
              <a:spLocks noChangeArrowheads="1"/>
            </p:cNvSpPr>
            <p:nvPr/>
          </p:nvSpPr>
          <p:spPr bwMode="auto">
            <a:xfrm>
              <a:off x="2641704" y="3163140"/>
              <a:ext cx="381094" cy="3230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400" b="1">
                  <a:latin typeface="Calibri" pitchFamily="34" charset="0"/>
                </a:rPr>
                <a:t>SP1</a:t>
              </a:r>
              <a:endParaRPr lang="ko-KR" altLang="ko-KR" sz="400"/>
            </a:p>
          </p:txBody>
        </p:sp>
        <p:sp>
          <p:nvSpPr>
            <p:cNvPr id="325" name="TextBox 19"/>
            <p:cNvSpPr txBox="1">
              <a:spLocks noChangeArrowheads="1"/>
            </p:cNvSpPr>
            <p:nvPr/>
          </p:nvSpPr>
          <p:spPr bwMode="auto">
            <a:xfrm>
              <a:off x="3225723" y="3163140"/>
              <a:ext cx="381094" cy="3230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400" b="1">
                  <a:latin typeface="Calibri" pitchFamily="34" charset="0"/>
                </a:rPr>
                <a:t>SP2</a:t>
              </a:r>
              <a:endParaRPr lang="ko-KR" altLang="ko-KR" sz="400"/>
            </a:p>
          </p:txBody>
        </p:sp>
        <p:sp>
          <p:nvSpPr>
            <p:cNvPr id="326" name="TextBox 20"/>
            <p:cNvSpPr txBox="1">
              <a:spLocks noChangeArrowheads="1"/>
            </p:cNvSpPr>
            <p:nvPr/>
          </p:nvSpPr>
          <p:spPr bwMode="auto">
            <a:xfrm>
              <a:off x="4140349" y="3163140"/>
              <a:ext cx="381094" cy="3230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400" b="1">
                  <a:latin typeface="Calibri" pitchFamily="34" charset="0"/>
                </a:rPr>
                <a:t>SP3</a:t>
              </a:r>
              <a:endParaRPr lang="ko-KR" altLang="ko-KR" sz="400"/>
            </a:p>
          </p:txBody>
        </p:sp>
        <p:sp>
          <p:nvSpPr>
            <p:cNvPr id="327" name="TextBox 21"/>
            <p:cNvSpPr txBox="1">
              <a:spLocks noChangeArrowheads="1"/>
            </p:cNvSpPr>
            <p:nvPr/>
          </p:nvSpPr>
          <p:spPr bwMode="auto">
            <a:xfrm>
              <a:off x="5047352" y="3163140"/>
              <a:ext cx="381094" cy="3230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400" b="1">
                  <a:latin typeface="Calibri" pitchFamily="34" charset="0"/>
                </a:rPr>
                <a:t>SP4</a:t>
              </a:r>
              <a:endParaRPr lang="ko-KR" altLang="ko-KR" sz="400"/>
            </a:p>
          </p:txBody>
        </p:sp>
        <p:sp>
          <p:nvSpPr>
            <p:cNvPr id="328" name="TextBox 22"/>
            <p:cNvSpPr txBox="1">
              <a:spLocks noChangeArrowheads="1"/>
            </p:cNvSpPr>
            <p:nvPr/>
          </p:nvSpPr>
          <p:spPr bwMode="auto">
            <a:xfrm>
              <a:off x="5969600" y="3163140"/>
              <a:ext cx="381094" cy="3230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400" b="1">
                  <a:latin typeface="Calibri" pitchFamily="34" charset="0"/>
                </a:rPr>
                <a:t>SP5</a:t>
              </a:r>
              <a:endParaRPr lang="ko-KR" altLang="ko-KR" sz="400"/>
            </a:p>
          </p:txBody>
        </p:sp>
        <p:sp>
          <p:nvSpPr>
            <p:cNvPr id="329" name="TextBox 23"/>
            <p:cNvSpPr txBox="1">
              <a:spLocks noChangeArrowheads="1"/>
            </p:cNvSpPr>
            <p:nvPr/>
          </p:nvSpPr>
          <p:spPr bwMode="auto">
            <a:xfrm>
              <a:off x="6876603" y="3163140"/>
              <a:ext cx="381094" cy="3230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400" b="1">
                  <a:latin typeface="Calibri" pitchFamily="34" charset="0"/>
                </a:rPr>
                <a:t>SP6</a:t>
              </a:r>
              <a:endParaRPr lang="ko-KR" altLang="ko-KR" sz="400"/>
            </a:p>
          </p:txBody>
        </p:sp>
        <p:sp>
          <p:nvSpPr>
            <p:cNvPr id="330" name="TextBox 24"/>
            <p:cNvSpPr txBox="1">
              <a:spLocks noChangeArrowheads="1"/>
            </p:cNvSpPr>
            <p:nvPr/>
          </p:nvSpPr>
          <p:spPr bwMode="auto">
            <a:xfrm>
              <a:off x="7715010" y="3163140"/>
              <a:ext cx="381094" cy="3230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400" b="1">
                  <a:latin typeface="Calibri" pitchFamily="34" charset="0"/>
                </a:rPr>
                <a:t>SP7</a:t>
              </a:r>
              <a:endParaRPr lang="ko-KR" altLang="ko-KR" sz="400"/>
            </a:p>
          </p:txBody>
        </p:sp>
        <p:sp>
          <p:nvSpPr>
            <p:cNvPr id="331" name="TextBox 25"/>
            <p:cNvSpPr txBox="1">
              <a:spLocks noChangeArrowheads="1"/>
            </p:cNvSpPr>
            <p:nvPr/>
          </p:nvSpPr>
          <p:spPr bwMode="auto">
            <a:xfrm>
              <a:off x="8280457" y="3163140"/>
              <a:ext cx="381094" cy="3230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400" b="1">
                  <a:latin typeface="Calibri" pitchFamily="34" charset="0"/>
                </a:rPr>
                <a:t>SP8</a:t>
              </a:r>
              <a:endParaRPr lang="ko-KR" altLang="ko-KR" sz="400"/>
            </a:p>
          </p:txBody>
        </p:sp>
        <p:sp>
          <p:nvSpPr>
            <p:cNvPr id="332" name="TextBox 27"/>
            <p:cNvSpPr txBox="1">
              <a:spLocks noChangeArrowheads="1"/>
            </p:cNvSpPr>
            <p:nvPr/>
          </p:nvSpPr>
          <p:spPr bwMode="auto">
            <a:xfrm>
              <a:off x="2641704" y="2181113"/>
              <a:ext cx="381094" cy="3230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400" b="1" dirty="0">
                  <a:latin typeface="Calibri" pitchFamily="34" charset="0"/>
                </a:rPr>
                <a:t>CSP</a:t>
              </a:r>
              <a:endParaRPr lang="ko-KR" altLang="ko-KR" sz="400" dirty="0"/>
            </a:p>
          </p:txBody>
        </p:sp>
        <p:sp>
          <p:nvSpPr>
            <p:cNvPr id="333" name="Oval 28"/>
            <p:cNvSpPr/>
            <p:nvPr/>
          </p:nvSpPr>
          <p:spPr bwMode="auto">
            <a:xfrm>
              <a:off x="3408413" y="1974949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 sz="40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334" name="Oval 29"/>
            <p:cNvSpPr/>
            <p:nvPr/>
          </p:nvSpPr>
          <p:spPr bwMode="auto">
            <a:xfrm>
              <a:off x="7677200" y="1974949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 sz="40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335" name="Oval 30"/>
            <p:cNvSpPr/>
            <p:nvPr/>
          </p:nvSpPr>
          <p:spPr bwMode="auto">
            <a:xfrm>
              <a:off x="3408413" y="4413349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 sz="40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336" name="Oval 31"/>
            <p:cNvSpPr/>
            <p:nvPr/>
          </p:nvSpPr>
          <p:spPr bwMode="auto">
            <a:xfrm>
              <a:off x="7677200" y="4413349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 sz="40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337" name="TextBox 32"/>
            <p:cNvSpPr txBox="1">
              <a:spLocks noChangeArrowheads="1"/>
            </p:cNvSpPr>
            <p:nvPr/>
          </p:nvSpPr>
          <p:spPr bwMode="auto">
            <a:xfrm>
              <a:off x="3370539" y="1947750"/>
              <a:ext cx="381094" cy="3230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400" b="1">
                  <a:latin typeface="Calibri" pitchFamily="34" charset="0"/>
                </a:rPr>
                <a:t>ESP</a:t>
              </a:r>
              <a:endParaRPr lang="ko-KR" altLang="ko-KR" sz="400"/>
            </a:p>
          </p:txBody>
        </p:sp>
        <p:sp>
          <p:nvSpPr>
            <p:cNvPr id="338" name="TextBox 33"/>
            <p:cNvSpPr txBox="1">
              <a:spLocks noChangeArrowheads="1"/>
            </p:cNvSpPr>
            <p:nvPr/>
          </p:nvSpPr>
          <p:spPr bwMode="auto">
            <a:xfrm>
              <a:off x="3370539" y="4386151"/>
              <a:ext cx="381094" cy="3230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400" b="1">
                  <a:latin typeface="Calibri" pitchFamily="34" charset="0"/>
                </a:rPr>
                <a:t>ESP</a:t>
              </a:r>
              <a:endParaRPr lang="ko-KR" altLang="ko-KR" sz="400"/>
            </a:p>
          </p:txBody>
        </p:sp>
        <p:sp>
          <p:nvSpPr>
            <p:cNvPr id="339" name="TextBox 34"/>
            <p:cNvSpPr txBox="1">
              <a:spLocks noChangeArrowheads="1"/>
            </p:cNvSpPr>
            <p:nvPr/>
          </p:nvSpPr>
          <p:spPr bwMode="auto">
            <a:xfrm>
              <a:off x="7646413" y="4386151"/>
              <a:ext cx="381094" cy="3230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400" b="1">
                  <a:latin typeface="Calibri" pitchFamily="34" charset="0"/>
                </a:rPr>
                <a:t>ESP</a:t>
              </a:r>
              <a:endParaRPr lang="ko-KR" altLang="ko-KR" sz="400"/>
            </a:p>
          </p:txBody>
        </p:sp>
        <p:sp>
          <p:nvSpPr>
            <p:cNvPr id="340" name="TextBox 35"/>
            <p:cNvSpPr txBox="1">
              <a:spLocks noChangeArrowheads="1"/>
            </p:cNvSpPr>
            <p:nvPr/>
          </p:nvSpPr>
          <p:spPr bwMode="auto">
            <a:xfrm>
              <a:off x="7646413" y="1947750"/>
              <a:ext cx="381094" cy="3230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400" b="1">
                  <a:latin typeface="Calibri" pitchFamily="34" charset="0"/>
                </a:rPr>
                <a:t>ESP</a:t>
              </a:r>
              <a:endParaRPr lang="ko-KR" altLang="ko-KR" sz="400"/>
            </a:p>
          </p:txBody>
        </p:sp>
        <p:sp>
          <p:nvSpPr>
            <p:cNvPr id="341" name="Rectangle 38"/>
            <p:cNvSpPr/>
            <p:nvPr/>
          </p:nvSpPr>
          <p:spPr bwMode="auto">
            <a:xfrm>
              <a:off x="3340150" y="4138712"/>
              <a:ext cx="457200" cy="22860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 sz="40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342" name="Rectangle 39"/>
            <p:cNvSpPr/>
            <p:nvPr/>
          </p:nvSpPr>
          <p:spPr bwMode="auto">
            <a:xfrm>
              <a:off x="7601000" y="2325787"/>
              <a:ext cx="457200" cy="22860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 sz="40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343" name="TextBox 40"/>
            <p:cNvSpPr txBox="1">
              <a:spLocks noChangeArrowheads="1"/>
            </p:cNvSpPr>
            <p:nvPr/>
          </p:nvSpPr>
          <p:spPr bwMode="auto">
            <a:xfrm>
              <a:off x="3362916" y="4123422"/>
              <a:ext cx="457314" cy="2236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400" b="1">
                  <a:latin typeface="Calibri" pitchFamily="34" charset="0"/>
                </a:rPr>
                <a:t>P E I</a:t>
              </a:r>
              <a:endParaRPr lang="ko-KR" altLang="ko-KR" sz="400"/>
            </a:p>
          </p:txBody>
        </p:sp>
        <p:sp>
          <p:nvSpPr>
            <p:cNvPr id="344" name="TextBox 41"/>
            <p:cNvSpPr txBox="1">
              <a:spLocks noChangeArrowheads="1"/>
            </p:cNvSpPr>
            <p:nvPr/>
          </p:nvSpPr>
          <p:spPr bwMode="auto">
            <a:xfrm>
              <a:off x="7615923" y="2302243"/>
              <a:ext cx="457314" cy="2236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400" b="1">
                  <a:latin typeface="Calibri" pitchFamily="34" charset="0"/>
                </a:rPr>
                <a:t>P E I</a:t>
              </a:r>
              <a:endParaRPr lang="ko-KR" altLang="ko-KR" sz="400"/>
            </a:p>
          </p:txBody>
        </p:sp>
        <p:sp>
          <p:nvSpPr>
            <p:cNvPr id="345" name="Rectangle 42"/>
            <p:cNvSpPr/>
            <p:nvPr/>
          </p:nvSpPr>
          <p:spPr bwMode="auto">
            <a:xfrm>
              <a:off x="6602463" y="2105124"/>
              <a:ext cx="914400" cy="5715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 sz="40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346" name="Rectangle 43"/>
            <p:cNvSpPr/>
            <p:nvPr/>
          </p:nvSpPr>
          <p:spPr bwMode="auto">
            <a:xfrm>
              <a:off x="6602463" y="4541937"/>
              <a:ext cx="914400" cy="5715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 sz="40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347" name="Rectangle 46"/>
            <p:cNvSpPr/>
            <p:nvPr/>
          </p:nvSpPr>
          <p:spPr bwMode="auto">
            <a:xfrm>
              <a:off x="3865613" y="2317849"/>
              <a:ext cx="457200" cy="22860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 sz="40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348" name="Rectangle 47"/>
            <p:cNvSpPr/>
            <p:nvPr/>
          </p:nvSpPr>
          <p:spPr bwMode="auto">
            <a:xfrm>
              <a:off x="3865613" y="4138712"/>
              <a:ext cx="457200" cy="22860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 sz="40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349" name="TextBox 48"/>
            <p:cNvSpPr txBox="1">
              <a:spLocks noChangeArrowheads="1"/>
            </p:cNvSpPr>
            <p:nvPr/>
          </p:nvSpPr>
          <p:spPr bwMode="auto">
            <a:xfrm>
              <a:off x="3865961" y="2302243"/>
              <a:ext cx="533530" cy="2236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400" b="1" dirty="0">
                  <a:latin typeface="Calibri" pitchFamily="34" charset="0"/>
                </a:rPr>
                <a:t>P E I</a:t>
              </a:r>
              <a:endParaRPr lang="ko-KR" altLang="ko-KR" sz="400" dirty="0"/>
            </a:p>
          </p:txBody>
        </p:sp>
        <p:sp>
          <p:nvSpPr>
            <p:cNvPr id="350" name="TextBox 49"/>
            <p:cNvSpPr txBox="1">
              <a:spLocks noChangeArrowheads="1"/>
            </p:cNvSpPr>
            <p:nvPr/>
          </p:nvSpPr>
          <p:spPr bwMode="auto">
            <a:xfrm>
              <a:off x="3865961" y="4123423"/>
              <a:ext cx="533530" cy="2236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400" b="1" dirty="0">
                  <a:latin typeface="Calibri" pitchFamily="34" charset="0"/>
                </a:rPr>
                <a:t>P E I</a:t>
              </a:r>
              <a:endParaRPr lang="ko-KR" altLang="ko-KR" sz="400" dirty="0"/>
            </a:p>
          </p:txBody>
        </p:sp>
        <p:sp>
          <p:nvSpPr>
            <p:cNvPr id="351" name="Rectangle 50"/>
            <p:cNvSpPr/>
            <p:nvPr/>
          </p:nvSpPr>
          <p:spPr bwMode="auto">
            <a:xfrm>
              <a:off x="2722613" y="2813149"/>
              <a:ext cx="342900" cy="169863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 sz="40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352" name="TextBox 54"/>
            <p:cNvSpPr txBox="1">
              <a:spLocks noChangeArrowheads="1"/>
            </p:cNvSpPr>
            <p:nvPr/>
          </p:nvSpPr>
          <p:spPr bwMode="auto">
            <a:xfrm>
              <a:off x="2710187" y="2742080"/>
              <a:ext cx="420414" cy="3230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altLang="ko-KR" sz="400" b="1" dirty="0">
                  <a:latin typeface="Calibri" pitchFamily="34" charset="0"/>
                </a:rPr>
                <a:t>DPO</a:t>
              </a:r>
              <a:endParaRPr lang="ko-KR" altLang="ko-KR" sz="400" dirty="0"/>
            </a:p>
          </p:txBody>
        </p:sp>
        <p:sp>
          <p:nvSpPr>
            <p:cNvPr id="353" name="Rectangle 57"/>
            <p:cNvSpPr/>
            <p:nvPr/>
          </p:nvSpPr>
          <p:spPr bwMode="auto">
            <a:xfrm>
              <a:off x="2570213" y="3735487"/>
              <a:ext cx="671512" cy="3048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 sz="40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354" name="TextBox 58"/>
            <p:cNvSpPr txBox="1">
              <a:spLocks noChangeArrowheads="1"/>
            </p:cNvSpPr>
            <p:nvPr/>
          </p:nvSpPr>
          <p:spPr bwMode="auto">
            <a:xfrm>
              <a:off x="2535726" y="3741047"/>
              <a:ext cx="817619" cy="3130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altLang="ko-KR" sz="400" b="1" dirty="0">
                  <a:latin typeface="Calibri" pitchFamily="34" charset="0"/>
                </a:rPr>
                <a:t> CONTROLLER</a:t>
              </a:r>
            </a:p>
            <a:p>
              <a:r>
                <a:rPr lang="en-US" altLang="ko-KR" sz="400" b="1" dirty="0">
                  <a:latin typeface="Calibri" pitchFamily="34" charset="0"/>
                </a:rPr>
                <a:t>&amp; POWER AMP</a:t>
              </a:r>
              <a:endParaRPr lang="ko-KR" altLang="ko-KR" sz="400" dirty="0"/>
            </a:p>
          </p:txBody>
        </p:sp>
        <p:cxnSp>
          <p:nvCxnSpPr>
            <p:cNvPr id="355" name="Straight Connector 62"/>
            <p:cNvCxnSpPr/>
            <p:nvPr/>
          </p:nvCxnSpPr>
          <p:spPr bwMode="auto">
            <a:xfrm>
              <a:off x="2489250" y="3041749"/>
              <a:ext cx="631825" cy="15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6" name="Straight Connector 63"/>
            <p:cNvCxnSpPr/>
            <p:nvPr/>
          </p:nvCxnSpPr>
          <p:spPr bwMode="auto">
            <a:xfrm rot="5400000" flipH="1" flipV="1">
              <a:off x="2656732" y="2585343"/>
              <a:ext cx="914400" cy="15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Straight Connector 69"/>
            <p:cNvCxnSpPr/>
            <p:nvPr/>
          </p:nvCxnSpPr>
          <p:spPr bwMode="auto">
            <a:xfrm flipH="1">
              <a:off x="3186164" y="2813149"/>
              <a:ext cx="4948236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8" name="Straight Connector 68"/>
            <p:cNvCxnSpPr/>
            <p:nvPr/>
          </p:nvCxnSpPr>
          <p:spPr bwMode="auto">
            <a:xfrm rot="5400000" flipH="1" flipV="1">
              <a:off x="2718644" y="3269556"/>
              <a:ext cx="923925" cy="1587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9" name="Straight Connector 74"/>
            <p:cNvCxnSpPr/>
            <p:nvPr/>
          </p:nvCxnSpPr>
          <p:spPr bwMode="auto">
            <a:xfrm rot="10800000">
              <a:off x="3243313" y="3879949"/>
              <a:ext cx="4892675" cy="1588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Straight Connector 75"/>
            <p:cNvCxnSpPr/>
            <p:nvPr/>
          </p:nvCxnSpPr>
          <p:spPr bwMode="auto">
            <a:xfrm flipV="1">
              <a:off x="8134400" y="2814737"/>
              <a:ext cx="0" cy="1069975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" name="Straight Connector 76"/>
            <p:cNvCxnSpPr/>
            <p:nvPr/>
          </p:nvCxnSpPr>
          <p:spPr bwMode="auto">
            <a:xfrm rot="5400000" flipH="1" flipV="1">
              <a:off x="2952007" y="2509143"/>
              <a:ext cx="609600" cy="1587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Straight Connector 78"/>
            <p:cNvCxnSpPr/>
            <p:nvPr/>
          </p:nvCxnSpPr>
          <p:spPr bwMode="auto">
            <a:xfrm rot="10800000">
              <a:off x="3252838" y="2203549"/>
              <a:ext cx="173037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" name="Straight Connector 86"/>
            <p:cNvCxnSpPr/>
            <p:nvPr/>
          </p:nvCxnSpPr>
          <p:spPr bwMode="auto">
            <a:xfrm rot="5400000" flipH="1" flipV="1">
              <a:off x="7225557" y="2507555"/>
              <a:ext cx="609600" cy="1587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" name="Straight Connector 87"/>
            <p:cNvCxnSpPr/>
            <p:nvPr/>
          </p:nvCxnSpPr>
          <p:spPr bwMode="auto">
            <a:xfrm rot="10800000">
              <a:off x="7524800" y="2203549"/>
              <a:ext cx="173038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" name="Straight Connector 88"/>
            <p:cNvCxnSpPr/>
            <p:nvPr/>
          </p:nvCxnSpPr>
          <p:spPr bwMode="auto">
            <a:xfrm rot="5400000" flipH="1" flipV="1">
              <a:off x="7562107" y="4147443"/>
              <a:ext cx="533400" cy="1587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Straight Connector 90"/>
            <p:cNvCxnSpPr/>
            <p:nvPr/>
          </p:nvCxnSpPr>
          <p:spPr bwMode="auto">
            <a:xfrm rot="5400000" flipH="1" flipV="1">
              <a:off x="2985344" y="4183955"/>
              <a:ext cx="609600" cy="1588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Straight Connector 91"/>
            <p:cNvCxnSpPr/>
            <p:nvPr/>
          </p:nvCxnSpPr>
          <p:spPr bwMode="auto">
            <a:xfrm rot="10800000">
              <a:off x="3284588" y="4489549"/>
              <a:ext cx="146050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" name="Straight Connector 97"/>
            <p:cNvCxnSpPr/>
            <p:nvPr/>
          </p:nvCxnSpPr>
          <p:spPr bwMode="auto">
            <a:xfrm rot="5400000" flipH="1" flipV="1">
              <a:off x="2620219" y="3661668"/>
              <a:ext cx="136525" cy="15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Straight Connector 109"/>
            <p:cNvCxnSpPr/>
            <p:nvPr/>
          </p:nvCxnSpPr>
          <p:spPr bwMode="auto">
            <a:xfrm>
              <a:off x="2690863" y="3597374"/>
              <a:ext cx="6205537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Straight Connector 112"/>
            <p:cNvCxnSpPr/>
            <p:nvPr/>
          </p:nvCxnSpPr>
          <p:spPr bwMode="auto">
            <a:xfrm rot="5400000" flipH="1" flipV="1">
              <a:off x="2786906" y="3548956"/>
              <a:ext cx="92075" cy="15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Straight Connector 113"/>
            <p:cNvCxnSpPr/>
            <p:nvPr/>
          </p:nvCxnSpPr>
          <p:spPr bwMode="auto">
            <a:xfrm rot="5400000" flipH="1" flipV="1">
              <a:off x="3363169" y="3544193"/>
              <a:ext cx="92075" cy="15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" name="Straight Connector 114"/>
            <p:cNvCxnSpPr/>
            <p:nvPr/>
          </p:nvCxnSpPr>
          <p:spPr bwMode="auto">
            <a:xfrm rot="5400000" flipH="1" flipV="1">
              <a:off x="4277569" y="3544193"/>
              <a:ext cx="92075" cy="15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" name="Straight Connector 115"/>
            <p:cNvCxnSpPr/>
            <p:nvPr/>
          </p:nvCxnSpPr>
          <p:spPr bwMode="auto">
            <a:xfrm rot="5400000" flipH="1" flipV="1">
              <a:off x="5191969" y="3544193"/>
              <a:ext cx="92075" cy="15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Straight Connector 116"/>
            <p:cNvCxnSpPr/>
            <p:nvPr/>
          </p:nvCxnSpPr>
          <p:spPr bwMode="auto">
            <a:xfrm rot="5400000" flipH="1" flipV="1">
              <a:off x="6107956" y="3544193"/>
              <a:ext cx="92075" cy="15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Straight Connector 117"/>
            <p:cNvCxnSpPr/>
            <p:nvPr/>
          </p:nvCxnSpPr>
          <p:spPr bwMode="auto">
            <a:xfrm rot="5400000" flipH="1" flipV="1">
              <a:off x="7022356" y="3544193"/>
              <a:ext cx="92075" cy="15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Straight Connector 118"/>
            <p:cNvCxnSpPr/>
            <p:nvPr/>
          </p:nvCxnSpPr>
          <p:spPr bwMode="auto">
            <a:xfrm rot="5400000" flipH="1" flipV="1">
              <a:off x="7860556" y="3544193"/>
              <a:ext cx="92075" cy="15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Straight Connector 119"/>
            <p:cNvCxnSpPr/>
            <p:nvPr/>
          </p:nvCxnSpPr>
          <p:spPr bwMode="auto">
            <a:xfrm rot="5400000" flipH="1" flipV="1">
              <a:off x="8425706" y="3544193"/>
              <a:ext cx="92075" cy="15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Straight Connector 120"/>
            <p:cNvCxnSpPr/>
            <p:nvPr/>
          </p:nvCxnSpPr>
          <p:spPr bwMode="auto">
            <a:xfrm rot="5400000" flipH="1" flipV="1">
              <a:off x="4286252" y="3562353"/>
              <a:ext cx="914399" cy="761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9" name="Oval 121"/>
            <p:cNvSpPr/>
            <p:nvPr/>
          </p:nvSpPr>
          <p:spPr bwMode="auto">
            <a:xfrm>
              <a:off x="4577482" y="3991173"/>
              <a:ext cx="306388" cy="304800"/>
            </a:xfrm>
            <a:prstGeom prst="ellipse">
              <a:avLst/>
            </a:prstGeom>
            <a:solidFill>
              <a:srgbClr val="92D05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 sz="40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380" name="TextBox 122"/>
            <p:cNvSpPr txBox="1">
              <a:spLocks noChangeArrowheads="1"/>
            </p:cNvSpPr>
            <p:nvPr/>
          </p:nvSpPr>
          <p:spPr bwMode="auto">
            <a:xfrm>
              <a:off x="4532684" y="4013463"/>
              <a:ext cx="457312" cy="2236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400" b="1" dirty="0">
                  <a:latin typeface="Calibri" pitchFamily="34" charset="0"/>
                </a:rPr>
                <a:t>ANS</a:t>
              </a:r>
              <a:endParaRPr lang="ko-KR" altLang="ko-KR" sz="400" dirty="0"/>
            </a:p>
          </p:txBody>
        </p:sp>
        <p:cxnSp>
          <p:nvCxnSpPr>
            <p:cNvPr id="381" name="Straight Connector 123"/>
            <p:cNvCxnSpPr/>
            <p:nvPr/>
          </p:nvCxnSpPr>
          <p:spPr bwMode="auto">
            <a:xfrm rot="5400000" flipH="1" flipV="1">
              <a:off x="2840088" y="3432274"/>
              <a:ext cx="576262" cy="1588"/>
            </a:xfrm>
            <a:prstGeom prst="line">
              <a:avLst/>
            </a:prstGeom>
            <a:ln w="1270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" name="Straight Connector 124"/>
            <p:cNvCxnSpPr/>
            <p:nvPr/>
          </p:nvCxnSpPr>
          <p:spPr bwMode="auto">
            <a:xfrm rot="5400000" flipH="1" flipV="1">
              <a:off x="2764682" y="3410843"/>
              <a:ext cx="622300" cy="1587"/>
            </a:xfrm>
            <a:prstGeom prst="line">
              <a:avLst/>
            </a:prstGeom>
            <a:ln w="127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Straight Connector 125"/>
            <p:cNvCxnSpPr/>
            <p:nvPr/>
          </p:nvCxnSpPr>
          <p:spPr bwMode="auto">
            <a:xfrm flipH="1">
              <a:off x="3130600" y="3151287"/>
              <a:ext cx="5765800" cy="0"/>
            </a:xfrm>
            <a:prstGeom prst="line">
              <a:avLst/>
            </a:prstGeom>
            <a:ln w="1270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Straight Connector 130"/>
            <p:cNvCxnSpPr/>
            <p:nvPr/>
          </p:nvCxnSpPr>
          <p:spPr bwMode="auto">
            <a:xfrm flipH="1">
              <a:off x="3079801" y="3098899"/>
              <a:ext cx="3692509" cy="0"/>
            </a:xfrm>
            <a:prstGeom prst="line">
              <a:avLst/>
            </a:prstGeom>
            <a:ln w="127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Straight Connector 132"/>
            <p:cNvCxnSpPr/>
            <p:nvPr/>
          </p:nvCxnSpPr>
          <p:spPr bwMode="auto">
            <a:xfrm rot="5400000" flipH="1" flipV="1">
              <a:off x="3307607" y="3344168"/>
              <a:ext cx="1574800" cy="1587"/>
            </a:xfrm>
            <a:prstGeom prst="line">
              <a:avLst/>
            </a:prstGeom>
            <a:ln w="1270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Straight Connector 135"/>
            <p:cNvCxnSpPr/>
            <p:nvPr/>
          </p:nvCxnSpPr>
          <p:spPr bwMode="auto">
            <a:xfrm rot="5400000" flipH="1" flipV="1">
              <a:off x="3160213" y="3641005"/>
              <a:ext cx="976094" cy="3445"/>
            </a:xfrm>
            <a:prstGeom prst="line">
              <a:avLst/>
            </a:prstGeom>
            <a:ln w="1270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Straight Connector 136"/>
            <p:cNvCxnSpPr/>
            <p:nvPr/>
          </p:nvCxnSpPr>
          <p:spPr bwMode="auto">
            <a:xfrm rot="5400000" flipH="1" flipV="1">
              <a:off x="7537500" y="2857599"/>
              <a:ext cx="585788" cy="1588"/>
            </a:xfrm>
            <a:prstGeom prst="line">
              <a:avLst/>
            </a:prstGeom>
            <a:ln w="1270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Straight Connector 137"/>
            <p:cNvCxnSpPr/>
            <p:nvPr/>
          </p:nvCxnSpPr>
          <p:spPr bwMode="auto">
            <a:xfrm rot="5400000" flipH="1" flipV="1">
              <a:off x="2660700" y="3356074"/>
              <a:ext cx="731838" cy="1588"/>
            </a:xfrm>
            <a:prstGeom prst="line">
              <a:avLst/>
            </a:prstGeom>
            <a:ln w="127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Straight Connector 145"/>
            <p:cNvCxnSpPr/>
            <p:nvPr/>
          </p:nvCxnSpPr>
          <p:spPr bwMode="auto">
            <a:xfrm rot="16200000" flipV="1">
              <a:off x="2228033" y="3315520"/>
              <a:ext cx="808138" cy="6397"/>
            </a:xfrm>
            <a:prstGeom prst="line">
              <a:avLst/>
            </a:prstGeom>
            <a:ln w="127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0" name="Straight Connector 146"/>
            <p:cNvCxnSpPr/>
            <p:nvPr/>
          </p:nvCxnSpPr>
          <p:spPr bwMode="auto">
            <a:xfrm rot="5400000" flipH="1" flipV="1">
              <a:off x="2682952" y="2663850"/>
              <a:ext cx="291999" cy="52"/>
            </a:xfrm>
            <a:prstGeom prst="line">
              <a:avLst/>
            </a:prstGeom>
            <a:ln w="127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1" name="Oval 101"/>
            <p:cNvSpPr/>
            <p:nvPr/>
          </p:nvSpPr>
          <p:spPr bwMode="auto">
            <a:xfrm>
              <a:off x="6619910" y="2463657"/>
              <a:ext cx="304800" cy="304800"/>
            </a:xfrm>
            <a:prstGeom prst="ellipse">
              <a:avLst/>
            </a:prstGeom>
            <a:solidFill>
              <a:srgbClr val="92D05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 sz="400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392" name="TextBox 102"/>
            <p:cNvSpPr txBox="1">
              <a:spLocks noChangeArrowheads="1"/>
            </p:cNvSpPr>
            <p:nvPr/>
          </p:nvSpPr>
          <p:spPr bwMode="auto">
            <a:xfrm>
              <a:off x="6576709" y="2470200"/>
              <a:ext cx="457312" cy="2236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400" b="1" dirty="0">
                  <a:latin typeface="Calibri" pitchFamily="34" charset="0"/>
                </a:rPr>
                <a:t>ANS</a:t>
              </a:r>
              <a:endParaRPr lang="ko-KR" altLang="ko-KR" sz="400" dirty="0"/>
            </a:p>
          </p:txBody>
        </p:sp>
        <p:cxnSp>
          <p:nvCxnSpPr>
            <p:cNvPr id="393" name="Straight Connector 103"/>
            <p:cNvCxnSpPr/>
            <p:nvPr/>
          </p:nvCxnSpPr>
          <p:spPr bwMode="auto">
            <a:xfrm rot="5400000" flipH="1" flipV="1">
              <a:off x="6595941" y="2936065"/>
              <a:ext cx="340624" cy="61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94" name="그룹 158"/>
            <p:cNvGrpSpPr/>
            <p:nvPr/>
          </p:nvGrpSpPr>
          <p:grpSpPr>
            <a:xfrm>
              <a:off x="2699010" y="4102841"/>
              <a:ext cx="381094" cy="323004"/>
              <a:chOff x="3425356" y="5373654"/>
              <a:chExt cx="381094" cy="323004"/>
            </a:xfrm>
            <a:solidFill>
              <a:schemeClr val="tx2">
                <a:lumMod val="60000"/>
                <a:lumOff val="40000"/>
              </a:schemeClr>
            </a:solidFill>
          </p:grpSpPr>
          <p:sp>
            <p:nvSpPr>
              <p:cNvPr id="395" name="Rectangle 50"/>
              <p:cNvSpPr/>
              <p:nvPr/>
            </p:nvSpPr>
            <p:spPr bwMode="auto">
              <a:xfrm>
                <a:off x="3437781" y="5444722"/>
                <a:ext cx="342900" cy="169863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396" name="TextBox 54"/>
              <p:cNvSpPr txBox="1">
                <a:spLocks noChangeArrowheads="1"/>
              </p:cNvSpPr>
              <p:nvPr/>
            </p:nvSpPr>
            <p:spPr bwMode="auto">
              <a:xfrm>
                <a:off x="3425356" y="5373654"/>
                <a:ext cx="381094" cy="323004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400" b="1" dirty="0">
                    <a:latin typeface="Calibri" pitchFamily="34" charset="0"/>
                  </a:rPr>
                  <a:t>DPH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583997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/>
          <p:cNvGrpSpPr/>
          <p:nvPr/>
        </p:nvGrpSpPr>
        <p:grpSpPr>
          <a:xfrm>
            <a:off x="1782149" y="609128"/>
            <a:ext cx="6012595" cy="5142858"/>
            <a:chOff x="2303084" y="852779"/>
            <a:chExt cx="7770124" cy="7200001"/>
          </a:xfrm>
        </p:grpSpPr>
        <p:grpSp>
          <p:nvGrpSpPr>
            <p:cNvPr id="111" name="그룹 110"/>
            <p:cNvGrpSpPr/>
            <p:nvPr/>
          </p:nvGrpSpPr>
          <p:grpSpPr>
            <a:xfrm rot="5400000" flipH="1">
              <a:off x="4673208" y="2652779"/>
              <a:ext cx="7200000" cy="3600000"/>
              <a:chOff x="2489250" y="1974949"/>
              <a:chExt cx="6407150" cy="2743200"/>
            </a:xfrm>
          </p:grpSpPr>
          <p:sp>
            <p:nvSpPr>
              <p:cNvPr id="112" name="Rounded Rectangle 3"/>
              <p:cNvSpPr/>
              <p:nvPr/>
            </p:nvSpPr>
            <p:spPr bwMode="auto">
              <a:xfrm>
                <a:off x="2494013" y="2127349"/>
                <a:ext cx="6402387" cy="2438400"/>
              </a:xfrm>
              <a:prstGeom prst="roundRect">
                <a:avLst>
                  <a:gd name="adj" fmla="val 7292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cxnSp>
            <p:nvCxnSpPr>
              <p:cNvPr id="114" name="직선 연결선 113"/>
              <p:cNvCxnSpPr/>
              <p:nvPr/>
            </p:nvCxnSpPr>
            <p:spPr>
              <a:xfrm rot="5400000" flipH="1" flipV="1">
                <a:off x="2294407" y="3528848"/>
                <a:ext cx="1257300" cy="6045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직선 연결선 115"/>
              <p:cNvCxnSpPr/>
              <p:nvPr/>
            </p:nvCxnSpPr>
            <p:spPr>
              <a:xfrm flipV="1">
                <a:off x="2633266" y="2909888"/>
                <a:ext cx="171847" cy="1166"/>
              </a:xfrm>
              <a:prstGeom prst="line">
                <a:avLst/>
              </a:prstGeom>
              <a:ln>
                <a:solidFill>
                  <a:srgbClr val="808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7" name="Rectangle 4"/>
              <p:cNvSpPr/>
              <p:nvPr/>
            </p:nvSpPr>
            <p:spPr bwMode="auto">
              <a:xfrm>
                <a:off x="3865613" y="2090837"/>
                <a:ext cx="914400" cy="57150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118" name="Rectangle 5"/>
              <p:cNvSpPr/>
              <p:nvPr/>
            </p:nvSpPr>
            <p:spPr bwMode="auto">
              <a:xfrm>
                <a:off x="3865613" y="4527649"/>
                <a:ext cx="914400" cy="57150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119" name="Oval 8"/>
              <p:cNvSpPr/>
              <p:nvPr/>
            </p:nvSpPr>
            <p:spPr bwMode="auto">
              <a:xfrm>
                <a:off x="2679750" y="2208312"/>
                <a:ext cx="304800" cy="304800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120" name="Oval 10"/>
              <p:cNvSpPr/>
              <p:nvPr/>
            </p:nvSpPr>
            <p:spPr bwMode="auto">
              <a:xfrm>
                <a:off x="8318550" y="3194149"/>
                <a:ext cx="304800" cy="304800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121" name="Oval 11"/>
              <p:cNvSpPr/>
              <p:nvPr/>
            </p:nvSpPr>
            <p:spPr bwMode="auto">
              <a:xfrm>
                <a:off x="2679750" y="3194149"/>
                <a:ext cx="304800" cy="304800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122" name="Oval 12"/>
              <p:cNvSpPr/>
              <p:nvPr/>
            </p:nvSpPr>
            <p:spPr bwMode="auto">
              <a:xfrm>
                <a:off x="3256013" y="3194149"/>
                <a:ext cx="304800" cy="304800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123" name="Oval 13"/>
              <p:cNvSpPr/>
              <p:nvPr/>
            </p:nvSpPr>
            <p:spPr bwMode="auto">
              <a:xfrm>
                <a:off x="4170413" y="3194149"/>
                <a:ext cx="304800" cy="304800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124" name="Oval 14"/>
              <p:cNvSpPr/>
              <p:nvPr/>
            </p:nvSpPr>
            <p:spPr bwMode="auto">
              <a:xfrm>
                <a:off x="5084813" y="3194149"/>
                <a:ext cx="304800" cy="304800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125" name="Oval 15"/>
              <p:cNvSpPr/>
              <p:nvPr/>
            </p:nvSpPr>
            <p:spPr bwMode="auto">
              <a:xfrm>
                <a:off x="6000800" y="3194149"/>
                <a:ext cx="304800" cy="304800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126" name="Oval 16"/>
              <p:cNvSpPr/>
              <p:nvPr/>
            </p:nvSpPr>
            <p:spPr bwMode="auto">
              <a:xfrm>
                <a:off x="6915200" y="3194149"/>
                <a:ext cx="304800" cy="304800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127" name="Oval 17"/>
              <p:cNvSpPr/>
              <p:nvPr/>
            </p:nvSpPr>
            <p:spPr bwMode="auto">
              <a:xfrm>
                <a:off x="7753400" y="3194149"/>
                <a:ext cx="304800" cy="304800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128" name="TextBox 18"/>
              <p:cNvSpPr txBox="1">
                <a:spLocks noChangeArrowheads="1"/>
              </p:cNvSpPr>
              <p:nvPr/>
            </p:nvSpPr>
            <p:spPr bwMode="auto">
              <a:xfrm>
                <a:off x="2641705" y="3233718"/>
                <a:ext cx="381093" cy="181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600" b="1">
                    <a:latin typeface="Calibri" pitchFamily="34" charset="0"/>
                  </a:rPr>
                  <a:t>SP1</a:t>
                </a:r>
                <a:endParaRPr lang="ko-KR" altLang="ko-KR" sz="600"/>
              </a:p>
            </p:txBody>
          </p:sp>
          <p:sp>
            <p:nvSpPr>
              <p:cNvPr id="129" name="TextBox 19"/>
              <p:cNvSpPr txBox="1">
                <a:spLocks noChangeArrowheads="1"/>
              </p:cNvSpPr>
              <p:nvPr/>
            </p:nvSpPr>
            <p:spPr bwMode="auto">
              <a:xfrm>
                <a:off x="3225722" y="3233718"/>
                <a:ext cx="381093" cy="181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600" b="1">
                    <a:latin typeface="Calibri" pitchFamily="34" charset="0"/>
                  </a:rPr>
                  <a:t>SP2</a:t>
                </a:r>
                <a:endParaRPr lang="ko-KR" altLang="ko-KR" sz="600"/>
              </a:p>
            </p:txBody>
          </p:sp>
          <p:sp>
            <p:nvSpPr>
              <p:cNvPr id="130" name="TextBox 20"/>
              <p:cNvSpPr txBox="1">
                <a:spLocks noChangeArrowheads="1"/>
              </p:cNvSpPr>
              <p:nvPr/>
            </p:nvSpPr>
            <p:spPr bwMode="auto">
              <a:xfrm>
                <a:off x="4140349" y="3233718"/>
                <a:ext cx="381093" cy="181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600" b="1">
                    <a:latin typeface="Calibri" pitchFamily="34" charset="0"/>
                  </a:rPr>
                  <a:t>SP3</a:t>
                </a:r>
                <a:endParaRPr lang="ko-KR" altLang="ko-KR" sz="600"/>
              </a:p>
            </p:txBody>
          </p:sp>
          <p:sp>
            <p:nvSpPr>
              <p:cNvPr id="131" name="TextBox 21"/>
              <p:cNvSpPr txBox="1">
                <a:spLocks noChangeArrowheads="1"/>
              </p:cNvSpPr>
              <p:nvPr/>
            </p:nvSpPr>
            <p:spPr bwMode="auto">
              <a:xfrm>
                <a:off x="5047353" y="3233718"/>
                <a:ext cx="381093" cy="181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600" b="1">
                    <a:latin typeface="Calibri" pitchFamily="34" charset="0"/>
                  </a:rPr>
                  <a:t>SP4</a:t>
                </a:r>
                <a:endParaRPr lang="ko-KR" altLang="ko-KR" sz="600"/>
              </a:p>
            </p:txBody>
          </p:sp>
          <p:sp>
            <p:nvSpPr>
              <p:cNvPr id="132" name="TextBox 22"/>
              <p:cNvSpPr txBox="1">
                <a:spLocks noChangeArrowheads="1"/>
              </p:cNvSpPr>
              <p:nvPr/>
            </p:nvSpPr>
            <p:spPr bwMode="auto">
              <a:xfrm>
                <a:off x="5969601" y="3233718"/>
                <a:ext cx="381093" cy="181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600" b="1">
                    <a:latin typeface="Calibri" pitchFamily="34" charset="0"/>
                  </a:rPr>
                  <a:t>SP5</a:t>
                </a:r>
                <a:endParaRPr lang="ko-KR" altLang="ko-KR" sz="600"/>
              </a:p>
            </p:txBody>
          </p:sp>
          <p:sp>
            <p:nvSpPr>
              <p:cNvPr id="133" name="TextBox 23"/>
              <p:cNvSpPr txBox="1">
                <a:spLocks noChangeArrowheads="1"/>
              </p:cNvSpPr>
              <p:nvPr/>
            </p:nvSpPr>
            <p:spPr bwMode="auto">
              <a:xfrm>
                <a:off x="6876602" y="3233718"/>
                <a:ext cx="381093" cy="181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600" b="1">
                    <a:latin typeface="Calibri" pitchFamily="34" charset="0"/>
                  </a:rPr>
                  <a:t>SP6</a:t>
                </a:r>
                <a:endParaRPr lang="ko-KR" altLang="ko-KR" sz="600"/>
              </a:p>
            </p:txBody>
          </p:sp>
          <p:sp>
            <p:nvSpPr>
              <p:cNvPr id="134" name="TextBox 24"/>
              <p:cNvSpPr txBox="1">
                <a:spLocks noChangeArrowheads="1"/>
              </p:cNvSpPr>
              <p:nvPr/>
            </p:nvSpPr>
            <p:spPr bwMode="auto">
              <a:xfrm>
                <a:off x="7715010" y="3233718"/>
                <a:ext cx="381093" cy="181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600" b="1">
                    <a:latin typeface="Calibri" pitchFamily="34" charset="0"/>
                  </a:rPr>
                  <a:t>SP7</a:t>
                </a:r>
                <a:endParaRPr lang="ko-KR" altLang="ko-KR" sz="600"/>
              </a:p>
            </p:txBody>
          </p:sp>
          <p:sp>
            <p:nvSpPr>
              <p:cNvPr id="135" name="TextBox 25"/>
              <p:cNvSpPr txBox="1">
                <a:spLocks noChangeArrowheads="1"/>
              </p:cNvSpPr>
              <p:nvPr/>
            </p:nvSpPr>
            <p:spPr bwMode="auto">
              <a:xfrm>
                <a:off x="8280456" y="3233718"/>
                <a:ext cx="381093" cy="181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600" b="1">
                    <a:latin typeface="Calibri" pitchFamily="34" charset="0"/>
                  </a:rPr>
                  <a:t>SP8</a:t>
                </a:r>
                <a:endParaRPr lang="ko-KR" altLang="ko-KR" sz="600"/>
              </a:p>
            </p:txBody>
          </p:sp>
          <p:sp>
            <p:nvSpPr>
              <p:cNvPr id="136" name="TextBox 27"/>
              <p:cNvSpPr txBox="1">
                <a:spLocks noChangeArrowheads="1"/>
              </p:cNvSpPr>
              <p:nvPr/>
            </p:nvSpPr>
            <p:spPr bwMode="auto">
              <a:xfrm>
                <a:off x="2641705" y="2251693"/>
                <a:ext cx="381093" cy="181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600" b="1" dirty="0">
                    <a:latin typeface="Calibri" pitchFamily="34" charset="0"/>
                  </a:rPr>
                  <a:t>CSP</a:t>
                </a:r>
                <a:endParaRPr lang="ko-KR" altLang="ko-KR" sz="600" dirty="0"/>
              </a:p>
            </p:txBody>
          </p:sp>
          <p:sp>
            <p:nvSpPr>
              <p:cNvPr id="137" name="Oval 28"/>
              <p:cNvSpPr/>
              <p:nvPr/>
            </p:nvSpPr>
            <p:spPr bwMode="auto">
              <a:xfrm>
                <a:off x="3408413" y="1974949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138" name="Oval 29"/>
              <p:cNvSpPr/>
              <p:nvPr/>
            </p:nvSpPr>
            <p:spPr bwMode="auto">
              <a:xfrm>
                <a:off x="7677200" y="1974949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139" name="Oval 30"/>
              <p:cNvSpPr/>
              <p:nvPr/>
            </p:nvSpPr>
            <p:spPr bwMode="auto">
              <a:xfrm>
                <a:off x="3408413" y="4413349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140" name="Oval 31"/>
              <p:cNvSpPr/>
              <p:nvPr/>
            </p:nvSpPr>
            <p:spPr bwMode="auto">
              <a:xfrm>
                <a:off x="7677200" y="4413349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141" name="TextBox 32"/>
              <p:cNvSpPr txBox="1">
                <a:spLocks noChangeArrowheads="1"/>
              </p:cNvSpPr>
              <p:nvPr/>
            </p:nvSpPr>
            <p:spPr bwMode="auto">
              <a:xfrm>
                <a:off x="3370538" y="2018328"/>
                <a:ext cx="381093" cy="181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600" b="1">
                    <a:latin typeface="Calibri" pitchFamily="34" charset="0"/>
                  </a:rPr>
                  <a:t>ESP</a:t>
                </a:r>
                <a:endParaRPr lang="ko-KR" altLang="ko-KR" sz="600"/>
              </a:p>
            </p:txBody>
          </p:sp>
          <p:sp>
            <p:nvSpPr>
              <p:cNvPr id="142" name="TextBox 33"/>
              <p:cNvSpPr txBox="1">
                <a:spLocks noChangeArrowheads="1"/>
              </p:cNvSpPr>
              <p:nvPr/>
            </p:nvSpPr>
            <p:spPr bwMode="auto">
              <a:xfrm>
                <a:off x="3370538" y="4456729"/>
                <a:ext cx="381093" cy="181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600" b="1">
                    <a:latin typeface="Calibri" pitchFamily="34" charset="0"/>
                  </a:rPr>
                  <a:t>ESP</a:t>
                </a:r>
                <a:endParaRPr lang="ko-KR" altLang="ko-KR" sz="600"/>
              </a:p>
            </p:txBody>
          </p:sp>
          <p:sp>
            <p:nvSpPr>
              <p:cNvPr id="143" name="TextBox 34"/>
              <p:cNvSpPr txBox="1">
                <a:spLocks noChangeArrowheads="1"/>
              </p:cNvSpPr>
              <p:nvPr/>
            </p:nvSpPr>
            <p:spPr bwMode="auto">
              <a:xfrm>
                <a:off x="7646412" y="4456729"/>
                <a:ext cx="381093" cy="181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600" b="1">
                    <a:latin typeface="Calibri" pitchFamily="34" charset="0"/>
                  </a:rPr>
                  <a:t>ESP</a:t>
                </a:r>
                <a:endParaRPr lang="ko-KR" altLang="ko-KR" sz="600"/>
              </a:p>
            </p:txBody>
          </p:sp>
          <p:sp>
            <p:nvSpPr>
              <p:cNvPr id="144" name="TextBox 35"/>
              <p:cNvSpPr txBox="1">
                <a:spLocks noChangeArrowheads="1"/>
              </p:cNvSpPr>
              <p:nvPr/>
            </p:nvSpPr>
            <p:spPr bwMode="auto">
              <a:xfrm>
                <a:off x="7646412" y="2018328"/>
                <a:ext cx="381093" cy="181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600" b="1">
                    <a:latin typeface="Calibri" pitchFamily="34" charset="0"/>
                  </a:rPr>
                  <a:t>ESP</a:t>
                </a:r>
                <a:endParaRPr lang="ko-KR" altLang="ko-KR" sz="600"/>
              </a:p>
            </p:txBody>
          </p:sp>
          <p:sp>
            <p:nvSpPr>
              <p:cNvPr id="145" name="Rectangle 38"/>
              <p:cNvSpPr/>
              <p:nvPr/>
            </p:nvSpPr>
            <p:spPr bwMode="auto">
              <a:xfrm>
                <a:off x="3340150" y="4138712"/>
                <a:ext cx="457200" cy="228600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146" name="Rectangle 39"/>
              <p:cNvSpPr/>
              <p:nvPr/>
            </p:nvSpPr>
            <p:spPr bwMode="auto">
              <a:xfrm>
                <a:off x="7601000" y="2325787"/>
                <a:ext cx="457200" cy="228600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147" name="TextBox 40"/>
              <p:cNvSpPr txBox="1">
                <a:spLocks noChangeArrowheads="1"/>
              </p:cNvSpPr>
              <p:nvPr/>
            </p:nvSpPr>
            <p:spPr bwMode="auto">
              <a:xfrm>
                <a:off x="3362917" y="4144308"/>
                <a:ext cx="457314" cy="181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600" b="1">
                    <a:latin typeface="Calibri" pitchFamily="34" charset="0"/>
                  </a:rPr>
                  <a:t>P E I</a:t>
                </a:r>
                <a:endParaRPr lang="ko-KR" altLang="ko-KR" sz="600"/>
              </a:p>
            </p:txBody>
          </p:sp>
          <p:sp>
            <p:nvSpPr>
              <p:cNvPr id="148" name="TextBox 41"/>
              <p:cNvSpPr txBox="1">
                <a:spLocks noChangeArrowheads="1"/>
              </p:cNvSpPr>
              <p:nvPr/>
            </p:nvSpPr>
            <p:spPr bwMode="auto">
              <a:xfrm>
                <a:off x="7615923" y="2323127"/>
                <a:ext cx="457314" cy="181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600" b="1">
                    <a:latin typeface="Calibri" pitchFamily="34" charset="0"/>
                  </a:rPr>
                  <a:t>P E I</a:t>
                </a:r>
                <a:endParaRPr lang="ko-KR" altLang="ko-KR" sz="600"/>
              </a:p>
            </p:txBody>
          </p:sp>
          <p:sp>
            <p:nvSpPr>
              <p:cNvPr id="149" name="Rectangle 42"/>
              <p:cNvSpPr/>
              <p:nvPr/>
            </p:nvSpPr>
            <p:spPr bwMode="auto">
              <a:xfrm>
                <a:off x="6602463" y="2105124"/>
                <a:ext cx="914400" cy="57150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150" name="Rectangle 43"/>
              <p:cNvSpPr/>
              <p:nvPr/>
            </p:nvSpPr>
            <p:spPr bwMode="auto">
              <a:xfrm>
                <a:off x="6602463" y="4541937"/>
                <a:ext cx="914400" cy="57150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151" name="Rectangle 46"/>
              <p:cNvSpPr/>
              <p:nvPr/>
            </p:nvSpPr>
            <p:spPr bwMode="auto">
              <a:xfrm>
                <a:off x="3865613" y="2317849"/>
                <a:ext cx="457200" cy="2286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152" name="Rectangle 47"/>
              <p:cNvSpPr/>
              <p:nvPr/>
            </p:nvSpPr>
            <p:spPr bwMode="auto">
              <a:xfrm>
                <a:off x="3865613" y="4138712"/>
                <a:ext cx="457200" cy="2286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153" name="TextBox 48"/>
              <p:cNvSpPr txBox="1">
                <a:spLocks noChangeArrowheads="1"/>
              </p:cNvSpPr>
              <p:nvPr/>
            </p:nvSpPr>
            <p:spPr bwMode="auto">
              <a:xfrm>
                <a:off x="3865960" y="2323127"/>
                <a:ext cx="533531" cy="181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600" b="1" dirty="0">
                    <a:latin typeface="Calibri" pitchFamily="34" charset="0"/>
                  </a:rPr>
                  <a:t>P E I</a:t>
                </a:r>
                <a:endParaRPr lang="ko-KR" altLang="ko-KR" sz="600" dirty="0"/>
              </a:p>
            </p:txBody>
          </p:sp>
          <p:sp>
            <p:nvSpPr>
              <p:cNvPr id="154" name="TextBox 49"/>
              <p:cNvSpPr txBox="1">
                <a:spLocks noChangeArrowheads="1"/>
              </p:cNvSpPr>
              <p:nvPr/>
            </p:nvSpPr>
            <p:spPr bwMode="auto">
              <a:xfrm>
                <a:off x="3865960" y="4144309"/>
                <a:ext cx="533531" cy="181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600" b="1" dirty="0">
                    <a:latin typeface="Calibri" pitchFamily="34" charset="0"/>
                  </a:rPr>
                  <a:t>P E I</a:t>
                </a:r>
                <a:endParaRPr lang="ko-KR" altLang="ko-KR" sz="600" dirty="0"/>
              </a:p>
            </p:txBody>
          </p:sp>
          <p:sp>
            <p:nvSpPr>
              <p:cNvPr id="155" name="Rectangle 50"/>
              <p:cNvSpPr/>
              <p:nvPr/>
            </p:nvSpPr>
            <p:spPr bwMode="auto">
              <a:xfrm>
                <a:off x="2722613" y="2813149"/>
                <a:ext cx="342900" cy="169863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156" name="TextBox 54"/>
              <p:cNvSpPr txBox="1">
                <a:spLocks noChangeArrowheads="1"/>
              </p:cNvSpPr>
              <p:nvPr/>
            </p:nvSpPr>
            <p:spPr bwMode="auto">
              <a:xfrm>
                <a:off x="2710186" y="2812660"/>
                <a:ext cx="420414" cy="181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r>
                  <a:rPr lang="en-US" altLang="ko-KR" sz="600" b="1" dirty="0">
                    <a:latin typeface="Calibri" pitchFamily="34" charset="0"/>
                  </a:rPr>
                  <a:t>DPO</a:t>
                </a:r>
                <a:endParaRPr lang="ko-KR" altLang="ko-KR" sz="600" dirty="0"/>
              </a:p>
            </p:txBody>
          </p:sp>
          <p:sp>
            <p:nvSpPr>
              <p:cNvPr id="159" name="Rectangle 57"/>
              <p:cNvSpPr/>
              <p:nvPr/>
            </p:nvSpPr>
            <p:spPr bwMode="auto">
              <a:xfrm>
                <a:off x="2570213" y="3735487"/>
                <a:ext cx="671512" cy="304800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160" name="TextBox 58"/>
              <p:cNvSpPr txBox="1">
                <a:spLocks noChangeArrowheads="1"/>
              </p:cNvSpPr>
              <p:nvPr/>
            </p:nvSpPr>
            <p:spPr bwMode="auto">
              <a:xfrm>
                <a:off x="2535728" y="3715731"/>
                <a:ext cx="817618" cy="3636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r>
                  <a:rPr lang="en-US" altLang="ko-KR" sz="600" b="1" dirty="0">
                    <a:latin typeface="Calibri" pitchFamily="34" charset="0"/>
                  </a:rPr>
                  <a:t> CONTROLLER</a:t>
                </a:r>
              </a:p>
              <a:p>
                <a:r>
                  <a:rPr lang="en-US" altLang="ko-KR" sz="600" b="1" dirty="0">
                    <a:latin typeface="Calibri" pitchFamily="34" charset="0"/>
                  </a:rPr>
                  <a:t>&amp; POWER AMP</a:t>
                </a:r>
                <a:endParaRPr lang="ko-KR" altLang="ko-KR" sz="600" dirty="0"/>
              </a:p>
            </p:txBody>
          </p:sp>
          <p:cxnSp>
            <p:nvCxnSpPr>
              <p:cNvPr id="162" name="Straight Connector 62"/>
              <p:cNvCxnSpPr/>
              <p:nvPr/>
            </p:nvCxnSpPr>
            <p:spPr bwMode="auto">
              <a:xfrm>
                <a:off x="2489250" y="3041749"/>
                <a:ext cx="631825" cy="158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Straight Connector 63"/>
              <p:cNvCxnSpPr/>
              <p:nvPr/>
            </p:nvCxnSpPr>
            <p:spPr bwMode="auto">
              <a:xfrm rot="5400000" flipH="1" flipV="1">
                <a:off x="2656732" y="2585343"/>
                <a:ext cx="914400" cy="158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Straight Connector 69"/>
              <p:cNvCxnSpPr/>
              <p:nvPr/>
            </p:nvCxnSpPr>
            <p:spPr bwMode="auto">
              <a:xfrm flipH="1">
                <a:off x="3186164" y="2813149"/>
                <a:ext cx="4948236" cy="0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Straight Connector 68"/>
              <p:cNvCxnSpPr/>
              <p:nvPr/>
            </p:nvCxnSpPr>
            <p:spPr bwMode="auto">
              <a:xfrm rot="5400000" flipH="1" flipV="1">
                <a:off x="2718644" y="3269556"/>
                <a:ext cx="923925" cy="1587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Straight Connector 74"/>
              <p:cNvCxnSpPr/>
              <p:nvPr/>
            </p:nvCxnSpPr>
            <p:spPr bwMode="auto">
              <a:xfrm rot="10800000">
                <a:off x="3243313" y="3879949"/>
                <a:ext cx="4892675" cy="1588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Straight Connector 75"/>
              <p:cNvCxnSpPr/>
              <p:nvPr/>
            </p:nvCxnSpPr>
            <p:spPr bwMode="auto">
              <a:xfrm flipV="1">
                <a:off x="8134400" y="2814737"/>
                <a:ext cx="0" cy="1069975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Straight Connector 76"/>
              <p:cNvCxnSpPr/>
              <p:nvPr/>
            </p:nvCxnSpPr>
            <p:spPr bwMode="auto">
              <a:xfrm rot="5400000" flipH="1" flipV="1">
                <a:off x="2952007" y="2509143"/>
                <a:ext cx="609600" cy="1587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Straight Connector 78"/>
              <p:cNvCxnSpPr/>
              <p:nvPr/>
            </p:nvCxnSpPr>
            <p:spPr bwMode="auto">
              <a:xfrm rot="10800000">
                <a:off x="3252838" y="2203549"/>
                <a:ext cx="173037" cy="0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86"/>
              <p:cNvCxnSpPr/>
              <p:nvPr/>
            </p:nvCxnSpPr>
            <p:spPr bwMode="auto">
              <a:xfrm rot="5400000" flipH="1" flipV="1">
                <a:off x="7225557" y="2507555"/>
                <a:ext cx="609600" cy="1587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Straight Connector 87"/>
              <p:cNvCxnSpPr/>
              <p:nvPr/>
            </p:nvCxnSpPr>
            <p:spPr bwMode="auto">
              <a:xfrm rot="10800000">
                <a:off x="7524800" y="2203549"/>
                <a:ext cx="173038" cy="0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4" name="Straight Connector 88"/>
              <p:cNvCxnSpPr/>
              <p:nvPr/>
            </p:nvCxnSpPr>
            <p:spPr bwMode="auto">
              <a:xfrm rot="5400000" flipH="1" flipV="1">
                <a:off x="7562107" y="4147443"/>
                <a:ext cx="533400" cy="1587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5" name="Straight Connector 90"/>
              <p:cNvCxnSpPr/>
              <p:nvPr/>
            </p:nvCxnSpPr>
            <p:spPr bwMode="auto">
              <a:xfrm rot="5400000" flipH="1" flipV="1">
                <a:off x="2985344" y="4183955"/>
                <a:ext cx="609600" cy="1588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Straight Connector 91"/>
              <p:cNvCxnSpPr/>
              <p:nvPr/>
            </p:nvCxnSpPr>
            <p:spPr bwMode="auto">
              <a:xfrm rot="10800000">
                <a:off x="3284588" y="4489549"/>
                <a:ext cx="146050" cy="0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Straight Connector 97"/>
              <p:cNvCxnSpPr/>
              <p:nvPr/>
            </p:nvCxnSpPr>
            <p:spPr bwMode="auto">
              <a:xfrm rot="5400000" flipH="1" flipV="1">
                <a:off x="2620219" y="3661668"/>
                <a:ext cx="136525" cy="158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9" name="Straight Connector 109"/>
              <p:cNvCxnSpPr/>
              <p:nvPr/>
            </p:nvCxnSpPr>
            <p:spPr bwMode="auto">
              <a:xfrm>
                <a:off x="2690863" y="3597374"/>
                <a:ext cx="6205537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Straight Connector 112"/>
              <p:cNvCxnSpPr/>
              <p:nvPr/>
            </p:nvCxnSpPr>
            <p:spPr bwMode="auto">
              <a:xfrm rot="5400000" flipH="1" flipV="1">
                <a:off x="2786906" y="3548956"/>
                <a:ext cx="92075" cy="158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Straight Connector 113"/>
              <p:cNvCxnSpPr/>
              <p:nvPr/>
            </p:nvCxnSpPr>
            <p:spPr bwMode="auto">
              <a:xfrm rot="5400000" flipH="1" flipV="1">
                <a:off x="3363169" y="3544193"/>
                <a:ext cx="92075" cy="158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Straight Connector 114"/>
              <p:cNvCxnSpPr/>
              <p:nvPr/>
            </p:nvCxnSpPr>
            <p:spPr bwMode="auto">
              <a:xfrm rot="5400000" flipH="1" flipV="1">
                <a:off x="4277569" y="3544193"/>
                <a:ext cx="92075" cy="158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Straight Connector 115"/>
              <p:cNvCxnSpPr/>
              <p:nvPr/>
            </p:nvCxnSpPr>
            <p:spPr bwMode="auto">
              <a:xfrm rot="5400000" flipH="1" flipV="1">
                <a:off x="5191969" y="3544193"/>
                <a:ext cx="92075" cy="158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16"/>
              <p:cNvCxnSpPr/>
              <p:nvPr/>
            </p:nvCxnSpPr>
            <p:spPr bwMode="auto">
              <a:xfrm rot="5400000" flipH="1" flipV="1">
                <a:off x="6107956" y="3544193"/>
                <a:ext cx="92075" cy="158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Straight Connector 117"/>
              <p:cNvCxnSpPr/>
              <p:nvPr/>
            </p:nvCxnSpPr>
            <p:spPr bwMode="auto">
              <a:xfrm rot="5400000" flipH="1" flipV="1">
                <a:off x="7022356" y="3544193"/>
                <a:ext cx="92075" cy="158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6" name="Straight Connector 118"/>
              <p:cNvCxnSpPr/>
              <p:nvPr/>
            </p:nvCxnSpPr>
            <p:spPr bwMode="auto">
              <a:xfrm rot="5400000" flipH="1" flipV="1">
                <a:off x="7860556" y="3544193"/>
                <a:ext cx="92075" cy="158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Straight Connector 119"/>
              <p:cNvCxnSpPr/>
              <p:nvPr/>
            </p:nvCxnSpPr>
            <p:spPr bwMode="auto">
              <a:xfrm rot="5400000" flipH="1" flipV="1">
                <a:off x="8425706" y="3544193"/>
                <a:ext cx="92075" cy="158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Straight Connector 120"/>
              <p:cNvCxnSpPr/>
              <p:nvPr/>
            </p:nvCxnSpPr>
            <p:spPr bwMode="auto">
              <a:xfrm rot="5400000" flipH="1" flipV="1">
                <a:off x="4286252" y="3562353"/>
                <a:ext cx="914399" cy="761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9" name="Oval 121"/>
              <p:cNvSpPr/>
              <p:nvPr/>
            </p:nvSpPr>
            <p:spPr bwMode="auto">
              <a:xfrm>
                <a:off x="4577482" y="3991173"/>
                <a:ext cx="306388" cy="304800"/>
              </a:xfrm>
              <a:prstGeom prst="ellipse">
                <a:avLst/>
              </a:prstGeom>
              <a:solidFill>
                <a:srgbClr val="92D05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190" name="TextBox 122"/>
              <p:cNvSpPr txBox="1">
                <a:spLocks noChangeArrowheads="1"/>
              </p:cNvSpPr>
              <p:nvPr/>
            </p:nvSpPr>
            <p:spPr bwMode="auto">
              <a:xfrm>
                <a:off x="4532684" y="4034348"/>
                <a:ext cx="457312" cy="181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600" b="1" dirty="0">
                    <a:latin typeface="Calibri" pitchFamily="34" charset="0"/>
                  </a:rPr>
                  <a:t>ANS</a:t>
                </a:r>
                <a:endParaRPr lang="ko-KR" altLang="ko-KR" sz="600" dirty="0"/>
              </a:p>
            </p:txBody>
          </p:sp>
          <p:cxnSp>
            <p:nvCxnSpPr>
              <p:cNvPr id="191" name="Straight Connector 123"/>
              <p:cNvCxnSpPr/>
              <p:nvPr/>
            </p:nvCxnSpPr>
            <p:spPr bwMode="auto">
              <a:xfrm rot="5400000" flipH="1" flipV="1">
                <a:off x="2840088" y="3432274"/>
                <a:ext cx="576262" cy="1588"/>
              </a:xfrm>
              <a:prstGeom prst="line">
                <a:avLst/>
              </a:prstGeom>
              <a:ln w="1270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2" name="Straight Connector 124"/>
              <p:cNvCxnSpPr/>
              <p:nvPr/>
            </p:nvCxnSpPr>
            <p:spPr bwMode="auto">
              <a:xfrm rot="5400000" flipH="1" flipV="1">
                <a:off x="2764682" y="3410843"/>
                <a:ext cx="622300" cy="1587"/>
              </a:xfrm>
              <a:prstGeom prst="line">
                <a:avLst/>
              </a:prstGeom>
              <a:ln w="12700">
                <a:solidFill>
                  <a:srgbClr val="92D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3" name="Straight Connector 125"/>
              <p:cNvCxnSpPr/>
              <p:nvPr/>
            </p:nvCxnSpPr>
            <p:spPr bwMode="auto">
              <a:xfrm flipH="1">
                <a:off x="3130600" y="3151287"/>
                <a:ext cx="5765800" cy="0"/>
              </a:xfrm>
              <a:prstGeom prst="line">
                <a:avLst/>
              </a:prstGeom>
              <a:ln w="1270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6" name="Straight Connector 130"/>
              <p:cNvCxnSpPr/>
              <p:nvPr/>
            </p:nvCxnSpPr>
            <p:spPr bwMode="auto">
              <a:xfrm flipH="1">
                <a:off x="3079801" y="3098899"/>
                <a:ext cx="3692509" cy="0"/>
              </a:xfrm>
              <a:prstGeom prst="line">
                <a:avLst/>
              </a:prstGeom>
              <a:ln w="12700">
                <a:solidFill>
                  <a:srgbClr val="92D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Straight Connector 132"/>
              <p:cNvCxnSpPr/>
              <p:nvPr/>
            </p:nvCxnSpPr>
            <p:spPr bwMode="auto">
              <a:xfrm rot="5400000" flipH="1" flipV="1">
                <a:off x="3307607" y="3344168"/>
                <a:ext cx="1574800" cy="1587"/>
              </a:xfrm>
              <a:prstGeom prst="line">
                <a:avLst/>
              </a:prstGeom>
              <a:ln w="1270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Straight Connector 135"/>
              <p:cNvCxnSpPr/>
              <p:nvPr/>
            </p:nvCxnSpPr>
            <p:spPr bwMode="auto">
              <a:xfrm rot="5400000" flipH="1" flipV="1">
                <a:off x="3160213" y="3641005"/>
                <a:ext cx="976094" cy="3445"/>
              </a:xfrm>
              <a:prstGeom prst="line">
                <a:avLst/>
              </a:prstGeom>
              <a:ln w="1270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Straight Connector 136"/>
              <p:cNvCxnSpPr/>
              <p:nvPr/>
            </p:nvCxnSpPr>
            <p:spPr bwMode="auto">
              <a:xfrm rot="5400000" flipH="1" flipV="1">
                <a:off x="7537500" y="2857599"/>
                <a:ext cx="585788" cy="1588"/>
              </a:xfrm>
              <a:prstGeom prst="line">
                <a:avLst/>
              </a:prstGeom>
              <a:ln w="1270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Straight Connector 137"/>
              <p:cNvCxnSpPr/>
              <p:nvPr/>
            </p:nvCxnSpPr>
            <p:spPr bwMode="auto">
              <a:xfrm rot="5400000" flipH="1" flipV="1">
                <a:off x="2660700" y="3356074"/>
                <a:ext cx="731838" cy="1588"/>
              </a:xfrm>
              <a:prstGeom prst="line">
                <a:avLst/>
              </a:prstGeom>
              <a:ln w="12700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2" name="Straight Connector 145"/>
              <p:cNvCxnSpPr/>
              <p:nvPr/>
            </p:nvCxnSpPr>
            <p:spPr bwMode="auto">
              <a:xfrm rot="16200000" flipV="1">
                <a:off x="2228033" y="3315520"/>
                <a:ext cx="808138" cy="6397"/>
              </a:xfrm>
              <a:prstGeom prst="line">
                <a:avLst/>
              </a:prstGeom>
              <a:ln w="12700">
                <a:solidFill>
                  <a:schemeClr val="bg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Straight Connector 146"/>
              <p:cNvCxnSpPr/>
              <p:nvPr/>
            </p:nvCxnSpPr>
            <p:spPr bwMode="auto">
              <a:xfrm rot="5400000" flipH="1" flipV="1">
                <a:off x="2682952" y="2663850"/>
                <a:ext cx="291999" cy="52"/>
              </a:xfrm>
              <a:prstGeom prst="line">
                <a:avLst/>
              </a:prstGeom>
              <a:ln w="12700">
                <a:solidFill>
                  <a:schemeClr val="bg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7" name="Oval 101"/>
              <p:cNvSpPr/>
              <p:nvPr/>
            </p:nvSpPr>
            <p:spPr bwMode="auto">
              <a:xfrm>
                <a:off x="6619910" y="2463657"/>
                <a:ext cx="304800" cy="304800"/>
              </a:xfrm>
              <a:prstGeom prst="ellipse">
                <a:avLst/>
              </a:prstGeom>
              <a:solidFill>
                <a:srgbClr val="92D05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208" name="TextBox 102"/>
              <p:cNvSpPr txBox="1">
                <a:spLocks noChangeArrowheads="1"/>
              </p:cNvSpPr>
              <p:nvPr/>
            </p:nvSpPr>
            <p:spPr bwMode="auto">
              <a:xfrm>
                <a:off x="6576709" y="2491087"/>
                <a:ext cx="457312" cy="181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600" b="1" dirty="0">
                    <a:latin typeface="Calibri" pitchFamily="34" charset="0"/>
                  </a:rPr>
                  <a:t>ANS</a:t>
                </a:r>
                <a:endParaRPr lang="ko-KR" altLang="ko-KR" sz="600" dirty="0"/>
              </a:p>
            </p:txBody>
          </p:sp>
          <p:cxnSp>
            <p:nvCxnSpPr>
              <p:cNvPr id="210" name="Straight Connector 103"/>
              <p:cNvCxnSpPr/>
              <p:nvPr/>
            </p:nvCxnSpPr>
            <p:spPr bwMode="auto">
              <a:xfrm rot="5400000" flipH="1" flipV="1">
                <a:off x="6595941" y="2936065"/>
                <a:ext cx="340624" cy="61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12" name="그룹 158"/>
              <p:cNvGrpSpPr/>
              <p:nvPr/>
            </p:nvGrpSpPr>
            <p:grpSpPr>
              <a:xfrm>
                <a:off x="2699007" y="4127958"/>
                <a:ext cx="381094" cy="272771"/>
                <a:chOff x="3425353" y="5398771"/>
                <a:chExt cx="381094" cy="272771"/>
              </a:xfrm>
              <a:solidFill>
                <a:schemeClr val="tx2">
                  <a:lumMod val="60000"/>
                  <a:lumOff val="40000"/>
                </a:schemeClr>
              </a:solidFill>
            </p:grpSpPr>
            <p:sp>
              <p:nvSpPr>
                <p:cNvPr id="216" name="Rectangle 50"/>
                <p:cNvSpPr/>
                <p:nvPr/>
              </p:nvSpPr>
              <p:spPr bwMode="auto">
                <a:xfrm>
                  <a:off x="3437781" y="5444722"/>
                  <a:ext cx="342900" cy="169863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ko-KR" altLang="ko-KR" sz="6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endParaRPr>
                </a:p>
              </p:txBody>
            </p:sp>
            <p:sp>
              <p:nvSpPr>
                <p:cNvPr id="217" name="TextBox 54"/>
                <p:cNvSpPr txBox="1">
                  <a:spLocks noChangeArrowheads="1"/>
                </p:cNvSpPr>
                <p:nvPr/>
              </p:nvSpPr>
              <p:spPr bwMode="auto">
                <a:xfrm>
                  <a:off x="3425353" y="5398771"/>
                  <a:ext cx="381094" cy="272771"/>
                </a:xfrm>
                <a:prstGeom prst="rect">
                  <a:avLst/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r>
                    <a:rPr lang="en-US" altLang="ko-KR" sz="600" b="1" dirty="0">
                      <a:latin typeface="Calibri" pitchFamily="34" charset="0"/>
                    </a:rPr>
                    <a:t>DPH</a:t>
                  </a:r>
                </a:p>
              </p:txBody>
            </p:sp>
          </p:grpSp>
        </p:grpSp>
        <p:grpSp>
          <p:nvGrpSpPr>
            <p:cNvPr id="309" name="그룹 308"/>
            <p:cNvGrpSpPr/>
            <p:nvPr/>
          </p:nvGrpSpPr>
          <p:grpSpPr>
            <a:xfrm rot="5400000">
              <a:off x="503084" y="2652780"/>
              <a:ext cx="7200000" cy="3600000"/>
              <a:chOff x="2489250" y="1974949"/>
              <a:chExt cx="6407150" cy="2743200"/>
            </a:xfrm>
          </p:grpSpPr>
          <p:sp>
            <p:nvSpPr>
              <p:cNvPr id="310" name="Rounded Rectangle 3"/>
              <p:cNvSpPr/>
              <p:nvPr/>
            </p:nvSpPr>
            <p:spPr bwMode="auto">
              <a:xfrm>
                <a:off x="2494013" y="2127349"/>
                <a:ext cx="6402387" cy="2438400"/>
              </a:xfrm>
              <a:prstGeom prst="roundRect">
                <a:avLst>
                  <a:gd name="adj" fmla="val 7292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cxnSp>
            <p:nvCxnSpPr>
              <p:cNvPr id="311" name="직선 연결선 310"/>
              <p:cNvCxnSpPr/>
              <p:nvPr/>
            </p:nvCxnSpPr>
            <p:spPr>
              <a:xfrm rot="5400000" flipH="1" flipV="1">
                <a:off x="2294407" y="3528848"/>
                <a:ext cx="1257300" cy="6045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2" name="직선 연결선 311"/>
              <p:cNvCxnSpPr/>
              <p:nvPr/>
            </p:nvCxnSpPr>
            <p:spPr>
              <a:xfrm flipV="1">
                <a:off x="2633266" y="2909888"/>
                <a:ext cx="171847" cy="1166"/>
              </a:xfrm>
              <a:prstGeom prst="line">
                <a:avLst/>
              </a:prstGeom>
              <a:ln>
                <a:solidFill>
                  <a:srgbClr val="808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3" name="Rectangle 4"/>
              <p:cNvSpPr/>
              <p:nvPr/>
            </p:nvSpPr>
            <p:spPr bwMode="auto">
              <a:xfrm>
                <a:off x="3865613" y="2090837"/>
                <a:ext cx="914400" cy="57150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314" name="Rectangle 5"/>
              <p:cNvSpPr/>
              <p:nvPr/>
            </p:nvSpPr>
            <p:spPr bwMode="auto">
              <a:xfrm>
                <a:off x="3865613" y="4527649"/>
                <a:ext cx="914400" cy="57150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315" name="Oval 8"/>
              <p:cNvSpPr/>
              <p:nvPr/>
            </p:nvSpPr>
            <p:spPr bwMode="auto">
              <a:xfrm>
                <a:off x="2679750" y="2208312"/>
                <a:ext cx="304800" cy="304800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316" name="Oval 10"/>
              <p:cNvSpPr/>
              <p:nvPr/>
            </p:nvSpPr>
            <p:spPr bwMode="auto">
              <a:xfrm>
                <a:off x="8318550" y="3194149"/>
                <a:ext cx="304800" cy="304800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317" name="Oval 11"/>
              <p:cNvSpPr/>
              <p:nvPr/>
            </p:nvSpPr>
            <p:spPr bwMode="auto">
              <a:xfrm>
                <a:off x="2679750" y="3194149"/>
                <a:ext cx="304800" cy="304800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318" name="Oval 12"/>
              <p:cNvSpPr/>
              <p:nvPr/>
            </p:nvSpPr>
            <p:spPr bwMode="auto">
              <a:xfrm>
                <a:off x="3256013" y="3194149"/>
                <a:ext cx="304800" cy="304800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319" name="Oval 13"/>
              <p:cNvSpPr/>
              <p:nvPr/>
            </p:nvSpPr>
            <p:spPr bwMode="auto">
              <a:xfrm>
                <a:off x="4170413" y="3194149"/>
                <a:ext cx="304800" cy="304800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320" name="Oval 14"/>
              <p:cNvSpPr/>
              <p:nvPr/>
            </p:nvSpPr>
            <p:spPr bwMode="auto">
              <a:xfrm>
                <a:off x="5084813" y="3194149"/>
                <a:ext cx="304800" cy="304800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321" name="Oval 15"/>
              <p:cNvSpPr/>
              <p:nvPr/>
            </p:nvSpPr>
            <p:spPr bwMode="auto">
              <a:xfrm>
                <a:off x="6000800" y="3194149"/>
                <a:ext cx="304800" cy="304800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322" name="Oval 16"/>
              <p:cNvSpPr/>
              <p:nvPr/>
            </p:nvSpPr>
            <p:spPr bwMode="auto">
              <a:xfrm>
                <a:off x="6915200" y="3194149"/>
                <a:ext cx="304800" cy="304800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323" name="Oval 17"/>
              <p:cNvSpPr/>
              <p:nvPr/>
            </p:nvSpPr>
            <p:spPr bwMode="auto">
              <a:xfrm>
                <a:off x="7753400" y="3194149"/>
                <a:ext cx="304800" cy="304800"/>
              </a:xfrm>
              <a:prstGeom prst="ellipse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324" name="TextBox 18"/>
              <p:cNvSpPr txBox="1">
                <a:spLocks noChangeArrowheads="1"/>
              </p:cNvSpPr>
              <p:nvPr/>
            </p:nvSpPr>
            <p:spPr bwMode="auto">
              <a:xfrm>
                <a:off x="2641703" y="3233718"/>
                <a:ext cx="381093" cy="181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600" b="1">
                    <a:latin typeface="Calibri" pitchFamily="34" charset="0"/>
                  </a:rPr>
                  <a:t>SP1</a:t>
                </a:r>
                <a:endParaRPr lang="ko-KR" altLang="ko-KR" sz="600"/>
              </a:p>
            </p:txBody>
          </p:sp>
          <p:sp>
            <p:nvSpPr>
              <p:cNvPr id="325" name="TextBox 19"/>
              <p:cNvSpPr txBox="1">
                <a:spLocks noChangeArrowheads="1"/>
              </p:cNvSpPr>
              <p:nvPr/>
            </p:nvSpPr>
            <p:spPr bwMode="auto">
              <a:xfrm>
                <a:off x="3225723" y="3233718"/>
                <a:ext cx="381093" cy="181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600" b="1">
                    <a:latin typeface="Calibri" pitchFamily="34" charset="0"/>
                  </a:rPr>
                  <a:t>SP2</a:t>
                </a:r>
                <a:endParaRPr lang="ko-KR" altLang="ko-KR" sz="600"/>
              </a:p>
            </p:txBody>
          </p:sp>
          <p:sp>
            <p:nvSpPr>
              <p:cNvPr id="326" name="TextBox 20"/>
              <p:cNvSpPr txBox="1">
                <a:spLocks noChangeArrowheads="1"/>
              </p:cNvSpPr>
              <p:nvPr/>
            </p:nvSpPr>
            <p:spPr bwMode="auto">
              <a:xfrm>
                <a:off x="4140348" y="3233718"/>
                <a:ext cx="381093" cy="181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600" b="1">
                    <a:latin typeface="Calibri" pitchFamily="34" charset="0"/>
                  </a:rPr>
                  <a:t>SP3</a:t>
                </a:r>
                <a:endParaRPr lang="ko-KR" altLang="ko-KR" sz="600"/>
              </a:p>
            </p:txBody>
          </p:sp>
          <p:sp>
            <p:nvSpPr>
              <p:cNvPr id="327" name="TextBox 21"/>
              <p:cNvSpPr txBox="1">
                <a:spLocks noChangeArrowheads="1"/>
              </p:cNvSpPr>
              <p:nvPr/>
            </p:nvSpPr>
            <p:spPr bwMode="auto">
              <a:xfrm>
                <a:off x="5047351" y="3233718"/>
                <a:ext cx="381093" cy="181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600" b="1">
                    <a:latin typeface="Calibri" pitchFamily="34" charset="0"/>
                  </a:rPr>
                  <a:t>SP4</a:t>
                </a:r>
                <a:endParaRPr lang="ko-KR" altLang="ko-KR" sz="600"/>
              </a:p>
            </p:txBody>
          </p:sp>
          <p:sp>
            <p:nvSpPr>
              <p:cNvPr id="328" name="TextBox 22"/>
              <p:cNvSpPr txBox="1">
                <a:spLocks noChangeArrowheads="1"/>
              </p:cNvSpPr>
              <p:nvPr/>
            </p:nvSpPr>
            <p:spPr bwMode="auto">
              <a:xfrm>
                <a:off x="5969600" y="3233718"/>
                <a:ext cx="381093" cy="181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600" b="1">
                    <a:latin typeface="Calibri" pitchFamily="34" charset="0"/>
                  </a:rPr>
                  <a:t>SP5</a:t>
                </a:r>
                <a:endParaRPr lang="ko-KR" altLang="ko-KR" sz="600"/>
              </a:p>
            </p:txBody>
          </p:sp>
          <p:sp>
            <p:nvSpPr>
              <p:cNvPr id="329" name="TextBox 23"/>
              <p:cNvSpPr txBox="1">
                <a:spLocks noChangeArrowheads="1"/>
              </p:cNvSpPr>
              <p:nvPr/>
            </p:nvSpPr>
            <p:spPr bwMode="auto">
              <a:xfrm>
                <a:off x="6876600" y="3233718"/>
                <a:ext cx="381093" cy="181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600" b="1">
                    <a:latin typeface="Calibri" pitchFamily="34" charset="0"/>
                  </a:rPr>
                  <a:t>SP6</a:t>
                </a:r>
                <a:endParaRPr lang="ko-KR" altLang="ko-KR" sz="600"/>
              </a:p>
            </p:txBody>
          </p:sp>
          <p:sp>
            <p:nvSpPr>
              <p:cNvPr id="330" name="TextBox 24"/>
              <p:cNvSpPr txBox="1">
                <a:spLocks noChangeArrowheads="1"/>
              </p:cNvSpPr>
              <p:nvPr/>
            </p:nvSpPr>
            <p:spPr bwMode="auto">
              <a:xfrm>
                <a:off x="7715010" y="3233718"/>
                <a:ext cx="381093" cy="181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600" b="1">
                    <a:latin typeface="Calibri" pitchFamily="34" charset="0"/>
                  </a:rPr>
                  <a:t>SP7</a:t>
                </a:r>
                <a:endParaRPr lang="ko-KR" altLang="ko-KR" sz="600"/>
              </a:p>
            </p:txBody>
          </p:sp>
          <p:sp>
            <p:nvSpPr>
              <p:cNvPr id="331" name="TextBox 25"/>
              <p:cNvSpPr txBox="1">
                <a:spLocks noChangeArrowheads="1"/>
              </p:cNvSpPr>
              <p:nvPr/>
            </p:nvSpPr>
            <p:spPr bwMode="auto">
              <a:xfrm>
                <a:off x="8280457" y="3233718"/>
                <a:ext cx="381093" cy="181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600" b="1">
                    <a:latin typeface="Calibri" pitchFamily="34" charset="0"/>
                  </a:rPr>
                  <a:t>SP8</a:t>
                </a:r>
                <a:endParaRPr lang="ko-KR" altLang="ko-KR" sz="600"/>
              </a:p>
            </p:txBody>
          </p:sp>
          <p:sp>
            <p:nvSpPr>
              <p:cNvPr id="332" name="TextBox 27"/>
              <p:cNvSpPr txBox="1">
                <a:spLocks noChangeArrowheads="1"/>
              </p:cNvSpPr>
              <p:nvPr/>
            </p:nvSpPr>
            <p:spPr bwMode="auto">
              <a:xfrm>
                <a:off x="2641703" y="2251693"/>
                <a:ext cx="381093" cy="181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600" b="1" dirty="0">
                    <a:latin typeface="Calibri" pitchFamily="34" charset="0"/>
                  </a:rPr>
                  <a:t>CSP</a:t>
                </a:r>
                <a:endParaRPr lang="ko-KR" altLang="ko-KR" sz="600" dirty="0"/>
              </a:p>
            </p:txBody>
          </p:sp>
          <p:sp>
            <p:nvSpPr>
              <p:cNvPr id="333" name="Oval 28"/>
              <p:cNvSpPr/>
              <p:nvPr/>
            </p:nvSpPr>
            <p:spPr bwMode="auto">
              <a:xfrm>
                <a:off x="3408413" y="1974949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334" name="Oval 29"/>
              <p:cNvSpPr/>
              <p:nvPr/>
            </p:nvSpPr>
            <p:spPr bwMode="auto">
              <a:xfrm>
                <a:off x="7677200" y="1974949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335" name="Oval 30"/>
              <p:cNvSpPr/>
              <p:nvPr/>
            </p:nvSpPr>
            <p:spPr bwMode="auto">
              <a:xfrm>
                <a:off x="3408413" y="4413349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336" name="Oval 31"/>
              <p:cNvSpPr/>
              <p:nvPr/>
            </p:nvSpPr>
            <p:spPr bwMode="auto">
              <a:xfrm>
                <a:off x="7677200" y="4413349"/>
                <a:ext cx="304800" cy="3048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337" name="TextBox 32"/>
              <p:cNvSpPr txBox="1">
                <a:spLocks noChangeArrowheads="1"/>
              </p:cNvSpPr>
              <p:nvPr/>
            </p:nvSpPr>
            <p:spPr bwMode="auto">
              <a:xfrm>
                <a:off x="3370537" y="2018328"/>
                <a:ext cx="381093" cy="181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600" b="1">
                    <a:latin typeface="Calibri" pitchFamily="34" charset="0"/>
                  </a:rPr>
                  <a:t>ESP</a:t>
                </a:r>
                <a:endParaRPr lang="ko-KR" altLang="ko-KR" sz="600"/>
              </a:p>
            </p:txBody>
          </p:sp>
          <p:sp>
            <p:nvSpPr>
              <p:cNvPr id="338" name="TextBox 33"/>
              <p:cNvSpPr txBox="1">
                <a:spLocks noChangeArrowheads="1"/>
              </p:cNvSpPr>
              <p:nvPr/>
            </p:nvSpPr>
            <p:spPr bwMode="auto">
              <a:xfrm>
                <a:off x="3370537" y="4456729"/>
                <a:ext cx="381093" cy="181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600" b="1">
                    <a:latin typeface="Calibri" pitchFamily="34" charset="0"/>
                  </a:rPr>
                  <a:t>ESP</a:t>
                </a:r>
                <a:endParaRPr lang="ko-KR" altLang="ko-KR" sz="600"/>
              </a:p>
            </p:txBody>
          </p:sp>
          <p:sp>
            <p:nvSpPr>
              <p:cNvPr id="339" name="TextBox 34"/>
              <p:cNvSpPr txBox="1">
                <a:spLocks noChangeArrowheads="1"/>
              </p:cNvSpPr>
              <p:nvPr/>
            </p:nvSpPr>
            <p:spPr bwMode="auto">
              <a:xfrm>
                <a:off x="7646411" y="4456729"/>
                <a:ext cx="381093" cy="181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600" b="1">
                    <a:latin typeface="Calibri" pitchFamily="34" charset="0"/>
                  </a:rPr>
                  <a:t>ESP</a:t>
                </a:r>
                <a:endParaRPr lang="ko-KR" altLang="ko-KR" sz="600"/>
              </a:p>
            </p:txBody>
          </p:sp>
          <p:sp>
            <p:nvSpPr>
              <p:cNvPr id="340" name="TextBox 35"/>
              <p:cNvSpPr txBox="1">
                <a:spLocks noChangeArrowheads="1"/>
              </p:cNvSpPr>
              <p:nvPr/>
            </p:nvSpPr>
            <p:spPr bwMode="auto">
              <a:xfrm>
                <a:off x="7646411" y="2018328"/>
                <a:ext cx="381093" cy="181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600" b="1">
                    <a:latin typeface="Calibri" pitchFamily="34" charset="0"/>
                  </a:rPr>
                  <a:t>ESP</a:t>
                </a:r>
                <a:endParaRPr lang="ko-KR" altLang="ko-KR" sz="600"/>
              </a:p>
            </p:txBody>
          </p:sp>
          <p:sp>
            <p:nvSpPr>
              <p:cNvPr id="341" name="Rectangle 38"/>
              <p:cNvSpPr/>
              <p:nvPr/>
            </p:nvSpPr>
            <p:spPr bwMode="auto">
              <a:xfrm>
                <a:off x="3340150" y="4138712"/>
                <a:ext cx="457200" cy="228600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342" name="Rectangle 39"/>
              <p:cNvSpPr/>
              <p:nvPr/>
            </p:nvSpPr>
            <p:spPr bwMode="auto">
              <a:xfrm>
                <a:off x="7601000" y="2325787"/>
                <a:ext cx="457200" cy="228600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343" name="TextBox 40"/>
              <p:cNvSpPr txBox="1">
                <a:spLocks noChangeArrowheads="1"/>
              </p:cNvSpPr>
              <p:nvPr/>
            </p:nvSpPr>
            <p:spPr bwMode="auto">
              <a:xfrm>
                <a:off x="3362916" y="4144308"/>
                <a:ext cx="457314" cy="181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600" b="1">
                    <a:latin typeface="Calibri" pitchFamily="34" charset="0"/>
                  </a:rPr>
                  <a:t>P E I</a:t>
                </a:r>
                <a:endParaRPr lang="ko-KR" altLang="ko-KR" sz="600"/>
              </a:p>
            </p:txBody>
          </p:sp>
          <p:sp>
            <p:nvSpPr>
              <p:cNvPr id="344" name="TextBox 41"/>
              <p:cNvSpPr txBox="1">
                <a:spLocks noChangeArrowheads="1"/>
              </p:cNvSpPr>
              <p:nvPr/>
            </p:nvSpPr>
            <p:spPr bwMode="auto">
              <a:xfrm>
                <a:off x="7615923" y="2323127"/>
                <a:ext cx="457314" cy="181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600" b="1">
                    <a:latin typeface="Calibri" pitchFamily="34" charset="0"/>
                  </a:rPr>
                  <a:t>P E I</a:t>
                </a:r>
                <a:endParaRPr lang="ko-KR" altLang="ko-KR" sz="600"/>
              </a:p>
            </p:txBody>
          </p:sp>
          <p:sp>
            <p:nvSpPr>
              <p:cNvPr id="345" name="Rectangle 42"/>
              <p:cNvSpPr/>
              <p:nvPr/>
            </p:nvSpPr>
            <p:spPr bwMode="auto">
              <a:xfrm>
                <a:off x="6602463" y="2105124"/>
                <a:ext cx="914400" cy="57150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346" name="Rectangle 43"/>
              <p:cNvSpPr/>
              <p:nvPr/>
            </p:nvSpPr>
            <p:spPr bwMode="auto">
              <a:xfrm>
                <a:off x="6602463" y="4541937"/>
                <a:ext cx="914400" cy="57150"/>
              </a:xfrm>
              <a:prstGeom prst="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347" name="Rectangle 46"/>
              <p:cNvSpPr/>
              <p:nvPr/>
            </p:nvSpPr>
            <p:spPr bwMode="auto">
              <a:xfrm>
                <a:off x="3865613" y="2317849"/>
                <a:ext cx="457200" cy="2286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348" name="Rectangle 47"/>
              <p:cNvSpPr/>
              <p:nvPr/>
            </p:nvSpPr>
            <p:spPr bwMode="auto">
              <a:xfrm>
                <a:off x="3865613" y="4138712"/>
                <a:ext cx="457200" cy="2286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349" name="TextBox 48"/>
              <p:cNvSpPr txBox="1">
                <a:spLocks noChangeArrowheads="1"/>
              </p:cNvSpPr>
              <p:nvPr/>
            </p:nvSpPr>
            <p:spPr bwMode="auto">
              <a:xfrm>
                <a:off x="3865959" y="2323127"/>
                <a:ext cx="533531" cy="181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600" b="1" dirty="0">
                    <a:latin typeface="Calibri" pitchFamily="34" charset="0"/>
                  </a:rPr>
                  <a:t>P E I</a:t>
                </a:r>
                <a:endParaRPr lang="ko-KR" altLang="ko-KR" sz="600" dirty="0"/>
              </a:p>
            </p:txBody>
          </p:sp>
          <p:sp>
            <p:nvSpPr>
              <p:cNvPr id="350" name="TextBox 49"/>
              <p:cNvSpPr txBox="1">
                <a:spLocks noChangeArrowheads="1"/>
              </p:cNvSpPr>
              <p:nvPr/>
            </p:nvSpPr>
            <p:spPr bwMode="auto">
              <a:xfrm>
                <a:off x="3865959" y="4144309"/>
                <a:ext cx="533531" cy="181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600" b="1" dirty="0">
                    <a:latin typeface="Calibri" pitchFamily="34" charset="0"/>
                  </a:rPr>
                  <a:t>P E I</a:t>
                </a:r>
                <a:endParaRPr lang="ko-KR" altLang="ko-KR" sz="600" dirty="0"/>
              </a:p>
            </p:txBody>
          </p:sp>
          <p:sp>
            <p:nvSpPr>
              <p:cNvPr id="351" name="Rectangle 50"/>
              <p:cNvSpPr/>
              <p:nvPr/>
            </p:nvSpPr>
            <p:spPr bwMode="auto">
              <a:xfrm>
                <a:off x="2722613" y="2813149"/>
                <a:ext cx="342900" cy="169863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352" name="TextBox 54"/>
              <p:cNvSpPr txBox="1">
                <a:spLocks noChangeArrowheads="1"/>
              </p:cNvSpPr>
              <p:nvPr/>
            </p:nvSpPr>
            <p:spPr bwMode="auto">
              <a:xfrm>
                <a:off x="2710184" y="2812660"/>
                <a:ext cx="420414" cy="181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r>
                  <a:rPr lang="en-US" altLang="ko-KR" sz="600" b="1" dirty="0">
                    <a:latin typeface="Calibri" pitchFamily="34" charset="0"/>
                  </a:rPr>
                  <a:t>DPO</a:t>
                </a:r>
                <a:endParaRPr lang="ko-KR" altLang="ko-KR" sz="600" dirty="0"/>
              </a:p>
            </p:txBody>
          </p:sp>
          <p:sp>
            <p:nvSpPr>
              <p:cNvPr id="353" name="Rectangle 57"/>
              <p:cNvSpPr/>
              <p:nvPr/>
            </p:nvSpPr>
            <p:spPr bwMode="auto">
              <a:xfrm>
                <a:off x="2570213" y="3735487"/>
                <a:ext cx="671512" cy="304800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354" name="TextBox 58"/>
              <p:cNvSpPr txBox="1">
                <a:spLocks noChangeArrowheads="1"/>
              </p:cNvSpPr>
              <p:nvPr/>
            </p:nvSpPr>
            <p:spPr bwMode="auto">
              <a:xfrm>
                <a:off x="2535727" y="3715731"/>
                <a:ext cx="817618" cy="3636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r>
                  <a:rPr lang="en-US" altLang="ko-KR" sz="600" b="1" dirty="0">
                    <a:latin typeface="Calibri" pitchFamily="34" charset="0"/>
                  </a:rPr>
                  <a:t> CONTROLLER</a:t>
                </a:r>
              </a:p>
              <a:p>
                <a:r>
                  <a:rPr lang="en-US" altLang="ko-KR" sz="600" b="1" dirty="0">
                    <a:latin typeface="Calibri" pitchFamily="34" charset="0"/>
                  </a:rPr>
                  <a:t>&amp; POWER AMP</a:t>
                </a:r>
                <a:endParaRPr lang="ko-KR" altLang="ko-KR" sz="600" dirty="0"/>
              </a:p>
            </p:txBody>
          </p:sp>
          <p:cxnSp>
            <p:nvCxnSpPr>
              <p:cNvPr id="355" name="Straight Connector 62"/>
              <p:cNvCxnSpPr/>
              <p:nvPr/>
            </p:nvCxnSpPr>
            <p:spPr bwMode="auto">
              <a:xfrm>
                <a:off x="2489250" y="3041749"/>
                <a:ext cx="631825" cy="158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6" name="Straight Connector 63"/>
              <p:cNvCxnSpPr/>
              <p:nvPr/>
            </p:nvCxnSpPr>
            <p:spPr bwMode="auto">
              <a:xfrm rot="5400000" flipH="1" flipV="1">
                <a:off x="2656732" y="2585343"/>
                <a:ext cx="914400" cy="158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7" name="Straight Connector 69"/>
              <p:cNvCxnSpPr/>
              <p:nvPr/>
            </p:nvCxnSpPr>
            <p:spPr bwMode="auto">
              <a:xfrm flipH="1">
                <a:off x="3186164" y="2813149"/>
                <a:ext cx="4948236" cy="0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8" name="Straight Connector 68"/>
              <p:cNvCxnSpPr/>
              <p:nvPr/>
            </p:nvCxnSpPr>
            <p:spPr bwMode="auto">
              <a:xfrm rot="5400000" flipH="1" flipV="1">
                <a:off x="2718644" y="3269556"/>
                <a:ext cx="923925" cy="1587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9" name="Straight Connector 74"/>
              <p:cNvCxnSpPr/>
              <p:nvPr/>
            </p:nvCxnSpPr>
            <p:spPr bwMode="auto">
              <a:xfrm rot="10800000">
                <a:off x="3243313" y="3879949"/>
                <a:ext cx="4892675" cy="1588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0" name="Straight Connector 75"/>
              <p:cNvCxnSpPr/>
              <p:nvPr/>
            </p:nvCxnSpPr>
            <p:spPr bwMode="auto">
              <a:xfrm flipV="1">
                <a:off x="8134400" y="2814737"/>
                <a:ext cx="0" cy="1069975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1" name="Straight Connector 76"/>
              <p:cNvCxnSpPr/>
              <p:nvPr/>
            </p:nvCxnSpPr>
            <p:spPr bwMode="auto">
              <a:xfrm rot="5400000" flipH="1" flipV="1">
                <a:off x="2952007" y="2509143"/>
                <a:ext cx="609600" cy="1587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2" name="Straight Connector 78"/>
              <p:cNvCxnSpPr/>
              <p:nvPr/>
            </p:nvCxnSpPr>
            <p:spPr bwMode="auto">
              <a:xfrm rot="10800000">
                <a:off x="3252838" y="2203549"/>
                <a:ext cx="173037" cy="0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3" name="Straight Connector 86"/>
              <p:cNvCxnSpPr/>
              <p:nvPr/>
            </p:nvCxnSpPr>
            <p:spPr bwMode="auto">
              <a:xfrm rot="5400000" flipH="1" flipV="1">
                <a:off x="7225557" y="2507555"/>
                <a:ext cx="609600" cy="1587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4" name="Straight Connector 87"/>
              <p:cNvCxnSpPr/>
              <p:nvPr/>
            </p:nvCxnSpPr>
            <p:spPr bwMode="auto">
              <a:xfrm rot="10800000">
                <a:off x="7524800" y="2203549"/>
                <a:ext cx="173038" cy="0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5" name="Straight Connector 88"/>
              <p:cNvCxnSpPr/>
              <p:nvPr/>
            </p:nvCxnSpPr>
            <p:spPr bwMode="auto">
              <a:xfrm rot="5400000" flipH="1" flipV="1">
                <a:off x="7562107" y="4147443"/>
                <a:ext cx="533400" cy="1587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6" name="Straight Connector 90"/>
              <p:cNvCxnSpPr/>
              <p:nvPr/>
            </p:nvCxnSpPr>
            <p:spPr bwMode="auto">
              <a:xfrm rot="5400000" flipH="1" flipV="1">
                <a:off x="2985344" y="4183955"/>
                <a:ext cx="609600" cy="1588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7" name="Straight Connector 91"/>
              <p:cNvCxnSpPr/>
              <p:nvPr/>
            </p:nvCxnSpPr>
            <p:spPr bwMode="auto">
              <a:xfrm rot="10800000">
                <a:off x="3284588" y="4489549"/>
                <a:ext cx="146050" cy="0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8" name="Straight Connector 97"/>
              <p:cNvCxnSpPr/>
              <p:nvPr/>
            </p:nvCxnSpPr>
            <p:spPr bwMode="auto">
              <a:xfrm rot="5400000" flipH="1" flipV="1">
                <a:off x="2620219" y="3661668"/>
                <a:ext cx="136525" cy="158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9" name="Straight Connector 109"/>
              <p:cNvCxnSpPr/>
              <p:nvPr/>
            </p:nvCxnSpPr>
            <p:spPr bwMode="auto">
              <a:xfrm>
                <a:off x="2690863" y="3597374"/>
                <a:ext cx="6205537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0" name="Straight Connector 112"/>
              <p:cNvCxnSpPr/>
              <p:nvPr/>
            </p:nvCxnSpPr>
            <p:spPr bwMode="auto">
              <a:xfrm rot="5400000" flipH="1" flipV="1">
                <a:off x="2786906" y="3548956"/>
                <a:ext cx="92075" cy="158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1" name="Straight Connector 113"/>
              <p:cNvCxnSpPr/>
              <p:nvPr/>
            </p:nvCxnSpPr>
            <p:spPr bwMode="auto">
              <a:xfrm rot="5400000" flipH="1" flipV="1">
                <a:off x="3363169" y="3544193"/>
                <a:ext cx="92075" cy="158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2" name="Straight Connector 114"/>
              <p:cNvCxnSpPr/>
              <p:nvPr/>
            </p:nvCxnSpPr>
            <p:spPr bwMode="auto">
              <a:xfrm rot="5400000" flipH="1" flipV="1">
                <a:off x="4277569" y="3544193"/>
                <a:ext cx="92075" cy="158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3" name="Straight Connector 115"/>
              <p:cNvCxnSpPr/>
              <p:nvPr/>
            </p:nvCxnSpPr>
            <p:spPr bwMode="auto">
              <a:xfrm rot="5400000" flipH="1" flipV="1">
                <a:off x="5191969" y="3544193"/>
                <a:ext cx="92075" cy="158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4" name="Straight Connector 116"/>
              <p:cNvCxnSpPr/>
              <p:nvPr/>
            </p:nvCxnSpPr>
            <p:spPr bwMode="auto">
              <a:xfrm rot="5400000" flipH="1" flipV="1">
                <a:off x="6107956" y="3544193"/>
                <a:ext cx="92075" cy="158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5" name="Straight Connector 117"/>
              <p:cNvCxnSpPr/>
              <p:nvPr/>
            </p:nvCxnSpPr>
            <p:spPr bwMode="auto">
              <a:xfrm rot="5400000" flipH="1" flipV="1">
                <a:off x="7022356" y="3544193"/>
                <a:ext cx="92075" cy="158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6" name="Straight Connector 118"/>
              <p:cNvCxnSpPr/>
              <p:nvPr/>
            </p:nvCxnSpPr>
            <p:spPr bwMode="auto">
              <a:xfrm rot="5400000" flipH="1" flipV="1">
                <a:off x="7860556" y="3544193"/>
                <a:ext cx="92075" cy="158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7" name="Straight Connector 119"/>
              <p:cNvCxnSpPr/>
              <p:nvPr/>
            </p:nvCxnSpPr>
            <p:spPr bwMode="auto">
              <a:xfrm rot="5400000" flipH="1" flipV="1">
                <a:off x="8425706" y="3544193"/>
                <a:ext cx="92075" cy="158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8" name="Straight Connector 120"/>
              <p:cNvCxnSpPr/>
              <p:nvPr/>
            </p:nvCxnSpPr>
            <p:spPr bwMode="auto">
              <a:xfrm rot="5400000" flipH="1" flipV="1">
                <a:off x="4286252" y="3562353"/>
                <a:ext cx="914399" cy="761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9" name="Oval 121"/>
              <p:cNvSpPr/>
              <p:nvPr/>
            </p:nvSpPr>
            <p:spPr bwMode="auto">
              <a:xfrm>
                <a:off x="4577482" y="3991173"/>
                <a:ext cx="306388" cy="304800"/>
              </a:xfrm>
              <a:prstGeom prst="ellipse">
                <a:avLst/>
              </a:prstGeom>
              <a:solidFill>
                <a:srgbClr val="92D05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380" name="TextBox 122"/>
              <p:cNvSpPr txBox="1">
                <a:spLocks noChangeArrowheads="1"/>
              </p:cNvSpPr>
              <p:nvPr/>
            </p:nvSpPr>
            <p:spPr bwMode="auto">
              <a:xfrm>
                <a:off x="4532683" y="4034348"/>
                <a:ext cx="457312" cy="181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600" b="1" dirty="0">
                    <a:latin typeface="Calibri" pitchFamily="34" charset="0"/>
                  </a:rPr>
                  <a:t>ANS</a:t>
                </a:r>
                <a:endParaRPr lang="ko-KR" altLang="ko-KR" sz="600" dirty="0"/>
              </a:p>
            </p:txBody>
          </p:sp>
          <p:cxnSp>
            <p:nvCxnSpPr>
              <p:cNvPr id="381" name="Straight Connector 123"/>
              <p:cNvCxnSpPr/>
              <p:nvPr/>
            </p:nvCxnSpPr>
            <p:spPr bwMode="auto">
              <a:xfrm rot="5400000" flipH="1" flipV="1">
                <a:off x="2840088" y="3432274"/>
                <a:ext cx="576262" cy="1588"/>
              </a:xfrm>
              <a:prstGeom prst="line">
                <a:avLst/>
              </a:prstGeom>
              <a:ln w="1270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2" name="Straight Connector 124"/>
              <p:cNvCxnSpPr/>
              <p:nvPr/>
            </p:nvCxnSpPr>
            <p:spPr bwMode="auto">
              <a:xfrm rot="5400000" flipH="1" flipV="1">
                <a:off x="2764682" y="3410843"/>
                <a:ext cx="622300" cy="1587"/>
              </a:xfrm>
              <a:prstGeom prst="line">
                <a:avLst/>
              </a:prstGeom>
              <a:ln w="12700">
                <a:solidFill>
                  <a:srgbClr val="92D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3" name="Straight Connector 125"/>
              <p:cNvCxnSpPr/>
              <p:nvPr/>
            </p:nvCxnSpPr>
            <p:spPr bwMode="auto">
              <a:xfrm flipH="1">
                <a:off x="3130600" y="3151287"/>
                <a:ext cx="5765800" cy="0"/>
              </a:xfrm>
              <a:prstGeom prst="line">
                <a:avLst/>
              </a:prstGeom>
              <a:ln w="1270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4" name="Straight Connector 130"/>
              <p:cNvCxnSpPr/>
              <p:nvPr/>
            </p:nvCxnSpPr>
            <p:spPr bwMode="auto">
              <a:xfrm flipH="1">
                <a:off x="3079801" y="3098899"/>
                <a:ext cx="3692509" cy="0"/>
              </a:xfrm>
              <a:prstGeom prst="line">
                <a:avLst/>
              </a:prstGeom>
              <a:ln w="12700">
                <a:solidFill>
                  <a:srgbClr val="92D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5" name="Straight Connector 132"/>
              <p:cNvCxnSpPr/>
              <p:nvPr/>
            </p:nvCxnSpPr>
            <p:spPr bwMode="auto">
              <a:xfrm rot="5400000" flipH="1" flipV="1">
                <a:off x="3307607" y="3344168"/>
                <a:ext cx="1574800" cy="1587"/>
              </a:xfrm>
              <a:prstGeom prst="line">
                <a:avLst/>
              </a:prstGeom>
              <a:ln w="1270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6" name="Straight Connector 135"/>
              <p:cNvCxnSpPr/>
              <p:nvPr/>
            </p:nvCxnSpPr>
            <p:spPr bwMode="auto">
              <a:xfrm rot="5400000" flipH="1" flipV="1">
                <a:off x="3160213" y="3641005"/>
                <a:ext cx="976094" cy="3445"/>
              </a:xfrm>
              <a:prstGeom prst="line">
                <a:avLst/>
              </a:prstGeom>
              <a:ln w="1270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7" name="Straight Connector 136"/>
              <p:cNvCxnSpPr/>
              <p:nvPr/>
            </p:nvCxnSpPr>
            <p:spPr bwMode="auto">
              <a:xfrm rot="5400000" flipH="1" flipV="1">
                <a:off x="7537500" y="2857599"/>
                <a:ext cx="585788" cy="1588"/>
              </a:xfrm>
              <a:prstGeom prst="line">
                <a:avLst/>
              </a:prstGeom>
              <a:ln w="12700">
                <a:solidFill>
                  <a:schemeClr val="accent4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8" name="Straight Connector 137"/>
              <p:cNvCxnSpPr/>
              <p:nvPr/>
            </p:nvCxnSpPr>
            <p:spPr bwMode="auto">
              <a:xfrm rot="5400000" flipH="1" flipV="1">
                <a:off x="2660700" y="3356074"/>
                <a:ext cx="731838" cy="1588"/>
              </a:xfrm>
              <a:prstGeom prst="line">
                <a:avLst/>
              </a:prstGeom>
              <a:ln w="12700"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" name="Straight Connector 145"/>
              <p:cNvCxnSpPr/>
              <p:nvPr/>
            </p:nvCxnSpPr>
            <p:spPr bwMode="auto">
              <a:xfrm rot="16200000" flipV="1">
                <a:off x="2228033" y="3315520"/>
                <a:ext cx="808138" cy="6397"/>
              </a:xfrm>
              <a:prstGeom prst="line">
                <a:avLst/>
              </a:prstGeom>
              <a:ln w="12700">
                <a:solidFill>
                  <a:schemeClr val="bg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0" name="Straight Connector 146"/>
              <p:cNvCxnSpPr/>
              <p:nvPr/>
            </p:nvCxnSpPr>
            <p:spPr bwMode="auto">
              <a:xfrm rot="5400000" flipH="1" flipV="1">
                <a:off x="2682952" y="2663850"/>
                <a:ext cx="291999" cy="52"/>
              </a:xfrm>
              <a:prstGeom prst="line">
                <a:avLst/>
              </a:prstGeom>
              <a:ln w="12700">
                <a:solidFill>
                  <a:schemeClr val="bg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1" name="Oval 101"/>
              <p:cNvSpPr/>
              <p:nvPr/>
            </p:nvSpPr>
            <p:spPr bwMode="auto">
              <a:xfrm>
                <a:off x="6619910" y="2463657"/>
                <a:ext cx="304800" cy="304800"/>
              </a:xfrm>
              <a:prstGeom prst="ellipse">
                <a:avLst/>
              </a:prstGeom>
              <a:solidFill>
                <a:srgbClr val="92D05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 sz="6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392" name="TextBox 102"/>
              <p:cNvSpPr txBox="1">
                <a:spLocks noChangeArrowheads="1"/>
              </p:cNvSpPr>
              <p:nvPr/>
            </p:nvSpPr>
            <p:spPr bwMode="auto">
              <a:xfrm>
                <a:off x="6576709" y="2491087"/>
                <a:ext cx="457312" cy="181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600" b="1" dirty="0">
                    <a:latin typeface="Calibri" pitchFamily="34" charset="0"/>
                  </a:rPr>
                  <a:t>ANS</a:t>
                </a:r>
                <a:endParaRPr lang="ko-KR" altLang="ko-KR" sz="600" dirty="0"/>
              </a:p>
            </p:txBody>
          </p:sp>
          <p:cxnSp>
            <p:nvCxnSpPr>
              <p:cNvPr id="393" name="Straight Connector 103"/>
              <p:cNvCxnSpPr/>
              <p:nvPr/>
            </p:nvCxnSpPr>
            <p:spPr bwMode="auto">
              <a:xfrm rot="5400000" flipH="1" flipV="1">
                <a:off x="6595941" y="2936065"/>
                <a:ext cx="340624" cy="61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94" name="그룹 158"/>
              <p:cNvGrpSpPr/>
              <p:nvPr/>
            </p:nvGrpSpPr>
            <p:grpSpPr>
              <a:xfrm>
                <a:off x="2699009" y="4127958"/>
                <a:ext cx="381094" cy="272771"/>
                <a:chOff x="3425355" y="5398771"/>
                <a:chExt cx="381094" cy="272771"/>
              </a:xfrm>
              <a:solidFill>
                <a:schemeClr val="tx2">
                  <a:lumMod val="60000"/>
                  <a:lumOff val="40000"/>
                </a:schemeClr>
              </a:solidFill>
            </p:grpSpPr>
            <p:sp>
              <p:nvSpPr>
                <p:cNvPr id="395" name="Rectangle 50"/>
                <p:cNvSpPr/>
                <p:nvPr/>
              </p:nvSpPr>
              <p:spPr bwMode="auto">
                <a:xfrm>
                  <a:off x="3437781" y="5444722"/>
                  <a:ext cx="342900" cy="169863"/>
                </a:xfrm>
                <a:prstGeom prst="rect">
                  <a:avLst/>
                </a:prstGeom>
                <a:grp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ko-KR" altLang="ko-KR" sz="6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endParaRPr>
                </a:p>
              </p:txBody>
            </p:sp>
            <p:sp>
              <p:nvSpPr>
                <p:cNvPr id="396" name="TextBox 54"/>
                <p:cNvSpPr txBox="1">
                  <a:spLocks noChangeArrowheads="1"/>
                </p:cNvSpPr>
                <p:nvPr/>
              </p:nvSpPr>
              <p:spPr bwMode="auto">
                <a:xfrm>
                  <a:off x="3425355" y="5398771"/>
                  <a:ext cx="381094" cy="272771"/>
                </a:xfrm>
                <a:prstGeom prst="rect">
                  <a:avLst/>
                </a:prstGeom>
                <a:grp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r>
                    <a:rPr lang="en-US" altLang="ko-KR" sz="600" b="1" dirty="0">
                      <a:latin typeface="Calibri" pitchFamily="34" charset="0"/>
                    </a:rPr>
                    <a:t>DPH</a:t>
                  </a: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3793607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131"/>
          <p:cNvSpPr>
            <a:spLocks noChangeArrowheads="1"/>
          </p:cNvSpPr>
          <p:nvPr/>
        </p:nvSpPr>
        <p:spPr bwMode="auto">
          <a:xfrm>
            <a:off x="1" y="2"/>
            <a:ext cx="3327395" cy="476746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lIns="71904" tIns="35953" rIns="71904" bIns="35953"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</a:rPr>
              <a:t>Diagram 4.5.2.1-A(47P)</a:t>
            </a:r>
            <a:endParaRPr lang="ko-KR" altLang="ko-KR" dirty="0">
              <a:solidFill>
                <a:schemeClr val="tx1"/>
              </a:solidFill>
            </a:endParaRPr>
          </a:p>
        </p:txBody>
      </p:sp>
      <p:pic>
        <p:nvPicPr>
          <p:cNvPr id="1027" name="Picture 3" descr="J:\DPO P1.bmp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8030" t="27300" r="9404" b="7029"/>
          <a:stretch/>
        </p:blipFill>
        <p:spPr bwMode="auto">
          <a:xfrm>
            <a:off x="1156905" y="2048651"/>
            <a:ext cx="7401832" cy="3781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66955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1"/>
          <p:cNvGrpSpPr>
            <a:grpSpLocks/>
          </p:cNvGrpSpPr>
          <p:nvPr/>
        </p:nvGrpSpPr>
        <p:grpSpPr bwMode="auto">
          <a:xfrm>
            <a:off x="1238251" y="1785417"/>
            <a:ext cx="825070" cy="740149"/>
            <a:chOff x="6095272" y="1403018"/>
            <a:chExt cx="1620000" cy="740098"/>
          </a:xfrm>
        </p:grpSpPr>
        <p:sp>
          <p:nvSpPr>
            <p:cNvPr id="5" name="모서리가 둥근 직사각형 4"/>
            <p:cNvSpPr/>
            <p:nvPr/>
          </p:nvSpPr>
          <p:spPr>
            <a:xfrm>
              <a:off x="6320905" y="1523389"/>
              <a:ext cx="1199156" cy="71507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000" dirty="0"/>
            </a:p>
          </p:txBody>
        </p:sp>
        <p:sp>
          <p:nvSpPr>
            <p:cNvPr id="6" name="모서리가 둥근 직사각형 5"/>
            <p:cNvSpPr/>
            <p:nvPr/>
          </p:nvSpPr>
          <p:spPr>
            <a:xfrm>
              <a:off x="6166258" y="1633033"/>
              <a:ext cx="1440001" cy="71507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000" dirty="0"/>
            </a:p>
          </p:txBody>
        </p:sp>
        <p:sp>
          <p:nvSpPr>
            <p:cNvPr id="7" name="모서리가 둥근 직사각형 6"/>
            <p:cNvSpPr/>
            <p:nvPr/>
          </p:nvSpPr>
          <p:spPr>
            <a:xfrm>
              <a:off x="6095272" y="1737910"/>
              <a:ext cx="1620000" cy="70315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000" dirty="0"/>
            </a:p>
          </p:txBody>
        </p:sp>
        <p:sp>
          <p:nvSpPr>
            <p:cNvPr id="8" name="모서리가 둥근 직사각형 7"/>
            <p:cNvSpPr/>
            <p:nvPr/>
          </p:nvSpPr>
          <p:spPr>
            <a:xfrm>
              <a:off x="6166258" y="1847554"/>
              <a:ext cx="1440001" cy="71507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000" dirty="0"/>
            </a:p>
          </p:txBody>
        </p:sp>
        <p:sp>
          <p:nvSpPr>
            <p:cNvPr id="9" name="모서리가 둥근 직사각형 8"/>
            <p:cNvSpPr/>
            <p:nvPr/>
          </p:nvSpPr>
          <p:spPr>
            <a:xfrm>
              <a:off x="6310764" y="1958389"/>
              <a:ext cx="1199156" cy="71507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000" dirty="0"/>
            </a:p>
          </p:txBody>
        </p:sp>
        <p:sp>
          <p:nvSpPr>
            <p:cNvPr id="10" name="모서리가 둥근 직사각형 9"/>
            <p:cNvSpPr/>
            <p:nvPr/>
          </p:nvSpPr>
          <p:spPr>
            <a:xfrm>
              <a:off x="6544004" y="1403018"/>
              <a:ext cx="720000" cy="71507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000" dirty="0"/>
            </a:p>
          </p:txBody>
        </p:sp>
        <p:sp>
          <p:nvSpPr>
            <p:cNvPr id="11" name="모서리가 둥근 직사각형 10"/>
            <p:cNvSpPr/>
            <p:nvPr/>
          </p:nvSpPr>
          <p:spPr>
            <a:xfrm>
              <a:off x="6544004" y="2071609"/>
              <a:ext cx="720000" cy="71507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000" dirty="0"/>
            </a:p>
          </p:txBody>
        </p:sp>
      </p:grpSp>
      <p:sp>
        <p:nvSpPr>
          <p:cNvPr id="12" name="모서리가 둥근 직사각형 11"/>
          <p:cNvSpPr/>
          <p:nvPr/>
        </p:nvSpPr>
        <p:spPr>
          <a:xfrm>
            <a:off x="1083309" y="999977"/>
            <a:ext cx="2553971" cy="5072584"/>
          </a:xfrm>
          <a:prstGeom prst="roundRect">
            <a:avLst>
              <a:gd name="adj" fmla="val 5083"/>
            </a:avLst>
          </a:prstGeom>
          <a:noFill/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5764" tIns="47882" rIns="95764" bIns="47882" anchor="ctr"/>
          <a:lstStyle/>
          <a:p>
            <a:pPr algn="ctr">
              <a:defRPr/>
            </a:pPr>
            <a:endParaRPr lang="ko-KR" altLang="en-US" sz="1000" dirty="0"/>
          </a:p>
        </p:txBody>
      </p:sp>
      <p:sp>
        <p:nvSpPr>
          <p:cNvPr id="13" name="타원 12"/>
          <p:cNvSpPr/>
          <p:nvPr/>
        </p:nvSpPr>
        <p:spPr>
          <a:xfrm>
            <a:off x="1129793" y="5786514"/>
            <a:ext cx="185930" cy="183547"/>
          </a:xfrm>
          <a:prstGeom prst="ellipse">
            <a:avLst/>
          </a:prstGeom>
          <a:noFill/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5764" tIns="47882" rIns="95764" bIns="47882" anchor="ctr"/>
          <a:lstStyle/>
          <a:p>
            <a:pPr algn="ctr">
              <a:defRPr/>
            </a:pPr>
            <a:endParaRPr lang="ko-KR" altLang="en-US" sz="1000" dirty="0"/>
          </a:p>
        </p:txBody>
      </p:sp>
      <p:sp>
        <p:nvSpPr>
          <p:cNvPr id="14" name="타원 13"/>
          <p:cNvSpPr/>
          <p:nvPr/>
        </p:nvSpPr>
        <p:spPr>
          <a:xfrm>
            <a:off x="1151739" y="5810351"/>
            <a:ext cx="134284" cy="133489"/>
          </a:xfrm>
          <a:prstGeom prst="ellipse">
            <a:avLst/>
          </a:prstGeom>
          <a:noFill/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5764" tIns="47882" rIns="95764" bIns="47882" anchor="ctr"/>
          <a:lstStyle/>
          <a:p>
            <a:pPr algn="ctr">
              <a:defRPr/>
            </a:pPr>
            <a:endParaRPr lang="ko-KR" altLang="en-US" sz="1000" dirty="0"/>
          </a:p>
        </p:txBody>
      </p:sp>
      <p:grpSp>
        <p:nvGrpSpPr>
          <p:cNvPr id="15" name="그룹 22"/>
          <p:cNvGrpSpPr>
            <a:grpSpLocks/>
          </p:cNvGrpSpPr>
          <p:nvPr/>
        </p:nvGrpSpPr>
        <p:grpSpPr bwMode="auto">
          <a:xfrm>
            <a:off x="3404868" y="5786514"/>
            <a:ext cx="185930" cy="183547"/>
            <a:chOff x="3888660" y="5457670"/>
            <a:chExt cx="399600" cy="398988"/>
          </a:xfrm>
        </p:grpSpPr>
        <p:sp>
          <p:nvSpPr>
            <p:cNvPr id="16" name="타원 15"/>
            <p:cNvSpPr/>
            <p:nvPr/>
          </p:nvSpPr>
          <p:spPr>
            <a:xfrm>
              <a:off x="3888660" y="5457670"/>
              <a:ext cx="399600" cy="398988"/>
            </a:xfrm>
            <a:prstGeom prst="ellipse">
              <a:avLst/>
            </a:prstGeom>
            <a:noFill/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000" dirty="0"/>
            </a:p>
          </p:txBody>
        </p:sp>
        <p:sp>
          <p:nvSpPr>
            <p:cNvPr id="17" name="타원 16"/>
            <p:cNvSpPr/>
            <p:nvPr/>
          </p:nvSpPr>
          <p:spPr>
            <a:xfrm>
              <a:off x="3935834" y="5509487"/>
              <a:ext cx="288600" cy="284991"/>
            </a:xfrm>
            <a:prstGeom prst="ellipse">
              <a:avLst/>
            </a:prstGeom>
            <a:noFill/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000" dirty="0"/>
            </a:p>
          </p:txBody>
        </p:sp>
      </p:grpSp>
      <p:grpSp>
        <p:nvGrpSpPr>
          <p:cNvPr id="18" name="그룹 25"/>
          <p:cNvGrpSpPr>
            <a:grpSpLocks/>
          </p:cNvGrpSpPr>
          <p:nvPr/>
        </p:nvGrpSpPr>
        <p:grpSpPr bwMode="auto">
          <a:xfrm>
            <a:off x="1128500" y="1067913"/>
            <a:ext cx="187222" cy="185931"/>
            <a:chOff x="3888660" y="5457670"/>
            <a:chExt cx="399600" cy="398988"/>
          </a:xfrm>
        </p:grpSpPr>
        <p:sp>
          <p:nvSpPr>
            <p:cNvPr id="19" name="타원 18"/>
            <p:cNvSpPr/>
            <p:nvPr/>
          </p:nvSpPr>
          <p:spPr>
            <a:xfrm>
              <a:off x="3888660" y="5457670"/>
              <a:ext cx="399600" cy="398988"/>
            </a:xfrm>
            <a:prstGeom prst="ellipse">
              <a:avLst/>
            </a:prstGeom>
            <a:noFill/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000" dirty="0"/>
            </a:p>
          </p:txBody>
        </p:sp>
        <p:sp>
          <p:nvSpPr>
            <p:cNvPr id="20" name="타원 19"/>
            <p:cNvSpPr/>
            <p:nvPr/>
          </p:nvSpPr>
          <p:spPr>
            <a:xfrm>
              <a:off x="3941022" y="5508822"/>
              <a:ext cx="283852" cy="286453"/>
            </a:xfrm>
            <a:prstGeom prst="ellipse">
              <a:avLst/>
            </a:prstGeom>
            <a:noFill/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000" dirty="0"/>
            </a:p>
          </p:txBody>
        </p:sp>
      </p:grpSp>
      <p:grpSp>
        <p:nvGrpSpPr>
          <p:cNvPr id="21" name="그룹 28"/>
          <p:cNvGrpSpPr>
            <a:grpSpLocks/>
          </p:cNvGrpSpPr>
          <p:nvPr/>
        </p:nvGrpSpPr>
        <p:grpSpPr bwMode="auto">
          <a:xfrm>
            <a:off x="3404868" y="1067913"/>
            <a:ext cx="185930" cy="185931"/>
            <a:chOff x="3888660" y="5457670"/>
            <a:chExt cx="399600" cy="398988"/>
          </a:xfrm>
        </p:grpSpPr>
        <p:sp>
          <p:nvSpPr>
            <p:cNvPr id="22" name="타원 21"/>
            <p:cNvSpPr/>
            <p:nvPr/>
          </p:nvSpPr>
          <p:spPr>
            <a:xfrm>
              <a:off x="3888660" y="5457670"/>
              <a:ext cx="399600" cy="398988"/>
            </a:xfrm>
            <a:prstGeom prst="ellipse">
              <a:avLst/>
            </a:prstGeom>
            <a:noFill/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000" dirty="0"/>
            </a:p>
          </p:txBody>
        </p:sp>
        <p:sp>
          <p:nvSpPr>
            <p:cNvPr id="23" name="타원 22"/>
            <p:cNvSpPr/>
            <p:nvPr/>
          </p:nvSpPr>
          <p:spPr>
            <a:xfrm>
              <a:off x="3935834" y="5508822"/>
              <a:ext cx="288600" cy="286453"/>
            </a:xfrm>
            <a:prstGeom prst="ellipse">
              <a:avLst/>
            </a:prstGeom>
            <a:noFill/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000" dirty="0"/>
            </a:p>
          </p:txBody>
        </p:sp>
      </p:grpSp>
      <p:sp>
        <p:nvSpPr>
          <p:cNvPr id="24" name="타원 23"/>
          <p:cNvSpPr/>
          <p:nvPr/>
        </p:nvSpPr>
        <p:spPr>
          <a:xfrm>
            <a:off x="2389992" y="1822366"/>
            <a:ext cx="790206" cy="721079"/>
          </a:xfrm>
          <a:prstGeom prst="ellipse">
            <a:avLst/>
          </a:prstGeom>
          <a:noFill/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5764" tIns="47882" rIns="95764" bIns="47882" anchor="ctr"/>
          <a:lstStyle/>
          <a:p>
            <a:pPr algn="ctr">
              <a:defRPr/>
            </a:pPr>
            <a:endParaRPr lang="ko-KR" altLang="en-US" sz="1000" dirty="0"/>
          </a:p>
        </p:txBody>
      </p:sp>
      <p:sp>
        <p:nvSpPr>
          <p:cNvPr id="25" name="타원 24"/>
          <p:cNvSpPr/>
          <p:nvPr/>
        </p:nvSpPr>
        <p:spPr>
          <a:xfrm>
            <a:off x="2533313" y="1952279"/>
            <a:ext cx="497108" cy="452909"/>
          </a:xfrm>
          <a:prstGeom prst="ellipse">
            <a:avLst/>
          </a:prstGeom>
          <a:noFill/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5764" tIns="47882" rIns="95764" bIns="47882" anchor="ctr"/>
          <a:lstStyle/>
          <a:p>
            <a:pPr algn="ctr">
              <a:defRPr/>
            </a:pPr>
            <a:endParaRPr lang="ko-KR" altLang="en-US" sz="1000" dirty="0"/>
          </a:p>
        </p:txBody>
      </p:sp>
      <p:sp>
        <p:nvSpPr>
          <p:cNvPr id="26" name="타원 25"/>
          <p:cNvSpPr/>
          <p:nvPr/>
        </p:nvSpPr>
        <p:spPr>
          <a:xfrm>
            <a:off x="2615948" y="2022598"/>
            <a:ext cx="340874" cy="325379"/>
          </a:xfrm>
          <a:prstGeom prst="ellipse">
            <a:avLst/>
          </a:prstGeom>
          <a:noFill/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5764" tIns="47882" rIns="95764" bIns="47882" anchor="ctr"/>
          <a:lstStyle/>
          <a:p>
            <a:pPr algn="ctr">
              <a:defRPr/>
            </a:pPr>
            <a:endParaRPr lang="ko-KR" altLang="en-US" sz="1000" dirty="0"/>
          </a:p>
        </p:txBody>
      </p:sp>
      <p:sp>
        <p:nvSpPr>
          <p:cNvPr id="27" name="원형 화살표 26"/>
          <p:cNvSpPr/>
          <p:nvPr/>
        </p:nvSpPr>
        <p:spPr>
          <a:xfrm>
            <a:off x="2244088" y="1643584"/>
            <a:ext cx="1083307" cy="809277"/>
          </a:xfrm>
          <a:prstGeom prst="circularArrow">
            <a:avLst>
              <a:gd name="adj1" fmla="val 12500"/>
              <a:gd name="adj2" fmla="val 857001"/>
              <a:gd name="adj3" fmla="val 20457681"/>
              <a:gd name="adj4" fmla="val 11978827"/>
              <a:gd name="adj5" fmla="val 9664"/>
            </a:avLst>
          </a:prstGeom>
          <a:noFill/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5764" tIns="47882" rIns="95764" bIns="47882" anchor="ctr"/>
          <a:lstStyle/>
          <a:p>
            <a:pPr algn="ctr">
              <a:defRPr/>
            </a:pP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2321557" y="2643560"/>
            <a:ext cx="936113" cy="143024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5764" tIns="47882" rIns="95764" bIns="47882" anchor="ctr"/>
          <a:lstStyle/>
          <a:p>
            <a:pPr algn="ctr">
              <a:defRPr/>
            </a:pPr>
            <a:r>
              <a:rPr lang="en-US" altLang="ko-KR" sz="1100" dirty="0"/>
              <a:t>VOLUME</a:t>
            </a:r>
            <a:endParaRPr lang="ko-KR" altLang="en-US" sz="1100" dirty="0"/>
          </a:p>
        </p:txBody>
      </p:sp>
      <p:sp>
        <p:nvSpPr>
          <p:cNvPr id="29" name="직사각형 28"/>
          <p:cNvSpPr/>
          <p:nvPr/>
        </p:nvSpPr>
        <p:spPr>
          <a:xfrm>
            <a:off x="2778639" y="2429024"/>
            <a:ext cx="936113" cy="143024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5764" tIns="47882" rIns="95764" bIns="47882" anchor="ctr"/>
          <a:lstStyle/>
          <a:p>
            <a:pPr algn="ctr">
              <a:defRPr/>
            </a:pPr>
            <a:r>
              <a:rPr lang="en-US" altLang="ko-KR" sz="1100" dirty="0"/>
              <a:t>MAX</a:t>
            </a:r>
            <a:endParaRPr lang="ko-KR" altLang="en-US" sz="1100" dirty="0"/>
          </a:p>
        </p:txBody>
      </p:sp>
      <p:sp>
        <p:nvSpPr>
          <p:cNvPr id="30" name="직사각형 29"/>
          <p:cNvSpPr/>
          <p:nvPr/>
        </p:nvSpPr>
        <p:spPr>
          <a:xfrm>
            <a:off x="1858021" y="2429024"/>
            <a:ext cx="934821" cy="143024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5764" tIns="47882" rIns="95764" bIns="47882" anchor="ctr"/>
          <a:lstStyle/>
          <a:p>
            <a:pPr algn="ctr">
              <a:defRPr/>
            </a:pPr>
            <a:r>
              <a:rPr lang="en-US" altLang="ko-KR" sz="1100" dirty="0"/>
              <a:t>MIN</a:t>
            </a:r>
            <a:endParaRPr lang="ko-KR" altLang="en-US" sz="1100" dirty="0"/>
          </a:p>
        </p:txBody>
      </p:sp>
      <p:grpSp>
        <p:nvGrpSpPr>
          <p:cNvPr id="31" name="그룹 43"/>
          <p:cNvGrpSpPr>
            <a:grpSpLocks/>
          </p:cNvGrpSpPr>
          <p:nvPr/>
        </p:nvGrpSpPr>
        <p:grpSpPr bwMode="auto">
          <a:xfrm>
            <a:off x="2631443" y="1382567"/>
            <a:ext cx="309885" cy="189507"/>
            <a:chOff x="2000232" y="1285860"/>
            <a:chExt cx="285752" cy="188595"/>
          </a:xfrm>
        </p:grpSpPr>
        <p:sp>
          <p:nvSpPr>
            <p:cNvPr id="32" name="모서리가 둥근 직사각형 31"/>
            <p:cNvSpPr/>
            <p:nvPr/>
          </p:nvSpPr>
          <p:spPr>
            <a:xfrm>
              <a:off x="2038332" y="1285860"/>
              <a:ext cx="190501" cy="46259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000" dirty="0"/>
            </a:p>
          </p:txBody>
        </p:sp>
        <p:sp>
          <p:nvSpPr>
            <p:cNvPr id="33" name="모서리가 둥근 직사각형 32"/>
            <p:cNvSpPr/>
            <p:nvPr/>
          </p:nvSpPr>
          <p:spPr>
            <a:xfrm>
              <a:off x="2000232" y="1357028"/>
              <a:ext cx="285752" cy="46259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000" dirty="0"/>
            </a:p>
          </p:txBody>
        </p:sp>
        <p:sp>
          <p:nvSpPr>
            <p:cNvPr id="34" name="모서리가 둥근 직사각형 33"/>
            <p:cNvSpPr/>
            <p:nvPr/>
          </p:nvSpPr>
          <p:spPr>
            <a:xfrm>
              <a:off x="2038332" y="1428196"/>
              <a:ext cx="190501" cy="46259"/>
            </a:xfrm>
            <a:prstGeom prst="roundRect">
              <a:avLst/>
            </a:prstGeom>
            <a:ln>
              <a:noFill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1000" dirty="0"/>
            </a:p>
          </p:txBody>
        </p:sp>
      </p:grpSp>
      <p:sp>
        <p:nvSpPr>
          <p:cNvPr id="35" name="타원 34"/>
          <p:cNvSpPr/>
          <p:nvPr/>
        </p:nvSpPr>
        <p:spPr>
          <a:xfrm>
            <a:off x="1938075" y="3258563"/>
            <a:ext cx="770839" cy="699626"/>
          </a:xfrm>
          <a:prstGeom prst="ellipse">
            <a:avLst/>
          </a:prstGeom>
          <a:noFill/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5764" tIns="47882" rIns="95764" bIns="47882" anchor="ctr"/>
          <a:lstStyle/>
          <a:p>
            <a:pPr algn="ctr">
              <a:defRPr/>
            </a:pPr>
            <a:endParaRPr lang="ko-KR" altLang="en-US" sz="1000" dirty="0"/>
          </a:p>
        </p:txBody>
      </p:sp>
      <p:sp>
        <p:nvSpPr>
          <p:cNvPr id="36" name="타원 35"/>
          <p:cNvSpPr/>
          <p:nvPr/>
        </p:nvSpPr>
        <p:spPr>
          <a:xfrm>
            <a:off x="1963897" y="3291935"/>
            <a:ext cx="703699" cy="638841"/>
          </a:xfrm>
          <a:prstGeom prst="ellipse">
            <a:avLst/>
          </a:prstGeom>
          <a:noFill/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5764" tIns="47882" rIns="95764" bIns="47882" anchor="ctr"/>
          <a:lstStyle/>
          <a:p>
            <a:pPr algn="ctr">
              <a:defRPr/>
            </a:pPr>
            <a:endParaRPr lang="ko-KR" altLang="en-US" sz="1000" dirty="0"/>
          </a:p>
        </p:txBody>
      </p:sp>
      <p:pic>
        <p:nvPicPr>
          <p:cNvPr id="37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6642" y="3500512"/>
            <a:ext cx="232414" cy="357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8" name="그룹 120"/>
          <p:cNvGrpSpPr>
            <a:grpSpLocks/>
          </p:cNvGrpSpPr>
          <p:nvPr/>
        </p:nvGrpSpPr>
        <p:grpSpPr bwMode="auto">
          <a:xfrm>
            <a:off x="1393194" y="4071417"/>
            <a:ext cx="1934201" cy="1572072"/>
            <a:chOff x="3286116" y="2428868"/>
            <a:chExt cx="4143404" cy="3643338"/>
          </a:xfrm>
        </p:grpSpPr>
        <p:grpSp>
          <p:nvGrpSpPr>
            <p:cNvPr id="39" name="그룹 86"/>
            <p:cNvGrpSpPr>
              <a:grpSpLocks/>
            </p:cNvGrpSpPr>
            <p:nvPr/>
          </p:nvGrpSpPr>
          <p:grpSpPr bwMode="auto">
            <a:xfrm>
              <a:off x="3581392" y="2795582"/>
              <a:ext cx="1144800" cy="1143008"/>
              <a:chOff x="1866880" y="1223946"/>
              <a:chExt cx="1144800" cy="1143008"/>
            </a:xfrm>
          </p:grpSpPr>
          <p:sp>
            <p:nvSpPr>
              <p:cNvPr id="69" name="타원 68"/>
              <p:cNvSpPr/>
              <p:nvPr/>
            </p:nvSpPr>
            <p:spPr>
              <a:xfrm>
                <a:off x="1867561" y="1224605"/>
                <a:ext cx="1145107" cy="1143549"/>
              </a:xfrm>
              <a:prstGeom prst="ellipse">
                <a:avLst/>
              </a:prstGeom>
              <a:noFill/>
              <a:ln w="31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 sz="600" dirty="0"/>
              </a:p>
            </p:txBody>
          </p:sp>
          <p:sp>
            <p:nvSpPr>
              <p:cNvPr id="70" name="타원 69"/>
              <p:cNvSpPr/>
              <p:nvPr/>
            </p:nvSpPr>
            <p:spPr>
              <a:xfrm>
                <a:off x="1928412" y="1274325"/>
                <a:ext cx="1042767" cy="1041347"/>
              </a:xfrm>
              <a:prstGeom prst="ellipse">
                <a:avLst/>
              </a:prstGeom>
              <a:noFill/>
              <a:ln w="31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 sz="600" dirty="0"/>
              </a:p>
            </p:txBody>
          </p:sp>
          <p:sp>
            <p:nvSpPr>
              <p:cNvPr id="71" name="타원 70"/>
              <p:cNvSpPr/>
              <p:nvPr/>
            </p:nvSpPr>
            <p:spPr>
              <a:xfrm>
                <a:off x="2072242" y="1431769"/>
                <a:ext cx="721916" cy="718171"/>
              </a:xfrm>
              <a:prstGeom prst="ellipse">
                <a:avLst/>
              </a:prstGeom>
              <a:noFill/>
              <a:ln w="31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 sz="600" dirty="0"/>
              </a:p>
            </p:txBody>
          </p:sp>
        </p:grpSp>
        <p:grpSp>
          <p:nvGrpSpPr>
            <p:cNvPr id="40" name="그룹 90"/>
            <p:cNvGrpSpPr>
              <a:grpSpLocks/>
            </p:cNvGrpSpPr>
            <p:nvPr/>
          </p:nvGrpSpPr>
          <p:grpSpPr bwMode="auto">
            <a:xfrm>
              <a:off x="4784522" y="2796816"/>
              <a:ext cx="1144800" cy="1143008"/>
              <a:chOff x="1866880" y="1223946"/>
              <a:chExt cx="1144800" cy="1143008"/>
            </a:xfrm>
          </p:grpSpPr>
          <p:sp>
            <p:nvSpPr>
              <p:cNvPr id="66" name="타원 65"/>
              <p:cNvSpPr/>
              <p:nvPr/>
            </p:nvSpPr>
            <p:spPr>
              <a:xfrm>
                <a:off x="1867622" y="1223372"/>
                <a:ext cx="1145107" cy="1146310"/>
              </a:xfrm>
              <a:prstGeom prst="ellipse">
                <a:avLst/>
              </a:prstGeom>
              <a:noFill/>
              <a:ln w="31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 sz="600" dirty="0"/>
              </a:p>
            </p:txBody>
          </p:sp>
          <p:sp>
            <p:nvSpPr>
              <p:cNvPr id="67" name="타원 66"/>
              <p:cNvSpPr/>
              <p:nvPr/>
            </p:nvSpPr>
            <p:spPr>
              <a:xfrm>
                <a:off x="1931238" y="1270328"/>
                <a:ext cx="1042767" cy="1046873"/>
              </a:xfrm>
              <a:prstGeom prst="ellipse">
                <a:avLst/>
              </a:prstGeom>
              <a:noFill/>
              <a:ln w="31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 sz="600" dirty="0"/>
              </a:p>
            </p:txBody>
          </p:sp>
          <p:sp>
            <p:nvSpPr>
              <p:cNvPr id="68" name="타원 67"/>
              <p:cNvSpPr/>
              <p:nvPr/>
            </p:nvSpPr>
            <p:spPr>
              <a:xfrm>
                <a:off x="2075068" y="1430536"/>
                <a:ext cx="721916" cy="720934"/>
              </a:xfrm>
              <a:prstGeom prst="ellipse">
                <a:avLst/>
              </a:prstGeom>
              <a:noFill/>
              <a:ln w="31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 sz="600" dirty="0"/>
              </a:p>
            </p:txBody>
          </p:sp>
        </p:grpSp>
        <p:grpSp>
          <p:nvGrpSpPr>
            <p:cNvPr id="41" name="그룹 94"/>
            <p:cNvGrpSpPr>
              <a:grpSpLocks/>
            </p:cNvGrpSpPr>
            <p:nvPr/>
          </p:nvGrpSpPr>
          <p:grpSpPr bwMode="auto">
            <a:xfrm>
              <a:off x="5998968" y="2796816"/>
              <a:ext cx="1144800" cy="1143008"/>
              <a:chOff x="1866880" y="1223946"/>
              <a:chExt cx="1144800" cy="1143008"/>
            </a:xfrm>
          </p:grpSpPr>
          <p:sp>
            <p:nvSpPr>
              <p:cNvPr id="63" name="타원 62"/>
              <p:cNvSpPr/>
              <p:nvPr/>
            </p:nvSpPr>
            <p:spPr>
              <a:xfrm>
                <a:off x="1870197" y="1223372"/>
                <a:ext cx="1139575" cy="1146310"/>
              </a:xfrm>
              <a:prstGeom prst="ellipse">
                <a:avLst/>
              </a:prstGeom>
              <a:noFill/>
              <a:ln w="31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 sz="600" dirty="0"/>
              </a:p>
            </p:txBody>
          </p:sp>
          <p:sp>
            <p:nvSpPr>
              <p:cNvPr id="64" name="타원 63"/>
              <p:cNvSpPr/>
              <p:nvPr/>
            </p:nvSpPr>
            <p:spPr>
              <a:xfrm>
                <a:off x="1931048" y="1270328"/>
                <a:ext cx="1040000" cy="1046873"/>
              </a:xfrm>
              <a:prstGeom prst="ellipse">
                <a:avLst/>
              </a:prstGeom>
              <a:noFill/>
              <a:ln w="31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 sz="600" dirty="0"/>
              </a:p>
            </p:txBody>
          </p:sp>
          <p:sp>
            <p:nvSpPr>
              <p:cNvPr id="65" name="타원 64"/>
              <p:cNvSpPr/>
              <p:nvPr/>
            </p:nvSpPr>
            <p:spPr>
              <a:xfrm>
                <a:off x="2074878" y="1430536"/>
                <a:ext cx="719149" cy="720934"/>
              </a:xfrm>
              <a:prstGeom prst="ellipse">
                <a:avLst/>
              </a:prstGeom>
              <a:noFill/>
              <a:ln w="31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 sz="600" dirty="0"/>
              </a:p>
            </p:txBody>
          </p:sp>
        </p:grpSp>
        <p:sp>
          <p:nvSpPr>
            <p:cNvPr id="42" name="직사각형 41"/>
            <p:cNvSpPr/>
            <p:nvPr/>
          </p:nvSpPr>
          <p:spPr>
            <a:xfrm>
              <a:off x="3573776" y="4000559"/>
              <a:ext cx="1142339" cy="212688"/>
            </a:xfrm>
            <a:prstGeom prst="rect">
              <a:avLst/>
            </a:prstGeom>
            <a:noFill/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600" dirty="0"/>
                <a:t>INT</a:t>
              </a:r>
              <a:endParaRPr lang="ko-KR" altLang="en-US" sz="600" dirty="0"/>
            </a:p>
          </p:txBody>
        </p:sp>
        <p:sp>
          <p:nvSpPr>
            <p:cNvPr id="43" name="직사각형 42"/>
            <p:cNvSpPr/>
            <p:nvPr/>
          </p:nvSpPr>
          <p:spPr>
            <a:xfrm>
              <a:off x="4785265" y="4000559"/>
              <a:ext cx="1145106" cy="212688"/>
            </a:xfrm>
            <a:prstGeom prst="rect">
              <a:avLst/>
            </a:prstGeom>
            <a:noFill/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600" dirty="0"/>
                <a:t>EXT</a:t>
              </a:r>
              <a:endParaRPr lang="ko-KR" altLang="en-US" sz="600" dirty="0"/>
            </a:p>
          </p:txBody>
        </p:sp>
        <p:sp>
          <p:nvSpPr>
            <p:cNvPr id="44" name="직사각형 43"/>
            <p:cNvSpPr/>
            <p:nvPr/>
          </p:nvSpPr>
          <p:spPr>
            <a:xfrm>
              <a:off x="5999519" y="4000559"/>
              <a:ext cx="1142341" cy="212688"/>
            </a:xfrm>
            <a:prstGeom prst="rect">
              <a:avLst/>
            </a:prstGeom>
            <a:noFill/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600" dirty="0"/>
                <a:t>BOTH</a:t>
              </a:r>
              <a:endParaRPr lang="ko-KR" altLang="en-US" sz="600" dirty="0"/>
            </a:p>
          </p:txBody>
        </p:sp>
        <p:grpSp>
          <p:nvGrpSpPr>
            <p:cNvPr id="45" name="그룹 101"/>
            <p:cNvGrpSpPr>
              <a:grpSpLocks/>
            </p:cNvGrpSpPr>
            <p:nvPr/>
          </p:nvGrpSpPr>
          <p:grpSpPr bwMode="auto">
            <a:xfrm>
              <a:off x="3581392" y="4429132"/>
              <a:ext cx="1144800" cy="1143008"/>
              <a:chOff x="1866880" y="1223946"/>
              <a:chExt cx="1144800" cy="1143008"/>
            </a:xfrm>
          </p:grpSpPr>
          <p:sp>
            <p:nvSpPr>
              <p:cNvPr id="60" name="타원 59"/>
              <p:cNvSpPr/>
              <p:nvPr/>
            </p:nvSpPr>
            <p:spPr>
              <a:xfrm>
                <a:off x="1867561" y="1226276"/>
                <a:ext cx="1145107" cy="1140786"/>
              </a:xfrm>
              <a:prstGeom prst="ellipse">
                <a:avLst/>
              </a:prstGeom>
              <a:noFill/>
              <a:ln w="31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 sz="600" dirty="0"/>
              </a:p>
            </p:txBody>
          </p:sp>
          <p:sp>
            <p:nvSpPr>
              <p:cNvPr id="61" name="타원 60"/>
              <p:cNvSpPr/>
              <p:nvPr/>
            </p:nvSpPr>
            <p:spPr>
              <a:xfrm>
                <a:off x="1928412" y="1273232"/>
                <a:ext cx="1042767" cy="1041349"/>
              </a:xfrm>
              <a:prstGeom prst="ellipse">
                <a:avLst/>
              </a:prstGeom>
              <a:noFill/>
              <a:ln w="31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 sz="600" dirty="0"/>
              </a:p>
            </p:txBody>
          </p:sp>
          <p:sp>
            <p:nvSpPr>
              <p:cNvPr id="62" name="타원 61"/>
              <p:cNvSpPr/>
              <p:nvPr/>
            </p:nvSpPr>
            <p:spPr>
              <a:xfrm>
                <a:off x="2072242" y="1430678"/>
                <a:ext cx="721916" cy="718171"/>
              </a:xfrm>
              <a:prstGeom prst="ellipse">
                <a:avLst/>
              </a:prstGeom>
              <a:noFill/>
              <a:ln w="31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 sz="600" dirty="0"/>
              </a:p>
            </p:txBody>
          </p:sp>
        </p:grpSp>
        <p:grpSp>
          <p:nvGrpSpPr>
            <p:cNvPr id="46" name="그룹 105"/>
            <p:cNvGrpSpPr>
              <a:grpSpLocks/>
            </p:cNvGrpSpPr>
            <p:nvPr/>
          </p:nvGrpSpPr>
          <p:grpSpPr bwMode="auto">
            <a:xfrm>
              <a:off x="4784522" y="4430366"/>
              <a:ext cx="1144800" cy="1143008"/>
              <a:chOff x="1866880" y="1223946"/>
              <a:chExt cx="1144800" cy="1143008"/>
            </a:xfrm>
          </p:grpSpPr>
          <p:sp>
            <p:nvSpPr>
              <p:cNvPr id="57" name="타원 56"/>
              <p:cNvSpPr/>
              <p:nvPr/>
            </p:nvSpPr>
            <p:spPr>
              <a:xfrm>
                <a:off x="1867622" y="1225040"/>
                <a:ext cx="1145107" cy="1138025"/>
              </a:xfrm>
              <a:prstGeom prst="ellipse">
                <a:avLst/>
              </a:prstGeom>
              <a:noFill/>
              <a:ln w="31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 sz="600" dirty="0"/>
              </a:p>
            </p:txBody>
          </p:sp>
          <p:sp>
            <p:nvSpPr>
              <p:cNvPr id="58" name="타원 57"/>
              <p:cNvSpPr/>
              <p:nvPr/>
            </p:nvSpPr>
            <p:spPr>
              <a:xfrm>
                <a:off x="1931238" y="1271997"/>
                <a:ext cx="1042767" cy="1041349"/>
              </a:xfrm>
              <a:prstGeom prst="ellipse">
                <a:avLst/>
              </a:prstGeom>
              <a:noFill/>
              <a:ln w="31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 sz="600" dirty="0"/>
              </a:p>
            </p:txBody>
          </p:sp>
          <p:sp>
            <p:nvSpPr>
              <p:cNvPr id="59" name="타원 58"/>
              <p:cNvSpPr/>
              <p:nvPr/>
            </p:nvSpPr>
            <p:spPr>
              <a:xfrm>
                <a:off x="2075068" y="1432204"/>
                <a:ext cx="721916" cy="715410"/>
              </a:xfrm>
              <a:prstGeom prst="ellipse">
                <a:avLst/>
              </a:prstGeom>
              <a:noFill/>
              <a:ln w="31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 sz="600" dirty="0"/>
              </a:p>
            </p:txBody>
          </p:sp>
        </p:grpSp>
        <p:grpSp>
          <p:nvGrpSpPr>
            <p:cNvPr id="47" name="그룹 109"/>
            <p:cNvGrpSpPr>
              <a:grpSpLocks/>
            </p:cNvGrpSpPr>
            <p:nvPr/>
          </p:nvGrpSpPr>
          <p:grpSpPr bwMode="auto">
            <a:xfrm>
              <a:off x="5998968" y="4430366"/>
              <a:ext cx="1144800" cy="1143008"/>
              <a:chOff x="1866880" y="1223946"/>
              <a:chExt cx="1144800" cy="1143008"/>
            </a:xfrm>
          </p:grpSpPr>
          <p:sp>
            <p:nvSpPr>
              <p:cNvPr id="54" name="타원 53"/>
              <p:cNvSpPr/>
              <p:nvPr/>
            </p:nvSpPr>
            <p:spPr>
              <a:xfrm>
                <a:off x="1870197" y="1225040"/>
                <a:ext cx="1139575" cy="1138025"/>
              </a:xfrm>
              <a:prstGeom prst="ellipse">
                <a:avLst/>
              </a:prstGeom>
              <a:noFill/>
              <a:ln w="31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 sz="600" dirty="0"/>
              </a:p>
            </p:txBody>
          </p:sp>
          <p:sp>
            <p:nvSpPr>
              <p:cNvPr id="55" name="타원 54"/>
              <p:cNvSpPr/>
              <p:nvPr/>
            </p:nvSpPr>
            <p:spPr>
              <a:xfrm>
                <a:off x="1931048" y="1271997"/>
                <a:ext cx="1040000" cy="1041349"/>
              </a:xfrm>
              <a:prstGeom prst="ellipse">
                <a:avLst/>
              </a:prstGeom>
              <a:noFill/>
              <a:ln w="31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 sz="600" dirty="0"/>
              </a:p>
            </p:txBody>
          </p:sp>
          <p:sp>
            <p:nvSpPr>
              <p:cNvPr id="56" name="타원 55"/>
              <p:cNvSpPr/>
              <p:nvPr/>
            </p:nvSpPr>
            <p:spPr>
              <a:xfrm>
                <a:off x="2074878" y="1432204"/>
                <a:ext cx="719149" cy="715410"/>
              </a:xfrm>
              <a:prstGeom prst="ellipse">
                <a:avLst/>
              </a:prstGeom>
              <a:noFill/>
              <a:ln w="31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 sz="600" dirty="0"/>
              </a:p>
            </p:txBody>
          </p:sp>
        </p:grpSp>
        <p:sp>
          <p:nvSpPr>
            <p:cNvPr id="48" name="직사각형 47"/>
            <p:cNvSpPr/>
            <p:nvPr/>
          </p:nvSpPr>
          <p:spPr>
            <a:xfrm>
              <a:off x="3573776" y="5633016"/>
              <a:ext cx="1142339" cy="215451"/>
            </a:xfrm>
            <a:prstGeom prst="rect">
              <a:avLst/>
            </a:prstGeom>
            <a:noFill/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600" dirty="0"/>
                <a:t>IC</a:t>
              </a:r>
              <a:endParaRPr lang="ko-KR" altLang="en-US" sz="600" dirty="0"/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785265" y="5633016"/>
              <a:ext cx="1145106" cy="215451"/>
            </a:xfrm>
            <a:prstGeom prst="rect">
              <a:avLst/>
            </a:prstGeom>
            <a:noFill/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600" dirty="0"/>
                <a:t>PEI</a:t>
              </a:r>
              <a:endParaRPr lang="ko-KR" altLang="en-US" sz="600" dirty="0"/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5999519" y="5633016"/>
              <a:ext cx="1142341" cy="215451"/>
            </a:xfrm>
            <a:prstGeom prst="rect">
              <a:avLst/>
            </a:prstGeom>
            <a:noFill/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600" dirty="0"/>
                <a:t>CANCEL</a:t>
              </a:r>
              <a:endParaRPr lang="ko-KR" altLang="en-US" sz="600" dirty="0"/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5999519" y="5859516"/>
              <a:ext cx="1142341" cy="212690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600" dirty="0"/>
            </a:p>
          </p:txBody>
        </p:sp>
        <p:sp>
          <p:nvSpPr>
            <p:cNvPr id="52" name="모서리가 둥근 직사각형 51"/>
            <p:cNvSpPr/>
            <p:nvPr/>
          </p:nvSpPr>
          <p:spPr>
            <a:xfrm>
              <a:off x="3286116" y="2572502"/>
              <a:ext cx="4143404" cy="1784379"/>
            </a:xfrm>
            <a:prstGeom prst="roundRect">
              <a:avLst/>
            </a:prstGeom>
            <a:noFill/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600" dirty="0"/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500370" y="2428868"/>
              <a:ext cx="1571064" cy="287268"/>
            </a:xfrm>
            <a:prstGeom prst="rect">
              <a:avLst/>
            </a:prstGeom>
            <a:solidFill>
              <a:schemeClr val="bg1"/>
            </a:solidFill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600" dirty="0"/>
                <a:t>SPEAKER</a:t>
              </a:r>
              <a:endParaRPr lang="ko-KR" altLang="en-US" sz="600" dirty="0"/>
            </a:p>
          </p:txBody>
        </p:sp>
      </p:grpSp>
      <p:sp>
        <p:nvSpPr>
          <p:cNvPr id="72" name="Rectangle 131"/>
          <p:cNvSpPr>
            <a:spLocks noChangeArrowheads="1"/>
          </p:cNvSpPr>
          <p:nvPr/>
        </p:nvSpPr>
        <p:spPr bwMode="auto">
          <a:xfrm>
            <a:off x="0" y="2"/>
            <a:ext cx="3327393" cy="476746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lIns="95764" tIns="47882" rIns="95764" bIns="47882"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</a:rPr>
              <a:t>Diagram 4.5.2.2-A(48P)</a:t>
            </a:r>
            <a:endParaRPr lang="ko-KR" altLang="ko-K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54128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131"/>
          <p:cNvSpPr>
            <a:spLocks noChangeArrowheads="1"/>
          </p:cNvSpPr>
          <p:nvPr/>
        </p:nvSpPr>
        <p:spPr bwMode="auto">
          <a:xfrm>
            <a:off x="0" y="2"/>
            <a:ext cx="3327393" cy="476746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lIns="95764" tIns="47882" rIns="95764" bIns="47882"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</a:rPr>
              <a:t>Diagram 4.5.2.3-A(49P)</a:t>
            </a:r>
            <a:endParaRPr lang="ko-KR" altLang="ko-KR" dirty="0">
              <a:solidFill>
                <a:schemeClr val="tx1"/>
              </a:solidFill>
            </a:endParaRPr>
          </a:p>
        </p:txBody>
      </p:sp>
      <p:pic>
        <p:nvPicPr>
          <p:cNvPr id="2050" name="Picture 2" descr="J:\PEI1 P1.bmp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523" t="19744" r="23280" b="21865"/>
          <a:stretch/>
        </p:blipFill>
        <p:spPr bwMode="auto">
          <a:xfrm>
            <a:off x="1945129" y="2217972"/>
            <a:ext cx="5194631" cy="2334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59484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56"/>
          <p:cNvGrpSpPr>
            <a:grpSpLocks/>
          </p:cNvGrpSpPr>
          <p:nvPr/>
        </p:nvGrpSpPr>
        <p:grpSpPr bwMode="auto">
          <a:xfrm>
            <a:off x="1146578" y="996402"/>
            <a:ext cx="7672243" cy="5207486"/>
            <a:chOff x="617042" y="479403"/>
            <a:chExt cx="11830545" cy="8986906"/>
          </a:xfrm>
        </p:grpSpPr>
        <p:sp>
          <p:nvSpPr>
            <p:cNvPr id="3" name="Rectangle 159"/>
            <p:cNvSpPr>
              <a:spLocks noChangeArrowheads="1"/>
            </p:cNvSpPr>
            <p:nvPr/>
          </p:nvSpPr>
          <p:spPr bwMode="auto">
            <a:xfrm rot="10800000" flipV="1">
              <a:off x="994112" y="821723"/>
              <a:ext cx="7197388" cy="7072915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 defTabSz="957480"/>
              <a:endParaRPr lang="en-US" altLang="ko-KR" sz="1000">
                <a:latin typeface="Arial" charset="0"/>
                <a:cs typeface="Arial" charset="0"/>
              </a:endParaRPr>
            </a:p>
            <a:p>
              <a:pPr algn="ctr" defTabSz="957480"/>
              <a:endParaRPr lang="en-US" altLang="ko-KR" sz="1000">
                <a:latin typeface="Arial" charset="0"/>
                <a:cs typeface="Arial" charset="0"/>
              </a:endParaRPr>
            </a:p>
            <a:p>
              <a:pPr algn="ctr" defTabSz="957480"/>
              <a:endParaRPr lang="en-US" altLang="ko-KR" sz="1000">
                <a:latin typeface="Arial" charset="0"/>
                <a:cs typeface="Arial" charset="0"/>
              </a:endParaRPr>
            </a:p>
            <a:p>
              <a:pPr algn="ctr" defTabSz="957480"/>
              <a:endParaRPr lang="en-US" altLang="ko-KR" sz="1000">
                <a:latin typeface="Arial" charset="0"/>
                <a:cs typeface="Arial" charset="0"/>
              </a:endParaRPr>
            </a:p>
            <a:p>
              <a:pPr algn="ctr" defTabSz="957480"/>
              <a:endParaRPr lang="en-US" altLang="ko-KR" sz="1000">
                <a:latin typeface="Arial" charset="0"/>
                <a:cs typeface="Arial" charset="0"/>
              </a:endParaRPr>
            </a:p>
            <a:p>
              <a:pPr algn="ctr" defTabSz="957480"/>
              <a:endParaRPr lang="en-US" altLang="ko-KR" sz="1000">
                <a:latin typeface="Arial" charset="0"/>
                <a:cs typeface="Arial" charset="0"/>
              </a:endParaRPr>
            </a:p>
            <a:p>
              <a:pPr algn="ctr" defTabSz="957480"/>
              <a:endParaRPr lang="en-US" altLang="ko-KR" sz="1000">
                <a:latin typeface="Arial" charset="0"/>
                <a:cs typeface="Arial" charset="0"/>
              </a:endParaRPr>
            </a:p>
            <a:p>
              <a:pPr algn="ctr" defTabSz="957480"/>
              <a:endParaRPr lang="en-US" altLang="ko-KR" sz="1000">
                <a:latin typeface="Arial" charset="0"/>
                <a:cs typeface="Arial" charset="0"/>
              </a:endParaRPr>
            </a:p>
            <a:p>
              <a:pPr algn="ctr" defTabSz="957480"/>
              <a:endParaRPr lang="en-US" altLang="ko-KR" sz="1000">
                <a:latin typeface="Arial" charset="0"/>
                <a:cs typeface="Arial" charset="0"/>
              </a:endParaRPr>
            </a:p>
            <a:p>
              <a:pPr algn="ctr" defTabSz="957480"/>
              <a:endParaRPr lang="en-US" altLang="ko-KR" sz="1000">
                <a:latin typeface="Arial" charset="0"/>
                <a:cs typeface="Arial" charset="0"/>
              </a:endParaRPr>
            </a:p>
            <a:p>
              <a:pPr algn="ctr" defTabSz="957480"/>
              <a:endParaRPr lang="en-US" altLang="ko-KR" sz="1000">
                <a:latin typeface="Arial" charset="0"/>
                <a:cs typeface="Arial" charset="0"/>
              </a:endParaRPr>
            </a:p>
          </p:txBody>
        </p:sp>
        <p:sp>
          <p:nvSpPr>
            <p:cNvPr id="4" name="Rounded Rectangle 296"/>
            <p:cNvSpPr/>
            <p:nvPr/>
          </p:nvSpPr>
          <p:spPr bwMode="auto">
            <a:xfrm rot="10800000">
              <a:off x="5976824" y="7976744"/>
              <a:ext cx="1397685" cy="643804"/>
            </a:xfrm>
            <a:prstGeom prst="roundRect">
              <a:avLst/>
            </a:prstGeom>
            <a:solidFill>
              <a:schemeClr val="bg1">
                <a:lumMod val="95000"/>
                <a:alpha val="50000"/>
              </a:schemeClr>
            </a:solidFill>
            <a:ln w="1905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defTabSz="957480">
                <a:defRPr/>
              </a:pPr>
              <a:endParaRPr lang="en-US">
                <a:latin typeface="굴림" charset="-127"/>
                <a:ea typeface="굴림" charset="-127"/>
              </a:endParaRPr>
            </a:p>
          </p:txBody>
        </p:sp>
        <p:sp>
          <p:nvSpPr>
            <p:cNvPr id="5" name="Rectangle 4"/>
            <p:cNvSpPr>
              <a:spLocks noChangeArrowheads="1"/>
            </p:cNvSpPr>
            <p:nvPr/>
          </p:nvSpPr>
          <p:spPr bwMode="auto">
            <a:xfrm>
              <a:off x="617042" y="894830"/>
              <a:ext cx="1257796" cy="6120334"/>
            </a:xfrm>
            <a:prstGeom prst="rect">
              <a:avLst/>
            </a:prstGeom>
            <a:solidFill>
              <a:srgbClr val="FFCC99">
                <a:alpha val="50195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defTabSz="957480"/>
              <a:endParaRPr lang="en-US" altLang="ko-KR"/>
            </a:p>
            <a:p>
              <a:pPr algn="ctr" defTabSz="957480"/>
              <a:endParaRPr lang="en-US" altLang="ko-KR"/>
            </a:p>
            <a:p>
              <a:pPr algn="ctr" defTabSz="957480"/>
              <a:endParaRPr lang="en-US" altLang="ko-KR"/>
            </a:p>
            <a:p>
              <a:pPr algn="ctr" defTabSz="957480"/>
              <a:endParaRPr lang="en-US" altLang="ko-KR"/>
            </a:p>
          </p:txBody>
        </p:sp>
        <p:sp>
          <p:nvSpPr>
            <p:cNvPr id="6" name="Rectangle 126"/>
            <p:cNvSpPr>
              <a:spLocks noChangeArrowheads="1"/>
            </p:cNvSpPr>
            <p:nvPr/>
          </p:nvSpPr>
          <p:spPr bwMode="auto">
            <a:xfrm>
              <a:off x="9141600" y="8882044"/>
              <a:ext cx="3305987" cy="5842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r>
                <a:rPr lang="en-US" altLang="ko-KR" sz="800">
                  <a:latin typeface="Arial" charset="0"/>
                  <a:cs typeface="Arial" charset="0"/>
                </a:rPr>
                <a:t>PA Controller Block Diagram-R01 - 20110228.ppt</a:t>
              </a:r>
            </a:p>
          </p:txBody>
        </p:sp>
        <p:sp>
          <p:nvSpPr>
            <p:cNvPr id="7" name="Rectangle 159"/>
            <p:cNvSpPr>
              <a:spLocks noChangeArrowheads="1"/>
            </p:cNvSpPr>
            <p:nvPr/>
          </p:nvSpPr>
          <p:spPr bwMode="auto">
            <a:xfrm rot="10800000" flipV="1">
              <a:off x="8398805" y="821723"/>
              <a:ext cx="3455057" cy="7069740"/>
            </a:xfrm>
            <a:prstGeom prst="rect">
              <a:avLst/>
            </a:prstGeom>
            <a:solidFill>
              <a:srgbClr val="FFFF99">
                <a:alpha val="50195"/>
              </a:srgbClr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 defTabSz="957480"/>
              <a:endParaRPr lang="en-US" altLang="ko-KR" sz="1000">
                <a:latin typeface="Arial" charset="0"/>
                <a:cs typeface="Arial" charset="0"/>
              </a:endParaRPr>
            </a:p>
            <a:p>
              <a:pPr algn="ctr" defTabSz="957480"/>
              <a:endParaRPr lang="en-US" altLang="ko-KR" sz="1000">
                <a:latin typeface="Arial" charset="0"/>
                <a:cs typeface="Arial" charset="0"/>
              </a:endParaRPr>
            </a:p>
            <a:p>
              <a:pPr algn="ctr" defTabSz="957480"/>
              <a:endParaRPr lang="en-US" altLang="ko-KR" sz="1000">
                <a:latin typeface="Arial" charset="0"/>
                <a:cs typeface="Arial" charset="0"/>
              </a:endParaRPr>
            </a:p>
            <a:p>
              <a:pPr algn="ctr" defTabSz="957480"/>
              <a:endParaRPr lang="en-US" altLang="ko-KR" sz="1000">
                <a:latin typeface="Arial" charset="0"/>
                <a:cs typeface="Arial" charset="0"/>
              </a:endParaRPr>
            </a:p>
            <a:p>
              <a:pPr algn="ctr" defTabSz="957480"/>
              <a:endParaRPr lang="en-US" altLang="ko-KR" sz="1000">
                <a:latin typeface="Arial" charset="0"/>
                <a:cs typeface="Arial" charset="0"/>
              </a:endParaRPr>
            </a:p>
            <a:p>
              <a:pPr algn="ctr" defTabSz="957480"/>
              <a:endParaRPr lang="en-US" altLang="ko-KR" sz="1000">
                <a:latin typeface="Arial" charset="0"/>
                <a:cs typeface="Arial" charset="0"/>
              </a:endParaRPr>
            </a:p>
            <a:p>
              <a:pPr algn="ctr" defTabSz="957480"/>
              <a:endParaRPr lang="en-US" altLang="ko-KR" sz="1000">
                <a:latin typeface="Arial" charset="0"/>
                <a:cs typeface="Arial" charset="0"/>
              </a:endParaRPr>
            </a:p>
            <a:p>
              <a:pPr algn="ctr" defTabSz="957480"/>
              <a:endParaRPr lang="en-US" altLang="ko-KR" sz="1000">
                <a:latin typeface="Arial" charset="0"/>
                <a:cs typeface="Arial" charset="0"/>
              </a:endParaRPr>
            </a:p>
            <a:p>
              <a:pPr algn="ctr" defTabSz="957480"/>
              <a:endParaRPr lang="en-US" altLang="ko-KR" sz="1000">
                <a:latin typeface="Arial" charset="0"/>
                <a:cs typeface="Arial" charset="0"/>
              </a:endParaRPr>
            </a:p>
            <a:p>
              <a:pPr algn="ctr" defTabSz="957480"/>
              <a:endParaRPr lang="en-US" altLang="ko-KR" sz="1000">
                <a:latin typeface="Arial" charset="0"/>
                <a:cs typeface="Arial" charset="0"/>
              </a:endParaRPr>
            </a:p>
            <a:p>
              <a:pPr algn="ctr" defTabSz="957480"/>
              <a:endParaRPr lang="en-US" altLang="ko-KR" sz="1000">
                <a:latin typeface="Arial" charset="0"/>
                <a:cs typeface="Arial" charset="0"/>
              </a:endParaRPr>
            </a:p>
          </p:txBody>
        </p:sp>
        <p:sp>
          <p:nvSpPr>
            <p:cNvPr id="8" name="Rectangle 38"/>
            <p:cNvSpPr>
              <a:spLocks noChangeArrowheads="1"/>
            </p:cNvSpPr>
            <p:nvPr/>
          </p:nvSpPr>
          <p:spPr bwMode="auto">
            <a:xfrm rot="10800000" flipV="1">
              <a:off x="9494236" y="4495752"/>
              <a:ext cx="897538" cy="576312"/>
            </a:xfrm>
            <a:prstGeom prst="rect">
              <a:avLst/>
            </a:prstGeom>
            <a:solidFill>
              <a:srgbClr val="FFC00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 defTabSz="957480"/>
              <a:r>
                <a:rPr lang="en-US" altLang="ko-KR" sz="1000">
                  <a:latin typeface="Arial" charset="0"/>
                  <a:cs typeface="Arial" charset="0"/>
                </a:rPr>
                <a:t>Power AMP</a:t>
              </a:r>
            </a:p>
            <a:p>
              <a:pPr algn="ctr" defTabSz="957480"/>
              <a:r>
                <a:rPr lang="en-US" altLang="ko-KR" sz="1000">
                  <a:latin typeface="Arial" charset="0"/>
                  <a:cs typeface="Arial" charset="0"/>
                </a:rPr>
                <a:t>Channel 3</a:t>
              </a:r>
            </a:p>
          </p:txBody>
        </p:sp>
        <p:sp>
          <p:nvSpPr>
            <p:cNvPr id="9" name="Line 330"/>
            <p:cNvSpPr>
              <a:spLocks noChangeShapeType="1"/>
            </p:cNvSpPr>
            <p:nvPr/>
          </p:nvSpPr>
          <p:spPr bwMode="auto">
            <a:xfrm flipH="1">
              <a:off x="10403117" y="2090738"/>
              <a:ext cx="223608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" name="Rectangle 327"/>
            <p:cNvSpPr>
              <a:spLocks noChangeArrowheads="1"/>
            </p:cNvSpPr>
            <p:nvPr/>
          </p:nvSpPr>
          <p:spPr bwMode="auto">
            <a:xfrm rot="10800000" flipV="1">
              <a:off x="3956933" y="479403"/>
              <a:ext cx="1248479" cy="255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21789" tIns="60894" rIns="121789" bIns="60894" anchor="ctr"/>
            <a:lstStyle/>
            <a:p>
              <a:pPr algn="ctr" defTabSz="957480"/>
              <a:r>
                <a:rPr lang="en-US" altLang="ko-KR" sz="1300" b="1">
                  <a:latin typeface="Arial" charset="0"/>
                  <a:cs typeface="Arial" charset="0"/>
                </a:rPr>
                <a:t>PA Controller Block Diagram</a:t>
              </a:r>
            </a:p>
          </p:txBody>
        </p:sp>
        <p:sp>
          <p:nvSpPr>
            <p:cNvPr id="11" name="Rectangle 477"/>
            <p:cNvSpPr>
              <a:spLocks noChangeArrowheads="1"/>
            </p:cNvSpPr>
            <p:nvPr/>
          </p:nvSpPr>
          <p:spPr bwMode="auto">
            <a:xfrm>
              <a:off x="11039026" y="1687502"/>
              <a:ext cx="691012" cy="1254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21789" tIns="60894" rIns="121789" bIns="60894" anchor="ctr"/>
            <a:lstStyle/>
            <a:p>
              <a:pPr algn="ctr" defTabSz="957480"/>
              <a:r>
                <a:rPr lang="en-US" altLang="ko-KR" sz="800">
                  <a:latin typeface="Arial" charset="0"/>
                  <a:cs typeface="Arial" charset="0"/>
                </a:rPr>
                <a:t>Interior Speaker</a:t>
              </a:r>
            </a:p>
            <a:p>
              <a:pPr algn="ctr" defTabSz="957480"/>
              <a:r>
                <a:rPr lang="en-US" altLang="ko-KR" sz="800">
                  <a:latin typeface="Arial" charset="0"/>
                  <a:cs typeface="Arial" charset="0"/>
                </a:rPr>
                <a:t>Channel 1</a:t>
              </a:r>
            </a:p>
          </p:txBody>
        </p:sp>
        <p:sp>
          <p:nvSpPr>
            <p:cNvPr id="12" name="Line 473"/>
            <p:cNvSpPr>
              <a:spLocks noChangeShapeType="1"/>
            </p:cNvSpPr>
            <p:nvPr/>
          </p:nvSpPr>
          <p:spPr bwMode="auto">
            <a:xfrm rot="10800000" flipH="1">
              <a:off x="11070865" y="2071685"/>
              <a:ext cx="552809" cy="22227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 type="none" w="med" len="lg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13" name="Group 476"/>
            <p:cNvGrpSpPr>
              <a:grpSpLocks/>
            </p:cNvGrpSpPr>
            <p:nvPr/>
          </p:nvGrpSpPr>
          <p:grpSpPr bwMode="auto">
            <a:xfrm rot="5400000">
              <a:off x="11504348" y="1974588"/>
              <a:ext cx="384206" cy="190998"/>
              <a:chOff x="1477" y="3739"/>
              <a:chExt cx="227" cy="91"/>
            </a:xfrm>
          </p:grpSpPr>
          <p:sp>
            <p:nvSpPr>
              <p:cNvPr id="140" name="AutoShape 474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C0C0C0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rot="10800000" vert="eaVert" wrap="none" anchor="ctr"/>
              <a:lstStyle/>
              <a:p>
                <a:endParaRPr lang="ko-KR" altLang="en-US"/>
              </a:p>
            </p:txBody>
          </p:sp>
          <p:sp>
            <p:nvSpPr>
              <p:cNvPr id="141" name="Rectangle 475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C0C0C0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rot="10800000" vert="eaVert" wrap="none" anchor="ctr"/>
              <a:lstStyle/>
              <a:p>
                <a:endParaRPr lang="en-US" altLang="ko-KR"/>
              </a:p>
            </p:txBody>
          </p:sp>
        </p:grpSp>
        <p:sp>
          <p:nvSpPr>
            <p:cNvPr id="14" name="Rectangle 477"/>
            <p:cNvSpPr>
              <a:spLocks noChangeArrowheads="1"/>
            </p:cNvSpPr>
            <p:nvPr/>
          </p:nvSpPr>
          <p:spPr bwMode="auto">
            <a:xfrm>
              <a:off x="11045411" y="3054340"/>
              <a:ext cx="692564" cy="1254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21789" tIns="60894" rIns="121789" bIns="60894" anchor="ctr"/>
            <a:lstStyle/>
            <a:p>
              <a:pPr algn="ctr" defTabSz="957480"/>
              <a:r>
                <a:rPr lang="en-US" altLang="ko-KR" sz="800">
                  <a:latin typeface="Arial" charset="0"/>
                  <a:cs typeface="Arial" charset="0"/>
                </a:rPr>
                <a:t>Interior Speaker</a:t>
              </a:r>
            </a:p>
            <a:p>
              <a:pPr algn="ctr" defTabSz="957480"/>
              <a:r>
                <a:rPr lang="en-US" altLang="ko-KR" sz="800">
                  <a:latin typeface="Arial" charset="0"/>
                  <a:cs typeface="Arial" charset="0"/>
                </a:rPr>
                <a:t>Channel 2</a:t>
              </a:r>
            </a:p>
          </p:txBody>
        </p:sp>
        <p:sp>
          <p:nvSpPr>
            <p:cNvPr id="15" name="Line 473"/>
            <p:cNvSpPr>
              <a:spLocks noChangeShapeType="1"/>
            </p:cNvSpPr>
            <p:nvPr/>
          </p:nvSpPr>
          <p:spPr bwMode="auto">
            <a:xfrm rot="10800000" flipH="1" flipV="1">
              <a:off x="11103095" y="3460750"/>
              <a:ext cx="503118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 type="none" w="med" len="lg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16" name="Group 476"/>
            <p:cNvGrpSpPr>
              <a:grpSpLocks/>
            </p:cNvGrpSpPr>
            <p:nvPr/>
          </p:nvGrpSpPr>
          <p:grpSpPr bwMode="auto">
            <a:xfrm rot="5400000">
              <a:off x="11510680" y="3354106"/>
              <a:ext cx="385793" cy="189446"/>
              <a:chOff x="1477" y="3739"/>
              <a:chExt cx="227" cy="91"/>
            </a:xfrm>
          </p:grpSpPr>
          <p:sp>
            <p:nvSpPr>
              <p:cNvPr id="138" name="AutoShape 474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C0C0C0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rot="10800000" vert="eaVert" wrap="none" anchor="ctr"/>
              <a:lstStyle/>
              <a:p>
                <a:endParaRPr lang="ko-KR" altLang="en-US"/>
              </a:p>
            </p:txBody>
          </p:sp>
          <p:sp>
            <p:nvSpPr>
              <p:cNvPr id="139" name="Rectangle 475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C0C0C0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rot="10800000" vert="eaVert" wrap="none" anchor="ctr"/>
              <a:lstStyle/>
              <a:p>
                <a:endParaRPr lang="en-US" altLang="ko-KR"/>
              </a:p>
            </p:txBody>
          </p:sp>
        </p:grpSp>
        <p:sp>
          <p:nvSpPr>
            <p:cNvPr id="17" name="Rectangle 477"/>
            <p:cNvSpPr>
              <a:spLocks noChangeArrowheads="1"/>
            </p:cNvSpPr>
            <p:nvPr/>
          </p:nvSpPr>
          <p:spPr bwMode="auto">
            <a:xfrm>
              <a:off x="11048586" y="4351327"/>
              <a:ext cx="692564" cy="1254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21789" tIns="60894" rIns="121789" bIns="60894" anchor="ctr"/>
            <a:lstStyle/>
            <a:p>
              <a:pPr algn="ctr" defTabSz="957480"/>
              <a:r>
                <a:rPr lang="en-US" altLang="ko-KR" sz="800">
                  <a:latin typeface="Arial" charset="0"/>
                  <a:cs typeface="Arial" charset="0"/>
                </a:rPr>
                <a:t>Exterior Speaker</a:t>
              </a:r>
            </a:p>
            <a:p>
              <a:pPr algn="ctr" defTabSz="957480"/>
              <a:r>
                <a:rPr lang="en-US" altLang="ko-KR" sz="800">
                  <a:latin typeface="Arial" charset="0"/>
                  <a:cs typeface="Arial" charset="0"/>
                </a:rPr>
                <a:t>Channel 1</a:t>
              </a:r>
            </a:p>
            <a:p>
              <a:pPr algn="ctr" defTabSz="957480"/>
              <a:r>
                <a:rPr lang="en-US" altLang="ko-KR" sz="800">
                  <a:latin typeface="Arial" charset="0"/>
                  <a:cs typeface="Arial" charset="0"/>
                </a:rPr>
                <a:t>Left Side</a:t>
              </a:r>
            </a:p>
          </p:txBody>
        </p:sp>
        <p:sp>
          <p:nvSpPr>
            <p:cNvPr id="18" name="Line 473"/>
            <p:cNvSpPr>
              <a:spLocks noChangeShapeType="1"/>
            </p:cNvSpPr>
            <p:nvPr/>
          </p:nvSpPr>
          <p:spPr bwMode="auto">
            <a:xfrm rot="10800000" flipH="1" flipV="1">
              <a:off x="11106270" y="4816475"/>
              <a:ext cx="503118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 type="none" w="med" len="lg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19" name="Group 476"/>
            <p:cNvGrpSpPr>
              <a:grpSpLocks/>
            </p:cNvGrpSpPr>
            <p:nvPr/>
          </p:nvGrpSpPr>
          <p:grpSpPr bwMode="auto">
            <a:xfrm rot="5400000">
              <a:off x="11513855" y="4709831"/>
              <a:ext cx="385793" cy="189446"/>
              <a:chOff x="1477" y="3739"/>
              <a:chExt cx="227" cy="91"/>
            </a:xfrm>
          </p:grpSpPr>
          <p:sp>
            <p:nvSpPr>
              <p:cNvPr id="136" name="AutoShape 474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C0C0C0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rot="10800000" vert="eaVert" wrap="none" anchor="ctr"/>
              <a:lstStyle/>
              <a:p>
                <a:endParaRPr lang="ko-KR" altLang="en-US"/>
              </a:p>
            </p:txBody>
          </p:sp>
          <p:sp>
            <p:nvSpPr>
              <p:cNvPr id="137" name="Rectangle 475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C0C0C0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rot="10800000" vert="eaVert" wrap="none" anchor="ctr"/>
              <a:lstStyle/>
              <a:p>
                <a:endParaRPr lang="en-US" altLang="ko-KR"/>
              </a:p>
            </p:txBody>
          </p:sp>
        </p:grpSp>
        <p:sp>
          <p:nvSpPr>
            <p:cNvPr id="20" name="Rectangle 477"/>
            <p:cNvSpPr>
              <a:spLocks noChangeArrowheads="1"/>
            </p:cNvSpPr>
            <p:nvPr/>
          </p:nvSpPr>
          <p:spPr bwMode="auto">
            <a:xfrm>
              <a:off x="11045411" y="5665777"/>
              <a:ext cx="692564" cy="1254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21789" tIns="60894" rIns="121789" bIns="60894" anchor="ctr"/>
            <a:lstStyle/>
            <a:p>
              <a:pPr algn="ctr" defTabSz="957480"/>
              <a:r>
                <a:rPr lang="en-US" altLang="ko-KR" sz="800">
                  <a:latin typeface="Arial" charset="0"/>
                  <a:cs typeface="Arial" charset="0"/>
                </a:rPr>
                <a:t>Exterior Speaker</a:t>
              </a:r>
            </a:p>
            <a:p>
              <a:pPr algn="ctr" defTabSz="957480"/>
              <a:r>
                <a:rPr lang="en-US" altLang="ko-KR" sz="800">
                  <a:latin typeface="Arial" charset="0"/>
                  <a:cs typeface="Arial" charset="0"/>
                </a:rPr>
                <a:t>Channel 2</a:t>
              </a:r>
            </a:p>
            <a:p>
              <a:pPr algn="ctr" defTabSz="957480"/>
              <a:r>
                <a:rPr lang="en-US" altLang="ko-KR" sz="800">
                  <a:latin typeface="Arial" charset="0"/>
                  <a:cs typeface="Arial" charset="0"/>
                </a:rPr>
                <a:t>Right Side</a:t>
              </a:r>
            </a:p>
          </p:txBody>
        </p:sp>
        <p:sp>
          <p:nvSpPr>
            <p:cNvPr id="21" name="Line 473"/>
            <p:cNvSpPr>
              <a:spLocks noChangeShapeType="1"/>
            </p:cNvSpPr>
            <p:nvPr/>
          </p:nvSpPr>
          <p:spPr bwMode="auto">
            <a:xfrm rot="10800000" flipH="1" flipV="1">
              <a:off x="11103095" y="6156325"/>
              <a:ext cx="503118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 type="none" w="med" len="lg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22" name="Group 476"/>
            <p:cNvGrpSpPr>
              <a:grpSpLocks/>
            </p:cNvGrpSpPr>
            <p:nvPr/>
          </p:nvGrpSpPr>
          <p:grpSpPr bwMode="auto">
            <a:xfrm rot="5400000">
              <a:off x="11510680" y="6049681"/>
              <a:ext cx="385793" cy="189446"/>
              <a:chOff x="1477" y="3739"/>
              <a:chExt cx="227" cy="91"/>
            </a:xfrm>
          </p:grpSpPr>
          <p:sp>
            <p:nvSpPr>
              <p:cNvPr id="134" name="AutoShape 474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close/>
                  </a:path>
                </a:pathLst>
              </a:custGeom>
              <a:solidFill>
                <a:srgbClr val="C0C0C0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rot="10800000" vert="eaVert" wrap="none" anchor="ctr"/>
              <a:lstStyle/>
              <a:p>
                <a:endParaRPr lang="ko-KR" altLang="en-US"/>
              </a:p>
            </p:txBody>
          </p:sp>
          <p:sp>
            <p:nvSpPr>
              <p:cNvPr id="135" name="Rectangle 475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C0C0C0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rot="10800000" vert="eaVert" wrap="none" anchor="ctr"/>
              <a:lstStyle/>
              <a:p>
                <a:endParaRPr lang="en-US" altLang="ko-KR"/>
              </a:p>
            </p:txBody>
          </p:sp>
        </p:grpSp>
        <p:sp>
          <p:nvSpPr>
            <p:cNvPr id="23" name="Rectangle 327"/>
            <p:cNvSpPr>
              <a:spLocks noChangeArrowheads="1"/>
            </p:cNvSpPr>
            <p:nvPr/>
          </p:nvSpPr>
          <p:spPr bwMode="auto">
            <a:xfrm rot="10800000" flipV="1">
              <a:off x="9573508" y="479403"/>
              <a:ext cx="1248479" cy="255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121789" tIns="60894" rIns="121789" bIns="60894" anchor="ctr"/>
            <a:lstStyle/>
            <a:p>
              <a:pPr algn="ctr" defTabSz="957480"/>
              <a:r>
                <a:rPr lang="en-US" altLang="ko-KR" sz="1300" b="1">
                  <a:latin typeface="Arial" charset="0"/>
                  <a:cs typeface="Arial" charset="0"/>
                </a:rPr>
                <a:t>Audio Amplifier Board</a:t>
              </a:r>
            </a:p>
          </p:txBody>
        </p:sp>
        <p:cxnSp>
          <p:nvCxnSpPr>
            <p:cNvPr id="24" name="Straight Arrow Connector 126"/>
            <p:cNvCxnSpPr>
              <a:cxnSpLocks noChangeShapeType="1"/>
            </p:cNvCxnSpPr>
            <p:nvPr/>
          </p:nvCxnSpPr>
          <p:spPr bwMode="auto">
            <a:xfrm>
              <a:off x="9244242" y="6340475"/>
              <a:ext cx="223608" cy="1588"/>
            </a:xfrm>
            <a:prstGeom prst="straightConnector1">
              <a:avLst/>
            </a:prstGeom>
            <a:noFill/>
            <a:ln w="222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" name="Straight Arrow Connector 127"/>
            <p:cNvCxnSpPr>
              <a:cxnSpLocks noChangeShapeType="1"/>
            </p:cNvCxnSpPr>
            <p:nvPr/>
          </p:nvCxnSpPr>
          <p:spPr bwMode="auto">
            <a:xfrm>
              <a:off x="9241067" y="4967288"/>
              <a:ext cx="223608" cy="1587"/>
            </a:xfrm>
            <a:prstGeom prst="straightConnector1">
              <a:avLst/>
            </a:prstGeom>
            <a:noFill/>
            <a:ln w="222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6" name="Straight Arrow Connector 128"/>
            <p:cNvCxnSpPr>
              <a:cxnSpLocks noChangeShapeType="1"/>
            </p:cNvCxnSpPr>
            <p:nvPr/>
          </p:nvCxnSpPr>
          <p:spPr bwMode="auto">
            <a:xfrm>
              <a:off x="9234717" y="3513138"/>
              <a:ext cx="223608" cy="1587"/>
            </a:xfrm>
            <a:prstGeom prst="straightConnector1">
              <a:avLst/>
            </a:prstGeom>
            <a:noFill/>
            <a:ln w="222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7" name="Straight Arrow Connector 129"/>
            <p:cNvCxnSpPr>
              <a:cxnSpLocks noChangeShapeType="1"/>
            </p:cNvCxnSpPr>
            <p:nvPr/>
          </p:nvCxnSpPr>
          <p:spPr bwMode="auto">
            <a:xfrm>
              <a:off x="9234717" y="2263775"/>
              <a:ext cx="223608" cy="1588"/>
            </a:xfrm>
            <a:prstGeom prst="straightConnector1">
              <a:avLst/>
            </a:prstGeom>
            <a:noFill/>
            <a:ln w="22225" algn="ctr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8" name="Line 56"/>
            <p:cNvSpPr>
              <a:spLocks noChangeShapeType="1"/>
            </p:cNvSpPr>
            <p:nvPr/>
          </p:nvSpPr>
          <p:spPr bwMode="auto">
            <a:xfrm flipH="1" flipV="1">
              <a:off x="9242771" y="2263346"/>
              <a:ext cx="15528" cy="5040742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cxnSp>
          <p:nvCxnSpPr>
            <p:cNvPr id="29" name="Straight Arrow Connector 132"/>
            <p:cNvCxnSpPr>
              <a:cxnSpLocks noChangeShapeType="1"/>
            </p:cNvCxnSpPr>
            <p:nvPr/>
          </p:nvCxnSpPr>
          <p:spPr bwMode="auto">
            <a:xfrm>
              <a:off x="9109146" y="6170613"/>
              <a:ext cx="358704" cy="1587"/>
            </a:xfrm>
            <a:prstGeom prst="straightConnector1">
              <a:avLst/>
            </a:prstGeom>
            <a:noFill/>
            <a:ln w="22225" algn="ctr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0" name="Straight Arrow Connector 137"/>
            <p:cNvCxnSpPr>
              <a:cxnSpLocks noChangeShapeType="1"/>
            </p:cNvCxnSpPr>
            <p:nvPr/>
          </p:nvCxnSpPr>
          <p:spPr bwMode="auto">
            <a:xfrm>
              <a:off x="9109146" y="4813300"/>
              <a:ext cx="358704" cy="1588"/>
            </a:xfrm>
            <a:prstGeom prst="straightConnector1">
              <a:avLst/>
            </a:prstGeom>
            <a:noFill/>
            <a:ln w="22225" algn="ctr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" name="Straight Arrow Connector 138"/>
            <p:cNvCxnSpPr>
              <a:cxnSpLocks noChangeShapeType="1"/>
            </p:cNvCxnSpPr>
            <p:nvPr/>
          </p:nvCxnSpPr>
          <p:spPr bwMode="auto">
            <a:xfrm>
              <a:off x="9109146" y="3344863"/>
              <a:ext cx="358704" cy="1587"/>
            </a:xfrm>
            <a:prstGeom prst="straightConnector1">
              <a:avLst/>
            </a:prstGeom>
            <a:noFill/>
            <a:ln w="22225" algn="ctr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2" name="Straight Arrow Connector 139"/>
            <p:cNvCxnSpPr>
              <a:cxnSpLocks noChangeShapeType="1"/>
            </p:cNvCxnSpPr>
            <p:nvPr/>
          </p:nvCxnSpPr>
          <p:spPr bwMode="auto">
            <a:xfrm>
              <a:off x="9109146" y="2098675"/>
              <a:ext cx="358704" cy="1588"/>
            </a:xfrm>
            <a:prstGeom prst="straightConnector1">
              <a:avLst/>
            </a:prstGeom>
            <a:noFill/>
            <a:ln w="22225" algn="ctr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3" name="Line 56"/>
            <p:cNvSpPr>
              <a:spLocks noChangeShapeType="1"/>
            </p:cNvSpPr>
            <p:nvPr/>
          </p:nvSpPr>
          <p:spPr bwMode="auto">
            <a:xfrm flipH="1" flipV="1">
              <a:off x="8466138" y="7591330"/>
              <a:ext cx="0" cy="1101819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4" name="Rectangle 38"/>
            <p:cNvSpPr>
              <a:spLocks noChangeArrowheads="1"/>
            </p:cNvSpPr>
            <p:nvPr/>
          </p:nvSpPr>
          <p:spPr bwMode="auto">
            <a:xfrm rot="10800000" flipV="1">
              <a:off x="8915546" y="7306200"/>
              <a:ext cx="551509" cy="501880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 defTabSz="957480">
                <a:defRPr/>
              </a:pPr>
              <a:r>
                <a:rPr lang="en-US" altLang="ko-KR" sz="800" b="1" dirty="0">
                  <a:latin typeface="Arial" charset="0"/>
                  <a:cs typeface="Arial" charset="0"/>
                </a:rPr>
                <a:t>Power  </a:t>
              </a:r>
            </a:p>
            <a:p>
              <a:pPr algn="ctr" defTabSz="957480">
                <a:defRPr/>
              </a:pPr>
              <a:r>
                <a:rPr lang="en-US" altLang="ko-KR" sz="800" b="1" dirty="0">
                  <a:latin typeface="Arial" charset="0"/>
                  <a:cs typeface="Arial" charset="0"/>
                </a:rPr>
                <a:t>Module</a:t>
              </a:r>
            </a:p>
          </p:txBody>
        </p:sp>
        <p:sp>
          <p:nvSpPr>
            <p:cNvPr id="35" name="Line 56"/>
            <p:cNvSpPr>
              <a:spLocks noChangeShapeType="1"/>
            </p:cNvSpPr>
            <p:nvPr/>
          </p:nvSpPr>
          <p:spPr bwMode="auto">
            <a:xfrm flipH="1" flipV="1">
              <a:off x="8872538" y="4775097"/>
              <a:ext cx="0" cy="1206603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6" name="Line 330"/>
            <p:cNvSpPr>
              <a:spLocks noChangeShapeType="1"/>
            </p:cNvSpPr>
            <p:nvPr/>
          </p:nvSpPr>
          <p:spPr bwMode="auto">
            <a:xfrm>
              <a:off x="8868456" y="4576763"/>
              <a:ext cx="599394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7" name="Rectangle 38"/>
            <p:cNvSpPr>
              <a:spLocks noChangeArrowheads="1"/>
            </p:cNvSpPr>
            <p:nvPr/>
          </p:nvSpPr>
          <p:spPr bwMode="auto">
            <a:xfrm rot="10800000" flipV="1">
              <a:off x="10647720" y="1929507"/>
              <a:ext cx="698843" cy="320874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121789" tIns="60894" rIns="121789" bIns="60894" anchor="ctr"/>
            <a:lstStyle/>
            <a:p>
              <a:pPr algn="ctr" defTabSz="957480">
                <a:defRPr/>
              </a:pPr>
              <a:r>
                <a:rPr lang="en-US" altLang="ko-KR" sz="600" b="1" dirty="0">
                  <a:latin typeface="Arial" charset="0"/>
                  <a:ea typeface="굴림" charset="-127"/>
                  <a:cs typeface="Arial" charset="0"/>
                </a:rPr>
                <a:t>Matching</a:t>
              </a:r>
            </a:p>
            <a:p>
              <a:pPr algn="ctr" defTabSz="957480">
                <a:defRPr/>
              </a:pPr>
              <a:r>
                <a:rPr lang="en-US" altLang="ko-KR" sz="600" b="1" dirty="0">
                  <a:latin typeface="Arial" charset="0"/>
                  <a:ea typeface="굴림" charset="-127"/>
                  <a:cs typeface="Arial" charset="0"/>
                </a:rPr>
                <a:t>Transformer</a:t>
              </a:r>
            </a:p>
          </p:txBody>
        </p:sp>
        <p:sp>
          <p:nvSpPr>
            <p:cNvPr id="38" name="Line 330"/>
            <p:cNvSpPr>
              <a:spLocks noChangeShapeType="1"/>
            </p:cNvSpPr>
            <p:nvPr/>
          </p:nvSpPr>
          <p:spPr bwMode="auto">
            <a:xfrm flipH="1">
              <a:off x="10403117" y="3457575"/>
              <a:ext cx="223608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9" name="Rectangle 38"/>
            <p:cNvSpPr>
              <a:spLocks noChangeArrowheads="1"/>
            </p:cNvSpPr>
            <p:nvPr/>
          </p:nvSpPr>
          <p:spPr bwMode="auto">
            <a:xfrm rot="10800000" flipV="1">
              <a:off x="10647720" y="3295277"/>
              <a:ext cx="698843" cy="318816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121789" tIns="60894" rIns="121789" bIns="60894" anchor="ctr"/>
            <a:lstStyle/>
            <a:p>
              <a:pPr algn="ctr" defTabSz="957480">
                <a:defRPr/>
              </a:pPr>
              <a:r>
                <a:rPr lang="en-US" altLang="ko-KR" sz="600" b="1" dirty="0">
                  <a:latin typeface="Arial" charset="0"/>
                  <a:ea typeface="굴림" charset="-127"/>
                  <a:cs typeface="Arial" charset="0"/>
                </a:rPr>
                <a:t>Matching</a:t>
              </a:r>
            </a:p>
            <a:p>
              <a:pPr algn="ctr" defTabSz="957480">
                <a:defRPr/>
              </a:pPr>
              <a:r>
                <a:rPr lang="en-US" altLang="ko-KR" sz="600" b="1" dirty="0">
                  <a:latin typeface="Arial" charset="0"/>
                  <a:ea typeface="굴림" charset="-127"/>
                  <a:cs typeface="Arial" charset="0"/>
                </a:rPr>
                <a:t>Transformer</a:t>
              </a:r>
            </a:p>
          </p:txBody>
        </p:sp>
        <p:sp>
          <p:nvSpPr>
            <p:cNvPr id="40" name="Line 330"/>
            <p:cNvSpPr>
              <a:spLocks noChangeShapeType="1"/>
            </p:cNvSpPr>
            <p:nvPr/>
          </p:nvSpPr>
          <p:spPr bwMode="auto">
            <a:xfrm flipH="1">
              <a:off x="10415539" y="4783138"/>
              <a:ext cx="211186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1" name="Rectangle 38"/>
            <p:cNvSpPr>
              <a:spLocks noChangeArrowheads="1"/>
            </p:cNvSpPr>
            <p:nvPr/>
          </p:nvSpPr>
          <p:spPr bwMode="auto">
            <a:xfrm rot="10800000" flipV="1">
              <a:off x="10647720" y="4665162"/>
              <a:ext cx="698843" cy="318816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121789" tIns="60894" rIns="121789" bIns="60894" anchor="ctr"/>
            <a:lstStyle/>
            <a:p>
              <a:pPr algn="ctr" defTabSz="957480">
                <a:defRPr/>
              </a:pPr>
              <a:r>
                <a:rPr lang="en-US" altLang="ko-KR" sz="600" b="1" dirty="0">
                  <a:latin typeface="Arial" charset="0"/>
                  <a:ea typeface="굴림" charset="-127"/>
                  <a:cs typeface="Arial" charset="0"/>
                </a:rPr>
                <a:t>Matching</a:t>
              </a:r>
            </a:p>
            <a:p>
              <a:pPr algn="ctr" defTabSz="957480">
                <a:defRPr/>
              </a:pPr>
              <a:r>
                <a:rPr lang="en-US" altLang="ko-KR" sz="600" b="1" dirty="0">
                  <a:latin typeface="Arial" charset="0"/>
                  <a:ea typeface="굴림" charset="-127"/>
                  <a:cs typeface="Arial" charset="0"/>
                </a:rPr>
                <a:t>Transformer</a:t>
              </a:r>
            </a:p>
          </p:txBody>
        </p:sp>
        <p:sp>
          <p:nvSpPr>
            <p:cNvPr id="42" name="Line 330"/>
            <p:cNvSpPr>
              <a:spLocks noChangeShapeType="1"/>
            </p:cNvSpPr>
            <p:nvPr/>
          </p:nvSpPr>
          <p:spPr bwMode="auto">
            <a:xfrm flipH="1">
              <a:off x="10398355" y="6169025"/>
              <a:ext cx="223608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3" name="Rectangle 38"/>
            <p:cNvSpPr>
              <a:spLocks noChangeArrowheads="1"/>
            </p:cNvSpPr>
            <p:nvPr/>
          </p:nvSpPr>
          <p:spPr bwMode="auto">
            <a:xfrm rot="10800000" flipV="1">
              <a:off x="10647720" y="6008306"/>
              <a:ext cx="698843" cy="318818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121789" tIns="60894" rIns="121789" bIns="60894" anchor="ctr"/>
            <a:lstStyle/>
            <a:p>
              <a:pPr algn="ctr" defTabSz="957480">
                <a:defRPr/>
              </a:pPr>
              <a:r>
                <a:rPr lang="en-US" altLang="ko-KR" sz="600" b="1" dirty="0">
                  <a:latin typeface="Arial" charset="0"/>
                  <a:ea typeface="굴림" charset="-127"/>
                  <a:cs typeface="Arial" charset="0"/>
                </a:rPr>
                <a:t>Matching</a:t>
              </a:r>
            </a:p>
            <a:p>
              <a:pPr algn="ctr" defTabSz="957480">
                <a:defRPr/>
              </a:pPr>
              <a:r>
                <a:rPr lang="en-US" altLang="ko-KR" sz="600" b="1" dirty="0">
                  <a:latin typeface="Arial" charset="0"/>
                  <a:ea typeface="굴림" charset="-127"/>
                  <a:cs typeface="Arial" charset="0"/>
                </a:rPr>
                <a:t>Transformer</a:t>
              </a:r>
            </a:p>
          </p:txBody>
        </p:sp>
        <p:sp>
          <p:nvSpPr>
            <p:cNvPr id="44" name="Line 150"/>
            <p:cNvSpPr>
              <a:spLocks noChangeShapeType="1"/>
            </p:cNvSpPr>
            <p:nvPr/>
          </p:nvSpPr>
          <p:spPr bwMode="auto">
            <a:xfrm flipV="1">
              <a:off x="8891588" y="1968422"/>
              <a:ext cx="0" cy="914478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cxnSp>
          <p:nvCxnSpPr>
            <p:cNvPr id="45" name="Straight Arrow Connector 142"/>
            <p:cNvCxnSpPr>
              <a:cxnSpLocks noChangeShapeType="1"/>
              <a:stCxn id="33" idx="1"/>
            </p:cNvCxnSpPr>
            <p:nvPr/>
          </p:nvCxnSpPr>
          <p:spPr bwMode="auto">
            <a:xfrm rot="5400000" flipH="1" flipV="1">
              <a:off x="8672560" y="7365953"/>
              <a:ext cx="18955" cy="431800"/>
            </a:xfrm>
            <a:prstGeom prst="straightConnector1">
              <a:avLst/>
            </a:prstGeom>
            <a:noFill/>
            <a:ln w="19050" algn="ctr">
              <a:solidFill>
                <a:srgbClr val="FF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6" name="Line 174"/>
            <p:cNvSpPr>
              <a:spLocks noChangeShapeType="1"/>
            </p:cNvSpPr>
            <p:nvPr/>
          </p:nvSpPr>
          <p:spPr bwMode="auto">
            <a:xfrm flipH="1">
              <a:off x="4718946" y="4710113"/>
              <a:ext cx="3097904" cy="1587"/>
            </a:xfrm>
            <a:prstGeom prst="line">
              <a:avLst/>
            </a:prstGeom>
            <a:noFill/>
            <a:ln w="19050">
              <a:solidFill>
                <a:srgbClr val="BFBFB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7" name="Rectangle 152"/>
            <p:cNvSpPr>
              <a:spLocks noChangeArrowheads="1"/>
            </p:cNvSpPr>
            <p:nvPr/>
          </p:nvSpPr>
          <p:spPr bwMode="auto">
            <a:xfrm>
              <a:off x="7261067" y="2768557"/>
              <a:ext cx="846295" cy="503281"/>
            </a:xfrm>
            <a:prstGeom prst="rect">
              <a:avLst/>
            </a:prstGeom>
            <a:solidFill>
              <a:srgbClr val="BFBFB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defTabSz="957480"/>
              <a:r>
                <a:rPr lang="en-US" altLang="ko-KR" sz="800">
                  <a:latin typeface="Arial" charset="0"/>
                </a:rPr>
                <a:t>Interior</a:t>
              </a:r>
              <a:r>
                <a:rPr lang="ko-KR" altLang="en-US" sz="800">
                  <a:latin typeface="Arial" charset="0"/>
                </a:rPr>
                <a:t> </a:t>
              </a:r>
              <a:r>
                <a:rPr lang="en-US" altLang="ko-KR" sz="800">
                  <a:latin typeface="Arial" charset="0"/>
                </a:rPr>
                <a:t>SPK</a:t>
              </a:r>
            </a:p>
            <a:p>
              <a:pPr algn="ctr" defTabSz="957480"/>
              <a:r>
                <a:rPr lang="en-US" altLang="ko-KR" sz="600">
                  <a:latin typeface="Arial" charset="0"/>
                </a:rPr>
                <a:t>Volume Control</a:t>
              </a:r>
            </a:p>
            <a:p>
              <a:pPr algn="ctr" defTabSz="957480"/>
              <a:r>
                <a:rPr lang="en-US" altLang="ko-KR" sz="600">
                  <a:latin typeface="Arial" charset="0"/>
                </a:rPr>
                <a:t>(Interior Channels)</a:t>
              </a:r>
            </a:p>
          </p:txBody>
        </p:sp>
        <p:sp>
          <p:nvSpPr>
            <p:cNvPr id="48" name="Rectangle 38"/>
            <p:cNvSpPr>
              <a:spLocks noChangeArrowheads="1"/>
            </p:cNvSpPr>
            <p:nvPr/>
          </p:nvSpPr>
          <p:spPr bwMode="auto">
            <a:xfrm rot="10800000" flipV="1">
              <a:off x="9494929" y="1832832"/>
              <a:ext cx="915862" cy="575927"/>
            </a:xfrm>
            <a:prstGeom prst="rect">
              <a:avLst/>
            </a:prstGeom>
            <a:solidFill>
              <a:schemeClr val="bg1">
                <a:lumMod val="75000"/>
                <a:alpha val="75000"/>
              </a:scheme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 defTabSz="957480">
                <a:defRPr/>
              </a:pPr>
              <a:r>
                <a:rPr lang="en-US" altLang="ko-KR" sz="1000" dirty="0">
                  <a:latin typeface="Arial" pitchFamily="34" charset="0"/>
                  <a:ea typeface="굴림" charset="-127"/>
                  <a:cs typeface="Arial" pitchFamily="34" charset="0"/>
                </a:rPr>
                <a:t>Power AMP</a:t>
              </a:r>
            </a:p>
            <a:p>
              <a:pPr algn="ctr" defTabSz="957480">
                <a:defRPr/>
              </a:pPr>
              <a:r>
                <a:rPr lang="en-US" altLang="ko-KR" sz="1000" dirty="0">
                  <a:latin typeface="Arial" pitchFamily="34" charset="0"/>
                  <a:ea typeface="굴림" charset="-127"/>
                  <a:cs typeface="Arial" pitchFamily="34" charset="0"/>
                </a:rPr>
                <a:t>Channel 1</a:t>
              </a:r>
            </a:p>
          </p:txBody>
        </p:sp>
        <p:sp>
          <p:nvSpPr>
            <p:cNvPr id="49" name="Rectangle 38"/>
            <p:cNvSpPr>
              <a:spLocks noChangeArrowheads="1"/>
            </p:cNvSpPr>
            <p:nvPr/>
          </p:nvSpPr>
          <p:spPr bwMode="auto">
            <a:xfrm rot="10800000" flipV="1">
              <a:off x="9494929" y="3066963"/>
              <a:ext cx="915862" cy="565644"/>
            </a:xfrm>
            <a:prstGeom prst="rect">
              <a:avLst/>
            </a:prstGeom>
            <a:solidFill>
              <a:schemeClr val="bg1">
                <a:lumMod val="75000"/>
                <a:alpha val="75000"/>
              </a:scheme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 defTabSz="957480">
                <a:defRPr/>
              </a:pPr>
              <a:r>
                <a:rPr lang="en-US" altLang="ko-KR" sz="1000" dirty="0">
                  <a:latin typeface="Arial" pitchFamily="34" charset="0"/>
                  <a:ea typeface="굴림" charset="-127"/>
                  <a:cs typeface="Arial" pitchFamily="34" charset="0"/>
                </a:rPr>
                <a:t>Power AMP</a:t>
              </a:r>
            </a:p>
            <a:p>
              <a:pPr algn="ctr" defTabSz="957480">
                <a:defRPr/>
              </a:pPr>
              <a:r>
                <a:rPr lang="en-US" altLang="ko-KR" sz="1000" dirty="0">
                  <a:latin typeface="Arial" pitchFamily="34" charset="0"/>
                  <a:ea typeface="굴림" charset="-127"/>
                  <a:cs typeface="Arial" pitchFamily="34" charset="0"/>
                </a:rPr>
                <a:t>Channel 2</a:t>
              </a:r>
            </a:p>
          </p:txBody>
        </p:sp>
        <p:sp>
          <p:nvSpPr>
            <p:cNvPr id="50" name="Rectangle 38"/>
            <p:cNvSpPr>
              <a:spLocks noChangeArrowheads="1"/>
            </p:cNvSpPr>
            <p:nvPr/>
          </p:nvSpPr>
          <p:spPr bwMode="auto">
            <a:xfrm rot="10800000" flipV="1">
              <a:off x="9494652" y="5891167"/>
              <a:ext cx="916172" cy="549322"/>
            </a:xfrm>
            <a:prstGeom prst="rect">
              <a:avLst/>
            </a:prstGeom>
            <a:solidFill>
              <a:srgbClr val="FFC00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 defTabSz="957480"/>
              <a:r>
                <a:rPr lang="en-US" altLang="ko-KR" sz="1000">
                  <a:latin typeface="Arial" charset="0"/>
                  <a:cs typeface="Arial" charset="0"/>
                </a:rPr>
                <a:t>Power AMP</a:t>
              </a:r>
            </a:p>
            <a:p>
              <a:pPr algn="ctr" defTabSz="957480"/>
              <a:r>
                <a:rPr lang="en-US" altLang="ko-KR" sz="1000">
                  <a:latin typeface="Arial" charset="0"/>
                  <a:cs typeface="Arial" charset="0"/>
                </a:rPr>
                <a:t>Channel 4</a:t>
              </a:r>
            </a:p>
          </p:txBody>
        </p:sp>
        <p:sp>
          <p:nvSpPr>
            <p:cNvPr id="51" name="Line 330"/>
            <p:cNvSpPr>
              <a:spLocks noChangeShapeType="1"/>
            </p:cNvSpPr>
            <p:nvPr/>
          </p:nvSpPr>
          <p:spPr bwMode="auto">
            <a:xfrm flipH="1">
              <a:off x="8029383" y="4757738"/>
              <a:ext cx="844742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2" name="Rectangle 153"/>
            <p:cNvSpPr>
              <a:spLocks noChangeArrowheads="1"/>
            </p:cNvSpPr>
            <p:nvPr/>
          </p:nvSpPr>
          <p:spPr bwMode="auto">
            <a:xfrm>
              <a:off x="7261067" y="4314782"/>
              <a:ext cx="846295" cy="503281"/>
            </a:xfrm>
            <a:prstGeom prst="rect">
              <a:avLst/>
            </a:prstGeom>
            <a:solidFill>
              <a:srgbClr val="BFBFB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defTabSz="957480"/>
              <a:r>
                <a:rPr lang="en-US" altLang="ko-KR" sz="800">
                  <a:latin typeface="Arial" charset="0"/>
                </a:rPr>
                <a:t>Exterior SPK</a:t>
              </a:r>
            </a:p>
            <a:p>
              <a:pPr algn="ctr" defTabSz="957480"/>
              <a:r>
                <a:rPr lang="en-US" altLang="ko-KR" sz="600">
                  <a:latin typeface="Arial" charset="0"/>
                </a:rPr>
                <a:t>Volume Control</a:t>
              </a:r>
            </a:p>
            <a:p>
              <a:pPr algn="ctr" defTabSz="957480"/>
              <a:r>
                <a:rPr lang="en-US" altLang="ko-KR" sz="600">
                  <a:latin typeface="Arial" charset="0"/>
                </a:rPr>
                <a:t>(Right Channel)</a:t>
              </a:r>
              <a:endParaRPr lang="ko-KR" altLang="en-US" sz="600">
                <a:latin typeface="Arial" charset="0"/>
              </a:endParaRPr>
            </a:p>
          </p:txBody>
        </p:sp>
        <p:sp>
          <p:nvSpPr>
            <p:cNvPr id="53" name="Line 109"/>
            <p:cNvSpPr>
              <a:spLocks noChangeShapeType="1"/>
            </p:cNvSpPr>
            <p:nvPr/>
          </p:nvSpPr>
          <p:spPr bwMode="auto">
            <a:xfrm>
              <a:off x="3219353" y="2190750"/>
              <a:ext cx="42237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4" name="Rectangle 110"/>
            <p:cNvSpPr>
              <a:spLocks noChangeArrowheads="1"/>
            </p:cNvSpPr>
            <p:nvPr/>
          </p:nvSpPr>
          <p:spPr bwMode="auto">
            <a:xfrm>
              <a:off x="2383629" y="1454124"/>
              <a:ext cx="675484" cy="3159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defTabSz="957480"/>
              <a:r>
                <a:rPr lang="en-US" altLang="ko-KR" sz="700" b="1">
                  <a:latin typeface="Arial" charset="0"/>
                  <a:cs typeface="Arial" charset="0"/>
                </a:rPr>
                <a:t>Audio File</a:t>
              </a:r>
            </a:p>
            <a:p>
              <a:pPr algn="ctr" defTabSz="957480"/>
              <a:r>
                <a:rPr lang="en-US" altLang="ko-KR" sz="700" b="1">
                  <a:latin typeface="Arial" charset="0"/>
                  <a:cs typeface="Arial" charset="0"/>
                </a:rPr>
                <a:t>Memory</a:t>
              </a:r>
            </a:p>
          </p:txBody>
        </p:sp>
        <p:sp>
          <p:nvSpPr>
            <p:cNvPr id="55" name="Line 112"/>
            <p:cNvSpPr>
              <a:spLocks noChangeShapeType="1"/>
            </p:cNvSpPr>
            <p:nvPr/>
          </p:nvSpPr>
          <p:spPr bwMode="auto">
            <a:xfrm flipV="1">
              <a:off x="2705100" y="1766876"/>
              <a:ext cx="0" cy="14447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6" name="Line 155"/>
            <p:cNvSpPr>
              <a:spLocks noChangeShapeType="1"/>
            </p:cNvSpPr>
            <p:nvPr/>
          </p:nvSpPr>
          <p:spPr bwMode="auto">
            <a:xfrm>
              <a:off x="4935642" y="5373478"/>
              <a:ext cx="4658" cy="2468772"/>
            </a:xfrm>
            <a:prstGeom prst="line">
              <a:avLst/>
            </a:prstGeom>
            <a:noFill/>
            <a:ln w="22225">
              <a:solidFill>
                <a:srgbClr val="9966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7" name="Line 179"/>
            <p:cNvSpPr>
              <a:spLocks noChangeShapeType="1"/>
            </p:cNvSpPr>
            <p:nvPr/>
          </p:nvSpPr>
          <p:spPr bwMode="auto">
            <a:xfrm flipH="1">
              <a:off x="4773119" y="4062413"/>
              <a:ext cx="2324594" cy="1587"/>
            </a:xfrm>
            <a:prstGeom prst="line">
              <a:avLst/>
            </a:prstGeom>
            <a:noFill/>
            <a:ln w="22225">
              <a:solidFill>
                <a:srgbClr val="7030A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8" name="Line 179"/>
            <p:cNvSpPr>
              <a:spLocks noChangeShapeType="1"/>
            </p:cNvSpPr>
            <p:nvPr/>
          </p:nvSpPr>
          <p:spPr bwMode="auto">
            <a:xfrm flipV="1">
              <a:off x="4217988" y="5386169"/>
              <a:ext cx="0" cy="2560855"/>
            </a:xfrm>
            <a:prstGeom prst="line">
              <a:avLst/>
            </a:prstGeom>
            <a:noFill/>
            <a:ln w="22225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9" name="Line 155"/>
            <p:cNvSpPr>
              <a:spLocks noChangeShapeType="1"/>
            </p:cNvSpPr>
            <p:nvPr/>
          </p:nvSpPr>
          <p:spPr bwMode="auto">
            <a:xfrm flipH="1">
              <a:off x="4587806" y="5367338"/>
              <a:ext cx="352493" cy="0"/>
            </a:xfrm>
            <a:prstGeom prst="line">
              <a:avLst/>
            </a:prstGeom>
            <a:noFill/>
            <a:ln w="22225">
              <a:solidFill>
                <a:srgbClr val="9966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0" name="Line 179"/>
            <p:cNvSpPr>
              <a:spLocks noChangeShapeType="1"/>
            </p:cNvSpPr>
            <p:nvPr/>
          </p:nvSpPr>
          <p:spPr bwMode="auto">
            <a:xfrm flipH="1">
              <a:off x="1825248" y="4111625"/>
              <a:ext cx="176091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1" name="Line 56"/>
            <p:cNvSpPr>
              <a:spLocks noChangeShapeType="1"/>
            </p:cNvSpPr>
            <p:nvPr/>
          </p:nvSpPr>
          <p:spPr bwMode="auto">
            <a:xfrm flipH="1" flipV="1">
              <a:off x="3627438" y="5360927"/>
              <a:ext cx="0" cy="719198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2" name="Rectangle 38"/>
            <p:cNvSpPr>
              <a:spLocks noChangeArrowheads="1"/>
            </p:cNvSpPr>
            <p:nvPr/>
          </p:nvSpPr>
          <p:spPr bwMode="auto">
            <a:xfrm rot="10800000" flipV="1">
              <a:off x="2293509" y="1903367"/>
              <a:ext cx="905303" cy="549322"/>
            </a:xfrm>
            <a:prstGeom prst="rect">
              <a:avLst/>
            </a:prstGeom>
            <a:solidFill>
              <a:srgbClr val="99CC0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 defTabSz="957480"/>
              <a:r>
                <a:rPr lang="en-US" altLang="ko-KR" sz="800" b="1">
                  <a:latin typeface="Arial" charset="0"/>
                  <a:cs typeface="Arial" charset="0"/>
                </a:rPr>
                <a:t>Automatic</a:t>
              </a:r>
            </a:p>
            <a:p>
              <a:pPr algn="ctr" defTabSz="957480"/>
              <a:r>
                <a:rPr lang="en-US" altLang="ko-KR" sz="800" b="1">
                  <a:latin typeface="Arial" charset="0"/>
                  <a:cs typeface="Arial" charset="0"/>
                </a:rPr>
                <a:t>Broadcasting</a:t>
              </a:r>
            </a:p>
            <a:p>
              <a:pPr algn="ctr" defTabSz="957480"/>
              <a:r>
                <a:rPr lang="en-US" altLang="ko-KR" sz="800" b="1">
                  <a:latin typeface="Arial" charset="0"/>
                  <a:cs typeface="Arial" charset="0"/>
                </a:rPr>
                <a:t>Player</a:t>
              </a:r>
            </a:p>
          </p:txBody>
        </p:sp>
        <p:sp>
          <p:nvSpPr>
            <p:cNvPr id="63" name="Line 146"/>
            <p:cNvSpPr>
              <a:spLocks noChangeShapeType="1"/>
            </p:cNvSpPr>
            <p:nvPr/>
          </p:nvSpPr>
          <p:spPr bwMode="auto">
            <a:xfrm>
              <a:off x="8910522" y="1976438"/>
              <a:ext cx="563678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4" name="Line 147"/>
            <p:cNvSpPr>
              <a:spLocks noChangeShapeType="1"/>
            </p:cNvSpPr>
            <p:nvPr/>
          </p:nvSpPr>
          <p:spPr bwMode="auto">
            <a:xfrm>
              <a:off x="8143247" y="3200400"/>
              <a:ext cx="1323015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5" name="Line 148"/>
            <p:cNvSpPr>
              <a:spLocks noChangeShapeType="1"/>
            </p:cNvSpPr>
            <p:nvPr/>
          </p:nvSpPr>
          <p:spPr bwMode="auto">
            <a:xfrm>
              <a:off x="4811749" y="5143500"/>
              <a:ext cx="3130514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6" name="Line 150"/>
            <p:cNvSpPr>
              <a:spLocks noChangeShapeType="1"/>
            </p:cNvSpPr>
            <p:nvPr/>
          </p:nvSpPr>
          <p:spPr bwMode="auto">
            <a:xfrm>
              <a:off x="7937500" y="5138468"/>
              <a:ext cx="0" cy="3173682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7" name="Rectangle 38"/>
            <p:cNvSpPr>
              <a:spLocks noChangeArrowheads="1"/>
            </p:cNvSpPr>
            <p:nvPr/>
          </p:nvSpPr>
          <p:spPr bwMode="auto">
            <a:xfrm rot="10800000" flipV="1">
              <a:off x="3615494" y="1567495"/>
              <a:ext cx="1126908" cy="42227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 defTabSz="957480">
                <a:defRPr/>
              </a:pPr>
              <a:r>
                <a:rPr lang="en-US" altLang="ko-KR" sz="1000" b="1" dirty="0">
                  <a:latin typeface="Arial" charset="0"/>
                  <a:cs typeface="Arial" charset="0"/>
                </a:rPr>
                <a:t>PA</a:t>
              </a:r>
            </a:p>
            <a:p>
              <a:pPr algn="ctr" defTabSz="957480">
                <a:defRPr/>
              </a:pPr>
              <a:r>
                <a:rPr lang="en-US" altLang="ko-KR" sz="1000" b="1" dirty="0">
                  <a:latin typeface="Arial" charset="0"/>
                  <a:cs typeface="Arial" charset="0"/>
                </a:rPr>
                <a:t>Controller</a:t>
              </a:r>
            </a:p>
          </p:txBody>
        </p:sp>
        <p:sp>
          <p:nvSpPr>
            <p:cNvPr id="68" name="Rectangle 162"/>
            <p:cNvSpPr>
              <a:spLocks noChangeArrowheads="1"/>
            </p:cNvSpPr>
            <p:nvPr/>
          </p:nvSpPr>
          <p:spPr bwMode="auto">
            <a:xfrm>
              <a:off x="712547" y="1881138"/>
              <a:ext cx="1055928" cy="598538"/>
            </a:xfrm>
            <a:prstGeom prst="rect">
              <a:avLst/>
            </a:prstGeom>
            <a:solidFill>
              <a:srgbClr val="FFCC99">
                <a:alpha val="70195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defTabSz="957480"/>
              <a:r>
                <a:rPr lang="en-US" altLang="ko-KR" sz="700">
                  <a:latin typeface="Arial" charset="0"/>
                  <a:cs typeface="Arial" charset="0"/>
                </a:rPr>
                <a:t>Audio File CNCS</a:t>
              </a:r>
            </a:p>
            <a:p>
              <a:pPr algn="ctr" defTabSz="957480"/>
              <a:r>
                <a:rPr lang="en-US" altLang="ko-KR" sz="700">
                  <a:latin typeface="Arial" charset="0"/>
                  <a:cs typeface="Arial" charset="0"/>
                </a:rPr>
                <a:t>(via USB)</a:t>
              </a:r>
              <a:endParaRPr lang="ko-KR" altLang="en-US" sz="700">
                <a:latin typeface="Arial" charset="0"/>
                <a:cs typeface="Arial" charset="0"/>
              </a:endParaRPr>
            </a:p>
          </p:txBody>
        </p:sp>
        <p:sp>
          <p:nvSpPr>
            <p:cNvPr id="69" name="Rectangle 163"/>
            <p:cNvSpPr>
              <a:spLocks noChangeArrowheads="1"/>
            </p:cNvSpPr>
            <p:nvPr/>
          </p:nvSpPr>
          <p:spPr bwMode="auto">
            <a:xfrm>
              <a:off x="712547" y="3273407"/>
              <a:ext cx="1055928" cy="215918"/>
            </a:xfrm>
            <a:prstGeom prst="rect">
              <a:avLst/>
            </a:prstGeom>
            <a:solidFill>
              <a:srgbClr val="FFCC99">
                <a:alpha val="90195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defTabSz="957480"/>
              <a:r>
                <a:rPr lang="en-US" altLang="ko-KR" sz="700">
                  <a:latin typeface="Arial" charset="0"/>
                  <a:cs typeface="Arial" charset="0"/>
                </a:rPr>
                <a:t>RS-485 CL</a:t>
              </a:r>
              <a:endParaRPr lang="ko-KR" altLang="en-US" sz="700">
                <a:latin typeface="Arial" charset="0"/>
                <a:cs typeface="Arial" charset="0"/>
              </a:endParaRPr>
            </a:p>
          </p:txBody>
        </p:sp>
        <p:sp>
          <p:nvSpPr>
            <p:cNvPr id="70" name="Rectangle 166"/>
            <p:cNvSpPr>
              <a:spLocks noChangeArrowheads="1"/>
            </p:cNvSpPr>
            <p:nvPr/>
          </p:nvSpPr>
          <p:spPr bwMode="auto">
            <a:xfrm>
              <a:off x="712547" y="3630595"/>
              <a:ext cx="1055928" cy="215918"/>
            </a:xfrm>
            <a:prstGeom prst="rect">
              <a:avLst/>
            </a:prstGeom>
            <a:solidFill>
              <a:srgbClr val="FFCC99">
                <a:alpha val="90195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defTabSz="957480"/>
              <a:r>
                <a:rPr lang="en-US" altLang="ko-KR" sz="700">
                  <a:latin typeface="Arial" charset="0"/>
                  <a:cs typeface="Arial" charset="0"/>
                </a:rPr>
                <a:t>Cab On</a:t>
              </a:r>
            </a:p>
          </p:txBody>
        </p:sp>
        <p:sp>
          <p:nvSpPr>
            <p:cNvPr id="71" name="Rectangle 167"/>
            <p:cNvSpPr>
              <a:spLocks noChangeArrowheads="1"/>
            </p:cNvSpPr>
            <p:nvPr/>
          </p:nvSpPr>
          <p:spPr bwMode="auto">
            <a:xfrm>
              <a:off x="712547" y="3990957"/>
              <a:ext cx="1055928" cy="215918"/>
            </a:xfrm>
            <a:prstGeom prst="rect">
              <a:avLst/>
            </a:prstGeom>
            <a:solidFill>
              <a:srgbClr val="FFCC99">
                <a:alpha val="90195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defTabSz="957480"/>
              <a:r>
                <a:rPr lang="en-US" altLang="ko-KR" sz="700">
                  <a:latin typeface="Arial" charset="0"/>
                  <a:cs typeface="Arial" charset="0"/>
                </a:rPr>
                <a:t>Door</a:t>
              </a:r>
            </a:p>
          </p:txBody>
        </p:sp>
        <p:sp>
          <p:nvSpPr>
            <p:cNvPr id="72" name="Rectangle 168"/>
            <p:cNvSpPr>
              <a:spLocks noChangeArrowheads="1"/>
            </p:cNvSpPr>
            <p:nvPr/>
          </p:nvSpPr>
          <p:spPr bwMode="auto">
            <a:xfrm>
              <a:off x="712547" y="5430820"/>
              <a:ext cx="1055928" cy="215918"/>
            </a:xfrm>
            <a:prstGeom prst="rect">
              <a:avLst/>
            </a:prstGeom>
            <a:solidFill>
              <a:srgbClr val="FFCC99">
                <a:alpha val="90195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defTabSz="957480"/>
              <a:r>
                <a:rPr lang="en-US" altLang="ja-JP" sz="700">
                  <a:latin typeface="Arial" charset="0"/>
                </a:rPr>
                <a:t>Ether net</a:t>
              </a:r>
              <a:endParaRPr lang="en-US" altLang="ko-KR" sz="700">
                <a:latin typeface="Arial" charset="0"/>
                <a:cs typeface="Arial" charset="0"/>
              </a:endParaRPr>
            </a:p>
          </p:txBody>
        </p:sp>
        <p:sp>
          <p:nvSpPr>
            <p:cNvPr id="73" name="Rectangle 169"/>
            <p:cNvSpPr>
              <a:spLocks noChangeArrowheads="1"/>
            </p:cNvSpPr>
            <p:nvPr/>
          </p:nvSpPr>
          <p:spPr bwMode="auto">
            <a:xfrm>
              <a:off x="712547" y="4711682"/>
              <a:ext cx="1055928" cy="215918"/>
            </a:xfrm>
            <a:prstGeom prst="rect">
              <a:avLst/>
            </a:prstGeom>
            <a:solidFill>
              <a:srgbClr val="FFCC99">
                <a:alpha val="90195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defTabSz="957480"/>
              <a:r>
                <a:rPr lang="en-US" altLang="ko-KR" sz="700">
                  <a:latin typeface="Arial" charset="0"/>
                  <a:cs typeface="Arial" charset="0"/>
                </a:rPr>
                <a:t>Intercom Audio</a:t>
              </a:r>
            </a:p>
          </p:txBody>
        </p:sp>
        <p:sp>
          <p:nvSpPr>
            <p:cNvPr id="74" name="Rectangle 172"/>
            <p:cNvSpPr>
              <a:spLocks noChangeArrowheads="1"/>
            </p:cNvSpPr>
            <p:nvPr/>
          </p:nvSpPr>
          <p:spPr bwMode="auto">
            <a:xfrm>
              <a:off x="712547" y="5072045"/>
              <a:ext cx="1055928" cy="215918"/>
            </a:xfrm>
            <a:prstGeom prst="rect">
              <a:avLst/>
            </a:prstGeom>
            <a:solidFill>
              <a:srgbClr val="FFCC99">
                <a:alpha val="90195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defTabSz="957480"/>
              <a:r>
                <a:rPr lang="en-US" altLang="ko-KR" sz="700">
                  <a:latin typeface="Arial" charset="0"/>
                  <a:cs typeface="Arial" charset="0"/>
                </a:rPr>
                <a:t>Driver Audio</a:t>
              </a:r>
            </a:p>
          </p:txBody>
        </p:sp>
        <p:sp>
          <p:nvSpPr>
            <p:cNvPr id="75" name="Line 182"/>
            <p:cNvSpPr>
              <a:spLocks noChangeShapeType="1"/>
            </p:cNvSpPr>
            <p:nvPr/>
          </p:nvSpPr>
          <p:spPr bwMode="auto">
            <a:xfrm flipV="1">
              <a:off x="3497263" y="6326047"/>
              <a:ext cx="0" cy="1646377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6" name="Line 179"/>
            <p:cNvSpPr>
              <a:spLocks noChangeShapeType="1"/>
            </p:cNvSpPr>
            <p:nvPr/>
          </p:nvSpPr>
          <p:spPr bwMode="auto">
            <a:xfrm flipH="1">
              <a:off x="1826835" y="3741738"/>
              <a:ext cx="176091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77" name="Rectangle 132"/>
            <p:cNvSpPr>
              <a:spLocks noChangeArrowheads="1"/>
            </p:cNvSpPr>
            <p:nvPr/>
          </p:nvSpPr>
          <p:spPr bwMode="auto">
            <a:xfrm flipH="1">
              <a:off x="3377960" y="6078484"/>
              <a:ext cx="1055928" cy="649342"/>
            </a:xfrm>
            <a:prstGeom prst="rect">
              <a:avLst/>
            </a:prstGeom>
            <a:solidFill>
              <a:srgbClr val="D9D9D9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anchor="ctr"/>
            <a:lstStyle/>
            <a:p>
              <a:pPr algn="ctr" defTabSz="957480"/>
              <a:r>
                <a:rPr lang="en-US" altLang="ko-KR" sz="900" b="1">
                  <a:latin typeface="Arial" charset="0"/>
                  <a:cs typeface="Arial" charset="0"/>
                </a:rPr>
                <a:t>Line Control</a:t>
              </a:r>
            </a:p>
          </p:txBody>
        </p:sp>
        <p:sp>
          <p:nvSpPr>
            <p:cNvPr id="78" name="Rectangle 38"/>
            <p:cNvSpPr>
              <a:spLocks noChangeArrowheads="1"/>
            </p:cNvSpPr>
            <p:nvPr/>
          </p:nvSpPr>
          <p:spPr bwMode="auto">
            <a:xfrm rot="10800000" flipV="1">
              <a:off x="6428489" y="8104155"/>
              <a:ext cx="813685" cy="392145"/>
            </a:xfrm>
            <a:prstGeom prst="rect">
              <a:avLst/>
            </a:prstGeom>
            <a:solidFill>
              <a:schemeClr val="accent1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 defTabSz="957480"/>
              <a:r>
                <a:rPr lang="en-US" altLang="ko-KR" sz="800" b="1">
                  <a:latin typeface="Arial" charset="0"/>
                  <a:cs typeface="Arial" charset="0"/>
                </a:rPr>
                <a:t>ANS</a:t>
              </a:r>
            </a:p>
            <a:p>
              <a:pPr algn="ctr" defTabSz="957480"/>
              <a:r>
                <a:rPr lang="en-US" altLang="ko-KR" sz="800" b="1">
                  <a:latin typeface="Arial" charset="0"/>
                  <a:cs typeface="Arial" charset="0"/>
                </a:rPr>
                <a:t>Microphone</a:t>
              </a:r>
            </a:p>
          </p:txBody>
        </p:sp>
        <p:sp>
          <p:nvSpPr>
            <p:cNvPr id="79" name="Rectangle 235"/>
            <p:cNvSpPr/>
            <p:nvPr/>
          </p:nvSpPr>
          <p:spPr bwMode="auto">
            <a:xfrm>
              <a:off x="4109263" y="7160161"/>
              <a:ext cx="222992" cy="22831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 defTabSz="957480">
                <a:defRPr/>
              </a:pPr>
              <a:endParaRPr lang="en-US" sz="500" b="1">
                <a:latin typeface="Arial" charset="0"/>
                <a:ea typeface="굴림" charset="-127"/>
                <a:cs typeface="Arial" charset="0"/>
              </a:endParaRPr>
            </a:p>
          </p:txBody>
        </p:sp>
        <p:sp>
          <p:nvSpPr>
            <p:cNvPr id="80" name="TextBox 236"/>
            <p:cNvSpPr txBox="1">
              <a:spLocks noChangeArrowheads="1"/>
            </p:cNvSpPr>
            <p:nvPr/>
          </p:nvSpPr>
          <p:spPr bwMode="auto">
            <a:xfrm>
              <a:off x="4047959" y="7159608"/>
              <a:ext cx="419265" cy="637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600" b="1">
                  <a:latin typeface="Arial" charset="0"/>
                  <a:cs typeface="Arial" charset="0"/>
                </a:rPr>
                <a:t>TRF</a:t>
              </a:r>
            </a:p>
          </p:txBody>
        </p:sp>
        <p:grpSp>
          <p:nvGrpSpPr>
            <p:cNvPr id="81" name="Group 245"/>
            <p:cNvGrpSpPr>
              <a:grpSpLocks/>
            </p:cNvGrpSpPr>
            <p:nvPr/>
          </p:nvGrpSpPr>
          <p:grpSpPr bwMode="auto">
            <a:xfrm>
              <a:off x="3290723" y="7160156"/>
              <a:ext cx="419265" cy="643403"/>
              <a:chOff x="1990432" y="7416604"/>
              <a:chExt cx="428628" cy="643350"/>
            </a:xfrm>
          </p:grpSpPr>
          <p:sp>
            <p:nvSpPr>
              <p:cNvPr id="132" name="Rectangle 243"/>
              <p:cNvSpPr/>
              <p:nvPr/>
            </p:nvSpPr>
            <p:spPr bwMode="auto">
              <a:xfrm>
                <a:off x="2070058" y="7416604"/>
                <a:ext cx="227972" cy="22829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anchor="ctr"/>
              <a:lstStyle/>
              <a:p>
                <a:pPr algn="ctr" defTabSz="957480">
                  <a:defRPr/>
                </a:pPr>
                <a:endParaRPr lang="en-US" sz="500" b="1">
                  <a:latin typeface="Arial" charset="0"/>
                  <a:ea typeface="굴림" charset="-127"/>
                  <a:cs typeface="Arial" charset="0"/>
                </a:endParaRPr>
              </a:p>
            </p:txBody>
          </p:sp>
          <p:sp>
            <p:nvSpPr>
              <p:cNvPr id="133" name="TextBox 244"/>
              <p:cNvSpPr txBox="1">
                <a:spLocks noChangeArrowheads="1"/>
              </p:cNvSpPr>
              <p:nvPr/>
            </p:nvSpPr>
            <p:spPr bwMode="auto">
              <a:xfrm>
                <a:off x="1990432" y="7422626"/>
                <a:ext cx="428628" cy="6373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굴림" pitchFamily="50" charset="-127"/>
                    <a:ea typeface="굴림" pitchFamily="50" charset="-127"/>
                  </a:defRPr>
                </a:lvl9pPr>
              </a:lstStyle>
              <a:p>
                <a:pPr eaLnBrk="1" hangingPunct="1"/>
                <a:r>
                  <a:rPr lang="en-US" altLang="ko-KR" sz="600" b="1">
                    <a:latin typeface="Arial" charset="0"/>
                    <a:cs typeface="Arial" charset="0"/>
                  </a:rPr>
                  <a:t>TRF</a:t>
                </a:r>
              </a:p>
            </p:txBody>
          </p:sp>
        </p:grpSp>
        <p:cxnSp>
          <p:nvCxnSpPr>
            <p:cNvPr id="82" name="Straight Connector 249"/>
            <p:cNvCxnSpPr>
              <a:cxnSpLocks noChangeShapeType="1"/>
            </p:cNvCxnSpPr>
            <p:nvPr/>
          </p:nvCxnSpPr>
          <p:spPr bwMode="auto">
            <a:xfrm>
              <a:off x="1668562" y="8994775"/>
              <a:ext cx="3773388" cy="1588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3" name="Straight Connector 250"/>
            <p:cNvCxnSpPr>
              <a:cxnSpLocks noChangeShapeType="1"/>
            </p:cNvCxnSpPr>
            <p:nvPr/>
          </p:nvCxnSpPr>
          <p:spPr bwMode="auto">
            <a:xfrm>
              <a:off x="1668562" y="9043988"/>
              <a:ext cx="3773388" cy="1587"/>
            </a:xfrm>
            <a:prstGeom prst="line">
              <a:avLst/>
            </a:prstGeom>
            <a:noFill/>
            <a:ln w="12700" algn="ctr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4" name="Straight Connector 251"/>
            <p:cNvCxnSpPr>
              <a:cxnSpLocks noChangeShapeType="1"/>
            </p:cNvCxnSpPr>
            <p:nvPr/>
          </p:nvCxnSpPr>
          <p:spPr bwMode="auto">
            <a:xfrm>
              <a:off x="1668562" y="9090025"/>
              <a:ext cx="3773388" cy="1588"/>
            </a:xfrm>
            <a:prstGeom prst="line">
              <a:avLst/>
            </a:prstGeom>
            <a:noFill/>
            <a:ln w="12700" algn="ctr">
              <a:solidFill>
                <a:srgbClr val="9966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5" name="Straight Connector 255"/>
            <p:cNvCxnSpPr>
              <a:cxnSpLocks noChangeShapeType="1"/>
            </p:cNvCxnSpPr>
            <p:nvPr/>
          </p:nvCxnSpPr>
          <p:spPr bwMode="auto">
            <a:xfrm rot="5400000">
              <a:off x="3344871" y="8856635"/>
              <a:ext cx="285772" cy="35"/>
            </a:xfrm>
            <a:prstGeom prst="line">
              <a:avLst/>
            </a:prstGeom>
            <a:noFill/>
            <a:ln w="952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6" name="Straight Connector 256"/>
            <p:cNvCxnSpPr>
              <a:cxnSpLocks noChangeShapeType="1"/>
            </p:cNvCxnSpPr>
            <p:nvPr/>
          </p:nvCxnSpPr>
          <p:spPr bwMode="auto">
            <a:xfrm rot="5400000">
              <a:off x="4071946" y="8894735"/>
              <a:ext cx="285772" cy="35"/>
            </a:xfrm>
            <a:prstGeom prst="line">
              <a:avLst/>
            </a:prstGeom>
            <a:noFill/>
            <a:ln w="9525" algn="ctr">
              <a:solidFill>
                <a:srgbClr val="00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7" name="Straight Connector 257"/>
            <p:cNvCxnSpPr>
              <a:cxnSpLocks noChangeShapeType="1"/>
            </p:cNvCxnSpPr>
            <p:nvPr/>
          </p:nvCxnSpPr>
          <p:spPr bwMode="auto">
            <a:xfrm rot="5400000">
              <a:off x="4794256" y="8948709"/>
              <a:ext cx="285774" cy="35"/>
            </a:xfrm>
            <a:prstGeom prst="line">
              <a:avLst/>
            </a:prstGeom>
            <a:noFill/>
            <a:ln w="9525" algn="ctr">
              <a:solidFill>
                <a:srgbClr val="9966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8" name="Left-Right Arrow 101"/>
            <p:cNvSpPr>
              <a:spLocks noChangeArrowheads="1"/>
            </p:cNvSpPr>
            <p:nvPr/>
          </p:nvSpPr>
          <p:spPr bwMode="auto">
            <a:xfrm rot="5400000">
              <a:off x="2956043" y="8053506"/>
              <a:ext cx="1087529" cy="512435"/>
            </a:xfrm>
            <a:prstGeom prst="leftRightArrow">
              <a:avLst>
                <a:gd name="adj1" fmla="val 50000"/>
                <a:gd name="adj2" fmla="val 33465"/>
              </a:avLst>
            </a:prstGeom>
            <a:solidFill>
              <a:schemeClr val="bg1"/>
            </a:solidFill>
            <a:ln w="28575" algn="ctr">
              <a:solidFill>
                <a:schemeClr val="tx1"/>
              </a:solidFill>
              <a:round/>
              <a:headEnd/>
              <a:tailEnd/>
            </a:ln>
          </p:spPr>
          <p:txBody>
            <a:bodyPr anchor="ctr"/>
            <a:lstStyle/>
            <a:p>
              <a:pPr algn="ctr" defTabSz="957480"/>
              <a:r>
                <a:rPr lang="en-US" altLang="ko-KR" sz="700" b="1">
                  <a:latin typeface="Arial" charset="0"/>
                  <a:cs typeface="Arial" charset="0"/>
                </a:rPr>
                <a:t>PA audio TL</a:t>
              </a:r>
            </a:p>
          </p:txBody>
        </p:sp>
        <p:sp>
          <p:nvSpPr>
            <p:cNvPr id="89" name="Left-Right Arrow 101"/>
            <p:cNvSpPr>
              <a:spLocks noChangeArrowheads="1"/>
            </p:cNvSpPr>
            <p:nvPr/>
          </p:nvSpPr>
          <p:spPr bwMode="auto">
            <a:xfrm rot="5400000">
              <a:off x="3679722" y="7997724"/>
              <a:ext cx="1087528" cy="563678"/>
            </a:xfrm>
            <a:prstGeom prst="leftRightArrow">
              <a:avLst>
                <a:gd name="adj1" fmla="val 50000"/>
                <a:gd name="adj2" fmla="val 43857"/>
              </a:avLst>
            </a:prstGeom>
            <a:solidFill>
              <a:schemeClr val="bg1"/>
            </a:solidFill>
            <a:ln w="28575" algn="ctr">
              <a:solidFill>
                <a:schemeClr val="tx1"/>
              </a:solidFill>
              <a:round/>
              <a:headEnd/>
              <a:tailEnd/>
            </a:ln>
          </p:spPr>
          <p:txBody>
            <a:bodyPr anchor="ctr"/>
            <a:lstStyle/>
            <a:p>
              <a:pPr algn="ctr" defTabSz="957480"/>
              <a:r>
                <a:rPr lang="en-US" altLang="ko-KR" sz="700" b="1">
                  <a:latin typeface="Arial" charset="0"/>
                  <a:cs typeface="Arial" charset="0"/>
                </a:rPr>
                <a:t>Intercom</a:t>
              </a:r>
              <a:r>
                <a:rPr lang="en-US" altLang="ko-KR" sz="700">
                  <a:latin typeface="Arial" charset="0"/>
                  <a:cs typeface="Arial" charset="0"/>
                </a:rPr>
                <a:t> </a:t>
              </a:r>
              <a:r>
                <a:rPr lang="en-US" altLang="ko-KR" sz="700" b="1">
                  <a:latin typeface="Arial" charset="0"/>
                  <a:cs typeface="Arial" charset="0"/>
                </a:rPr>
                <a:t>TL</a:t>
              </a:r>
            </a:p>
          </p:txBody>
        </p:sp>
        <p:sp>
          <p:nvSpPr>
            <p:cNvPr id="90" name="Left-Right Arrow 101"/>
            <p:cNvSpPr>
              <a:spLocks noChangeArrowheads="1"/>
            </p:cNvSpPr>
            <p:nvPr/>
          </p:nvSpPr>
          <p:spPr bwMode="auto">
            <a:xfrm rot="5400000">
              <a:off x="4401256" y="8027107"/>
              <a:ext cx="1087531" cy="565232"/>
            </a:xfrm>
            <a:prstGeom prst="leftRightArrow">
              <a:avLst>
                <a:gd name="adj1" fmla="val 50000"/>
                <a:gd name="adj2" fmla="val 44458"/>
              </a:avLst>
            </a:prstGeom>
            <a:solidFill>
              <a:schemeClr val="bg1"/>
            </a:solidFill>
            <a:ln w="28575" algn="ctr">
              <a:solidFill>
                <a:schemeClr val="tx1"/>
              </a:solidFill>
              <a:round/>
              <a:headEnd/>
              <a:tailEnd/>
            </a:ln>
          </p:spPr>
          <p:txBody>
            <a:bodyPr anchor="ctr"/>
            <a:lstStyle/>
            <a:p>
              <a:pPr algn="ctr" defTabSz="957480"/>
              <a:r>
                <a:rPr lang="en-US" altLang="ja-JP" sz="700" b="1">
                  <a:latin typeface="Arial" charset="0"/>
                </a:rPr>
                <a:t>Ether net</a:t>
              </a:r>
              <a:endParaRPr lang="en-US" altLang="ko-KR" sz="700" b="1">
                <a:latin typeface="Arial" charset="0"/>
                <a:cs typeface="Arial" charset="0"/>
              </a:endParaRPr>
            </a:p>
            <a:p>
              <a:pPr algn="ctr" defTabSz="957480"/>
              <a:r>
                <a:rPr lang="en-US" altLang="ko-KR" sz="700" b="1">
                  <a:latin typeface="Arial" charset="0"/>
                  <a:cs typeface="Arial" charset="0"/>
                </a:rPr>
                <a:t> TL</a:t>
              </a:r>
            </a:p>
          </p:txBody>
        </p:sp>
        <p:sp>
          <p:nvSpPr>
            <p:cNvPr id="91" name="TextBox 262"/>
            <p:cNvSpPr txBox="1">
              <a:spLocks noChangeArrowheads="1"/>
            </p:cNvSpPr>
            <p:nvPr/>
          </p:nvSpPr>
          <p:spPr bwMode="auto">
            <a:xfrm>
              <a:off x="5471669" y="8847113"/>
              <a:ext cx="1557347" cy="4514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1100">
                  <a:latin typeface="Arial" charset="0"/>
                  <a:cs typeface="Arial" charset="0"/>
                </a:rPr>
                <a:t>Trainlines</a:t>
              </a:r>
            </a:p>
          </p:txBody>
        </p:sp>
        <p:sp>
          <p:nvSpPr>
            <p:cNvPr id="92" name="Rectangle 254"/>
            <p:cNvSpPr/>
            <p:nvPr/>
          </p:nvSpPr>
          <p:spPr bwMode="auto">
            <a:xfrm>
              <a:off x="6255565" y="4928443"/>
              <a:ext cx="987538" cy="43194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 defTabSz="957480">
                <a:defRPr/>
              </a:pPr>
              <a:endParaRPr lang="en-US" sz="500" b="1">
                <a:latin typeface="Arial" charset="0"/>
                <a:ea typeface="굴림" charset="-127"/>
                <a:cs typeface="Arial" charset="0"/>
              </a:endParaRPr>
            </a:p>
          </p:txBody>
        </p:sp>
        <p:sp>
          <p:nvSpPr>
            <p:cNvPr id="93" name="TextBox 234"/>
            <p:cNvSpPr txBox="1">
              <a:spLocks noChangeArrowheads="1"/>
            </p:cNvSpPr>
            <p:nvPr/>
          </p:nvSpPr>
          <p:spPr bwMode="auto">
            <a:xfrm>
              <a:off x="6316450" y="4975196"/>
              <a:ext cx="986049" cy="637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600" b="1">
                  <a:latin typeface="Arial" charset="0"/>
                  <a:cs typeface="Arial" charset="0"/>
                </a:rPr>
                <a:t>ANS Controller</a:t>
              </a:r>
            </a:p>
            <a:p>
              <a:pPr eaLnBrk="1" hangingPunct="1"/>
              <a:r>
                <a:rPr lang="en-US" altLang="ko-KR" sz="600" b="1">
                  <a:latin typeface="Arial" charset="0"/>
                  <a:cs typeface="Arial" charset="0"/>
                </a:rPr>
                <a:t>MCU</a:t>
              </a:r>
            </a:p>
          </p:txBody>
        </p:sp>
        <p:sp>
          <p:nvSpPr>
            <p:cNvPr id="94" name="TextBox 257"/>
            <p:cNvSpPr txBox="1">
              <a:spLocks noChangeArrowheads="1"/>
            </p:cNvSpPr>
            <p:nvPr/>
          </p:nvSpPr>
          <p:spPr bwMode="auto">
            <a:xfrm>
              <a:off x="4741503" y="3870307"/>
              <a:ext cx="908410" cy="3186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eaLnBrk="1" hangingPunct="1"/>
              <a:r>
                <a:rPr lang="en-US" altLang="ko-KR" sz="600">
                  <a:latin typeface="Times New Roman" pitchFamily="18" charset="0"/>
                  <a:cs typeface="Times New Roman" pitchFamily="18" charset="0"/>
                </a:rPr>
                <a:t>I</a:t>
              </a:r>
              <a:r>
                <a:rPr lang="en-US" altLang="ko-KR" sz="500"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lang="en-US" altLang="ko-KR" sz="500">
                  <a:latin typeface="Arial" charset="0"/>
                  <a:cs typeface="Arial" charset="0"/>
                </a:rPr>
                <a:t>2</a:t>
              </a:r>
              <a:r>
                <a:rPr lang="en-US" altLang="ko-KR" sz="600">
                  <a:latin typeface="Arial" charset="0"/>
                  <a:cs typeface="Arial" charset="0"/>
                </a:rPr>
                <a:t>C</a:t>
              </a:r>
            </a:p>
          </p:txBody>
        </p:sp>
        <p:sp>
          <p:nvSpPr>
            <p:cNvPr id="95" name="Line 330"/>
            <p:cNvSpPr>
              <a:spLocks noChangeShapeType="1"/>
            </p:cNvSpPr>
            <p:nvPr/>
          </p:nvSpPr>
          <p:spPr bwMode="auto">
            <a:xfrm flipH="1">
              <a:off x="8130871" y="2892425"/>
              <a:ext cx="768653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6" name="Line 330"/>
            <p:cNvSpPr>
              <a:spLocks noChangeShapeType="1"/>
            </p:cNvSpPr>
            <p:nvPr/>
          </p:nvSpPr>
          <p:spPr bwMode="auto">
            <a:xfrm flipH="1">
              <a:off x="8029383" y="4146550"/>
              <a:ext cx="844742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7" name="Line 56"/>
            <p:cNvSpPr>
              <a:spLocks noChangeShapeType="1"/>
            </p:cNvSpPr>
            <p:nvPr/>
          </p:nvSpPr>
          <p:spPr bwMode="auto">
            <a:xfrm flipH="1" flipV="1">
              <a:off x="8867775" y="4133811"/>
              <a:ext cx="0" cy="457239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8" name="Rectangle 153"/>
            <p:cNvSpPr>
              <a:spLocks noChangeArrowheads="1"/>
            </p:cNvSpPr>
            <p:nvPr/>
          </p:nvSpPr>
          <p:spPr bwMode="auto">
            <a:xfrm>
              <a:off x="7259481" y="3730582"/>
              <a:ext cx="846294" cy="503281"/>
            </a:xfrm>
            <a:prstGeom prst="rect">
              <a:avLst/>
            </a:prstGeom>
            <a:solidFill>
              <a:srgbClr val="BFBFB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defTabSz="957480"/>
              <a:r>
                <a:rPr lang="en-US" altLang="ko-KR" sz="800">
                  <a:latin typeface="Arial" charset="0"/>
                </a:rPr>
                <a:t>Exterior SPK</a:t>
              </a:r>
            </a:p>
            <a:p>
              <a:pPr algn="ctr" defTabSz="957480"/>
              <a:r>
                <a:rPr lang="en-US" altLang="ko-KR" sz="600">
                  <a:latin typeface="Arial" charset="0"/>
                </a:rPr>
                <a:t>Volume Control</a:t>
              </a:r>
            </a:p>
            <a:p>
              <a:pPr algn="ctr" defTabSz="957480"/>
              <a:r>
                <a:rPr lang="en-US" altLang="ko-KR" sz="600">
                  <a:latin typeface="Arial" charset="0"/>
                </a:rPr>
                <a:t>(Left Channel)</a:t>
              </a:r>
              <a:endParaRPr lang="ko-KR" altLang="en-US" sz="600">
                <a:latin typeface="Arial" charset="0"/>
              </a:endParaRPr>
            </a:p>
          </p:txBody>
        </p:sp>
        <p:sp>
          <p:nvSpPr>
            <p:cNvPr id="99" name="Rectangle 162"/>
            <p:cNvSpPr>
              <a:spLocks noChangeArrowheads="1"/>
            </p:cNvSpPr>
            <p:nvPr/>
          </p:nvSpPr>
          <p:spPr bwMode="auto">
            <a:xfrm>
              <a:off x="3844254" y="5287933"/>
              <a:ext cx="894433" cy="358806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prstDash val="sys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ja-JP" sz="700">
                  <a:latin typeface="Arial" charset="0"/>
                </a:rPr>
                <a:t>Ether net VoIP </a:t>
              </a:r>
            </a:p>
            <a:p>
              <a:pPr algn="ctr"/>
              <a:r>
                <a:rPr lang="en-US" altLang="ja-JP" sz="700">
                  <a:latin typeface="Arial" charset="0"/>
                </a:rPr>
                <a:t>Control</a:t>
              </a:r>
              <a:r>
                <a:rPr lang="en-US" altLang="ja-JP" sz="700" b="1"/>
                <a:t> </a:t>
              </a:r>
              <a:r>
                <a:rPr lang="en-US" altLang="ko-KR" sz="700">
                  <a:latin typeface="Arial" charset="0"/>
                  <a:cs typeface="Arial" charset="0"/>
                </a:rPr>
                <a:t>UNIT</a:t>
              </a:r>
              <a:endParaRPr lang="ko-KR" altLang="en-US" sz="700">
                <a:latin typeface="Arial" charset="0"/>
                <a:cs typeface="Arial" charset="0"/>
              </a:endParaRPr>
            </a:p>
          </p:txBody>
        </p:sp>
        <p:sp>
          <p:nvSpPr>
            <p:cNvPr id="100" name="Line 179"/>
            <p:cNvSpPr>
              <a:spLocks noChangeShapeType="1"/>
            </p:cNvSpPr>
            <p:nvPr/>
          </p:nvSpPr>
          <p:spPr bwMode="auto">
            <a:xfrm flipH="1" flipV="1">
              <a:off x="7097713" y="3054227"/>
              <a:ext cx="0" cy="1441573"/>
            </a:xfrm>
            <a:prstGeom prst="line">
              <a:avLst/>
            </a:prstGeom>
            <a:noFill/>
            <a:ln w="22225">
              <a:solidFill>
                <a:srgbClr val="7030A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1" name="Line 179"/>
            <p:cNvSpPr>
              <a:spLocks noChangeShapeType="1"/>
            </p:cNvSpPr>
            <p:nvPr/>
          </p:nvSpPr>
          <p:spPr bwMode="auto">
            <a:xfrm flipH="1">
              <a:off x="7100867" y="3054350"/>
              <a:ext cx="141307" cy="0"/>
            </a:xfrm>
            <a:prstGeom prst="line">
              <a:avLst/>
            </a:prstGeom>
            <a:noFill/>
            <a:ln w="22225">
              <a:solidFill>
                <a:srgbClr val="7030A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2" name="Line 179"/>
            <p:cNvSpPr>
              <a:spLocks noChangeShapeType="1"/>
            </p:cNvSpPr>
            <p:nvPr/>
          </p:nvSpPr>
          <p:spPr bwMode="auto">
            <a:xfrm flipH="1">
              <a:off x="7100867" y="4495800"/>
              <a:ext cx="141307" cy="0"/>
            </a:xfrm>
            <a:prstGeom prst="line">
              <a:avLst/>
            </a:prstGeom>
            <a:noFill/>
            <a:ln w="22225">
              <a:solidFill>
                <a:srgbClr val="7030A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3" name="Line 174"/>
            <p:cNvSpPr>
              <a:spLocks noChangeShapeType="1"/>
            </p:cNvSpPr>
            <p:nvPr/>
          </p:nvSpPr>
          <p:spPr bwMode="auto">
            <a:xfrm flipH="1" flipV="1">
              <a:off x="6881813" y="2911322"/>
              <a:ext cx="0" cy="1798791"/>
            </a:xfrm>
            <a:prstGeom prst="line">
              <a:avLst/>
            </a:prstGeom>
            <a:noFill/>
            <a:ln w="19050">
              <a:solidFill>
                <a:srgbClr val="BFBFB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4" name="Line 174"/>
            <p:cNvSpPr>
              <a:spLocks noChangeShapeType="1"/>
            </p:cNvSpPr>
            <p:nvPr/>
          </p:nvSpPr>
          <p:spPr bwMode="auto">
            <a:xfrm flipH="1">
              <a:off x="6906944" y="3919538"/>
              <a:ext cx="1125805" cy="0"/>
            </a:xfrm>
            <a:prstGeom prst="line">
              <a:avLst/>
            </a:prstGeom>
            <a:noFill/>
            <a:ln w="19050">
              <a:solidFill>
                <a:srgbClr val="BFBFB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5" name="Line 174"/>
            <p:cNvSpPr>
              <a:spLocks noChangeShapeType="1"/>
            </p:cNvSpPr>
            <p:nvPr/>
          </p:nvSpPr>
          <p:spPr bwMode="auto">
            <a:xfrm flipH="1">
              <a:off x="6889681" y="2911475"/>
              <a:ext cx="352493" cy="0"/>
            </a:xfrm>
            <a:prstGeom prst="line">
              <a:avLst/>
            </a:prstGeom>
            <a:noFill/>
            <a:ln w="19050">
              <a:solidFill>
                <a:srgbClr val="BFBFB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6" name="Line 155"/>
            <p:cNvSpPr>
              <a:spLocks noChangeShapeType="1"/>
            </p:cNvSpPr>
            <p:nvPr/>
          </p:nvSpPr>
          <p:spPr bwMode="auto">
            <a:xfrm>
              <a:off x="1817311" y="4460875"/>
              <a:ext cx="176091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7" name="Line 155"/>
            <p:cNvSpPr>
              <a:spLocks noChangeShapeType="1"/>
            </p:cNvSpPr>
            <p:nvPr/>
          </p:nvSpPr>
          <p:spPr bwMode="auto">
            <a:xfrm>
              <a:off x="1825249" y="4830763"/>
              <a:ext cx="176091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8" name="Line 155"/>
            <p:cNvSpPr>
              <a:spLocks noChangeShapeType="1"/>
            </p:cNvSpPr>
            <p:nvPr/>
          </p:nvSpPr>
          <p:spPr bwMode="auto">
            <a:xfrm>
              <a:off x="1817311" y="3386138"/>
              <a:ext cx="176091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09" name="Line 155"/>
            <p:cNvSpPr>
              <a:spLocks noChangeShapeType="1"/>
            </p:cNvSpPr>
            <p:nvPr/>
          </p:nvSpPr>
          <p:spPr bwMode="auto">
            <a:xfrm>
              <a:off x="1807786" y="5187950"/>
              <a:ext cx="176091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0" name="Line 155"/>
            <p:cNvSpPr>
              <a:spLocks noChangeShapeType="1"/>
            </p:cNvSpPr>
            <p:nvPr/>
          </p:nvSpPr>
          <p:spPr bwMode="auto">
            <a:xfrm>
              <a:off x="1807786" y="5537200"/>
              <a:ext cx="176091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1" name="Rounded Rectangle 296"/>
            <p:cNvSpPr/>
            <p:nvPr/>
          </p:nvSpPr>
          <p:spPr bwMode="auto">
            <a:xfrm>
              <a:off x="8712464" y="7968517"/>
              <a:ext cx="1397685" cy="643804"/>
            </a:xfrm>
            <a:prstGeom prst="roundRect">
              <a:avLst/>
            </a:prstGeom>
            <a:solidFill>
              <a:schemeClr val="bg1">
                <a:lumMod val="95000"/>
                <a:alpha val="50000"/>
              </a:schemeClr>
            </a:solidFill>
            <a:ln w="19050" cap="flat" cmpd="sng" algn="ctr">
              <a:solidFill>
                <a:schemeClr val="tx1"/>
              </a:solidFill>
              <a:prstDash val="sysDash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defTabSz="957480">
                <a:defRPr/>
              </a:pPr>
              <a:endParaRPr lang="en-US">
                <a:latin typeface="굴림" charset="-127"/>
                <a:ea typeface="굴림" charset="-127"/>
              </a:endParaRPr>
            </a:p>
          </p:txBody>
        </p:sp>
        <p:grpSp>
          <p:nvGrpSpPr>
            <p:cNvPr id="112" name="Group 269"/>
            <p:cNvGrpSpPr>
              <a:grpSpLocks/>
            </p:cNvGrpSpPr>
            <p:nvPr/>
          </p:nvGrpSpPr>
          <p:grpSpPr bwMode="auto">
            <a:xfrm>
              <a:off x="9702724" y="8221651"/>
              <a:ext cx="281064" cy="144474"/>
              <a:chOff x="7943599" y="8062765"/>
              <a:chExt cx="287337" cy="144463"/>
            </a:xfrm>
          </p:grpSpPr>
          <p:sp>
            <p:nvSpPr>
              <p:cNvPr id="130" name="Rectangle 182"/>
              <p:cNvSpPr>
                <a:spLocks noChangeArrowheads="1"/>
              </p:cNvSpPr>
              <p:nvPr/>
            </p:nvSpPr>
            <p:spPr bwMode="auto">
              <a:xfrm>
                <a:off x="7943599" y="8062765"/>
                <a:ext cx="215900" cy="144463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altLang="ko-KR"/>
              </a:p>
            </p:txBody>
          </p:sp>
          <p:sp>
            <p:nvSpPr>
              <p:cNvPr id="131" name="Rectangle 183"/>
              <p:cNvSpPr>
                <a:spLocks noChangeArrowheads="1"/>
              </p:cNvSpPr>
              <p:nvPr/>
            </p:nvSpPr>
            <p:spPr bwMode="auto">
              <a:xfrm>
                <a:off x="8159499" y="8062765"/>
                <a:ext cx="71437" cy="144463"/>
              </a:xfrm>
              <a:prstGeom prst="rect">
                <a:avLst/>
              </a:prstGeom>
              <a:solidFill>
                <a:srgbClr val="BFBFB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altLang="ko-KR"/>
              </a:p>
            </p:txBody>
          </p:sp>
        </p:grpSp>
        <p:sp>
          <p:nvSpPr>
            <p:cNvPr id="113" name="Rectangle 38"/>
            <p:cNvSpPr>
              <a:spLocks noChangeArrowheads="1"/>
            </p:cNvSpPr>
            <p:nvPr/>
          </p:nvSpPr>
          <p:spPr bwMode="auto">
            <a:xfrm rot="10800000" flipV="1">
              <a:off x="8882764" y="8096218"/>
              <a:ext cx="813685" cy="392146"/>
            </a:xfrm>
            <a:prstGeom prst="rect">
              <a:avLst/>
            </a:prstGeom>
            <a:solidFill>
              <a:schemeClr val="accent1"/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121789" tIns="60894" rIns="121789" bIns="60894" anchor="ctr"/>
            <a:lstStyle/>
            <a:p>
              <a:pPr algn="ctr" defTabSz="957480"/>
              <a:r>
                <a:rPr lang="en-US" altLang="ko-KR" sz="800" b="1">
                  <a:latin typeface="Arial" charset="0"/>
                  <a:cs typeface="Arial" charset="0"/>
                </a:rPr>
                <a:t>ANS</a:t>
              </a:r>
            </a:p>
            <a:p>
              <a:pPr algn="ctr" defTabSz="957480"/>
              <a:r>
                <a:rPr lang="en-US" altLang="ko-KR" sz="800" b="1">
                  <a:latin typeface="Arial" charset="0"/>
                  <a:cs typeface="Arial" charset="0"/>
                </a:rPr>
                <a:t>Microphone</a:t>
              </a:r>
            </a:p>
          </p:txBody>
        </p:sp>
        <p:grpSp>
          <p:nvGrpSpPr>
            <p:cNvPr id="114" name="Group 269"/>
            <p:cNvGrpSpPr>
              <a:grpSpLocks/>
            </p:cNvGrpSpPr>
            <p:nvPr/>
          </p:nvGrpSpPr>
          <p:grpSpPr bwMode="auto">
            <a:xfrm rot="10800000">
              <a:off x="6130849" y="8229587"/>
              <a:ext cx="281064" cy="144475"/>
              <a:chOff x="7943599" y="8062765"/>
              <a:chExt cx="287337" cy="144463"/>
            </a:xfrm>
          </p:grpSpPr>
          <p:sp>
            <p:nvSpPr>
              <p:cNvPr id="128" name="Rectangle 182"/>
              <p:cNvSpPr>
                <a:spLocks noChangeArrowheads="1"/>
              </p:cNvSpPr>
              <p:nvPr/>
            </p:nvSpPr>
            <p:spPr bwMode="auto">
              <a:xfrm>
                <a:off x="7943599" y="8062765"/>
                <a:ext cx="215900" cy="144463"/>
              </a:xfrm>
              <a:prstGeom prst="rect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altLang="ko-KR"/>
              </a:p>
            </p:txBody>
          </p:sp>
          <p:sp>
            <p:nvSpPr>
              <p:cNvPr id="129" name="Rectangle 183"/>
              <p:cNvSpPr>
                <a:spLocks noChangeArrowheads="1"/>
              </p:cNvSpPr>
              <p:nvPr/>
            </p:nvSpPr>
            <p:spPr bwMode="auto">
              <a:xfrm>
                <a:off x="8159499" y="8062765"/>
                <a:ext cx="71437" cy="144463"/>
              </a:xfrm>
              <a:prstGeom prst="rect">
                <a:avLst/>
              </a:prstGeom>
              <a:solidFill>
                <a:srgbClr val="BFBFB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 altLang="ko-KR"/>
              </a:p>
            </p:txBody>
          </p:sp>
        </p:grpSp>
        <p:sp>
          <p:nvSpPr>
            <p:cNvPr id="115" name="Line 148"/>
            <p:cNvSpPr>
              <a:spLocks noChangeShapeType="1"/>
            </p:cNvSpPr>
            <p:nvPr/>
          </p:nvSpPr>
          <p:spPr bwMode="auto">
            <a:xfrm>
              <a:off x="7268840" y="8312150"/>
              <a:ext cx="1621159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6" name="Rectangle 172"/>
            <p:cNvSpPr>
              <a:spLocks noChangeArrowheads="1"/>
            </p:cNvSpPr>
            <p:nvPr/>
          </p:nvSpPr>
          <p:spPr bwMode="auto">
            <a:xfrm>
              <a:off x="712547" y="4351320"/>
              <a:ext cx="1055928" cy="215918"/>
            </a:xfrm>
            <a:prstGeom prst="rect">
              <a:avLst/>
            </a:prstGeom>
            <a:solidFill>
              <a:srgbClr val="FFCC99">
                <a:alpha val="90195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 defTabSz="957480"/>
              <a:r>
                <a:rPr lang="en-US" altLang="ko-KR" sz="700">
                  <a:latin typeface="Arial" charset="0"/>
                  <a:cs typeface="Arial" charset="0"/>
                </a:rPr>
                <a:t>Conductor Audio</a:t>
              </a:r>
            </a:p>
          </p:txBody>
        </p:sp>
        <p:sp>
          <p:nvSpPr>
            <p:cNvPr id="117" name="Rectangle 132"/>
            <p:cNvSpPr>
              <a:spLocks noChangeArrowheads="1"/>
            </p:cNvSpPr>
            <p:nvPr/>
          </p:nvSpPr>
          <p:spPr bwMode="auto">
            <a:xfrm flipH="1">
              <a:off x="5200333" y="2116682"/>
              <a:ext cx="1196594" cy="647919"/>
            </a:xfrm>
            <a:prstGeom prst="rect">
              <a:avLst/>
            </a:prstGeom>
            <a:solidFill>
              <a:srgbClr val="D9D9D9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anchor="ctr"/>
            <a:lstStyle/>
            <a:p>
              <a:pPr algn="ctr" defTabSz="957480">
                <a:defRPr/>
              </a:pPr>
              <a:r>
                <a:rPr lang="en-US" altLang="ko-KR" sz="1000" b="1" dirty="0">
                  <a:latin typeface="+mn-ea"/>
                </a:rPr>
                <a:t>Recording</a:t>
              </a:r>
            </a:p>
            <a:p>
              <a:pPr algn="ctr" defTabSz="957480">
                <a:defRPr/>
              </a:pPr>
              <a:r>
                <a:rPr lang="en-US" altLang="ko-KR" sz="1000" b="1" dirty="0">
                  <a:latin typeface="+mn-ea"/>
                  <a:cs typeface="Arial" charset="0"/>
                </a:rPr>
                <a:t> Control</a:t>
              </a:r>
            </a:p>
          </p:txBody>
        </p:sp>
        <p:sp>
          <p:nvSpPr>
            <p:cNvPr id="118" name="Line 155"/>
            <p:cNvSpPr>
              <a:spLocks noChangeShapeType="1"/>
            </p:cNvSpPr>
            <p:nvPr/>
          </p:nvSpPr>
          <p:spPr bwMode="auto">
            <a:xfrm>
              <a:off x="4751291" y="2433638"/>
              <a:ext cx="42237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19" name="Line 109"/>
            <p:cNvSpPr>
              <a:spLocks noChangeShapeType="1"/>
            </p:cNvSpPr>
            <p:nvPr/>
          </p:nvSpPr>
          <p:spPr bwMode="auto">
            <a:xfrm>
              <a:off x="1791921" y="2190750"/>
              <a:ext cx="48137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0" name="Line 112"/>
            <p:cNvSpPr>
              <a:spLocks noChangeShapeType="1"/>
            </p:cNvSpPr>
            <p:nvPr/>
          </p:nvSpPr>
          <p:spPr bwMode="auto">
            <a:xfrm flipV="1">
              <a:off x="2057400" y="1111158"/>
              <a:ext cx="0" cy="10795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1" name="Line 109"/>
            <p:cNvSpPr>
              <a:spLocks noChangeShapeType="1"/>
            </p:cNvSpPr>
            <p:nvPr/>
          </p:nvSpPr>
          <p:spPr bwMode="auto">
            <a:xfrm>
              <a:off x="2136020" y="1111250"/>
              <a:ext cx="352182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2" name="Line 112"/>
            <p:cNvSpPr>
              <a:spLocks noChangeShapeType="1"/>
            </p:cNvSpPr>
            <p:nvPr/>
          </p:nvSpPr>
          <p:spPr bwMode="auto">
            <a:xfrm flipV="1">
              <a:off x="5657850" y="1111163"/>
              <a:ext cx="0" cy="100814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3" name="Rectangle 38"/>
            <p:cNvSpPr>
              <a:spLocks noChangeArrowheads="1"/>
            </p:cNvSpPr>
            <p:nvPr/>
          </p:nvSpPr>
          <p:spPr bwMode="auto">
            <a:xfrm rot="10800000" flipV="1">
              <a:off x="7617412" y="8384007"/>
              <a:ext cx="633139" cy="252996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121789" tIns="60894" rIns="121789" bIns="60894" anchor="ctr"/>
            <a:lstStyle/>
            <a:p>
              <a:pPr>
                <a:defRPr/>
              </a:pPr>
              <a:r>
                <a:rPr lang="en-US" altLang="ko-KR" sz="600" b="1" dirty="0">
                  <a:latin typeface="Arial" charset="0"/>
                  <a:ea typeface="굴림" charset="-127"/>
                  <a:cs typeface="Arial" charset="0"/>
                </a:rPr>
                <a:t>DC37.5V</a:t>
              </a:r>
            </a:p>
          </p:txBody>
        </p:sp>
        <p:sp>
          <p:nvSpPr>
            <p:cNvPr id="124" name="Line 56"/>
            <p:cNvSpPr>
              <a:spLocks noChangeShapeType="1"/>
            </p:cNvSpPr>
            <p:nvPr/>
          </p:nvSpPr>
          <p:spPr bwMode="auto">
            <a:xfrm flipH="1" flipV="1">
              <a:off x="9113838" y="2118872"/>
              <a:ext cx="0" cy="5185216"/>
            </a:xfrm>
            <a:prstGeom prst="line">
              <a:avLst/>
            </a:prstGeom>
            <a:noFill/>
            <a:ln w="222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5" name="AutoShape 6"/>
            <p:cNvSpPr>
              <a:spLocks noChangeArrowheads="1"/>
            </p:cNvSpPr>
            <p:nvPr/>
          </p:nvSpPr>
          <p:spPr bwMode="auto">
            <a:xfrm>
              <a:off x="5282658" y="5478253"/>
              <a:ext cx="2535778" cy="822718"/>
            </a:xfrm>
            <a:prstGeom prst="flowChartAlternateProcess">
              <a:avLst/>
            </a:prstGeom>
            <a:solidFill>
              <a:schemeClr val="hlink">
                <a:alpha val="47842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/>
            <a:p>
              <a:pPr marL="269642" indent="-269642"/>
              <a:r>
                <a:rPr lang="en-US" altLang="ko-KR" sz="1100" b="1">
                  <a:latin typeface="맑은 고딕" pitchFamily="50" charset="-127"/>
                  <a:ea typeface="맑은 고딕" pitchFamily="50" charset="-127"/>
                </a:rPr>
                <a:t>I²C (Inter-Integrated Circuit)</a:t>
              </a:r>
            </a:p>
          </p:txBody>
        </p:sp>
        <p:sp>
          <p:nvSpPr>
            <p:cNvPr id="126" name="Line 330"/>
            <p:cNvSpPr>
              <a:spLocks noChangeShapeType="1"/>
            </p:cNvSpPr>
            <p:nvPr/>
          </p:nvSpPr>
          <p:spPr bwMode="auto">
            <a:xfrm>
              <a:off x="8900206" y="5994400"/>
              <a:ext cx="599394" cy="0"/>
            </a:xfrm>
            <a:prstGeom prst="line">
              <a:avLst/>
            </a:prstGeom>
            <a:noFill/>
            <a:ln w="22225">
              <a:solidFill>
                <a:schemeClr val="tx1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7" name="Line 109"/>
            <p:cNvSpPr>
              <a:spLocks noChangeShapeType="1"/>
            </p:cNvSpPr>
            <p:nvPr/>
          </p:nvSpPr>
          <p:spPr bwMode="auto">
            <a:xfrm>
              <a:off x="7621396" y="8683625"/>
              <a:ext cx="844742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959484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Rectangle 131"/>
          <p:cNvSpPr>
            <a:spLocks noChangeArrowheads="1"/>
          </p:cNvSpPr>
          <p:nvPr/>
        </p:nvSpPr>
        <p:spPr bwMode="auto">
          <a:xfrm>
            <a:off x="0" y="-856951"/>
            <a:ext cx="3327393" cy="47555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lIns="95764" tIns="47882" rIns="95764" bIns="47882"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</a:rPr>
              <a:t>Diagram 4.5.2.5-B(54P)</a:t>
            </a:r>
            <a:endParaRPr lang="ko-KR" altLang="ko-KR" dirty="0">
              <a:solidFill>
                <a:schemeClr val="tx1"/>
              </a:solidFill>
            </a:endParaRPr>
          </a:p>
        </p:txBody>
      </p:sp>
      <p:sp>
        <p:nvSpPr>
          <p:cNvPr id="584" name="Rectangle 94"/>
          <p:cNvSpPr>
            <a:spLocks noChangeArrowheads="1"/>
          </p:cNvSpPr>
          <p:nvPr/>
        </p:nvSpPr>
        <p:spPr bwMode="auto">
          <a:xfrm>
            <a:off x="7795089" y="6397314"/>
            <a:ext cx="2142084" cy="195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904" tIns="35953" rIns="71904" bIns="35953">
            <a:spAutoFit/>
          </a:bodyPr>
          <a:lstStyle/>
          <a:p>
            <a:r>
              <a:rPr lang="en-US" altLang="ko-KR" sz="800">
                <a:latin typeface="Arial" charset="0"/>
                <a:cs typeface="Arial" charset="0"/>
              </a:rPr>
              <a:t>(DPO) Block Diagram-R01 - 20110316.ppt</a:t>
            </a:r>
          </a:p>
        </p:txBody>
      </p:sp>
      <p:sp>
        <p:nvSpPr>
          <p:cNvPr id="585" name="직사각형 109"/>
          <p:cNvSpPr>
            <a:spLocks noChangeArrowheads="1"/>
          </p:cNvSpPr>
          <p:nvPr/>
        </p:nvSpPr>
        <p:spPr bwMode="auto">
          <a:xfrm>
            <a:off x="2907940" y="125713"/>
            <a:ext cx="4223252" cy="457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1904" tIns="35953" rIns="71904" bIns="35953">
            <a:spAutoFit/>
          </a:bodyPr>
          <a:lstStyle/>
          <a:p>
            <a:r>
              <a:rPr lang="en-US" altLang="ko-KR" sz="2500">
                <a:latin typeface="Arial" charset="0"/>
                <a:cs typeface="Arial" charset="0"/>
              </a:rPr>
              <a:t>Denver DPO Block Diagram </a:t>
            </a:r>
            <a:endParaRPr lang="ko-KR" altLang="en-US" sz="2500"/>
          </a:p>
        </p:txBody>
      </p:sp>
      <p:sp>
        <p:nvSpPr>
          <p:cNvPr id="586" name="Line 214"/>
          <p:cNvSpPr>
            <a:spLocks noChangeShapeType="1"/>
          </p:cNvSpPr>
          <p:nvPr/>
        </p:nvSpPr>
        <p:spPr bwMode="auto">
          <a:xfrm>
            <a:off x="3611638" y="1393858"/>
            <a:ext cx="5270633" cy="0"/>
          </a:xfrm>
          <a:prstGeom prst="line">
            <a:avLst/>
          </a:prstGeom>
          <a:noFill/>
          <a:ln w="15875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587" name="Line 215"/>
          <p:cNvSpPr>
            <a:spLocks noChangeShapeType="1"/>
          </p:cNvSpPr>
          <p:nvPr/>
        </p:nvSpPr>
        <p:spPr bwMode="auto">
          <a:xfrm>
            <a:off x="2029932" y="1368828"/>
            <a:ext cx="2164033" cy="0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588" name="Line 221"/>
          <p:cNvSpPr>
            <a:spLocks noChangeShapeType="1"/>
          </p:cNvSpPr>
          <p:nvPr/>
        </p:nvSpPr>
        <p:spPr bwMode="auto">
          <a:xfrm>
            <a:off x="3787241" y="1654876"/>
            <a:ext cx="5095029" cy="0"/>
          </a:xfrm>
          <a:prstGeom prst="line">
            <a:avLst/>
          </a:prstGeom>
          <a:noFill/>
          <a:ln w="158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589" name="TextBox 221"/>
          <p:cNvSpPr txBox="1">
            <a:spLocks noChangeArrowheads="1"/>
          </p:cNvSpPr>
          <p:nvPr/>
        </p:nvSpPr>
        <p:spPr bwMode="auto">
          <a:xfrm>
            <a:off x="1508292" y="720453"/>
            <a:ext cx="1113005" cy="1649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904" tIns="35953" rIns="71904" bIns="35953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r>
              <a:rPr lang="en-US" altLang="ko-KR" sz="600" b="1">
                <a:latin typeface="Arial" charset="0"/>
                <a:cs typeface="Arial" charset="0"/>
              </a:rPr>
              <a:t>Volume Control Knob</a:t>
            </a:r>
          </a:p>
        </p:txBody>
      </p:sp>
      <p:sp>
        <p:nvSpPr>
          <p:cNvPr id="590" name="Rectangle 188"/>
          <p:cNvSpPr>
            <a:spLocks noChangeArrowheads="1"/>
          </p:cNvSpPr>
          <p:nvPr/>
        </p:nvSpPr>
        <p:spPr bwMode="auto">
          <a:xfrm>
            <a:off x="800720" y="1098275"/>
            <a:ext cx="7321040" cy="1297942"/>
          </a:xfrm>
          <a:prstGeom prst="rect">
            <a:avLst/>
          </a:prstGeom>
          <a:solidFill>
            <a:srgbClr val="92D050">
              <a:alpha val="25098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71904" tIns="35953" rIns="71904" bIns="35953" anchor="ctr"/>
          <a:lstStyle/>
          <a:p>
            <a:endParaRPr lang="en-US" altLang="ko-KR"/>
          </a:p>
        </p:txBody>
      </p:sp>
      <p:sp>
        <p:nvSpPr>
          <p:cNvPr id="591" name="Oval 87"/>
          <p:cNvSpPr>
            <a:spLocks noChangeArrowheads="1"/>
          </p:cNvSpPr>
          <p:nvPr/>
        </p:nvSpPr>
        <p:spPr bwMode="auto">
          <a:xfrm>
            <a:off x="1200989" y="1799092"/>
            <a:ext cx="175601" cy="162094"/>
          </a:xfrm>
          <a:prstGeom prst="ellipse">
            <a:avLst/>
          </a:prstGeom>
          <a:solidFill>
            <a:srgbClr val="C0C0C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71904" tIns="35953" rIns="71904" bIns="35953" anchor="ctr"/>
          <a:lstStyle/>
          <a:p>
            <a:endParaRPr lang="en-US" altLang="ko-KR"/>
          </a:p>
        </p:txBody>
      </p:sp>
      <p:sp>
        <p:nvSpPr>
          <p:cNvPr id="592" name="Text Box 97"/>
          <p:cNvSpPr txBox="1">
            <a:spLocks noChangeArrowheads="1"/>
          </p:cNvSpPr>
          <p:nvPr/>
        </p:nvSpPr>
        <p:spPr bwMode="auto">
          <a:xfrm>
            <a:off x="8179864" y="1203159"/>
            <a:ext cx="661379" cy="195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1904" tIns="35953" rIns="71904" bIns="35953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r>
              <a:rPr lang="en-US" altLang="ko-KR" sz="800" b="1"/>
              <a:t>DPO Audio</a:t>
            </a:r>
          </a:p>
        </p:txBody>
      </p:sp>
      <p:sp>
        <p:nvSpPr>
          <p:cNvPr id="593" name="Line 123"/>
          <p:cNvSpPr>
            <a:spLocks noChangeShapeType="1"/>
          </p:cNvSpPr>
          <p:nvPr/>
        </p:nvSpPr>
        <p:spPr bwMode="auto">
          <a:xfrm flipV="1">
            <a:off x="1470848" y="1368829"/>
            <a:ext cx="1639810" cy="2384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594" name="Sound"/>
          <p:cNvSpPr>
            <a:spLocks noEditPoints="1" noChangeArrowheads="1"/>
          </p:cNvSpPr>
          <p:nvPr/>
        </p:nvSpPr>
        <p:spPr bwMode="auto">
          <a:xfrm rot="10800000">
            <a:off x="1083491" y="1205543"/>
            <a:ext cx="409306" cy="324188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0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0 60000 65536"/>
              <a:gd name="T9" fmla="*/ 0 60000 65536"/>
              <a:gd name="T10" fmla="*/ 0 60000 65536"/>
              <a:gd name="T11" fmla="*/ 0 60000 65536"/>
              <a:gd name="T12" fmla="*/ 761 w 21600"/>
              <a:gd name="T13" fmla="*/ 22454 h 21600"/>
              <a:gd name="T14" fmla="*/ 21069 w 21600"/>
              <a:gd name="T15" fmla="*/ 2828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7273"/>
                </a:moveTo>
                <a:lnTo>
                  <a:pt x="5824" y="7273"/>
                </a:lnTo>
                <a:lnTo>
                  <a:pt x="11164" y="0"/>
                </a:lnTo>
                <a:lnTo>
                  <a:pt x="11164" y="21159"/>
                </a:lnTo>
                <a:lnTo>
                  <a:pt x="5824" y="13885"/>
                </a:lnTo>
                <a:lnTo>
                  <a:pt x="0" y="13885"/>
                </a:lnTo>
                <a:lnTo>
                  <a:pt x="0" y="7273"/>
                </a:lnTo>
                <a:close/>
              </a:path>
              <a:path w="21600" h="21600">
                <a:moveTo>
                  <a:pt x="13024" y="7273"/>
                </a:moveTo>
                <a:lnTo>
                  <a:pt x="13591" y="6722"/>
                </a:lnTo>
                <a:lnTo>
                  <a:pt x="13833" y="7548"/>
                </a:lnTo>
                <a:lnTo>
                  <a:pt x="14076" y="8485"/>
                </a:lnTo>
                <a:lnTo>
                  <a:pt x="14157" y="9367"/>
                </a:lnTo>
                <a:lnTo>
                  <a:pt x="14197" y="10524"/>
                </a:lnTo>
                <a:lnTo>
                  <a:pt x="14197" y="11406"/>
                </a:lnTo>
                <a:lnTo>
                  <a:pt x="14116" y="12012"/>
                </a:lnTo>
                <a:lnTo>
                  <a:pt x="13995" y="12728"/>
                </a:lnTo>
                <a:lnTo>
                  <a:pt x="13833" y="13444"/>
                </a:lnTo>
                <a:lnTo>
                  <a:pt x="13712" y="14106"/>
                </a:lnTo>
                <a:lnTo>
                  <a:pt x="13591" y="14546"/>
                </a:lnTo>
                <a:lnTo>
                  <a:pt x="13065" y="13885"/>
                </a:lnTo>
                <a:lnTo>
                  <a:pt x="13307" y="12893"/>
                </a:lnTo>
                <a:lnTo>
                  <a:pt x="13469" y="11791"/>
                </a:lnTo>
                <a:lnTo>
                  <a:pt x="13550" y="10910"/>
                </a:lnTo>
                <a:lnTo>
                  <a:pt x="13591" y="10138"/>
                </a:lnTo>
                <a:lnTo>
                  <a:pt x="13469" y="9367"/>
                </a:lnTo>
                <a:lnTo>
                  <a:pt x="13388" y="8595"/>
                </a:lnTo>
                <a:lnTo>
                  <a:pt x="13267" y="7934"/>
                </a:lnTo>
                <a:lnTo>
                  <a:pt x="13024" y="7273"/>
                </a:lnTo>
                <a:close/>
              </a:path>
              <a:path w="21600" h="21600">
                <a:moveTo>
                  <a:pt x="16382" y="3967"/>
                </a:moveTo>
                <a:lnTo>
                  <a:pt x="16786" y="5179"/>
                </a:lnTo>
                <a:lnTo>
                  <a:pt x="17150" y="6612"/>
                </a:lnTo>
                <a:lnTo>
                  <a:pt x="17474" y="8651"/>
                </a:lnTo>
                <a:lnTo>
                  <a:pt x="17595" y="9753"/>
                </a:lnTo>
                <a:lnTo>
                  <a:pt x="17635" y="12012"/>
                </a:lnTo>
                <a:lnTo>
                  <a:pt x="17393" y="13665"/>
                </a:lnTo>
                <a:lnTo>
                  <a:pt x="17150" y="15208"/>
                </a:lnTo>
                <a:lnTo>
                  <a:pt x="16786" y="16310"/>
                </a:lnTo>
                <a:lnTo>
                  <a:pt x="16341" y="17687"/>
                </a:lnTo>
                <a:lnTo>
                  <a:pt x="15815" y="17081"/>
                </a:lnTo>
                <a:lnTo>
                  <a:pt x="16503" y="14602"/>
                </a:lnTo>
                <a:lnTo>
                  <a:pt x="16786" y="13169"/>
                </a:lnTo>
                <a:lnTo>
                  <a:pt x="16867" y="12012"/>
                </a:lnTo>
                <a:lnTo>
                  <a:pt x="16867" y="9642"/>
                </a:lnTo>
                <a:lnTo>
                  <a:pt x="16705" y="7989"/>
                </a:lnTo>
                <a:lnTo>
                  <a:pt x="16422" y="6612"/>
                </a:lnTo>
                <a:lnTo>
                  <a:pt x="16220" y="5675"/>
                </a:lnTo>
                <a:lnTo>
                  <a:pt x="15856" y="4518"/>
                </a:lnTo>
                <a:lnTo>
                  <a:pt x="16382" y="3967"/>
                </a:lnTo>
                <a:close/>
              </a:path>
              <a:path w="21600" h="21600">
                <a:moveTo>
                  <a:pt x="18889" y="1377"/>
                </a:moveTo>
                <a:lnTo>
                  <a:pt x="19415" y="826"/>
                </a:lnTo>
                <a:lnTo>
                  <a:pt x="20194" y="2576"/>
                </a:lnTo>
                <a:lnTo>
                  <a:pt x="20831" y="4683"/>
                </a:lnTo>
                <a:lnTo>
                  <a:pt x="21357" y="7204"/>
                </a:lnTo>
                <a:lnTo>
                  <a:pt x="21650" y="9450"/>
                </a:lnTo>
                <a:lnTo>
                  <a:pt x="21600" y="12301"/>
                </a:lnTo>
                <a:lnTo>
                  <a:pt x="21215" y="15938"/>
                </a:lnTo>
                <a:lnTo>
                  <a:pt x="20629" y="18348"/>
                </a:lnTo>
                <a:lnTo>
                  <a:pt x="19415" y="21655"/>
                </a:lnTo>
                <a:lnTo>
                  <a:pt x="18889" y="21159"/>
                </a:lnTo>
                <a:lnTo>
                  <a:pt x="19901" y="18404"/>
                </a:lnTo>
                <a:lnTo>
                  <a:pt x="20467" y="15593"/>
                </a:lnTo>
                <a:lnTo>
                  <a:pt x="20791" y="12342"/>
                </a:lnTo>
                <a:lnTo>
                  <a:pt x="20871" y="9532"/>
                </a:lnTo>
                <a:lnTo>
                  <a:pt x="20629" y="7411"/>
                </a:lnTo>
                <a:lnTo>
                  <a:pt x="20062" y="4628"/>
                </a:lnTo>
                <a:lnTo>
                  <a:pt x="19415" y="2810"/>
                </a:lnTo>
                <a:lnTo>
                  <a:pt x="18889" y="1377"/>
                </a:lnTo>
                <a:close/>
              </a:path>
            </a:pathLst>
          </a:custGeom>
          <a:solidFill>
            <a:srgbClr val="FFBE7D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10800000" lIns="71904" tIns="35953" rIns="71904" bIns="35953"/>
          <a:lstStyle/>
          <a:p>
            <a:endParaRPr lang="ko-KR" altLang="en-US"/>
          </a:p>
        </p:txBody>
      </p:sp>
      <p:cxnSp>
        <p:nvCxnSpPr>
          <p:cNvPr id="595" name="Straight Arrow Connector 121"/>
          <p:cNvCxnSpPr>
            <a:cxnSpLocks noChangeShapeType="1"/>
            <a:stCxn id="613" idx="2"/>
            <a:endCxn id="633" idx="0"/>
          </p:cNvCxnSpPr>
          <p:nvPr/>
        </p:nvCxnSpPr>
        <p:spPr bwMode="auto">
          <a:xfrm rot="5400000">
            <a:off x="1784955" y="1622648"/>
            <a:ext cx="287239" cy="1291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96" name="Straight Arrow Connector 123"/>
          <p:cNvCxnSpPr>
            <a:cxnSpLocks noChangeShapeType="1"/>
          </p:cNvCxnSpPr>
          <p:nvPr/>
        </p:nvCxnSpPr>
        <p:spPr bwMode="auto">
          <a:xfrm rot="10800000">
            <a:off x="565726" y="1616737"/>
            <a:ext cx="2251833" cy="1192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97" name="Rectangle 160"/>
          <p:cNvSpPr>
            <a:spLocks noChangeArrowheads="1"/>
          </p:cNvSpPr>
          <p:nvPr/>
        </p:nvSpPr>
        <p:spPr bwMode="auto">
          <a:xfrm>
            <a:off x="2315284" y="1268712"/>
            <a:ext cx="1030368" cy="215729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71904" tIns="35953" rIns="71904" bIns="35953" anchor="ctr"/>
          <a:lstStyle/>
          <a:p>
            <a:pPr algn="ctr">
              <a:defRPr/>
            </a:pPr>
            <a:r>
              <a:rPr lang="en-US" altLang="ko-KR" sz="700" b="1" dirty="0">
                <a:latin typeface="Arial" charset="0"/>
                <a:ea typeface="굴림" pitchFamily="50" charset="-127"/>
                <a:cs typeface="Arial" charset="0"/>
              </a:rPr>
              <a:t>AUDIO EXPANDER</a:t>
            </a:r>
          </a:p>
        </p:txBody>
      </p:sp>
      <p:cxnSp>
        <p:nvCxnSpPr>
          <p:cNvPr id="598" name="Straight Arrow Connector 121"/>
          <p:cNvCxnSpPr>
            <a:cxnSpLocks noChangeShapeType="1"/>
          </p:cNvCxnSpPr>
          <p:nvPr/>
        </p:nvCxnSpPr>
        <p:spPr bwMode="auto">
          <a:xfrm rot="5400000">
            <a:off x="2674584" y="1621456"/>
            <a:ext cx="287240" cy="1291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99" name="Rectangle 4"/>
          <p:cNvSpPr>
            <a:spLocks noChangeArrowheads="1"/>
          </p:cNvSpPr>
          <p:nvPr/>
        </p:nvSpPr>
        <p:spPr bwMode="auto">
          <a:xfrm>
            <a:off x="390123" y="611994"/>
            <a:ext cx="9020244" cy="556840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71904" tIns="35953" rIns="71904" bIns="35953" anchor="ctr"/>
          <a:lstStyle/>
          <a:p>
            <a:endParaRPr lang="en-US" altLang="ko-KR"/>
          </a:p>
        </p:txBody>
      </p:sp>
      <p:sp>
        <p:nvSpPr>
          <p:cNvPr id="600" name="Rectangle 158"/>
          <p:cNvSpPr>
            <a:spLocks noChangeArrowheads="1"/>
          </p:cNvSpPr>
          <p:nvPr/>
        </p:nvSpPr>
        <p:spPr bwMode="auto">
          <a:xfrm>
            <a:off x="7257953" y="1260370"/>
            <a:ext cx="697242" cy="21572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71904" tIns="35953" rIns="71904" bIns="35953" anchor="ctr"/>
          <a:lstStyle/>
          <a:p>
            <a:pPr algn="ctr">
              <a:defRPr/>
            </a:pPr>
            <a:r>
              <a:rPr lang="en-US" altLang="ko-KR" sz="800" b="1">
                <a:latin typeface="굴림" pitchFamily="50" charset="-127"/>
                <a:ea typeface="굴림" pitchFamily="50" charset="-127"/>
              </a:rPr>
              <a:t>Transformer</a:t>
            </a:r>
          </a:p>
        </p:txBody>
      </p:sp>
      <p:sp>
        <p:nvSpPr>
          <p:cNvPr id="601" name="Rectangle 159"/>
          <p:cNvSpPr>
            <a:spLocks noChangeArrowheads="1"/>
          </p:cNvSpPr>
          <p:nvPr/>
        </p:nvSpPr>
        <p:spPr bwMode="auto">
          <a:xfrm>
            <a:off x="6489698" y="1274672"/>
            <a:ext cx="645594" cy="19427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71904" tIns="35953" rIns="71904" bIns="35953" anchor="ctr"/>
          <a:lstStyle/>
          <a:p>
            <a:pPr algn="ctr">
              <a:defRPr/>
            </a:pPr>
            <a:r>
              <a:rPr lang="en-US" altLang="ko-KR" sz="800" b="1" dirty="0">
                <a:latin typeface="굴림" pitchFamily="50" charset="-127"/>
                <a:ea typeface="굴림" pitchFamily="50" charset="-127"/>
              </a:rPr>
              <a:t>ALC</a:t>
            </a:r>
          </a:p>
        </p:txBody>
      </p:sp>
      <p:sp>
        <p:nvSpPr>
          <p:cNvPr id="602" name="Rectangle 161"/>
          <p:cNvSpPr>
            <a:spLocks noChangeArrowheads="1"/>
          </p:cNvSpPr>
          <p:nvPr/>
        </p:nvSpPr>
        <p:spPr bwMode="auto">
          <a:xfrm>
            <a:off x="5895751" y="1268713"/>
            <a:ext cx="432548" cy="19189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71904" tIns="35953" rIns="71904" bIns="35953" anchor="ctr"/>
          <a:lstStyle/>
          <a:p>
            <a:pPr algn="ctr">
              <a:defRPr/>
            </a:pPr>
            <a:r>
              <a:rPr lang="en-US" altLang="ko-KR" sz="1000" b="1" dirty="0">
                <a:latin typeface="굴림" pitchFamily="50" charset="-127"/>
                <a:ea typeface="굴림" pitchFamily="50" charset="-127"/>
              </a:rPr>
              <a:t>L.P.F</a:t>
            </a:r>
          </a:p>
        </p:txBody>
      </p:sp>
      <p:sp>
        <p:nvSpPr>
          <p:cNvPr id="603" name="Text Box 97"/>
          <p:cNvSpPr txBox="1">
            <a:spLocks noChangeArrowheads="1"/>
          </p:cNvSpPr>
          <p:nvPr/>
        </p:nvSpPr>
        <p:spPr bwMode="auto">
          <a:xfrm>
            <a:off x="8159207" y="1461794"/>
            <a:ext cx="661379" cy="195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1904" tIns="35953" rIns="71904" bIns="35953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r>
              <a:rPr lang="en-US" altLang="ko-KR" sz="800" b="1"/>
              <a:t>CPO Audio</a:t>
            </a:r>
          </a:p>
        </p:txBody>
      </p:sp>
      <p:sp>
        <p:nvSpPr>
          <p:cNvPr id="604" name="Rectangle 158"/>
          <p:cNvSpPr>
            <a:spLocks noChangeArrowheads="1"/>
          </p:cNvSpPr>
          <p:nvPr/>
        </p:nvSpPr>
        <p:spPr bwMode="auto">
          <a:xfrm>
            <a:off x="7257953" y="1523772"/>
            <a:ext cx="697242" cy="215729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71904" tIns="35953" rIns="71904" bIns="35953" anchor="ctr"/>
          <a:lstStyle/>
          <a:p>
            <a:pPr algn="ctr">
              <a:defRPr/>
            </a:pPr>
            <a:r>
              <a:rPr lang="en-US" altLang="ko-KR" sz="800" b="1">
                <a:latin typeface="굴림" pitchFamily="50" charset="-127"/>
                <a:ea typeface="굴림" pitchFamily="50" charset="-127"/>
              </a:rPr>
              <a:t>Transformer</a:t>
            </a:r>
          </a:p>
        </p:txBody>
      </p:sp>
      <p:sp>
        <p:nvSpPr>
          <p:cNvPr id="605" name="Rectangle 159"/>
          <p:cNvSpPr>
            <a:spLocks noChangeArrowheads="1"/>
          </p:cNvSpPr>
          <p:nvPr/>
        </p:nvSpPr>
        <p:spPr bwMode="auto">
          <a:xfrm>
            <a:off x="6489698" y="1536882"/>
            <a:ext cx="645594" cy="19427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71904" tIns="35953" rIns="71904" bIns="35953" anchor="ctr"/>
          <a:lstStyle/>
          <a:p>
            <a:pPr algn="ctr">
              <a:defRPr/>
            </a:pPr>
            <a:r>
              <a:rPr lang="en-US" altLang="ko-KR" sz="800" b="1" dirty="0">
                <a:latin typeface="굴림" pitchFamily="50" charset="-127"/>
                <a:ea typeface="굴림" pitchFamily="50" charset="-127"/>
              </a:rPr>
              <a:t>ALC</a:t>
            </a:r>
          </a:p>
        </p:txBody>
      </p:sp>
      <p:sp>
        <p:nvSpPr>
          <p:cNvPr id="606" name="Rectangle 161"/>
          <p:cNvSpPr>
            <a:spLocks noChangeArrowheads="1"/>
          </p:cNvSpPr>
          <p:nvPr/>
        </p:nvSpPr>
        <p:spPr bwMode="auto">
          <a:xfrm>
            <a:off x="5895751" y="1532115"/>
            <a:ext cx="432548" cy="19189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71904" tIns="35953" rIns="71904" bIns="35953" anchor="ctr"/>
          <a:lstStyle/>
          <a:p>
            <a:pPr algn="ctr">
              <a:defRPr/>
            </a:pPr>
            <a:r>
              <a:rPr lang="en-US" altLang="ko-KR" sz="1000" b="1" dirty="0">
                <a:latin typeface="굴림" pitchFamily="50" charset="-127"/>
                <a:ea typeface="굴림" pitchFamily="50" charset="-127"/>
              </a:rPr>
              <a:t>L.P.F</a:t>
            </a:r>
          </a:p>
        </p:txBody>
      </p:sp>
      <p:sp>
        <p:nvSpPr>
          <p:cNvPr id="607" name="Text Box 97"/>
          <p:cNvSpPr txBox="1">
            <a:spLocks noChangeArrowheads="1"/>
          </p:cNvSpPr>
          <p:nvPr/>
        </p:nvSpPr>
        <p:spPr bwMode="auto">
          <a:xfrm>
            <a:off x="8159207" y="1731157"/>
            <a:ext cx="635731" cy="195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1904" tIns="35953" rIns="71904" bIns="35953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r>
              <a:rPr lang="en-US" altLang="ko-KR" sz="800" b="1"/>
              <a:t>PEI  Audio</a:t>
            </a:r>
          </a:p>
        </p:txBody>
      </p:sp>
      <p:sp>
        <p:nvSpPr>
          <p:cNvPr id="608" name="Line 27"/>
          <p:cNvSpPr>
            <a:spLocks noChangeShapeType="1"/>
          </p:cNvSpPr>
          <p:nvPr/>
        </p:nvSpPr>
        <p:spPr bwMode="auto">
          <a:xfrm flipV="1">
            <a:off x="1922764" y="882548"/>
            <a:ext cx="0" cy="524421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609" name="Line 26"/>
          <p:cNvSpPr>
            <a:spLocks noChangeShapeType="1"/>
          </p:cNvSpPr>
          <p:nvPr/>
        </p:nvSpPr>
        <p:spPr bwMode="auto">
          <a:xfrm>
            <a:off x="1395959" y="882546"/>
            <a:ext cx="52680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grpSp>
        <p:nvGrpSpPr>
          <p:cNvPr id="610" name="Group 216"/>
          <p:cNvGrpSpPr>
            <a:grpSpLocks/>
          </p:cNvGrpSpPr>
          <p:nvPr/>
        </p:nvGrpSpPr>
        <p:grpSpPr bwMode="auto">
          <a:xfrm>
            <a:off x="1160963" y="720453"/>
            <a:ext cx="348621" cy="321804"/>
            <a:chOff x="1666066" y="114272"/>
            <a:chExt cx="428628" cy="428628"/>
          </a:xfrm>
        </p:grpSpPr>
        <p:sp>
          <p:nvSpPr>
            <p:cNvPr id="611" name="Oval 213"/>
            <p:cNvSpPr>
              <a:spLocks noChangeArrowheads="1"/>
            </p:cNvSpPr>
            <p:nvPr/>
          </p:nvSpPr>
          <p:spPr bwMode="auto">
            <a:xfrm>
              <a:off x="1666066" y="114272"/>
              <a:ext cx="428628" cy="428628"/>
            </a:xfrm>
            <a:prstGeom prst="ellipse">
              <a:avLst/>
            </a:prstGeom>
            <a:solidFill>
              <a:srgbClr val="D4AFDB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altLang="ko-KR"/>
            </a:p>
          </p:txBody>
        </p:sp>
        <p:sp>
          <p:nvSpPr>
            <p:cNvPr id="612" name="Oval 215"/>
            <p:cNvSpPr/>
            <p:nvPr/>
          </p:nvSpPr>
          <p:spPr bwMode="auto">
            <a:xfrm>
              <a:off x="1743855" y="192061"/>
              <a:ext cx="273052" cy="273052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613" name="Rectangle 137"/>
          <p:cNvSpPr>
            <a:spLocks noChangeArrowheads="1"/>
          </p:cNvSpPr>
          <p:nvPr/>
        </p:nvSpPr>
        <p:spPr bwMode="auto">
          <a:xfrm>
            <a:off x="1723922" y="1263944"/>
            <a:ext cx="409306" cy="215729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71904" tIns="35953" rIns="71904" bIns="35953" anchor="ctr"/>
          <a:lstStyle/>
          <a:p>
            <a:pPr algn="ctr">
              <a:defRPr/>
            </a:pPr>
            <a:r>
              <a:rPr lang="en-US" altLang="ko-KR" sz="1000" b="1" dirty="0">
                <a:latin typeface="굴림" pitchFamily="50" charset="-127"/>
                <a:ea typeface="굴림" pitchFamily="50" charset="-127"/>
              </a:rPr>
              <a:t>AMP</a:t>
            </a:r>
          </a:p>
        </p:txBody>
      </p:sp>
      <p:sp>
        <p:nvSpPr>
          <p:cNvPr id="614" name="Isosceles Triangle 267"/>
          <p:cNvSpPr>
            <a:spLocks noChangeArrowheads="1"/>
          </p:cNvSpPr>
          <p:nvPr/>
        </p:nvSpPr>
        <p:spPr bwMode="auto">
          <a:xfrm rot="5400000">
            <a:off x="5724620" y="1332180"/>
            <a:ext cx="107268" cy="116207"/>
          </a:xfrm>
          <a:prstGeom prst="triangle">
            <a:avLst>
              <a:gd name="adj" fmla="val 50000"/>
            </a:avLst>
          </a:prstGeom>
          <a:solidFill>
            <a:srgbClr val="0070C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71904" tIns="35953" rIns="71904" bIns="35953"/>
          <a:lstStyle/>
          <a:p>
            <a:endParaRPr lang="en-US" altLang="ko-KR"/>
          </a:p>
        </p:txBody>
      </p:sp>
      <p:sp>
        <p:nvSpPr>
          <p:cNvPr id="615" name="Isosceles Triangle 268"/>
          <p:cNvSpPr>
            <a:spLocks noChangeArrowheads="1"/>
          </p:cNvSpPr>
          <p:nvPr/>
        </p:nvSpPr>
        <p:spPr bwMode="auto">
          <a:xfrm rot="16200000" flipH="1">
            <a:off x="5315313" y="1332180"/>
            <a:ext cx="107268" cy="116207"/>
          </a:xfrm>
          <a:prstGeom prst="triangle">
            <a:avLst>
              <a:gd name="adj" fmla="val 50000"/>
            </a:avLst>
          </a:prstGeom>
          <a:solidFill>
            <a:srgbClr val="0070C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71904" tIns="35953" rIns="71904" bIns="35953"/>
          <a:lstStyle/>
          <a:p>
            <a:endParaRPr lang="en-US" altLang="ko-KR"/>
          </a:p>
        </p:txBody>
      </p:sp>
      <p:sp>
        <p:nvSpPr>
          <p:cNvPr id="616" name="Isosceles Triangle 269"/>
          <p:cNvSpPr>
            <a:spLocks noChangeArrowheads="1"/>
          </p:cNvSpPr>
          <p:nvPr/>
        </p:nvSpPr>
        <p:spPr bwMode="auto">
          <a:xfrm rot="5400000">
            <a:off x="5724620" y="1602734"/>
            <a:ext cx="107268" cy="116207"/>
          </a:xfrm>
          <a:prstGeom prst="triangle">
            <a:avLst>
              <a:gd name="adj" fmla="val 50000"/>
            </a:avLst>
          </a:prstGeom>
          <a:solidFill>
            <a:srgbClr val="FF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71904" tIns="35953" rIns="71904" bIns="35953"/>
          <a:lstStyle/>
          <a:p>
            <a:endParaRPr lang="en-US" altLang="ko-KR"/>
          </a:p>
        </p:txBody>
      </p:sp>
      <p:sp>
        <p:nvSpPr>
          <p:cNvPr id="617" name="Line 221"/>
          <p:cNvSpPr>
            <a:spLocks noChangeShapeType="1"/>
          </p:cNvSpPr>
          <p:nvPr/>
        </p:nvSpPr>
        <p:spPr bwMode="auto">
          <a:xfrm>
            <a:off x="3787241" y="1934965"/>
            <a:ext cx="5095029" cy="0"/>
          </a:xfrm>
          <a:prstGeom prst="line">
            <a:avLst/>
          </a:prstGeom>
          <a:noFill/>
          <a:ln w="15875">
            <a:solidFill>
              <a:srgbClr val="00B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618" name="Isosceles Triangle 270"/>
          <p:cNvSpPr>
            <a:spLocks noChangeArrowheads="1"/>
          </p:cNvSpPr>
          <p:nvPr/>
        </p:nvSpPr>
        <p:spPr bwMode="auto">
          <a:xfrm rot="16200000" flipH="1">
            <a:off x="5315313" y="1602734"/>
            <a:ext cx="107268" cy="116207"/>
          </a:xfrm>
          <a:prstGeom prst="triangle">
            <a:avLst>
              <a:gd name="adj" fmla="val 50000"/>
            </a:avLst>
          </a:prstGeom>
          <a:solidFill>
            <a:srgbClr val="FF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71904" tIns="35953" rIns="71904" bIns="35953"/>
          <a:lstStyle/>
          <a:p>
            <a:endParaRPr lang="en-US" altLang="ko-KR"/>
          </a:p>
        </p:txBody>
      </p:sp>
      <p:sp>
        <p:nvSpPr>
          <p:cNvPr id="619" name="Rectangle 158"/>
          <p:cNvSpPr>
            <a:spLocks noChangeArrowheads="1"/>
          </p:cNvSpPr>
          <p:nvPr/>
        </p:nvSpPr>
        <p:spPr bwMode="auto">
          <a:xfrm>
            <a:off x="7257953" y="1794327"/>
            <a:ext cx="697242" cy="21572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71904" tIns="35953" rIns="71904" bIns="35953" anchor="ctr"/>
          <a:lstStyle/>
          <a:p>
            <a:pPr algn="ctr">
              <a:defRPr/>
            </a:pPr>
            <a:r>
              <a:rPr lang="en-US" altLang="ko-KR" sz="800" b="1" dirty="0">
                <a:latin typeface="굴림" pitchFamily="50" charset="-127"/>
                <a:ea typeface="굴림" pitchFamily="50" charset="-127"/>
              </a:rPr>
              <a:t>Transformer</a:t>
            </a:r>
          </a:p>
        </p:txBody>
      </p:sp>
      <p:sp>
        <p:nvSpPr>
          <p:cNvPr id="620" name="Rectangle 159"/>
          <p:cNvSpPr>
            <a:spLocks noChangeArrowheads="1"/>
          </p:cNvSpPr>
          <p:nvPr/>
        </p:nvSpPr>
        <p:spPr bwMode="auto">
          <a:xfrm>
            <a:off x="6489698" y="1807436"/>
            <a:ext cx="645594" cy="19427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71904" tIns="35953" rIns="71904" bIns="35953" anchor="ctr"/>
          <a:lstStyle/>
          <a:p>
            <a:pPr algn="ctr">
              <a:defRPr/>
            </a:pPr>
            <a:r>
              <a:rPr lang="en-US" altLang="ko-KR" sz="800" b="1" dirty="0">
                <a:latin typeface="굴림" pitchFamily="50" charset="-127"/>
                <a:ea typeface="굴림" pitchFamily="50" charset="-127"/>
              </a:rPr>
              <a:t>ALC</a:t>
            </a:r>
          </a:p>
        </p:txBody>
      </p:sp>
      <p:sp>
        <p:nvSpPr>
          <p:cNvPr id="621" name="Rectangle 161"/>
          <p:cNvSpPr>
            <a:spLocks noChangeArrowheads="1"/>
          </p:cNvSpPr>
          <p:nvPr/>
        </p:nvSpPr>
        <p:spPr bwMode="auto">
          <a:xfrm>
            <a:off x="5895751" y="1801476"/>
            <a:ext cx="432548" cy="19189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71904" tIns="35953" rIns="71904" bIns="35953" anchor="ctr"/>
          <a:lstStyle/>
          <a:p>
            <a:pPr algn="ctr">
              <a:defRPr/>
            </a:pPr>
            <a:r>
              <a:rPr lang="en-US" altLang="ko-KR" sz="1000" b="1" dirty="0">
                <a:latin typeface="굴림" pitchFamily="50" charset="-127"/>
                <a:ea typeface="굴림" pitchFamily="50" charset="-127"/>
              </a:rPr>
              <a:t>L.P.F</a:t>
            </a:r>
          </a:p>
        </p:txBody>
      </p:sp>
      <p:sp>
        <p:nvSpPr>
          <p:cNvPr id="622" name="Line 215"/>
          <p:cNvSpPr>
            <a:spLocks noChangeShapeType="1"/>
          </p:cNvSpPr>
          <p:nvPr/>
        </p:nvSpPr>
        <p:spPr bwMode="auto">
          <a:xfrm>
            <a:off x="1854331" y="1855110"/>
            <a:ext cx="2164033" cy="0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623" name="Rectangle 160"/>
          <p:cNvSpPr>
            <a:spLocks noChangeArrowheads="1"/>
          </p:cNvSpPr>
          <p:nvPr/>
        </p:nvSpPr>
        <p:spPr bwMode="auto">
          <a:xfrm>
            <a:off x="2316577" y="1762144"/>
            <a:ext cx="1029077" cy="215729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71904" tIns="35953" rIns="71904" bIns="35953" anchor="ctr"/>
          <a:lstStyle/>
          <a:p>
            <a:pPr algn="ctr">
              <a:defRPr/>
            </a:pPr>
            <a:r>
              <a:rPr lang="en-US" altLang="ko-KR" sz="700" b="1" dirty="0">
                <a:latin typeface="Arial" charset="0"/>
                <a:ea typeface="굴림" pitchFamily="50" charset="-127"/>
                <a:cs typeface="Arial" charset="0"/>
              </a:rPr>
              <a:t>AUDIO COMPANDOR</a:t>
            </a:r>
          </a:p>
        </p:txBody>
      </p:sp>
      <p:sp>
        <p:nvSpPr>
          <p:cNvPr id="624" name="Isosceles Triangle 270"/>
          <p:cNvSpPr>
            <a:spLocks noChangeArrowheads="1"/>
          </p:cNvSpPr>
          <p:nvPr/>
        </p:nvSpPr>
        <p:spPr bwMode="auto">
          <a:xfrm rot="16200000" flipH="1">
            <a:off x="5315313" y="1872095"/>
            <a:ext cx="107268" cy="116207"/>
          </a:xfrm>
          <a:prstGeom prst="triangle">
            <a:avLst>
              <a:gd name="adj" fmla="val 50000"/>
            </a:avLst>
          </a:prstGeom>
          <a:solidFill>
            <a:srgbClr val="00B050"/>
          </a:solidFill>
          <a:ln w="9525" algn="ctr">
            <a:solidFill>
              <a:srgbClr val="000000"/>
            </a:solidFill>
            <a:round/>
            <a:headEnd/>
            <a:tailEnd/>
          </a:ln>
        </p:spPr>
        <p:txBody>
          <a:bodyPr lIns="71904" tIns="35953" rIns="71904" bIns="35953"/>
          <a:lstStyle/>
          <a:p>
            <a:endParaRPr lang="en-US" altLang="ko-KR">
              <a:solidFill>
                <a:srgbClr val="00B050"/>
              </a:solidFill>
            </a:endParaRPr>
          </a:p>
        </p:txBody>
      </p:sp>
      <p:sp>
        <p:nvSpPr>
          <p:cNvPr id="625" name="Isosceles Triangle 271"/>
          <p:cNvSpPr>
            <a:spLocks noChangeArrowheads="1"/>
          </p:cNvSpPr>
          <p:nvPr/>
        </p:nvSpPr>
        <p:spPr bwMode="auto">
          <a:xfrm rot="5400000">
            <a:off x="5725910" y="1872095"/>
            <a:ext cx="107268" cy="116207"/>
          </a:xfrm>
          <a:prstGeom prst="triangle">
            <a:avLst>
              <a:gd name="adj" fmla="val 50000"/>
            </a:avLst>
          </a:prstGeom>
          <a:solidFill>
            <a:srgbClr val="00B05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71904" tIns="35953" rIns="71904" bIns="35953"/>
          <a:lstStyle/>
          <a:p>
            <a:endParaRPr lang="en-US" altLang="ko-KR"/>
          </a:p>
        </p:txBody>
      </p:sp>
      <p:sp>
        <p:nvSpPr>
          <p:cNvPr id="626" name="Line 26"/>
          <p:cNvSpPr>
            <a:spLocks noChangeShapeType="1"/>
          </p:cNvSpPr>
          <p:nvPr/>
        </p:nvSpPr>
        <p:spPr bwMode="auto">
          <a:xfrm>
            <a:off x="1445024" y="1893249"/>
            <a:ext cx="175601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627" name="Rectangle 88"/>
          <p:cNvSpPr>
            <a:spLocks noChangeArrowheads="1"/>
          </p:cNvSpPr>
          <p:nvPr/>
        </p:nvSpPr>
        <p:spPr bwMode="auto">
          <a:xfrm>
            <a:off x="1260385" y="1799092"/>
            <a:ext cx="233704" cy="162094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71904" tIns="35953" rIns="71904" bIns="35953" anchor="ctr"/>
          <a:lstStyle/>
          <a:p>
            <a:endParaRPr lang="en-US" altLang="ko-KR"/>
          </a:p>
        </p:txBody>
      </p:sp>
      <p:sp>
        <p:nvSpPr>
          <p:cNvPr id="628" name="Rounded Rectangle 264"/>
          <p:cNvSpPr/>
          <p:nvPr/>
        </p:nvSpPr>
        <p:spPr bwMode="auto">
          <a:xfrm>
            <a:off x="1327526" y="2504678"/>
            <a:ext cx="878008" cy="432647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 w="127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lIns="71904" tIns="35953" rIns="71904" bIns="35953"/>
          <a:lstStyle/>
          <a:p>
            <a:pPr>
              <a:defRPr/>
            </a:pPr>
            <a:endParaRPr lang="en-US"/>
          </a:p>
        </p:txBody>
      </p:sp>
      <p:sp>
        <p:nvSpPr>
          <p:cNvPr id="629" name="Line 27"/>
          <p:cNvSpPr>
            <a:spLocks noChangeShapeType="1"/>
          </p:cNvSpPr>
          <p:nvPr/>
        </p:nvSpPr>
        <p:spPr bwMode="auto">
          <a:xfrm flipV="1">
            <a:off x="1611587" y="1893250"/>
            <a:ext cx="0" cy="718696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630" name="Text Box 197"/>
          <p:cNvSpPr txBox="1">
            <a:spLocks noChangeArrowheads="1"/>
          </p:cNvSpPr>
          <p:nvPr/>
        </p:nvSpPr>
        <p:spPr bwMode="auto">
          <a:xfrm>
            <a:off x="1367552" y="2745435"/>
            <a:ext cx="805650" cy="180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1904" tIns="35953" rIns="71904" bIns="35953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r>
              <a:rPr lang="en-US" altLang="ko-KR" sz="700" b="1">
                <a:latin typeface="Arial" charset="0"/>
                <a:cs typeface="Arial" charset="0"/>
              </a:rPr>
              <a:t>Lapel Mic. Jack</a:t>
            </a:r>
          </a:p>
        </p:txBody>
      </p:sp>
      <p:sp>
        <p:nvSpPr>
          <p:cNvPr id="631" name="Line 27"/>
          <p:cNvSpPr>
            <a:spLocks noChangeShapeType="1"/>
          </p:cNvSpPr>
          <p:nvPr/>
        </p:nvSpPr>
        <p:spPr bwMode="auto">
          <a:xfrm flipV="1">
            <a:off x="1913726" y="1946885"/>
            <a:ext cx="0" cy="7198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632" name="Rectangle 88"/>
          <p:cNvSpPr>
            <a:spLocks noChangeArrowheads="1"/>
          </p:cNvSpPr>
          <p:nvPr/>
        </p:nvSpPr>
        <p:spPr bwMode="auto">
          <a:xfrm>
            <a:off x="1503129" y="2588109"/>
            <a:ext cx="500981" cy="185931"/>
          </a:xfrm>
          <a:prstGeom prst="rect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71904" tIns="35953" rIns="71904" bIns="35953" anchor="ctr"/>
          <a:lstStyle/>
          <a:p>
            <a:endParaRPr lang="en-US" altLang="ko-KR" sz="800">
              <a:latin typeface="Arial" charset="0"/>
              <a:cs typeface="Arial" charset="0"/>
            </a:endParaRPr>
          </a:p>
        </p:txBody>
      </p:sp>
      <p:sp>
        <p:nvSpPr>
          <p:cNvPr id="633" name="Rectangle 161"/>
          <p:cNvSpPr>
            <a:spLocks noChangeArrowheads="1"/>
          </p:cNvSpPr>
          <p:nvPr/>
        </p:nvSpPr>
        <p:spPr bwMode="auto">
          <a:xfrm>
            <a:off x="1723922" y="1766912"/>
            <a:ext cx="409306" cy="215729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71904" tIns="35953" rIns="71904" bIns="35953" anchor="ctr"/>
          <a:lstStyle/>
          <a:p>
            <a:pPr algn="ctr">
              <a:defRPr/>
            </a:pPr>
            <a:r>
              <a:rPr lang="en-US" altLang="ko-KR" sz="1000" b="1" dirty="0">
                <a:latin typeface="굴림" pitchFamily="50" charset="-127"/>
                <a:ea typeface="굴림" pitchFamily="50" charset="-127"/>
              </a:rPr>
              <a:t>AMP</a:t>
            </a:r>
          </a:p>
        </p:txBody>
      </p:sp>
      <p:sp>
        <p:nvSpPr>
          <p:cNvPr id="634" name="Text Box 197"/>
          <p:cNvSpPr txBox="1">
            <a:spLocks noChangeArrowheads="1"/>
          </p:cNvSpPr>
          <p:nvPr/>
        </p:nvSpPr>
        <p:spPr bwMode="auto">
          <a:xfrm>
            <a:off x="918220" y="2042234"/>
            <a:ext cx="727103" cy="318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1904" tIns="35953" rIns="71904" bIns="35953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r>
              <a:rPr lang="en-US" altLang="ko-KR" sz="800" b="1">
                <a:latin typeface="Arial" charset="0"/>
                <a:cs typeface="Arial" charset="0"/>
              </a:rPr>
              <a:t>Internal </a:t>
            </a:r>
          </a:p>
          <a:p>
            <a:pPr eaLnBrk="1" hangingPunct="1"/>
            <a:r>
              <a:rPr lang="en-US" altLang="ko-KR" sz="800" b="1">
                <a:latin typeface="Arial" charset="0"/>
                <a:cs typeface="Arial" charset="0"/>
              </a:rPr>
              <a:t>Microphone</a:t>
            </a:r>
          </a:p>
        </p:txBody>
      </p:sp>
      <p:sp>
        <p:nvSpPr>
          <p:cNvPr id="635" name="Rectangle 4"/>
          <p:cNvSpPr>
            <a:spLocks noChangeArrowheads="1"/>
          </p:cNvSpPr>
          <p:nvPr/>
        </p:nvSpPr>
        <p:spPr bwMode="auto">
          <a:xfrm>
            <a:off x="1562523" y="3099420"/>
            <a:ext cx="6594101" cy="2541059"/>
          </a:xfrm>
          <a:prstGeom prst="rect">
            <a:avLst/>
          </a:prstGeom>
          <a:solidFill>
            <a:srgbClr val="92D050">
              <a:alpha val="20000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71904" tIns="35953" rIns="71904" bIns="35953" anchor="ctr"/>
          <a:lstStyle/>
          <a:p>
            <a:endParaRPr lang="en-US" altLang="ko-KR" sz="800">
              <a:latin typeface="Arial" charset="0"/>
              <a:cs typeface="Arial" charset="0"/>
            </a:endParaRPr>
          </a:p>
        </p:txBody>
      </p:sp>
      <p:sp>
        <p:nvSpPr>
          <p:cNvPr id="636" name="Rectangle 36"/>
          <p:cNvSpPr>
            <a:spLocks noChangeArrowheads="1"/>
          </p:cNvSpPr>
          <p:nvPr/>
        </p:nvSpPr>
        <p:spPr bwMode="auto">
          <a:xfrm>
            <a:off x="1753620" y="3421224"/>
            <a:ext cx="755345" cy="536340"/>
          </a:xfrm>
          <a:prstGeom prst="rect">
            <a:avLst/>
          </a:prstGeom>
          <a:solidFill>
            <a:schemeClr val="bg1">
              <a:lumMod val="95000"/>
              <a:alpha val="59999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71904" tIns="35953" rIns="71904" bIns="35953"/>
          <a:lstStyle/>
          <a:p>
            <a:pPr algn="ctr">
              <a:defRPr/>
            </a:pPr>
            <a:r>
              <a:rPr lang="en-US" altLang="ko-KR" sz="800" b="1" dirty="0">
                <a:latin typeface="Arial" charset="0"/>
                <a:ea typeface="굴림" pitchFamily="50" charset="-127"/>
                <a:cs typeface="Arial" charset="0"/>
              </a:rPr>
              <a:t>Push Button</a:t>
            </a:r>
          </a:p>
        </p:txBody>
      </p:sp>
      <p:sp>
        <p:nvSpPr>
          <p:cNvPr id="637" name="Rectangle 36"/>
          <p:cNvSpPr>
            <a:spLocks noChangeArrowheads="1"/>
          </p:cNvSpPr>
          <p:nvPr/>
        </p:nvSpPr>
        <p:spPr bwMode="auto">
          <a:xfrm>
            <a:off x="1803975" y="3635759"/>
            <a:ext cx="639139" cy="286048"/>
          </a:xfrm>
          <a:prstGeom prst="rect">
            <a:avLst/>
          </a:prstGeom>
          <a:solidFill>
            <a:srgbClr val="CC99FF">
              <a:alpha val="59999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71904" tIns="35953" rIns="71904" bIns="35953" anchor="ctr"/>
          <a:lstStyle/>
          <a:p>
            <a:pPr algn="ctr"/>
            <a:r>
              <a:rPr lang="en-US" altLang="ko-KR" sz="800">
                <a:latin typeface="Arial" charset="0"/>
                <a:cs typeface="Arial" charset="0"/>
              </a:rPr>
              <a:t>BUZZER</a:t>
            </a:r>
          </a:p>
        </p:txBody>
      </p:sp>
      <p:sp>
        <p:nvSpPr>
          <p:cNvPr id="638" name="Rectangle 31"/>
          <p:cNvSpPr>
            <a:spLocks noChangeArrowheads="1"/>
          </p:cNvSpPr>
          <p:nvPr/>
        </p:nvSpPr>
        <p:spPr bwMode="auto">
          <a:xfrm>
            <a:off x="689680" y="3099419"/>
            <a:ext cx="813449" cy="494625"/>
          </a:xfrm>
          <a:prstGeom prst="rect">
            <a:avLst/>
          </a:prstGeom>
          <a:solidFill>
            <a:schemeClr val="bg1">
              <a:lumMod val="95000"/>
              <a:alpha val="50000"/>
            </a:schemeClr>
          </a:solidFill>
          <a:ln w="12700">
            <a:solidFill>
              <a:schemeClr val="tx1"/>
            </a:solidFill>
            <a:prstDash val="dash"/>
            <a:miter lim="800000"/>
            <a:headEnd/>
            <a:tailEnd/>
          </a:ln>
          <a:effectLst/>
        </p:spPr>
        <p:txBody>
          <a:bodyPr wrap="none" lIns="71904" tIns="35953" rIns="71904" bIns="35953" anchor="ctr"/>
          <a:lstStyle/>
          <a:p>
            <a:pPr algn="ctr">
              <a:defRPr/>
            </a:pPr>
            <a:r>
              <a:rPr lang="en-US" altLang="ko-KR" sz="700" b="1" dirty="0">
                <a:latin typeface="Arial" charset="0"/>
                <a:cs typeface="Arial" charset="0"/>
              </a:rPr>
              <a:t>Communication</a:t>
            </a:r>
          </a:p>
          <a:p>
            <a:pPr algn="ctr">
              <a:defRPr/>
            </a:pPr>
            <a:r>
              <a:rPr lang="en-US" altLang="ko-KR" sz="700" b="1" dirty="0">
                <a:latin typeface="Arial" charset="0"/>
                <a:cs typeface="Arial" charset="0"/>
              </a:rPr>
              <a:t>BUZZER</a:t>
            </a:r>
          </a:p>
          <a:p>
            <a:pPr algn="ctr">
              <a:defRPr/>
            </a:pPr>
            <a:r>
              <a:rPr lang="en-US" altLang="ko-KR" sz="700" b="1" dirty="0">
                <a:latin typeface="Arial" charset="0"/>
                <a:cs typeface="Arial" charset="0"/>
              </a:rPr>
              <a:t>&amp; Circuitry</a:t>
            </a:r>
            <a:endParaRPr lang="en-US" altLang="ko-KR" sz="700" dirty="0">
              <a:latin typeface="Arial" charset="0"/>
              <a:cs typeface="Arial" charset="0"/>
            </a:endParaRPr>
          </a:p>
        </p:txBody>
      </p:sp>
      <p:cxnSp>
        <p:nvCxnSpPr>
          <p:cNvPr id="639" name="Elbow Connector 259"/>
          <p:cNvCxnSpPr>
            <a:cxnSpLocks noChangeShapeType="1"/>
            <a:stCxn id="637" idx="1"/>
            <a:endCxn id="638" idx="2"/>
          </p:cNvCxnSpPr>
          <p:nvPr/>
        </p:nvCxnSpPr>
        <p:spPr bwMode="auto">
          <a:xfrm rot="10800000">
            <a:off x="1096404" y="3594044"/>
            <a:ext cx="707571" cy="184739"/>
          </a:xfrm>
          <a:prstGeom prst="bentConnector2">
            <a:avLst/>
          </a:prstGeom>
          <a:noFill/>
          <a:ln w="19050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40" name="Line 49"/>
          <p:cNvSpPr>
            <a:spLocks noChangeShapeType="1"/>
          </p:cNvSpPr>
          <p:nvPr/>
        </p:nvSpPr>
        <p:spPr bwMode="auto">
          <a:xfrm>
            <a:off x="918218" y="3874131"/>
            <a:ext cx="836690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641" name="Text Box 62"/>
          <p:cNvSpPr txBox="1">
            <a:spLocks noChangeArrowheads="1"/>
          </p:cNvSpPr>
          <p:nvPr/>
        </p:nvSpPr>
        <p:spPr bwMode="auto">
          <a:xfrm>
            <a:off x="918219" y="3909888"/>
            <a:ext cx="569414" cy="180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904" tIns="35953" rIns="71904" bIns="35953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r>
              <a:rPr lang="en-US" altLang="ko-KR" sz="700" b="1">
                <a:solidFill>
                  <a:srgbClr val="FF0000"/>
                </a:solidFill>
                <a:latin typeface="Arial" charset="0"/>
                <a:cs typeface="Arial" charset="0"/>
              </a:rPr>
              <a:t>DC37.5V</a:t>
            </a:r>
          </a:p>
        </p:txBody>
      </p:sp>
      <p:cxnSp>
        <p:nvCxnSpPr>
          <p:cNvPr id="642" name="Straight Arrow Connector 123"/>
          <p:cNvCxnSpPr>
            <a:cxnSpLocks noChangeShapeType="1"/>
          </p:cNvCxnSpPr>
          <p:nvPr/>
        </p:nvCxnSpPr>
        <p:spPr bwMode="auto">
          <a:xfrm rot="10800000">
            <a:off x="6540054" y="3353288"/>
            <a:ext cx="2752814" cy="1191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43" name="Text Box 97"/>
          <p:cNvSpPr txBox="1">
            <a:spLocks noChangeArrowheads="1"/>
          </p:cNvSpPr>
          <p:nvPr/>
        </p:nvSpPr>
        <p:spPr bwMode="auto">
          <a:xfrm>
            <a:off x="8285741" y="3136367"/>
            <a:ext cx="927478" cy="195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1904" tIns="35953" rIns="71904" bIns="35953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r>
              <a:rPr lang="en-US" altLang="ko-KR" sz="800" b="1"/>
              <a:t>Dual Tone Audio</a:t>
            </a:r>
          </a:p>
        </p:txBody>
      </p:sp>
      <p:sp>
        <p:nvSpPr>
          <p:cNvPr id="644" name="Rectangle 158"/>
          <p:cNvSpPr>
            <a:spLocks noChangeArrowheads="1"/>
          </p:cNvSpPr>
          <p:nvPr/>
        </p:nvSpPr>
        <p:spPr bwMode="auto">
          <a:xfrm>
            <a:off x="7301854" y="3244827"/>
            <a:ext cx="697242" cy="215729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71904" tIns="35953" rIns="71904" bIns="35953" anchor="ctr"/>
          <a:lstStyle/>
          <a:p>
            <a:pPr algn="ctr">
              <a:defRPr/>
            </a:pPr>
            <a:r>
              <a:rPr lang="en-US" altLang="ko-KR" sz="800" b="1" dirty="0">
                <a:latin typeface="굴림" pitchFamily="50" charset="-127"/>
                <a:ea typeface="굴림" pitchFamily="50" charset="-127"/>
              </a:rPr>
              <a:t>Transformer</a:t>
            </a:r>
          </a:p>
        </p:txBody>
      </p:sp>
      <p:sp>
        <p:nvSpPr>
          <p:cNvPr id="645" name="Line 212"/>
          <p:cNvSpPr>
            <a:spLocks noChangeShapeType="1"/>
          </p:cNvSpPr>
          <p:nvPr/>
        </p:nvSpPr>
        <p:spPr bwMode="auto">
          <a:xfrm flipV="1">
            <a:off x="2323033" y="5964666"/>
            <a:ext cx="1331216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646" name="Text Box 216"/>
          <p:cNvSpPr txBox="1">
            <a:spLocks noChangeArrowheads="1"/>
          </p:cNvSpPr>
          <p:nvPr/>
        </p:nvSpPr>
        <p:spPr bwMode="auto">
          <a:xfrm>
            <a:off x="2323033" y="5748939"/>
            <a:ext cx="995507" cy="226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904" tIns="35953" rIns="71904" bIns="35953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r>
              <a:rPr lang="en-US" altLang="ko-KR" sz="1000" b="1">
                <a:solidFill>
                  <a:srgbClr val="FF0000"/>
                </a:solidFill>
              </a:rPr>
              <a:t>DC37.5V</a:t>
            </a:r>
          </a:p>
        </p:txBody>
      </p:sp>
      <p:sp>
        <p:nvSpPr>
          <p:cNvPr id="647" name="Text Box 63"/>
          <p:cNvSpPr txBox="1">
            <a:spLocks noChangeArrowheads="1"/>
          </p:cNvSpPr>
          <p:nvPr/>
        </p:nvSpPr>
        <p:spPr bwMode="auto">
          <a:xfrm>
            <a:off x="7243752" y="4648845"/>
            <a:ext cx="878008" cy="2880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904" tIns="35953" rIns="71904" bIns="35953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r>
              <a:rPr lang="en-US" altLang="ko-KR" sz="700" b="1">
                <a:solidFill>
                  <a:srgbClr val="FF0000"/>
                </a:solidFill>
                <a:latin typeface="Arial" charset="0"/>
                <a:cs typeface="Arial" charset="0"/>
              </a:rPr>
              <a:t>Live Signal </a:t>
            </a:r>
          </a:p>
          <a:p>
            <a:pPr eaLnBrk="1" hangingPunct="1"/>
            <a:r>
              <a:rPr lang="en-US" altLang="ko-KR" sz="700" b="1">
                <a:solidFill>
                  <a:srgbClr val="FF0000"/>
                </a:solidFill>
                <a:latin typeface="Arial" charset="0"/>
                <a:cs typeface="Arial" charset="0"/>
              </a:rPr>
              <a:t>Address Signal</a:t>
            </a:r>
          </a:p>
        </p:txBody>
      </p:sp>
      <p:sp>
        <p:nvSpPr>
          <p:cNvPr id="648" name="Text Box 70"/>
          <p:cNvSpPr txBox="1">
            <a:spLocks noChangeArrowheads="1"/>
          </p:cNvSpPr>
          <p:nvPr/>
        </p:nvSpPr>
        <p:spPr bwMode="auto">
          <a:xfrm>
            <a:off x="8590464" y="4702480"/>
            <a:ext cx="515507" cy="195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1904" tIns="35953" rIns="71904" bIns="35953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r>
              <a:rPr lang="en-US" altLang="ko-KR" sz="800" b="1">
                <a:latin typeface="Arial" charset="0"/>
                <a:cs typeface="Arial" charset="0"/>
              </a:rPr>
              <a:t>To PAC</a:t>
            </a:r>
          </a:p>
        </p:txBody>
      </p:sp>
      <p:sp>
        <p:nvSpPr>
          <p:cNvPr id="649" name="Line 162"/>
          <p:cNvSpPr>
            <a:spLocks noChangeShapeType="1"/>
          </p:cNvSpPr>
          <p:nvPr/>
        </p:nvSpPr>
        <p:spPr bwMode="auto">
          <a:xfrm>
            <a:off x="7642729" y="3458171"/>
            <a:ext cx="0" cy="973754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650" name="Rectangle 5"/>
          <p:cNvSpPr>
            <a:spLocks noChangeArrowheads="1"/>
          </p:cNvSpPr>
          <p:nvPr/>
        </p:nvSpPr>
        <p:spPr bwMode="auto">
          <a:xfrm>
            <a:off x="7299274" y="3694162"/>
            <a:ext cx="704989" cy="37782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71904" tIns="35953" rIns="71904" bIns="35953" anchor="ctr"/>
          <a:lstStyle/>
          <a:p>
            <a:pPr algn="ctr">
              <a:defRPr/>
            </a:pPr>
            <a:r>
              <a:rPr lang="en-US" altLang="ko-KR" sz="1000" b="1" dirty="0">
                <a:latin typeface="굴림" pitchFamily="50" charset="-127"/>
                <a:ea typeface="굴림" pitchFamily="50" charset="-127"/>
              </a:rPr>
              <a:t>Tone</a:t>
            </a:r>
          </a:p>
          <a:p>
            <a:pPr algn="ctr">
              <a:defRPr/>
            </a:pPr>
            <a:r>
              <a:rPr lang="en-US" altLang="ko-KR" sz="1000" b="1" dirty="0">
                <a:latin typeface="굴림" pitchFamily="50" charset="-127"/>
                <a:ea typeface="굴림" pitchFamily="50" charset="-127"/>
              </a:rPr>
              <a:t>Generator</a:t>
            </a:r>
          </a:p>
        </p:txBody>
      </p:sp>
      <p:sp>
        <p:nvSpPr>
          <p:cNvPr id="651" name="Line 125"/>
          <p:cNvSpPr>
            <a:spLocks noChangeShapeType="1"/>
          </p:cNvSpPr>
          <p:nvPr/>
        </p:nvSpPr>
        <p:spPr bwMode="auto">
          <a:xfrm flipV="1">
            <a:off x="2733630" y="4828817"/>
            <a:ext cx="2342216" cy="0"/>
          </a:xfrm>
          <a:prstGeom prst="line">
            <a:avLst/>
          </a:prstGeom>
          <a:noFill/>
          <a:ln w="19050">
            <a:solidFill>
              <a:srgbClr val="C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652" name="Line 230"/>
          <p:cNvSpPr>
            <a:spLocks noChangeShapeType="1"/>
          </p:cNvSpPr>
          <p:nvPr/>
        </p:nvSpPr>
        <p:spPr bwMode="auto">
          <a:xfrm flipV="1">
            <a:off x="4039021" y="5261466"/>
            <a:ext cx="0" cy="703201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653" name="Rectangle 210"/>
          <p:cNvSpPr>
            <a:spLocks noChangeArrowheads="1"/>
          </p:cNvSpPr>
          <p:nvPr/>
        </p:nvSpPr>
        <p:spPr bwMode="auto">
          <a:xfrm>
            <a:off x="3669742" y="5802572"/>
            <a:ext cx="761801" cy="324188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71904" tIns="35953" rIns="71904" bIns="35953" anchor="ctr"/>
          <a:lstStyle/>
          <a:p>
            <a:pPr algn="ctr" defTabSz="957480">
              <a:defRPr/>
            </a:pPr>
            <a:r>
              <a:rPr lang="en-US" altLang="ko-KR" sz="1000" b="1" dirty="0">
                <a:latin typeface="Arial" charset="0"/>
                <a:ea typeface="굴림" pitchFamily="50" charset="-127"/>
                <a:cs typeface="Arial" charset="0"/>
              </a:rPr>
              <a:t>Power  </a:t>
            </a:r>
          </a:p>
          <a:p>
            <a:pPr algn="ctr" defTabSz="957480">
              <a:defRPr/>
            </a:pPr>
            <a:r>
              <a:rPr lang="en-US" altLang="ko-KR" sz="1000" b="1" dirty="0">
                <a:latin typeface="Arial" charset="0"/>
                <a:ea typeface="굴림" pitchFamily="50" charset="-127"/>
                <a:cs typeface="Arial" charset="0"/>
              </a:rPr>
              <a:t>Module</a:t>
            </a:r>
          </a:p>
        </p:txBody>
      </p:sp>
      <p:sp>
        <p:nvSpPr>
          <p:cNvPr id="654" name="Line 49"/>
          <p:cNvSpPr>
            <a:spLocks noChangeShapeType="1"/>
          </p:cNvSpPr>
          <p:nvPr/>
        </p:nvSpPr>
        <p:spPr bwMode="auto">
          <a:xfrm>
            <a:off x="5193346" y="4990911"/>
            <a:ext cx="3982026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655" name="Rectangle 48"/>
          <p:cNvSpPr>
            <a:spLocks noChangeArrowheads="1"/>
          </p:cNvSpPr>
          <p:nvPr/>
        </p:nvSpPr>
        <p:spPr bwMode="auto">
          <a:xfrm>
            <a:off x="6316679" y="4828817"/>
            <a:ext cx="632683" cy="290816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71904" tIns="35953" rIns="71904" bIns="35953" anchor="ctr"/>
          <a:lstStyle/>
          <a:p>
            <a:pPr algn="ctr">
              <a:defRPr/>
            </a:pPr>
            <a:r>
              <a:rPr lang="en-US" altLang="ko-KR" sz="800" b="1" dirty="0">
                <a:latin typeface="Arial" pitchFamily="34" charset="0"/>
                <a:ea typeface="굴림" pitchFamily="50" charset="-127"/>
                <a:cs typeface="Arial" pitchFamily="34" charset="0"/>
              </a:rPr>
              <a:t>Regulator</a:t>
            </a:r>
          </a:p>
        </p:txBody>
      </p:sp>
      <p:cxnSp>
        <p:nvCxnSpPr>
          <p:cNvPr id="656" name="Straight Arrow Connector 123"/>
          <p:cNvCxnSpPr>
            <a:cxnSpLocks noChangeShapeType="1"/>
          </p:cNvCxnSpPr>
          <p:nvPr/>
        </p:nvCxnSpPr>
        <p:spPr bwMode="auto">
          <a:xfrm rot="10800000">
            <a:off x="565724" y="5728676"/>
            <a:ext cx="3455221" cy="0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57" name="Line 83"/>
          <p:cNvSpPr>
            <a:spLocks noChangeShapeType="1"/>
          </p:cNvSpPr>
          <p:nvPr/>
        </p:nvSpPr>
        <p:spPr bwMode="auto">
          <a:xfrm flipV="1">
            <a:off x="565724" y="1608394"/>
            <a:ext cx="0" cy="4110747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658" name="Line 125"/>
          <p:cNvSpPr>
            <a:spLocks noChangeShapeType="1"/>
          </p:cNvSpPr>
          <p:nvPr/>
        </p:nvSpPr>
        <p:spPr bwMode="auto">
          <a:xfrm>
            <a:off x="6657551" y="3368782"/>
            <a:ext cx="0" cy="594741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659" name="Rectangle 5"/>
          <p:cNvSpPr>
            <a:spLocks noChangeArrowheads="1"/>
          </p:cNvSpPr>
          <p:nvPr/>
        </p:nvSpPr>
        <p:spPr bwMode="auto">
          <a:xfrm>
            <a:off x="6306350" y="3191194"/>
            <a:ext cx="704989" cy="37782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71904" tIns="35953" rIns="71904" bIns="35953" anchor="ctr"/>
          <a:lstStyle/>
          <a:p>
            <a:pPr algn="ctr">
              <a:defRPr/>
            </a:pPr>
            <a:r>
              <a:rPr lang="en-US" altLang="ko-KR" sz="1000" b="1"/>
              <a:t>Tone</a:t>
            </a:r>
          </a:p>
          <a:p>
            <a:pPr algn="ctr">
              <a:defRPr/>
            </a:pPr>
            <a:r>
              <a:rPr lang="en-US" altLang="ko-KR" sz="1000" b="1"/>
              <a:t>DRIVER</a:t>
            </a:r>
          </a:p>
        </p:txBody>
      </p:sp>
      <p:grpSp>
        <p:nvGrpSpPr>
          <p:cNvPr id="660" name="그룹 567"/>
          <p:cNvGrpSpPr>
            <a:grpSpLocks/>
          </p:cNvGrpSpPr>
          <p:nvPr/>
        </p:nvGrpSpPr>
        <p:grpSpPr bwMode="auto">
          <a:xfrm>
            <a:off x="1738123" y="3963523"/>
            <a:ext cx="1288606" cy="1513671"/>
            <a:chOff x="8033866" y="4351213"/>
            <a:chExt cx="1584176" cy="2016224"/>
          </a:xfrm>
        </p:grpSpPr>
        <p:sp>
          <p:nvSpPr>
            <p:cNvPr id="661" name="Rectangle 31"/>
            <p:cNvSpPr>
              <a:spLocks noChangeArrowheads="1"/>
            </p:cNvSpPr>
            <p:nvPr/>
          </p:nvSpPr>
          <p:spPr bwMode="auto">
            <a:xfrm>
              <a:off x="8033866" y="4638564"/>
              <a:ext cx="1584176" cy="172887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>
                <a:defRPr/>
              </a:pPr>
              <a:endParaRPr lang="en-US" altLang="ko-KR" sz="800" dirty="0">
                <a:latin typeface="Arial" charset="0"/>
                <a:cs typeface="Arial" charset="0"/>
              </a:endParaRPr>
            </a:p>
            <a:p>
              <a:pPr algn="ctr">
                <a:defRPr/>
              </a:pPr>
              <a:endParaRPr lang="en-US" altLang="ko-KR" sz="800" dirty="0">
                <a:latin typeface="Arial" charset="0"/>
                <a:cs typeface="Arial" charset="0"/>
              </a:endParaRPr>
            </a:p>
            <a:p>
              <a:pPr algn="ctr">
                <a:defRPr/>
              </a:pPr>
              <a:endParaRPr lang="en-US" altLang="ko-KR" sz="800" dirty="0">
                <a:latin typeface="Arial" charset="0"/>
                <a:cs typeface="Arial" charset="0"/>
              </a:endParaRPr>
            </a:p>
          </p:txBody>
        </p:sp>
        <p:grpSp>
          <p:nvGrpSpPr>
            <p:cNvPr id="662" name="그룹 565"/>
            <p:cNvGrpSpPr>
              <a:grpSpLocks/>
            </p:cNvGrpSpPr>
            <p:nvPr/>
          </p:nvGrpSpPr>
          <p:grpSpPr bwMode="auto">
            <a:xfrm>
              <a:off x="8105874" y="4711253"/>
              <a:ext cx="1440160" cy="1614656"/>
              <a:chOff x="10122098" y="3703141"/>
              <a:chExt cx="1440160" cy="1614656"/>
            </a:xfrm>
          </p:grpSpPr>
          <p:grpSp>
            <p:nvGrpSpPr>
              <p:cNvPr id="664" name="그룹 564"/>
              <p:cNvGrpSpPr>
                <a:grpSpLocks/>
              </p:cNvGrpSpPr>
              <p:nvPr/>
            </p:nvGrpSpPr>
            <p:grpSpPr bwMode="auto">
              <a:xfrm>
                <a:off x="10122098" y="3703141"/>
                <a:ext cx="1440160" cy="792088"/>
                <a:chOff x="10122098" y="3703141"/>
                <a:chExt cx="1440160" cy="792088"/>
              </a:xfrm>
            </p:grpSpPr>
            <p:sp>
              <p:nvSpPr>
                <p:cNvPr id="680" name="Rounded Rectangle 264"/>
                <p:cNvSpPr/>
                <p:nvPr/>
              </p:nvSpPr>
              <p:spPr bwMode="auto">
                <a:xfrm>
                  <a:off x="10121520" y="3774923"/>
                  <a:ext cx="1441315" cy="720760"/>
                </a:xfrm>
                <a:prstGeom prst="roundRect">
                  <a:avLst/>
                </a:prstGeom>
                <a:solidFill>
                  <a:schemeClr val="bg1">
                    <a:lumMod val="95000"/>
                    <a:alpha val="50000"/>
                  </a:schemeClr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en-US"/>
                </a:p>
              </p:txBody>
            </p:sp>
            <p:grpSp>
              <p:nvGrpSpPr>
                <p:cNvPr id="681" name="그룹 535"/>
                <p:cNvGrpSpPr>
                  <a:grpSpLocks/>
                </p:cNvGrpSpPr>
                <p:nvPr/>
              </p:nvGrpSpPr>
              <p:grpSpPr bwMode="auto">
                <a:xfrm>
                  <a:off x="10266114" y="3911545"/>
                  <a:ext cx="288032" cy="288032"/>
                  <a:chOff x="10770170" y="4207197"/>
                  <a:chExt cx="428625" cy="428625"/>
                </a:xfrm>
              </p:grpSpPr>
              <p:sp>
                <p:nvSpPr>
                  <p:cNvPr id="692" name="Oval 213"/>
                  <p:cNvSpPr>
                    <a:spLocks noChangeArrowheads="1"/>
                  </p:cNvSpPr>
                  <p:nvPr/>
                </p:nvSpPr>
                <p:spPr bwMode="auto">
                  <a:xfrm>
                    <a:off x="10770170" y="4207197"/>
                    <a:ext cx="428625" cy="428625"/>
                  </a:xfrm>
                  <a:prstGeom prst="ellipse">
                    <a:avLst/>
                  </a:prstGeom>
                  <a:solidFill>
                    <a:srgbClr val="D4AFDB"/>
                  </a:solidFill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altLang="ko-KR"/>
                  </a:p>
                </p:txBody>
              </p:sp>
              <p:sp>
                <p:nvSpPr>
                  <p:cNvPr id="693" name="Oval 215"/>
                  <p:cNvSpPr>
                    <a:spLocks noChangeArrowheads="1"/>
                  </p:cNvSpPr>
                  <p:nvPr/>
                </p:nvSpPr>
                <p:spPr bwMode="auto">
                  <a:xfrm>
                    <a:off x="10815890" y="4260537"/>
                    <a:ext cx="329560" cy="329560"/>
                  </a:xfrm>
                  <a:prstGeom prst="ellipse">
                    <a:avLst/>
                  </a:prstGeom>
                  <a:solidFill>
                    <a:srgbClr val="A6B24C"/>
                  </a:solidFill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altLang="ko-KR"/>
                  </a:p>
                </p:txBody>
              </p:sp>
            </p:grpSp>
            <p:sp>
              <p:nvSpPr>
                <p:cNvPr id="682" name="Rectangle 159"/>
                <p:cNvSpPr>
                  <a:spLocks noChangeArrowheads="1"/>
                </p:cNvSpPr>
                <p:nvPr/>
              </p:nvSpPr>
              <p:spPr bwMode="auto">
                <a:xfrm>
                  <a:off x="10553280" y="3703481"/>
                  <a:ext cx="577796" cy="14447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58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defRPr/>
                  </a:pPr>
                  <a:r>
                    <a:rPr lang="en-US" altLang="ko-KR" sz="600" b="1" dirty="0">
                      <a:latin typeface="Arial" charset="0"/>
                      <a:cs typeface="Arial" charset="0"/>
                    </a:rPr>
                    <a:t>SPEAKER</a:t>
                  </a:r>
                  <a:endParaRPr lang="en-US" altLang="ko-KR" sz="600" b="1" dirty="0">
                    <a:latin typeface="굴림" pitchFamily="50" charset="-127"/>
                    <a:ea typeface="굴림" pitchFamily="50" charset="-127"/>
                  </a:endParaRPr>
                </a:p>
              </p:txBody>
            </p:sp>
            <p:grpSp>
              <p:nvGrpSpPr>
                <p:cNvPr id="683" name="그룹 538"/>
                <p:cNvGrpSpPr>
                  <a:grpSpLocks/>
                </p:cNvGrpSpPr>
                <p:nvPr/>
              </p:nvGrpSpPr>
              <p:grpSpPr bwMode="auto">
                <a:xfrm>
                  <a:off x="10698162" y="3911545"/>
                  <a:ext cx="288032" cy="288032"/>
                  <a:chOff x="10770170" y="4207197"/>
                  <a:chExt cx="428625" cy="428625"/>
                </a:xfrm>
              </p:grpSpPr>
              <p:sp>
                <p:nvSpPr>
                  <p:cNvPr id="690" name="Oval 213"/>
                  <p:cNvSpPr>
                    <a:spLocks noChangeArrowheads="1"/>
                  </p:cNvSpPr>
                  <p:nvPr/>
                </p:nvSpPr>
                <p:spPr bwMode="auto">
                  <a:xfrm>
                    <a:off x="10770170" y="4207197"/>
                    <a:ext cx="428625" cy="428625"/>
                  </a:xfrm>
                  <a:prstGeom prst="ellipse">
                    <a:avLst/>
                  </a:prstGeom>
                  <a:solidFill>
                    <a:srgbClr val="D4AFDB"/>
                  </a:solidFill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altLang="ko-KR"/>
                  </a:p>
                </p:txBody>
              </p:sp>
              <p:sp>
                <p:nvSpPr>
                  <p:cNvPr id="691" name="Oval 215"/>
                  <p:cNvSpPr>
                    <a:spLocks noChangeArrowheads="1"/>
                  </p:cNvSpPr>
                  <p:nvPr/>
                </p:nvSpPr>
                <p:spPr bwMode="auto">
                  <a:xfrm>
                    <a:off x="10815890" y="4260537"/>
                    <a:ext cx="329560" cy="329560"/>
                  </a:xfrm>
                  <a:prstGeom prst="ellipse">
                    <a:avLst/>
                  </a:prstGeom>
                  <a:solidFill>
                    <a:srgbClr val="A6B24C"/>
                  </a:solidFill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altLang="ko-KR"/>
                  </a:p>
                </p:txBody>
              </p:sp>
            </p:grpSp>
            <p:grpSp>
              <p:nvGrpSpPr>
                <p:cNvPr id="684" name="그룹 541"/>
                <p:cNvGrpSpPr>
                  <a:grpSpLocks/>
                </p:cNvGrpSpPr>
                <p:nvPr/>
              </p:nvGrpSpPr>
              <p:grpSpPr bwMode="auto">
                <a:xfrm>
                  <a:off x="11130210" y="3919165"/>
                  <a:ext cx="288032" cy="288032"/>
                  <a:chOff x="10770170" y="4207197"/>
                  <a:chExt cx="428625" cy="428625"/>
                </a:xfrm>
              </p:grpSpPr>
              <p:sp>
                <p:nvSpPr>
                  <p:cNvPr id="688" name="Oval 213"/>
                  <p:cNvSpPr>
                    <a:spLocks noChangeArrowheads="1"/>
                  </p:cNvSpPr>
                  <p:nvPr/>
                </p:nvSpPr>
                <p:spPr bwMode="auto">
                  <a:xfrm>
                    <a:off x="10770170" y="4207197"/>
                    <a:ext cx="428625" cy="428625"/>
                  </a:xfrm>
                  <a:prstGeom prst="ellipse">
                    <a:avLst/>
                  </a:prstGeom>
                  <a:solidFill>
                    <a:srgbClr val="D4AFDB"/>
                  </a:solidFill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altLang="ko-KR"/>
                  </a:p>
                </p:txBody>
              </p:sp>
              <p:sp>
                <p:nvSpPr>
                  <p:cNvPr id="689" name="Oval 215"/>
                  <p:cNvSpPr>
                    <a:spLocks noChangeArrowheads="1"/>
                  </p:cNvSpPr>
                  <p:nvPr/>
                </p:nvSpPr>
                <p:spPr bwMode="auto">
                  <a:xfrm>
                    <a:off x="10815890" y="4260537"/>
                    <a:ext cx="329560" cy="329560"/>
                  </a:xfrm>
                  <a:prstGeom prst="ellipse">
                    <a:avLst/>
                  </a:prstGeom>
                  <a:solidFill>
                    <a:srgbClr val="A6B24C"/>
                  </a:solidFill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altLang="ko-KR"/>
                  </a:p>
                </p:txBody>
              </p:sp>
            </p:grpSp>
            <p:sp>
              <p:nvSpPr>
                <p:cNvPr id="685" name="Rectangle 159"/>
                <p:cNvSpPr>
                  <a:spLocks noChangeArrowheads="1"/>
                </p:cNvSpPr>
                <p:nvPr/>
              </p:nvSpPr>
              <p:spPr bwMode="auto">
                <a:xfrm>
                  <a:off x="11099328" y="4249608"/>
                  <a:ext cx="360329" cy="142882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58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defRPr/>
                  </a:pPr>
                  <a:r>
                    <a:rPr lang="en-US" altLang="ko-KR" sz="600" b="1" dirty="0">
                      <a:latin typeface="굴림" pitchFamily="50" charset="-127"/>
                      <a:ea typeface="굴림" pitchFamily="50" charset="-127"/>
                    </a:rPr>
                    <a:t>BOTH</a:t>
                  </a:r>
                </a:p>
              </p:txBody>
            </p:sp>
            <p:sp>
              <p:nvSpPr>
                <p:cNvPr id="686" name="Rectangle 159"/>
                <p:cNvSpPr>
                  <a:spLocks noChangeArrowheads="1"/>
                </p:cNvSpPr>
                <p:nvPr/>
              </p:nvSpPr>
              <p:spPr bwMode="auto">
                <a:xfrm>
                  <a:off x="10675506" y="4257546"/>
                  <a:ext cx="360328" cy="142882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58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defRPr/>
                  </a:pPr>
                  <a:r>
                    <a:rPr lang="en-US" altLang="ko-KR" sz="600" b="1" dirty="0">
                      <a:latin typeface="굴림" pitchFamily="50" charset="-127"/>
                      <a:ea typeface="굴림" pitchFamily="50" charset="-127"/>
                    </a:rPr>
                    <a:t>EXT</a:t>
                  </a:r>
                </a:p>
              </p:txBody>
            </p:sp>
            <p:sp>
              <p:nvSpPr>
                <p:cNvPr id="687" name="Rectangle 159"/>
                <p:cNvSpPr>
                  <a:spLocks noChangeArrowheads="1"/>
                </p:cNvSpPr>
                <p:nvPr/>
              </p:nvSpPr>
              <p:spPr bwMode="auto">
                <a:xfrm>
                  <a:off x="10242159" y="4249608"/>
                  <a:ext cx="360329" cy="142882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58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defRPr/>
                  </a:pPr>
                  <a:r>
                    <a:rPr lang="en-US" altLang="ko-KR" sz="600" b="1" dirty="0">
                      <a:latin typeface="굴림" pitchFamily="50" charset="-127"/>
                      <a:ea typeface="굴림" pitchFamily="50" charset="-127"/>
                    </a:rPr>
                    <a:t>INT</a:t>
                  </a:r>
                </a:p>
              </p:txBody>
            </p:sp>
          </p:grpSp>
          <p:grpSp>
            <p:nvGrpSpPr>
              <p:cNvPr id="665" name="그룹 563"/>
              <p:cNvGrpSpPr>
                <a:grpSpLocks/>
              </p:cNvGrpSpPr>
              <p:nvPr/>
            </p:nvGrpSpPr>
            <p:grpSpPr bwMode="auto">
              <a:xfrm>
                <a:off x="10122098" y="4525709"/>
                <a:ext cx="1440160" cy="792088"/>
                <a:chOff x="10194106" y="4639245"/>
                <a:chExt cx="1440160" cy="792088"/>
              </a:xfrm>
            </p:grpSpPr>
            <p:sp>
              <p:nvSpPr>
                <p:cNvPr id="666" name="Rounded Rectangle 264"/>
                <p:cNvSpPr/>
                <p:nvPr/>
              </p:nvSpPr>
              <p:spPr bwMode="auto">
                <a:xfrm>
                  <a:off x="10193528" y="4710824"/>
                  <a:ext cx="1441315" cy="720760"/>
                </a:xfrm>
                <a:prstGeom prst="roundRect">
                  <a:avLst/>
                </a:prstGeom>
                <a:solidFill>
                  <a:schemeClr val="bg1">
                    <a:lumMod val="95000"/>
                    <a:alpha val="50000"/>
                  </a:schemeClr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en-US"/>
                </a:p>
              </p:txBody>
            </p:sp>
            <p:grpSp>
              <p:nvGrpSpPr>
                <p:cNvPr id="667" name="그룹 550"/>
                <p:cNvGrpSpPr>
                  <a:grpSpLocks/>
                </p:cNvGrpSpPr>
                <p:nvPr/>
              </p:nvGrpSpPr>
              <p:grpSpPr bwMode="auto">
                <a:xfrm>
                  <a:off x="10338122" y="4847649"/>
                  <a:ext cx="288032" cy="288032"/>
                  <a:chOff x="10770170" y="4207197"/>
                  <a:chExt cx="428625" cy="428625"/>
                </a:xfrm>
              </p:grpSpPr>
              <p:sp>
                <p:nvSpPr>
                  <p:cNvPr id="678" name="Oval 213"/>
                  <p:cNvSpPr>
                    <a:spLocks noChangeArrowheads="1"/>
                  </p:cNvSpPr>
                  <p:nvPr/>
                </p:nvSpPr>
                <p:spPr bwMode="auto">
                  <a:xfrm>
                    <a:off x="10770170" y="4207197"/>
                    <a:ext cx="428625" cy="428625"/>
                  </a:xfrm>
                  <a:prstGeom prst="ellipse">
                    <a:avLst/>
                  </a:prstGeom>
                  <a:solidFill>
                    <a:srgbClr val="D4AFDB"/>
                  </a:solidFill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altLang="ko-KR"/>
                  </a:p>
                </p:txBody>
              </p:sp>
              <p:sp>
                <p:nvSpPr>
                  <p:cNvPr id="679" name="Oval 215"/>
                  <p:cNvSpPr>
                    <a:spLocks noChangeArrowheads="1"/>
                  </p:cNvSpPr>
                  <p:nvPr/>
                </p:nvSpPr>
                <p:spPr bwMode="auto">
                  <a:xfrm>
                    <a:off x="10815890" y="4260537"/>
                    <a:ext cx="329560" cy="329560"/>
                  </a:xfrm>
                  <a:prstGeom prst="ellipse">
                    <a:avLst/>
                  </a:prstGeom>
                  <a:solidFill>
                    <a:srgbClr val="A6B24C"/>
                  </a:solidFill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altLang="ko-KR"/>
                  </a:p>
                </p:txBody>
              </p:sp>
            </p:grpSp>
            <p:sp>
              <p:nvSpPr>
                <p:cNvPr id="668" name="Rectangle 159"/>
                <p:cNvSpPr>
                  <a:spLocks noChangeArrowheads="1"/>
                </p:cNvSpPr>
                <p:nvPr/>
              </p:nvSpPr>
              <p:spPr bwMode="auto">
                <a:xfrm>
                  <a:off x="10625288" y="4639382"/>
                  <a:ext cx="577796" cy="14447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58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defRPr/>
                  </a:pPr>
                  <a:r>
                    <a:rPr lang="en-US" altLang="ko-KR" sz="600" b="1" dirty="0">
                      <a:latin typeface="Arial" charset="0"/>
                      <a:cs typeface="Arial" charset="0"/>
                    </a:rPr>
                    <a:t>INTERCOM</a:t>
                  </a:r>
                  <a:endParaRPr lang="en-US" altLang="ko-KR" sz="600" b="1" dirty="0">
                    <a:latin typeface="굴림" pitchFamily="50" charset="-127"/>
                    <a:ea typeface="굴림" pitchFamily="50" charset="-127"/>
                  </a:endParaRPr>
                </a:p>
              </p:txBody>
            </p:sp>
            <p:grpSp>
              <p:nvGrpSpPr>
                <p:cNvPr id="669" name="그룹 554"/>
                <p:cNvGrpSpPr>
                  <a:grpSpLocks/>
                </p:cNvGrpSpPr>
                <p:nvPr/>
              </p:nvGrpSpPr>
              <p:grpSpPr bwMode="auto">
                <a:xfrm>
                  <a:off x="10770170" y="4847649"/>
                  <a:ext cx="288032" cy="288032"/>
                  <a:chOff x="10770170" y="4207197"/>
                  <a:chExt cx="428625" cy="428625"/>
                </a:xfrm>
              </p:grpSpPr>
              <p:sp>
                <p:nvSpPr>
                  <p:cNvPr id="676" name="Oval 213"/>
                  <p:cNvSpPr>
                    <a:spLocks noChangeArrowheads="1"/>
                  </p:cNvSpPr>
                  <p:nvPr/>
                </p:nvSpPr>
                <p:spPr bwMode="auto">
                  <a:xfrm>
                    <a:off x="10770170" y="4207197"/>
                    <a:ext cx="428625" cy="428625"/>
                  </a:xfrm>
                  <a:prstGeom prst="ellipse">
                    <a:avLst/>
                  </a:prstGeom>
                  <a:solidFill>
                    <a:srgbClr val="D4AFDB"/>
                  </a:solidFill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altLang="ko-KR"/>
                  </a:p>
                </p:txBody>
              </p:sp>
              <p:sp>
                <p:nvSpPr>
                  <p:cNvPr id="677" name="Oval 215"/>
                  <p:cNvSpPr>
                    <a:spLocks noChangeArrowheads="1"/>
                  </p:cNvSpPr>
                  <p:nvPr/>
                </p:nvSpPr>
                <p:spPr bwMode="auto">
                  <a:xfrm>
                    <a:off x="10815890" y="4260537"/>
                    <a:ext cx="329560" cy="329560"/>
                  </a:xfrm>
                  <a:prstGeom prst="ellipse">
                    <a:avLst/>
                  </a:prstGeom>
                  <a:solidFill>
                    <a:srgbClr val="A6B24C"/>
                  </a:solidFill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altLang="ko-KR"/>
                  </a:p>
                </p:txBody>
              </p:sp>
            </p:grpSp>
            <p:grpSp>
              <p:nvGrpSpPr>
                <p:cNvPr id="670" name="그룹 557"/>
                <p:cNvGrpSpPr>
                  <a:grpSpLocks/>
                </p:cNvGrpSpPr>
                <p:nvPr/>
              </p:nvGrpSpPr>
              <p:grpSpPr bwMode="auto">
                <a:xfrm>
                  <a:off x="11202218" y="4855269"/>
                  <a:ext cx="288032" cy="288032"/>
                  <a:chOff x="10770170" y="4207197"/>
                  <a:chExt cx="428625" cy="428625"/>
                </a:xfrm>
              </p:grpSpPr>
              <p:sp>
                <p:nvSpPr>
                  <p:cNvPr id="674" name="Oval 213"/>
                  <p:cNvSpPr>
                    <a:spLocks noChangeArrowheads="1"/>
                  </p:cNvSpPr>
                  <p:nvPr/>
                </p:nvSpPr>
                <p:spPr bwMode="auto">
                  <a:xfrm>
                    <a:off x="10770170" y="4207197"/>
                    <a:ext cx="428625" cy="428625"/>
                  </a:xfrm>
                  <a:prstGeom prst="ellipse">
                    <a:avLst/>
                  </a:prstGeom>
                  <a:solidFill>
                    <a:srgbClr val="D4AFDB"/>
                  </a:solidFill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altLang="ko-KR"/>
                  </a:p>
                </p:txBody>
              </p:sp>
              <p:sp>
                <p:nvSpPr>
                  <p:cNvPr id="675" name="Oval 215"/>
                  <p:cNvSpPr>
                    <a:spLocks noChangeArrowheads="1"/>
                  </p:cNvSpPr>
                  <p:nvPr/>
                </p:nvSpPr>
                <p:spPr bwMode="auto">
                  <a:xfrm>
                    <a:off x="10815890" y="4260537"/>
                    <a:ext cx="329560" cy="329560"/>
                  </a:xfrm>
                  <a:prstGeom prst="ellipse">
                    <a:avLst/>
                  </a:prstGeom>
                  <a:solidFill>
                    <a:srgbClr val="A6B24C"/>
                  </a:solidFill>
                  <a:ln w="9525" algn="ctr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altLang="ko-KR"/>
                  </a:p>
                </p:txBody>
              </p:sp>
            </p:grpSp>
            <p:sp>
              <p:nvSpPr>
                <p:cNvPr id="671" name="Rectangle 159"/>
                <p:cNvSpPr>
                  <a:spLocks noChangeArrowheads="1"/>
                </p:cNvSpPr>
                <p:nvPr/>
              </p:nvSpPr>
              <p:spPr bwMode="auto">
                <a:xfrm>
                  <a:off x="11171336" y="5185509"/>
                  <a:ext cx="360329" cy="142882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58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defRPr/>
                  </a:pPr>
                  <a:r>
                    <a:rPr lang="en-US" altLang="ko-KR" sz="400" b="1" dirty="0">
                      <a:latin typeface="굴림" pitchFamily="50" charset="-127"/>
                      <a:ea typeface="굴림" pitchFamily="50" charset="-127"/>
                    </a:rPr>
                    <a:t>CANCEL</a:t>
                  </a:r>
                </a:p>
              </p:txBody>
            </p:sp>
            <p:sp>
              <p:nvSpPr>
                <p:cNvPr id="672" name="Rectangle 159"/>
                <p:cNvSpPr>
                  <a:spLocks noChangeArrowheads="1"/>
                </p:cNvSpPr>
                <p:nvPr/>
              </p:nvSpPr>
              <p:spPr bwMode="auto">
                <a:xfrm>
                  <a:off x="10747514" y="5193447"/>
                  <a:ext cx="360328" cy="142882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58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defRPr/>
                  </a:pPr>
                  <a:r>
                    <a:rPr lang="en-US" altLang="ko-KR" sz="400" b="1" dirty="0">
                      <a:latin typeface="굴림" pitchFamily="50" charset="-127"/>
                      <a:ea typeface="굴림" pitchFamily="50" charset="-127"/>
                    </a:rPr>
                    <a:t>PEI</a:t>
                  </a:r>
                </a:p>
              </p:txBody>
            </p:sp>
            <p:sp>
              <p:nvSpPr>
                <p:cNvPr id="673" name="Rectangle 159"/>
                <p:cNvSpPr>
                  <a:spLocks noChangeArrowheads="1"/>
                </p:cNvSpPr>
                <p:nvPr/>
              </p:nvSpPr>
              <p:spPr bwMode="auto">
                <a:xfrm>
                  <a:off x="10314167" y="5185509"/>
                  <a:ext cx="360329" cy="142882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587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 algn="ctr">
                    <a:defRPr/>
                  </a:pPr>
                  <a:r>
                    <a:rPr lang="en-US" altLang="ko-KR" sz="400" b="1" dirty="0">
                      <a:latin typeface="굴림" pitchFamily="50" charset="-127"/>
                      <a:ea typeface="굴림" pitchFamily="50" charset="-127"/>
                    </a:rPr>
                    <a:t>IC</a:t>
                  </a:r>
                </a:p>
              </p:txBody>
            </p:sp>
          </p:grpSp>
        </p:grpSp>
        <p:sp>
          <p:nvSpPr>
            <p:cNvPr id="663" name="직사각형 566"/>
            <p:cNvSpPr>
              <a:spLocks noChangeArrowheads="1"/>
            </p:cNvSpPr>
            <p:nvPr/>
          </p:nvSpPr>
          <p:spPr bwMode="auto">
            <a:xfrm>
              <a:off x="8307804" y="4351213"/>
              <a:ext cx="975884" cy="2869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800" b="1">
                  <a:latin typeface="Arial" charset="0"/>
                  <a:cs typeface="Arial" charset="0"/>
                </a:rPr>
                <a:t>Push Button</a:t>
              </a:r>
            </a:p>
          </p:txBody>
        </p:sp>
      </p:grpSp>
      <p:sp>
        <p:nvSpPr>
          <p:cNvPr id="694" name="Line 83"/>
          <p:cNvSpPr>
            <a:spLocks noChangeShapeType="1"/>
          </p:cNvSpPr>
          <p:nvPr/>
        </p:nvSpPr>
        <p:spPr bwMode="auto">
          <a:xfrm flipV="1">
            <a:off x="4373438" y="1963571"/>
            <a:ext cx="0" cy="205477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695" name="Rectangle 153"/>
          <p:cNvSpPr>
            <a:spLocks noChangeArrowheads="1"/>
          </p:cNvSpPr>
          <p:nvPr/>
        </p:nvSpPr>
        <p:spPr bwMode="auto">
          <a:xfrm>
            <a:off x="3904740" y="3261512"/>
            <a:ext cx="964518" cy="270554"/>
          </a:xfrm>
          <a:prstGeom prst="rect">
            <a:avLst/>
          </a:prstGeom>
          <a:solidFill>
            <a:srgbClr val="BFBFB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71904" tIns="35953" rIns="71904" bIns="35953" anchor="ctr"/>
          <a:lstStyle/>
          <a:p>
            <a:pPr algn="ctr" defTabSz="957480">
              <a:defRPr/>
            </a:pPr>
            <a:r>
              <a:rPr lang="en-US" altLang="ko-KR" sz="800" b="1" dirty="0">
                <a:latin typeface="+mj-lt"/>
                <a:ea typeface="굴림" pitchFamily="50" charset="-127"/>
              </a:rPr>
              <a:t>Audio </a:t>
            </a:r>
            <a:r>
              <a:rPr lang="en-US" altLang="ko-KR" sz="800" b="1" dirty="0">
                <a:latin typeface="+mj-lt"/>
                <a:cs typeface="Arial" charset="0"/>
              </a:rPr>
              <a:t>Controller</a:t>
            </a:r>
          </a:p>
        </p:txBody>
      </p:sp>
      <p:sp>
        <p:nvSpPr>
          <p:cNvPr id="696" name="Line 125"/>
          <p:cNvSpPr>
            <a:spLocks noChangeShapeType="1"/>
          </p:cNvSpPr>
          <p:nvPr/>
        </p:nvSpPr>
        <p:spPr bwMode="auto">
          <a:xfrm flipV="1">
            <a:off x="5075846" y="4342536"/>
            <a:ext cx="2342216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697" name="Rectangle 5"/>
          <p:cNvSpPr>
            <a:spLocks noChangeArrowheads="1"/>
          </p:cNvSpPr>
          <p:nvPr/>
        </p:nvSpPr>
        <p:spPr bwMode="auto">
          <a:xfrm>
            <a:off x="7299274" y="4180442"/>
            <a:ext cx="704989" cy="32418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71904" tIns="35953" rIns="71904" bIns="35953" anchor="ctr"/>
          <a:lstStyle/>
          <a:p>
            <a:pPr algn="ctr">
              <a:defRPr/>
            </a:pPr>
            <a:r>
              <a:rPr lang="en-US" altLang="ko-KR" sz="1000" b="1" dirty="0">
                <a:latin typeface="굴림" pitchFamily="50" charset="-127"/>
                <a:ea typeface="굴림" pitchFamily="50" charset="-127"/>
              </a:rPr>
              <a:t>Digital</a:t>
            </a:r>
          </a:p>
          <a:p>
            <a:pPr algn="ctr">
              <a:defRPr/>
            </a:pPr>
            <a:r>
              <a:rPr lang="en-US" altLang="ko-KR" sz="1000" b="1" dirty="0">
                <a:latin typeface="굴림" pitchFamily="50" charset="-127"/>
                <a:ea typeface="굴림" pitchFamily="50" charset="-127"/>
              </a:rPr>
              <a:t>Control</a:t>
            </a:r>
          </a:p>
        </p:txBody>
      </p:sp>
      <p:sp>
        <p:nvSpPr>
          <p:cNvPr id="698" name="Rectangle 5"/>
          <p:cNvSpPr>
            <a:spLocks noChangeArrowheads="1"/>
          </p:cNvSpPr>
          <p:nvPr/>
        </p:nvSpPr>
        <p:spPr bwMode="auto">
          <a:xfrm>
            <a:off x="6306350" y="4180442"/>
            <a:ext cx="704989" cy="324188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71904" tIns="35953" rIns="71904" bIns="35953" anchor="ctr"/>
          <a:lstStyle/>
          <a:p>
            <a:pPr algn="ctr">
              <a:defRPr/>
            </a:pPr>
            <a:r>
              <a:rPr lang="en-US" altLang="ko-KR" sz="1000" b="1" dirty="0">
                <a:latin typeface="굴림" pitchFamily="50" charset="-127"/>
                <a:ea typeface="굴림" pitchFamily="50" charset="-127"/>
              </a:rPr>
              <a:t>Digital</a:t>
            </a:r>
          </a:p>
          <a:p>
            <a:pPr algn="ctr">
              <a:defRPr/>
            </a:pPr>
            <a:r>
              <a:rPr lang="en-US" altLang="ko-KR" sz="1000" b="1" dirty="0">
                <a:latin typeface="굴림" pitchFamily="50" charset="-127"/>
                <a:ea typeface="굴림" pitchFamily="50" charset="-127"/>
              </a:rPr>
              <a:t>Detection</a:t>
            </a:r>
          </a:p>
        </p:txBody>
      </p:sp>
      <p:sp>
        <p:nvSpPr>
          <p:cNvPr id="699" name="Line 162"/>
          <p:cNvSpPr>
            <a:spLocks noChangeShapeType="1"/>
          </p:cNvSpPr>
          <p:nvPr/>
        </p:nvSpPr>
        <p:spPr bwMode="auto">
          <a:xfrm>
            <a:off x="5193344" y="3909888"/>
            <a:ext cx="1697913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700" name="Rectangle 5"/>
          <p:cNvSpPr>
            <a:spLocks noChangeArrowheads="1"/>
          </p:cNvSpPr>
          <p:nvPr/>
        </p:nvSpPr>
        <p:spPr bwMode="auto">
          <a:xfrm>
            <a:off x="6306350" y="3694162"/>
            <a:ext cx="704989" cy="37782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71904" tIns="35953" rIns="71904" bIns="35953" anchor="ctr"/>
          <a:lstStyle/>
          <a:p>
            <a:pPr algn="ctr">
              <a:defRPr/>
            </a:pPr>
            <a:r>
              <a:rPr lang="en-US" altLang="ko-KR" sz="1000" b="1" dirty="0">
                <a:latin typeface="굴림" pitchFamily="50" charset="-127"/>
                <a:ea typeface="굴림" pitchFamily="50" charset="-127"/>
              </a:rPr>
              <a:t>Tone</a:t>
            </a:r>
          </a:p>
          <a:p>
            <a:pPr algn="ctr">
              <a:defRPr/>
            </a:pPr>
            <a:r>
              <a:rPr lang="en-US" altLang="ko-KR" sz="1000" b="1" dirty="0">
                <a:latin typeface="굴림" pitchFamily="50" charset="-127"/>
                <a:ea typeface="굴림" pitchFamily="50" charset="-127"/>
              </a:rPr>
              <a:t>Filter</a:t>
            </a:r>
          </a:p>
        </p:txBody>
      </p:sp>
      <p:sp>
        <p:nvSpPr>
          <p:cNvPr id="701" name="Line 221"/>
          <p:cNvSpPr>
            <a:spLocks noChangeShapeType="1"/>
          </p:cNvSpPr>
          <p:nvPr/>
        </p:nvSpPr>
        <p:spPr bwMode="auto">
          <a:xfrm>
            <a:off x="3784658" y="2180489"/>
            <a:ext cx="5095029" cy="0"/>
          </a:xfrm>
          <a:prstGeom prst="line">
            <a:avLst/>
          </a:prstGeom>
          <a:noFill/>
          <a:ln w="15875">
            <a:solidFill>
              <a:srgbClr val="7030A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702" name="Text Box 97"/>
          <p:cNvSpPr txBox="1">
            <a:spLocks noChangeArrowheads="1"/>
          </p:cNvSpPr>
          <p:nvPr/>
        </p:nvSpPr>
        <p:spPr bwMode="auto">
          <a:xfrm>
            <a:off x="8169536" y="1992175"/>
            <a:ext cx="677409" cy="195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1904" tIns="35953" rIns="71904" bIns="35953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charset="-127"/>
                <a:ea typeface="굴림" charset="-127"/>
              </a:defRPr>
            </a:lvl9pPr>
          </a:lstStyle>
          <a:p>
            <a:pPr eaLnBrk="1" hangingPunct="1"/>
            <a:r>
              <a:rPr lang="en-US" altLang="ko-KR" sz="800" b="1"/>
              <a:t>VOIP Audio</a:t>
            </a:r>
          </a:p>
        </p:txBody>
      </p:sp>
      <p:sp>
        <p:nvSpPr>
          <p:cNvPr id="703" name="Rectangle 158"/>
          <p:cNvSpPr>
            <a:spLocks noChangeArrowheads="1"/>
          </p:cNvSpPr>
          <p:nvPr/>
        </p:nvSpPr>
        <p:spPr bwMode="auto">
          <a:xfrm>
            <a:off x="7257953" y="2072030"/>
            <a:ext cx="697242" cy="215729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71904" tIns="35953" rIns="71904" bIns="35953" anchor="ctr"/>
          <a:lstStyle/>
          <a:p>
            <a:pPr algn="ctr">
              <a:defRPr/>
            </a:pPr>
            <a:r>
              <a:rPr lang="en-US" altLang="ko-KR" sz="800" b="1" dirty="0">
                <a:latin typeface="굴림" pitchFamily="50" charset="-127"/>
                <a:ea typeface="굴림" pitchFamily="50" charset="-127"/>
              </a:rPr>
              <a:t>Transformer</a:t>
            </a:r>
          </a:p>
        </p:txBody>
      </p:sp>
      <p:sp>
        <p:nvSpPr>
          <p:cNvPr id="704" name="Rectangle 159"/>
          <p:cNvSpPr>
            <a:spLocks noChangeArrowheads="1"/>
          </p:cNvSpPr>
          <p:nvPr/>
        </p:nvSpPr>
        <p:spPr bwMode="auto">
          <a:xfrm>
            <a:off x="6489698" y="2086332"/>
            <a:ext cx="645594" cy="19427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71904" tIns="35953" rIns="71904" bIns="35953" anchor="ctr"/>
          <a:lstStyle/>
          <a:p>
            <a:pPr algn="ctr">
              <a:defRPr/>
            </a:pPr>
            <a:r>
              <a:rPr lang="en-US" altLang="ko-KR" sz="800" b="1" dirty="0">
                <a:latin typeface="굴림" pitchFamily="50" charset="-127"/>
                <a:ea typeface="굴림" pitchFamily="50" charset="-127"/>
              </a:rPr>
              <a:t>ALC</a:t>
            </a:r>
          </a:p>
        </p:txBody>
      </p:sp>
      <p:sp>
        <p:nvSpPr>
          <p:cNvPr id="705" name="Rectangle 161"/>
          <p:cNvSpPr>
            <a:spLocks noChangeArrowheads="1"/>
          </p:cNvSpPr>
          <p:nvPr/>
        </p:nvSpPr>
        <p:spPr bwMode="auto">
          <a:xfrm>
            <a:off x="5895751" y="2080374"/>
            <a:ext cx="432548" cy="19189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71904" tIns="35953" rIns="71904" bIns="35953" anchor="ctr"/>
          <a:lstStyle/>
          <a:p>
            <a:pPr algn="ctr">
              <a:defRPr/>
            </a:pPr>
            <a:r>
              <a:rPr lang="en-US" altLang="ko-KR" sz="1000" b="1" dirty="0">
                <a:latin typeface="굴림" pitchFamily="50" charset="-127"/>
                <a:ea typeface="굴림" pitchFamily="50" charset="-127"/>
              </a:rPr>
              <a:t>L.P.F</a:t>
            </a:r>
          </a:p>
        </p:txBody>
      </p:sp>
      <p:grpSp>
        <p:nvGrpSpPr>
          <p:cNvPr id="706" name="그룹 467"/>
          <p:cNvGrpSpPr>
            <a:grpSpLocks/>
          </p:cNvGrpSpPr>
          <p:nvPr/>
        </p:nvGrpSpPr>
        <p:grpSpPr bwMode="auto">
          <a:xfrm>
            <a:off x="3436038" y="1153102"/>
            <a:ext cx="1816702" cy="1134657"/>
            <a:chOff x="2303463" y="3161158"/>
            <a:chExt cx="2130003" cy="1262063"/>
          </a:xfrm>
        </p:grpSpPr>
        <p:sp>
          <p:nvSpPr>
            <p:cNvPr id="707" name="Rectangle 265"/>
            <p:cNvSpPr/>
            <p:nvPr/>
          </p:nvSpPr>
          <p:spPr bwMode="auto">
            <a:xfrm>
              <a:off x="2303463" y="3161158"/>
              <a:ext cx="2130003" cy="126206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algn="ctr">
                <a:defRPr/>
              </a:pPr>
              <a:endParaRPr lang="en-US" sz="800" b="1" dirty="0">
                <a:latin typeface="Arial" charset="0"/>
                <a:cs typeface="Arial" charset="0"/>
              </a:endParaRPr>
            </a:p>
            <a:p>
              <a:pPr algn="ctr">
                <a:defRPr/>
              </a:pPr>
              <a:endParaRPr lang="en-US" sz="800" b="1" dirty="0">
                <a:latin typeface="Arial" charset="0"/>
                <a:cs typeface="Arial" charset="0"/>
              </a:endParaRPr>
            </a:p>
            <a:p>
              <a:pPr algn="ctr">
                <a:defRPr/>
              </a:pPr>
              <a:endParaRPr lang="en-US" sz="800" b="1" dirty="0">
                <a:latin typeface="Arial" charset="0"/>
                <a:cs typeface="Arial" charset="0"/>
              </a:endParaRPr>
            </a:p>
            <a:p>
              <a:pPr algn="ctr">
                <a:defRPr/>
              </a:pPr>
              <a:endParaRPr lang="en-US" sz="800" b="1" dirty="0">
                <a:latin typeface="Arial" charset="0"/>
                <a:cs typeface="Arial" charset="0"/>
              </a:endParaRPr>
            </a:p>
            <a:p>
              <a:pPr algn="ctr">
                <a:defRPr/>
              </a:pPr>
              <a:endParaRPr lang="en-US" sz="800" b="1" dirty="0">
                <a:latin typeface="Arial" charset="0"/>
                <a:cs typeface="Arial" charset="0"/>
              </a:endParaRPr>
            </a:p>
            <a:p>
              <a:pPr algn="ctr">
                <a:defRPr/>
              </a:pPr>
              <a:endParaRPr lang="en-US" sz="800" b="1" dirty="0">
                <a:latin typeface="Arial" charset="0"/>
                <a:cs typeface="Arial" charset="0"/>
              </a:endParaRPr>
            </a:p>
            <a:p>
              <a:pPr algn="ctr">
                <a:defRPr/>
              </a:pPr>
              <a:endParaRPr lang="en-US" sz="800" b="1" dirty="0">
                <a:latin typeface="Arial" charset="0"/>
                <a:cs typeface="Arial" charset="0"/>
              </a:endParaRPr>
            </a:p>
            <a:p>
              <a:pPr algn="ctr">
                <a:defRPr/>
              </a:pPr>
              <a:r>
                <a:rPr lang="en-US" sz="800" b="1" dirty="0">
                  <a:latin typeface="Arial" charset="0"/>
                  <a:cs typeface="Arial" charset="0"/>
                </a:rPr>
                <a:t>Solid State Switching Circuitry</a:t>
              </a:r>
            </a:p>
            <a:p>
              <a:pPr algn="ctr">
                <a:defRPr/>
              </a:pPr>
              <a:endParaRPr lang="en-US" sz="800" b="1" dirty="0">
                <a:latin typeface="Arial" charset="0"/>
                <a:cs typeface="Arial" charset="0"/>
              </a:endParaRPr>
            </a:p>
          </p:txBody>
        </p:sp>
        <p:grpSp>
          <p:nvGrpSpPr>
            <p:cNvPr id="708" name="Group 283"/>
            <p:cNvGrpSpPr>
              <a:grpSpLocks/>
            </p:cNvGrpSpPr>
            <p:nvPr/>
          </p:nvGrpSpPr>
          <p:grpSpPr bwMode="auto">
            <a:xfrm>
              <a:off x="2598738" y="3351658"/>
              <a:ext cx="1216025" cy="714375"/>
              <a:chOff x="3089939" y="900090"/>
              <a:chExt cx="777240" cy="457200"/>
            </a:xfrm>
          </p:grpSpPr>
          <p:cxnSp>
            <p:nvCxnSpPr>
              <p:cNvPr id="716" name="Straight Connector 277"/>
              <p:cNvCxnSpPr>
                <a:cxnSpLocks noChangeShapeType="1"/>
              </p:cNvCxnSpPr>
              <p:nvPr/>
            </p:nvCxnSpPr>
            <p:spPr bwMode="auto">
              <a:xfrm>
                <a:off x="3089939" y="1042966"/>
                <a:ext cx="777240" cy="1588"/>
              </a:xfrm>
              <a:prstGeom prst="line">
                <a:avLst/>
              </a:prstGeom>
              <a:noFill/>
              <a:ln w="1905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17" name="Straight Connector 278"/>
              <p:cNvCxnSpPr>
                <a:cxnSpLocks noChangeShapeType="1"/>
              </p:cNvCxnSpPr>
              <p:nvPr/>
            </p:nvCxnSpPr>
            <p:spPr bwMode="auto">
              <a:xfrm>
                <a:off x="3089939" y="1211268"/>
                <a:ext cx="777240" cy="1588"/>
              </a:xfrm>
              <a:prstGeom prst="line">
                <a:avLst/>
              </a:prstGeom>
              <a:noFill/>
              <a:ln w="1905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18" name="Straight Connector 280"/>
              <p:cNvCxnSpPr>
                <a:cxnSpLocks noChangeShapeType="1"/>
              </p:cNvCxnSpPr>
              <p:nvPr/>
            </p:nvCxnSpPr>
            <p:spPr bwMode="auto">
              <a:xfrm rot="5400000">
                <a:off x="3042428" y="1127896"/>
                <a:ext cx="457200" cy="1588"/>
              </a:xfrm>
              <a:prstGeom prst="line">
                <a:avLst/>
              </a:prstGeom>
              <a:noFill/>
              <a:ln w="1905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19" name="Straight Connector 281"/>
              <p:cNvCxnSpPr>
                <a:cxnSpLocks noChangeShapeType="1"/>
              </p:cNvCxnSpPr>
              <p:nvPr/>
            </p:nvCxnSpPr>
            <p:spPr bwMode="auto">
              <a:xfrm rot="5400000">
                <a:off x="3256742" y="1127896"/>
                <a:ext cx="457200" cy="1588"/>
              </a:xfrm>
              <a:prstGeom prst="line">
                <a:avLst/>
              </a:prstGeom>
              <a:noFill/>
              <a:ln w="1905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20" name="Straight Connector 282"/>
              <p:cNvCxnSpPr>
                <a:cxnSpLocks noChangeShapeType="1"/>
              </p:cNvCxnSpPr>
              <p:nvPr/>
            </p:nvCxnSpPr>
            <p:spPr bwMode="auto">
              <a:xfrm rot="5400000">
                <a:off x="3471056" y="1127896"/>
                <a:ext cx="457200" cy="1588"/>
              </a:xfrm>
              <a:prstGeom prst="line">
                <a:avLst/>
              </a:prstGeom>
              <a:noFill/>
              <a:ln w="1905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709" name="Group 220"/>
            <p:cNvGrpSpPr>
              <a:grpSpLocks/>
            </p:cNvGrpSpPr>
            <p:nvPr/>
          </p:nvGrpSpPr>
          <p:grpSpPr bwMode="auto">
            <a:xfrm>
              <a:off x="3857402" y="3415109"/>
              <a:ext cx="428625" cy="547688"/>
              <a:chOff x="4084198" y="659642"/>
              <a:chExt cx="428628" cy="548640"/>
            </a:xfrm>
          </p:grpSpPr>
          <p:grpSp>
            <p:nvGrpSpPr>
              <p:cNvPr id="710" name="Group 219"/>
              <p:cNvGrpSpPr>
                <a:grpSpLocks/>
              </p:cNvGrpSpPr>
              <p:nvPr/>
            </p:nvGrpSpPr>
            <p:grpSpPr bwMode="auto">
              <a:xfrm>
                <a:off x="4084198" y="659642"/>
                <a:ext cx="428628" cy="548640"/>
                <a:chOff x="4129078" y="590406"/>
                <a:chExt cx="428628" cy="548640"/>
              </a:xfrm>
            </p:grpSpPr>
            <p:cxnSp>
              <p:nvCxnSpPr>
                <p:cNvPr id="713" name="Straight Connector 216"/>
                <p:cNvCxnSpPr>
                  <a:cxnSpLocks noChangeShapeType="1"/>
                </p:cNvCxnSpPr>
                <p:nvPr/>
              </p:nvCxnSpPr>
              <p:spPr bwMode="auto">
                <a:xfrm>
                  <a:off x="4129078" y="864842"/>
                  <a:ext cx="428628" cy="1588"/>
                </a:xfrm>
                <a:prstGeom prst="line">
                  <a:avLst/>
                </a:prstGeom>
                <a:noFill/>
                <a:ln w="9525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714" name="Straight Connector 217"/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4081086" y="863932"/>
                  <a:ext cx="548640" cy="1588"/>
                </a:xfrm>
                <a:prstGeom prst="line">
                  <a:avLst/>
                </a:prstGeom>
                <a:noFill/>
                <a:ln w="6350" algn="ctr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715" name="Isosceles Triangle 211"/>
                <p:cNvSpPr/>
                <p:nvPr/>
              </p:nvSpPr>
              <p:spPr bwMode="auto">
                <a:xfrm rot="5400000">
                  <a:off x="4167743" y="757737"/>
                  <a:ext cx="357232" cy="214970"/>
                </a:xfrm>
                <a:prstGeom prst="triangle">
                  <a:avLst/>
                </a:prstGeom>
                <a:solidFill>
                  <a:schemeClr val="bg1">
                    <a:lumMod val="95000"/>
                  </a:schemeClr>
                </a:solidFill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en-US"/>
                </a:p>
              </p:txBody>
            </p:sp>
          </p:grpSp>
          <p:sp>
            <p:nvSpPr>
              <p:cNvPr id="711" name="Isosceles Triangle 212"/>
              <p:cNvSpPr>
                <a:spLocks noChangeArrowheads="1"/>
              </p:cNvSpPr>
              <p:nvPr/>
            </p:nvSpPr>
            <p:spPr bwMode="auto">
              <a:xfrm rot="-5400000">
                <a:off x="4129078" y="828652"/>
                <a:ext cx="357190" cy="214314"/>
              </a:xfrm>
              <a:prstGeom prst="triangle">
                <a:avLst>
                  <a:gd name="adj" fmla="val 50000"/>
                </a:avLst>
              </a:prstGeom>
              <a:noFill/>
              <a:ln w="12700" algn="ctr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 altLang="ko-KR"/>
              </a:p>
            </p:txBody>
          </p:sp>
          <p:sp>
            <p:nvSpPr>
              <p:cNvPr id="712" name="Oval 218"/>
              <p:cNvSpPr/>
              <p:nvPr/>
            </p:nvSpPr>
            <p:spPr bwMode="auto">
              <a:xfrm>
                <a:off x="4281798" y="1032066"/>
                <a:ext cx="37846" cy="37184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 w="63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</p:grpSp>
      </p:grpSp>
      <p:sp>
        <p:nvSpPr>
          <p:cNvPr id="721" name="Isosceles Triangle 270"/>
          <p:cNvSpPr>
            <a:spLocks noChangeArrowheads="1"/>
          </p:cNvSpPr>
          <p:nvPr/>
        </p:nvSpPr>
        <p:spPr bwMode="auto">
          <a:xfrm rot="16200000" flipH="1">
            <a:off x="5315313" y="2122388"/>
            <a:ext cx="107268" cy="116207"/>
          </a:xfrm>
          <a:prstGeom prst="triangle">
            <a:avLst>
              <a:gd name="adj" fmla="val 50000"/>
            </a:avLst>
          </a:prstGeom>
          <a:solidFill>
            <a:srgbClr val="7030A0"/>
          </a:solidFill>
          <a:ln w="9525" algn="ctr">
            <a:solidFill>
              <a:srgbClr val="000000"/>
            </a:solidFill>
            <a:round/>
            <a:headEnd/>
            <a:tailEnd/>
          </a:ln>
        </p:spPr>
        <p:txBody>
          <a:bodyPr lIns="71904" tIns="35953" rIns="71904" bIns="35953"/>
          <a:lstStyle/>
          <a:p>
            <a:endParaRPr lang="en-US" altLang="ko-KR">
              <a:solidFill>
                <a:srgbClr val="00B050"/>
              </a:solidFill>
            </a:endParaRPr>
          </a:p>
        </p:txBody>
      </p:sp>
      <p:sp>
        <p:nvSpPr>
          <p:cNvPr id="722" name="Isosceles Triangle 271"/>
          <p:cNvSpPr>
            <a:spLocks noChangeArrowheads="1"/>
          </p:cNvSpPr>
          <p:nvPr/>
        </p:nvSpPr>
        <p:spPr bwMode="auto">
          <a:xfrm rot="5400000">
            <a:off x="5725910" y="2122388"/>
            <a:ext cx="107268" cy="116207"/>
          </a:xfrm>
          <a:prstGeom prst="triangle">
            <a:avLst>
              <a:gd name="adj" fmla="val 50000"/>
            </a:avLst>
          </a:prstGeom>
          <a:solidFill>
            <a:srgbClr val="7030A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71904" tIns="35953" rIns="71904" bIns="35953"/>
          <a:lstStyle/>
          <a:p>
            <a:endParaRPr lang="en-US" altLang="ko-KR"/>
          </a:p>
        </p:txBody>
      </p:sp>
      <p:sp>
        <p:nvSpPr>
          <p:cNvPr id="723" name="Rounded Rectangle 264"/>
          <p:cNvSpPr/>
          <p:nvPr/>
        </p:nvSpPr>
        <p:spPr bwMode="auto">
          <a:xfrm>
            <a:off x="2558029" y="2529706"/>
            <a:ext cx="819906" cy="431456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 w="127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lIns="71904" tIns="35953" rIns="71904" bIns="35953"/>
          <a:lstStyle/>
          <a:p>
            <a:pPr>
              <a:defRPr/>
            </a:pPr>
            <a:endParaRPr lang="en-US"/>
          </a:p>
        </p:txBody>
      </p:sp>
      <p:sp>
        <p:nvSpPr>
          <p:cNvPr id="724" name="Line 125"/>
          <p:cNvSpPr>
            <a:spLocks noChangeShapeType="1"/>
          </p:cNvSpPr>
          <p:nvPr/>
        </p:nvSpPr>
        <p:spPr bwMode="auto">
          <a:xfrm>
            <a:off x="2967334" y="2828866"/>
            <a:ext cx="0" cy="1081023"/>
          </a:xfrm>
          <a:prstGeom prst="line">
            <a:avLst/>
          </a:prstGeom>
          <a:noFill/>
          <a:ln w="19050">
            <a:solidFill>
              <a:srgbClr val="C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725" name="Rectangle 192"/>
          <p:cNvSpPr>
            <a:spLocks noChangeArrowheads="1"/>
          </p:cNvSpPr>
          <p:nvPr/>
        </p:nvSpPr>
        <p:spPr bwMode="auto">
          <a:xfrm>
            <a:off x="2674236" y="2611945"/>
            <a:ext cx="569414" cy="290816"/>
          </a:xfrm>
          <a:prstGeom prst="rect">
            <a:avLst/>
          </a:prstGeom>
          <a:solidFill>
            <a:srgbClr val="CC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71904" tIns="35953" rIns="71904" bIns="35953" anchor="ctr"/>
          <a:lstStyle/>
          <a:p>
            <a:pPr algn="ctr"/>
            <a:r>
              <a:rPr lang="en-US" altLang="ko-KR" sz="700" b="1">
                <a:latin typeface="Arial" charset="0"/>
                <a:cs typeface="Arial" charset="0"/>
              </a:rPr>
              <a:t>CAB ON</a:t>
            </a:r>
          </a:p>
        </p:txBody>
      </p:sp>
      <p:sp>
        <p:nvSpPr>
          <p:cNvPr id="726" name="Line 125"/>
          <p:cNvSpPr>
            <a:spLocks noChangeShapeType="1"/>
          </p:cNvSpPr>
          <p:nvPr/>
        </p:nvSpPr>
        <p:spPr bwMode="auto">
          <a:xfrm>
            <a:off x="2967337" y="3903929"/>
            <a:ext cx="1581706" cy="0"/>
          </a:xfrm>
          <a:prstGeom prst="line">
            <a:avLst/>
          </a:prstGeom>
          <a:noFill/>
          <a:ln w="19050">
            <a:solidFill>
              <a:srgbClr val="C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727" name="Rectangle 6"/>
          <p:cNvSpPr>
            <a:spLocks noChangeArrowheads="1"/>
          </p:cNvSpPr>
          <p:nvPr/>
        </p:nvSpPr>
        <p:spPr bwMode="auto">
          <a:xfrm>
            <a:off x="3669741" y="3694160"/>
            <a:ext cx="1522312" cy="1567304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71904" tIns="35953" rIns="71904" bIns="35953" anchor="ctr"/>
          <a:lstStyle/>
          <a:p>
            <a:pPr algn="ctr">
              <a:defRPr/>
            </a:pPr>
            <a:r>
              <a:rPr lang="en-US" altLang="ko-KR" sz="1000" b="1" dirty="0"/>
              <a:t>Logic</a:t>
            </a:r>
          </a:p>
          <a:p>
            <a:pPr algn="ctr">
              <a:defRPr/>
            </a:pPr>
            <a:r>
              <a:rPr lang="en-US" altLang="ko-KR" sz="1000" b="1" dirty="0">
                <a:latin typeface="Arial" charset="0"/>
                <a:cs typeface="Arial" charset="0"/>
              </a:rPr>
              <a:t>Controller</a:t>
            </a:r>
          </a:p>
        </p:txBody>
      </p:sp>
    </p:spTree>
    <p:extLst>
      <p:ext uri="{BB962C8B-B14F-4D97-AF65-F5344CB8AC3E}">
        <p14:creationId xmlns:p14="http://schemas.microsoft.com/office/powerpoint/2010/main" val="24959484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15"/>
          <p:cNvCxnSpPr>
            <a:endCxn id="7" idx="2"/>
          </p:cNvCxnSpPr>
          <p:nvPr/>
        </p:nvCxnSpPr>
        <p:spPr bwMode="auto">
          <a:xfrm rot="5400000" flipH="1" flipV="1">
            <a:off x="634967" y="1855141"/>
            <a:ext cx="56613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</p:cxnSp>
      <p:cxnSp>
        <p:nvCxnSpPr>
          <p:cNvPr id="3" name="Straight Connector 115"/>
          <p:cNvCxnSpPr>
            <a:endCxn id="8" idx="2"/>
          </p:cNvCxnSpPr>
          <p:nvPr/>
        </p:nvCxnSpPr>
        <p:spPr bwMode="auto">
          <a:xfrm rot="5400000" flipH="1" flipV="1">
            <a:off x="1564623" y="1855141"/>
            <a:ext cx="56613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</p:cxnSp>
      <p:cxnSp>
        <p:nvCxnSpPr>
          <p:cNvPr id="4" name="Straight Connector 115"/>
          <p:cNvCxnSpPr>
            <a:endCxn id="9" idx="2"/>
          </p:cNvCxnSpPr>
          <p:nvPr/>
        </p:nvCxnSpPr>
        <p:spPr bwMode="auto">
          <a:xfrm rot="5400000" flipH="1" flipV="1">
            <a:off x="2647931" y="1926652"/>
            <a:ext cx="56613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</p:cxnSp>
      <p:sp>
        <p:nvSpPr>
          <p:cNvPr id="5" name="Oval 14"/>
          <p:cNvSpPr/>
          <p:nvPr/>
        </p:nvSpPr>
        <p:spPr bwMode="auto">
          <a:xfrm>
            <a:off x="666255" y="1643586"/>
            <a:ext cx="411891" cy="380205"/>
          </a:xfrm>
          <a:prstGeom prst="ellipse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95764" tIns="47882" rIns="95764" bIns="47882"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R</a:t>
            </a:r>
            <a:endParaRPr lang="ko-KR" altLang="ko-KR" dirty="0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/>
        </p:nvGraphicFramePr>
        <p:xfrm>
          <a:off x="382193" y="3375368"/>
          <a:ext cx="3559808" cy="4648165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738550"/>
                <a:gridCol w="830894"/>
                <a:gridCol w="1990364"/>
              </a:tblGrid>
              <a:tr h="51347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TP1</a:t>
                      </a:r>
                      <a:endParaRPr lang="ko-KR" altLang="en-US" sz="1400" dirty="0"/>
                    </a:p>
                  </a:txBody>
                  <a:tcPr marL="99056" marR="99056" marT="45724" marB="45724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1001</a:t>
                      </a:r>
                      <a:endParaRPr lang="ko-KR" altLang="en-US" sz="1400" dirty="0"/>
                    </a:p>
                  </a:txBody>
                  <a:tcPr marL="99056" marR="99056" marT="45724" marB="45724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Outer Relative</a:t>
                      </a:r>
                      <a:endParaRPr lang="ko-KR" altLang="en-US" sz="1400" dirty="0"/>
                    </a:p>
                  </a:txBody>
                  <a:tcPr marL="99056" marR="99056" marT="45724" marB="45724"/>
                </a:tc>
              </a:tr>
              <a:tr h="51347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TP2</a:t>
                      </a:r>
                      <a:endParaRPr lang="ko-KR" altLang="en-US" sz="1400" dirty="0"/>
                    </a:p>
                  </a:txBody>
                  <a:tcPr marL="99056" marR="99056" marT="45724" marB="45724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1002</a:t>
                      </a:r>
                      <a:endParaRPr lang="ko-KR" altLang="en-US" sz="1400" dirty="0"/>
                    </a:p>
                  </a:txBody>
                  <a:tcPr marL="99056" marR="99056" marT="45724" marB="45724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Inner Relative</a:t>
                      </a:r>
                      <a:endParaRPr lang="ko-KR" altLang="en-US" sz="1400" dirty="0"/>
                    </a:p>
                  </a:txBody>
                  <a:tcPr marL="99056" marR="99056" marT="45724" marB="45724"/>
                </a:tc>
              </a:tr>
              <a:tr h="52690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TP3</a:t>
                      </a:r>
                      <a:endParaRPr lang="ko-KR" altLang="en-US" sz="1400" dirty="0"/>
                    </a:p>
                  </a:txBody>
                  <a:tcPr marL="99056" marR="99056" marT="45724" marB="45724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1003</a:t>
                      </a:r>
                      <a:endParaRPr lang="ko-KR" altLang="en-US" sz="1400" dirty="0"/>
                    </a:p>
                  </a:txBody>
                  <a:tcPr marL="99056" marR="99056" marT="45724" marB="45724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Approaching Station</a:t>
                      </a:r>
                    </a:p>
                  </a:txBody>
                  <a:tcPr marL="99056" marR="99056" marT="45724" marB="45724"/>
                </a:tc>
              </a:tr>
              <a:tr h="51347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TP4</a:t>
                      </a:r>
                      <a:endParaRPr lang="ko-KR" altLang="en-US" sz="1400" dirty="0"/>
                    </a:p>
                  </a:txBody>
                  <a:tcPr marL="99056" marR="99056" marT="45724" marB="45724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1004</a:t>
                      </a:r>
                      <a:endParaRPr lang="ko-KR" altLang="en-US" sz="1400" dirty="0"/>
                    </a:p>
                  </a:txBody>
                  <a:tcPr marL="99056" marR="99056" marT="45724" marB="45724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Platform</a:t>
                      </a:r>
                      <a:r>
                        <a:rPr lang="en-US" altLang="ko-KR" sz="1400" baseline="0" dirty="0" smtClean="0"/>
                        <a:t> Perimeter</a:t>
                      </a:r>
                      <a:endParaRPr lang="ko-KR" altLang="en-US" sz="1400" dirty="0"/>
                    </a:p>
                  </a:txBody>
                  <a:tcPr marL="99056" marR="99056" marT="45724" marB="45724"/>
                </a:tc>
              </a:tr>
              <a:tr h="51347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TP5</a:t>
                      </a:r>
                      <a:endParaRPr lang="ko-KR" altLang="en-US" sz="1400" dirty="0"/>
                    </a:p>
                  </a:txBody>
                  <a:tcPr marL="99056" marR="99056" marT="45724" marB="45724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1005</a:t>
                      </a:r>
                      <a:endParaRPr lang="ko-KR" altLang="en-US" sz="1400" dirty="0"/>
                    </a:p>
                  </a:txBody>
                  <a:tcPr marL="99056" marR="99056" marT="45724" marB="45724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Center of</a:t>
                      </a:r>
                      <a:r>
                        <a:rPr lang="en-US" altLang="ko-KR" sz="1400" baseline="0" dirty="0" smtClean="0"/>
                        <a:t> Station</a:t>
                      </a:r>
                      <a:endParaRPr lang="ko-KR" altLang="en-US" sz="1400" dirty="0"/>
                    </a:p>
                  </a:txBody>
                  <a:tcPr marL="99056" marR="99056" marT="45724" marB="45724"/>
                </a:tc>
              </a:tr>
              <a:tr h="51347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TP6</a:t>
                      </a:r>
                      <a:endParaRPr lang="ko-KR" altLang="en-US" sz="1400" dirty="0"/>
                    </a:p>
                  </a:txBody>
                  <a:tcPr marL="99056" marR="99056" marT="45724" marB="45724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1006</a:t>
                      </a:r>
                      <a:endParaRPr lang="ko-KR" altLang="en-US" sz="1400" dirty="0"/>
                    </a:p>
                  </a:txBody>
                  <a:tcPr marL="99056" marR="99056" marT="45724" marB="45724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Platform Perimeter</a:t>
                      </a:r>
                      <a:endParaRPr lang="ko-KR" altLang="en-US" sz="1400" dirty="0"/>
                    </a:p>
                  </a:txBody>
                  <a:tcPr marL="99056" marR="99056" marT="45724" marB="45724"/>
                </a:tc>
              </a:tr>
              <a:tr h="52690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TP7</a:t>
                      </a:r>
                      <a:endParaRPr lang="ko-KR" altLang="en-US" sz="1400" dirty="0"/>
                    </a:p>
                  </a:txBody>
                  <a:tcPr marL="99056" marR="99056" marT="45724" marB="45724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1007</a:t>
                      </a:r>
                      <a:endParaRPr lang="ko-KR" altLang="en-US" sz="1400" dirty="0"/>
                    </a:p>
                  </a:txBody>
                  <a:tcPr marL="99056" marR="99056" marT="45724" marB="45724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Approaching</a:t>
                      </a:r>
                      <a:r>
                        <a:rPr lang="en-US" altLang="ko-KR" sz="1400" baseline="0" dirty="0" smtClean="0"/>
                        <a:t> Station</a:t>
                      </a:r>
                      <a:endParaRPr lang="ko-KR" altLang="en-US" sz="1400" dirty="0"/>
                    </a:p>
                  </a:txBody>
                  <a:tcPr marL="99056" marR="99056" marT="45724" marB="45724"/>
                </a:tc>
              </a:tr>
              <a:tr h="51347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TP8</a:t>
                      </a:r>
                      <a:endParaRPr lang="ko-KR" altLang="en-US" sz="1400" dirty="0"/>
                    </a:p>
                  </a:txBody>
                  <a:tcPr marL="99056" marR="99056" marT="45724" marB="45724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1008</a:t>
                      </a:r>
                      <a:endParaRPr lang="ko-KR" altLang="en-US" sz="1400" dirty="0"/>
                    </a:p>
                  </a:txBody>
                  <a:tcPr marL="99056" marR="99056" marT="45724" marB="45724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Inner Relative</a:t>
                      </a:r>
                      <a:endParaRPr lang="ko-KR" altLang="en-US" sz="1400" dirty="0"/>
                    </a:p>
                  </a:txBody>
                  <a:tcPr marL="99056" marR="99056" marT="45724" marB="45724"/>
                </a:tc>
              </a:tr>
              <a:tr h="51347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TP9</a:t>
                      </a:r>
                      <a:endParaRPr lang="ko-KR" altLang="en-US" sz="1400" dirty="0"/>
                    </a:p>
                  </a:txBody>
                  <a:tcPr marL="99056" marR="99056" marT="45724" marB="45724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dirty="0" smtClean="0"/>
                        <a:t>1009</a:t>
                      </a:r>
                      <a:endParaRPr lang="ko-KR" altLang="en-US" sz="1400" dirty="0"/>
                    </a:p>
                  </a:txBody>
                  <a:tcPr marL="99056" marR="99056" marT="45724" marB="45724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 smtClean="0"/>
                        <a:t>Outer Relative</a:t>
                      </a:r>
                      <a:endParaRPr lang="ko-KR" altLang="en-US" sz="1400" dirty="0" smtClean="0"/>
                    </a:p>
                  </a:txBody>
                  <a:tcPr marL="99056" marR="99056" marT="45724" marB="45724"/>
                </a:tc>
              </a:tr>
            </a:tbl>
          </a:graphicData>
        </a:graphic>
      </p:graphicFrame>
      <p:sp>
        <p:nvSpPr>
          <p:cNvPr id="7" name="직사각형 6"/>
          <p:cNvSpPr/>
          <p:nvPr/>
        </p:nvSpPr>
        <p:spPr>
          <a:xfrm>
            <a:off x="569414" y="1286025"/>
            <a:ext cx="697242" cy="286048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5764" tIns="47882" rIns="95764" bIns="47882" anchor="ctr"/>
          <a:lstStyle/>
          <a:p>
            <a:pPr algn="ctr">
              <a:defRPr/>
            </a:pPr>
            <a:r>
              <a:rPr lang="en-US" altLang="ko-KR" sz="1300" dirty="0">
                <a:latin typeface="Arial" pitchFamily="34" charset="0"/>
                <a:cs typeface="Arial" pitchFamily="34" charset="0"/>
              </a:rPr>
              <a:t>1001</a:t>
            </a:r>
            <a:endParaRPr lang="ko-KR" altLang="en-US" sz="13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497779" y="1286025"/>
            <a:ext cx="697242" cy="286048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5764" tIns="47882" rIns="95764" bIns="47882" anchor="ctr"/>
          <a:lstStyle/>
          <a:p>
            <a:pPr algn="ctr">
              <a:defRPr/>
            </a:pPr>
            <a:r>
              <a:rPr lang="en-US" altLang="ko-KR" sz="1300" dirty="0">
                <a:latin typeface="Arial" pitchFamily="34" charset="0"/>
                <a:cs typeface="Arial" pitchFamily="34" charset="0"/>
              </a:rPr>
              <a:t>1002</a:t>
            </a:r>
            <a:endParaRPr lang="ko-KR" altLang="en-US" sz="13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2581086" y="1357537"/>
            <a:ext cx="697242" cy="286048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5764" tIns="47882" rIns="95764" bIns="47882" anchor="ctr"/>
          <a:lstStyle/>
          <a:p>
            <a:pPr algn="ctr">
              <a:defRPr/>
            </a:pPr>
            <a:r>
              <a:rPr lang="en-US" altLang="ko-KR" sz="1300" dirty="0">
                <a:latin typeface="Arial" pitchFamily="34" charset="0"/>
                <a:cs typeface="Arial" pitchFamily="34" charset="0"/>
              </a:rPr>
              <a:t>1003</a:t>
            </a:r>
            <a:endParaRPr lang="ko-KR" altLang="en-US" sz="13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3878732" y="1572073"/>
            <a:ext cx="695951" cy="284856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5764" tIns="47882" rIns="95764" bIns="47882" anchor="ctr"/>
          <a:lstStyle/>
          <a:p>
            <a:pPr algn="ctr">
              <a:defRPr/>
            </a:pPr>
            <a:r>
              <a:rPr lang="en-US" altLang="ko-KR" sz="1300" dirty="0">
                <a:latin typeface="Arial" pitchFamily="34" charset="0"/>
                <a:cs typeface="Arial" pitchFamily="34" charset="0"/>
              </a:rPr>
              <a:t>1004</a:t>
            </a:r>
            <a:endParaRPr lang="ko-KR" altLang="en-US" sz="13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Oval 14"/>
          <p:cNvSpPr/>
          <p:nvPr/>
        </p:nvSpPr>
        <p:spPr bwMode="auto">
          <a:xfrm>
            <a:off x="1620442" y="1643586"/>
            <a:ext cx="413180" cy="380205"/>
          </a:xfrm>
          <a:prstGeom prst="ellipse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95764" tIns="47882" rIns="95764" bIns="47882"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R</a:t>
            </a:r>
            <a:endParaRPr lang="ko-KR" altLang="ko-KR" dirty="0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2" name="Oval 14"/>
          <p:cNvSpPr/>
          <p:nvPr/>
        </p:nvSpPr>
        <p:spPr bwMode="auto">
          <a:xfrm>
            <a:off x="2703749" y="1715098"/>
            <a:ext cx="413180" cy="380205"/>
          </a:xfrm>
          <a:prstGeom prst="ellipse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95764" tIns="47882" rIns="95764" bIns="47882"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A</a:t>
            </a:r>
            <a:endParaRPr lang="ko-KR" altLang="ko-KR" dirty="0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13" name="Straight Connector 115"/>
          <p:cNvCxnSpPr/>
          <p:nvPr/>
        </p:nvCxnSpPr>
        <p:spPr bwMode="auto">
          <a:xfrm rot="16200000" flipV="1">
            <a:off x="3923129" y="2172773"/>
            <a:ext cx="63168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/>
          <p:cNvSpPr/>
          <p:nvPr/>
        </p:nvSpPr>
        <p:spPr>
          <a:xfrm>
            <a:off x="4251886" y="2470742"/>
            <a:ext cx="1548135" cy="791399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95764" tIns="47882" rIns="95764" bIns="47882" anchor="ctr"/>
          <a:lstStyle/>
          <a:p>
            <a:pPr algn="ctr">
              <a:defRPr/>
            </a:pPr>
            <a:r>
              <a:rPr kumimoji="0" lang="en-US" altLang="ko-KR" dirty="0">
                <a:latin typeface="Arial" pitchFamily="34" charset="0"/>
                <a:cs typeface="Arial" pitchFamily="34" charset="0"/>
              </a:rPr>
              <a:t>Station</a:t>
            </a:r>
            <a:endParaRPr kumimoji="0" lang="ko-KR" alt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4637949" y="2362279"/>
            <a:ext cx="697242" cy="20976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5764" tIns="47882" rIns="95764" bIns="47882" anchor="ctr"/>
          <a:lstStyle/>
          <a:p>
            <a:pPr algn="ctr">
              <a:defRPr/>
            </a:pPr>
            <a:r>
              <a:rPr lang="en-US" altLang="ko-KR" sz="1300" dirty="0">
                <a:latin typeface="Arial" pitchFamily="34" charset="0"/>
                <a:cs typeface="Arial" pitchFamily="34" charset="0"/>
              </a:rPr>
              <a:t>1005</a:t>
            </a:r>
            <a:endParaRPr lang="ko-KR" altLang="en-US" sz="13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6" name="Oval 14"/>
          <p:cNvSpPr/>
          <p:nvPr/>
        </p:nvSpPr>
        <p:spPr bwMode="auto">
          <a:xfrm>
            <a:off x="4792894" y="3047604"/>
            <a:ext cx="413180" cy="381397"/>
          </a:xfrm>
          <a:prstGeom prst="ellipse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95764" tIns="47882" rIns="95764" bIns="47882"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A</a:t>
            </a:r>
            <a:endParaRPr lang="ko-KR" altLang="ko-KR" dirty="0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17" name="자유형 16"/>
          <p:cNvSpPr/>
          <p:nvPr/>
        </p:nvSpPr>
        <p:spPr>
          <a:xfrm>
            <a:off x="486779" y="2125099"/>
            <a:ext cx="3770272" cy="356368"/>
          </a:xfrm>
          <a:custGeom>
            <a:avLst/>
            <a:gdLst>
              <a:gd name="connsiteX0" fmla="*/ 0 w 3479800"/>
              <a:gd name="connsiteY0" fmla="*/ 50800 h 355600"/>
              <a:gd name="connsiteX1" fmla="*/ 1752600 w 3479800"/>
              <a:gd name="connsiteY1" fmla="*/ 50800 h 355600"/>
              <a:gd name="connsiteX2" fmla="*/ 3479800 w 3479800"/>
              <a:gd name="connsiteY2" fmla="*/ 355600 h 35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79800" h="355600">
                <a:moveTo>
                  <a:pt x="0" y="50800"/>
                </a:moveTo>
                <a:cubicBezTo>
                  <a:pt x="586316" y="25400"/>
                  <a:pt x="1172633" y="0"/>
                  <a:pt x="1752600" y="50800"/>
                </a:cubicBezTo>
                <a:cubicBezTo>
                  <a:pt x="2332567" y="101600"/>
                  <a:pt x="3295650" y="338667"/>
                  <a:pt x="3479800" y="355600"/>
                </a:cubicBez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95764" tIns="47882" rIns="95764" bIns="47882" anchor="ctr"/>
          <a:lstStyle/>
          <a:p>
            <a:pPr algn="ctr">
              <a:defRPr/>
            </a:pPr>
            <a:endParaRPr kumimoji="0" lang="ko-KR" altLang="en-US" dirty="0"/>
          </a:p>
        </p:txBody>
      </p:sp>
      <p:sp>
        <p:nvSpPr>
          <p:cNvPr id="18" name="자유형 17"/>
          <p:cNvSpPr/>
          <p:nvPr/>
        </p:nvSpPr>
        <p:spPr>
          <a:xfrm>
            <a:off x="481614" y="2286001"/>
            <a:ext cx="3770272" cy="355176"/>
          </a:xfrm>
          <a:custGeom>
            <a:avLst/>
            <a:gdLst>
              <a:gd name="connsiteX0" fmla="*/ 0 w 3479800"/>
              <a:gd name="connsiteY0" fmla="*/ 50800 h 355600"/>
              <a:gd name="connsiteX1" fmla="*/ 1752600 w 3479800"/>
              <a:gd name="connsiteY1" fmla="*/ 50800 h 355600"/>
              <a:gd name="connsiteX2" fmla="*/ 3479800 w 3479800"/>
              <a:gd name="connsiteY2" fmla="*/ 355600 h 35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79800" h="355600">
                <a:moveTo>
                  <a:pt x="0" y="50800"/>
                </a:moveTo>
                <a:cubicBezTo>
                  <a:pt x="586316" y="25400"/>
                  <a:pt x="1172633" y="0"/>
                  <a:pt x="1752600" y="50800"/>
                </a:cubicBezTo>
                <a:cubicBezTo>
                  <a:pt x="2332567" y="101600"/>
                  <a:pt x="3295650" y="338667"/>
                  <a:pt x="3479800" y="355600"/>
                </a:cubicBez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95764" tIns="47882" rIns="95764" bIns="47882" anchor="ctr"/>
          <a:lstStyle/>
          <a:p>
            <a:pPr algn="ctr">
              <a:defRPr/>
            </a:pPr>
            <a:endParaRPr kumimoji="0" lang="ko-KR" altLang="en-US" dirty="0"/>
          </a:p>
        </p:txBody>
      </p:sp>
      <p:sp>
        <p:nvSpPr>
          <p:cNvPr id="19" name="자유형 18"/>
          <p:cNvSpPr/>
          <p:nvPr/>
        </p:nvSpPr>
        <p:spPr>
          <a:xfrm rot="10573632">
            <a:off x="5815515" y="2974900"/>
            <a:ext cx="3688926" cy="549451"/>
          </a:xfrm>
          <a:custGeom>
            <a:avLst/>
            <a:gdLst>
              <a:gd name="connsiteX0" fmla="*/ 0 w 3479800"/>
              <a:gd name="connsiteY0" fmla="*/ 50800 h 355600"/>
              <a:gd name="connsiteX1" fmla="*/ 1752600 w 3479800"/>
              <a:gd name="connsiteY1" fmla="*/ 50800 h 355600"/>
              <a:gd name="connsiteX2" fmla="*/ 3479800 w 3479800"/>
              <a:gd name="connsiteY2" fmla="*/ 355600 h 35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79800" h="355600">
                <a:moveTo>
                  <a:pt x="0" y="50800"/>
                </a:moveTo>
                <a:cubicBezTo>
                  <a:pt x="586316" y="25400"/>
                  <a:pt x="1172633" y="0"/>
                  <a:pt x="1752600" y="50800"/>
                </a:cubicBezTo>
                <a:cubicBezTo>
                  <a:pt x="2332567" y="101600"/>
                  <a:pt x="3295650" y="338667"/>
                  <a:pt x="3479800" y="355600"/>
                </a:cubicBez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95764" tIns="47882" rIns="95764" bIns="47882" anchor="ctr"/>
          <a:lstStyle/>
          <a:p>
            <a:pPr algn="ctr">
              <a:defRPr/>
            </a:pPr>
            <a:endParaRPr kumimoji="0" lang="ko-KR" altLang="en-US" dirty="0"/>
          </a:p>
        </p:txBody>
      </p:sp>
      <p:sp>
        <p:nvSpPr>
          <p:cNvPr id="20" name="자유형 19"/>
          <p:cNvSpPr/>
          <p:nvPr/>
        </p:nvSpPr>
        <p:spPr>
          <a:xfrm rot="10573632">
            <a:off x="5810349" y="3135802"/>
            <a:ext cx="3688926" cy="548259"/>
          </a:xfrm>
          <a:custGeom>
            <a:avLst/>
            <a:gdLst>
              <a:gd name="connsiteX0" fmla="*/ 0 w 3479800"/>
              <a:gd name="connsiteY0" fmla="*/ 50800 h 355600"/>
              <a:gd name="connsiteX1" fmla="*/ 1752600 w 3479800"/>
              <a:gd name="connsiteY1" fmla="*/ 50800 h 355600"/>
              <a:gd name="connsiteX2" fmla="*/ 3479800 w 3479800"/>
              <a:gd name="connsiteY2" fmla="*/ 355600 h 35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79800" h="355600">
                <a:moveTo>
                  <a:pt x="0" y="50800"/>
                </a:moveTo>
                <a:cubicBezTo>
                  <a:pt x="586316" y="25400"/>
                  <a:pt x="1172633" y="0"/>
                  <a:pt x="1752600" y="50800"/>
                </a:cubicBezTo>
                <a:cubicBezTo>
                  <a:pt x="2332567" y="101600"/>
                  <a:pt x="3295650" y="338667"/>
                  <a:pt x="3479800" y="355600"/>
                </a:cubicBezTo>
              </a:path>
            </a:pathLst>
          </a:cu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95764" tIns="47882" rIns="95764" bIns="47882" anchor="ctr"/>
          <a:lstStyle/>
          <a:p>
            <a:pPr algn="ctr">
              <a:defRPr/>
            </a:pPr>
            <a:endParaRPr kumimoji="0" lang="ko-KR" altLang="en-US" dirty="0"/>
          </a:p>
        </p:txBody>
      </p:sp>
      <p:sp>
        <p:nvSpPr>
          <p:cNvPr id="21" name="직사각형 20"/>
          <p:cNvSpPr/>
          <p:nvPr/>
        </p:nvSpPr>
        <p:spPr>
          <a:xfrm>
            <a:off x="5412664" y="3911707"/>
            <a:ext cx="695951" cy="302734"/>
          </a:xfrm>
          <a:prstGeom prst="rect">
            <a:avLst/>
          </a:prstGeom>
          <a:noFill/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5764" tIns="47882" rIns="95764" bIns="47882" anchor="ctr"/>
          <a:lstStyle/>
          <a:p>
            <a:pPr algn="ctr">
              <a:defRPr/>
            </a:pPr>
            <a:r>
              <a:rPr lang="en-US" altLang="ko-KR" sz="1300" dirty="0">
                <a:latin typeface="Arial" pitchFamily="34" charset="0"/>
                <a:cs typeface="Arial" pitchFamily="34" charset="0"/>
              </a:rPr>
              <a:t>1006</a:t>
            </a:r>
            <a:endParaRPr lang="ko-KR" altLang="en-US" sz="1300" dirty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2" name="Straight Connector 115"/>
          <p:cNvCxnSpPr>
            <a:stCxn id="21" idx="0"/>
          </p:cNvCxnSpPr>
          <p:nvPr/>
        </p:nvCxnSpPr>
        <p:spPr bwMode="auto">
          <a:xfrm rot="5400000" flipH="1" flipV="1">
            <a:off x="5456267" y="3573118"/>
            <a:ext cx="643608" cy="3357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</p:cxnSp>
      <p:sp>
        <p:nvSpPr>
          <p:cNvPr id="23" name="Oval 14"/>
          <p:cNvSpPr/>
          <p:nvPr/>
        </p:nvSpPr>
        <p:spPr bwMode="auto">
          <a:xfrm>
            <a:off x="5585683" y="3411123"/>
            <a:ext cx="413180" cy="381397"/>
          </a:xfrm>
          <a:prstGeom prst="ellipse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95764" tIns="47882" rIns="95764" bIns="47882"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A</a:t>
            </a:r>
            <a:endParaRPr lang="ko-KR" altLang="ko-KR" dirty="0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cxnSp>
        <p:nvCxnSpPr>
          <p:cNvPr id="24" name="직선 연결선 23"/>
          <p:cNvCxnSpPr/>
          <p:nvPr/>
        </p:nvCxnSpPr>
        <p:spPr>
          <a:xfrm rot="16200000" flipV="1">
            <a:off x="6821648" y="3872971"/>
            <a:ext cx="64241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14"/>
          <p:cNvSpPr/>
          <p:nvPr/>
        </p:nvSpPr>
        <p:spPr bwMode="auto">
          <a:xfrm>
            <a:off x="6934977" y="3619700"/>
            <a:ext cx="411889" cy="381397"/>
          </a:xfrm>
          <a:prstGeom prst="ellipse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95764" tIns="47882" rIns="95764" bIns="47882"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A</a:t>
            </a:r>
            <a:endParaRPr lang="ko-KR" altLang="ko-KR" dirty="0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6805855" y="4142929"/>
            <a:ext cx="695951" cy="303926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5764" tIns="47882" rIns="95764" bIns="47882" anchor="ctr"/>
          <a:lstStyle/>
          <a:p>
            <a:pPr algn="ctr">
              <a:defRPr/>
            </a:pPr>
            <a:r>
              <a:rPr lang="en-US" altLang="ko-KR" sz="1300" dirty="0">
                <a:latin typeface="Arial" pitchFamily="34" charset="0"/>
                <a:cs typeface="Arial" pitchFamily="34" charset="0"/>
              </a:rPr>
              <a:t>1007</a:t>
            </a:r>
            <a:endParaRPr lang="ko-KR" altLang="en-US" sz="1300" dirty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27" name="직선 연결선 26"/>
          <p:cNvCxnSpPr/>
          <p:nvPr/>
        </p:nvCxnSpPr>
        <p:spPr>
          <a:xfrm rot="16200000" flipV="1">
            <a:off x="8018581" y="3931372"/>
            <a:ext cx="64241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/>
          <p:cNvCxnSpPr/>
          <p:nvPr/>
        </p:nvCxnSpPr>
        <p:spPr>
          <a:xfrm rot="16200000" flipV="1">
            <a:off x="8910793" y="3859860"/>
            <a:ext cx="64241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Oval 14"/>
          <p:cNvSpPr/>
          <p:nvPr/>
        </p:nvSpPr>
        <p:spPr bwMode="auto">
          <a:xfrm>
            <a:off x="8139654" y="3654264"/>
            <a:ext cx="413180" cy="381397"/>
          </a:xfrm>
          <a:prstGeom prst="ellipse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95764" tIns="47882" rIns="95764" bIns="47882"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R</a:t>
            </a:r>
            <a:endParaRPr lang="ko-KR" altLang="ko-KR" dirty="0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30" name="Oval 14"/>
          <p:cNvSpPr/>
          <p:nvPr/>
        </p:nvSpPr>
        <p:spPr bwMode="auto">
          <a:xfrm>
            <a:off x="9024119" y="3643538"/>
            <a:ext cx="413180" cy="380205"/>
          </a:xfrm>
          <a:prstGeom prst="ellipse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95764" tIns="47882" rIns="95764" bIns="47882"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R</a:t>
            </a:r>
            <a:endParaRPr lang="ko-KR" altLang="ko-KR" dirty="0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7966637" y="4142929"/>
            <a:ext cx="695951" cy="303926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5764" tIns="47882" rIns="95764" bIns="47882" anchor="ctr"/>
          <a:lstStyle/>
          <a:p>
            <a:pPr algn="ctr">
              <a:defRPr/>
            </a:pPr>
            <a:r>
              <a:rPr lang="en-US" altLang="ko-KR" sz="1300" dirty="0">
                <a:latin typeface="Arial" pitchFamily="34" charset="0"/>
                <a:cs typeface="Arial" pitchFamily="34" charset="0"/>
              </a:rPr>
              <a:t>1008</a:t>
            </a:r>
            <a:endParaRPr lang="ko-KR" altLang="en-US" sz="13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8894999" y="4142929"/>
            <a:ext cx="695951" cy="303926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5764" tIns="47882" rIns="95764" bIns="47882" anchor="ctr"/>
          <a:lstStyle/>
          <a:p>
            <a:pPr algn="ctr">
              <a:defRPr/>
            </a:pPr>
            <a:r>
              <a:rPr lang="en-US" altLang="ko-KR" sz="1300" dirty="0">
                <a:latin typeface="Arial" pitchFamily="34" charset="0"/>
                <a:cs typeface="Arial" pitchFamily="34" charset="0"/>
              </a:rPr>
              <a:t>1009</a:t>
            </a:r>
            <a:endParaRPr lang="ko-KR" altLang="en-US" sz="13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3" name="Oval 14"/>
          <p:cNvSpPr/>
          <p:nvPr/>
        </p:nvSpPr>
        <p:spPr bwMode="auto">
          <a:xfrm>
            <a:off x="4051751" y="1928441"/>
            <a:ext cx="413180" cy="381397"/>
          </a:xfrm>
          <a:prstGeom prst="ellipse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95764" tIns="47882" rIns="95764" bIns="47882"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A</a:t>
            </a:r>
            <a:endParaRPr lang="ko-KR" altLang="ko-KR" dirty="0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34" name="Oval 14"/>
          <p:cNvSpPr/>
          <p:nvPr/>
        </p:nvSpPr>
        <p:spPr bwMode="auto">
          <a:xfrm>
            <a:off x="4484300" y="4858048"/>
            <a:ext cx="411889" cy="380206"/>
          </a:xfrm>
          <a:prstGeom prst="ellipse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95764" tIns="47882" rIns="95764" bIns="47882"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A</a:t>
            </a:r>
            <a:endParaRPr lang="ko-KR" altLang="ko-KR" dirty="0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35" name="Oval 14"/>
          <p:cNvSpPr/>
          <p:nvPr/>
        </p:nvSpPr>
        <p:spPr bwMode="auto">
          <a:xfrm>
            <a:off x="4484300" y="5333604"/>
            <a:ext cx="411889" cy="381397"/>
          </a:xfrm>
          <a:prstGeom prst="ellipse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95764" tIns="47882" rIns="95764" bIns="47882"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  <a:latin typeface="Arial" pitchFamily="34" charset="0"/>
                <a:ea typeface="굴림" pitchFamily="50" charset="-127"/>
                <a:cs typeface="Arial" pitchFamily="34" charset="0"/>
              </a:rPr>
              <a:t>R</a:t>
            </a:r>
            <a:endParaRPr lang="ko-KR" altLang="ko-KR" dirty="0">
              <a:solidFill>
                <a:schemeClr val="tx1"/>
              </a:solidFill>
              <a:latin typeface="Arial" pitchFamily="34" charset="0"/>
              <a:ea typeface="굴림" pitchFamily="50" charset="-127"/>
              <a:cs typeface="Arial" pitchFamily="34" charset="0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4962040" y="4903339"/>
            <a:ext cx="2849653" cy="35756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5764" tIns="47882" rIns="95764" bIns="47882" anchor="ctr"/>
          <a:lstStyle/>
          <a:p>
            <a:pPr>
              <a:defRPr/>
            </a:pPr>
            <a:r>
              <a:rPr kumimoji="0" lang="en-US" altLang="ko-KR" dirty="0">
                <a:latin typeface="Arial" pitchFamily="34" charset="0"/>
                <a:cs typeface="Arial" pitchFamily="34" charset="0"/>
              </a:rPr>
              <a:t>Absolute Trigger Point</a:t>
            </a:r>
            <a:endParaRPr kumimoji="0" lang="ko-KR" alt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4947837" y="5357441"/>
            <a:ext cx="2849653" cy="35756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5764" tIns="47882" rIns="95764" bIns="47882" anchor="ctr"/>
          <a:lstStyle/>
          <a:p>
            <a:pPr>
              <a:defRPr/>
            </a:pPr>
            <a:r>
              <a:rPr kumimoji="0" lang="en-US" altLang="ko-KR" dirty="0">
                <a:latin typeface="Arial" pitchFamily="34" charset="0"/>
                <a:cs typeface="Arial" pitchFamily="34" charset="0"/>
              </a:rPr>
              <a:t>Relative Trigger Point</a:t>
            </a:r>
            <a:endParaRPr kumimoji="0" lang="ko-KR" alt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2471336" y="1086982"/>
            <a:ext cx="1601074" cy="35756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5764" tIns="47882" rIns="95764" bIns="47882" anchor="ctr"/>
          <a:lstStyle/>
          <a:p>
            <a:pPr>
              <a:defRPr/>
            </a:pPr>
            <a:r>
              <a:rPr lang="en-US" altLang="ko-KR" sz="1100" dirty="0">
                <a:latin typeface="Arial" pitchFamily="34" charset="0"/>
                <a:cs typeface="Arial" pitchFamily="34" charset="0"/>
              </a:rPr>
              <a:t>Approaching Station</a:t>
            </a:r>
            <a:endParaRPr lang="ko-KR" altLang="en-US" sz="11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3787058" y="1301519"/>
            <a:ext cx="1601074" cy="35756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5764" tIns="47882" rIns="95764" bIns="47882" anchor="ctr"/>
          <a:lstStyle/>
          <a:p>
            <a:pPr>
              <a:defRPr/>
            </a:pPr>
            <a:r>
              <a:rPr lang="en-US" altLang="ko-KR" sz="1100" dirty="0">
                <a:latin typeface="Arial" pitchFamily="34" charset="0"/>
                <a:cs typeface="Arial" pitchFamily="34" charset="0"/>
              </a:rPr>
              <a:t>Platform Station</a:t>
            </a:r>
            <a:endParaRPr lang="ko-KR" altLang="en-US" sz="11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4561772" y="1998761"/>
            <a:ext cx="1058775" cy="35756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5764" tIns="47882" rIns="95764" bIns="47882" anchor="ctr"/>
          <a:lstStyle/>
          <a:p>
            <a:pPr algn="ctr">
              <a:defRPr/>
            </a:pPr>
            <a:r>
              <a:rPr lang="en-US" altLang="ko-KR" sz="1100" dirty="0">
                <a:latin typeface="Arial" pitchFamily="34" charset="0"/>
                <a:cs typeface="Arial" pitchFamily="34" charset="0"/>
              </a:rPr>
              <a:t>Center Point</a:t>
            </a:r>
          </a:p>
          <a:p>
            <a:pPr algn="ctr">
              <a:defRPr/>
            </a:pPr>
            <a:r>
              <a:rPr lang="en-US" altLang="ko-KR" sz="1100" dirty="0">
                <a:latin typeface="Arial" pitchFamily="34" charset="0"/>
                <a:cs typeface="Arial" pitchFamily="34" charset="0"/>
              </a:rPr>
              <a:t>Of Station</a:t>
            </a:r>
            <a:endParaRPr lang="ko-KR" altLang="en-US" sz="11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5204783" y="4126242"/>
            <a:ext cx="1601074" cy="35756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5764" tIns="47882" rIns="95764" bIns="47882" anchor="ctr"/>
          <a:lstStyle/>
          <a:p>
            <a:pPr>
              <a:defRPr/>
            </a:pPr>
            <a:r>
              <a:rPr lang="en-US" altLang="ko-KR" sz="1100" dirty="0">
                <a:latin typeface="Arial" pitchFamily="34" charset="0"/>
                <a:cs typeface="Arial" pitchFamily="34" charset="0"/>
              </a:rPr>
              <a:t>Platform perimeter</a:t>
            </a:r>
            <a:endParaRPr lang="ko-KR" altLang="en-US" sz="11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6805857" y="4358656"/>
            <a:ext cx="1601074" cy="35756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5764" tIns="47882" rIns="95764" bIns="47882" anchor="ctr"/>
          <a:lstStyle/>
          <a:p>
            <a:pPr>
              <a:defRPr/>
            </a:pPr>
            <a:r>
              <a:rPr lang="en-US" altLang="ko-KR" sz="1100" dirty="0">
                <a:latin typeface="Arial" pitchFamily="34" charset="0"/>
                <a:cs typeface="Arial" pitchFamily="34" charset="0"/>
              </a:rPr>
              <a:t>Approaching Station</a:t>
            </a:r>
            <a:endParaRPr lang="ko-KR" altLang="en-US" sz="11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3" name="모서리가 둥근 직사각형 42"/>
          <p:cNvSpPr/>
          <p:nvPr/>
        </p:nvSpPr>
        <p:spPr>
          <a:xfrm>
            <a:off x="382193" y="357561"/>
            <a:ext cx="8590279" cy="356369"/>
          </a:xfrm>
          <a:prstGeom prst="roundRect">
            <a:avLst/>
          </a:prstGeom>
          <a:noFill/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5764" tIns="47882" rIns="95764" bIns="47882" anchor="ctr"/>
          <a:lstStyle/>
          <a:p>
            <a:pPr algn="ctr">
              <a:defRPr/>
            </a:pPr>
            <a:r>
              <a:rPr lang="en-US" altLang="ko-KR" sz="1600" dirty="0"/>
              <a:t>Station Trigger Points map</a:t>
            </a:r>
            <a:endParaRPr lang="ko-KR" altLang="en-US" sz="1600" dirty="0"/>
          </a:p>
        </p:txBody>
      </p:sp>
      <p:sp>
        <p:nvSpPr>
          <p:cNvPr id="44" name="모서리가 둥근 직사각형 43"/>
          <p:cNvSpPr/>
          <p:nvPr/>
        </p:nvSpPr>
        <p:spPr>
          <a:xfrm>
            <a:off x="154944" y="143024"/>
            <a:ext cx="9562544" cy="6500440"/>
          </a:xfrm>
          <a:prstGeom prst="roundRect">
            <a:avLst>
              <a:gd name="adj" fmla="val 6297"/>
            </a:avLst>
          </a:prstGeom>
          <a:noFill/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5764" tIns="47882" rIns="95764" bIns="47882" anchor="ctr"/>
          <a:lstStyle/>
          <a:p>
            <a:pPr algn="ctr">
              <a:defRPr/>
            </a:pPr>
            <a:endParaRPr lang="ko-KR" altLang="en-US" sz="1000" dirty="0"/>
          </a:p>
        </p:txBody>
      </p:sp>
      <p:cxnSp>
        <p:nvCxnSpPr>
          <p:cNvPr id="45" name="직선 화살표 연결선 44"/>
          <p:cNvCxnSpPr/>
          <p:nvPr/>
        </p:nvCxnSpPr>
        <p:spPr>
          <a:xfrm>
            <a:off x="304722" y="3071441"/>
            <a:ext cx="1757308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직사각형 45"/>
          <p:cNvSpPr/>
          <p:nvPr/>
        </p:nvSpPr>
        <p:spPr>
          <a:xfrm>
            <a:off x="382193" y="2773474"/>
            <a:ext cx="1602366" cy="35756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5764" tIns="47882" rIns="95764" bIns="47882" anchor="ctr"/>
          <a:lstStyle/>
          <a:p>
            <a:pPr>
              <a:defRPr/>
            </a:pPr>
            <a:r>
              <a:rPr kumimoji="0" lang="en-US" altLang="ko-KR" dirty="0">
                <a:latin typeface="Arial" pitchFamily="34" charset="0"/>
                <a:cs typeface="Arial" pitchFamily="34" charset="0"/>
              </a:rPr>
              <a:t>Station 001</a:t>
            </a:r>
            <a:endParaRPr kumimoji="0" lang="ko-KR" alt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7" name="Rectangle 131"/>
          <p:cNvSpPr>
            <a:spLocks noChangeArrowheads="1"/>
          </p:cNvSpPr>
          <p:nvPr/>
        </p:nvSpPr>
        <p:spPr bwMode="auto">
          <a:xfrm>
            <a:off x="0" y="-856951"/>
            <a:ext cx="3327393" cy="47555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lIns="95764" tIns="47882" rIns="95764" bIns="47882"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</a:rPr>
              <a:t>Diagram 4.5.3.2-B(59P)</a:t>
            </a:r>
            <a:endParaRPr lang="ko-KR" altLang="ko-K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59484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296"/>
          <p:cNvSpPr/>
          <p:nvPr/>
        </p:nvSpPr>
        <p:spPr bwMode="auto">
          <a:xfrm>
            <a:off x="4627622" y="6215584"/>
            <a:ext cx="1546844" cy="642416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 w="19050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lIns="95764" tIns="47882" rIns="95764" bIns="47882"/>
          <a:lstStyle/>
          <a:p>
            <a:pPr>
              <a:defRPr/>
            </a:pPr>
            <a:endParaRPr lang="ko-KR" altLang="ko-KR"/>
          </a:p>
        </p:txBody>
      </p:sp>
      <p:sp>
        <p:nvSpPr>
          <p:cNvPr id="3" name="Line 330"/>
          <p:cNvSpPr>
            <a:spLocks noChangeShapeType="1"/>
          </p:cNvSpPr>
          <p:nvPr/>
        </p:nvSpPr>
        <p:spPr bwMode="auto">
          <a:xfrm flipH="1">
            <a:off x="4029801" y="3272866"/>
            <a:ext cx="2404194" cy="0"/>
          </a:xfrm>
          <a:prstGeom prst="line">
            <a:avLst/>
          </a:prstGeom>
          <a:noFill/>
          <a:ln w="22225">
            <a:solidFill>
              <a:srgbClr val="7030A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5764" tIns="47882" rIns="95764" bIns="47882"/>
          <a:lstStyle/>
          <a:p>
            <a:endParaRPr lang="ko-KR" altLang="en-US"/>
          </a:p>
        </p:txBody>
      </p:sp>
      <p:sp>
        <p:nvSpPr>
          <p:cNvPr id="4" name="Line 330"/>
          <p:cNvSpPr>
            <a:spLocks noChangeShapeType="1"/>
          </p:cNvSpPr>
          <p:nvPr/>
        </p:nvSpPr>
        <p:spPr bwMode="auto">
          <a:xfrm flipH="1">
            <a:off x="8071221" y="2405186"/>
            <a:ext cx="247909" cy="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5764" tIns="47882" rIns="95764" bIns="47882"/>
          <a:lstStyle/>
          <a:p>
            <a:endParaRPr lang="ko-KR" altLang="en-US"/>
          </a:p>
        </p:txBody>
      </p:sp>
      <p:sp>
        <p:nvSpPr>
          <p:cNvPr id="5" name="Line 56"/>
          <p:cNvSpPr>
            <a:spLocks noChangeShapeType="1"/>
          </p:cNvSpPr>
          <p:nvPr/>
        </p:nvSpPr>
        <p:spPr bwMode="auto">
          <a:xfrm flipH="1" flipV="1">
            <a:off x="3315773" y="3463566"/>
            <a:ext cx="0" cy="532765"/>
          </a:xfrm>
          <a:prstGeom prst="line">
            <a:avLst/>
          </a:prstGeom>
          <a:noFill/>
          <a:ln w="22225">
            <a:solidFill>
              <a:srgbClr val="A6A6A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5764" tIns="47882" rIns="95764" bIns="47882"/>
          <a:lstStyle/>
          <a:p>
            <a:endParaRPr lang="ko-KR" altLang="en-US"/>
          </a:p>
        </p:txBody>
      </p:sp>
      <p:sp>
        <p:nvSpPr>
          <p:cNvPr id="6" name="Line 56"/>
          <p:cNvSpPr>
            <a:spLocks noChangeShapeType="1"/>
          </p:cNvSpPr>
          <p:nvPr/>
        </p:nvSpPr>
        <p:spPr bwMode="auto">
          <a:xfrm flipH="1" flipV="1">
            <a:off x="3327393" y="4279995"/>
            <a:ext cx="0" cy="502968"/>
          </a:xfrm>
          <a:prstGeom prst="line">
            <a:avLst/>
          </a:prstGeom>
          <a:noFill/>
          <a:ln w="22225">
            <a:solidFill>
              <a:srgbClr val="A6A6A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5764" tIns="47882" rIns="95764" bIns="47882"/>
          <a:lstStyle/>
          <a:p>
            <a:endParaRPr lang="ko-KR" altLang="en-US"/>
          </a:p>
        </p:txBody>
      </p:sp>
      <p:sp>
        <p:nvSpPr>
          <p:cNvPr id="7" name="Line 56"/>
          <p:cNvSpPr>
            <a:spLocks noChangeShapeType="1"/>
          </p:cNvSpPr>
          <p:nvPr/>
        </p:nvSpPr>
        <p:spPr bwMode="auto">
          <a:xfrm flipH="1" flipV="1">
            <a:off x="3315773" y="2409954"/>
            <a:ext cx="0" cy="718696"/>
          </a:xfrm>
          <a:prstGeom prst="line">
            <a:avLst/>
          </a:prstGeom>
          <a:noFill/>
          <a:ln w="22225">
            <a:solidFill>
              <a:srgbClr val="A6A6A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5764" tIns="47882" rIns="95764" bIns="47882"/>
          <a:lstStyle/>
          <a:p>
            <a:endParaRPr lang="ko-KR" altLang="en-US"/>
          </a:p>
        </p:txBody>
      </p:sp>
      <p:sp>
        <p:nvSpPr>
          <p:cNvPr id="8" name="Rectangle 38"/>
          <p:cNvSpPr>
            <a:spLocks noChangeArrowheads="1"/>
          </p:cNvSpPr>
          <p:nvPr/>
        </p:nvSpPr>
        <p:spPr bwMode="auto">
          <a:xfrm rot="10800000" flipV="1">
            <a:off x="2859985" y="2337251"/>
            <a:ext cx="863805" cy="191890"/>
          </a:xfrm>
          <a:prstGeom prst="rect">
            <a:avLst/>
          </a:prstGeom>
          <a:solidFill>
            <a:srgbClr val="FFFF00">
              <a:alpha val="74901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7548" tIns="63774" rIns="127548" bIns="63774" anchor="ctr"/>
          <a:lstStyle/>
          <a:p>
            <a:pPr algn="ctr"/>
            <a:r>
              <a:rPr lang="en-US" altLang="ko-KR" sz="1000" b="1">
                <a:latin typeface="Arial" charset="0"/>
              </a:rPr>
              <a:t>Relay 1</a:t>
            </a:r>
            <a:endParaRPr lang="ko-KR" altLang="ko-KR"/>
          </a:p>
        </p:txBody>
      </p:sp>
      <p:sp>
        <p:nvSpPr>
          <p:cNvPr id="9" name="Rectangle 38"/>
          <p:cNvSpPr>
            <a:spLocks noChangeArrowheads="1"/>
          </p:cNvSpPr>
          <p:nvPr/>
        </p:nvSpPr>
        <p:spPr bwMode="auto">
          <a:xfrm rot="10800000" flipV="1">
            <a:off x="2859985" y="3275250"/>
            <a:ext cx="863805" cy="190699"/>
          </a:xfrm>
          <a:prstGeom prst="rect">
            <a:avLst/>
          </a:prstGeom>
          <a:solidFill>
            <a:srgbClr val="FFFF00">
              <a:alpha val="74901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7548" tIns="63774" rIns="127548" bIns="63774" anchor="ctr"/>
          <a:lstStyle/>
          <a:p>
            <a:pPr algn="ctr"/>
            <a:r>
              <a:rPr lang="en-US" altLang="ko-KR" sz="1000" b="1">
                <a:latin typeface="Arial" charset="0"/>
              </a:rPr>
              <a:t>Relay 3</a:t>
            </a:r>
            <a:endParaRPr lang="ko-KR" altLang="ko-KR"/>
          </a:p>
        </p:txBody>
      </p:sp>
      <p:sp>
        <p:nvSpPr>
          <p:cNvPr id="10" name="Rectangle 38"/>
          <p:cNvSpPr>
            <a:spLocks noChangeArrowheads="1"/>
          </p:cNvSpPr>
          <p:nvPr/>
        </p:nvSpPr>
        <p:spPr bwMode="auto">
          <a:xfrm rot="10800000" flipV="1">
            <a:off x="2859985" y="4104789"/>
            <a:ext cx="863805" cy="193082"/>
          </a:xfrm>
          <a:prstGeom prst="rect">
            <a:avLst/>
          </a:prstGeom>
          <a:solidFill>
            <a:srgbClr val="FFFF00">
              <a:alpha val="74901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7548" tIns="63774" rIns="127548" bIns="63774" anchor="ctr"/>
          <a:lstStyle/>
          <a:p>
            <a:pPr algn="ctr"/>
            <a:r>
              <a:rPr lang="en-US" altLang="ko-KR" sz="1000" b="1">
                <a:latin typeface="Arial" charset="0"/>
              </a:rPr>
              <a:t>Relay 5</a:t>
            </a:r>
            <a:endParaRPr lang="ko-KR" altLang="ko-KR"/>
          </a:p>
        </p:txBody>
      </p:sp>
      <p:cxnSp>
        <p:nvCxnSpPr>
          <p:cNvPr id="11" name="Elbow Connector 83"/>
          <p:cNvCxnSpPr>
            <a:cxnSpLocks noChangeShapeType="1"/>
            <a:stCxn id="8" idx="3"/>
            <a:endCxn id="69" idx="3"/>
          </p:cNvCxnSpPr>
          <p:nvPr/>
        </p:nvCxnSpPr>
        <p:spPr bwMode="auto">
          <a:xfrm rot="10800000" flipH="1" flipV="1">
            <a:off x="2859984" y="2432600"/>
            <a:ext cx="1291" cy="318228"/>
          </a:xfrm>
          <a:prstGeom prst="bentConnector3">
            <a:avLst>
              <a:gd name="adj1" fmla="val -13600005"/>
            </a:avLst>
          </a:prstGeom>
          <a:noFill/>
          <a:ln w="22225" algn="ctr">
            <a:solidFill>
              <a:srgbClr val="CC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" name="Elbow Connector 86"/>
          <p:cNvCxnSpPr>
            <a:cxnSpLocks noChangeShapeType="1"/>
            <a:stCxn id="9" idx="3"/>
            <a:endCxn id="68" idx="3"/>
          </p:cNvCxnSpPr>
          <p:nvPr/>
        </p:nvCxnSpPr>
        <p:spPr bwMode="auto">
          <a:xfrm rot="10800000" flipH="1" flipV="1">
            <a:off x="2859984" y="3370600"/>
            <a:ext cx="1291" cy="318229"/>
          </a:xfrm>
          <a:prstGeom prst="bentConnector3">
            <a:avLst>
              <a:gd name="adj1" fmla="val -14400005"/>
            </a:avLst>
          </a:prstGeom>
          <a:noFill/>
          <a:ln w="22225" algn="ctr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" name="Elbow Connector 87"/>
          <p:cNvCxnSpPr>
            <a:cxnSpLocks noChangeShapeType="1"/>
            <a:stCxn id="10" idx="3"/>
            <a:endCxn id="67" idx="3"/>
          </p:cNvCxnSpPr>
          <p:nvPr/>
        </p:nvCxnSpPr>
        <p:spPr bwMode="auto">
          <a:xfrm rot="10800000" flipH="1" flipV="1">
            <a:off x="2859984" y="4200138"/>
            <a:ext cx="1291" cy="319420"/>
          </a:xfrm>
          <a:prstGeom prst="bentConnector3">
            <a:avLst>
              <a:gd name="adj1" fmla="val -14400005"/>
            </a:avLst>
          </a:prstGeom>
          <a:noFill/>
          <a:ln w="22225" algn="ctr">
            <a:solidFill>
              <a:srgbClr val="7030A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" name="Line 330"/>
          <p:cNvSpPr>
            <a:spLocks noChangeShapeType="1"/>
          </p:cNvSpPr>
          <p:nvPr/>
        </p:nvSpPr>
        <p:spPr bwMode="auto">
          <a:xfrm flipH="1">
            <a:off x="1830907" y="1400444"/>
            <a:ext cx="858641" cy="0"/>
          </a:xfrm>
          <a:prstGeom prst="line">
            <a:avLst/>
          </a:prstGeom>
          <a:noFill/>
          <a:ln w="22225">
            <a:solidFill>
              <a:srgbClr val="CC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5764" tIns="47882" rIns="95764" bIns="47882"/>
          <a:lstStyle/>
          <a:p>
            <a:endParaRPr lang="ko-KR" altLang="en-US"/>
          </a:p>
        </p:txBody>
      </p:sp>
      <p:sp>
        <p:nvSpPr>
          <p:cNvPr id="15" name="Line 330"/>
          <p:cNvSpPr>
            <a:spLocks noChangeShapeType="1"/>
          </p:cNvSpPr>
          <p:nvPr/>
        </p:nvSpPr>
        <p:spPr bwMode="auto">
          <a:xfrm flipH="1">
            <a:off x="3718626" y="2408763"/>
            <a:ext cx="312467" cy="0"/>
          </a:xfrm>
          <a:prstGeom prst="line">
            <a:avLst/>
          </a:prstGeom>
          <a:noFill/>
          <a:ln w="22225">
            <a:solidFill>
              <a:srgbClr val="7030A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5764" tIns="47882" rIns="95764" bIns="47882"/>
          <a:lstStyle/>
          <a:p>
            <a:endParaRPr lang="ko-KR" altLang="en-US"/>
          </a:p>
        </p:txBody>
      </p:sp>
      <p:sp>
        <p:nvSpPr>
          <p:cNvPr id="16" name="Line 330"/>
          <p:cNvSpPr>
            <a:spLocks noChangeShapeType="1"/>
          </p:cNvSpPr>
          <p:nvPr/>
        </p:nvSpPr>
        <p:spPr bwMode="auto">
          <a:xfrm flipH="1">
            <a:off x="3716041" y="2768706"/>
            <a:ext cx="626227" cy="0"/>
          </a:xfrm>
          <a:prstGeom prst="line">
            <a:avLst/>
          </a:prstGeom>
          <a:noFill/>
          <a:ln w="22225">
            <a:solidFill>
              <a:srgbClr val="FFC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5764" tIns="47882" rIns="95764" bIns="47882"/>
          <a:lstStyle/>
          <a:p>
            <a:endParaRPr lang="ko-KR" altLang="en-US"/>
          </a:p>
        </p:txBody>
      </p:sp>
      <p:sp>
        <p:nvSpPr>
          <p:cNvPr id="17" name="Line 330"/>
          <p:cNvSpPr>
            <a:spLocks noChangeShapeType="1"/>
          </p:cNvSpPr>
          <p:nvPr/>
        </p:nvSpPr>
        <p:spPr bwMode="auto">
          <a:xfrm flipH="1">
            <a:off x="3734121" y="3363447"/>
            <a:ext cx="296973" cy="0"/>
          </a:xfrm>
          <a:prstGeom prst="line">
            <a:avLst/>
          </a:prstGeom>
          <a:noFill/>
          <a:ln w="22225">
            <a:solidFill>
              <a:srgbClr val="7030A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5764" tIns="47882" rIns="95764" bIns="47882"/>
          <a:lstStyle/>
          <a:p>
            <a:endParaRPr lang="ko-KR" altLang="en-US"/>
          </a:p>
        </p:txBody>
      </p:sp>
      <p:sp>
        <p:nvSpPr>
          <p:cNvPr id="18" name="Line 330"/>
          <p:cNvSpPr>
            <a:spLocks noChangeShapeType="1"/>
          </p:cNvSpPr>
          <p:nvPr/>
        </p:nvSpPr>
        <p:spPr bwMode="auto">
          <a:xfrm flipH="1">
            <a:off x="3728955" y="4202521"/>
            <a:ext cx="302137" cy="0"/>
          </a:xfrm>
          <a:prstGeom prst="line">
            <a:avLst/>
          </a:prstGeom>
          <a:noFill/>
          <a:ln w="22225">
            <a:solidFill>
              <a:srgbClr val="7030A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5764" tIns="47882" rIns="95764" bIns="47882"/>
          <a:lstStyle/>
          <a:p>
            <a:endParaRPr lang="ko-KR" altLang="en-US"/>
          </a:p>
        </p:txBody>
      </p:sp>
      <p:sp>
        <p:nvSpPr>
          <p:cNvPr id="19" name="Line 330"/>
          <p:cNvSpPr>
            <a:spLocks noChangeShapeType="1"/>
          </p:cNvSpPr>
          <p:nvPr/>
        </p:nvSpPr>
        <p:spPr bwMode="auto">
          <a:xfrm flipH="1">
            <a:off x="3716041" y="3682868"/>
            <a:ext cx="626227" cy="0"/>
          </a:xfrm>
          <a:prstGeom prst="line">
            <a:avLst/>
          </a:prstGeom>
          <a:noFill/>
          <a:ln w="22225">
            <a:solidFill>
              <a:srgbClr val="FFC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5764" tIns="47882" rIns="95764" bIns="47882"/>
          <a:lstStyle/>
          <a:p>
            <a:endParaRPr lang="ko-KR" altLang="en-US"/>
          </a:p>
        </p:txBody>
      </p:sp>
      <p:sp>
        <p:nvSpPr>
          <p:cNvPr id="20" name="Line 330"/>
          <p:cNvSpPr>
            <a:spLocks noChangeShapeType="1"/>
          </p:cNvSpPr>
          <p:nvPr/>
        </p:nvSpPr>
        <p:spPr bwMode="auto">
          <a:xfrm flipH="1">
            <a:off x="3721207" y="4514791"/>
            <a:ext cx="621062" cy="0"/>
          </a:xfrm>
          <a:prstGeom prst="line">
            <a:avLst/>
          </a:prstGeom>
          <a:noFill/>
          <a:ln w="22225">
            <a:solidFill>
              <a:srgbClr val="FFC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5764" tIns="47882" rIns="95764" bIns="47882"/>
          <a:lstStyle/>
          <a:p>
            <a:endParaRPr lang="ko-KR" altLang="en-US"/>
          </a:p>
        </p:txBody>
      </p:sp>
      <p:sp>
        <p:nvSpPr>
          <p:cNvPr id="21" name="Line 56"/>
          <p:cNvSpPr>
            <a:spLocks noChangeShapeType="1"/>
          </p:cNvSpPr>
          <p:nvPr/>
        </p:nvSpPr>
        <p:spPr bwMode="auto">
          <a:xfrm flipH="1" flipV="1">
            <a:off x="4031091" y="2408763"/>
            <a:ext cx="0" cy="1799719"/>
          </a:xfrm>
          <a:prstGeom prst="line">
            <a:avLst/>
          </a:prstGeom>
          <a:noFill/>
          <a:ln w="22225">
            <a:solidFill>
              <a:srgbClr val="7030A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5764" tIns="47882" rIns="95764" bIns="47882"/>
          <a:lstStyle/>
          <a:p>
            <a:endParaRPr lang="ko-KR" altLang="en-US"/>
          </a:p>
        </p:txBody>
      </p:sp>
      <p:sp>
        <p:nvSpPr>
          <p:cNvPr id="22" name="Rectangle 477"/>
          <p:cNvSpPr>
            <a:spLocks noChangeArrowheads="1"/>
          </p:cNvSpPr>
          <p:nvPr/>
        </p:nvSpPr>
        <p:spPr bwMode="auto">
          <a:xfrm>
            <a:off x="8749096" y="1976116"/>
            <a:ext cx="764384" cy="125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7548" tIns="63774" rIns="127548" bIns="63774" anchor="ctr"/>
          <a:lstStyle/>
          <a:p>
            <a:pPr algn="ctr"/>
            <a:r>
              <a:rPr lang="en-US" altLang="ko-KR" sz="1000">
                <a:latin typeface="Arial" charset="0"/>
              </a:rPr>
              <a:t>Interior Speaker</a:t>
            </a:r>
          </a:p>
          <a:p>
            <a:pPr algn="ctr"/>
            <a:r>
              <a:rPr lang="en-US" altLang="ko-KR" sz="1000">
                <a:latin typeface="Arial" charset="0"/>
              </a:rPr>
              <a:t>Channel 1</a:t>
            </a:r>
            <a:endParaRPr lang="ko-KR" altLang="ko-KR"/>
          </a:p>
        </p:txBody>
      </p:sp>
      <p:sp>
        <p:nvSpPr>
          <p:cNvPr id="23" name="Line 473"/>
          <p:cNvSpPr>
            <a:spLocks noChangeShapeType="1"/>
          </p:cNvSpPr>
          <p:nvPr/>
        </p:nvSpPr>
        <p:spPr bwMode="auto">
          <a:xfrm rot="10800000" flipH="1">
            <a:off x="8786540" y="2386117"/>
            <a:ext cx="612024" cy="22646"/>
          </a:xfrm>
          <a:prstGeom prst="line">
            <a:avLst/>
          </a:prstGeom>
          <a:noFill/>
          <a:ln w="22225">
            <a:solidFill>
              <a:srgbClr val="7030A0"/>
            </a:solidFill>
            <a:round/>
            <a:headEnd type="none" w="med" len="lg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5764" tIns="47882" rIns="95764" bIns="47882"/>
          <a:lstStyle/>
          <a:p>
            <a:endParaRPr lang="ko-KR" altLang="en-US"/>
          </a:p>
        </p:txBody>
      </p:sp>
      <p:grpSp>
        <p:nvGrpSpPr>
          <p:cNvPr id="24" name="Group 476"/>
          <p:cNvGrpSpPr>
            <a:grpSpLocks/>
          </p:cNvGrpSpPr>
          <p:nvPr/>
        </p:nvGrpSpPr>
        <p:grpSpPr bwMode="auto">
          <a:xfrm rot="5400000">
            <a:off x="9281661" y="2279048"/>
            <a:ext cx="386165" cy="211756"/>
            <a:chOff x="1477" y="3739"/>
            <a:chExt cx="227" cy="91"/>
          </a:xfrm>
        </p:grpSpPr>
        <p:sp>
          <p:nvSpPr>
            <p:cNvPr id="25" name="AutoShape 474"/>
            <p:cNvSpPr>
              <a:spLocks noChangeArrowheads="1"/>
            </p:cNvSpPr>
            <p:nvPr/>
          </p:nvSpPr>
          <p:spPr bwMode="auto">
            <a:xfrm>
              <a:off x="1477" y="3739"/>
              <a:ext cx="227" cy="4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72 w 21600"/>
                <a:gd name="T13" fmla="*/ 4320 h 21600"/>
                <a:gd name="T14" fmla="*/ 17128 w 21600"/>
                <a:gd name="T15" fmla="*/ 1728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C0C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26" name="Rectangle 475"/>
            <p:cNvSpPr>
              <a:spLocks noChangeArrowheads="1"/>
            </p:cNvSpPr>
            <p:nvPr/>
          </p:nvSpPr>
          <p:spPr bwMode="auto">
            <a:xfrm>
              <a:off x="1523" y="3784"/>
              <a:ext cx="136" cy="46"/>
            </a:xfrm>
            <a:prstGeom prst="rect">
              <a:avLst/>
            </a:prstGeom>
            <a:solidFill>
              <a:srgbClr val="C0C0C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/>
            </a:p>
          </p:txBody>
        </p:sp>
      </p:grpSp>
      <p:sp>
        <p:nvSpPr>
          <p:cNvPr id="27" name="Rectangle 477"/>
          <p:cNvSpPr>
            <a:spLocks noChangeArrowheads="1"/>
          </p:cNvSpPr>
          <p:nvPr/>
        </p:nvSpPr>
        <p:spPr bwMode="auto">
          <a:xfrm>
            <a:off x="8755552" y="3343186"/>
            <a:ext cx="766965" cy="1251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27548" tIns="63774" rIns="127548" bIns="63774" anchor="ctr"/>
          <a:lstStyle/>
          <a:p>
            <a:pPr algn="ctr"/>
            <a:r>
              <a:rPr lang="en-US" altLang="ko-KR" sz="1000">
                <a:latin typeface="Arial" charset="0"/>
              </a:rPr>
              <a:t>Interior Speaker</a:t>
            </a:r>
          </a:p>
          <a:p>
            <a:pPr algn="ctr"/>
            <a:r>
              <a:rPr lang="en-US" altLang="ko-KR" sz="1000">
                <a:latin typeface="Arial" charset="0"/>
              </a:rPr>
              <a:t>Channel 2</a:t>
            </a:r>
            <a:endParaRPr lang="ko-KR" altLang="ko-KR"/>
          </a:p>
        </p:txBody>
      </p:sp>
      <p:sp>
        <p:nvSpPr>
          <p:cNvPr id="28" name="Line 473"/>
          <p:cNvSpPr>
            <a:spLocks noChangeShapeType="1"/>
          </p:cNvSpPr>
          <p:nvPr/>
        </p:nvSpPr>
        <p:spPr bwMode="auto">
          <a:xfrm rot="10800000" flipH="1" flipV="1">
            <a:off x="8822693" y="3749612"/>
            <a:ext cx="556503" cy="0"/>
          </a:xfrm>
          <a:prstGeom prst="line">
            <a:avLst/>
          </a:prstGeom>
          <a:noFill/>
          <a:ln w="22225">
            <a:solidFill>
              <a:srgbClr val="7030A0"/>
            </a:solidFill>
            <a:round/>
            <a:headEnd type="none" w="med" len="lg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5764" tIns="47882" rIns="95764" bIns="47882"/>
          <a:lstStyle/>
          <a:p>
            <a:endParaRPr lang="ko-KR" altLang="en-US"/>
          </a:p>
        </p:txBody>
      </p:sp>
      <p:grpSp>
        <p:nvGrpSpPr>
          <p:cNvPr id="29" name="Group 476"/>
          <p:cNvGrpSpPr>
            <a:grpSpLocks/>
          </p:cNvGrpSpPr>
          <p:nvPr/>
        </p:nvGrpSpPr>
        <p:grpSpPr bwMode="auto">
          <a:xfrm rot="5400000">
            <a:off x="9289458" y="3633060"/>
            <a:ext cx="387357" cy="210463"/>
            <a:chOff x="1477" y="3739"/>
            <a:chExt cx="227" cy="91"/>
          </a:xfrm>
        </p:grpSpPr>
        <p:sp>
          <p:nvSpPr>
            <p:cNvPr id="30" name="AutoShape 474"/>
            <p:cNvSpPr>
              <a:spLocks noChangeArrowheads="1"/>
            </p:cNvSpPr>
            <p:nvPr/>
          </p:nvSpPr>
          <p:spPr bwMode="auto">
            <a:xfrm>
              <a:off x="1477" y="3739"/>
              <a:ext cx="227" cy="4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72 w 21600"/>
                <a:gd name="T13" fmla="*/ 4320 h 21600"/>
                <a:gd name="T14" fmla="*/ 17128 w 21600"/>
                <a:gd name="T15" fmla="*/ 1728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C0C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ko-KR" altLang="en-US"/>
            </a:p>
          </p:txBody>
        </p:sp>
        <p:sp>
          <p:nvSpPr>
            <p:cNvPr id="31" name="Rectangle 475"/>
            <p:cNvSpPr>
              <a:spLocks noChangeArrowheads="1"/>
            </p:cNvSpPr>
            <p:nvPr/>
          </p:nvSpPr>
          <p:spPr bwMode="auto">
            <a:xfrm>
              <a:off x="1523" y="3784"/>
              <a:ext cx="136" cy="46"/>
            </a:xfrm>
            <a:prstGeom prst="rect">
              <a:avLst/>
            </a:prstGeom>
            <a:solidFill>
              <a:srgbClr val="C0C0C0">
                <a:alpha val="50195"/>
              </a:srgbClr>
            </a:solidFill>
            <a:ln w="63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/>
            </a:p>
          </p:txBody>
        </p:sp>
      </p:grpSp>
      <p:cxnSp>
        <p:nvCxnSpPr>
          <p:cNvPr id="32" name="Straight Arrow Connector 128"/>
          <p:cNvCxnSpPr>
            <a:cxnSpLocks noChangeShapeType="1"/>
          </p:cNvCxnSpPr>
          <p:nvPr/>
        </p:nvCxnSpPr>
        <p:spPr bwMode="auto">
          <a:xfrm>
            <a:off x="6805858" y="3802055"/>
            <a:ext cx="246617" cy="1192"/>
          </a:xfrm>
          <a:prstGeom prst="straightConnector1">
            <a:avLst/>
          </a:prstGeom>
          <a:noFill/>
          <a:ln w="222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" name="Straight Arrow Connector 129"/>
          <p:cNvCxnSpPr>
            <a:cxnSpLocks noChangeShapeType="1"/>
          </p:cNvCxnSpPr>
          <p:nvPr/>
        </p:nvCxnSpPr>
        <p:spPr bwMode="auto">
          <a:xfrm>
            <a:off x="6805858" y="2552978"/>
            <a:ext cx="246617" cy="1192"/>
          </a:xfrm>
          <a:prstGeom prst="straightConnector1">
            <a:avLst/>
          </a:prstGeom>
          <a:noFill/>
          <a:ln w="2222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4" name="Line 56"/>
          <p:cNvSpPr>
            <a:spLocks noChangeShapeType="1"/>
          </p:cNvSpPr>
          <p:nvPr/>
        </p:nvSpPr>
        <p:spPr bwMode="auto">
          <a:xfrm flipH="1" flipV="1">
            <a:off x="6818770" y="2552980"/>
            <a:ext cx="16784" cy="2469547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5764" tIns="47882" rIns="95764" bIns="47882"/>
          <a:lstStyle/>
          <a:p>
            <a:endParaRPr lang="ko-KR" altLang="en-US"/>
          </a:p>
        </p:txBody>
      </p:sp>
      <p:cxnSp>
        <p:nvCxnSpPr>
          <p:cNvPr id="35" name="Straight Arrow Connector 138"/>
          <p:cNvCxnSpPr>
            <a:cxnSpLocks noChangeShapeType="1"/>
          </p:cNvCxnSpPr>
          <p:nvPr/>
        </p:nvCxnSpPr>
        <p:spPr bwMode="auto">
          <a:xfrm>
            <a:off x="6666409" y="3634003"/>
            <a:ext cx="396395" cy="1191"/>
          </a:xfrm>
          <a:prstGeom prst="straightConnector1">
            <a:avLst/>
          </a:prstGeom>
          <a:noFill/>
          <a:ln w="22225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" name="Straight Arrow Connector 139"/>
          <p:cNvCxnSpPr>
            <a:cxnSpLocks noChangeShapeType="1"/>
          </p:cNvCxnSpPr>
          <p:nvPr/>
        </p:nvCxnSpPr>
        <p:spPr bwMode="auto">
          <a:xfrm>
            <a:off x="6666409" y="2387309"/>
            <a:ext cx="396395" cy="2384"/>
          </a:xfrm>
          <a:prstGeom prst="straightConnector1">
            <a:avLst/>
          </a:prstGeom>
          <a:noFill/>
          <a:ln w="22225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7" name="Line 56"/>
          <p:cNvSpPr>
            <a:spLocks noChangeShapeType="1"/>
          </p:cNvSpPr>
          <p:nvPr/>
        </p:nvSpPr>
        <p:spPr bwMode="auto">
          <a:xfrm flipH="1" flipV="1">
            <a:off x="6666409" y="2387309"/>
            <a:ext cx="0" cy="2516030"/>
          </a:xfrm>
          <a:prstGeom prst="line">
            <a:avLst/>
          </a:prstGeom>
          <a:noFill/>
          <a:ln w="222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5764" tIns="47882" rIns="95764" bIns="47882"/>
          <a:lstStyle/>
          <a:p>
            <a:endParaRPr lang="ko-KR" altLang="en-US"/>
          </a:p>
        </p:txBody>
      </p:sp>
      <p:sp>
        <p:nvSpPr>
          <p:cNvPr id="38" name="Rectangle 38"/>
          <p:cNvSpPr>
            <a:spLocks noChangeArrowheads="1"/>
          </p:cNvSpPr>
          <p:nvPr/>
        </p:nvSpPr>
        <p:spPr bwMode="auto">
          <a:xfrm rot="10800000" flipV="1">
            <a:off x="6450781" y="4791305"/>
            <a:ext cx="612024" cy="49939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7548" tIns="63774" rIns="127548" bIns="63774" anchor="ctr"/>
          <a:lstStyle/>
          <a:p>
            <a:pPr algn="ctr">
              <a:defRPr/>
            </a:pPr>
            <a:r>
              <a:rPr lang="en-US" altLang="ko-KR" sz="1000" b="1" dirty="0">
                <a:latin typeface="Arial" pitchFamily="34" charset="0"/>
              </a:rPr>
              <a:t>Power  </a:t>
            </a:r>
          </a:p>
          <a:p>
            <a:pPr algn="ctr">
              <a:defRPr/>
            </a:pPr>
            <a:r>
              <a:rPr lang="en-US" altLang="ko-KR" sz="1000" b="1" dirty="0">
                <a:latin typeface="Arial" pitchFamily="34" charset="0"/>
              </a:rPr>
              <a:t>Module</a:t>
            </a:r>
            <a:endParaRPr lang="ko-KR" altLang="ko-KR" dirty="0"/>
          </a:p>
        </p:txBody>
      </p:sp>
      <p:sp>
        <p:nvSpPr>
          <p:cNvPr id="39" name="TextBox 194"/>
          <p:cNvSpPr txBox="1">
            <a:spLocks noChangeArrowheads="1"/>
          </p:cNvSpPr>
          <p:nvPr/>
        </p:nvSpPr>
        <p:spPr bwMode="auto">
          <a:xfrm>
            <a:off x="6211910" y="4572001"/>
            <a:ext cx="542299" cy="250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764" tIns="47882" rIns="95764" bIns="47882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1000" b="1">
                <a:solidFill>
                  <a:srgbClr val="FF0000"/>
                </a:solidFill>
                <a:latin typeface="Arial" charset="0"/>
              </a:rPr>
              <a:t>+12V</a:t>
            </a:r>
            <a:endParaRPr lang="ko-KR" altLang="ko-KR"/>
          </a:p>
        </p:txBody>
      </p:sp>
      <p:sp>
        <p:nvSpPr>
          <p:cNvPr id="40" name="TextBox 195"/>
          <p:cNvSpPr txBox="1">
            <a:spLocks noChangeArrowheads="1"/>
          </p:cNvSpPr>
          <p:nvPr/>
        </p:nvSpPr>
        <p:spPr bwMode="auto">
          <a:xfrm>
            <a:off x="6790363" y="4572001"/>
            <a:ext cx="541007" cy="250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764" tIns="47882" rIns="95764" bIns="47882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1000" b="1">
                <a:latin typeface="Arial" charset="0"/>
              </a:rPr>
              <a:t>-12V</a:t>
            </a:r>
            <a:endParaRPr lang="ko-KR" altLang="ko-KR"/>
          </a:p>
        </p:txBody>
      </p:sp>
      <p:sp>
        <p:nvSpPr>
          <p:cNvPr id="41" name="Rectangle 38"/>
          <p:cNvSpPr>
            <a:spLocks noChangeArrowheads="1"/>
          </p:cNvSpPr>
          <p:nvPr/>
        </p:nvSpPr>
        <p:spPr bwMode="auto">
          <a:xfrm rot="10800000" flipV="1">
            <a:off x="8325587" y="2244285"/>
            <a:ext cx="772131" cy="31942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63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127548" tIns="63774" rIns="127548" bIns="63774" anchor="ctr"/>
          <a:lstStyle/>
          <a:p>
            <a:pPr algn="ctr">
              <a:defRPr/>
            </a:pPr>
            <a:r>
              <a:rPr lang="en-US" altLang="ko-KR" sz="800" b="1" dirty="0">
                <a:latin typeface="Arial" pitchFamily="34" charset="0"/>
              </a:rPr>
              <a:t>Matching</a:t>
            </a:r>
          </a:p>
          <a:p>
            <a:pPr algn="ctr">
              <a:defRPr/>
            </a:pPr>
            <a:r>
              <a:rPr lang="en-US" altLang="ko-KR" sz="800" b="1" dirty="0">
                <a:latin typeface="Arial" pitchFamily="34" charset="0"/>
              </a:rPr>
              <a:t>Transformer</a:t>
            </a:r>
            <a:endParaRPr lang="ko-KR" altLang="ko-KR" dirty="0"/>
          </a:p>
        </p:txBody>
      </p:sp>
      <p:sp>
        <p:nvSpPr>
          <p:cNvPr id="42" name="Line 330"/>
          <p:cNvSpPr>
            <a:spLocks noChangeShapeType="1"/>
          </p:cNvSpPr>
          <p:nvPr/>
        </p:nvSpPr>
        <p:spPr bwMode="auto">
          <a:xfrm flipH="1">
            <a:off x="8071221" y="3746037"/>
            <a:ext cx="247909" cy="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5764" tIns="47882" rIns="95764" bIns="47882"/>
          <a:lstStyle/>
          <a:p>
            <a:endParaRPr lang="ko-KR" altLang="en-US"/>
          </a:p>
        </p:txBody>
      </p:sp>
      <p:sp>
        <p:nvSpPr>
          <p:cNvPr id="43" name="Rectangle 38"/>
          <p:cNvSpPr>
            <a:spLocks noChangeArrowheads="1"/>
          </p:cNvSpPr>
          <p:nvPr/>
        </p:nvSpPr>
        <p:spPr bwMode="auto">
          <a:xfrm rot="10800000" flipV="1">
            <a:off x="8325587" y="3585135"/>
            <a:ext cx="772131" cy="32061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63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127548" tIns="63774" rIns="127548" bIns="63774" anchor="ctr"/>
          <a:lstStyle/>
          <a:p>
            <a:pPr algn="ctr">
              <a:defRPr/>
            </a:pPr>
            <a:r>
              <a:rPr lang="en-US" altLang="ko-KR" sz="800" b="1" dirty="0">
                <a:latin typeface="Arial" pitchFamily="34" charset="0"/>
              </a:rPr>
              <a:t>Matching</a:t>
            </a:r>
          </a:p>
          <a:p>
            <a:pPr algn="ctr">
              <a:defRPr/>
            </a:pPr>
            <a:r>
              <a:rPr lang="en-US" altLang="ko-KR" sz="800" b="1" dirty="0">
                <a:latin typeface="Arial" pitchFamily="34" charset="0"/>
              </a:rPr>
              <a:t>Transformer</a:t>
            </a:r>
            <a:endParaRPr lang="ko-KR" altLang="ko-KR" dirty="0"/>
          </a:p>
        </p:txBody>
      </p:sp>
      <p:sp>
        <p:nvSpPr>
          <p:cNvPr id="44" name="Line 150"/>
          <p:cNvSpPr>
            <a:spLocks noChangeShapeType="1"/>
          </p:cNvSpPr>
          <p:nvPr/>
        </p:nvSpPr>
        <p:spPr bwMode="auto">
          <a:xfrm flipV="1">
            <a:off x="6445614" y="2246669"/>
            <a:ext cx="0" cy="1244309"/>
          </a:xfrm>
          <a:prstGeom prst="line">
            <a:avLst/>
          </a:prstGeom>
          <a:noFill/>
          <a:ln w="22225">
            <a:solidFill>
              <a:srgbClr val="7030A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5764" tIns="47882" rIns="95764" bIns="47882"/>
          <a:lstStyle/>
          <a:p>
            <a:endParaRPr lang="ko-KR" altLang="en-US"/>
          </a:p>
        </p:txBody>
      </p:sp>
      <p:sp>
        <p:nvSpPr>
          <p:cNvPr id="45" name="Line 56"/>
          <p:cNvSpPr>
            <a:spLocks noChangeShapeType="1"/>
          </p:cNvSpPr>
          <p:nvPr/>
        </p:nvSpPr>
        <p:spPr bwMode="auto">
          <a:xfrm flipH="1" flipV="1">
            <a:off x="2470043" y="3126266"/>
            <a:ext cx="0" cy="1657886"/>
          </a:xfrm>
          <a:prstGeom prst="line">
            <a:avLst/>
          </a:prstGeom>
          <a:noFill/>
          <a:ln w="22225">
            <a:solidFill>
              <a:srgbClr val="A6A6A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5764" tIns="47882" rIns="95764" bIns="47882"/>
          <a:lstStyle/>
          <a:p>
            <a:endParaRPr lang="ko-KR" altLang="en-US"/>
          </a:p>
        </p:txBody>
      </p:sp>
      <p:sp>
        <p:nvSpPr>
          <p:cNvPr id="46" name="Line 56"/>
          <p:cNvSpPr>
            <a:spLocks noChangeShapeType="1"/>
          </p:cNvSpPr>
          <p:nvPr/>
        </p:nvSpPr>
        <p:spPr bwMode="auto">
          <a:xfrm flipH="1" flipV="1">
            <a:off x="2470047" y="3126266"/>
            <a:ext cx="857349" cy="0"/>
          </a:xfrm>
          <a:prstGeom prst="line">
            <a:avLst/>
          </a:prstGeom>
          <a:noFill/>
          <a:ln w="22225">
            <a:solidFill>
              <a:srgbClr val="A6A6A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5764" tIns="47882" rIns="95764" bIns="47882"/>
          <a:lstStyle/>
          <a:p>
            <a:endParaRPr lang="ko-KR" altLang="en-US"/>
          </a:p>
        </p:txBody>
      </p:sp>
      <p:sp>
        <p:nvSpPr>
          <p:cNvPr id="47" name="Line 56"/>
          <p:cNvSpPr>
            <a:spLocks noChangeShapeType="1"/>
          </p:cNvSpPr>
          <p:nvPr/>
        </p:nvSpPr>
        <p:spPr bwMode="auto">
          <a:xfrm flipH="1">
            <a:off x="1898048" y="3993945"/>
            <a:ext cx="1429346" cy="0"/>
          </a:xfrm>
          <a:prstGeom prst="line">
            <a:avLst/>
          </a:prstGeom>
          <a:noFill/>
          <a:ln w="22225">
            <a:solidFill>
              <a:srgbClr val="A6A6A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5764" tIns="47882" rIns="95764" bIns="47882"/>
          <a:lstStyle/>
          <a:p>
            <a:endParaRPr lang="ko-KR" altLang="en-US"/>
          </a:p>
        </p:txBody>
      </p:sp>
      <p:cxnSp>
        <p:nvCxnSpPr>
          <p:cNvPr id="48" name="Straight Arrow Connector 142"/>
          <p:cNvCxnSpPr>
            <a:cxnSpLocks noChangeShapeType="1"/>
          </p:cNvCxnSpPr>
          <p:nvPr/>
        </p:nvCxnSpPr>
        <p:spPr bwMode="auto">
          <a:xfrm>
            <a:off x="5802603" y="5054707"/>
            <a:ext cx="643012" cy="1191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9" name="TextBox 196"/>
          <p:cNvSpPr txBox="1">
            <a:spLocks noChangeArrowheads="1"/>
          </p:cNvSpPr>
          <p:nvPr/>
        </p:nvSpPr>
        <p:spPr bwMode="auto">
          <a:xfrm>
            <a:off x="5883949" y="5058282"/>
            <a:ext cx="541007" cy="250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764" tIns="47882" rIns="95764" bIns="47882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1000" b="1">
                <a:latin typeface="Arial" charset="0"/>
              </a:rPr>
              <a:t>37.5V</a:t>
            </a:r>
            <a:endParaRPr lang="ko-KR" altLang="ko-KR"/>
          </a:p>
        </p:txBody>
      </p:sp>
      <p:sp>
        <p:nvSpPr>
          <p:cNvPr id="50" name="Line 172"/>
          <p:cNvSpPr>
            <a:spLocks noChangeShapeType="1"/>
          </p:cNvSpPr>
          <p:nvPr/>
        </p:nvSpPr>
        <p:spPr bwMode="auto">
          <a:xfrm>
            <a:off x="4483007" y="3406356"/>
            <a:ext cx="0" cy="1600677"/>
          </a:xfrm>
          <a:prstGeom prst="line">
            <a:avLst/>
          </a:prstGeom>
          <a:noFill/>
          <a:ln w="22225">
            <a:solidFill>
              <a:srgbClr val="BFBFB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5764" tIns="47882" rIns="95764" bIns="47882"/>
          <a:lstStyle/>
          <a:p>
            <a:endParaRPr lang="ko-KR" altLang="en-US"/>
          </a:p>
        </p:txBody>
      </p:sp>
      <p:sp>
        <p:nvSpPr>
          <p:cNvPr id="51" name="Line 173"/>
          <p:cNvSpPr>
            <a:spLocks noChangeShapeType="1"/>
          </p:cNvSpPr>
          <p:nvPr/>
        </p:nvSpPr>
        <p:spPr bwMode="auto">
          <a:xfrm flipH="1">
            <a:off x="4497211" y="3418274"/>
            <a:ext cx="624936" cy="1192"/>
          </a:xfrm>
          <a:prstGeom prst="line">
            <a:avLst/>
          </a:prstGeom>
          <a:noFill/>
          <a:ln w="22225">
            <a:solidFill>
              <a:srgbClr val="BFBFB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5764" tIns="47882" rIns="95764" bIns="47882"/>
          <a:lstStyle/>
          <a:p>
            <a:endParaRPr lang="ko-KR" altLang="en-US"/>
          </a:p>
        </p:txBody>
      </p:sp>
      <p:sp>
        <p:nvSpPr>
          <p:cNvPr id="52" name="Line 174"/>
          <p:cNvSpPr>
            <a:spLocks noChangeShapeType="1"/>
          </p:cNvSpPr>
          <p:nvPr/>
        </p:nvSpPr>
        <p:spPr bwMode="auto">
          <a:xfrm flipH="1">
            <a:off x="1041991" y="5001073"/>
            <a:ext cx="3430688" cy="1192"/>
          </a:xfrm>
          <a:prstGeom prst="line">
            <a:avLst/>
          </a:prstGeom>
          <a:noFill/>
          <a:ln w="19050">
            <a:solidFill>
              <a:srgbClr val="BFBFB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5764" tIns="47882" rIns="95764" bIns="47882"/>
          <a:lstStyle/>
          <a:p>
            <a:endParaRPr lang="ko-KR" altLang="en-US"/>
          </a:p>
        </p:txBody>
      </p:sp>
      <p:sp>
        <p:nvSpPr>
          <p:cNvPr id="53" name="Rectangle 152"/>
          <p:cNvSpPr>
            <a:spLocks noChangeArrowheads="1"/>
          </p:cNvSpPr>
          <p:nvPr/>
        </p:nvSpPr>
        <p:spPr bwMode="auto">
          <a:xfrm>
            <a:off x="4653445" y="3057139"/>
            <a:ext cx="936113" cy="504159"/>
          </a:xfrm>
          <a:prstGeom prst="rect">
            <a:avLst/>
          </a:prstGeom>
          <a:solidFill>
            <a:srgbClr val="BFBFB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5764" tIns="47882" rIns="95764" bIns="47882" anchor="ctr"/>
          <a:lstStyle/>
          <a:p>
            <a:pPr algn="ctr"/>
            <a:r>
              <a:rPr lang="en-US" altLang="ko-KR" sz="1000">
                <a:latin typeface="Arial" charset="0"/>
              </a:rPr>
              <a:t>Interior</a:t>
            </a:r>
            <a:r>
              <a:rPr lang="ko-KR" altLang="ko-KR" sz="1000">
                <a:latin typeface="Arial" charset="0"/>
              </a:rPr>
              <a:t> </a:t>
            </a:r>
            <a:r>
              <a:rPr lang="en-US" altLang="ko-KR" sz="1000">
                <a:latin typeface="Arial" charset="0"/>
              </a:rPr>
              <a:t>SPK</a:t>
            </a:r>
          </a:p>
          <a:p>
            <a:pPr algn="ctr"/>
            <a:r>
              <a:rPr lang="en-US" altLang="ko-KR" sz="1000">
                <a:latin typeface="Arial" charset="0"/>
              </a:rPr>
              <a:t>Volume</a:t>
            </a:r>
          </a:p>
          <a:p>
            <a:pPr algn="ctr"/>
            <a:r>
              <a:rPr lang="en-US" altLang="ko-KR" sz="1000">
                <a:latin typeface="Arial" charset="0"/>
              </a:rPr>
              <a:t>Control</a:t>
            </a:r>
            <a:endParaRPr lang="ko-KR" altLang="ko-KR"/>
          </a:p>
        </p:txBody>
      </p:sp>
      <p:sp>
        <p:nvSpPr>
          <p:cNvPr id="54" name="Rectangle 38"/>
          <p:cNvSpPr>
            <a:spLocks noChangeArrowheads="1"/>
          </p:cNvSpPr>
          <p:nvPr/>
        </p:nvSpPr>
        <p:spPr bwMode="auto">
          <a:xfrm rot="10800000" flipV="1">
            <a:off x="7070548" y="2120331"/>
            <a:ext cx="1013584" cy="576864"/>
          </a:xfrm>
          <a:prstGeom prst="rect">
            <a:avLst/>
          </a:prstGeom>
          <a:solidFill>
            <a:schemeClr val="bg1">
              <a:lumMod val="75000"/>
              <a:alpha val="75000"/>
            </a:scheme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7548" tIns="63774" rIns="127548" bIns="63774" anchor="ctr"/>
          <a:lstStyle/>
          <a:p>
            <a:pPr algn="ctr">
              <a:defRPr/>
            </a:pPr>
            <a:r>
              <a:rPr lang="en-US" altLang="ko-KR" sz="1300" dirty="0">
                <a:latin typeface="Arial" pitchFamily="34" charset="0"/>
              </a:rPr>
              <a:t>Power AMP</a:t>
            </a:r>
          </a:p>
          <a:p>
            <a:pPr algn="ctr">
              <a:defRPr/>
            </a:pPr>
            <a:r>
              <a:rPr lang="en-US" altLang="ko-KR" sz="1300" dirty="0">
                <a:latin typeface="Arial" pitchFamily="34" charset="0"/>
              </a:rPr>
              <a:t>Channel 1</a:t>
            </a:r>
            <a:endParaRPr lang="ko-KR" altLang="ko-KR" dirty="0"/>
          </a:p>
        </p:txBody>
      </p:sp>
      <p:sp>
        <p:nvSpPr>
          <p:cNvPr id="55" name="Rectangle 38"/>
          <p:cNvSpPr>
            <a:spLocks noChangeArrowheads="1"/>
          </p:cNvSpPr>
          <p:nvPr/>
        </p:nvSpPr>
        <p:spPr bwMode="auto">
          <a:xfrm rot="10800000" flipV="1">
            <a:off x="7070548" y="3356298"/>
            <a:ext cx="1013584" cy="566137"/>
          </a:xfrm>
          <a:prstGeom prst="rect">
            <a:avLst/>
          </a:prstGeom>
          <a:solidFill>
            <a:schemeClr val="bg1">
              <a:lumMod val="75000"/>
              <a:alpha val="75000"/>
            </a:scheme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7548" tIns="63774" rIns="127548" bIns="63774" anchor="ctr"/>
          <a:lstStyle/>
          <a:p>
            <a:pPr algn="ctr">
              <a:defRPr/>
            </a:pPr>
            <a:r>
              <a:rPr lang="en-US" altLang="ko-KR" sz="1300" dirty="0">
                <a:latin typeface="Arial" pitchFamily="34" charset="0"/>
              </a:rPr>
              <a:t>Power AMP</a:t>
            </a:r>
          </a:p>
          <a:p>
            <a:pPr algn="ctr">
              <a:defRPr/>
            </a:pPr>
            <a:r>
              <a:rPr lang="en-US" altLang="ko-KR" sz="1300" dirty="0">
                <a:latin typeface="Arial" pitchFamily="34" charset="0"/>
              </a:rPr>
              <a:t>Channel 2</a:t>
            </a:r>
            <a:endParaRPr lang="ko-KR" altLang="ko-KR" dirty="0"/>
          </a:p>
        </p:txBody>
      </p:sp>
      <p:sp>
        <p:nvSpPr>
          <p:cNvPr id="56" name="Line 112"/>
          <p:cNvSpPr>
            <a:spLocks noChangeShapeType="1"/>
          </p:cNvSpPr>
          <p:nvPr/>
        </p:nvSpPr>
        <p:spPr bwMode="auto">
          <a:xfrm flipV="1">
            <a:off x="1298935" y="1688876"/>
            <a:ext cx="0" cy="21572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5764" tIns="47882" rIns="95764" bIns="47882"/>
          <a:lstStyle/>
          <a:p>
            <a:endParaRPr lang="ko-KR" altLang="en-US"/>
          </a:p>
        </p:txBody>
      </p:sp>
      <p:sp>
        <p:nvSpPr>
          <p:cNvPr id="57" name="Line 56"/>
          <p:cNvSpPr>
            <a:spLocks noChangeShapeType="1"/>
          </p:cNvSpPr>
          <p:nvPr/>
        </p:nvSpPr>
        <p:spPr bwMode="auto">
          <a:xfrm flipH="1" flipV="1">
            <a:off x="2470047" y="4786536"/>
            <a:ext cx="857349" cy="0"/>
          </a:xfrm>
          <a:prstGeom prst="line">
            <a:avLst/>
          </a:prstGeom>
          <a:noFill/>
          <a:ln w="22225">
            <a:solidFill>
              <a:srgbClr val="A6A6A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5764" tIns="47882" rIns="95764" bIns="47882"/>
          <a:lstStyle/>
          <a:p>
            <a:endParaRPr lang="ko-KR" altLang="en-US"/>
          </a:p>
        </p:txBody>
      </p:sp>
      <p:sp>
        <p:nvSpPr>
          <p:cNvPr id="58" name="Line 178"/>
          <p:cNvSpPr>
            <a:spLocks noChangeShapeType="1"/>
          </p:cNvSpPr>
          <p:nvPr/>
        </p:nvSpPr>
        <p:spPr bwMode="auto">
          <a:xfrm flipH="1">
            <a:off x="1922582" y="3561297"/>
            <a:ext cx="746307" cy="0"/>
          </a:xfrm>
          <a:prstGeom prst="line">
            <a:avLst/>
          </a:prstGeom>
          <a:noFill/>
          <a:ln w="22225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5764" tIns="47882" rIns="95764" bIns="47882"/>
          <a:lstStyle/>
          <a:p>
            <a:endParaRPr lang="ko-KR" altLang="en-US"/>
          </a:p>
        </p:txBody>
      </p:sp>
      <p:sp>
        <p:nvSpPr>
          <p:cNvPr id="59" name="Line 179"/>
          <p:cNvSpPr>
            <a:spLocks noChangeShapeType="1"/>
          </p:cNvSpPr>
          <p:nvPr/>
        </p:nvSpPr>
        <p:spPr bwMode="auto">
          <a:xfrm flipH="1">
            <a:off x="1922582" y="4355080"/>
            <a:ext cx="746307" cy="0"/>
          </a:xfrm>
          <a:prstGeom prst="line">
            <a:avLst/>
          </a:prstGeom>
          <a:noFill/>
          <a:ln w="22225">
            <a:solidFill>
              <a:srgbClr val="7030A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5764" tIns="47882" rIns="95764" bIns="47882"/>
          <a:lstStyle/>
          <a:p>
            <a:endParaRPr lang="ko-KR" altLang="en-US"/>
          </a:p>
        </p:txBody>
      </p:sp>
      <p:sp>
        <p:nvSpPr>
          <p:cNvPr id="60" name="Rectangle 38"/>
          <p:cNvSpPr>
            <a:spLocks noChangeArrowheads="1"/>
          </p:cNvSpPr>
          <p:nvPr/>
        </p:nvSpPr>
        <p:spPr bwMode="auto">
          <a:xfrm rot="10800000" flipV="1">
            <a:off x="830235" y="1139426"/>
            <a:ext cx="1003253" cy="549451"/>
          </a:xfrm>
          <a:prstGeom prst="rect">
            <a:avLst/>
          </a:prstGeom>
          <a:solidFill>
            <a:srgbClr val="99CC00">
              <a:alpha val="50195"/>
            </a:srgb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7548" tIns="63774" rIns="127548" bIns="63774" anchor="ctr"/>
          <a:lstStyle/>
          <a:p>
            <a:pPr algn="ctr"/>
            <a:r>
              <a:rPr lang="en-US" altLang="ko-KR" sz="1000" b="1">
                <a:latin typeface="Arial" charset="0"/>
              </a:rPr>
              <a:t>Automatic</a:t>
            </a:r>
          </a:p>
          <a:p>
            <a:pPr algn="ctr"/>
            <a:r>
              <a:rPr lang="en-US" altLang="ko-KR" sz="1000" b="1">
                <a:latin typeface="Arial" charset="0"/>
              </a:rPr>
              <a:t>Broadcasting</a:t>
            </a:r>
          </a:p>
          <a:p>
            <a:pPr algn="ctr"/>
            <a:r>
              <a:rPr lang="en-US" altLang="ko-KR" sz="1000" b="1">
                <a:latin typeface="Arial" charset="0"/>
              </a:rPr>
              <a:t>Player</a:t>
            </a:r>
            <a:endParaRPr lang="ko-KR" altLang="ko-KR"/>
          </a:p>
        </p:txBody>
      </p:sp>
      <p:sp>
        <p:nvSpPr>
          <p:cNvPr id="61" name="Line 330"/>
          <p:cNvSpPr>
            <a:spLocks noChangeShapeType="1"/>
          </p:cNvSpPr>
          <p:nvPr/>
        </p:nvSpPr>
        <p:spPr bwMode="auto">
          <a:xfrm flipH="1">
            <a:off x="2680508" y="1400444"/>
            <a:ext cx="0" cy="1081023"/>
          </a:xfrm>
          <a:prstGeom prst="line">
            <a:avLst/>
          </a:prstGeom>
          <a:noFill/>
          <a:ln w="22225">
            <a:solidFill>
              <a:srgbClr val="CCCC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5764" tIns="47882" rIns="95764" bIns="47882"/>
          <a:lstStyle/>
          <a:p>
            <a:endParaRPr lang="ko-KR" altLang="en-US"/>
          </a:p>
        </p:txBody>
      </p:sp>
      <p:sp>
        <p:nvSpPr>
          <p:cNvPr id="62" name="Line 146"/>
          <p:cNvSpPr>
            <a:spLocks noChangeShapeType="1"/>
          </p:cNvSpPr>
          <p:nvPr/>
        </p:nvSpPr>
        <p:spPr bwMode="auto">
          <a:xfrm>
            <a:off x="6445615" y="2265739"/>
            <a:ext cx="624936" cy="0"/>
          </a:xfrm>
          <a:prstGeom prst="line">
            <a:avLst/>
          </a:prstGeom>
          <a:noFill/>
          <a:ln w="22225">
            <a:solidFill>
              <a:srgbClr val="7030A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5764" tIns="47882" rIns="95764" bIns="47882"/>
          <a:lstStyle/>
          <a:p>
            <a:endParaRPr lang="ko-KR" altLang="en-US"/>
          </a:p>
        </p:txBody>
      </p:sp>
      <p:sp>
        <p:nvSpPr>
          <p:cNvPr id="63" name="Line 147"/>
          <p:cNvSpPr>
            <a:spLocks noChangeShapeType="1"/>
          </p:cNvSpPr>
          <p:nvPr/>
        </p:nvSpPr>
        <p:spPr bwMode="auto">
          <a:xfrm>
            <a:off x="6445615" y="3489785"/>
            <a:ext cx="624936" cy="0"/>
          </a:xfrm>
          <a:prstGeom prst="line">
            <a:avLst/>
          </a:prstGeom>
          <a:noFill/>
          <a:ln w="22225">
            <a:solidFill>
              <a:srgbClr val="7030A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5764" tIns="47882" rIns="95764" bIns="47882"/>
          <a:lstStyle/>
          <a:p>
            <a:endParaRPr lang="ko-KR" altLang="en-US"/>
          </a:p>
        </p:txBody>
      </p:sp>
      <p:sp>
        <p:nvSpPr>
          <p:cNvPr id="64" name="Line 148"/>
          <p:cNvSpPr>
            <a:spLocks noChangeShapeType="1"/>
          </p:cNvSpPr>
          <p:nvPr/>
        </p:nvSpPr>
        <p:spPr bwMode="auto">
          <a:xfrm flipV="1">
            <a:off x="1944530" y="5428954"/>
            <a:ext cx="5227378" cy="4767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5764" tIns="47882" rIns="95764" bIns="47882"/>
          <a:lstStyle/>
          <a:p>
            <a:endParaRPr lang="ko-KR" altLang="en-US"/>
          </a:p>
        </p:txBody>
      </p:sp>
      <p:sp>
        <p:nvSpPr>
          <p:cNvPr id="65" name="Line 150"/>
          <p:cNvSpPr>
            <a:spLocks noChangeShapeType="1"/>
          </p:cNvSpPr>
          <p:nvPr/>
        </p:nvSpPr>
        <p:spPr bwMode="auto">
          <a:xfrm>
            <a:off x="5404916" y="5428953"/>
            <a:ext cx="0" cy="914161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5764" tIns="47882" rIns="95764" bIns="47882"/>
          <a:lstStyle/>
          <a:p>
            <a:endParaRPr lang="ko-KR" altLang="en-US"/>
          </a:p>
        </p:txBody>
      </p:sp>
      <p:sp>
        <p:nvSpPr>
          <p:cNvPr id="66" name="Rectangle 38"/>
          <p:cNvSpPr>
            <a:spLocks noChangeArrowheads="1"/>
          </p:cNvSpPr>
          <p:nvPr/>
        </p:nvSpPr>
        <p:spPr bwMode="auto">
          <a:xfrm rot="10800000" flipV="1">
            <a:off x="695953" y="1855737"/>
            <a:ext cx="1248579" cy="393077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7548" tIns="63774" rIns="127548" bIns="63774" anchor="ctr"/>
          <a:lstStyle/>
          <a:p>
            <a:pPr algn="ctr">
              <a:defRPr/>
            </a:pPr>
            <a:r>
              <a:rPr lang="en-US" altLang="ko-KR" sz="1300" b="1" dirty="0">
                <a:latin typeface="Arial" pitchFamily="34" charset="0"/>
              </a:rPr>
              <a:t>PA</a:t>
            </a:r>
          </a:p>
          <a:p>
            <a:pPr algn="ctr">
              <a:defRPr/>
            </a:pPr>
            <a:r>
              <a:rPr lang="en-US" altLang="ko-KR" sz="1300" b="1" dirty="0">
                <a:latin typeface="Arial" pitchFamily="34" charset="0"/>
              </a:rPr>
              <a:t>Controller</a:t>
            </a:r>
            <a:endParaRPr lang="ko-KR" altLang="ko-KR" dirty="0"/>
          </a:p>
        </p:txBody>
      </p:sp>
      <p:sp>
        <p:nvSpPr>
          <p:cNvPr id="67" name="Rectangle 38"/>
          <p:cNvSpPr>
            <a:spLocks noChangeArrowheads="1"/>
          </p:cNvSpPr>
          <p:nvPr/>
        </p:nvSpPr>
        <p:spPr bwMode="auto">
          <a:xfrm rot="10800000" flipV="1">
            <a:off x="2859985" y="4424210"/>
            <a:ext cx="863805" cy="191891"/>
          </a:xfrm>
          <a:prstGeom prst="rect">
            <a:avLst/>
          </a:prstGeom>
          <a:solidFill>
            <a:srgbClr val="FFC0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7548" tIns="63774" rIns="127548" bIns="63774" anchor="ctr"/>
          <a:lstStyle/>
          <a:p>
            <a:pPr algn="ctr"/>
            <a:r>
              <a:rPr lang="en-US" altLang="ko-KR" sz="1000" b="1">
                <a:latin typeface="Arial" charset="0"/>
              </a:rPr>
              <a:t>Relay 6</a:t>
            </a:r>
            <a:endParaRPr lang="ko-KR" altLang="ko-KR"/>
          </a:p>
        </p:txBody>
      </p:sp>
      <p:sp>
        <p:nvSpPr>
          <p:cNvPr id="68" name="Rectangle 38"/>
          <p:cNvSpPr>
            <a:spLocks noChangeArrowheads="1"/>
          </p:cNvSpPr>
          <p:nvPr/>
        </p:nvSpPr>
        <p:spPr bwMode="auto">
          <a:xfrm rot="10800000" flipV="1">
            <a:off x="2859985" y="3594670"/>
            <a:ext cx="863805" cy="189507"/>
          </a:xfrm>
          <a:prstGeom prst="rect">
            <a:avLst/>
          </a:prstGeom>
          <a:solidFill>
            <a:srgbClr val="FFC0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7548" tIns="63774" rIns="127548" bIns="63774" anchor="ctr"/>
          <a:lstStyle/>
          <a:p>
            <a:pPr algn="ctr"/>
            <a:r>
              <a:rPr lang="en-US" altLang="ko-KR" sz="1000" b="1">
                <a:latin typeface="Arial" charset="0"/>
              </a:rPr>
              <a:t>Relay 4</a:t>
            </a:r>
            <a:endParaRPr lang="ko-KR" altLang="ko-KR"/>
          </a:p>
        </p:txBody>
      </p:sp>
      <p:sp>
        <p:nvSpPr>
          <p:cNvPr id="69" name="Rectangle 38"/>
          <p:cNvSpPr>
            <a:spLocks noChangeArrowheads="1"/>
          </p:cNvSpPr>
          <p:nvPr/>
        </p:nvSpPr>
        <p:spPr bwMode="auto">
          <a:xfrm rot="10800000" flipV="1">
            <a:off x="2859985" y="2655480"/>
            <a:ext cx="863805" cy="193082"/>
          </a:xfrm>
          <a:prstGeom prst="rect">
            <a:avLst/>
          </a:prstGeom>
          <a:solidFill>
            <a:srgbClr val="FFC0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7548" tIns="63774" rIns="127548" bIns="63774" anchor="ctr"/>
          <a:lstStyle/>
          <a:p>
            <a:pPr algn="ctr"/>
            <a:r>
              <a:rPr lang="en-US" altLang="ko-KR" sz="1000" b="1">
                <a:latin typeface="Arial" charset="0"/>
              </a:rPr>
              <a:t>Relay 2</a:t>
            </a:r>
            <a:endParaRPr lang="ko-KR" altLang="ko-KR"/>
          </a:p>
        </p:txBody>
      </p:sp>
      <p:grpSp>
        <p:nvGrpSpPr>
          <p:cNvPr id="70" name="Group 269"/>
          <p:cNvGrpSpPr>
            <a:grpSpLocks/>
          </p:cNvGrpSpPr>
          <p:nvPr/>
        </p:nvGrpSpPr>
        <p:grpSpPr bwMode="auto">
          <a:xfrm>
            <a:off x="5725132" y="6467068"/>
            <a:ext cx="311177" cy="145408"/>
            <a:chOff x="7943599" y="8062765"/>
            <a:chExt cx="287337" cy="144463"/>
          </a:xfrm>
        </p:grpSpPr>
        <p:sp>
          <p:nvSpPr>
            <p:cNvPr id="71" name="Rectangle 182"/>
            <p:cNvSpPr>
              <a:spLocks noChangeArrowheads="1"/>
            </p:cNvSpPr>
            <p:nvPr/>
          </p:nvSpPr>
          <p:spPr bwMode="auto">
            <a:xfrm>
              <a:off x="7943599" y="8062765"/>
              <a:ext cx="215900" cy="1444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/>
            </a:p>
          </p:txBody>
        </p:sp>
        <p:sp>
          <p:nvSpPr>
            <p:cNvPr id="72" name="Rectangle 183"/>
            <p:cNvSpPr>
              <a:spLocks noChangeArrowheads="1"/>
            </p:cNvSpPr>
            <p:nvPr/>
          </p:nvSpPr>
          <p:spPr bwMode="auto">
            <a:xfrm>
              <a:off x="8159499" y="8062765"/>
              <a:ext cx="71437" cy="144463"/>
            </a:xfrm>
            <a:prstGeom prst="rect">
              <a:avLst/>
            </a:prstGeom>
            <a:solidFill>
              <a:srgbClr val="BFBFB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/>
            </a:p>
          </p:txBody>
        </p:sp>
      </p:grpSp>
      <p:sp>
        <p:nvSpPr>
          <p:cNvPr id="73" name="Rectangle 38"/>
          <p:cNvSpPr>
            <a:spLocks noChangeArrowheads="1"/>
          </p:cNvSpPr>
          <p:nvPr/>
        </p:nvSpPr>
        <p:spPr bwMode="auto">
          <a:xfrm rot="10800000" flipV="1">
            <a:off x="4825173" y="6341924"/>
            <a:ext cx="899958" cy="392124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7548" tIns="63774" rIns="127548" bIns="63774" anchor="ctr"/>
          <a:lstStyle/>
          <a:p>
            <a:pPr algn="ctr"/>
            <a:r>
              <a:rPr lang="en-US" altLang="ko-KR" sz="1000" b="1" dirty="0">
                <a:latin typeface="Arial" charset="0"/>
              </a:rPr>
              <a:t>ANS</a:t>
            </a:r>
          </a:p>
          <a:p>
            <a:pPr algn="ctr"/>
            <a:r>
              <a:rPr lang="en-US" altLang="ko-KR" sz="1000" b="1" dirty="0">
                <a:latin typeface="Arial" charset="0"/>
              </a:rPr>
              <a:t>Microphone</a:t>
            </a:r>
            <a:endParaRPr lang="ko-KR" altLang="ko-KR" dirty="0"/>
          </a:p>
        </p:txBody>
      </p:sp>
      <p:sp>
        <p:nvSpPr>
          <p:cNvPr id="74" name="Isosceles Triangle 212"/>
          <p:cNvSpPr>
            <a:spLocks noChangeArrowheads="1"/>
          </p:cNvSpPr>
          <p:nvPr/>
        </p:nvSpPr>
        <p:spPr bwMode="auto">
          <a:xfrm rot="16200000">
            <a:off x="4735484" y="5313937"/>
            <a:ext cx="357560" cy="232414"/>
          </a:xfrm>
          <a:prstGeom prst="triangle">
            <a:avLst>
              <a:gd name="adj" fmla="val 50000"/>
            </a:avLst>
          </a:prstGeom>
          <a:solidFill>
            <a:srgbClr val="FFFFCC"/>
          </a:solidFill>
          <a:ln w="12700" algn="ctr">
            <a:solidFill>
              <a:schemeClr val="tx1"/>
            </a:solidFill>
            <a:round/>
            <a:headEnd/>
            <a:tailEnd/>
          </a:ln>
        </p:spPr>
        <p:txBody>
          <a:bodyPr vert="eaVert" lIns="95764" tIns="47882" rIns="95764" bIns="47882"/>
          <a:lstStyle/>
          <a:p>
            <a:endParaRPr lang="ko-KR" altLang="ko-KR"/>
          </a:p>
        </p:txBody>
      </p:sp>
      <p:grpSp>
        <p:nvGrpSpPr>
          <p:cNvPr id="75" name="Group 255"/>
          <p:cNvGrpSpPr>
            <a:grpSpLocks/>
          </p:cNvGrpSpPr>
          <p:nvPr/>
        </p:nvGrpSpPr>
        <p:grpSpPr bwMode="auto">
          <a:xfrm>
            <a:off x="4259632" y="5251364"/>
            <a:ext cx="309885" cy="357560"/>
            <a:chOff x="6912402" y="4961361"/>
            <a:chExt cx="285752" cy="357190"/>
          </a:xfrm>
        </p:grpSpPr>
        <p:sp>
          <p:nvSpPr>
            <p:cNvPr id="76" name="Isosceles Triangle 212"/>
            <p:cNvSpPr>
              <a:spLocks noChangeArrowheads="1"/>
            </p:cNvSpPr>
            <p:nvPr/>
          </p:nvSpPr>
          <p:spPr bwMode="auto">
            <a:xfrm rot="-5400000">
              <a:off x="6934344" y="5065795"/>
              <a:ext cx="251246" cy="150747"/>
            </a:xfrm>
            <a:prstGeom prst="triangle">
              <a:avLst>
                <a:gd name="adj" fmla="val 50000"/>
              </a:avLst>
            </a:prstGeom>
            <a:solidFill>
              <a:schemeClr val="tx1"/>
            </a:solidFill>
            <a:ln w="12700" algn="ctr">
              <a:solidFill>
                <a:schemeClr val="tx1"/>
              </a:solidFill>
              <a:round/>
              <a:headEnd/>
              <a:tailEnd/>
            </a:ln>
          </p:spPr>
          <p:txBody>
            <a:bodyPr vert="eaVert"/>
            <a:lstStyle/>
            <a:p>
              <a:endParaRPr lang="ko-KR" altLang="ko-KR"/>
            </a:p>
          </p:txBody>
        </p:sp>
        <p:cxnSp>
          <p:nvCxnSpPr>
            <p:cNvPr id="77" name="Straight Connector 251"/>
            <p:cNvCxnSpPr>
              <a:cxnSpLocks noChangeShapeType="1"/>
            </p:cNvCxnSpPr>
            <p:nvPr/>
          </p:nvCxnSpPr>
          <p:spPr bwMode="auto">
            <a:xfrm rot="5400000">
              <a:off x="6882085" y="5145358"/>
              <a:ext cx="214314" cy="1588"/>
            </a:xfrm>
            <a:prstGeom prst="line">
              <a:avLst/>
            </a:prstGeom>
            <a:noFill/>
            <a:ln w="28575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8" name="Rectangle 252"/>
            <p:cNvSpPr>
              <a:spLocks noChangeArrowheads="1"/>
            </p:cNvSpPr>
            <p:nvPr/>
          </p:nvSpPr>
          <p:spPr bwMode="auto">
            <a:xfrm>
              <a:off x="6912402" y="4961361"/>
              <a:ext cx="285752" cy="357190"/>
            </a:xfrm>
            <a:prstGeom prst="rect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ko-KR" altLang="ko-KR"/>
            </a:p>
          </p:txBody>
        </p:sp>
      </p:grpSp>
      <p:sp>
        <p:nvSpPr>
          <p:cNvPr id="79" name="Rectangle 254"/>
          <p:cNvSpPr/>
          <p:nvPr/>
        </p:nvSpPr>
        <p:spPr bwMode="auto">
          <a:xfrm>
            <a:off x="3559809" y="5319302"/>
            <a:ext cx="325380" cy="228839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5764" tIns="47882" rIns="95764" bIns="47882" anchor="ctr"/>
          <a:lstStyle/>
          <a:p>
            <a:pPr algn="ctr">
              <a:defRPr/>
            </a:pPr>
            <a:endParaRPr lang="ko-KR" altLang="ko-KR"/>
          </a:p>
        </p:txBody>
      </p:sp>
      <p:sp>
        <p:nvSpPr>
          <p:cNvPr id="80" name="TextBox 234"/>
          <p:cNvSpPr txBox="1">
            <a:spLocks noChangeArrowheads="1"/>
          </p:cNvSpPr>
          <p:nvPr/>
        </p:nvSpPr>
        <p:spPr bwMode="auto">
          <a:xfrm>
            <a:off x="3522364" y="5333603"/>
            <a:ext cx="463537" cy="219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764" tIns="47882" rIns="95764" bIns="47882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800" b="1">
                <a:latin typeface="Arial" charset="0"/>
              </a:rPr>
              <a:t>LPF</a:t>
            </a:r>
            <a:endParaRPr lang="ko-KR" altLang="ko-KR"/>
          </a:p>
        </p:txBody>
      </p:sp>
      <p:sp>
        <p:nvSpPr>
          <p:cNvPr id="81" name="TextBox 256"/>
          <p:cNvSpPr txBox="1">
            <a:spLocks noChangeArrowheads="1"/>
          </p:cNvSpPr>
          <p:nvPr/>
        </p:nvSpPr>
        <p:spPr bwMode="auto">
          <a:xfrm>
            <a:off x="3300280" y="5135753"/>
            <a:ext cx="1005836" cy="219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764" tIns="47882" rIns="95764" bIns="47882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800">
                <a:latin typeface="Arial" charset="0"/>
              </a:rPr>
              <a:t>Low Pass Filter</a:t>
            </a:r>
            <a:endParaRPr lang="ko-KR" altLang="ko-KR"/>
          </a:p>
        </p:txBody>
      </p:sp>
      <p:sp>
        <p:nvSpPr>
          <p:cNvPr id="82" name="TextBox 257"/>
          <p:cNvSpPr txBox="1">
            <a:spLocks noChangeArrowheads="1"/>
          </p:cNvSpPr>
          <p:nvPr/>
        </p:nvSpPr>
        <p:spPr bwMode="auto">
          <a:xfrm>
            <a:off x="1949695" y="4803223"/>
            <a:ext cx="1007127" cy="219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764" tIns="47882" rIns="95764" bIns="47882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800">
                <a:latin typeface="Times New Roman" pitchFamily="18" charset="0"/>
              </a:rPr>
              <a:t>I </a:t>
            </a:r>
            <a:r>
              <a:rPr lang="en-US" altLang="ko-KR" sz="800">
                <a:latin typeface="Arial" charset="0"/>
              </a:rPr>
              <a:t>   C</a:t>
            </a:r>
            <a:endParaRPr lang="ko-KR" altLang="ko-KR"/>
          </a:p>
        </p:txBody>
      </p:sp>
      <p:sp>
        <p:nvSpPr>
          <p:cNvPr id="83" name="TextBox 258"/>
          <p:cNvSpPr txBox="1">
            <a:spLocks noChangeArrowheads="1"/>
          </p:cNvSpPr>
          <p:nvPr/>
        </p:nvSpPr>
        <p:spPr bwMode="auto">
          <a:xfrm>
            <a:off x="2020711" y="4759124"/>
            <a:ext cx="1005836" cy="219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764" tIns="47882" rIns="95764" bIns="47882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800">
                <a:latin typeface="Arial" charset="0"/>
              </a:rPr>
              <a:t>2</a:t>
            </a:r>
            <a:endParaRPr lang="ko-KR" altLang="ko-KR"/>
          </a:p>
        </p:txBody>
      </p:sp>
      <p:sp>
        <p:nvSpPr>
          <p:cNvPr id="84" name="Rectangle 260"/>
          <p:cNvSpPr/>
          <p:nvPr/>
        </p:nvSpPr>
        <p:spPr bwMode="auto">
          <a:xfrm>
            <a:off x="1265365" y="5266861"/>
            <a:ext cx="666253" cy="33968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5764" tIns="47882" rIns="95764" bIns="47882" anchor="ctr"/>
          <a:lstStyle/>
          <a:p>
            <a:pPr algn="ctr">
              <a:defRPr/>
            </a:pPr>
            <a:endParaRPr lang="ko-KR" altLang="ko-KR"/>
          </a:p>
        </p:txBody>
      </p:sp>
      <p:sp>
        <p:nvSpPr>
          <p:cNvPr id="85" name="TextBox 234"/>
          <p:cNvSpPr txBox="1">
            <a:spLocks noChangeArrowheads="1"/>
          </p:cNvSpPr>
          <p:nvPr/>
        </p:nvSpPr>
        <p:spPr bwMode="auto">
          <a:xfrm>
            <a:off x="1226632" y="5284737"/>
            <a:ext cx="773423" cy="3429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764" tIns="47882" rIns="95764" bIns="47882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lang="en-US" altLang="ko-KR" sz="800" b="1">
                <a:latin typeface="Arial" charset="0"/>
              </a:rPr>
              <a:t>A/D</a:t>
            </a:r>
          </a:p>
          <a:p>
            <a:pPr algn="ctr" eaLnBrk="1" hangingPunct="1"/>
            <a:r>
              <a:rPr lang="en-US" altLang="ko-KR" sz="800" b="1">
                <a:latin typeface="Arial" charset="0"/>
              </a:rPr>
              <a:t>Converter</a:t>
            </a:r>
            <a:endParaRPr lang="ko-KR" altLang="ko-KR"/>
          </a:p>
        </p:txBody>
      </p:sp>
      <p:sp>
        <p:nvSpPr>
          <p:cNvPr id="86" name="Rectangle 131"/>
          <p:cNvSpPr>
            <a:spLocks noChangeArrowheads="1"/>
          </p:cNvSpPr>
          <p:nvPr/>
        </p:nvSpPr>
        <p:spPr bwMode="auto">
          <a:xfrm>
            <a:off x="0" y="2"/>
            <a:ext cx="3327393" cy="476746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lIns="95764" tIns="47882" rIns="95764" bIns="47882" anchor="ctr"/>
          <a:lstStyle/>
          <a:p>
            <a:pPr algn="ctr">
              <a:defRPr/>
            </a:pPr>
            <a:r>
              <a:rPr lang="en-US" altLang="ko-KR" dirty="0">
                <a:solidFill>
                  <a:schemeClr val="tx1"/>
                </a:solidFill>
              </a:rPr>
              <a:t>Diagram 4.5.4.3-A(61P)</a:t>
            </a:r>
            <a:endParaRPr lang="ko-KR" altLang="ko-KR" dirty="0">
              <a:solidFill>
                <a:schemeClr val="tx1"/>
              </a:solidFill>
            </a:endParaRPr>
          </a:p>
        </p:txBody>
      </p:sp>
      <p:sp>
        <p:nvSpPr>
          <p:cNvPr id="87" name="Rounded Rectangle 296"/>
          <p:cNvSpPr/>
          <p:nvPr/>
        </p:nvSpPr>
        <p:spPr bwMode="auto">
          <a:xfrm>
            <a:off x="6524378" y="6206049"/>
            <a:ext cx="1546844" cy="642416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 w="19050" cap="flat" cmpd="sng" algn="ctr">
            <a:solidFill>
              <a:schemeClr val="tx1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lIns="95764" tIns="47882" rIns="95764" bIns="47882"/>
          <a:lstStyle/>
          <a:p>
            <a:pPr>
              <a:defRPr/>
            </a:pPr>
            <a:endParaRPr lang="ko-KR" altLang="ko-KR"/>
          </a:p>
        </p:txBody>
      </p:sp>
      <p:grpSp>
        <p:nvGrpSpPr>
          <p:cNvPr id="88" name="Group 269"/>
          <p:cNvGrpSpPr>
            <a:grpSpLocks/>
          </p:cNvGrpSpPr>
          <p:nvPr/>
        </p:nvGrpSpPr>
        <p:grpSpPr bwMode="auto">
          <a:xfrm>
            <a:off x="7621887" y="6457533"/>
            <a:ext cx="311177" cy="145408"/>
            <a:chOff x="7943599" y="8062765"/>
            <a:chExt cx="287337" cy="144463"/>
          </a:xfrm>
        </p:grpSpPr>
        <p:sp>
          <p:nvSpPr>
            <p:cNvPr id="89" name="Rectangle 182"/>
            <p:cNvSpPr>
              <a:spLocks noChangeArrowheads="1"/>
            </p:cNvSpPr>
            <p:nvPr/>
          </p:nvSpPr>
          <p:spPr bwMode="auto">
            <a:xfrm>
              <a:off x="7943599" y="8062765"/>
              <a:ext cx="215900" cy="144463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/>
            </a:p>
          </p:txBody>
        </p:sp>
        <p:sp>
          <p:nvSpPr>
            <p:cNvPr id="90" name="Rectangle 183"/>
            <p:cNvSpPr>
              <a:spLocks noChangeArrowheads="1"/>
            </p:cNvSpPr>
            <p:nvPr/>
          </p:nvSpPr>
          <p:spPr bwMode="auto">
            <a:xfrm>
              <a:off x="8159499" y="8062765"/>
              <a:ext cx="71437" cy="144463"/>
            </a:xfrm>
            <a:prstGeom prst="rect">
              <a:avLst/>
            </a:prstGeom>
            <a:solidFill>
              <a:srgbClr val="BFBFB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ko-KR" altLang="ko-KR"/>
            </a:p>
          </p:txBody>
        </p:sp>
      </p:grpSp>
      <p:sp>
        <p:nvSpPr>
          <p:cNvPr id="91" name="Rectangle 38"/>
          <p:cNvSpPr>
            <a:spLocks noChangeArrowheads="1"/>
          </p:cNvSpPr>
          <p:nvPr/>
        </p:nvSpPr>
        <p:spPr bwMode="auto">
          <a:xfrm rot="10800000" flipV="1">
            <a:off x="6721930" y="6332388"/>
            <a:ext cx="899958" cy="392124"/>
          </a:xfrm>
          <a:prstGeom prst="rect">
            <a:avLst/>
          </a:prstGeom>
          <a:solidFill>
            <a:schemeClr val="accent1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lIns="127548" tIns="63774" rIns="127548" bIns="63774" anchor="ctr"/>
          <a:lstStyle/>
          <a:p>
            <a:pPr algn="ctr"/>
            <a:r>
              <a:rPr lang="en-US" altLang="ko-KR" sz="1000" b="1" dirty="0">
                <a:latin typeface="Arial" charset="0"/>
              </a:rPr>
              <a:t>ANS</a:t>
            </a:r>
          </a:p>
          <a:p>
            <a:pPr algn="ctr"/>
            <a:r>
              <a:rPr lang="en-US" altLang="ko-KR" sz="1000" b="1" dirty="0">
                <a:latin typeface="Arial" charset="0"/>
              </a:rPr>
              <a:t>Microphone</a:t>
            </a:r>
            <a:endParaRPr lang="ko-KR" altLang="ko-KR" dirty="0"/>
          </a:p>
        </p:txBody>
      </p:sp>
      <p:sp>
        <p:nvSpPr>
          <p:cNvPr id="92" name="Line 150"/>
          <p:cNvSpPr>
            <a:spLocks noChangeShapeType="1"/>
          </p:cNvSpPr>
          <p:nvPr/>
        </p:nvSpPr>
        <p:spPr bwMode="auto">
          <a:xfrm>
            <a:off x="7171908" y="5427762"/>
            <a:ext cx="0" cy="914161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5764" tIns="47882" rIns="95764" bIns="47882"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5948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title"/>
          </p:nvPr>
        </p:nvSpPr>
        <p:spPr>
          <a:xfrm>
            <a:off x="618481" y="578057"/>
            <a:ext cx="8915659" cy="850993"/>
          </a:xfrm>
        </p:spPr>
        <p:txBody>
          <a:bodyPr/>
          <a:lstStyle/>
          <a:p>
            <a:pPr eaLnBrk="1" hangingPunct="1"/>
            <a:r>
              <a:rPr lang="en-US" altLang="ko-KR" sz="2900" b="1"/>
              <a:t>PAC TL &amp; RS-485 Block Diagram</a:t>
            </a:r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6299712" y="6612476"/>
            <a:ext cx="3781891" cy="250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770" tIns="47885" rIns="95770" bIns="47885">
            <a:spAutoFit/>
          </a:bodyPr>
          <a:lstStyle/>
          <a:p>
            <a:r>
              <a:rPr lang="en-US" altLang="ko-KR" sz="1000">
                <a:latin typeface="Arial" charset="0"/>
                <a:cs typeface="Arial" charset="0"/>
              </a:rPr>
              <a:t>RS-485 Train Line Circuitry Block Diagram - 20110331.ppt</a:t>
            </a:r>
          </a:p>
        </p:txBody>
      </p:sp>
      <p:sp>
        <p:nvSpPr>
          <p:cNvPr id="4" name="Rectangle 159"/>
          <p:cNvSpPr>
            <a:spLocks noChangeArrowheads="1"/>
          </p:cNvSpPr>
          <p:nvPr/>
        </p:nvSpPr>
        <p:spPr bwMode="auto">
          <a:xfrm rot="10800000" flipV="1">
            <a:off x="2024584" y="1806871"/>
            <a:ext cx="6032433" cy="3784176"/>
          </a:xfrm>
          <a:prstGeom prst="rect">
            <a:avLst/>
          </a:prstGeom>
          <a:solidFill>
            <a:schemeClr val="accent2">
              <a:lumMod val="60000"/>
              <a:lumOff val="40000"/>
              <a:alpha val="19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5770" tIns="47885" rIns="95770" bIns="47885" anchor="ctr"/>
          <a:lstStyle/>
          <a:p>
            <a:pPr algn="ctr" defTabSz="957480">
              <a:defRPr/>
            </a:pPr>
            <a:endParaRPr lang="en-US" altLang="ko-KR" sz="1000">
              <a:latin typeface="Arial" charset="0"/>
              <a:cs typeface="Arial" charset="0"/>
            </a:endParaRPr>
          </a:p>
          <a:p>
            <a:pPr algn="ctr" defTabSz="957480">
              <a:defRPr/>
            </a:pPr>
            <a:endParaRPr lang="en-US" altLang="ko-KR" sz="1000">
              <a:latin typeface="Arial" charset="0"/>
              <a:cs typeface="Arial" charset="0"/>
            </a:endParaRPr>
          </a:p>
          <a:p>
            <a:pPr algn="ctr" defTabSz="957480">
              <a:defRPr/>
            </a:pPr>
            <a:endParaRPr lang="en-US" altLang="ko-KR" sz="1000">
              <a:latin typeface="Arial" charset="0"/>
              <a:cs typeface="Arial" charset="0"/>
            </a:endParaRPr>
          </a:p>
          <a:p>
            <a:pPr algn="ctr" defTabSz="957480">
              <a:defRPr/>
            </a:pPr>
            <a:endParaRPr lang="en-US" altLang="ko-KR" sz="1000">
              <a:latin typeface="Arial" charset="0"/>
              <a:cs typeface="Arial" charset="0"/>
            </a:endParaRPr>
          </a:p>
          <a:p>
            <a:pPr algn="ctr" defTabSz="957480">
              <a:defRPr/>
            </a:pPr>
            <a:endParaRPr lang="en-US" altLang="ko-KR" sz="1000">
              <a:latin typeface="Arial" charset="0"/>
              <a:cs typeface="Arial" charset="0"/>
            </a:endParaRPr>
          </a:p>
          <a:p>
            <a:pPr algn="ctr" defTabSz="957480">
              <a:defRPr/>
            </a:pPr>
            <a:endParaRPr lang="en-US" altLang="ko-KR" sz="1000">
              <a:latin typeface="Arial" charset="0"/>
              <a:cs typeface="Arial" charset="0"/>
            </a:endParaRPr>
          </a:p>
          <a:p>
            <a:pPr algn="ctr" defTabSz="957480">
              <a:defRPr/>
            </a:pPr>
            <a:endParaRPr lang="en-US" altLang="ko-KR" sz="1000">
              <a:latin typeface="Arial" charset="0"/>
              <a:cs typeface="Arial" charset="0"/>
            </a:endParaRPr>
          </a:p>
          <a:p>
            <a:pPr algn="ctr" defTabSz="957480">
              <a:defRPr/>
            </a:pPr>
            <a:endParaRPr lang="en-US" altLang="ko-KR" sz="1000">
              <a:latin typeface="Arial" charset="0"/>
              <a:cs typeface="Arial" charset="0"/>
            </a:endParaRPr>
          </a:p>
          <a:p>
            <a:pPr algn="ctr" defTabSz="957480">
              <a:defRPr/>
            </a:pPr>
            <a:endParaRPr lang="en-US" altLang="ko-KR" sz="1000">
              <a:latin typeface="Arial" charset="0"/>
              <a:cs typeface="Arial" charset="0"/>
            </a:endParaRPr>
          </a:p>
          <a:p>
            <a:pPr algn="ctr" defTabSz="957480">
              <a:defRPr/>
            </a:pPr>
            <a:endParaRPr lang="en-US" altLang="ko-KR" sz="1000">
              <a:latin typeface="Arial" charset="0"/>
              <a:cs typeface="Arial" charset="0"/>
            </a:endParaRPr>
          </a:p>
          <a:p>
            <a:pPr algn="ctr" defTabSz="957480">
              <a:defRPr/>
            </a:pPr>
            <a:endParaRPr lang="en-US" altLang="ko-KR" sz="1000">
              <a:latin typeface="Arial" charset="0"/>
              <a:cs typeface="Arial" charset="0"/>
            </a:endParaRPr>
          </a:p>
        </p:txBody>
      </p:sp>
      <p:sp>
        <p:nvSpPr>
          <p:cNvPr id="5" name="Line 150"/>
          <p:cNvSpPr>
            <a:spLocks noChangeShapeType="1"/>
          </p:cNvSpPr>
          <p:nvPr/>
        </p:nvSpPr>
        <p:spPr bwMode="auto">
          <a:xfrm>
            <a:off x="4542402" y="2510072"/>
            <a:ext cx="0" cy="1297943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6" name="Oval 231"/>
          <p:cNvSpPr>
            <a:spLocks noChangeArrowheads="1"/>
          </p:cNvSpPr>
          <p:nvPr/>
        </p:nvSpPr>
        <p:spPr bwMode="auto">
          <a:xfrm>
            <a:off x="4339688" y="3591095"/>
            <a:ext cx="389939" cy="359944"/>
          </a:xfrm>
          <a:prstGeom prst="ellipse">
            <a:avLst/>
          </a:prstGeom>
          <a:solidFill>
            <a:schemeClr val="accent5"/>
          </a:solidFill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lIns="95770" tIns="47885" rIns="95770" bIns="47885" anchor="ctr"/>
          <a:lstStyle/>
          <a:p>
            <a:pPr algn="ctr">
              <a:defRPr/>
            </a:pPr>
            <a:r>
              <a:rPr lang="en-US" altLang="ko-KR" sz="1300" b="1" dirty="0">
                <a:solidFill>
                  <a:srgbClr val="FF0000"/>
                </a:solidFill>
              </a:rPr>
              <a:t>Ra</a:t>
            </a:r>
          </a:p>
        </p:txBody>
      </p:sp>
      <p:sp>
        <p:nvSpPr>
          <p:cNvPr id="7" name="Line 150"/>
          <p:cNvSpPr>
            <a:spLocks noChangeShapeType="1"/>
          </p:cNvSpPr>
          <p:nvPr/>
        </p:nvSpPr>
        <p:spPr bwMode="auto">
          <a:xfrm>
            <a:off x="3350634" y="2563706"/>
            <a:ext cx="0" cy="1297942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8" name="Oval 231"/>
          <p:cNvSpPr>
            <a:spLocks noChangeArrowheads="1"/>
          </p:cNvSpPr>
          <p:nvPr/>
        </p:nvSpPr>
        <p:spPr bwMode="auto">
          <a:xfrm>
            <a:off x="3147920" y="3591095"/>
            <a:ext cx="389939" cy="359944"/>
          </a:xfrm>
          <a:prstGeom prst="ellipse">
            <a:avLst/>
          </a:prstGeom>
          <a:solidFill>
            <a:schemeClr val="accent5"/>
          </a:solidFill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lIns="95770" tIns="47885" rIns="95770" bIns="47885" anchor="ctr"/>
          <a:lstStyle/>
          <a:p>
            <a:pPr algn="ctr">
              <a:defRPr/>
            </a:pPr>
            <a:r>
              <a:rPr lang="en-US" altLang="ko-KR" sz="1300" b="1" dirty="0">
                <a:solidFill>
                  <a:srgbClr val="FF0000"/>
                </a:solidFill>
              </a:rPr>
              <a:t>R1</a:t>
            </a:r>
          </a:p>
        </p:txBody>
      </p:sp>
      <p:sp>
        <p:nvSpPr>
          <p:cNvPr id="9" name="Line 179"/>
          <p:cNvSpPr>
            <a:spLocks noChangeShapeType="1"/>
          </p:cNvSpPr>
          <p:nvPr/>
        </p:nvSpPr>
        <p:spPr bwMode="auto">
          <a:xfrm flipH="1">
            <a:off x="3350638" y="2563705"/>
            <a:ext cx="2226009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0" name="Line 150"/>
          <p:cNvSpPr>
            <a:spLocks noChangeShapeType="1"/>
          </p:cNvSpPr>
          <p:nvPr/>
        </p:nvSpPr>
        <p:spPr bwMode="auto">
          <a:xfrm>
            <a:off x="5655407" y="2563706"/>
            <a:ext cx="0" cy="1297942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1" name="Oval 231"/>
          <p:cNvSpPr>
            <a:spLocks noChangeArrowheads="1"/>
          </p:cNvSpPr>
          <p:nvPr/>
        </p:nvSpPr>
        <p:spPr bwMode="auto">
          <a:xfrm>
            <a:off x="5452691" y="3591095"/>
            <a:ext cx="389939" cy="359944"/>
          </a:xfrm>
          <a:prstGeom prst="ellipse">
            <a:avLst/>
          </a:prstGeom>
          <a:solidFill>
            <a:schemeClr val="accent5"/>
          </a:solidFill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lIns="95770" tIns="47885" rIns="95770" bIns="47885" anchor="ctr"/>
          <a:lstStyle/>
          <a:p>
            <a:pPr algn="ctr">
              <a:defRPr/>
            </a:pPr>
            <a:r>
              <a:rPr lang="en-US" altLang="ko-KR" sz="1300" b="1" dirty="0" err="1">
                <a:solidFill>
                  <a:srgbClr val="FF0000"/>
                </a:solidFill>
              </a:rPr>
              <a:t>Rb</a:t>
            </a:r>
            <a:endParaRPr lang="en-US" altLang="ko-KR" sz="1300" b="1" dirty="0">
              <a:solidFill>
                <a:srgbClr val="FF0000"/>
              </a:solidFill>
            </a:endParaRPr>
          </a:p>
        </p:txBody>
      </p:sp>
      <p:sp>
        <p:nvSpPr>
          <p:cNvPr id="12" name="Line 150"/>
          <p:cNvSpPr>
            <a:spLocks noChangeShapeType="1"/>
          </p:cNvSpPr>
          <p:nvPr/>
        </p:nvSpPr>
        <p:spPr bwMode="auto">
          <a:xfrm>
            <a:off x="5070498" y="2293151"/>
            <a:ext cx="0" cy="756836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3" name="Rectangle 153"/>
          <p:cNvSpPr>
            <a:spLocks noChangeArrowheads="1"/>
          </p:cNvSpPr>
          <p:nvPr/>
        </p:nvSpPr>
        <p:spPr bwMode="auto">
          <a:xfrm>
            <a:off x="4308699" y="2185885"/>
            <a:ext cx="1464207" cy="667445"/>
          </a:xfrm>
          <a:prstGeom prst="rect">
            <a:avLst/>
          </a:prstGeom>
          <a:solidFill>
            <a:srgbClr val="BFBFB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71904" tIns="35953" rIns="71904" bIns="35953" anchor="ctr"/>
          <a:lstStyle/>
          <a:p>
            <a:pPr algn="ctr" defTabSz="957480"/>
            <a:r>
              <a:rPr lang="en-US" altLang="ko-KR" sz="1600">
                <a:latin typeface="Arial" charset="0"/>
              </a:rPr>
              <a:t>CRA</a:t>
            </a:r>
          </a:p>
          <a:p>
            <a:pPr algn="ctr" defTabSz="957480"/>
            <a:r>
              <a:rPr lang="en-US" altLang="ko-KR" sz="1600">
                <a:latin typeface="Arial" charset="0"/>
              </a:rPr>
              <a:t>PAC</a:t>
            </a:r>
            <a:endParaRPr lang="ko-KR" altLang="en-US" sz="1600">
              <a:latin typeface="Arial" charset="0"/>
            </a:endParaRPr>
          </a:p>
        </p:txBody>
      </p:sp>
      <p:sp>
        <p:nvSpPr>
          <p:cNvPr id="14" name="Rectangle 211"/>
          <p:cNvSpPr>
            <a:spLocks noChangeArrowheads="1"/>
          </p:cNvSpPr>
          <p:nvPr/>
        </p:nvSpPr>
        <p:spPr bwMode="auto">
          <a:xfrm>
            <a:off x="4835504" y="3049988"/>
            <a:ext cx="468701" cy="251484"/>
          </a:xfrm>
          <a:prstGeom prst="rect">
            <a:avLst/>
          </a:prstGeom>
          <a:solidFill>
            <a:srgbClr val="7030A0">
              <a:alpha val="78822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5770" tIns="47885" rIns="95770" bIns="47885" anchor="ctr"/>
          <a:lstStyle/>
          <a:p>
            <a:pPr algn="ctr"/>
            <a:r>
              <a:rPr lang="en-US" altLang="ko-KR" sz="1200" b="1"/>
              <a:t>RT</a:t>
            </a:r>
          </a:p>
        </p:txBody>
      </p:sp>
      <p:sp>
        <p:nvSpPr>
          <p:cNvPr id="15" name="Rectangle 211"/>
          <p:cNvSpPr>
            <a:spLocks noChangeArrowheads="1"/>
          </p:cNvSpPr>
          <p:nvPr/>
        </p:nvSpPr>
        <p:spPr bwMode="auto">
          <a:xfrm>
            <a:off x="4835504" y="3266907"/>
            <a:ext cx="468701" cy="1081023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5770" tIns="47885" rIns="95770" bIns="47885" anchor="ctr"/>
          <a:lstStyle/>
          <a:p>
            <a:pPr algn="ctr"/>
            <a:r>
              <a:rPr lang="en-US" altLang="ko-KR" sz="1200" b="1"/>
              <a:t>R</a:t>
            </a:r>
          </a:p>
          <a:p>
            <a:pPr algn="ctr"/>
            <a:r>
              <a:rPr lang="en-US" altLang="ko-KR" sz="1200" b="1"/>
              <a:t>e</a:t>
            </a:r>
          </a:p>
          <a:p>
            <a:pPr algn="ctr"/>
            <a:r>
              <a:rPr lang="en-US" altLang="ko-KR" sz="1200" b="1"/>
              <a:t>p</a:t>
            </a:r>
          </a:p>
          <a:p>
            <a:pPr algn="ctr"/>
            <a:r>
              <a:rPr lang="en-US" altLang="ko-KR" sz="1200" b="1"/>
              <a:t>e</a:t>
            </a:r>
          </a:p>
          <a:p>
            <a:pPr algn="ctr"/>
            <a:r>
              <a:rPr lang="en-US" altLang="ko-KR" sz="1200" b="1"/>
              <a:t>a</a:t>
            </a:r>
          </a:p>
          <a:p>
            <a:pPr algn="ctr"/>
            <a:r>
              <a:rPr lang="en-US" altLang="ko-KR" sz="1200" b="1"/>
              <a:t>t</a:t>
            </a:r>
          </a:p>
        </p:txBody>
      </p:sp>
      <p:cxnSp>
        <p:nvCxnSpPr>
          <p:cNvPr id="16" name="Straight Arrow Connector 123"/>
          <p:cNvCxnSpPr>
            <a:cxnSpLocks noChangeShapeType="1"/>
          </p:cNvCxnSpPr>
          <p:nvPr/>
        </p:nvCxnSpPr>
        <p:spPr bwMode="auto">
          <a:xfrm rot="10800000" flipV="1">
            <a:off x="3546898" y="5051130"/>
            <a:ext cx="902539" cy="0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" name="Straight Arrow Connector 123"/>
          <p:cNvCxnSpPr>
            <a:cxnSpLocks noChangeShapeType="1"/>
          </p:cNvCxnSpPr>
          <p:nvPr/>
        </p:nvCxnSpPr>
        <p:spPr bwMode="auto">
          <a:xfrm rot="5400000">
            <a:off x="2669981" y="4671423"/>
            <a:ext cx="1405210" cy="2583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" name="Oval 102"/>
          <p:cNvSpPr>
            <a:spLocks noChangeArrowheads="1"/>
          </p:cNvSpPr>
          <p:nvPr/>
        </p:nvSpPr>
        <p:spPr bwMode="auto">
          <a:xfrm>
            <a:off x="3195695" y="5301423"/>
            <a:ext cx="58103" cy="54826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71904" tIns="35953" rIns="71904" bIns="35953" anchor="ctr"/>
          <a:lstStyle/>
          <a:p>
            <a:endParaRPr lang="en-US" altLang="ko-KR"/>
          </a:p>
        </p:txBody>
      </p:sp>
      <p:sp>
        <p:nvSpPr>
          <p:cNvPr id="19" name="Oval 102"/>
          <p:cNvSpPr>
            <a:spLocks noChangeArrowheads="1"/>
          </p:cNvSpPr>
          <p:nvPr/>
        </p:nvSpPr>
        <p:spPr bwMode="auto">
          <a:xfrm>
            <a:off x="3488791" y="5296655"/>
            <a:ext cx="58104" cy="54826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71904" tIns="35953" rIns="71904" bIns="35953" anchor="ctr"/>
          <a:lstStyle/>
          <a:p>
            <a:endParaRPr lang="en-US" altLang="ko-KR"/>
          </a:p>
        </p:txBody>
      </p:sp>
      <p:sp>
        <p:nvSpPr>
          <p:cNvPr id="20" name="Oval 102"/>
          <p:cNvSpPr>
            <a:spLocks noChangeArrowheads="1"/>
          </p:cNvSpPr>
          <p:nvPr/>
        </p:nvSpPr>
        <p:spPr bwMode="auto">
          <a:xfrm>
            <a:off x="3195695" y="5030869"/>
            <a:ext cx="58103" cy="54826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71904" tIns="35953" rIns="71904" bIns="35953" anchor="ctr"/>
          <a:lstStyle/>
          <a:p>
            <a:endParaRPr lang="en-US" altLang="ko-KR"/>
          </a:p>
        </p:txBody>
      </p:sp>
      <p:sp>
        <p:nvSpPr>
          <p:cNvPr id="21" name="Oval 102"/>
          <p:cNvSpPr>
            <a:spLocks noChangeArrowheads="1"/>
          </p:cNvSpPr>
          <p:nvPr/>
        </p:nvSpPr>
        <p:spPr bwMode="auto">
          <a:xfrm>
            <a:off x="3482338" y="5026102"/>
            <a:ext cx="58103" cy="54826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71904" tIns="35953" rIns="71904" bIns="35953" anchor="ctr"/>
          <a:lstStyle/>
          <a:p>
            <a:endParaRPr lang="en-US" altLang="ko-KR"/>
          </a:p>
        </p:txBody>
      </p:sp>
      <p:sp>
        <p:nvSpPr>
          <p:cNvPr id="22" name="Oval 102"/>
          <p:cNvSpPr>
            <a:spLocks noChangeArrowheads="1"/>
          </p:cNvSpPr>
          <p:nvPr/>
        </p:nvSpPr>
        <p:spPr bwMode="auto">
          <a:xfrm>
            <a:off x="4395206" y="5001073"/>
            <a:ext cx="58104" cy="54826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71904" tIns="35953" rIns="71904" bIns="35953" anchor="ctr"/>
          <a:lstStyle/>
          <a:p>
            <a:endParaRPr lang="en-US" altLang="ko-KR"/>
          </a:p>
        </p:txBody>
      </p:sp>
      <p:sp>
        <p:nvSpPr>
          <p:cNvPr id="23" name="Oval 102"/>
          <p:cNvSpPr>
            <a:spLocks noChangeArrowheads="1"/>
          </p:cNvSpPr>
          <p:nvPr/>
        </p:nvSpPr>
        <p:spPr bwMode="auto">
          <a:xfrm>
            <a:off x="4622456" y="4996305"/>
            <a:ext cx="58104" cy="54826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71904" tIns="35953" rIns="71904" bIns="35953" anchor="ctr"/>
          <a:lstStyle/>
          <a:p>
            <a:endParaRPr lang="en-US" altLang="ko-KR"/>
          </a:p>
        </p:txBody>
      </p:sp>
      <p:sp>
        <p:nvSpPr>
          <p:cNvPr id="24" name="Oval 102"/>
          <p:cNvSpPr>
            <a:spLocks noChangeArrowheads="1"/>
          </p:cNvSpPr>
          <p:nvPr/>
        </p:nvSpPr>
        <p:spPr bwMode="auto">
          <a:xfrm>
            <a:off x="5514670" y="5001073"/>
            <a:ext cx="58103" cy="54826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71904" tIns="35953" rIns="71904" bIns="35953" anchor="ctr"/>
          <a:lstStyle/>
          <a:p>
            <a:endParaRPr lang="en-US" altLang="ko-KR"/>
          </a:p>
        </p:txBody>
      </p:sp>
      <p:sp>
        <p:nvSpPr>
          <p:cNvPr id="25" name="Oval 102"/>
          <p:cNvSpPr>
            <a:spLocks noChangeArrowheads="1"/>
          </p:cNvSpPr>
          <p:nvPr/>
        </p:nvSpPr>
        <p:spPr bwMode="auto">
          <a:xfrm>
            <a:off x="5741919" y="4996305"/>
            <a:ext cx="58103" cy="54826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71904" tIns="35953" rIns="71904" bIns="35953" anchor="ctr"/>
          <a:lstStyle/>
          <a:p>
            <a:endParaRPr lang="en-US" altLang="ko-KR"/>
          </a:p>
        </p:txBody>
      </p:sp>
      <p:sp>
        <p:nvSpPr>
          <p:cNvPr id="26" name="Oval 102"/>
          <p:cNvSpPr>
            <a:spLocks noChangeArrowheads="1"/>
          </p:cNvSpPr>
          <p:nvPr/>
        </p:nvSpPr>
        <p:spPr bwMode="auto">
          <a:xfrm>
            <a:off x="6541162" y="5001073"/>
            <a:ext cx="58104" cy="54826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71904" tIns="35953" rIns="71904" bIns="35953" anchor="ctr"/>
          <a:lstStyle/>
          <a:p>
            <a:endParaRPr lang="en-US" altLang="ko-KR"/>
          </a:p>
        </p:txBody>
      </p:sp>
      <p:sp>
        <p:nvSpPr>
          <p:cNvPr id="27" name="Oval 102"/>
          <p:cNvSpPr>
            <a:spLocks noChangeArrowheads="1"/>
          </p:cNvSpPr>
          <p:nvPr/>
        </p:nvSpPr>
        <p:spPr bwMode="auto">
          <a:xfrm>
            <a:off x="6769705" y="4996305"/>
            <a:ext cx="56811" cy="54826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71904" tIns="35953" rIns="71904" bIns="35953" anchor="ctr"/>
          <a:lstStyle/>
          <a:p>
            <a:endParaRPr lang="en-US" altLang="ko-KR"/>
          </a:p>
        </p:txBody>
      </p:sp>
      <p:cxnSp>
        <p:nvCxnSpPr>
          <p:cNvPr id="28" name="Straight Arrow Connector 123"/>
          <p:cNvCxnSpPr>
            <a:cxnSpLocks noChangeShapeType="1"/>
          </p:cNvCxnSpPr>
          <p:nvPr/>
        </p:nvCxnSpPr>
        <p:spPr bwMode="auto">
          <a:xfrm rot="10800000">
            <a:off x="3255089" y="4942673"/>
            <a:ext cx="234997" cy="1191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Straight Arrow Connector 123"/>
          <p:cNvCxnSpPr>
            <a:cxnSpLocks noChangeShapeType="1"/>
          </p:cNvCxnSpPr>
          <p:nvPr/>
        </p:nvCxnSpPr>
        <p:spPr bwMode="auto">
          <a:xfrm rot="10800000">
            <a:off x="3255089" y="5375318"/>
            <a:ext cx="234997" cy="1192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" name="Straight Arrow Connector 123"/>
          <p:cNvCxnSpPr>
            <a:cxnSpLocks noChangeShapeType="1"/>
          </p:cNvCxnSpPr>
          <p:nvPr/>
        </p:nvCxnSpPr>
        <p:spPr bwMode="auto">
          <a:xfrm rot="10800000">
            <a:off x="4426195" y="5104765"/>
            <a:ext cx="234997" cy="1191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" name="Straight Arrow Connector 123"/>
          <p:cNvCxnSpPr>
            <a:cxnSpLocks noChangeShapeType="1"/>
          </p:cNvCxnSpPr>
          <p:nvPr/>
        </p:nvCxnSpPr>
        <p:spPr bwMode="auto">
          <a:xfrm rot="10800000">
            <a:off x="5565024" y="5104765"/>
            <a:ext cx="234997" cy="1191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2" name="Straight Arrow Connector 123"/>
          <p:cNvCxnSpPr>
            <a:cxnSpLocks noChangeShapeType="1"/>
          </p:cNvCxnSpPr>
          <p:nvPr/>
        </p:nvCxnSpPr>
        <p:spPr bwMode="auto">
          <a:xfrm rot="10800000">
            <a:off x="6591520" y="4996305"/>
            <a:ext cx="234997" cy="1192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" name="Straight Arrow Connector 123"/>
          <p:cNvCxnSpPr>
            <a:cxnSpLocks noChangeShapeType="1"/>
          </p:cNvCxnSpPr>
          <p:nvPr/>
        </p:nvCxnSpPr>
        <p:spPr bwMode="auto">
          <a:xfrm rot="5400000">
            <a:off x="3975125" y="4537388"/>
            <a:ext cx="1135849" cy="1291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" name="Straight Arrow Connector 123"/>
          <p:cNvCxnSpPr>
            <a:cxnSpLocks noChangeShapeType="1"/>
          </p:cNvCxnSpPr>
          <p:nvPr/>
        </p:nvCxnSpPr>
        <p:spPr bwMode="auto">
          <a:xfrm rot="5400000">
            <a:off x="5088726" y="4536792"/>
            <a:ext cx="1134657" cy="1291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" name="Straight Arrow Connector 123"/>
          <p:cNvCxnSpPr>
            <a:cxnSpLocks noChangeShapeType="1"/>
          </p:cNvCxnSpPr>
          <p:nvPr/>
        </p:nvCxnSpPr>
        <p:spPr bwMode="auto">
          <a:xfrm rot="5400000">
            <a:off x="6573094" y="4861575"/>
            <a:ext cx="270554" cy="1291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" name="Straight Arrow Connector 123"/>
          <p:cNvCxnSpPr>
            <a:cxnSpLocks noChangeShapeType="1"/>
          </p:cNvCxnSpPr>
          <p:nvPr/>
        </p:nvCxnSpPr>
        <p:spPr bwMode="auto">
          <a:xfrm>
            <a:off x="3371296" y="4751974"/>
            <a:ext cx="3339014" cy="1191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7" name="Oval 102"/>
          <p:cNvSpPr>
            <a:spLocks noChangeArrowheads="1"/>
          </p:cNvSpPr>
          <p:nvPr/>
        </p:nvSpPr>
        <p:spPr bwMode="auto">
          <a:xfrm>
            <a:off x="3282201" y="4643512"/>
            <a:ext cx="154943" cy="162094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71904" tIns="35953" rIns="71904" bIns="35953" anchor="ctr"/>
          <a:lstStyle/>
          <a:p>
            <a:endParaRPr lang="en-US" altLang="ko-KR"/>
          </a:p>
        </p:txBody>
      </p:sp>
      <p:cxnSp>
        <p:nvCxnSpPr>
          <p:cNvPr id="38" name="Straight Arrow Connector 123"/>
          <p:cNvCxnSpPr>
            <a:cxnSpLocks noChangeShapeType="1"/>
          </p:cNvCxnSpPr>
          <p:nvPr/>
        </p:nvCxnSpPr>
        <p:spPr bwMode="auto">
          <a:xfrm>
            <a:off x="3546897" y="5321685"/>
            <a:ext cx="3632113" cy="1191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" name="Straight Arrow Connector 123"/>
          <p:cNvCxnSpPr>
            <a:cxnSpLocks noChangeShapeType="1"/>
          </p:cNvCxnSpPr>
          <p:nvPr/>
        </p:nvCxnSpPr>
        <p:spPr bwMode="auto">
          <a:xfrm rot="10800000">
            <a:off x="4698638" y="5041596"/>
            <a:ext cx="819906" cy="1192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" name="Straight Arrow Connector 123"/>
          <p:cNvCxnSpPr>
            <a:cxnSpLocks noChangeShapeType="1"/>
          </p:cNvCxnSpPr>
          <p:nvPr/>
        </p:nvCxnSpPr>
        <p:spPr bwMode="auto">
          <a:xfrm rot="10800000">
            <a:off x="5820682" y="5023718"/>
            <a:ext cx="730812" cy="1191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" name="Straight Arrow Connector 123"/>
          <p:cNvCxnSpPr>
            <a:cxnSpLocks noChangeShapeType="1"/>
          </p:cNvCxnSpPr>
          <p:nvPr/>
        </p:nvCxnSpPr>
        <p:spPr bwMode="auto">
          <a:xfrm rot="10800000">
            <a:off x="6836848" y="5021335"/>
            <a:ext cx="730812" cy="1191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" name="Straight Arrow Connector 123"/>
          <p:cNvCxnSpPr>
            <a:cxnSpLocks noChangeShapeType="1"/>
          </p:cNvCxnSpPr>
          <p:nvPr/>
        </p:nvCxnSpPr>
        <p:spPr bwMode="auto">
          <a:xfrm rot="10800000">
            <a:off x="2493288" y="5060665"/>
            <a:ext cx="730812" cy="1192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" name="Straight Arrow Connector 123"/>
          <p:cNvCxnSpPr>
            <a:cxnSpLocks noChangeShapeType="1"/>
          </p:cNvCxnSpPr>
          <p:nvPr/>
        </p:nvCxnSpPr>
        <p:spPr bwMode="auto">
          <a:xfrm rot="10800000">
            <a:off x="2927125" y="5321685"/>
            <a:ext cx="268568" cy="1191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4" name="Line 150"/>
          <p:cNvSpPr>
            <a:spLocks noChangeShapeType="1"/>
          </p:cNvSpPr>
          <p:nvPr/>
        </p:nvSpPr>
        <p:spPr bwMode="auto">
          <a:xfrm>
            <a:off x="2923251" y="5051131"/>
            <a:ext cx="0" cy="270554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45" name="Oval 102"/>
          <p:cNvSpPr>
            <a:spLocks noChangeArrowheads="1"/>
          </p:cNvSpPr>
          <p:nvPr/>
        </p:nvSpPr>
        <p:spPr bwMode="auto">
          <a:xfrm>
            <a:off x="2844489" y="4971276"/>
            <a:ext cx="154943" cy="162094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71904" tIns="35953" rIns="71904" bIns="35953" anchor="ctr"/>
          <a:lstStyle/>
          <a:p>
            <a:endParaRPr lang="en-US" altLang="ko-KR"/>
          </a:p>
        </p:txBody>
      </p:sp>
      <p:sp>
        <p:nvSpPr>
          <p:cNvPr id="46" name="Line 150"/>
          <p:cNvSpPr>
            <a:spLocks noChangeShapeType="1"/>
          </p:cNvSpPr>
          <p:nvPr/>
        </p:nvSpPr>
        <p:spPr bwMode="auto">
          <a:xfrm>
            <a:off x="7179009" y="5051131"/>
            <a:ext cx="0" cy="270554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47" name="Oval 102"/>
          <p:cNvSpPr>
            <a:spLocks noChangeArrowheads="1"/>
          </p:cNvSpPr>
          <p:nvPr/>
        </p:nvSpPr>
        <p:spPr bwMode="auto">
          <a:xfrm>
            <a:off x="7098956" y="4942671"/>
            <a:ext cx="154943" cy="162094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71904" tIns="35953" rIns="71904" bIns="35953" anchor="ctr"/>
          <a:lstStyle/>
          <a:p>
            <a:endParaRPr lang="en-US" altLang="ko-KR"/>
          </a:p>
        </p:txBody>
      </p:sp>
      <p:sp>
        <p:nvSpPr>
          <p:cNvPr id="48" name="Line 150"/>
          <p:cNvSpPr>
            <a:spLocks noChangeShapeType="1"/>
          </p:cNvSpPr>
          <p:nvPr/>
        </p:nvSpPr>
        <p:spPr bwMode="auto">
          <a:xfrm>
            <a:off x="5070498" y="4618484"/>
            <a:ext cx="0" cy="432647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49" name="Rectangle 211"/>
          <p:cNvSpPr>
            <a:spLocks noChangeArrowheads="1"/>
          </p:cNvSpPr>
          <p:nvPr/>
        </p:nvSpPr>
        <p:spPr bwMode="auto">
          <a:xfrm>
            <a:off x="4835504" y="4347930"/>
            <a:ext cx="468701" cy="250292"/>
          </a:xfrm>
          <a:prstGeom prst="rect">
            <a:avLst/>
          </a:prstGeom>
          <a:solidFill>
            <a:srgbClr val="7030A0">
              <a:alpha val="78822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95770" tIns="47885" rIns="95770" bIns="47885" anchor="ctr"/>
          <a:lstStyle/>
          <a:p>
            <a:pPr algn="ctr"/>
            <a:r>
              <a:rPr lang="en-US" altLang="ko-KR" sz="1200" b="1"/>
              <a:t>RT</a:t>
            </a:r>
          </a:p>
        </p:txBody>
      </p:sp>
      <p:sp>
        <p:nvSpPr>
          <p:cNvPr id="50" name="Oval 102"/>
          <p:cNvSpPr>
            <a:spLocks noChangeArrowheads="1"/>
          </p:cNvSpPr>
          <p:nvPr/>
        </p:nvSpPr>
        <p:spPr bwMode="auto">
          <a:xfrm>
            <a:off x="4994318" y="4952206"/>
            <a:ext cx="154943" cy="162094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71904" tIns="35953" rIns="71904" bIns="35953" anchor="ctr"/>
          <a:lstStyle/>
          <a:p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95948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8"/>
          <p:cNvSpPr txBox="1">
            <a:spLocks noChangeArrowheads="1"/>
          </p:cNvSpPr>
          <p:nvPr/>
        </p:nvSpPr>
        <p:spPr bwMode="auto">
          <a:xfrm>
            <a:off x="0" y="1511286"/>
            <a:ext cx="9906000" cy="743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764" tIns="47882" rIns="95764" bIns="47882">
            <a:spAutoFit/>
          </a:bodyPr>
          <a:lstStyle>
            <a:lvl1pPr defTabSz="121761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121761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121761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121761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1217613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/>
            <a:r>
              <a:rPr lang="en-US" altLang="ko-KR" sz="4200" b="1"/>
              <a:t>Married Pair</a:t>
            </a:r>
            <a:endParaRPr lang="ko-KR" altLang="ko-KR"/>
          </a:p>
        </p:txBody>
      </p:sp>
      <p:sp>
        <p:nvSpPr>
          <p:cNvPr id="3" name="Rectangle 131"/>
          <p:cNvSpPr>
            <a:spLocks noChangeArrowheads="1"/>
          </p:cNvSpPr>
          <p:nvPr/>
        </p:nvSpPr>
        <p:spPr bwMode="auto">
          <a:xfrm>
            <a:off x="0" y="-713927"/>
            <a:ext cx="3327393" cy="47555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lIns="95764" tIns="47882" rIns="95764" bIns="47882" anchor="ctr"/>
          <a:lstStyle/>
          <a:p>
            <a:pPr algn="ctr" defTabSz="957640">
              <a:defRPr/>
            </a:pPr>
            <a:r>
              <a:rPr lang="en-US" altLang="ko-KR" dirty="0">
                <a:solidFill>
                  <a:schemeClr val="tx1"/>
                </a:solidFill>
              </a:rPr>
              <a:t>Diagram 5.1.5.12-B(117P)</a:t>
            </a:r>
            <a:endParaRPr lang="ko-KR" altLang="ko-KR" dirty="0">
              <a:solidFill>
                <a:schemeClr val="tx1"/>
              </a:solidFill>
            </a:endParaRPr>
          </a:p>
        </p:txBody>
      </p:sp>
      <p:sp>
        <p:nvSpPr>
          <p:cNvPr id="4" name="AutoShape 6"/>
          <p:cNvSpPr>
            <a:spLocks noChangeAspect="1" noChangeArrowheads="1" noTextEdit="1"/>
          </p:cNvSpPr>
          <p:nvPr/>
        </p:nvSpPr>
        <p:spPr bwMode="auto">
          <a:xfrm>
            <a:off x="497109" y="2856906"/>
            <a:ext cx="8911785" cy="34361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5" name="Freeform 8"/>
          <p:cNvSpPr>
            <a:spLocks/>
          </p:cNvSpPr>
          <p:nvPr/>
        </p:nvSpPr>
        <p:spPr bwMode="auto">
          <a:xfrm>
            <a:off x="4810971" y="5395582"/>
            <a:ext cx="132993" cy="50059"/>
          </a:xfrm>
          <a:custGeom>
            <a:avLst/>
            <a:gdLst>
              <a:gd name="T0" fmla="*/ 0 w 308"/>
              <a:gd name="T1" fmla="*/ 0 h 128"/>
              <a:gd name="T2" fmla="*/ 1127603 w 308"/>
              <a:gd name="T3" fmla="*/ 4069779 h 128"/>
              <a:gd name="T4" fmla="*/ 2818476 w 308"/>
              <a:gd name="T5" fmla="*/ 8411468 h 128"/>
              <a:gd name="T6" fmla="*/ 4509349 w 308"/>
              <a:gd name="T7" fmla="*/ 12209859 h 128"/>
              <a:gd name="T8" fmla="*/ 6764023 w 308"/>
              <a:gd name="T9" fmla="*/ 15737384 h 128"/>
              <a:gd name="T10" fmla="*/ 9300598 w 308"/>
              <a:gd name="T11" fmla="*/ 18722132 h 128"/>
              <a:gd name="T12" fmla="*/ 11837173 w 308"/>
              <a:gd name="T13" fmla="*/ 21978268 h 128"/>
              <a:gd name="T14" fmla="*/ 15219450 w 308"/>
              <a:gd name="T15" fmla="*/ 24963016 h 128"/>
              <a:gd name="T16" fmla="*/ 18601727 w 308"/>
              <a:gd name="T17" fmla="*/ 27404988 h 128"/>
              <a:gd name="T18" fmla="*/ 22265374 w 308"/>
              <a:gd name="T19" fmla="*/ 29304183 h 128"/>
              <a:gd name="T20" fmla="*/ 25929552 w 308"/>
              <a:gd name="T21" fmla="*/ 31203379 h 128"/>
              <a:gd name="T22" fmla="*/ 29875099 w 308"/>
              <a:gd name="T23" fmla="*/ 32831708 h 128"/>
              <a:gd name="T24" fmla="*/ 34102547 w 308"/>
              <a:gd name="T25" fmla="*/ 33645351 h 128"/>
              <a:gd name="T26" fmla="*/ 38330526 w 308"/>
              <a:gd name="T27" fmla="*/ 34459515 h 128"/>
              <a:gd name="T28" fmla="*/ 42557974 w 308"/>
              <a:gd name="T29" fmla="*/ 34730903 h 128"/>
              <a:gd name="T30" fmla="*/ 47067323 w 308"/>
              <a:gd name="T31" fmla="*/ 34730903 h 128"/>
              <a:gd name="T32" fmla="*/ 51576672 w 308"/>
              <a:gd name="T33" fmla="*/ 34188127 h 128"/>
              <a:gd name="T34" fmla="*/ 58059325 w 308"/>
              <a:gd name="T35" fmla="*/ 32560320 h 128"/>
              <a:gd name="T36" fmla="*/ 64259547 w 308"/>
              <a:gd name="T37" fmla="*/ 29846960 h 128"/>
              <a:gd name="T38" fmla="*/ 69614598 w 308"/>
              <a:gd name="T39" fmla="*/ 26319435 h 128"/>
              <a:gd name="T40" fmla="*/ 74687748 w 308"/>
              <a:gd name="T41" fmla="*/ 22249656 h 128"/>
              <a:gd name="T42" fmla="*/ 78915196 w 308"/>
              <a:gd name="T43" fmla="*/ 17636579 h 128"/>
              <a:gd name="T44" fmla="*/ 82579374 w 308"/>
              <a:gd name="T45" fmla="*/ 12209859 h 128"/>
              <a:gd name="T46" fmla="*/ 85115949 w 308"/>
              <a:gd name="T47" fmla="*/ 6512272 h 128"/>
              <a:gd name="T48" fmla="*/ 86806822 w 308"/>
              <a:gd name="T49" fmla="*/ 0 h 128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308"/>
              <a:gd name="T76" fmla="*/ 0 h 128"/>
              <a:gd name="T77" fmla="*/ 308 w 308"/>
              <a:gd name="T78" fmla="*/ 128 h 128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308" h="128">
                <a:moveTo>
                  <a:pt x="0" y="0"/>
                </a:moveTo>
                <a:lnTo>
                  <a:pt x="4" y="15"/>
                </a:lnTo>
                <a:lnTo>
                  <a:pt x="10" y="31"/>
                </a:lnTo>
                <a:lnTo>
                  <a:pt x="16" y="45"/>
                </a:lnTo>
                <a:lnTo>
                  <a:pt x="24" y="58"/>
                </a:lnTo>
                <a:lnTo>
                  <a:pt x="33" y="69"/>
                </a:lnTo>
                <a:lnTo>
                  <a:pt x="42" y="81"/>
                </a:lnTo>
                <a:lnTo>
                  <a:pt x="54" y="92"/>
                </a:lnTo>
                <a:lnTo>
                  <a:pt x="66" y="101"/>
                </a:lnTo>
                <a:lnTo>
                  <a:pt x="79" y="108"/>
                </a:lnTo>
                <a:lnTo>
                  <a:pt x="92" y="115"/>
                </a:lnTo>
                <a:lnTo>
                  <a:pt x="106" y="121"/>
                </a:lnTo>
                <a:lnTo>
                  <a:pt x="121" y="124"/>
                </a:lnTo>
                <a:lnTo>
                  <a:pt x="136" y="127"/>
                </a:lnTo>
                <a:lnTo>
                  <a:pt x="151" y="128"/>
                </a:lnTo>
                <a:lnTo>
                  <a:pt x="167" y="128"/>
                </a:lnTo>
                <a:lnTo>
                  <a:pt x="183" y="126"/>
                </a:lnTo>
                <a:lnTo>
                  <a:pt x="206" y="120"/>
                </a:lnTo>
                <a:lnTo>
                  <a:pt x="228" y="110"/>
                </a:lnTo>
                <a:lnTo>
                  <a:pt x="247" y="97"/>
                </a:lnTo>
                <a:lnTo>
                  <a:pt x="265" y="82"/>
                </a:lnTo>
                <a:lnTo>
                  <a:pt x="280" y="65"/>
                </a:lnTo>
                <a:lnTo>
                  <a:pt x="293" y="45"/>
                </a:lnTo>
                <a:lnTo>
                  <a:pt x="302" y="24"/>
                </a:lnTo>
                <a:lnTo>
                  <a:pt x="308" y="0"/>
                </a:lnTo>
              </a:path>
            </a:pathLst>
          </a:custGeom>
          <a:noFill/>
          <a:ln w="11113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6" name="Freeform 9"/>
          <p:cNvSpPr>
            <a:spLocks/>
          </p:cNvSpPr>
          <p:nvPr/>
        </p:nvSpPr>
        <p:spPr bwMode="auto">
          <a:xfrm>
            <a:off x="4810971" y="5313343"/>
            <a:ext cx="132993" cy="51251"/>
          </a:xfrm>
          <a:custGeom>
            <a:avLst/>
            <a:gdLst>
              <a:gd name="T0" fmla="*/ 0 w 308"/>
              <a:gd name="T1" fmla="*/ 0 h 128"/>
              <a:gd name="T2" fmla="*/ 1127603 w 308"/>
              <a:gd name="T3" fmla="*/ 4266438 h 128"/>
              <a:gd name="T4" fmla="*/ 2818476 w 308"/>
              <a:gd name="T5" fmla="*/ 8816593 h 128"/>
              <a:gd name="T6" fmla="*/ 4509349 w 308"/>
              <a:gd name="T7" fmla="*/ 12798779 h 128"/>
              <a:gd name="T8" fmla="*/ 6764023 w 308"/>
              <a:gd name="T9" fmla="*/ 16496181 h 128"/>
              <a:gd name="T10" fmla="*/ 9300598 w 308"/>
              <a:gd name="T11" fmla="*/ 19624546 h 128"/>
              <a:gd name="T12" fmla="*/ 11837173 w 308"/>
              <a:gd name="T13" fmla="*/ 23037696 h 128"/>
              <a:gd name="T14" fmla="*/ 15219450 w 308"/>
              <a:gd name="T15" fmla="*/ 26166061 h 128"/>
              <a:gd name="T16" fmla="*/ 18601727 w 308"/>
              <a:gd name="T17" fmla="*/ 28725924 h 128"/>
              <a:gd name="T18" fmla="*/ 22265374 w 308"/>
              <a:gd name="T19" fmla="*/ 30716750 h 128"/>
              <a:gd name="T20" fmla="*/ 25929552 w 308"/>
              <a:gd name="T21" fmla="*/ 32707576 h 128"/>
              <a:gd name="T22" fmla="*/ 29875099 w 308"/>
              <a:gd name="T23" fmla="*/ 34414151 h 128"/>
              <a:gd name="T24" fmla="*/ 34102547 w 308"/>
              <a:gd name="T25" fmla="*/ 35267439 h 128"/>
              <a:gd name="T26" fmla="*/ 38330526 w 308"/>
              <a:gd name="T27" fmla="*/ 36120726 h 128"/>
              <a:gd name="T28" fmla="*/ 42557974 w 308"/>
              <a:gd name="T29" fmla="*/ 36404978 h 128"/>
              <a:gd name="T30" fmla="*/ 47067323 w 308"/>
              <a:gd name="T31" fmla="*/ 36404978 h 128"/>
              <a:gd name="T32" fmla="*/ 51576672 w 308"/>
              <a:gd name="T33" fmla="*/ 35835942 h 128"/>
              <a:gd name="T34" fmla="*/ 58059325 w 308"/>
              <a:gd name="T35" fmla="*/ 34129900 h 128"/>
              <a:gd name="T36" fmla="*/ 64259547 w 308"/>
              <a:gd name="T37" fmla="*/ 31285786 h 128"/>
              <a:gd name="T38" fmla="*/ 69614598 w 308"/>
              <a:gd name="T39" fmla="*/ 27588385 h 128"/>
              <a:gd name="T40" fmla="*/ 74687748 w 308"/>
              <a:gd name="T41" fmla="*/ 23321947 h 128"/>
              <a:gd name="T42" fmla="*/ 78915196 w 308"/>
              <a:gd name="T43" fmla="*/ 18487007 h 128"/>
              <a:gd name="T44" fmla="*/ 82579374 w 308"/>
              <a:gd name="T45" fmla="*/ 12798779 h 128"/>
              <a:gd name="T46" fmla="*/ 85115949 w 308"/>
              <a:gd name="T47" fmla="*/ 6825767 h 128"/>
              <a:gd name="T48" fmla="*/ 86806822 w 308"/>
              <a:gd name="T49" fmla="*/ 0 h 128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w 308"/>
              <a:gd name="T76" fmla="*/ 0 h 128"/>
              <a:gd name="T77" fmla="*/ 308 w 308"/>
              <a:gd name="T78" fmla="*/ 128 h 128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T75" t="T76" r="T77" b="T78"/>
            <a:pathLst>
              <a:path w="308" h="128">
                <a:moveTo>
                  <a:pt x="0" y="0"/>
                </a:moveTo>
                <a:lnTo>
                  <a:pt x="4" y="15"/>
                </a:lnTo>
                <a:lnTo>
                  <a:pt x="10" y="31"/>
                </a:lnTo>
                <a:lnTo>
                  <a:pt x="16" y="45"/>
                </a:lnTo>
                <a:lnTo>
                  <a:pt x="24" y="58"/>
                </a:lnTo>
                <a:lnTo>
                  <a:pt x="33" y="69"/>
                </a:lnTo>
                <a:lnTo>
                  <a:pt x="42" y="81"/>
                </a:lnTo>
                <a:lnTo>
                  <a:pt x="54" y="92"/>
                </a:lnTo>
                <a:lnTo>
                  <a:pt x="66" y="101"/>
                </a:lnTo>
                <a:lnTo>
                  <a:pt x="79" y="108"/>
                </a:lnTo>
                <a:lnTo>
                  <a:pt x="92" y="115"/>
                </a:lnTo>
                <a:lnTo>
                  <a:pt x="106" y="121"/>
                </a:lnTo>
                <a:lnTo>
                  <a:pt x="121" y="124"/>
                </a:lnTo>
                <a:lnTo>
                  <a:pt x="136" y="127"/>
                </a:lnTo>
                <a:lnTo>
                  <a:pt x="151" y="128"/>
                </a:lnTo>
                <a:lnTo>
                  <a:pt x="167" y="128"/>
                </a:lnTo>
                <a:lnTo>
                  <a:pt x="183" y="126"/>
                </a:lnTo>
                <a:lnTo>
                  <a:pt x="206" y="120"/>
                </a:lnTo>
                <a:lnTo>
                  <a:pt x="228" y="110"/>
                </a:lnTo>
                <a:lnTo>
                  <a:pt x="247" y="97"/>
                </a:lnTo>
                <a:lnTo>
                  <a:pt x="265" y="82"/>
                </a:lnTo>
                <a:lnTo>
                  <a:pt x="280" y="65"/>
                </a:lnTo>
                <a:lnTo>
                  <a:pt x="293" y="45"/>
                </a:lnTo>
                <a:lnTo>
                  <a:pt x="302" y="24"/>
                </a:lnTo>
                <a:lnTo>
                  <a:pt x="308" y="0"/>
                </a:lnTo>
              </a:path>
            </a:pathLst>
          </a:custGeom>
          <a:noFill/>
          <a:ln w="11113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7" name="Line 10"/>
          <p:cNvSpPr>
            <a:spLocks noChangeShapeType="1"/>
          </p:cNvSpPr>
          <p:nvPr/>
        </p:nvSpPr>
        <p:spPr bwMode="auto">
          <a:xfrm flipH="1">
            <a:off x="1261493" y="5313342"/>
            <a:ext cx="938694" cy="13111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8" name="Line 11"/>
          <p:cNvSpPr>
            <a:spLocks noChangeShapeType="1"/>
          </p:cNvSpPr>
          <p:nvPr/>
        </p:nvSpPr>
        <p:spPr bwMode="auto">
          <a:xfrm flipH="1">
            <a:off x="2200187" y="5315725"/>
            <a:ext cx="171729" cy="0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9" name="Line 12"/>
          <p:cNvSpPr>
            <a:spLocks noChangeShapeType="1"/>
          </p:cNvSpPr>
          <p:nvPr/>
        </p:nvSpPr>
        <p:spPr bwMode="auto">
          <a:xfrm>
            <a:off x="2526858" y="5315725"/>
            <a:ext cx="455789" cy="0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0" name="Line 13"/>
          <p:cNvSpPr>
            <a:spLocks noChangeShapeType="1"/>
          </p:cNvSpPr>
          <p:nvPr/>
        </p:nvSpPr>
        <p:spPr bwMode="auto">
          <a:xfrm flipV="1">
            <a:off x="3136298" y="5313342"/>
            <a:ext cx="923199" cy="2384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1" name="Line 14"/>
          <p:cNvSpPr>
            <a:spLocks noChangeShapeType="1"/>
          </p:cNvSpPr>
          <p:nvPr/>
        </p:nvSpPr>
        <p:spPr bwMode="auto">
          <a:xfrm>
            <a:off x="4059499" y="5315725"/>
            <a:ext cx="121372" cy="0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2" name="Freeform 15"/>
          <p:cNvSpPr>
            <a:spLocks/>
          </p:cNvSpPr>
          <p:nvPr/>
        </p:nvSpPr>
        <p:spPr bwMode="auto">
          <a:xfrm>
            <a:off x="2371916" y="5295464"/>
            <a:ext cx="43901" cy="40524"/>
          </a:xfrm>
          <a:custGeom>
            <a:avLst/>
            <a:gdLst>
              <a:gd name="T0" fmla="*/ 0 w 102"/>
              <a:gd name="T1" fmla="*/ 14279794 h 103"/>
              <a:gd name="T2" fmla="*/ 279929 w 102"/>
              <a:gd name="T3" fmla="*/ 11258766 h 103"/>
              <a:gd name="T4" fmla="*/ 840317 w 102"/>
              <a:gd name="T5" fmla="*/ 8787444 h 103"/>
              <a:gd name="T6" fmla="*/ 2239963 w 102"/>
              <a:gd name="T7" fmla="*/ 6590714 h 103"/>
              <a:gd name="T8" fmla="*/ 3920067 w 102"/>
              <a:gd name="T9" fmla="*/ 4393460 h 103"/>
              <a:gd name="T10" fmla="*/ 6160558 w 102"/>
              <a:gd name="T11" fmla="*/ 2745913 h 103"/>
              <a:gd name="T12" fmla="*/ 8400521 w 102"/>
              <a:gd name="T13" fmla="*/ 1372956 h 103"/>
              <a:gd name="T14" fmla="*/ 11480800 w 102"/>
              <a:gd name="T15" fmla="*/ 549183 h 103"/>
              <a:gd name="T16" fmla="*/ 14000692 w 102"/>
              <a:gd name="T17" fmla="*/ 0 h 103"/>
              <a:gd name="T18" fmla="*/ 17080971 w 102"/>
              <a:gd name="T19" fmla="*/ 549183 h 103"/>
              <a:gd name="T20" fmla="*/ 19601392 w 102"/>
              <a:gd name="T21" fmla="*/ 1372956 h 103"/>
              <a:gd name="T22" fmla="*/ 22401213 w 102"/>
              <a:gd name="T23" fmla="*/ 2745913 h 103"/>
              <a:gd name="T24" fmla="*/ 24361775 w 102"/>
              <a:gd name="T25" fmla="*/ 4393460 h 103"/>
              <a:gd name="T26" fmla="*/ 26321808 w 102"/>
              <a:gd name="T27" fmla="*/ 6590714 h 103"/>
              <a:gd name="T28" fmla="*/ 27441525 w 102"/>
              <a:gd name="T29" fmla="*/ 8787444 h 103"/>
              <a:gd name="T30" fmla="*/ 28281842 w 102"/>
              <a:gd name="T31" fmla="*/ 11258766 h 103"/>
              <a:gd name="T32" fmla="*/ 28561771 w 102"/>
              <a:gd name="T33" fmla="*/ 14279794 h 103"/>
              <a:gd name="T34" fmla="*/ 28561771 w 102"/>
              <a:gd name="T35" fmla="*/ 14279794 h 103"/>
              <a:gd name="T36" fmla="*/ 28281842 w 102"/>
              <a:gd name="T37" fmla="*/ 17025706 h 103"/>
              <a:gd name="T38" fmla="*/ 27441525 w 102"/>
              <a:gd name="T39" fmla="*/ 19771619 h 103"/>
              <a:gd name="T40" fmla="*/ 26321808 w 102"/>
              <a:gd name="T41" fmla="*/ 22242940 h 103"/>
              <a:gd name="T42" fmla="*/ 24361775 w 102"/>
              <a:gd name="T43" fmla="*/ 24165603 h 103"/>
              <a:gd name="T44" fmla="*/ 22401213 w 102"/>
              <a:gd name="T45" fmla="*/ 25813151 h 103"/>
              <a:gd name="T46" fmla="*/ 19601392 w 102"/>
              <a:gd name="T47" fmla="*/ 27186107 h 103"/>
              <a:gd name="T48" fmla="*/ 17080971 w 102"/>
              <a:gd name="T49" fmla="*/ 28009881 h 103"/>
              <a:gd name="T50" fmla="*/ 14000692 w 102"/>
              <a:gd name="T51" fmla="*/ 28284472 h 103"/>
              <a:gd name="T52" fmla="*/ 11480800 w 102"/>
              <a:gd name="T53" fmla="*/ 28009881 h 103"/>
              <a:gd name="T54" fmla="*/ 8400521 w 102"/>
              <a:gd name="T55" fmla="*/ 27186107 h 103"/>
              <a:gd name="T56" fmla="*/ 6160558 w 102"/>
              <a:gd name="T57" fmla="*/ 25813151 h 103"/>
              <a:gd name="T58" fmla="*/ 3920067 w 102"/>
              <a:gd name="T59" fmla="*/ 24165603 h 103"/>
              <a:gd name="T60" fmla="*/ 2239963 w 102"/>
              <a:gd name="T61" fmla="*/ 22242940 h 103"/>
              <a:gd name="T62" fmla="*/ 840317 w 102"/>
              <a:gd name="T63" fmla="*/ 19771619 h 103"/>
              <a:gd name="T64" fmla="*/ 279929 w 102"/>
              <a:gd name="T65" fmla="*/ 17025706 h 103"/>
              <a:gd name="T66" fmla="*/ 0 w 102"/>
              <a:gd name="T67" fmla="*/ 14279794 h 10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3"/>
              <a:gd name="T104" fmla="*/ 102 w 102"/>
              <a:gd name="T105" fmla="*/ 103 h 10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3">
                <a:moveTo>
                  <a:pt x="0" y="52"/>
                </a:moveTo>
                <a:lnTo>
                  <a:pt x="1" y="41"/>
                </a:lnTo>
                <a:lnTo>
                  <a:pt x="3" y="32"/>
                </a:lnTo>
                <a:lnTo>
                  <a:pt x="8" y="24"/>
                </a:lnTo>
                <a:lnTo>
                  <a:pt x="14" y="16"/>
                </a:lnTo>
                <a:lnTo>
                  <a:pt x="22" y="10"/>
                </a:lnTo>
                <a:lnTo>
                  <a:pt x="30" y="5"/>
                </a:lnTo>
                <a:lnTo>
                  <a:pt x="41" y="2"/>
                </a:lnTo>
                <a:lnTo>
                  <a:pt x="50" y="0"/>
                </a:lnTo>
                <a:lnTo>
                  <a:pt x="61" y="2"/>
                </a:lnTo>
                <a:lnTo>
                  <a:pt x="70" y="5"/>
                </a:lnTo>
                <a:lnTo>
                  <a:pt x="80" y="10"/>
                </a:lnTo>
                <a:lnTo>
                  <a:pt x="87" y="16"/>
                </a:lnTo>
                <a:lnTo>
                  <a:pt x="94" y="24"/>
                </a:lnTo>
                <a:lnTo>
                  <a:pt x="98" y="32"/>
                </a:lnTo>
                <a:lnTo>
                  <a:pt x="101" y="41"/>
                </a:lnTo>
                <a:lnTo>
                  <a:pt x="102" y="52"/>
                </a:lnTo>
                <a:lnTo>
                  <a:pt x="101" y="62"/>
                </a:lnTo>
                <a:lnTo>
                  <a:pt x="98" y="72"/>
                </a:lnTo>
                <a:lnTo>
                  <a:pt x="94" y="81"/>
                </a:lnTo>
                <a:lnTo>
                  <a:pt x="87" y="88"/>
                </a:lnTo>
                <a:lnTo>
                  <a:pt x="80" y="94"/>
                </a:lnTo>
                <a:lnTo>
                  <a:pt x="70" y="99"/>
                </a:lnTo>
                <a:lnTo>
                  <a:pt x="61" y="102"/>
                </a:lnTo>
                <a:lnTo>
                  <a:pt x="50" y="103"/>
                </a:lnTo>
                <a:lnTo>
                  <a:pt x="41" y="102"/>
                </a:lnTo>
                <a:lnTo>
                  <a:pt x="30" y="99"/>
                </a:lnTo>
                <a:lnTo>
                  <a:pt x="22" y="94"/>
                </a:lnTo>
                <a:lnTo>
                  <a:pt x="14" y="88"/>
                </a:lnTo>
                <a:lnTo>
                  <a:pt x="8" y="81"/>
                </a:lnTo>
                <a:lnTo>
                  <a:pt x="3" y="72"/>
                </a:lnTo>
                <a:lnTo>
                  <a:pt x="1" y="62"/>
                </a:lnTo>
                <a:lnTo>
                  <a:pt x="0" y="52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3" name="Freeform 16"/>
          <p:cNvSpPr>
            <a:spLocks/>
          </p:cNvSpPr>
          <p:nvPr/>
        </p:nvSpPr>
        <p:spPr bwMode="auto">
          <a:xfrm>
            <a:off x="2371916" y="5295464"/>
            <a:ext cx="43901" cy="40524"/>
          </a:xfrm>
          <a:custGeom>
            <a:avLst/>
            <a:gdLst>
              <a:gd name="T0" fmla="*/ 0 w 102"/>
              <a:gd name="T1" fmla="*/ 14279794 h 103"/>
              <a:gd name="T2" fmla="*/ 279929 w 102"/>
              <a:gd name="T3" fmla="*/ 11258766 h 103"/>
              <a:gd name="T4" fmla="*/ 840317 w 102"/>
              <a:gd name="T5" fmla="*/ 8787444 h 103"/>
              <a:gd name="T6" fmla="*/ 2239963 w 102"/>
              <a:gd name="T7" fmla="*/ 6590714 h 103"/>
              <a:gd name="T8" fmla="*/ 3920067 w 102"/>
              <a:gd name="T9" fmla="*/ 4393460 h 103"/>
              <a:gd name="T10" fmla="*/ 6160558 w 102"/>
              <a:gd name="T11" fmla="*/ 2745913 h 103"/>
              <a:gd name="T12" fmla="*/ 8400521 w 102"/>
              <a:gd name="T13" fmla="*/ 1372956 h 103"/>
              <a:gd name="T14" fmla="*/ 11480800 w 102"/>
              <a:gd name="T15" fmla="*/ 549183 h 103"/>
              <a:gd name="T16" fmla="*/ 14000692 w 102"/>
              <a:gd name="T17" fmla="*/ 0 h 103"/>
              <a:gd name="T18" fmla="*/ 17080971 w 102"/>
              <a:gd name="T19" fmla="*/ 549183 h 103"/>
              <a:gd name="T20" fmla="*/ 19601392 w 102"/>
              <a:gd name="T21" fmla="*/ 1372956 h 103"/>
              <a:gd name="T22" fmla="*/ 22401213 w 102"/>
              <a:gd name="T23" fmla="*/ 2745913 h 103"/>
              <a:gd name="T24" fmla="*/ 24361775 w 102"/>
              <a:gd name="T25" fmla="*/ 4393460 h 103"/>
              <a:gd name="T26" fmla="*/ 26321808 w 102"/>
              <a:gd name="T27" fmla="*/ 6590714 h 103"/>
              <a:gd name="T28" fmla="*/ 27441525 w 102"/>
              <a:gd name="T29" fmla="*/ 8787444 h 103"/>
              <a:gd name="T30" fmla="*/ 28281842 w 102"/>
              <a:gd name="T31" fmla="*/ 11258766 h 103"/>
              <a:gd name="T32" fmla="*/ 28561771 w 102"/>
              <a:gd name="T33" fmla="*/ 14279794 h 103"/>
              <a:gd name="T34" fmla="*/ 28561771 w 102"/>
              <a:gd name="T35" fmla="*/ 14279794 h 103"/>
              <a:gd name="T36" fmla="*/ 28281842 w 102"/>
              <a:gd name="T37" fmla="*/ 17025706 h 103"/>
              <a:gd name="T38" fmla="*/ 27441525 w 102"/>
              <a:gd name="T39" fmla="*/ 19771619 h 103"/>
              <a:gd name="T40" fmla="*/ 26321808 w 102"/>
              <a:gd name="T41" fmla="*/ 22242940 h 103"/>
              <a:gd name="T42" fmla="*/ 24361775 w 102"/>
              <a:gd name="T43" fmla="*/ 24165603 h 103"/>
              <a:gd name="T44" fmla="*/ 22401213 w 102"/>
              <a:gd name="T45" fmla="*/ 25813151 h 103"/>
              <a:gd name="T46" fmla="*/ 19601392 w 102"/>
              <a:gd name="T47" fmla="*/ 27186107 h 103"/>
              <a:gd name="T48" fmla="*/ 17080971 w 102"/>
              <a:gd name="T49" fmla="*/ 28009881 h 103"/>
              <a:gd name="T50" fmla="*/ 14000692 w 102"/>
              <a:gd name="T51" fmla="*/ 28284472 h 103"/>
              <a:gd name="T52" fmla="*/ 11480800 w 102"/>
              <a:gd name="T53" fmla="*/ 28009881 h 103"/>
              <a:gd name="T54" fmla="*/ 8400521 w 102"/>
              <a:gd name="T55" fmla="*/ 27186107 h 103"/>
              <a:gd name="T56" fmla="*/ 6160558 w 102"/>
              <a:gd name="T57" fmla="*/ 25813151 h 103"/>
              <a:gd name="T58" fmla="*/ 3920067 w 102"/>
              <a:gd name="T59" fmla="*/ 24165603 h 103"/>
              <a:gd name="T60" fmla="*/ 2239963 w 102"/>
              <a:gd name="T61" fmla="*/ 22242940 h 103"/>
              <a:gd name="T62" fmla="*/ 840317 w 102"/>
              <a:gd name="T63" fmla="*/ 19771619 h 103"/>
              <a:gd name="T64" fmla="*/ 279929 w 102"/>
              <a:gd name="T65" fmla="*/ 17025706 h 103"/>
              <a:gd name="T66" fmla="*/ 0 w 102"/>
              <a:gd name="T67" fmla="*/ 14279794 h 10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3"/>
              <a:gd name="T104" fmla="*/ 102 w 102"/>
              <a:gd name="T105" fmla="*/ 103 h 10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3">
                <a:moveTo>
                  <a:pt x="0" y="52"/>
                </a:moveTo>
                <a:lnTo>
                  <a:pt x="1" y="41"/>
                </a:lnTo>
                <a:lnTo>
                  <a:pt x="3" y="32"/>
                </a:lnTo>
                <a:lnTo>
                  <a:pt x="8" y="24"/>
                </a:lnTo>
                <a:lnTo>
                  <a:pt x="14" y="16"/>
                </a:lnTo>
                <a:lnTo>
                  <a:pt x="22" y="10"/>
                </a:lnTo>
                <a:lnTo>
                  <a:pt x="30" y="5"/>
                </a:lnTo>
                <a:lnTo>
                  <a:pt x="41" y="2"/>
                </a:lnTo>
                <a:lnTo>
                  <a:pt x="50" y="0"/>
                </a:lnTo>
                <a:lnTo>
                  <a:pt x="61" y="2"/>
                </a:lnTo>
                <a:lnTo>
                  <a:pt x="70" y="5"/>
                </a:lnTo>
                <a:lnTo>
                  <a:pt x="80" y="10"/>
                </a:lnTo>
                <a:lnTo>
                  <a:pt x="87" y="16"/>
                </a:lnTo>
                <a:lnTo>
                  <a:pt x="94" y="24"/>
                </a:lnTo>
                <a:lnTo>
                  <a:pt x="98" y="32"/>
                </a:lnTo>
                <a:lnTo>
                  <a:pt x="101" y="41"/>
                </a:lnTo>
                <a:lnTo>
                  <a:pt x="102" y="52"/>
                </a:lnTo>
                <a:lnTo>
                  <a:pt x="101" y="62"/>
                </a:lnTo>
                <a:lnTo>
                  <a:pt x="98" y="72"/>
                </a:lnTo>
                <a:lnTo>
                  <a:pt x="94" y="81"/>
                </a:lnTo>
                <a:lnTo>
                  <a:pt x="87" y="88"/>
                </a:lnTo>
                <a:lnTo>
                  <a:pt x="80" y="94"/>
                </a:lnTo>
                <a:lnTo>
                  <a:pt x="70" y="99"/>
                </a:lnTo>
                <a:lnTo>
                  <a:pt x="61" y="102"/>
                </a:lnTo>
                <a:lnTo>
                  <a:pt x="50" y="103"/>
                </a:lnTo>
                <a:lnTo>
                  <a:pt x="41" y="102"/>
                </a:lnTo>
                <a:lnTo>
                  <a:pt x="30" y="99"/>
                </a:lnTo>
                <a:lnTo>
                  <a:pt x="22" y="94"/>
                </a:lnTo>
                <a:lnTo>
                  <a:pt x="14" y="88"/>
                </a:lnTo>
                <a:lnTo>
                  <a:pt x="8" y="81"/>
                </a:lnTo>
                <a:lnTo>
                  <a:pt x="3" y="72"/>
                </a:lnTo>
                <a:lnTo>
                  <a:pt x="1" y="62"/>
                </a:lnTo>
                <a:lnTo>
                  <a:pt x="0" y="52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4" name="Freeform 17"/>
          <p:cNvSpPr>
            <a:spLocks/>
          </p:cNvSpPr>
          <p:nvPr/>
        </p:nvSpPr>
        <p:spPr bwMode="auto">
          <a:xfrm>
            <a:off x="2481666" y="5295464"/>
            <a:ext cx="45192" cy="40524"/>
          </a:xfrm>
          <a:custGeom>
            <a:avLst/>
            <a:gdLst>
              <a:gd name="T0" fmla="*/ 0 w 103"/>
              <a:gd name="T1" fmla="*/ 14279794 h 103"/>
              <a:gd name="T2" fmla="*/ 290762 w 103"/>
              <a:gd name="T3" fmla="*/ 11258766 h 103"/>
              <a:gd name="T4" fmla="*/ 1454887 w 103"/>
              <a:gd name="T5" fmla="*/ 8787444 h 103"/>
              <a:gd name="T6" fmla="*/ 2909775 w 103"/>
              <a:gd name="T7" fmla="*/ 6590714 h 103"/>
              <a:gd name="T8" fmla="*/ 4365202 w 103"/>
              <a:gd name="T9" fmla="*/ 4393460 h 103"/>
              <a:gd name="T10" fmla="*/ 6984215 w 103"/>
              <a:gd name="T11" fmla="*/ 2745913 h 103"/>
              <a:gd name="T12" fmla="*/ 9311927 w 103"/>
              <a:gd name="T13" fmla="*/ 1372956 h 103"/>
              <a:gd name="T14" fmla="*/ 11930940 w 103"/>
              <a:gd name="T15" fmla="*/ 549183 h 103"/>
              <a:gd name="T16" fmla="*/ 15132017 w 103"/>
              <a:gd name="T17" fmla="*/ 0 h 103"/>
              <a:gd name="T18" fmla="*/ 18042331 w 103"/>
              <a:gd name="T19" fmla="*/ 549183 h 103"/>
              <a:gd name="T20" fmla="*/ 20952106 w 103"/>
              <a:gd name="T21" fmla="*/ 1372956 h 103"/>
              <a:gd name="T22" fmla="*/ 23571119 w 103"/>
              <a:gd name="T23" fmla="*/ 2745913 h 103"/>
              <a:gd name="T24" fmla="*/ 25608070 w 103"/>
              <a:gd name="T25" fmla="*/ 4393460 h 103"/>
              <a:gd name="T26" fmla="*/ 27354258 w 103"/>
              <a:gd name="T27" fmla="*/ 6590714 h 103"/>
              <a:gd name="T28" fmla="*/ 28809146 w 103"/>
              <a:gd name="T29" fmla="*/ 8787444 h 103"/>
              <a:gd name="T30" fmla="*/ 29682510 w 103"/>
              <a:gd name="T31" fmla="*/ 11258766 h 103"/>
              <a:gd name="T32" fmla="*/ 29973272 w 103"/>
              <a:gd name="T33" fmla="*/ 14279794 h 103"/>
              <a:gd name="T34" fmla="*/ 29973272 w 103"/>
              <a:gd name="T35" fmla="*/ 14279794 h 103"/>
              <a:gd name="T36" fmla="*/ 29682510 w 103"/>
              <a:gd name="T37" fmla="*/ 17025706 h 103"/>
              <a:gd name="T38" fmla="*/ 28809146 w 103"/>
              <a:gd name="T39" fmla="*/ 19771619 h 103"/>
              <a:gd name="T40" fmla="*/ 27354258 w 103"/>
              <a:gd name="T41" fmla="*/ 22242940 h 103"/>
              <a:gd name="T42" fmla="*/ 25608070 w 103"/>
              <a:gd name="T43" fmla="*/ 24165603 h 103"/>
              <a:gd name="T44" fmla="*/ 23571119 w 103"/>
              <a:gd name="T45" fmla="*/ 25813151 h 103"/>
              <a:gd name="T46" fmla="*/ 20952106 w 103"/>
              <a:gd name="T47" fmla="*/ 27186107 h 103"/>
              <a:gd name="T48" fmla="*/ 18042331 w 103"/>
              <a:gd name="T49" fmla="*/ 28009881 h 103"/>
              <a:gd name="T50" fmla="*/ 15132017 w 103"/>
              <a:gd name="T51" fmla="*/ 28284472 h 103"/>
              <a:gd name="T52" fmla="*/ 11930940 w 103"/>
              <a:gd name="T53" fmla="*/ 28009881 h 103"/>
              <a:gd name="T54" fmla="*/ 9311927 w 103"/>
              <a:gd name="T55" fmla="*/ 27186107 h 103"/>
              <a:gd name="T56" fmla="*/ 6984215 w 103"/>
              <a:gd name="T57" fmla="*/ 25813151 h 103"/>
              <a:gd name="T58" fmla="*/ 4365202 w 103"/>
              <a:gd name="T59" fmla="*/ 24165603 h 103"/>
              <a:gd name="T60" fmla="*/ 2909775 w 103"/>
              <a:gd name="T61" fmla="*/ 22242940 h 103"/>
              <a:gd name="T62" fmla="*/ 1454887 w 103"/>
              <a:gd name="T63" fmla="*/ 19771619 h 103"/>
              <a:gd name="T64" fmla="*/ 290762 w 103"/>
              <a:gd name="T65" fmla="*/ 17025706 h 103"/>
              <a:gd name="T66" fmla="*/ 0 w 103"/>
              <a:gd name="T67" fmla="*/ 14279794 h 10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3"/>
              <a:gd name="T103" fmla="*/ 0 h 103"/>
              <a:gd name="T104" fmla="*/ 103 w 103"/>
              <a:gd name="T105" fmla="*/ 103 h 10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3" h="103">
                <a:moveTo>
                  <a:pt x="0" y="52"/>
                </a:moveTo>
                <a:lnTo>
                  <a:pt x="1" y="41"/>
                </a:lnTo>
                <a:lnTo>
                  <a:pt x="5" y="32"/>
                </a:lnTo>
                <a:lnTo>
                  <a:pt x="10" y="24"/>
                </a:lnTo>
                <a:lnTo>
                  <a:pt x="15" y="16"/>
                </a:lnTo>
                <a:lnTo>
                  <a:pt x="24" y="10"/>
                </a:lnTo>
                <a:lnTo>
                  <a:pt x="32" y="5"/>
                </a:lnTo>
                <a:lnTo>
                  <a:pt x="41" y="2"/>
                </a:lnTo>
                <a:lnTo>
                  <a:pt x="52" y="0"/>
                </a:lnTo>
                <a:lnTo>
                  <a:pt x="62" y="2"/>
                </a:lnTo>
                <a:lnTo>
                  <a:pt x="72" y="5"/>
                </a:lnTo>
                <a:lnTo>
                  <a:pt x="81" y="10"/>
                </a:lnTo>
                <a:lnTo>
                  <a:pt x="88" y="16"/>
                </a:lnTo>
                <a:lnTo>
                  <a:pt x="94" y="24"/>
                </a:lnTo>
                <a:lnTo>
                  <a:pt x="99" y="32"/>
                </a:lnTo>
                <a:lnTo>
                  <a:pt x="102" y="41"/>
                </a:lnTo>
                <a:lnTo>
                  <a:pt x="103" y="52"/>
                </a:lnTo>
                <a:lnTo>
                  <a:pt x="102" y="62"/>
                </a:lnTo>
                <a:lnTo>
                  <a:pt x="99" y="72"/>
                </a:lnTo>
                <a:lnTo>
                  <a:pt x="94" y="81"/>
                </a:lnTo>
                <a:lnTo>
                  <a:pt x="88" y="88"/>
                </a:lnTo>
                <a:lnTo>
                  <a:pt x="81" y="94"/>
                </a:lnTo>
                <a:lnTo>
                  <a:pt x="72" y="99"/>
                </a:lnTo>
                <a:lnTo>
                  <a:pt x="62" y="102"/>
                </a:lnTo>
                <a:lnTo>
                  <a:pt x="52" y="103"/>
                </a:lnTo>
                <a:lnTo>
                  <a:pt x="41" y="102"/>
                </a:lnTo>
                <a:lnTo>
                  <a:pt x="32" y="99"/>
                </a:lnTo>
                <a:lnTo>
                  <a:pt x="24" y="94"/>
                </a:lnTo>
                <a:lnTo>
                  <a:pt x="15" y="88"/>
                </a:lnTo>
                <a:lnTo>
                  <a:pt x="10" y="81"/>
                </a:lnTo>
                <a:lnTo>
                  <a:pt x="5" y="72"/>
                </a:lnTo>
                <a:lnTo>
                  <a:pt x="1" y="62"/>
                </a:lnTo>
                <a:lnTo>
                  <a:pt x="0" y="52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5" name="Freeform 18"/>
          <p:cNvSpPr>
            <a:spLocks/>
          </p:cNvSpPr>
          <p:nvPr/>
        </p:nvSpPr>
        <p:spPr bwMode="auto">
          <a:xfrm>
            <a:off x="2481666" y="5295464"/>
            <a:ext cx="45192" cy="40524"/>
          </a:xfrm>
          <a:custGeom>
            <a:avLst/>
            <a:gdLst>
              <a:gd name="T0" fmla="*/ 0 w 103"/>
              <a:gd name="T1" fmla="*/ 14279794 h 103"/>
              <a:gd name="T2" fmla="*/ 290762 w 103"/>
              <a:gd name="T3" fmla="*/ 11258766 h 103"/>
              <a:gd name="T4" fmla="*/ 1454887 w 103"/>
              <a:gd name="T5" fmla="*/ 8787444 h 103"/>
              <a:gd name="T6" fmla="*/ 2909775 w 103"/>
              <a:gd name="T7" fmla="*/ 6590714 h 103"/>
              <a:gd name="T8" fmla="*/ 4365202 w 103"/>
              <a:gd name="T9" fmla="*/ 4393460 h 103"/>
              <a:gd name="T10" fmla="*/ 6984215 w 103"/>
              <a:gd name="T11" fmla="*/ 2745913 h 103"/>
              <a:gd name="T12" fmla="*/ 9311927 w 103"/>
              <a:gd name="T13" fmla="*/ 1372956 h 103"/>
              <a:gd name="T14" fmla="*/ 11930940 w 103"/>
              <a:gd name="T15" fmla="*/ 549183 h 103"/>
              <a:gd name="T16" fmla="*/ 15132017 w 103"/>
              <a:gd name="T17" fmla="*/ 0 h 103"/>
              <a:gd name="T18" fmla="*/ 18042331 w 103"/>
              <a:gd name="T19" fmla="*/ 549183 h 103"/>
              <a:gd name="T20" fmla="*/ 20952106 w 103"/>
              <a:gd name="T21" fmla="*/ 1372956 h 103"/>
              <a:gd name="T22" fmla="*/ 23571119 w 103"/>
              <a:gd name="T23" fmla="*/ 2745913 h 103"/>
              <a:gd name="T24" fmla="*/ 25608070 w 103"/>
              <a:gd name="T25" fmla="*/ 4393460 h 103"/>
              <a:gd name="T26" fmla="*/ 27354258 w 103"/>
              <a:gd name="T27" fmla="*/ 6590714 h 103"/>
              <a:gd name="T28" fmla="*/ 28809146 w 103"/>
              <a:gd name="T29" fmla="*/ 8787444 h 103"/>
              <a:gd name="T30" fmla="*/ 29682510 w 103"/>
              <a:gd name="T31" fmla="*/ 11258766 h 103"/>
              <a:gd name="T32" fmla="*/ 29973272 w 103"/>
              <a:gd name="T33" fmla="*/ 14279794 h 103"/>
              <a:gd name="T34" fmla="*/ 29973272 w 103"/>
              <a:gd name="T35" fmla="*/ 14279794 h 103"/>
              <a:gd name="T36" fmla="*/ 29682510 w 103"/>
              <a:gd name="T37" fmla="*/ 17025706 h 103"/>
              <a:gd name="T38" fmla="*/ 28809146 w 103"/>
              <a:gd name="T39" fmla="*/ 19771619 h 103"/>
              <a:gd name="T40" fmla="*/ 27354258 w 103"/>
              <a:gd name="T41" fmla="*/ 22242940 h 103"/>
              <a:gd name="T42" fmla="*/ 25608070 w 103"/>
              <a:gd name="T43" fmla="*/ 24165603 h 103"/>
              <a:gd name="T44" fmla="*/ 23571119 w 103"/>
              <a:gd name="T45" fmla="*/ 25813151 h 103"/>
              <a:gd name="T46" fmla="*/ 20952106 w 103"/>
              <a:gd name="T47" fmla="*/ 27186107 h 103"/>
              <a:gd name="T48" fmla="*/ 18042331 w 103"/>
              <a:gd name="T49" fmla="*/ 28009881 h 103"/>
              <a:gd name="T50" fmla="*/ 15132017 w 103"/>
              <a:gd name="T51" fmla="*/ 28284472 h 103"/>
              <a:gd name="T52" fmla="*/ 11930940 w 103"/>
              <a:gd name="T53" fmla="*/ 28009881 h 103"/>
              <a:gd name="T54" fmla="*/ 9311927 w 103"/>
              <a:gd name="T55" fmla="*/ 27186107 h 103"/>
              <a:gd name="T56" fmla="*/ 6984215 w 103"/>
              <a:gd name="T57" fmla="*/ 25813151 h 103"/>
              <a:gd name="T58" fmla="*/ 4365202 w 103"/>
              <a:gd name="T59" fmla="*/ 24165603 h 103"/>
              <a:gd name="T60" fmla="*/ 2909775 w 103"/>
              <a:gd name="T61" fmla="*/ 22242940 h 103"/>
              <a:gd name="T62" fmla="*/ 1454887 w 103"/>
              <a:gd name="T63" fmla="*/ 19771619 h 103"/>
              <a:gd name="T64" fmla="*/ 290762 w 103"/>
              <a:gd name="T65" fmla="*/ 17025706 h 103"/>
              <a:gd name="T66" fmla="*/ 0 w 103"/>
              <a:gd name="T67" fmla="*/ 14279794 h 10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3"/>
              <a:gd name="T103" fmla="*/ 0 h 103"/>
              <a:gd name="T104" fmla="*/ 103 w 103"/>
              <a:gd name="T105" fmla="*/ 103 h 10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3" h="103">
                <a:moveTo>
                  <a:pt x="0" y="52"/>
                </a:moveTo>
                <a:lnTo>
                  <a:pt x="1" y="41"/>
                </a:lnTo>
                <a:lnTo>
                  <a:pt x="5" y="32"/>
                </a:lnTo>
                <a:lnTo>
                  <a:pt x="10" y="24"/>
                </a:lnTo>
                <a:lnTo>
                  <a:pt x="15" y="16"/>
                </a:lnTo>
                <a:lnTo>
                  <a:pt x="24" y="10"/>
                </a:lnTo>
                <a:lnTo>
                  <a:pt x="32" y="5"/>
                </a:lnTo>
                <a:lnTo>
                  <a:pt x="41" y="2"/>
                </a:lnTo>
                <a:lnTo>
                  <a:pt x="52" y="0"/>
                </a:lnTo>
                <a:lnTo>
                  <a:pt x="62" y="2"/>
                </a:lnTo>
                <a:lnTo>
                  <a:pt x="72" y="5"/>
                </a:lnTo>
                <a:lnTo>
                  <a:pt x="81" y="10"/>
                </a:lnTo>
                <a:lnTo>
                  <a:pt x="88" y="16"/>
                </a:lnTo>
                <a:lnTo>
                  <a:pt x="94" y="24"/>
                </a:lnTo>
                <a:lnTo>
                  <a:pt x="99" y="32"/>
                </a:lnTo>
                <a:lnTo>
                  <a:pt x="102" y="41"/>
                </a:lnTo>
                <a:lnTo>
                  <a:pt x="103" y="52"/>
                </a:lnTo>
                <a:lnTo>
                  <a:pt x="102" y="62"/>
                </a:lnTo>
                <a:lnTo>
                  <a:pt x="99" y="72"/>
                </a:lnTo>
                <a:lnTo>
                  <a:pt x="94" y="81"/>
                </a:lnTo>
                <a:lnTo>
                  <a:pt x="88" y="88"/>
                </a:lnTo>
                <a:lnTo>
                  <a:pt x="81" y="94"/>
                </a:lnTo>
                <a:lnTo>
                  <a:pt x="72" y="99"/>
                </a:lnTo>
                <a:lnTo>
                  <a:pt x="62" y="102"/>
                </a:lnTo>
                <a:lnTo>
                  <a:pt x="52" y="103"/>
                </a:lnTo>
                <a:lnTo>
                  <a:pt x="41" y="102"/>
                </a:lnTo>
                <a:lnTo>
                  <a:pt x="32" y="99"/>
                </a:lnTo>
                <a:lnTo>
                  <a:pt x="24" y="94"/>
                </a:lnTo>
                <a:lnTo>
                  <a:pt x="15" y="88"/>
                </a:lnTo>
                <a:lnTo>
                  <a:pt x="10" y="81"/>
                </a:lnTo>
                <a:lnTo>
                  <a:pt x="5" y="72"/>
                </a:lnTo>
                <a:lnTo>
                  <a:pt x="1" y="62"/>
                </a:lnTo>
                <a:lnTo>
                  <a:pt x="0" y="52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6" name="Line 19"/>
          <p:cNvSpPr>
            <a:spLocks noChangeShapeType="1"/>
          </p:cNvSpPr>
          <p:nvPr/>
        </p:nvSpPr>
        <p:spPr bwMode="auto">
          <a:xfrm>
            <a:off x="2383536" y="5340754"/>
            <a:ext cx="126536" cy="0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7" name="Line 20"/>
          <p:cNvSpPr>
            <a:spLocks noChangeShapeType="1"/>
          </p:cNvSpPr>
          <p:nvPr/>
        </p:nvSpPr>
        <p:spPr bwMode="auto">
          <a:xfrm>
            <a:off x="2714079" y="3991562"/>
            <a:ext cx="0" cy="1303902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8" name="Freeform 21"/>
          <p:cNvSpPr>
            <a:spLocks/>
          </p:cNvSpPr>
          <p:nvPr/>
        </p:nvSpPr>
        <p:spPr bwMode="auto">
          <a:xfrm>
            <a:off x="2686964" y="5270435"/>
            <a:ext cx="54230" cy="50059"/>
          </a:xfrm>
          <a:custGeom>
            <a:avLst/>
            <a:gdLst>
              <a:gd name="T0" fmla="*/ 17641358 w 126"/>
              <a:gd name="T1" fmla="*/ 0 h 128"/>
              <a:gd name="T2" fmla="*/ 21281496 w 126"/>
              <a:gd name="T3" fmla="*/ 271388 h 128"/>
              <a:gd name="T4" fmla="*/ 24641704 w 126"/>
              <a:gd name="T5" fmla="*/ 1356420 h 128"/>
              <a:gd name="T6" fmla="*/ 27441525 w 126"/>
              <a:gd name="T7" fmla="*/ 2984748 h 128"/>
              <a:gd name="T8" fmla="*/ 30241875 w 126"/>
              <a:gd name="T9" fmla="*/ 5155332 h 128"/>
              <a:gd name="T10" fmla="*/ 32481837 w 126"/>
              <a:gd name="T11" fmla="*/ 7597304 h 128"/>
              <a:gd name="T12" fmla="*/ 34161942 w 126"/>
              <a:gd name="T13" fmla="*/ 10582052 h 128"/>
              <a:gd name="T14" fmla="*/ 35002258 w 126"/>
              <a:gd name="T15" fmla="*/ 13566800 h 128"/>
              <a:gd name="T16" fmla="*/ 35282188 w 126"/>
              <a:gd name="T17" fmla="*/ 17094324 h 128"/>
              <a:gd name="T18" fmla="*/ 35002258 w 126"/>
              <a:gd name="T19" fmla="*/ 20621327 h 128"/>
              <a:gd name="T20" fmla="*/ 34161942 w 126"/>
              <a:gd name="T21" fmla="*/ 24148852 h 128"/>
              <a:gd name="T22" fmla="*/ 32481837 w 126"/>
              <a:gd name="T23" fmla="*/ 27133600 h 128"/>
              <a:gd name="T24" fmla="*/ 30241875 w 126"/>
              <a:gd name="T25" fmla="*/ 29575571 h 128"/>
              <a:gd name="T26" fmla="*/ 27441525 w 126"/>
              <a:gd name="T27" fmla="*/ 31474767 h 128"/>
              <a:gd name="T28" fmla="*/ 24641704 w 126"/>
              <a:gd name="T29" fmla="*/ 33103096 h 128"/>
              <a:gd name="T30" fmla="*/ 21281496 w 126"/>
              <a:gd name="T31" fmla="*/ 34459515 h 128"/>
              <a:gd name="T32" fmla="*/ 17641358 w 126"/>
              <a:gd name="T33" fmla="*/ 34730903 h 128"/>
              <a:gd name="T34" fmla="*/ 17641358 w 126"/>
              <a:gd name="T35" fmla="*/ 34730903 h 128"/>
              <a:gd name="T36" fmla="*/ 14000692 w 126"/>
              <a:gd name="T37" fmla="*/ 34459515 h 128"/>
              <a:gd name="T38" fmla="*/ 10640483 w 126"/>
              <a:gd name="T39" fmla="*/ 33103096 h 128"/>
              <a:gd name="T40" fmla="*/ 7560733 w 126"/>
              <a:gd name="T41" fmla="*/ 31474767 h 128"/>
              <a:gd name="T42" fmla="*/ 5320242 w 126"/>
              <a:gd name="T43" fmla="*/ 29575571 h 128"/>
              <a:gd name="T44" fmla="*/ 2800350 w 126"/>
              <a:gd name="T45" fmla="*/ 27133600 h 128"/>
              <a:gd name="T46" fmla="*/ 1120246 w 126"/>
              <a:gd name="T47" fmla="*/ 24148852 h 128"/>
              <a:gd name="T48" fmla="*/ 279929 w 126"/>
              <a:gd name="T49" fmla="*/ 20621327 h 128"/>
              <a:gd name="T50" fmla="*/ 0 w 126"/>
              <a:gd name="T51" fmla="*/ 17094324 h 128"/>
              <a:gd name="T52" fmla="*/ 279929 w 126"/>
              <a:gd name="T53" fmla="*/ 13566800 h 128"/>
              <a:gd name="T54" fmla="*/ 1120246 w 126"/>
              <a:gd name="T55" fmla="*/ 10582052 h 128"/>
              <a:gd name="T56" fmla="*/ 2800350 w 126"/>
              <a:gd name="T57" fmla="*/ 7597304 h 128"/>
              <a:gd name="T58" fmla="*/ 5320242 w 126"/>
              <a:gd name="T59" fmla="*/ 5155332 h 128"/>
              <a:gd name="T60" fmla="*/ 7560733 w 126"/>
              <a:gd name="T61" fmla="*/ 2984748 h 128"/>
              <a:gd name="T62" fmla="*/ 10640483 w 126"/>
              <a:gd name="T63" fmla="*/ 1356420 h 128"/>
              <a:gd name="T64" fmla="*/ 14000692 w 126"/>
              <a:gd name="T65" fmla="*/ 271388 h 128"/>
              <a:gd name="T66" fmla="*/ 17641358 w 126"/>
              <a:gd name="T67" fmla="*/ 0 h 128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26"/>
              <a:gd name="T103" fmla="*/ 0 h 128"/>
              <a:gd name="T104" fmla="*/ 126 w 126"/>
              <a:gd name="T105" fmla="*/ 128 h 128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26" h="128">
                <a:moveTo>
                  <a:pt x="63" y="0"/>
                </a:moveTo>
                <a:lnTo>
                  <a:pt x="76" y="1"/>
                </a:lnTo>
                <a:lnTo>
                  <a:pt x="88" y="5"/>
                </a:lnTo>
                <a:lnTo>
                  <a:pt x="98" y="11"/>
                </a:lnTo>
                <a:lnTo>
                  <a:pt x="108" y="19"/>
                </a:lnTo>
                <a:lnTo>
                  <a:pt x="116" y="28"/>
                </a:lnTo>
                <a:lnTo>
                  <a:pt x="122" y="39"/>
                </a:lnTo>
                <a:lnTo>
                  <a:pt x="125" y="50"/>
                </a:lnTo>
                <a:lnTo>
                  <a:pt x="126" y="63"/>
                </a:lnTo>
                <a:lnTo>
                  <a:pt x="125" y="76"/>
                </a:lnTo>
                <a:lnTo>
                  <a:pt x="122" y="89"/>
                </a:lnTo>
                <a:lnTo>
                  <a:pt x="116" y="100"/>
                </a:lnTo>
                <a:lnTo>
                  <a:pt x="108" y="109"/>
                </a:lnTo>
                <a:lnTo>
                  <a:pt x="98" y="116"/>
                </a:lnTo>
                <a:lnTo>
                  <a:pt x="88" y="122"/>
                </a:lnTo>
                <a:lnTo>
                  <a:pt x="76" y="127"/>
                </a:lnTo>
                <a:lnTo>
                  <a:pt x="63" y="128"/>
                </a:lnTo>
                <a:lnTo>
                  <a:pt x="50" y="127"/>
                </a:lnTo>
                <a:lnTo>
                  <a:pt x="38" y="122"/>
                </a:lnTo>
                <a:lnTo>
                  <a:pt x="27" y="116"/>
                </a:lnTo>
                <a:lnTo>
                  <a:pt x="19" y="109"/>
                </a:lnTo>
                <a:lnTo>
                  <a:pt x="10" y="100"/>
                </a:lnTo>
                <a:lnTo>
                  <a:pt x="4" y="89"/>
                </a:lnTo>
                <a:lnTo>
                  <a:pt x="1" y="76"/>
                </a:lnTo>
                <a:lnTo>
                  <a:pt x="0" y="63"/>
                </a:lnTo>
                <a:lnTo>
                  <a:pt x="1" y="50"/>
                </a:lnTo>
                <a:lnTo>
                  <a:pt x="4" y="39"/>
                </a:lnTo>
                <a:lnTo>
                  <a:pt x="10" y="28"/>
                </a:lnTo>
                <a:lnTo>
                  <a:pt x="19" y="19"/>
                </a:lnTo>
                <a:lnTo>
                  <a:pt x="27" y="11"/>
                </a:lnTo>
                <a:lnTo>
                  <a:pt x="38" y="5"/>
                </a:lnTo>
                <a:lnTo>
                  <a:pt x="50" y="1"/>
                </a:lnTo>
                <a:lnTo>
                  <a:pt x="6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9" name="Freeform 22"/>
          <p:cNvSpPr>
            <a:spLocks/>
          </p:cNvSpPr>
          <p:nvPr/>
        </p:nvSpPr>
        <p:spPr bwMode="auto">
          <a:xfrm>
            <a:off x="2982649" y="5295464"/>
            <a:ext cx="43901" cy="40524"/>
          </a:xfrm>
          <a:custGeom>
            <a:avLst/>
            <a:gdLst>
              <a:gd name="T0" fmla="*/ 0 w 102"/>
              <a:gd name="T1" fmla="*/ 14279794 h 103"/>
              <a:gd name="T2" fmla="*/ 279929 w 102"/>
              <a:gd name="T3" fmla="*/ 11258766 h 103"/>
              <a:gd name="T4" fmla="*/ 1120246 w 102"/>
              <a:gd name="T5" fmla="*/ 8787444 h 103"/>
              <a:gd name="T6" fmla="*/ 2239963 w 102"/>
              <a:gd name="T7" fmla="*/ 6590714 h 103"/>
              <a:gd name="T8" fmla="*/ 4199996 w 102"/>
              <a:gd name="T9" fmla="*/ 4393460 h 103"/>
              <a:gd name="T10" fmla="*/ 6160558 w 102"/>
              <a:gd name="T11" fmla="*/ 2745913 h 103"/>
              <a:gd name="T12" fmla="*/ 8960379 w 102"/>
              <a:gd name="T13" fmla="*/ 1372956 h 103"/>
              <a:gd name="T14" fmla="*/ 11480800 w 102"/>
              <a:gd name="T15" fmla="*/ 549183 h 103"/>
              <a:gd name="T16" fmla="*/ 14561079 w 102"/>
              <a:gd name="T17" fmla="*/ 0 h 103"/>
              <a:gd name="T18" fmla="*/ 17080971 w 102"/>
              <a:gd name="T19" fmla="*/ 549183 h 103"/>
              <a:gd name="T20" fmla="*/ 20161250 w 102"/>
              <a:gd name="T21" fmla="*/ 1372956 h 103"/>
              <a:gd name="T22" fmla="*/ 22401213 w 102"/>
              <a:gd name="T23" fmla="*/ 2745913 h 103"/>
              <a:gd name="T24" fmla="*/ 24641704 w 102"/>
              <a:gd name="T25" fmla="*/ 4393460 h 103"/>
              <a:gd name="T26" fmla="*/ 26321808 w 102"/>
              <a:gd name="T27" fmla="*/ 6590714 h 103"/>
              <a:gd name="T28" fmla="*/ 27441525 w 102"/>
              <a:gd name="T29" fmla="*/ 8787444 h 103"/>
              <a:gd name="T30" fmla="*/ 28561771 w 102"/>
              <a:gd name="T31" fmla="*/ 11258766 h 103"/>
              <a:gd name="T32" fmla="*/ 28561771 w 102"/>
              <a:gd name="T33" fmla="*/ 14279794 h 103"/>
              <a:gd name="T34" fmla="*/ 28561771 w 102"/>
              <a:gd name="T35" fmla="*/ 14279794 h 103"/>
              <a:gd name="T36" fmla="*/ 28561771 w 102"/>
              <a:gd name="T37" fmla="*/ 17025706 h 103"/>
              <a:gd name="T38" fmla="*/ 27441525 w 102"/>
              <a:gd name="T39" fmla="*/ 19771619 h 103"/>
              <a:gd name="T40" fmla="*/ 26321808 w 102"/>
              <a:gd name="T41" fmla="*/ 22242940 h 103"/>
              <a:gd name="T42" fmla="*/ 24641704 w 102"/>
              <a:gd name="T43" fmla="*/ 24165603 h 103"/>
              <a:gd name="T44" fmla="*/ 22401213 w 102"/>
              <a:gd name="T45" fmla="*/ 25813151 h 103"/>
              <a:gd name="T46" fmla="*/ 20161250 w 102"/>
              <a:gd name="T47" fmla="*/ 27186107 h 103"/>
              <a:gd name="T48" fmla="*/ 17080971 w 102"/>
              <a:gd name="T49" fmla="*/ 28009881 h 103"/>
              <a:gd name="T50" fmla="*/ 14561079 w 102"/>
              <a:gd name="T51" fmla="*/ 28284472 h 103"/>
              <a:gd name="T52" fmla="*/ 11480800 w 102"/>
              <a:gd name="T53" fmla="*/ 28009881 h 103"/>
              <a:gd name="T54" fmla="*/ 8960379 w 102"/>
              <a:gd name="T55" fmla="*/ 27186107 h 103"/>
              <a:gd name="T56" fmla="*/ 6160558 w 102"/>
              <a:gd name="T57" fmla="*/ 25813151 h 103"/>
              <a:gd name="T58" fmla="*/ 4199996 w 102"/>
              <a:gd name="T59" fmla="*/ 24165603 h 103"/>
              <a:gd name="T60" fmla="*/ 2239963 w 102"/>
              <a:gd name="T61" fmla="*/ 22242940 h 103"/>
              <a:gd name="T62" fmla="*/ 1120246 w 102"/>
              <a:gd name="T63" fmla="*/ 19771619 h 103"/>
              <a:gd name="T64" fmla="*/ 279929 w 102"/>
              <a:gd name="T65" fmla="*/ 17025706 h 103"/>
              <a:gd name="T66" fmla="*/ 0 w 102"/>
              <a:gd name="T67" fmla="*/ 14279794 h 10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3"/>
              <a:gd name="T104" fmla="*/ 102 w 102"/>
              <a:gd name="T105" fmla="*/ 103 h 10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3">
                <a:moveTo>
                  <a:pt x="0" y="52"/>
                </a:moveTo>
                <a:lnTo>
                  <a:pt x="1" y="41"/>
                </a:lnTo>
                <a:lnTo>
                  <a:pt x="4" y="32"/>
                </a:lnTo>
                <a:lnTo>
                  <a:pt x="8" y="24"/>
                </a:lnTo>
                <a:lnTo>
                  <a:pt x="15" y="16"/>
                </a:lnTo>
                <a:lnTo>
                  <a:pt x="22" y="10"/>
                </a:lnTo>
                <a:lnTo>
                  <a:pt x="32" y="5"/>
                </a:lnTo>
                <a:lnTo>
                  <a:pt x="41" y="2"/>
                </a:lnTo>
                <a:lnTo>
                  <a:pt x="52" y="0"/>
                </a:lnTo>
                <a:lnTo>
                  <a:pt x="61" y="2"/>
                </a:lnTo>
                <a:lnTo>
                  <a:pt x="72" y="5"/>
                </a:lnTo>
                <a:lnTo>
                  <a:pt x="80" y="10"/>
                </a:lnTo>
                <a:lnTo>
                  <a:pt x="88" y="16"/>
                </a:lnTo>
                <a:lnTo>
                  <a:pt x="94" y="24"/>
                </a:lnTo>
                <a:lnTo>
                  <a:pt x="98" y="32"/>
                </a:lnTo>
                <a:lnTo>
                  <a:pt x="102" y="41"/>
                </a:lnTo>
                <a:lnTo>
                  <a:pt x="102" y="52"/>
                </a:lnTo>
                <a:lnTo>
                  <a:pt x="102" y="62"/>
                </a:lnTo>
                <a:lnTo>
                  <a:pt x="98" y="72"/>
                </a:lnTo>
                <a:lnTo>
                  <a:pt x="94" y="81"/>
                </a:lnTo>
                <a:lnTo>
                  <a:pt x="88" y="88"/>
                </a:lnTo>
                <a:lnTo>
                  <a:pt x="80" y="94"/>
                </a:lnTo>
                <a:lnTo>
                  <a:pt x="72" y="99"/>
                </a:lnTo>
                <a:lnTo>
                  <a:pt x="61" y="102"/>
                </a:lnTo>
                <a:lnTo>
                  <a:pt x="52" y="103"/>
                </a:lnTo>
                <a:lnTo>
                  <a:pt x="41" y="102"/>
                </a:lnTo>
                <a:lnTo>
                  <a:pt x="32" y="99"/>
                </a:lnTo>
                <a:lnTo>
                  <a:pt x="22" y="94"/>
                </a:lnTo>
                <a:lnTo>
                  <a:pt x="15" y="88"/>
                </a:lnTo>
                <a:lnTo>
                  <a:pt x="8" y="81"/>
                </a:lnTo>
                <a:lnTo>
                  <a:pt x="4" y="72"/>
                </a:lnTo>
                <a:lnTo>
                  <a:pt x="1" y="62"/>
                </a:lnTo>
                <a:lnTo>
                  <a:pt x="0" y="52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0" name="Freeform 23"/>
          <p:cNvSpPr>
            <a:spLocks/>
          </p:cNvSpPr>
          <p:nvPr/>
        </p:nvSpPr>
        <p:spPr bwMode="auto">
          <a:xfrm>
            <a:off x="2982649" y="5295464"/>
            <a:ext cx="43901" cy="40524"/>
          </a:xfrm>
          <a:custGeom>
            <a:avLst/>
            <a:gdLst>
              <a:gd name="T0" fmla="*/ 0 w 102"/>
              <a:gd name="T1" fmla="*/ 14279794 h 103"/>
              <a:gd name="T2" fmla="*/ 279929 w 102"/>
              <a:gd name="T3" fmla="*/ 11258766 h 103"/>
              <a:gd name="T4" fmla="*/ 1120246 w 102"/>
              <a:gd name="T5" fmla="*/ 8787444 h 103"/>
              <a:gd name="T6" fmla="*/ 2239963 w 102"/>
              <a:gd name="T7" fmla="*/ 6590714 h 103"/>
              <a:gd name="T8" fmla="*/ 4199996 w 102"/>
              <a:gd name="T9" fmla="*/ 4393460 h 103"/>
              <a:gd name="T10" fmla="*/ 6160558 w 102"/>
              <a:gd name="T11" fmla="*/ 2745913 h 103"/>
              <a:gd name="T12" fmla="*/ 8960379 w 102"/>
              <a:gd name="T13" fmla="*/ 1372956 h 103"/>
              <a:gd name="T14" fmla="*/ 11480800 w 102"/>
              <a:gd name="T15" fmla="*/ 549183 h 103"/>
              <a:gd name="T16" fmla="*/ 14561079 w 102"/>
              <a:gd name="T17" fmla="*/ 0 h 103"/>
              <a:gd name="T18" fmla="*/ 17080971 w 102"/>
              <a:gd name="T19" fmla="*/ 549183 h 103"/>
              <a:gd name="T20" fmla="*/ 20161250 w 102"/>
              <a:gd name="T21" fmla="*/ 1372956 h 103"/>
              <a:gd name="T22" fmla="*/ 22401213 w 102"/>
              <a:gd name="T23" fmla="*/ 2745913 h 103"/>
              <a:gd name="T24" fmla="*/ 24641704 w 102"/>
              <a:gd name="T25" fmla="*/ 4393460 h 103"/>
              <a:gd name="T26" fmla="*/ 26321808 w 102"/>
              <a:gd name="T27" fmla="*/ 6590714 h 103"/>
              <a:gd name="T28" fmla="*/ 27441525 w 102"/>
              <a:gd name="T29" fmla="*/ 8787444 h 103"/>
              <a:gd name="T30" fmla="*/ 28561771 w 102"/>
              <a:gd name="T31" fmla="*/ 11258766 h 103"/>
              <a:gd name="T32" fmla="*/ 28561771 w 102"/>
              <a:gd name="T33" fmla="*/ 14279794 h 103"/>
              <a:gd name="T34" fmla="*/ 28561771 w 102"/>
              <a:gd name="T35" fmla="*/ 14279794 h 103"/>
              <a:gd name="T36" fmla="*/ 28561771 w 102"/>
              <a:gd name="T37" fmla="*/ 17025706 h 103"/>
              <a:gd name="T38" fmla="*/ 27441525 w 102"/>
              <a:gd name="T39" fmla="*/ 19771619 h 103"/>
              <a:gd name="T40" fmla="*/ 26321808 w 102"/>
              <a:gd name="T41" fmla="*/ 22242940 h 103"/>
              <a:gd name="T42" fmla="*/ 24641704 w 102"/>
              <a:gd name="T43" fmla="*/ 24165603 h 103"/>
              <a:gd name="T44" fmla="*/ 22401213 w 102"/>
              <a:gd name="T45" fmla="*/ 25813151 h 103"/>
              <a:gd name="T46" fmla="*/ 20161250 w 102"/>
              <a:gd name="T47" fmla="*/ 27186107 h 103"/>
              <a:gd name="T48" fmla="*/ 17080971 w 102"/>
              <a:gd name="T49" fmla="*/ 28009881 h 103"/>
              <a:gd name="T50" fmla="*/ 14561079 w 102"/>
              <a:gd name="T51" fmla="*/ 28284472 h 103"/>
              <a:gd name="T52" fmla="*/ 11480800 w 102"/>
              <a:gd name="T53" fmla="*/ 28009881 h 103"/>
              <a:gd name="T54" fmla="*/ 8960379 w 102"/>
              <a:gd name="T55" fmla="*/ 27186107 h 103"/>
              <a:gd name="T56" fmla="*/ 6160558 w 102"/>
              <a:gd name="T57" fmla="*/ 25813151 h 103"/>
              <a:gd name="T58" fmla="*/ 4199996 w 102"/>
              <a:gd name="T59" fmla="*/ 24165603 h 103"/>
              <a:gd name="T60" fmla="*/ 2239963 w 102"/>
              <a:gd name="T61" fmla="*/ 22242940 h 103"/>
              <a:gd name="T62" fmla="*/ 1120246 w 102"/>
              <a:gd name="T63" fmla="*/ 19771619 h 103"/>
              <a:gd name="T64" fmla="*/ 279929 w 102"/>
              <a:gd name="T65" fmla="*/ 17025706 h 103"/>
              <a:gd name="T66" fmla="*/ 0 w 102"/>
              <a:gd name="T67" fmla="*/ 14279794 h 10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3"/>
              <a:gd name="T104" fmla="*/ 102 w 102"/>
              <a:gd name="T105" fmla="*/ 103 h 10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3">
                <a:moveTo>
                  <a:pt x="0" y="52"/>
                </a:moveTo>
                <a:lnTo>
                  <a:pt x="1" y="41"/>
                </a:lnTo>
                <a:lnTo>
                  <a:pt x="4" y="32"/>
                </a:lnTo>
                <a:lnTo>
                  <a:pt x="8" y="24"/>
                </a:lnTo>
                <a:lnTo>
                  <a:pt x="15" y="16"/>
                </a:lnTo>
                <a:lnTo>
                  <a:pt x="22" y="10"/>
                </a:lnTo>
                <a:lnTo>
                  <a:pt x="32" y="5"/>
                </a:lnTo>
                <a:lnTo>
                  <a:pt x="41" y="2"/>
                </a:lnTo>
                <a:lnTo>
                  <a:pt x="52" y="0"/>
                </a:lnTo>
                <a:lnTo>
                  <a:pt x="61" y="2"/>
                </a:lnTo>
                <a:lnTo>
                  <a:pt x="72" y="5"/>
                </a:lnTo>
                <a:lnTo>
                  <a:pt x="80" y="10"/>
                </a:lnTo>
                <a:lnTo>
                  <a:pt x="88" y="16"/>
                </a:lnTo>
                <a:lnTo>
                  <a:pt x="94" y="24"/>
                </a:lnTo>
                <a:lnTo>
                  <a:pt x="98" y="32"/>
                </a:lnTo>
                <a:lnTo>
                  <a:pt x="102" y="41"/>
                </a:lnTo>
                <a:lnTo>
                  <a:pt x="102" y="52"/>
                </a:lnTo>
                <a:lnTo>
                  <a:pt x="102" y="62"/>
                </a:lnTo>
                <a:lnTo>
                  <a:pt x="98" y="72"/>
                </a:lnTo>
                <a:lnTo>
                  <a:pt x="94" y="81"/>
                </a:lnTo>
                <a:lnTo>
                  <a:pt x="88" y="88"/>
                </a:lnTo>
                <a:lnTo>
                  <a:pt x="80" y="94"/>
                </a:lnTo>
                <a:lnTo>
                  <a:pt x="72" y="99"/>
                </a:lnTo>
                <a:lnTo>
                  <a:pt x="61" y="102"/>
                </a:lnTo>
                <a:lnTo>
                  <a:pt x="52" y="103"/>
                </a:lnTo>
                <a:lnTo>
                  <a:pt x="41" y="102"/>
                </a:lnTo>
                <a:lnTo>
                  <a:pt x="32" y="99"/>
                </a:lnTo>
                <a:lnTo>
                  <a:pt x="22" y="94"/>
                </a:lnTo>
                <a:lnTo>
                  <a:pt x="15" y="88"/>
                </a:lnTo>
                <a:lnTo>
                  <a:pt x="8" y="81"/>
                </a:lnTo>
                <a:lnTo>
                  <a:pt x="4" y="72"/>
                </a:lnTo>
                <a:lnTo>
                  <a:pt x="1" y="62"/>
                </a:lnTo>
                <a:lnTo>
                  <a:pt x="0" y="52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1" name="Freeform 24"/>
          <p:cNvSpPr>
            <a:spLocks/>
          </p:cNvSpPr>
          <p:nvPr/>
        </p:nvSpPr>
        <p:spPr bwMode="auto">
          <a:xfrm>
            <a:off x="3092399" y="5295464"/>
            <a:ext cx="43901" cy="40524"/>
          </a:xfrm>
          <a:custGeom>
            <a:avLst/>
            <a:gdLst>
              <a:gd name="T0" fmla="*/ 0 w 102"/>
              <a:gd name="T1" fmla="*/ 14279794 h 103"/>
              <a:gd name="T2" fmla="*/ 279929 w 102"/>
              <a:gd name="T3" fmla="*/ 11258766 h 103"/>
              <a:gd name="T4" fmla="*/ 840317 w 102"/>
              <a:gd name="T5" fmla="*/ 8787444 h 103"/>
              <a:gd name="T6" fmla="*/ 2239963 w 102"/>
              <a:gd name="T7" fmla="*/ 6590714 h 103"/>
              <a:gd name="T8" fmla="*/ 4199996 w 102"/>
              <a:gd name="T9" fmla="*/ 4393460 h 103"/>
              <a:gd name="T10" fmla="*/ 6160558 w 102"/>
              <a:gd name="T11" fmla="*/ 2745913 h 103"/>
              <a:gd name="T12" fmla="*/ 8400521 w 102"/>
              <a:gd name="T13" fmla="*/ 1372956 h 103"/>
              <a:gd name="T14" fmla="*/ 11480800 w 102"/>
              <a:gd name="T15" fmla="*/ 549183 h 103"/>
              <a:gd name="T16" fmla="*/ 14000692 w 102"/>
              <a:gd name="T17" fmla="*/ 0 h 103"/>
              <a:gd name="T18" fmla="*/ 17080971 w 102"/>
              <a:gd name="T19" fmla="*/ 549183 h 103"/>
              <a:gd name="T20" fmla="*/ 19601392 w 102"/>
              <a:gd name="T21" fmla="*/ 1372956 h 103"/>
              <a:gd name="T22" fmla="*/ 22121283 w 102"/>
              <a:gd name="T23" fmla="*/ 2745913 h 103"/>
              <a:gd name="T24" fmla="*/ 24081317 w 102"/>
              <a:gd name="T25" fmla="*/ 4393460 h 103"/>
              <a:gd name="T26" fmla="*/ 26041879 w 102"/>
              <a:gd name="T27" fmla="*/ 6590714 h 103"/>
              <a:gd name="T28" fmla="*/ 27441525 w 102"/>
              <a:gd name="T29" fmla="*/ 8787444 h 103"/>
              <a:gd name="T30" fmla="*/ 28001912 w 102"/>
              <a:gd name="T31" fmla="*/ 11258766 h 103"/>
              <a:gd name="T32" fmla="*/ 28561771 w 102"/>
              <a:gd name="T33" fmla="*/ 14279794 h 103"/>
              <a:gd name="T34" fmla="*/ 28561771 w 102"/>
              <a:gd name="T35" fmla="*/ 14279794 h 103"/>
              <a:gd name="T36" fmla="*/ 28001912 w 102"/>
              <a:gd name="T37" fmla="*/ 17025706 h 103"/>
              <a:gd name="T38" fmla="*/ 27441525 w 102"/>
              <a:gd name="T39" fmla="*/ 19771619 h 103"/>
              <a:gd name="T40" fmla="*/ 26041879 w 102"/>
              <a:gd name="T41" fmla="*/ 22242940 h 103"/>
              <a:gd name="T42" fmla="*/ 24081317 w 102"/>
              <a:gd name="T43" fmla="*/ 24165603 h 103"/>
              <a:gd name="T44" fmla="*/ 22121283 w 102"/>
              <a:gd name="T45" fmla="*/ 25813151 h 103"/>
              <a:gd name="T46" fmla="*/ 19601392 w 102"/>
              <a:gd name="T47" fmla="*/ 27186107 h 103"/>
              <a:gd name="T48" fmla="*/ 17080971 w 102"/>
              <a:gd name="T49" fmla="*/ 28009881 h 103"/>
              <a:gd name="T50" fmla="*/ 14000692 w 102"/>
              <a:gd name="T51" fmla="*/ 28284472 h 103"/>
              <a:gd name="T52" fmla="*/ 11480800 w 102"/>
              <a:gd name="T53" fmla="*/ 28009881 h 103"/>
              <a:gd name="T54" fmla="*/ 8400521 w 102"/>
              <a:gd name="T55" fmla="*/ 27186107 h 103"/>
              <a:gd name="T56" fmla="*/ 6160558 w 102"/>
              <a:gd name="T57" fmla="*/ 25813151 h 103"/>
              <a:gd name="T58" fmla="*/ 4199996 w 102"/>
              <a:gd name="T59" fmla="*/ 24165603 h 103"/>
              <a:gd name="T60" fmla="*/ 2239963 w 102"/>
              <a:gd name="T61" fmla="*/ 22242940 h 103"/>
              <a:gd name="T62" fmla="*/ 840317 w 102"/>
              <a:gd name="T63" fmla="*/ 19771619 h 103"/>
              <a:gd name="T64" fmla="*/ 279929 w 102"/>
              <a:gd name="T65" fmla="*/ 17025706 h 103"/>
              <a:gd name="T66" fmla="*/ 0 w 102"/>
              <a:gd name="T67" fmla="*/ 14279794 h 10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3"/>
              <a:gd name="T104" fmla="*/ 102 w 102"/>
              <a:gd name="T105" fmla="*/ 103 h 10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3">
                <a:moveTo>
                  <a:pt x="0" y="52"/>
                </a:moveTo>
                <a:lnTo>
                  <a:pt x="1" y="41"/>
                </a:lnTo>
                <a:lnTo>
                  <a:pt x="3" y="32"/>
                </a:lnTo>
                <a:lnTo>
                  <a:pt x="8" y="24"/>
                </a:lnTo>
                <a:lnTo>
                  <a:pt x="15" y="16"/>
                </a:lnTo>
                <a:lnTo>
                  <a:pt x="22" y="10"/>
                </a:lnTo>
                <a:lnTo>
                  <a:pt x="30" y="5"/>
                </a:lnTo>
                <a:lnTo>
                  <a:pt x="41" y="2"/>
                </a:lnTo>
                <a:lnTo>
                  <a:pt x="50" y="0"/>
                </a:lnTo>
                <a:lnTo>
                  <a:pt x="61" y="2"/>
                </a:lnTo>
                <a:lnTo>
                  <a:pt x="70" y="5"/>
                </a:lnTo>
                <a:lnTo>
                  <a:pt x="79" y="10"/>
                </a:lnTo>
                <a:lnTo>
                  <a:pt x="86" y="16"/>
                </a:lnTo>
                <a:lnTo>
                  <a:pt x="93" y="24"/>
                </a:lnTo>
                <a:lnTo>
                  <a:pt x="98" y="32"/>
                </a:lnTo>
                <a:lnTo>
                  <a:pt x="100" y="41"/>
                </a:lnTo>
                <a:lnTo>
                  <a:pt x="102" y="52"/>
                </a:lnTo>
                <a:lnTo>
                  <a:pt x="100" y="62"/>
                </a:lnTo>
                <a:lnTo>
                  <a:pt x="98" y="72"/>
                </a:lnTo>
                <a:lnTo>
                  <a:pt x="93" y="81"/>
                </a:lnTo>
                <a:lnTo>
                  <a:pt x="86" y="88"/>
                </a:lnTo>
                <a:lnTo>
                  <a:pt x="79" y="94"/>
                </a:lnTo>
                <a:lnTo>
                  <a:pt x="70" y="99"/>
                </a:lnTo>
                <a:lnTo>
                  <a:pt x="61" y="102"/>
                </a:lnTo>
                <a:lnTo>
                  <a:pt x="50" y="103"/>
                </a:lnTo>
                <a:lnTo>
                  <a:pt x="41" y="102"/>
                </a:lnTo>
                <a:lnTo>
                  <a:pt x="30" y="99"/>
                </a:lnTo>
                <a:lnTo>
                  <a:pt x="22" y="94"/>
                </a:lnTo>
                <a:lnTo>
                  <a:pt x="15" y="88"/>
                </a:lnTo>
                <a:lnTo>
                  <a:pt x="8" y="81"/>
                </a:lnTo>
                <a:lnTo>
                  <a:pt x="3" y="72"/>
                </a:lnTo>
                <a:lnTo>
                  <a:pt x="1" y="62"/>
                </a:lnTo>
                <a:lnTo>
                  <a:pt x="0" y="52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2" name="Freeform 25"/>
          <p:cNvSpPr>
            <a:spLocks/>
          </p:cNvSpPr>
          <p:nvPr/>
        </p:nvSpPr>
        <p:spPr bwMode="auto">
          <a:xfrm>
            <a:off x="3092399" y="5295464"/>
            <a:ext cx="43901" cy="40524"/>
          </a:xfrm>
          <a:custGeom>
            <a:avLst/>
            <a:gdLst>
              <a:gd name="T0" fmla="*/ 0 w 102"/>
              <a:gd name="T1" fmla="*/ 14279794 h 103"/>
              <a:gd name="T2" fmla="*/ 279929 w 102"/>
              <a:gd name="T3" fmla="*/ 11258766 h 103"/>
              <a:gd name="T4" fmla="*/ 840317 w 102"/>
              <a:gd name="T5" fmla="*/ 8787444 h 103"/>
              <a:gd name="T6" fmla="*/ 2239963 w 102"/>
              <a:gd name="T7" fmla="*/ 6590714 h 103"/>
              <a:gd name="T8" fmla="*/ 4199996 w 102"/>
              <a:gd name="T9" fmla="*/ 4393460 h 103"/>
              <a:gd name="T10" fmla="*/ 6160558 w 102"/>
              <a:gd name="T11" fmla="*/ 2745913 h 103"/>
              <a:gd name="T12" fmla="*/ 8400521 w 102"/>
              <a:gd name="T13" fmla="*/ 1372956 h 103"/>
              <a:gd name="T14" fmla="*/ 11480800 w 102"/>
              <a:gd name="T15" fmla="*/ 549183 h 103"/>
              <a:gd name="T16" fmla="*/ 14000692 w 102"/>
              <a:gd name="T17" fmla="*/ 0 h 103"/>
              <a:gd name="T18" fmla="*/ 17080971 w 102"/>
              <a:gd name="T19" fmla="*/ 549183 h 103"/>
              <a:gd name="T20" fmla="*/ 19601392 w 102"/>
              <a:gd name="T21" fmla="*/ 1372956 h 103"/>
              <a:gd name="T22" fmla="*/ 22121283 w 102"/>
              <a:gd name="T23" fmla="*/ 2745913 h 103"/>
              <a:gd name="T24" fmla="*/ 24081317 w 102"/>
              <a:gd name="T25" fmla="*/ 4393460 h 103"/>
              <a:gd name="T26" fmla="*/ 26041879 w 102"/>
              <a:gd name="T27" fmla="*/ 6590714 h 103"/>
              <a:gd name="T28" fmla="*/ 27441525 w 102"/>
              <a:gd name="T29" fmla="*/ 8787444 h 103"/>
              <a:gd name="T30" fmla="*/ 28001912 w 102"/>
              <a:gd name="T31" fmla="*/ 11258766 h 103"/>
              <a:gd name="T32" fmla="*/ 28561771 w 102"/>
              <a:gd name="T33" fmla="*/ 14279794 h 103"/>
              <a:gd name="T34" fmla="*/ 28561771 w 102"/>
              <a:gd name="T35" fmla="*/ 14279794 h 103"/>
              <a:gd name="T36" fmla="*/ 28001912 w 102"/>
              <a:gd name="T37" fmla="*/ 17025706 h 103"/>
              <a:gd name="T38" fmla="*/ 27441525 w 102"/>
              <a:gd name="T39" fmla="*/ 19771619 h 103"/>
              <a:gd name="T40" fmla="*/ 26041879 w 102"/>
              <a:gd name="T41" fmla="*/ 22242940 h 103"/>
              <a:gd name="T42" fmla="*/ 24081317 w 102"/>
              <a:gd name="T43" fmla="*/ 24165603 h 103"/>
              <a:gd name="T44" fmla="*/ 22121283 w 102"/>
              <a:gd name="T45" fmla="*/ 25813151 h 103"/>
              <a:gd name="T46" fmla="*/ 19601392 w 102"/>
              <a:gd name="T47" fmla="*/ 27186107 h 103"/>
              <a:gd name="T48" fmla="*/ 17080971 w 102"/>
              <a:gd name="T49" fmla="*/ 28009881 h 103"/>
              <a:gd name="T50" fmla="*/ 14000692 w 102"/>
              <a:gd name="T51" fmla="*/ 28284472 h 103"/>
              <a:gd name="T52" fmla="*/ 11480800 w 102"/>
              <a:gd name="T53" fmla="*/ 28009881 h 103"/>
              <a:gd name="T54" fmla="*/ 8400521 w 102"/>
              <a:gd name="T55" fmla="*/ 27186107 h 103"/>
              <a:gd name="T56" fmla="*/ 6160558 w 102"/>
              <a:gd name="T57" fmla="*/ 25813151 h 103"/>
              <a:gd name="T58" fmla="*/ 4199996 w 102"/>
              <a:gd name="T59" fmla="*/ 24165603 h 103"/>
              <a:gd name="T60" fmla="*/ 2239963 w 102"/>
              <a:gd name="T61" fmla="*/ 22242940 h 103"/>
              <a:gd name="T62" fmla="*/ 840317 w 102"/>
              <a:gd name="T63" fmla="*/ 19771619 h 103"/>
              <a:gd name="T64" fmla="*/ 279929 w 102"/>
              <a:gd name="T65" fmla="*/ 17025706 h 103"/>
              <a:gd name="T66" fmla="*/ 0 w 102"/>
              <a:gd name="T67" fmla="*/ 14279794 h 10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3"/>
              <a:gd name="T104" fmla="*/ 102 w 102"/>
              <a:gd name="T105" fmla="*/ 103 h 10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3">
                <a:moveTo>
                  <a:pt x="0" y="52"/>
                </a:moveTo>
                <a:lnTo>
                  <a:pt x="1" y="41"/>
                </a:lnTo>
                <a:lnTo>
                  <a:pt x="3" y="32"/>
                </a:lnTo>
                <a:lnTo>
                  <a:pt x="8" y="24"/>
                </a:lnTo>
                <a:lnTo>
                  <a:pt x="15" y="16"/>
                </a:lnTo>
                <a:lnTo>
                  <a:pt x="22" y="10"/>
                </a:lnTo>
                <a:lnTo>
                  <a:pt x="30" y="5"/>
                </a:lnTo>
                <a:lnTo>
                  <a:pt x="41" y="2"/>
                </a:lnTo>
                <a:lnTo>
                  <a:pt x="50" y="0"/>
                </a:lnTo>
                <a:lnTo>
                  <a:pt x="61" y="2"/>
                </a:lnTo>
                <a:lnTo>
                  <a:pt x="70" y="5"/>
                </a:lnTo>
                <a:lnTo>
                  <a:pt x="79" y="10"/>
                </a:lnTo>
                <a:lnTo>
                  <a:pt x="86" y="16"/>
                </a:lnTo>
                <a:lnTo>
                  <a:pt x="93" y="24"/>
                </a:lnTo>
                <a:lnTo>
                  <a:pt x="98" y="32"/>
                </a:lnTo>
                <a:lnTo>
                  <a:pt x="100" y="41"/>
                </a:lnTo>
                <a:lnTo>
                  <a:pt x="102" y="52"/>
                </a:lnTo>
                <a:lnTo>
                  <a:pt x="100" y="62"/>
                </a:lnTo>
                <a:lnTo>
                  <a:pt x="98" y="72"/>
                </a:lnTo>
                <a:lnTo>
                  <a:pt x="93" y="81"/>
                </a:lnTo>
                <a:lnTo>
                  <a:pt x="86" y="88"/>
                </a:lnTo>
                <a:lnTo>
                  <a:pt x="79" y="94"/>
                </a:lnTo>
                <a:lnTo>
                  <a:pt x="70" y="99"/>
                </a:lnTo>
                <a:lnTo>
                  <a:pt x="61" y="102"/>
                </a:lnTo>
                <a:lnTo>
                  <a:pt x="50" y="103"/>
                </a:lnTo>
                <a:lnTo>
                  <a:pt x="41" y="102"/>
                </a:lnTo>
                <a:lnTo>
                  <a:pt x="30" y="99"/>
                </a:lnTo>
                <a:lnTo>
                  <a:pt x="22" y="94"/>
                </a:lnTo>
                <a:lnTo>
                  <a:pt x="15" y="88"/>
                </a:lnTo>
                <a:lnTo>
                  <a:pt x="8" y="81"/>
                </a:lnTo>
                <a:lnTo>
                  <a:pt x="3" y="72"/>
                </a:lnTo>
                <a:lnTo>
                  <a:pt x="1" y="62"/>
                </a:lnTo>
                <a:lnTo>
                  <a:pt x="0" y="52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3" name="Line 26"/>
          <p:cNvSpPr>
            <a:spLocks noChangeShapeType="1"/>
          </p:cNvSpPr>
          <p:nvPr/>
        </p:nvSpPr>
        <p:spPr bwMode="auto">
          <a:xfrm>
            <a:off x="2992977" y="5340754"/>
            <a:ext cx="132993" cy="0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4" name="Freeform 27"/>
          <p:cNvSpPr>
            <a:spLocks/>
          </p:cNvSpPr>
          <p:nvPr/>
        </p:nvSpPr>
        <p:spPr bwMode="auto">
          <a:xfrm>
            <a:off x="1079436" y="4582728"/>
            <a:ext cx="220793" cy="203809"/>
          </a:xfrm>
          <a:custGeom>
            <a:avLst/>
            <a:gdLst>
              <a:gd name="T0" fmla="*/ 559859 w 513"/>
              <a:gd name="T1" fmla="*/ 64683627 h 513"/>
              <a:gd name="T2" fmla="*/ 3080285 w 513"/>
              <a:gd name="T3" fmla="*/ 50403032 h 513"/>
              <a:gd name="T4" fmla="*/ 8680466 w 513"/>
              <a:gd name="T5" fmla="*/ 37802010 h 513"/>
              <a:gd name="T6" fmla="*/ 16241213 w 513"/>
              <a:gd name="T7" fmla="*/ 26321760 h 513"/>
              <a:gd name="T8" fmla="*/ 26041927 w 513"/>
              <a:gd name="T9" fmla="*/ 16241153 h 513"/>
              <a:gd name="T10" fmla="*/ 37522219 w 513"/>
              <a:gd name="T11" fmla="*/ 8680434 h 513"/>
              <a:gd name="T12" fmla="*/ 50403218 w 513"/>
              <a:gd name="T13" fmla="*/ 3360202 h 513"/>
              <a:gd name="T14" fmla="*/ 64404464 w 513"/>
              <a:gd name="T15" fmla="*/ 279929 h 513"/>
              <a:gd name="T16" fmla="*/ 79244971 w 513"/>
              <a:gd name="T17" fmla="*/ 279929 h 513"/>
              <a:gd name="T18" fmla="*/ 92966288 w 513"/>
              <a:gd name="T19" fmla="*/ 3360202 h 513"/>
              <a:gd name="T20" fmla="*/ 105846757 w 513"/>
              <a:gd name="T21" fmla="*/ 8680434 h 513"/>
              <a:gd name="T22" fmla="*/ 117327579 w 513"/>
              <a:gd name="T23" fmla="*/ 16241153 h 513"/>
              <a:gd name="T24" fmla="*/ 127128292 w 513"/>
              <a:gd name="T25" fmla="*/ 26321760 h 513"/>
              <a:gd name="T26" fmla="*/ 134689040 w 513"/>
              <a:gd name="T27" fmla="*/ 37802010 h 513"/>
              <a:gd name="T28" fmla="*/ 140289221 w 513"/>
              <a:gd name="T29" fmla="*/ 50403032 h 513"/>
              <a:gd name="T30" fmla="*/ 143369506 w 513"/>
              <a:gd name="T31" fmla="*/ 64683627 h 513"/>
              <a:gd name="T32" fmla="*/ 143649435 w 513"/>
              <a:gd name="T33" fmla="*/ 71683960 h 513"/>
              <a:gd name="T34" fmla="*/ 141969328 w 513"/>
              <a:gd name="T35" fmla="*/ 86245012 h 513"/>
              <a:gd name="T36" fmla="*/ 138049254 w 513"/>
              <a:gd name="T37" fmla="*/ 99685821 h 513"/>
              <a:gd name="T38" fmla="*/ 131328825 w 513"/>
              <a:gd name="T39" fmla="*/ 111726457 h 513"/>
              <a:gd name="T40" fmla="*/ 122647830 w 513"/>
              <a:gd name="T41" fmla="*/ 122647378 h 513"/>
              <a:gd name="T42" fmla="*/ 111727397 w 513"/>
              <a:gd name="T43" fmla="*/ 131047354 h 513"/>
              <a:gd name="T44" fmla="*/ 99686717 w 513"/>
              <a:gd name="T45" fmla="*/ 137767759 h 513"/>
              <a:gd name="T46" fmla="*/ 86245859 w 513"/>
              <a:gd name="T47" fmla="*/ 141968276 h 513"/>
              <a:gd name="T48" fmla="*/ 71684753 w 513"/>
              <a:gd name="T49" fmla="*/ 143648377 h 513"/>
              <a:gd name="T50" fmla="*/ 57403577 w 513"/>
              <a:gd name="T51" fmla="*/ 141968276 h 513"/>
              <a:gd name="T52" fmla="*/ 43962718 w 513"/>
              <a:gd name="T53" fmla="*/ 137767759 h 513"/>
              <a:gd name="T54" fmla="*/ 31642108 w 513"/>
              <a:gd name="T55" fmla="*/ 131047354 h 513"/>
              <a:gd name="T56" fmla="*/ 21281535 w 513"/>
              <a:gd name="T57" fmla="*/ 122647378 h 513"/>
              <a:gd name="T58" fmla="*/ 12320610 w 513"/>
              <a:gd name="T59" fmla="*/ 111726457 h 513"/>
              <a:gd name="T60" fmla="*/ 5880640 w 513"/>
              <a:gd name="T61" fmla="*/ 99685821 h 513"/>
              <a:gd name="T62" fmla="*/ 1680107 w 513"/>
              <a:gd name="T63" fmla="*/ 86245012 h 513"/>
              <a:gd name="T64" fmla="*/ 0 w 513"/>
              <a:gd name="T65" fmla="*/ 71683960 h 513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513"/>
              <a:gd name="T100" fmla="*/ 0 h 513"/>
              <a:gd name="T101" fmla="*/ 513 w 513"/>
              <a:gd name="T102" fmla="*/ 513 h 513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513" h="513">
                <a:moveTo>
                  <a:pt x="0" y="256"/>
                </a:moveTo>
                <a:lnTo>
                  <a:pt x="2" y="231"/>
                </a:lnTo>
                <a:lnTo>
                  <a:pt x="6" y="205"/>
                </a:lnTo>
                <a:lnTo>
                  <a:pt x="11" y="180"/>
                </a:lnTo>
                <a:lnTo>
                  <a:pt x="21" y="157"/>
                </a:lnTo>
                <a:lnTo>
                  <a:pt x="31" y="135"/>
                </a:lnTo>
                <a:lnTo>
                  <a:pt x="44" y="113"/>
                </a:lnTo>
                <a:lnTo>
                  <a:pt x="58" y="94"/>
                </a:lnTo>
                <a:lnTo>
                  <a:pt x="76" y="75"/>
                </a:lnTo>
                <a:lnTo>
                  <a:pt x="93" y="58"/>
                </a:lnTo>
                <a:lnTo>
                  <a:pt x="113" y="44"/>
                </a:lnTo>
                <a:lnTo>
                  <a:pt x="134" y="31"/>
                </a:lnTo>
                <a:lnTo>
                  <a:pt x="157" y="20"/>
                </a:lnTo>
                <a:lnTo>
                  <a:pt x="180" y="12"/>
                </a:lnTo>
                <a:lnTo>
                  <a:pt x="205" y="6"/>
                </a:lnTo>
                <a:lnTo>
                  <a:pt x="230" y="1"/>
                </a:lnTo>
                <a:lnTo>
                  <a:pt x="256" y="0"/>
                </a:lnTo>
                <a:lnTo>
                  <a:pt x="283" y="1"/>
                </a:lnTo>
                <a:lnTo>
                  <a:pt x="308" y="6"/>
                </a:lnTo>
                <a:lnTo>
                  <a:pt x="332" y="12"/>
                </a:lnTo>
                <a:lnTo>
                  <a:pt x="356" y="20"/>
                </a:lnTo>
                <a:lnTo>
                  <a:pt x="378" y="31"/>
                </a:lnTo>
                <a:lnTo>
                  <a:pt x="399" y="44"/>
                </a:lnTo>
                <a:lnTo>
                  <a:pt x="419" y="58"/>
                </a:lnTo>
                <a:lnTo>
                  <a:pt x="438" y="75"/>
                </a:lnTo>
                <a:lnTo>
                  <a:pt x="454" y="94"/>
                </a:lnTo>
                <a:lnTo>
                  <a:pt x="469" y="113"/>
                </a:lnTo>
                <a:lnTo>
                  <a:pt x="481" y="135"/>
                </a:lnTo>
                <a:lnTo>
                  <a:pt x="493" y="157"/>
                </a:lnTo>
                <a:lnTo>
                  <a:pt x="501" y="180"/>
                </a:lnTo>
                <a:lnTo>
                  <a:pt x="507" y="205"/>
                </a:lnTo>
                <a:lnTo>
                  <a:pt x="512" y="231"/>
                </a:lnTo>
                <a:lnTo>
                  <a:pt x="513" y="256"/>
                </a:lnTo>
                <a:lnTo>
                  <a:pt x="512" y="282"/>
                </a:lnTo>
                <a:lnTo>
                  <a:pt x="507" y="308"/>
                </a:lnTo>
                <a:lnTo>
                  <a:pt x="501" y="333"/>
                </a:lnTo>
                <a:lnTo>
                  <a:pt x="493" y="356"/>
                </a:lnTo>
                <a:lnTo>
                  <a:pt x="481" y="378"/>
                </a:lnTo>
                <a:lnTo>
                  <a:pt x="469" y="399"/>
                </a:lnTo>
                <a:lnTo>
                  <a:pt x="454" y="419"/>
                </a:lnTo>
                <a:lnTo>
                  <a:pt x="438" y="438"/>
                </a:lnTo>
                <a:lnTo>
                  <a:pt x="419" y="454"/>
                </a:lnTo>
                <a:lnTo>
                  <a:pt x="399" y="468"/>
                </a:lnTo>
                <a:lnTo>
                  <a:pt x="378" y="481"/>
                </a:lnTo>
                <a:lnTo>
                  <a:pt x="356" y="492"/>
                </a:lnTo>
                <a:lnTo>
                  <a:pt x="332" y="501"/>
                </a:lnTo>
                <a:lnTo>
                  <a:pt x="308" y="507"/>
                </a:lnTo>
                <a:lnTo>
                  <a:pt x="283" y="512"/>
                </a:lnTo>
                <a:lnTo>
                  <a:pt x="256" y="513"/>
                </a:lnTo>
                <a:lnTo>
                  <a:pt x="230" y="512"/>
                </a:lnTo>
                <a:lnTo>
                  <a:pt x="205" y="507"/>
                </a:lnTo>
                <a:lnTo>
                  <a:pt x="180" y="501"/>
                </a:lnTo>
                <a:lnTo>
                  <a:pt x="157" y="492"/>
                </a:lnTo>
                <a:lnTo>
                  <a:pt x="134" y="481"/>
                </a:lnTo>
                <a:lnTo>
                  <a:pt x="113" y="468"/>
                </a:lnTo>
                <a:lnTo>
                  <a:pt x="93" y="454"/>
                </a:lnTo>
                <a:lnTo>
                  <a:pt x="76" y="438"/>
                </a:lnTo>
                <a:lnTo>
                  <a:pt x="58" y="419"/>
                </a:lnTo>
                <a:lnTo>
                  <a:pt x="44" y="399"/>
                </a:lnTo>
                <a:lnTo>
                  <a:pt x="31" y="378"/>
                </a:lnTo>
                <a:lnTo>
                  <a:pt x="21" y="356"/>
                </a:lnTo>
                <a:lnTo>
                  <a:pt x="11" y="333"/>
                </a:lnTo>
                <a:lnTo>
                  <a:pt x="6" y="308"/>
                </a:lnTo>
                <a:lnTo>
                  <a:pt x="2" y="282"/>
                </a:lnTo>
                <a:lnTo>
                  <a:pt x="0" y="256"/>
                </a:lnTo>
                <a:close/>
              </a:path>
            </a:pathLst>
          </a:cu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5" name="Freeform 28"/>
          <p:cNvSpPr>
            <a:spLocks/>
          </p:cNvSpPr>
          <p:nvPr/>
        </p:nvSpPr>
        <p:spPr bwMode="auto">
          <a:xfrm>
            <a:off x="1079436" y="4582728"/>
            <a:ext cx="220793" cy="203809"/>
          </a:xfrm>
          <a:custGeom>
            <a:avLst/>
            <a:gdLst>
              <a:gd name="T0" fmla="*/ 559859 w 513"/>
              <a:gd name="T1" fmla="*/ 64683627 h 513"/>
              <a:gd name="T2" fmla="*/ 3080285 w 513"/>
              <a:gd name="T3" fmla="*/ 50403032 h 513"/>
              <a:gd name="T4" fmla="*/ 8680466 w 513"/>
              <a:gd name="T5" fmla="*/ 37802010 h 513"/>
              <a:gd name="T6" fmla="*/ 16241213 w 513"/>
              <a:gd name="T7" fmla="*/ 26321760 h 513"/>
              <a:gd name="T8" fmla="*/ 26041927 w 513"/>
              <a:gd name="T9" fmla="*/ 16241153 h 513"/>
              <a:gd name="T10" fmla="*/ 37522219 w 513"/>
              <a:gd name="T11" fmla="*/ 8680434 h 513"/>
              <a:gd name="T12" fmla="*/ 50403218 w 513"/>
              <a:gd name="T13" fmla="*/ 3360202 h 513"/>
              <a:gd name="T14" fmla="*/ 64404464 w 513"/>
              <a:gd name="T15" fmla="*/ 279929 h 513"/>
              <a:gd name="T16" fmla="*/ 79244971 w 513"/>
              <a:gd name="T17" fmla="*/ 279929 h 513"/>
              <a:gd name="T18" fmla="*/ 92966288 w 513"/>
              <a:gd name="T19" fmla="*/ 3360202 h 513"/>
              <a:gd name="T20" fmla="*/ 105846757 w 513"/>
              <a:gd name="T21" fmla="*/ 8680434 h 513"/>
              <a:gd name="T22" fmla="*/ 117327579 w 513"/>
              <a:gd name="T23" fmla="*/ 16241153 h 513"/>
              <a:gd name="T24" fmla="*/ 127128292 w 513"/>
              <a:gd name="T25" fmla="*/ 26321760 h 513"/>
              <a:gd name="T26" fmla="*/ 134689040 w 513"/>
              <a:gd name="T27" fmla="*/ 37802010 h 513"/>
              <a:gd name="T28" fmla="*/ 140289221 w 513"/>
              <a:gd name="T29" fmla="*/ 50403032 h 513"/>
              <a:gd name="T30" fmla="*/ 143369506 w 513"/>
              <a:gd name="T31" fmla="*/ 64683627 h 513"/>
              <a:gd name="T32" fmla="*/ 143649435 w 513"/>
              <a:gd name="T33" fmla="*/ 71683960 h 513"/>
              <a:gd name="T34" fmla="*/ 141969328 w 513"/>
              <a:gd name="T35" fmla="*/ 86245012 h 513"/>
              <a:gd name="T36" fmla="*/ 138049254 w 513"/>
              <a:gd name="T37" fmla="*/ 99685821 h 513"/>
              <a:gd name="T38" fmla="*/ 131328825 w 513"/>
              <a:gd name="T39" fmla="*/ 111726457 h 513"/>
              <a:gd name="T40" fmla="*/ 122647830 w 513"/>
              <a:gd name="T41" fmla="*/ 122647378 h 513"/>
              <a:gd name="T42" fmla="*/ 111727397 w 513"/>
              <a:gd name="T43" fmla="*/ 131047354 h 513"/>
              <a:gd name="T44" fmla="*/ 99686717 w 513"/>
              <a:gd name="T45" fmla="*/ 137767759 h 513"/>
              <a:gd name="T46" fmla="*/ 86245859 w 513"/>
              <a:gd name="T47" fmla="*/ 141968276 h 513"/>
              <a:gd name="T48" fmla="*/ 71684753 w 513"/>
              <a:gd name="T49" fmla="*/ 143648377 h 513"/>
              <a:gd name="T50" fmla="*/ 57403577 w 513"/>
              <a:gd name="T51" fmla="*/ 141968276 h 513"/>
              <a:gd name="T52" fmla="*/ 43962718 w 513"/>
              <a:gd name="T53" fmla="*/ 137767759 h 513"/>
              <a:gd name="T54" fmla="*/ 31642108 w 513"/>
              <a:gd name="T55" fmla="*/ 131047354 h 513"/>
              <a:gd name="T56" fmla="*/ 21281535 w 513"/>
              <a:gd name="T57" fmla="*/ 122647378 h 513"/>
              <a:gd name="T58" fmla="*/ 12320610 w 513"/>
              <a:gd name="T59" fmla="*/ 111726457 h 513"/>
              <a:gd name="T60" fmla="*/ 5880640 w 513"/>
              <a:gd name="T61" fmla="*/ 99685821 h 513"/>
              <a:gd name="T62" fmla="*/ 1680107 w 513"/>
              <a:gd name="T63" fmla="*/ 86245012 h 513"/>
              <a:gd name="T64" fmla="*/ 0 w 513"/>
              <a:gd name="T65" fmla="*/ 71683960 h 513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513"/>
              <a:gd name="T100" fmla="*/ 0 h 513"/>
              <a:gd name="T101" fmla="*/ 513 w 513"/>
              <a:gd name="T102" fmla="*/ 513 h 513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513" h="513">
                <a:moveTo>
                  <a:pt x="0" y="256"/>
                </a:moveTo>
                <a:lnTo>
                  <a:pt x="2" y="231"/>
                </a:lnTo>
                <a:lnTo>
                  <a:pt x="6" y="205"/>
                </a:lnTo>
                <a:lnTo>
                  <a:pt x="11" y="180"/>
                </a:lnTo>
                <a:lnTo>
                  <a:pt x="21" y="157"/>
                </a:lnTo>
                <a:lnTo>
                  <a:pt x="31" y="135"/>
                </a:lnTo>
                <a:lnTo>
                  <a:pt x="44" y="113"/>
                </a:lnTo>
                <a:lnTo>
                  <a:pt x="58" y="94"/>
                </a:lnTo>
                <a:lnTo>
                  <a:pt x="76" y="75"/>
                </a:lnTo>
                <a:lnTo>
                  <a:pt x="93" y="58"/>
                </a:lnTo>
                <a:lnTo>
                  <a:pt x="113" y="44"/>
                </a:lnTo>
                <a:lnTo>
                  <a:pt x="134" y="31"/>
                </a:lnTo>
                <a:lnTo>
                  <a:pt x="157" y="20"/>
                </a:lnTo>
                <a:lnTo>
                  <a:pt x="180" y="12"/>
                </a:lnTo>
                <a:lnTo>
                  <a:pt x="205" y="6"/>
                </a:lnTo>
                <a:lnTo>
                  <a:pt x="230" y="1"/>
                </a:lnTo>
                <a:lnTo>
                  <a:pt x="256" y="0"/>
                </a:lnTo>
                <a:lnTo>
                  <a:pt x="283" y="1"/>
                </a:lnTo>
                <a:lnTo>
                  <a:pt x="308" y="6"/>
                </a:lnTo>
                <a:lnTo>
                  <a:pt x="332" y="12"/>
                </a:lnTo>
                <a:lnTo>
                  <a:pt x="356" y="20"/>
                </a:lnTo>
                <a:lnTo>
                  <a:pt x="378" y="31"/>
                </a:lnTo>
                <a:lnTo>
                  <a:pt x="399" y="44"/>
                </a:lnTo>
                <a:lnTo>
                  <a:pt x="419" y="58"/>
                </a:lnTo>
                <a:lnTo>
                  <a:pt x="438" y="75"/>
                </a:lnTo>
                <a:lnTo>
                  <a:pt x="454" y="94"/>
                </a:lnTo>
                <a:lnTo>
                  <a:pt x="469" y="113"/>
                </a:lnTo>
                <a:lnTo>
                  <a:pt x="481" y="135"/>
                </a:lnTo>
                <a:lnTo>
                  <a:pt x="493" y="157"/>
                </a:lnTo>
                <a:lnTo>
                  <a:pt x="501" y="180"/>
                </a:lnTo>
                <a:lnTo>
                  <a:pt x="507" y="205"/>
                </a:lnTo>
                <a:lnTo>
                  <a:pt x="512" y="231"/>
                </a:lnTo>
                <a:lnTo>
                  <a:pt x="513" y="256"/>
                </a:lnTo>
                <a:lnTo>
                  <a:pt x="512" y="282"/>
                </a:lnTo>
                <a:lnTo>
                  <a:pt x="507" y="308"/>
                </a:lnTo>
                <a:lnTo>
                  <a:pt x="501" y="333"/>
                </a:lnTo>
                <a:lnTo>
                  <a:pt x="493" y="356"/>
                </a:lnTo>
                <a:lnTo>
                  <a:pt x="481" y="378"/>
                </a:lnTo>
                <a:lnTo>
                  <a:pt x="469" y="399"/>
                </a:lnTo>
                <a:lnTo>
                  <a:pt x="454" y="419"/>
                </a:lnTo>
                <a:lnTo>
                  <a:pt x="438" y="438"/>
                </a:lnTo>
                <a:lnTo>
                  <a:pt x="419" y="454"/>
                </a:lnTo>
                <a:lnTo>
                  <a:pt x="399" y="468"/>
                </a:lnTo>
                <a:lnTo>
                  <a:pt x="378" y="481"/>
                </a:lnTo>
                <a:lnTo>
                  <a:pt x="356" y="492"/>
                </a:lnTo>
                <a:lnTo>
                  <a:pt x="332" y="501"/>
                </a:lnTo>
                <a:lnTo>
                  <a:pt x="308" y="507"/>
                </a:lnTo>
                <a:lnTo>
                  <a:pt x="283" y="512"/>
                </a:lnTo>
                <a:lnTo>
                  <a:pt x="256" y="513"/>
                </a:lnTo>
                <a:lnTo>
                  <a:pt x="230" y="512"/>
                </a:lnTo>
                <a:lnTo>
                  <a:pt x="205" y="507"/>
                </a:lnTo>
                <a:lnTo>
                  <a:pt x="180" y="501"/>
                </a:lnTo>
                <a:lnTo>
                  <a:pt x="157" y="492"/>
                </a:lnTo>
                <a:lnTo>
                  <a:pt x="134" y="481"/>
                </a:lnTo>
                <a:lnTo>
                  <a:pt x="113" y="468"/>
                </a:lnTo>
                <a:lnTo>
                  <a:pt x="93" y="454"/>
                </a:lnTo>
                <a:lnTo>
                  <a:pt x="76" y="438"/>
                </a:lnTo>
                <a:lnTo>
                  <a:pt x="58" y="419"/>
                </a:lnTo>
                <a:lnTo>
                  <a:pt x="44" y="399"/>
                </a:lnTo>
                <a:lnTo>
                  <a:pt x="31" y="378"/>
                </a:lnTo>
                <a:lnTo>
                  <a:pt x="21" y="356"/>
                </a:lnTo>
                <a:lnTo>
                  <a:pt x="11" y="333"/>
                </a:lnTo>
                <a:lnTo>
                  <a:pt x="6" y="308"/>
                </a:lnTo>
                <a:lnTo>
                  <a:pt x="2" y="282"/>
                </a:lnTo>
                <a:lnTo>
                  <a:pt x="0" y="256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6" name="Rectangle 29"/>
          <p:cNvSpPr>
            <a:spLocks noChangeArrowheads="1"/>
          </p:cNvSpPr>
          <p:nvPr/>
        </p:nvSpPr>
        <p:spPr bwMode="auto">
          <a:xfrm>
            <a:off x="1132374" y="4636362"/>
            <a:ext cx="59312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700" b="1">
                <a:solidFill>
                  <a:srgbClr val="000000"/>
                </a:solidFill>
                <a:latin typeface="돋움" pitchFamily="50" charset="-127"/>
                <a:ea typeface="돋움" pitchFamily="50" charset="-127"/>
              </a:rPr>
              <a:t>R</a:t>
            </a:r>
            <a:endParaRPr lang="en-US" altLang="ko-KR"/>
          </a:p>
        </p:txBody>
      </p:sp>
      <p:sp>
        <p:nvSpPr>
          <p:cNvPr id="27" name="Rectangle 30"/>
          <p:cNvSpPr>
            <a:spLocks noChangeArrowheads="1"/>
          </p:cNvSpPr>
          <p:nvPr/>
        </p:nvSpPr>
        <p:spPr bwMode="auto">
          <a:xfrm>
            <a:off x="1194351" y="4636362"/>
            <a:ext cx="51296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700" b="1">
                <a:solidFill>
                  <a:srgbClr val="000000"/>
                </a:solidFill>
                <a:latin typeface="돋움" pitchFamily="50" charset="-127"/>
                <a:ea typeface="돋움" pitchFamily="50" charset="-127"/>
              </a:rPr>
              <a:t>1</a:t>
            </a:r>
            <a:endParaRPr lang="en-US" altLang="ko-KR"/>
          </a:p>
        </p:txBody>
      </p:sp>
      <p:sp>
        <p:nvSpPr>
          <p:cNvPr id="28" name="Line 31"/>
          <p:cNvSpPr>
            <a:spLocks noChangeShapeType="1"/>
          </p:cNvSpPr>
          <p:nvPr/>
        </p:nvSpPr>
        <p:spPr bwMode="auto">
          <a:xfrm>
            <a:off x="1189187" y="3788944"/>
            <a:ext cx="1425472" cy="0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9" name="Freeform 32"/>
          <p:cNvSpPr>
            <a:spLocks/>
          </p:cNvSpPr>
          <p:nvPr/>
        </p:nvSpPr>
        <p:spPr bwMode="auto">
          <a:xfrm>
            <a:off x="2342220" y="4501682"/>
            <a:ext cx="220793" cy="203809"/>
          </a:xfrm>
          <a:custGeom>
            <a:avLst/>
            <a:gdLst>
              <a:gd name="T0" fmla="*/ 279930 w 513"/>
              <a:gd name="T1" fmla="*/ 64683627 h 513"/>
              <a:gd name="T2" fmla="*/ 3360215 w 513"/>
              <a:gd name="T3" fmla="*/ 50403032 h 513"/>
              <a:gd name="T4" fmla="*/ 8680466 w 513"/>
              <a:gd name="T5" fmla="*/ 37802010 h 513"/>
              <a:gd name="T6" fmla="*/ 16241213 w 513"/>
              <a:gd name="T7" fmla="*/ 26321760 h 513"/>
              <a:gd name="T8" fmla="*/ 26321857 w 513"/>
              <a:gd name="T9" fmla="*/ 16241153 h 513"/>
              <a:gd name="T10" fmla="*/ 37802678 w 513"/>
              <a:gd name="T11" fmla="*/ 8680434 h 513"/>
              <a:gd name="T12" fmla="*/ 50403218 w 513"/>
              <a:gd name="T13" fmla="*/ 3360202 h 513"/>
              <a:gd name="T14" fmla="*/ 64684394 w 513"/>
              <a:gd name="T15" fmla="*/ 279929 h 513"/>
              <a:gd name="T16" fmla="*/ 78965041 w 513"/>
              <a:gd name="T17" fmla="*/ 279929 h 513"/>
              <a:gd name="T18" fmla="*/ 92966288 w 513"/>
              <a:gd name="T19" fmla="*/ 3360202 h 513"/>
              <a:gd name="T20" fmla="*/ 105846757 w 513"/>
              <a:gd name="T21" fmla="*/ 8680434 h 513"/>
              <a:gd name="T22" fmla="*/ 117327579 w 513"/>
              <a:gd name="T23" fmla="*/ 16241153 h 513"/>
              <a:gd name="T24" fmla="*/ 127128292 w 513"/>
              <a:gd name="T25" fmla="*/ 26321760 h 513"/>
              <a:gd name="T26" fmla="*/ 134689040 w 513"/>
              <a:gd name="T27" fmla="*/ 37802010 h 513"/>
              <a:gd name="T28" fmla="*/ 140289221 w 513"/>
              <a:gd name="T29" fmla="*/ 50403032 h 513"/>
              <a:gd name="T30" fmla="*/ 143369506 w 513"/>
              <a:gd name="T31" fmla="*/ 64683627 h 513"/>
              <a:gd name="T32" fmla="*/ 143649435 w 513"/>
              <a:gd name="T33" fmla="*/ 71683960 h 513"/>
              <a:gd name="T34" fmla="*/ 141969328 w 513"/>
              <a:gd name="T35" fmla="*/ 86245012 h 513"/>
              <a:gd name="T36" fmla="*/ 137768795 w 513"/>
              <a:gd name="T37" fmla="*/ 99685821 h 513"/>
              <a:gd name="T38" fmla="*/ 131048366 w 513"/>
              <a:gd name="T39" fmla="*/ 111726457 h 513"/>
              <a:gd name="T40" fmla="*/ 122647830 w 513"/>
              <a:gd name="T41" fmla="*/ 122647378 h 513"/>
              <a:gd name="T42" fmla="*/ 111727397 w 513"/>
              <a:gd name="T43" fmla="*/ 131047354 h 513"/>
              <a:gd name="T44" fmla="*/ 99686717 w 513"/>
              <a:gd name="T45" fmla="*/ 137767759 h 513"/>
              <a:gd name="T46" fmla="*/ 86245859 w 513"/>
              <a:gd name="T47" fmla="*/ 141968276 h 513"/>
              <a:gd name="T48" fmla="*/ 71684753 w 513"/>
              <a:gd name="T49" fmla="*/ 143648377 h 513"/>
              <a:gd name="T50" fmla="*/ 57403577 w 513"/>
              <a:gd name="T51" fmla="*/ 141968276 h 513"/>
              <a:gd name="T52" fmla="*/ 43962718 w 513"/>
              <a:gd name="T53" fmla="*/ 137767759 h 513"/>
              <a:gd name="T54" fmla="*/ 31642108 w 513"/>
              <a:gd name="T55" fmla="*/ 131047354 h 513"/>
              <a:gd name="T56" fmla="*/ 21001605 w 513"/>
              <a:gd name="T57" fmla="*/ 122647378 h 513"/>
              <a:gd name="T58" fmla="*/ 12320610 w 513"/>
              <a:gd name="T59" fmla="*/ 111726457 h 513"/>
              <a:gd name="T60" fmla="*/ 5600181 w 513"/>
              <a:gd name="T61" fmla="*/ 99685821 h 513"/>
              <a:gd name="T62" fmla="*/ 1680107 w 513"/>
              <a:gd name="T63" fmla="*/ 86245012 h 513"/>
              <a:gd name="T64" fmla="*/ 0 w 513"/>
              <a:gd name="T65" fmla="*/ 71683960 h 513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513"/>
              <a:gd name="T100" fmla="*/ 0 h 513"/>
              <a:gd name="T101" fmla="*/ 513 w 513"/>
              <a:gd name="T102" fmla="*/ 513 h 513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513" h="513">
                <a:moveTo>
                  <a:pt x="0" y="256"/>
                </a:moveTo>
                <a:lnTo>
                  <a:pt x="1" y="231"/>
                </a:lnTo>
                <a:lnTo>
                  <a:pt x="6" y="205"/>
                </a:lnTo>
                <a:lnTo>
                  <a:pt x="12" y="180"/>
                </a:lnTo>
                <a:lnTo>
                  <a:pt x="20" y="157"/>
                </a:lnTo>
                <a:lnTo>
                  <a:pt x="31" y="135"/>
                </a:lnTo>
                <a:lnTo>
                  <a:pt x="44" y="113"/>
                </a:lnTo>
                <a:lnTo>
                  <a:pt x="58" y="94"/>
                </a:lnTo>
                <a:lnTo>
                  <a:pt x="75" y="75"/>
                </a:lnTo>
                <a:lnTo>
                  <a:pt x="94" y="58"/>
                </a:lnTo>
                <a:lnTo>
                  <a:pt x="113" y="44"/>
                </a:lnTo>
                <a:lnTo>
                  <a:pt x="135" y="31"/>
                </a:lnTo>
                <a:lnTo>
                  <a:pt x="157" y="20"/>
                </a:lnTo>
                <a:lnTo>
                  <a:pt x="180" y="12"/>
                </a:lnTo>
                <a:lnTo>
                  <a:pt x="205" y="6"/>
                </a:lnTo>
                <a:lnTo>
                  <a:pt x="231" y="1"/>
                </a:lnTo>
                <a:lnTo>
                  <a:pt x="256" y="0"/>
                </a:lnTo>
                <a:lnTo>
                  <a:pt x="282" y="1"/>
                </a:lnTo>
                <a:lnTo>
                  <a:pt x="308" y="6"/>
                </a:lnTo>
                <a:lnTo>
                  <a:pt x="332" y="12"/>
                </a:lnTo>
                <a:lnTo>
                  <a:pt x="356" y="20"/>
                </a:lnTo>
                <a:lnTo>
                  <a:pt x="378" y="31"/>
                </a:lnTo>
                <a:lnTo>
                  <a:pt x="399" y="44"/>
                </a:lnTo>
                <a:lnTo>
                  <a:pt x="419" y="58"/>
                </a:lnTo>
                <a:lnTo>
                  <a:pt x="438" y="75"/>
                </a:lnTo>
                <a:lnTo>
                  <a:pt x="454" y="94"/>
                </a:lnTo>
                <a:lnTo>
                  <a:pt x="468" y="113"/>
                </a:lnTo>
                <a:lnTo>
                  <a:pt x="481" y="135"/>
                </a:lnTo>
                <a:lnTo>
                  <a:pt x="492" y="157"/>
                </a:lnTo>
                <a:lnTo>
                  <a:pt x="501" y="180"/>
                </a:lnTo>
                <a:lnTo>
                  <a:pt x="507" y="205"/>
                </a:lnTo>
                <a:lnTo>
                  <a:pt x="512" y="231"/>
                </a:lnTo>
                <a:lnTo>
                  <a:pt x="513" y="256"/>
                </a:lnTo>
                <a:lnTo>
                  <a:pt x="512" y="282"/>
                </a:lnTo>
                <a:lnTo>
                  <a:pt x="507" y="308"/>
                </a:lnTo>
                <a:lnTo>
                  <a:pt x="501" y="333"/>
                </a:lnTo>
                <a:lnTo>
                  <a:pt x="492" y="356"/>
                </a:lnTo>
                <a:lnTo>
                  <a:pt x="481" y="378"/>
                </a:lnTo>
                <a:lnTo>
                  <a:pt x="468" y="399"/>
                </a:lnTo>
                <a:lnTo>
                  <a:pt x="454" y="419"/>
                </a:lnTo>
                <a:lnTo>
                  <a:pt x="438" y="438"/>
                </a:lnTo>
                <a:lnTo>
                  <a:pt x="419" y="454"/>
                </a:lnTo>
                <a:lnTo>
                  <a:pt x="399" y="468"/>
                </a:lnTo>
                <a:lnTo>
                  <a:pt x="378" y="481"/>
                </a:lnTo>
                <a:lnTo>
                  <a:pt x="356" y="492"/>
                </a:lnTo>
                <a:lnTo>
                  <a:pt x="332" y="501"/>
                </a:lnTo>
                <a:lnTo>
                  <a:pt x="308" y="507"/>
                </a:lnTo>
                <a:lnTo>
                  <a:pt x="282" y="512"/>
                </a:lnTo>
                <a:lnTo>
                  <a:pt x="256" y="513"/>
                </a:lnTo>
                <a:lnTo>
                  <a:pt x="231" y="512"/>
                </a:lnTo>
                <a:lnTo>
                  <a:pt x="205" y="507"/>
                </a:lnTo>
                <a:lnTo>
                  <a:pt x="180" y="501"/>
                </a:lnTo>
                <a:lnTo>
                  <a:pt x="157" y="492"/>
                </a:lnTo>
                <a:lnTo>
                  <a:pt x="135" y="481"/>
                </a:lnTo>
                <a:lnTo>
                  <a:pt x="113" y="468"/>
                </a:lnTo>
                <a:lnTo>
                  <a:pt x="94" y="454"/>
                </a:lnTo>
                <a:lnTo>
                  <a:pt x="75" y="438"/>
                </a:lnTo>
                <a:lnTo>
                  <a:pt x="58" y="419"/>
                </a:lnTo>
                <a:lnTo>
                  <a:pt x="44" y="399"/>
                </a:lnTo>
                <a:lnTo>
                  <a:pt x="31" y="378"/>
                </a:lnTo>
                <a:lnTo>
                  <a:pt x="20" y="356"/>
                </a:lnTo>
                <a:lnTo>
                  <a:pt x="12" y="333"/>
                </a:lnTo>
                <a:lnTo>
                  <a:pt x="6" y="308"/>
                </a:lnTo>
                <a:lnTo>
                  <a:pt x="1" y="282"/>
                </a:lnTo>
                <a:lnTo>
                  <a:pt x="0" y="256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30" name="Freeform 33"/>
          <p:cNvSpPr>
            <a:spLocks/>
          </p:cNvSpPr>
          <p:nvPr/>
        </p:nvSpPr>
        <p:spPr bwMode="auto">
          <a:xfrm>
            <a:off x="2342220" y="4501682"/>
            <a:ext cx="220793" cy="203809"/>
          </a:xfrm>
          <a:custGeom>
            <a:avLst/>
            <a:gdLst>
              <a:gd name="T0" fmla="*/ 279930 w 513"/>
              <a:gd name="T1" fmla="*/ 64683627 h 513"/>
              <a:gd name="T2" fmla="*/ 3360215 w 513"/>
              <a:gd name="T3" fmla="*/ 50403032 h 513"/>
              <a:gd name="T4" fmla="*/ 8680466 w 513"/>
              <a:gd name="T5" fmla="*/ 37802010 h 513"/>
              <a:gd name="T6" fmla="*/ 16241213 w 513"/>
              <a:gd name="T7" fmla="*/ 26321760 h 513"/>
              <a:gd name="T8" fmla="*/ 26321857 w 513"/>
              <a:gd name="T9" fmla="*/ 16241153 h 513"/>
              <a:gd name="T10" fmla="*/ 37802678 w 513"/>
              <a:gd name="T11" fmla="*/ 8680434 h 513"/>
              <a:gd name="T12" fmla="*/ 50403218 w 513"/>
              <a:gd name="T13" fmla="*/ 3360202 h 513"/>
              <a:gd name="T14" fmla="*/ 64684394 w 513"/>
              <a:gd name="T15" fmla="*/ 279929 h 513"/>
              <a:gd name="T16" fmla="*/ 78965041 w 513"/>
              <a:gd name="T17" fmla="*/ 279929 h 513"/>
              <a:gd name="T18" fmla="*/ 92966288 w 513"/>
              <a:gd name="T19" fmla="*/ 3360202 h 513"/>
              <a:gd name="T20" fmla="*/ 105846757 w 513"/>
              <a:gd name="T21" fmla="*/ 8680434 h 513"/>
              <a:gd name="T22" fmla="*/ 117327579 w 513"/>
              <a:gd name="T23" fmla="*/ 16241153 h 513"/>
              <a:gd name="T24" fmla="*/ 127128292 w 513"/>
              <a:gd name="T25" fmla="*/ 26321760 h 513"/>
              <a:gd name="T26" fmla="*/ 134689040 w 513"/>
              <a:gd name="T27" fmla="*/ 37802010 h 513"/>
              <a:gd name="T28" fmla="*/ 140289221 w 513"/>
              <a:gd name="T29" fmla="*/ 50403032 h 513"/>
              <a:gd name="T30" fmla="*/ 143369506 w 513"/>
              <a:gd name="T31" fmla="*/ 64683627 h 513"/>
              <a:gd name="T32" fmla="*/ 143649435 w 513"/>
              <a:gd name="T33" fmla="*/ 71683960 h 513"/>
              <a:gd name="T34" fmla="*/ 141969328 w 513"/>
              <a:gd name="T35" fmla="*/ 86245012 h 513"/>
              <a:gd name="T36" fmla="*/ 137768795 w 513"/>
              <a:gd name="T37" fmla="*/ 99685821 h 513"/>
              <a:gd name="T38" fmla="*/ 131048366 w 513"/>
              <a:gd name="T39" fmla="*/ 111726457 h 513"/>
              <a:gd name="T40" fmla="*/ 122647830 w 513"/>
              <a:gd name="T41" fmla="*/ 122647378 h 513"/>
              <a:gd name="T42" fmla="*/ 111727397 w 513"/>
              <a:gd name="T43" fmla="*/ 131047354 h 513"/>
              <a:gd name="T44" fmla="*/ 99686717 w 513"/>
              <a:gd name="T45" fmla="*/ 137767759 h 513"/>
              <a:gd name="T46" fmla="*/ 86245859 w 513"/>
              <a:gd name="T47" fmla="*/ 141968276 h 513"/>
              <a:gd name="T48" fmla="*/ 71684753 w 513"/>
              <a:gd name="T49" fmla="*/ 143648377 h 513"/>
              <a:gd name="T50" fmla="*/ 57403577 w 513"/>
              <a:gd name="T51" fmla="*/ 141968276 h 513"/>
              <a:gd name="T52" fmla="*/ 43962718 w 513"/>
              <a:gd name="T53" fmla="*/ 137767759 h 513"/>
              <a:gd name="T54" fmla="*/ 31642108 w 513"/>
              <a:gd name="T55" fmla="*/ 131047354 h 513"/>
              <a:gd name="T56" fmla="*/ 21001605 w 513"/>
              <a:gd name="T57" fmla="*/ 122647378 h 513"/>
              <a:gd name="T58" fmla="*/ 12320610 w 513"/>
              <a:gd name="T59" fmla="*/ 111726457 h 513"/>
              <a:gd name="T60" fmla="*/ 5600181 w 513"/>
              <a:gd name="T61" fmla="*/ 99685821 h 513"/>
              <a:gd name="T62" fmla="*/ 1680107 w 513"/>
              <a:gd name="T63" fmla="*/ 86245012 h 513"/>
              <a:gd name="T64" fmla="*/ 0 w 513"/>
              <a:gd name="T65" fmla="*/ 71683960 h 513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513"/>
              <a:gd name="T100" fmla="*/ 0 h 513"/>
              <a:gd name="T101" fmla="*/ 513 w 513"/>
              <a:gd name="T102" fmla="*/ 513 h 513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513" h="513">
                <a:moveTo>
                  <a:pt x="0" y="256"/>
                </a:moveTo>
                <a:lnTo>
                  <a:pt x="1" y="231"/>
                </a:lnTo>
                <a:lnTo>
                  <a:pt x="6" y="205"/>
                </a:lnTo>
                <a:lnTo>
                  <a:pt x="12" y="180"/>
                </a:lnTo>
                <a:lnTo>
                  <a:pt x="20" y="157"/>
                </a:lnTo>
                <a:lnTo>
                  <a:pt x="31" y="135"/>
                </a:lnTo>
                <a:lnTo>
                  <a:pt x="44" y="113"/>
                </a:lnTo>
                <a:lnTo>
                  <a:pt x="58" y="94"/>
                </a:lnTo>
                <a:lnTo>
                  <a:pt x="75" y="75"/>
                </a:lnTo>
                <a:lnTo>
                  <a:pt x="94" y="58"/>
                </a:lnTo>
                <a:lnTo>
                  <a:pt x="113" y="44"/>
                </a:lnTo>
                <a:lnTo>
                  <a:pt x="135" y="31"/>
                </a:lnTo>
                <a:lnTo>
                  <a:pt x="157" y="20"/>
                </a:lnTo>
                <a:lnTo>
                  <a:pt x="180" y="12"/>
                </a:lnTo>
                <a:lnTo>
                  <a:pt x="205" y="6"/>
                </a:lnTo>
                <a:lnTo>
                  <a:pt x="231" y="1"/>
                </a:lnTo>
                <a:lnTo>
                  <a:pt x="256" y="0"/>
                </a:lnTo>
                <a:lnTo>
                  <a:pt x="282" y="1"/>
                </a:lnTo>
                <a:lnTo>
                  <a:pt x="308" y="6"/>
                </a:lnTo>
                <a:lnTo>
                  <a:pt x="332" y="12"/>
                </a:lnTo>
                <a:lnTo>
                  <a:pt x="356" y="20"/>
                </a:lnTo>
                <a:lnTo>
                  <a:pt x="378" y="31"/>
                </a:lnTo>
                <a:lnTo>
                  <a:pt x="399" y="44"/>
                </a:lnTo>
                <a:lnTo>
                  <a:pt x="419" y="58"/>
                </a:lnTo>
                <a:lnTo>
                  <a:pt x="438" y="75"/>
                </a:lnTo>
                <a:lnTo>
                  <a:pt x="454" y="94"/>
                </a:lnTo>
                <a:lnTo>
                  <a:pt x="468" y="113"/>
                </a:lnTo>
                <a:lnTo>
                  <a:pt x="481" y="135"/>
                </a:lnTo>
                <a:lnTo>
                  <a:pt x="492" y="157"/>
                </a:lnTo>
                <a:lnTo>
                  <a:pt x="501" y="180"/>
                </a:lnTo>
                <a:lnTo>
                  <a:pt x="507" y="205"/>
                </a:lnTo>
                <a:lnTo>
                  <a:pt x="512" y="231"/>
                </a:lnTo>
                <a:lnTo>
                  <a:pt x="513" y="256"/>
                </a:lnTo>
                <a:lnTo>
                  <a:pt x="512" y="282"/>
                </a:lnTo>
                <a:lnTo>
                  <a:pt x="507" y="308"/>
                </a:lnTo>
                <a:lnTo>
                  <a:pt x="501" y="333"/>
                </a:lnTo>
                <a:lnTo>
                  <a:pt x="492" y="356"/>
                </a:lnTo>
                <a:lnTo>
                  <a:pt x="481" y="378"/>
                </a:lnTo>
                <a:lnTo>
                  <a:pt x="468" y="399"/>
                </a:lnTo>
                <a:lnTo>
                  <a:pt x="454" y="419"/>
                </a:lnTo>
                <a:lnTo>
                  <a:pt x="438" y="438"/>
                </a:lnTo>
                <a:lnTo>
                  <a:pt x="419" y="454"/>
                </a:lnTo>
                <a:lnTo>
                  <a:pt x="399" y="468"/>
                </a:lnTo>
                <a:lnTo>
                  <a:pt x="378" y="481"/>
                </a:lnTo>
                <a:lnTo>
                  <a:pt x="356" y="492"/>
                </a:lnTo>
                <a:lnTo>
                  <a:pt x="332" y="501"/>
                </a:lnTo>
                <a:lnTo>
                  <a:pt x="308" y="507"/>
                </a:lnTo>
                <a:lnTo>
                  <a:pt x="282" y="512"/>
                </a:lnTo>
                <a:lnTo>
                  <a:pt x="256" y="513"/>
                </a:lnTo>
                <a:lnTo>
                  <a:pt x="231" y="512"/>
                </a:lnTo>
                <a:lnTo>
                  <a:pt x="205" y="507"/>
                </a:lnTo>
                <a:lnTo>
                  <a:pt x="180" y="501"/>
                </a:lnTo>
                <a:lnTo>
                  <a:pt x="157" y="492"/>
                </a:lnTo>
                <a:lnTo>
                  <a:pt x="135" y="481"/>
                </a:lnTo>
                <a:lnTo>
                  <a:pt x="113" y="468"/>
                </a:lnTo>
                <a:lnTo>
                  <a:pt x="94" y="454"/>
                </a:lnTo>
                <a:lnTo>
                  <a:pt x="75" y="438"/>
                </a:lnTo>
                <a:lnTo>
                  <a:pt x="58" y="419"/>
                </a:lnTo>
                <a:lnTo>
                  <a:pt x="44" y="399"/>
                </a:lnTo>
                <a:lnTo>
                  <a:pt x="31" y="378"/>
                </a:lnTo>
                <a:lnTo>
                  <a:pt x="20" y="356"/>
                </a:lnTo>
                <a:lnTo>
                  <a:pt x="12" y="333"/>
                </a:lnTo>
                <a:lnTo>
                  <a:pt x="6" y="308"/>
                </a:lnTo>
                <a:lnTo>
                  <a:pt x="1" y="282"/>
                </a:lnTo>
                <a:lnTo>
                  <a:pt x="0" y="256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31" name="Rectangle 34"/>
          <p:cNvSpPr>
            <a:spLocks noChangeArrowheads="1"/>
          </p:cNvSpPr>
          <p:nvPr/>
        </p:nvSpPr>
        <p:spPr bwMode="auto">
          <a:xfrm>
            <a:off x="2395155" y="4555315"/>
            <a:ext cx="110608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700" b="1">
                <a:solidFill>
                  <a:srgbClr val="000000"/>
                </a:solidFill>
                <a:latin typeface="돋움" pitchFamily="50" charset="-127"/>
                <a:ea typeface="돋움" pitchFamily="50" charset="-127"/>
              </a:rPr>
              <a:t>Ra</a:t>
            </a:r>
            <a:endParaRPr lang="en-US" altLang="ko-KR"/>
          </a:p>
        </p:txBody>
      </p:sp>
      <p:sp>
        <p:nvSpPr>
          <p:cNvPr id="32" name="Line 35"/>
          <p:cNvSpPr>
            <a:spLocks noChangeShapeType="1"/>
          </p:cNvSpPr>
          <p:nvPr/>
        </p:nvSpPr>
        <p:spPr bwMode="auto">
          <a:xfrm>
            <a:off x="3048497" y="3997521"/>
            <a:ext cx="0" cy="504160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33" name="Rectangle 36"/>
          <p:cNvSpPr>
            <a:spLocks noChangeArrowheads="1"/>
          </p:cNvSpPr>
          <p:nvPr/>
        </p:nvSpPr>
        <p:spPr bwMode="auto">
          <a:xfrm>
            <a:off x="2167906" y="3585135"/>
            <a:ext cx="1213718" cy="406427"/>
          </a:xfrm>
          <a:prstGeom prst="rect">
            <a:avLst/>
          </a:prstGeom>
          <a:solidFill>
            <a:srgbClr val="EEF2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34" name="Rectangle 37"/>
          <p:cNvSpPr>
            <a:spLocks noChangeArrowheads="1"/>
          </p:cNvSpPr>
          <p:nvPr/>
        </p:nvSpPr>
        <p:spPr bwMode="auto">
          <a:xfrm>
            <a:off x="2167906" y="3585135"/>
            <a:ext cx="1213718" cy="406427"/>
          </a:xfrm>
          <a:prstGeom prst="rect">
            <a:avLst/>
          </a:prstGeom>
          <a:noFill/>
          <a:ln w="63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35" name="Rectangle 38"/>
          <p:cNvSpPr>
            <a:spLocks noChangeArrowheads="1"/>
          </p:cNvSpPr>
          <p:nvPr/>
        </p:nvSpPr>
        <p:spPr bwMode="auto">
          <a:xfrm>
            <a:off x="2630153" y="3638770"/>
            <a:ext cx="290144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1100">
                <a:solidFill>
                  <a:srgbClr val="000000"/>
                </a:solidFill>
                <a:latin typeface="돋움" pitchFamily="50" charset="-127"/>
                <a:ea typeface="돋움" pitchFamily="50" charset="-127"/>
              </a:rPr>
              <a:t>CRA</a:t>
            </a:r>
            <a:endParaRPr lang="en-US" altLang="ko-KR"/>
          </a:p>
        </p:txBody>
      </p:sp>
      <p:sp>
        <p:nvSpPr>
          <p:cNvPr id="36" name="Rectangle 39"/>
          <p:cNvSpPr>
            <a:spLocks noChangeArrowheads="1"/>
          </p:cNvSpPr>
          <p:nvPr/>
        </p:nvSpPr>
        <p:spPr bwMode="auto">
          <a:xfrm>
            <a:off x="2631443" y="3793713"/>
            <a:ext cx="286938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1100">
                <a:solidFill>
                  <a:srgbClr val="000000"/>
                </a:solidFill>
                <a:latin typeface="돋움" pitchFamily="50" charset="-127"/>
                <a:ea typeface="돋움" pitchFamily="50" charset="-127"/>
              </a:rPr>
              <a:t>PAC</a:t>
            </a:r>
            <a:endParaRPr lang="en-US" altLang="ko-KR"/>
          </a:p>
        </p:txBody>
      </p:sp>
      <p:sp>
        <p:nvSpPr>
          <p:cNvPr id="37" name="Freeform 40"/>
          <p:cNvSpPr>
            <a:spLocks noEditPoints="1"/>
          </p:cNvSpPr>
          <p:nvPr/>
        </p:nvSpPr>
        <p:spPr bwMode="auto">
          <a:xfrm>
            <a:off x="2451969" y="4704298"/>
            <a:ext cx="2583" cy="729422"/>
          </a:xfrm>
          <a:custGeom>
            <a:avLst/>
            <a:gdLst>
              <a:gd name="T0" fmla="*/ 806450 w 5"/>
              <a:gd name="T1" fmla="*/ 19321463 h 1836"/>
              <a:gd name="T2" fmla="*/ 403225 w 5"/>
              <a:gd name="T3" fmla="*/ 0 h 1836"/>
              <a:gd name="T4" fmla="*/ 2016125 w 5"/>
              <a:gd name="T5" fmla="*/ 559858 h 1836"/>
              <a:gd name="T6" fmla="*/ 806450 w 5"/>
              <a:gd name="T7" fmla="*/ 48443092 h 1836"/>
              <a:gd name="T8" fmla="*/ 403225 w 5"/>
              <a:gd name="T9" fmla="*/ 29121629 h 1836"/>
              <a:gd name="T10" fmla="*/ 2016125 w 5"/>
              <a:gd name="T11" fmla="*/ 29402087 h 1836"/>
              <a:gd name="T12" fmla="*/ 806450 w 5"/>
              <a:gd name="T13" fmla="*/ 77564721 h 1836"/>
              <a:gd name="T14" fmla="*/ 403225 w 5"/>
              <a:gd name="T15" fmla="*/ 58243787 h 1836"/>
              <a:gd name="T16" fmla="*/ 2016125 w 5"/>
              <a:gd name="T17" fmla="*/ 58523717 h 1836"/>
              <a:gd name="T18" fmla="*/ 806450 w 5"/>
              <a:gd name="T19" fmla="*/ 106686879 h 1836"/>
              <a:gd name="T20" fmla="*/ 403225 w 5"/>
              <a:gd name="T21" fmla="*/ 87365417 h 1836"/>
              <a:gd name="T22" fmla="*/ 2016125 w 5"/>
              <a:gd name="T23" fmla="*/ 87925275 h 1836"/>
              <a:gd name="T24" fmla="*/ 806450 w 5"/>
              <a:gd name="T25" fmla="*/ 136088438 h 1836"/>
              <a:gd name="T26" fmla="*/ 403225 w 5"/>
              <a:gd name="T27" fmla="*/ 116767504 h 1836"/>
              <a:gd name="T28" fmla="*/ 2016125 w 5"/>
              <a:gd name="T29" fmla="*/ 117047433 h 1836"/>
              <a:gd name="T30" fmla="*/ 806450 w 5"/>
              <a:gd name="T31" fmla="*/ 164930138 h 1836"/>
              <a:gd name="T32" fmla="*/ 403225 w 5"/>
              <a:gd name="T33" fmla="*/ 145889133 h 1836"/>
              <a:gd name="T34" fmla="*/ 2016125 w 5"/>
              <a:gd name="T35" fmla="*/ 146169063 h 1836"/>
              <a:gd name="T36" fmla="*/ 806450 w 5"/>
              <a:gd name="T37" fmla="*/ 194052296 h 1836"/>
              <a:gd name="T38" fmla="*/ 403225 w 5"/>
              <a:gd name="T39" fmla="*/ 175010763 h 1836"/>
              <a:gd name="T40" fmla="*/ 2016125 w 5"/>
              <a:gd name="T41" fmla="*/ 175290692 h 1836"/>
              <a:gd name="T42" fmla="*/ 806450 w 5"/>
              <a:gd name="T43" fmla="*/ 223173925 h 1836"/>
              <a:gd name="T44" fmla="*/ 403225 w 5"/>
              <a:gd name="T45" fmla="*/ 204132921 h 1836"/>
              <a:gd name="T46" fmla="*/ 2016125 w 5"/>
              <a:gd name="T47" fmla="*/ 204692779 h 1836"/>
              <a:gd name="T48" fmla="*/ 806450 w 5"/>
              <a:gd name="T49" fmla="*/ 252575483 h 1836"/>
              <a:gd name="T50" fmla="*/ 403225 w 5"/>
              <a:gd name="T51" fmla="*/ 233254550 h 1836"/>
              <a:gd name="T52" fmla="*/ 2016125 w 5"/>
              <a:gd name="T53" fmla="*/ 233814408 h 1836"/>
              <a:gd name="T54" fmla="*/ 806450 w 5"/>
              <a:gd name="T55" fmla="*/ 281697642 h 1836"/>
              <a:gd name="T56" fmla="*/ 403225 w 5"/>
              <a:gd name="T57" fmla="*/ 262376179 h 1836"/>
              <a:gd name="T58" fmla="*/ 2016125 w 5"/>
              <a:gd name="T59" fmla="*/ 262936037 h 1836"/>
              <a:gd name="T60" fmla="*/ 806450 w 5"/>
              <a:gd name="T61" fmla="*/ 310819271 h 1836"/>
              <a:gd name="T62" fmla="*/ 403225 w 5"/>
              <a:gd name="T63" fmla="*/ 291498338 h 1836"/>
              <a:gd name="T64" fmla="*/ 2016125 w 5"/>
              <a:gd name="T65" fmla="*/ 292058196 h 1836"/>
              <a:gd name="T66" fmla="*/ 806450 w 5"/>
              <a:gd name="T67" fmla="*/ 339940900 h 1836"/>
              <a:gd name="T68" fmla="*/ 403225 w 5"/>
              <a:gd name="T69" fmla="*/ 320619967 h 1836"/>
              <a:gd name="T70" fmla="*/ 2016125 w 5"/>
              <a:gd name="T71" fmla="*/ 320899896 h 1836"/>
              <a:gd name="T72" fmla="*/ 806450 w 5"/>
              <a:gd name="T73" fmla="*/ 369342988 h 1836"/>
              <a:gd name="T74" fmla="*/ 403225 w 5"/>
              <a:gd name="T75" fmla="*/ 350021525 h 1836"/>
              <a:gd name="T76" fmla="*/ 2016125 w 5"/>
              <a:gd name="T77" fmla="*/ 350301983 h 1836"/>
              <a:gd name="T78" fmla="*/ 806450 w 5"/>
              <a:gd name="T79" fmla="*/ 398464617 h 1836"/>
              <a:gd name="T80" fmla="*/ 403225 w 5"/>
              <a:gd name="T81" fmla="*/ 379143683 h 1836"/>
              <a:gd name="T82" fmla="*/ 2016125 w 5"/>
              <a:gd name="T83" fmla="*/ 379423613 h 1836"/>
              <a:gd name="T84" fmla="*/ 806450 w 5"/>
              <a:gd name="T85" fmla="*/ 427306317 h 1836"/>
              <a:gd name="T86" fmla="*/ 403225 w 5"/>
              <a:gd name="T87" fmla="*/ 408265313 h 1836"/>
              <a:gd name="T88" fmla="*/ 2016125 w 5"/>
              <a:gd name="T89" fmla="*/ 408545242 h 1836"/>
              <a:gd name="T90" fmla="*/ 806450 w 5"/>
              <a:gd name="T91" fmla="*/ 456428475 h 1836"/>
              <a:gd name="T92" fmla="*/ 403225 w 5"/>
              <a:gd name="T93" fmla="*/ 437386942 h 1836"/>
              <a:gd name="T94" fmla="*/ 2016125 w 5"/>
              <a:gd name="T95" fmla="*/ 437947329 h 1836"/>
              <a:gd name="T96" fmla="*/ 806450 w 5"/>
              <a:gd name="T97" fmla="*/ 485830033 h 1836"/>
              <a:gd name="T98" fmla="*/ 403225 w 5"/>
              <a:gd name="T99" fmla="*/ 466789029 h 1836"/>
              <a:gd name="T100" fmla="*/ 2016125 w 5"/>
              <a:gd name="T101" fmla="*/ 467068958 h 1836"/>
              <a:gd name="T102" fmla="*/ 806450 w 5"/>
              <a:gd name="T103" fmla="*/ 514111875 h 1836"/>
              <a:gd name="T104" fmla="*/ 403225 w 5"/>
              <a:gd name="T105" fmla="*/ 495630729 h 1836"/>
              <a:gd name="T106" fmla="*/ 2016125 w 5"/>
              <a:gd name="T107" fmla="*/ 496190587 h 18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w 5"/>
              <a:gd name="T163" fmla="*/ 0 h 1836"/>
              <a:gd name="T164" fmla="*/ 5 w 5"/>
              <a:gd name="T165" fmla="*/ 1836 h 1836"/>
            </a:gdLst>
            <a:ahLst/>
            <a:cxnLst>
              <a:cxn ang="T108">
                <a:pos x="T0" y="T1"/>
              </a:cxn>
              <a:cxn ang="T109">
                <a:pos x="T2" y="T3"/>
              </a:cxn>
              <a:cxn ang="T110">
                <a:pos x="T4" y="T5"/>
              </a:cxn>
              <a:cxn ang="T111">
                <a:pos x="T6" y="T7"/>
              </a:cxn>
              <a:cxn ang="T112">
                <a:pos x="T8" y="T9"/>
              </a:cxn>
              <a:cxn ang="T113">
                <a:pos x="T10" y="T11"/>
              </a:cxn>
              <a:cxn ang="T114">
                <a:pos x="T12" y="T13"/>
              </a:cxn>
              <a:cxn ang="T115">
                <a:pos x="T14" y="T15"/>
              </a:cxn>
              <a:cxn ang="T116">
                <a:pos x="T16" y="T17"/>
              </a:cxn>
              <a:cxn ang="T117">
                <a:pos x="T18" y="T19"/>
              </a:cxn>
              <a:cxn ang="T118">
                <a:pos x="T20" y="T21"/>
              </a:cxn>
              <a:cxn ang="T119">
                <a:pos x="T22" y="T23"/>
              </a:cxn>
              <a:cxn ang="T120">
                <a:pos x="T24" y="T25"/>
              </a:cxn>
              <a:cxn ang="T121">
                <a:pos x="T26" y="T27"/>
              </a:cxn>
              <a:cxn ang="T122">
                <a:pos x="T28" y="T29"/>
              </a:cxn>
              <a:cxn ang="T123">
                <a:pos x="T30" y="T31"/>
              </a:cxn>
              <a:cxn ang="T124">
                <a:pos x="T32" y="T33"/>
              </a:cxn>
              <a:cxn ang="T125">
                <a:pos x="T34" y="T35"/>
              </a:cxn>
              <a:cxn ang="T126">
                <a:pos x="T36" y="T37"/>
              </a:cxn>
              <a:cxn ang="T127">
                <a:pos x="T38" y="T39"/>
              </a:cxn>
              <a:cxn ang="T128">
                <a:pos x="T40" y="T41"/>
              </a:cxn>
              <a:cxn ang="T129">
                <a:pos x="T42" y="T43"/>
              </a:cxn>
              <a:cxn ang="T130">
                <a:pos x="T44" y="T45"/>
              </a:cxn>
              <a:cxn ang="T131">
                <a:pos x="T46" y="T47"/>
              </a:cxn>
              <a:cxn ang="T132">
                <a:pos x="T48" y="T49"/>
              </a:cxn>
              <a:cxn ang="T133">
                <a:pos x="T50" y="T51"/>
              </a:cxn>
              <a:cxn ang="T134">
                <a:pos x="T52" y="T53"/>
              </a:cxn>
              <a:cxn ang="T135">
                <a:pos x="T54" y="T55"/>
              </a:cxn>
              <a:cxn ang="T136">
                <a:pos x="T56" y="T57"/>
              </a:cxn>
              <a:cxn ang="T137">
                <a:pos x="T58" y="T59"/>
              </a:cxn>
              <a:cxn ang="T138">
                <a:pos x="T60" y="T61"/>
              </a:cxn>
              <a:cxn ang="T139">
                <a:pos x="T62" y="T63"/>
              </a:cxn>
              <a:cxn ang="T140">
                <a:pos x="T64" y="T65"/>
              </a:cxn>
              <a:cxn ang="T141">
                <a:pos x="T66" y="T67"/>
              </a:cxn>
              <a:cxn ang="T142">
                <a:pos x="T68" y="T69"/>
              </a:cxn>
              <a:cxn ang="T143">
                <a:pos x="T70" y="T71"/>
              </a:cxn>
              <a:cxn ang="T144">
                <a:pos x="T72" y="T73"/>
              </a:cxn>
              <a:cxn ang="T145">
                <a:pos x="T74" y="T75"/>
              </a:cxn>
              <a:cxn ang="T146">
                <a:pos x="T76" y="T77"/>
              </a:cxn>
              <a:cxn ang="T147">
                <a:pos x="T78" y="T79"/>
              </a:cxn>
              <a:cxn ang="T148">
                <a:pos x="T80" y="T81"/>
              </a:cxn>
              <a:cxn ang="T149">
                <a:pos x="T82" y="T83"/>
              </a:cxn>
              <a:cxn ang="T150">
                <a:pos x="T84" y="T85"/>
              </a:cxn>
              <a:cxn ang="T151">
                <a:pos x="T86" y="T87"/>
              </a:cxn>
              <a:cxn ang="T152">
                <a:pos x="T88" y="T89"/>
              </a:cxn>
              <a:cxn ang="T153">
                <a:pos x="T90" y="T91"/>
              </a:cxn>
              <a:cxn ang="T154">
                <a:pos x="T92" y="T93"/>
              </a:cxn>
              <a:cxn ang="T155">
                <a:pos x="T94" y="T95"/>
              </a:cxn>
              <a:cxn ang="T156">
                <a:pos x="T96" y="T97"/>
              </a:cxn>
              <a:cxn ang="T157">
                <a:pos x="T98" y="T99"/>
              </a:cxn>
              <a:cxn ang="T158">
                <a:pos x="T100" y="T101"/>
              </a:cxn>
              <a:cxn ang="T159">
                <a:pos x="T102" y="T103"/>
              </a:cxn>
              <a:cxn ang="T160">
                <a:pos x="T104" y="T105"/>
              </a:cxn>
              <a:cxn ang="T161">
                <a:pos x="T106" y="T107"/>
              </a:cxn>
            </a:cxnLst>
            <a:rect l="T162" t="T163" r="T164" b="T165"/>
            <a:pathLst>
              <a:path w="5" h="1836">
                <a:moveTo>
                  <a:pt x="5" y="2"/>
                </a:moveTo>
                <a:lnTo>
                  <a:pt x="5" y="66"/>
                </a:lnTo>
                <a:lnTo>
                  <a:pt x="4" y="69"/>
                </a:lnTo>
                <a:lnTo>
                  <a:pt x="2" y="69"/>
                </a:lnTo>
                <a:lnTo>
                  <a:pt x="1" y="69"/>
                </a:lnTo>
                <a:lnTo>
                  <a:pt x="0" y="66"/>
                </a:lnTo>
                <a:lnTo>
                  <a:pt x="0" y="2"/>
                </a:lnTo>
                <a:lnTo>
                  <a:pt x="1" y="0"/>
                </a:lnTo>
                <a:lnTo>
                  <a:pt x="2" y="0"/>
                </a:lnTo>
                <a:lnTo>
                  <a:pt x="4" y="0"/>
                </a:lnTo>
                <a:lnTo>
                  <a:pt x="5" y="2"/>
                </a:lnTo>
                <a:close/>
                <a:moveTo>
                  <a:pt x="5" y="105"/>
                </a:moveTo>
                <a:lnTo>
                  <a:pt x="5" y="171"/>
                </a:lnTo>
                <a:lnTo>
                  <a:pt x="4" y="172"/>
                </a:lnTo>
                <a:lnTo>
                  <a:pt x="2" y="173"/>
                </a:lnTo>
                <a:lnTo>
                  <a:pt x="1" y="172"/>
                </a:lnTo>
                <a:lnTo>
                  <a:pt x="0" y="171"/>
                </a:lnTo>
                <a:lnTo>
                  <a:pt x="0" y="105"/>
                </a:lnTo>
                <a:lnTo>
                  <a:pt x="1" y="104"/>
                </a:lnTo>
                <a:lnTo>
                  <a:pt x="2" y="104"/>
                </a:lnTo>
                <a:lnTo>
                  <a:pt x="4" y="104"/>
                </a:lnTo>
                <a:lnTo>
                  <a:pt x="5" y="105"/>
                </a:lnTo>
                <a:close/>
                <a:moveTo>
                  <a:pt x="5" y="209"/>
                </a:moveTo>
                <a:lnTo>
                  <a:pt x="5" y="275"/>
                </a:lnTo>
                <a:lnTo>
                  <a:pt x="4" y="276"/>
                </a:lnTo>
                <a:lnTo>
                  <a:pt x="2" y="277"/>
                </a:lnTo>
                <a:lnTo>
                  <a:pt x="1" y="276"/>
                </a:lnTo>
                <a:lnTo>
                  <a:pt x="0" y="275"/>
                </a:lnTo>
                <a:lnTo>
                  <a:pt x="0" y="209"/>
                </a:lnTo>
                <a:lnTo>
                  <a:pt x="1" y="208"/>
                </a:lnTo>
                <a:lnTo>
                  <a:pt x="2" y="208"/>
                </a:lnTo>
                <a:lnTo>
                  <a:pt x="4" y="208"/>
                </a:lnTo>
                <a:lnTo>
                  <a:pt x="5" y="209"/>
                </a:lnTo>
                <a:close/>
                <a:moveTo>
                  <a:pt x="5" y="314"/>
                </a:moveTo>
                <a:lnTo>
                  <a:pt x="5" y="379"/>
                </a:lnTo>
                <a:lnTo>
                  <a:pt x="4" y="380"/>
                </a:lnTo>
                <a:lnTo>
                  <a:pt x="2" y="381"/>
                </a:lnTo>
                <a:lnTo>
                  <a:pt x="1" y="380"/>
                </a:lnTo>
                <a:lnTo>
                  <a:pt x="0" y="379"/>
                </a:lnTo>
                <a:lnTo>
                  <a:pt x="0" y="314"/>
                </a:lnTo>
                <a:lnTo>
                  <a:pt x="1" y="312"/>
                </a:lnTo>
                <a:lnTo>
                  <a:pt x="2" y="311"/>
                </a:lnTo>
                <a:lnTo>
                  <a:pt x="4" y="312"/>
                </a:lnTo>
                <a:lnTo>
                  <a:pt x="5" y="314"/>
                </a:lnTo>
                <a:close/>
                <a:moveTo>
                  <a:pt x="5" y="418"/>
                </a:moveTo>
                <a:lnTo>
                  <a:pt x="5" y="483"/>
                </a:lnTo>
                <a:lnTo>
                  <a:pt x="4" y="485"/>
                </a:lnTo>
                <a:lnTo>
                  <a:pt x="2" y="486"/>
                </a:lnTo>
                <a:lnTo>
                  <a:pt x="1" y="485"/>
                </a:lnTo>
                <a:lnTo>
                  <a:pt x="0" y="483"/>
                </a:lnTo>
                <a:lnTo>
                  <a:pt x="0" y="418"/>
                </a:lnTo>
                <a:lnTo>
                  <a:pt x="1" y="417"/>
                </a:lnTo>
                <a:lnTo>
                  <a:pt x="2" y="415"/>
                </a:lnTo>
                <a:lnTo>
                  <a:pt x="4" y="417"/>
                </a:lnTo>
                <a:lnTo>
                  <a:pt x="5" y="418"/>
                </a:lnTo>
                <a:close/>
                <a:moveTo>
                  <a:pt x="5" y="522"/>
                </a:moveTo>
                <a:lnTo>
                  <a:pt x="5" y="588"/>
                </a:lnTo>
                <a:lnTo>
                  <a:pt x="4" y="589"/>
                </a:lnTo>
                <a:lnTo>
                  <a:pt x="2" y="589"/>
                </a:lnTo>
                <a:lnTo>
                  <a:pt x="1" y="589"/>
                </a:lnTo>
                <a:lnTo>
                  <a:pt x="0" y="588"/>
                </a:lnTo>
                <a:lnTo>
                  <a:pt x="0" y="522"/>
                </a:lnTo>
                <a:lnTo>
                  <a:pt x="1" y="521"/>
                </a:lnTo>
                <a:lnTo>
                  <a:pt x="2" y="520"/>
                </a:lnTo>
                <a:lnTo>
                  <a:pt x="4" y="521"/>
                </a:lnTo>
                <a:lnTo>
                  <a:pt x="5" y="522"/>
                </a:lnTo>
                <a:close/>
                <a:moveTo>
                  <a:pt x="5" y="626"/>
                </a:moveTo>
                <a:lnTo>
                  <a:pt x="5" y="691"/>
                </a:lnTo>
                <a:lnTo>
                  <a:pt x="4" y="693"/>
                </a:lnTo>
                <a:lnTo>
                  <a:pt x="2" y="693"/>
                </a:lnTo>
                <a:lnTo>
                  <a:pt x="1" y="693"/>
                </a:lnTo>
                <a:lnTo>
                  <a:pt x="0" y="691"/>
                </a:lnTo>
                <a:lnTo>
                  <a:pt x="0" y="626"/>
                </a:lnTo>
                <a:lnTo>
                  <a:pt x="1" y="625"/>
                </a:lnTo>
                <a:lnTo>
                  <a:pt x="2" y="624"/>
                </a:lnTo>
                <a:lnTo>
                  <a:pt x="4" y="625"/>
                </a:lnTo>
                <a:lnTo>
                  <a:pt x="5" y="626"/>
                </a:lnTo>
                <a:close/>
                <a:moveTo>
                  <a:pt x="5" y="731"/>
                </a:moveTo>
                <a:lnTo>
                  <a:pt x="5" y="795"/>
                </a:lnTo>
                <a:lnTo>
                  <a:pt x="4" y="797"/>
                </a:lnTo>
                <a:lnTo>
                  <a:pt x="2" y="797"/>
                </a:lnTo>
                <a:lnTo>
                  <a:pt x="1" y="797"/>
                </a:lnTo>
                <a:lnTo>
                  <a:pt x="0" y="795"/>
                </a:lnTo>
                <a:lnTo>
                  <a:pt x="0" y="731"/>
                </a:lnTo>
                <a:lnTo>
                  <a:pt x="1" y="729"/>
                </a:lnTo>
                <a:lnTo>
                  <a:pt x="2" y="728"/>
                </a:lnTo>
                <a:lnTo>
                  <a:pt x="4" y="729"/>
                </a:lnTo>
                <a:lnTo>
                  <a:pt x="5" y="731"/>
                </a:lnTo>
                <a:close/>
                <a:moveTo>
                  <a:pt x="5" y="835"/>
                </a:moveTo>
                <a:lnTo>
                  <a:pt x="5" y="899"/>
                </a:lnTo>
                <a:lnTo>
                  <a:pt x="4" y="902"/>
                </a:lnTo>
                <a:lnTo>
                  <a:pt x="2" y="902"/>
                </a:lnTo>
                <a:lnTo>
                  <a:pt x="1" y="902"/>
                </a:lnTo>
                <a:lnTo>
                  <a:pt x="0" y="899"/>
                </a:lnTo>
                <a:lnTo>
                  <a:pt x="0" y="835"/>
                </a:lnTo>
                <a:lnTo>
                  <a:pt x="1" y="833"/>
                </a:lnTo>
                <a:lnTo>
                  <a:pt x="2" y="833"/>
                </a:lnTo>
                <a:lnTo>
                  <a:pt x="4" y="833"/>
                </a:lnTo>
                <a:lnTo>
                  <a:pt x="5" y="835"/>
                </a:lnTo>
                <a:close/>
                <a:moveTo>
                  <a:pt x="5" y="939"/>
                </a:moveTo>
                <a:lnTo>
                  <a:pt x="5" y="1004"/>
                </a:lnTo>
                <a:lnTo>
                  <a:pt x="4" y="1006"/>
                </a:lnTo>
                <a:lnTo>
                  <a:pt x="2" y="1006"/>
                </a:lnTo>
                <a:lnTo>
                  <a:pt x="1" y="1006"/>
                </a:lnTo>
                <a:lnTo>
                  <a:pt x="0" y="1004"/>
                </a:lnTo>
                <a:lnTo>
                  <a:pt x="0" y="939"/>
                </a:lnTo>
                <a:lnTo>
                  <a:pt x="1" y="937"/>
                </a:lnTo>
                <a:lnTo>
                  <a:pt x="2" y="937"/>
                </a:lnTo>
                <a:lnTo>
                  <a:pt x="4" y="937"/>
                </a:lnTo>
                <a:lnTo>
                  <a:pt x="5" y="939"/>
                </a:lnTo>
                <a:close/>
                <a:moveTo>
                  <a:pt x="5" y="1043"/>
                </a:moveTo>
                <a:lnTo>
                  <a:pt x="5" y="1108"/>
                </a:lnTo>
                <a:lnTo>
                  <a:pt x="4" y="1109"/>
                </a:lnTo>
                <a:lnTo>
                  <a:pt x="2" y="1110"/>
                </a:lnTo>
                <a:lnTo>
                  <a:pt x="1" y="1109"/>
                </a:lnTo>
                <a:lnTo>
                  <a:pt x="0" y="1108"/>
                </a:lnTo>
                <a:lnTo>
                  <a:pt x="0" y="1043"/>
                </a:lnTo>
                <a:lnTo>
                  <a:pt x="1" y="1041"/>
                </a:lnTo>
                <a:lnTo>
                  <a:pt x="2" y="1041"/>
                </a:lnTo>
                <a:lnTo>
                  <a:pt x="4" y="1041"/>
                </a:lnTo>
                <a:lnTo>
                  <a:pt x="5" y="1043"/>
                </a:lnTo>
                <a:close/>
                <a:moveTo>
                  <a:pt x="5" y="1146"/>
                </a:moveTo>
                <a:lnTo>
                  <a:pt x="5" y="1212"/>
                </a:lnTo>
                <a:lnTo>
                  <a:pt x="4" y="1213"/>
                </a:lnTo>
                <a:lnTo>
                  <a:pt x="2" y="1214"/>
                </a:lnTo>
                <a:lnTo>
                  <a:pt x="1" y="1213"/>
                </a:lnTo>
                <a:lnTo>
                  <a:pt x="0" y="1212"/>
                </a:lnTo>
                <a:lnTo>
                  <a:pt x="0" y="1146"/>
                </a:lnTo>
                <a:lnTo>
                  <a:pt x="1" y="1145"/>
                </a:lnTo>
                <a:lnTo>
                  <a:pt x="2" y="1145"/>
                </a:lnTo>
                <a:lnTo>
                  <a:pt x="4" y="1145"/>
                </a:lnTo>
                <a:lnTo>
                  <a:pt x="5" y="1146"/>
                </a:lnTo>
                <a:close/>
                <a:moveTo>
                  <a:pt x="5" y="1251"/>
                </a:moveTo>
                <a:lnTo>
                  <a:pt x="5" y="1316"/>
                </a:lnTo>
                <a:lnTo>
                  <a:pt x="4" y="1317"/>
                </a:lnTo>
                <a:lnTo>
                  <a:pt x="2" y="1319"/>
                </a:lnTo>
                <a:lnTo>
                  <a:pt x="1" y="1317"/>
                </a:lnTo>
                <a:lnTo>
                  <a:pt x="0" y="1316"/>
                </a:lnTo>
                <a:lnTo>
                  <a:pt x="0" y="1251"/>
                </a:lnTo>
                <a:lnTo>
                  <a:pt x="1" y="1250"/>
                </a:lnTo>
                <a:lnTo>
                  <a:pt x="2" y="1248"/>
                </a:lnTo>
                <a:lnTo>
                  <a:pt x="4" y="1250"/>
                </a:lnTo>
                <a:lnTo>
                  <a:pt x="5" y="1251"/>
                </a:lnTo>
                <a:close/>
                <a:moveTo>
                  <a:pt x="5" y="1355"/>
                </a:moveTo>
                <a:lnTo>
                  <a:pt x="5" y="1421"/>
                </a:lnTo>
                <a:lnTo>
                  <a:pt x="4" y="1422"/>
                </a:lnTo>
                <a:lnTo>
                  <a:pt x="2" y="1423"/>
                </a:lnTo>
                <a:lnTo>
                  <a:pt x="1" y="1422"/>
                </a:lnTo>
                <a:lnTo>
                  <a:pt x="0" y="1421"/>
                </a:lnTo>
                <a:lnTo>
                  <a:pt x="0" y="1355"/>
                </a:lnTo>
                <a:lnTo>
                  <a:pt x="1" y="1354"/>
                </a:lnTo>
                <a:lnTo>
                  <a:pt x="2" y="1353"/>
                </a:lnTo>
                <a:lnTo>
                  <a:pt x="4" y="1354"/>
                </a:lnTo>
                <a:lnTo>
                  <a:pt x="5" y="1355"/>
                </a:lnTo>
                <a:close/>
                <a:moveTo>
                  <a:pt x="5" y="1459"/>
                </a:moveTo>
                <a:lnTo>
                  <a:pt x="5" y="1525"/>
                </a:lnTo>
                <a:lnTo>
                  <a:pt x="4" y="1526"/>
                </a:lnTo>
                <a:lnTo>
                  <a:pt x="2" y="1526"/>
                </a:lnTo>
                <a:lnTo>
                  <a:pt x="1" y="1526"/>
                </a:lnTo>
                <a:lnTo>
                  <a:pt x="0" y="1525"/>
                </a:lnTo>
                <a:lnTo>
                  <a:pt x="0" y="1459"/>
                </a:lnTo>
                <a:lnTo>
                  <a:pt x="1" y="1458"/>
                </a:lnTo>
                <a:lnTo>
                  <a:pt x="2" y="1457"/>
                </a:lnTo>
                <a:lnTo>
                  <a:pt x="4" y="1458"/>
                </a:lnTo>
                <a:lnTo>
                  <a:pt x="5" y="1459"/>
                </a:lnTo>
                <a:close/>
                <a:moveTo>
                  <a:pt x="5" y="1564"/>
                </a:moveTo>
                <a:lnTo>
                  <a:pt x="5" y="1629"/>
                </a:lnTo>
                <a:lnTo>
                  <a:pt x="4" y="1630"/>
                </a:lnTo>
                <a:lnTo>
                  <a:pt x="2" y="1630"/>
                </a:lnTo>
                <a:lnTo>
                  <a:pt x="1" y="1630"/>
                </a:lnTo>
                <a:lnTo>
                  <a:pt x="0" y="1629"/>
                </a:lnTo>
                <a:lnTo>
                  <a:pt x="0" y="1564"/>
                </a:lnTo>
                <a:lnTo>
                  <a:pt x="1" y="1562"/>
                </a:lnTo>
                <a:lnTo>
                  <a:pt x="2" y="1561"/>
                </a:lnTo>
                <a:lnTo>
                  <a:pt x="4" y="1562"/>
                </a:lnTo>
                <a:lnTo>
                  <a:pt x="5" y="1564"/>
                </a:lnTo>
                <a:close/>
                <a:moveTo>
                  <a:pt x="5" y="1668"/>
                </a:moveTo>
                <a:lnTo>
                  <a:pt x="5" y="1732"/>
                </a:lnTo>
                <a:lnTo>
                  <a:pt x="4" y="1735"/>
                </a:lnTo>
                <a:lnTo>
                  <a:pt x="2" y="1735"/>
                </a:lnTo>
                <a:lnTo>
                  <a:pt x="1" y="1735"/>
                </a:lnTo>
                <a:lnTo>
                  <a:pt x="0" y="1732"/>
                </a:lnTo>
                <a:lnTo>
                  <a:pt x="0" y="1668"/>
                </a:lnTo>
                <a:lnTo>
                  <a:pt x="1" y="1667"/>
                </a:lnTo>
                <a:lnTo>
                  <a:pt x="2" y="1665"/>
                </a:lnTo>
                <a:lnTo>
                  <a:pt x="4" y="1667"/>
                </a:lnTo>
                <a:lnTo>
                  <a:pt x="5" y="1668"/>
                </a:lnTo>
                <a:close/>
                <a:moveTo>
                  <a:pt x="5" y="1772"/>
                </a:moveTo>
                <a:lnTo>
                  <a:pt x="5" y="1834"/>
                </a:lnTo>
                <a:lnTo>
                  <a:pt x="4" y="1835"/>
                </a:lnTo>
                <a:lnTo>
                  <a:pt x="2" y="1836"/>
                </a:lnTo>
                <a:lnTo>
                  <a:pt x="1" y="1835"/>
                </a:lnTo>
                <a:lnTo>
                  <a:pt x="0" y="1834"/>
                </a:lnTo>
                <a:lnTo>
                  <a:pt x="0" y="1772"/>
                </a:lnTo>
                <a:lnTo>
                  <a:pt x="1" y="1770"/>
                </a:lnTo>
                <a:lnTo>
                  <a:pt x="2" y="1770"/>
                </a:lnTo>
                <a:lnTo>
                  <a:pt x="4" y="1770"/>
                </a:lnTo>
                <a:lnTo>
                  <a:pt x="5" y="1772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38" name="Freeform 41"/>
          <p:cNvSpPr>
            <a:spLocks noEditPoints="1"/>
          </p:cNvSpPr>
          <p:nvPr/>
        </p:nvSpPr>
        <p:spPr bwMode="auto">
          <a:xfrm>
            <a:off x="3047207" y="4704298"/>
            <a:ext cx="2583" cy="730614"/>
          </a:xfrm>
          <a:custGeom>
            <a:avLst/>
            <a:gdLst>
              <a:gd name="T0" fmla="*/ 1209675 w 5"/>
              <a:gd name="T1" fmla="*/ 19320923 h 1839"/>
              <a:gd name="T2" fmla="*/ 403225 w 5"/>
              <a:gd name="T3" fmla="*/ 0 h 1839"/>
              <a:gd name="T4" fmla="*/ 2016125 w 5"/>
              <a:gd name="T5" fmla="*/ 559858 h 1839"/>
              <a:gd name="T6" fmla="*/ 1209675 w 5"/>
              <a:gd name="T7" fmla="*/ 48443067 h 1839"/>
              <a:gd name="T8" fmla="*/ 403225 w 5"/>
              <a:gd name="T9" fmla="*/ 29121614 h 1839"/>
              <a:gd name="T10" fmla="*/ 2016125 w 5"/>
              <a:gd name="T11" fmla="*/ 29401543 h 1839"/>
              <a:gd name="T12" fmla="*/ 1209675 w 5"/>
              <a:gd name="T13" fmla="*/ 77564681 h 1839"/>
              <a:gd name="T14" fmla="*/ 403225 w 5"/>
              <a:gd name="T15" fmla="*/ 58243758 h 1839"/>
              <a:gd name="T16" fmla="*/ 2016125 w 5"/>
              <a:gd name="T17" fmla="*/ 58523687 h 1839"/>
              <a:gd name="T18" fmla="*/ 1209675 w 5"/>
              <a:gd name="T19" fmla="*/ 106686295 h 1839"/>
              <a:gd name="T20" fmla="*/ 403225 w 5"/>
              <a:gd name="T21" fmla="*/ 87365372 h 1839"/>
              <a:gd name="T22" fmla="*/ 2016125 w 5"/>
              <a:gd name="T23" fmla="*/ 87925230 h 1839"/>
              <a:gd name="T24" fmla="*/ 1209675 w 5"/>
              <a:gd name="T25" fmla="*/ 136088368 h 1839"/>
              <a:gd name="T26" fmla="*/ 403225 w 5"/>
              <a:gd name="T27" fmla="*/ 116766915 h 1839"/>
              <a:gd name="T28" fmla="*/ 2016125 w 5"/>
              <a:gd name="T29" fmla="*/ 117047373 h 1839"/>
              <a:gd name="T30" fmla="*/ 1209675 w 5"/>
              <a:gd name="T31" fmla="*/ 164930053 h 1839"/>
              <a:gd name="T32" fmla="*/ 403225 w 5"/>
              <a:gd name="T33" fmla="*/ 145889058 h 1839"/>
              <a:gd name="T34" fmla="*/ 2016125 w 5"/>
              <a:gd name="T35" fmla="*/ 146168987 h 1839"/>
              <a:gd name="T36" fmla="*/ 1209675 w 5"/>
              <a:gd name="T37" fmla="*/ 194051667 h 1839"/>
              <a:gd name="T38" fmla="*/ 403225 w 5"/>
              <a:gd name="T39" fmla="*/ 175010673 h 1839"/>
              <a:gd name="T40" fmla="*/ 2016125 w 5"/>
              <a:gd name="T41" fmla="*/ 175290602 h 1839"/>
              <a:gd name="T42" fmla="*/ 1209675 w 5"/>
              <a:gd name="T43" fmla="*/ 223173810 h 1839"/>
              <a:gd name="T44" fmla="*/ 403225 w 5"/>
              <a:gd name="T45" fmla="*/ 204132287 h 1839"/>
              <a:gd name="T46" fmla="*/ 2016125 w 5"/>
              <a:gd name="T47" fmla="*/ 204692674 h 1839"/>
              <a:gd name="T48" fmla="*/ 1209675 w 5"/>
              <a:gd name="T49" fmla="*/ 252575354 h 1839"/>
              <a:gd name="T50" fmla="*/ 403225 w 5"/>
              <a:gd name="T51" fmla="*/ 233254430 h 1839"/>
              <a:gd name="T52" fmla="*/ 2016125 w 5"/>
              <a:gd name="T53" fmla="*/ 233814288 h 1839"/>
              <a:gd name="T54" fmla="*/ 1209675 w 5"/>
              <a:gd name="T55" fmla="*/ 281696968 h 1839"/>
              <a:gd name="T56" fmla="*/ 403225 w 5"/>
              <a:gd name="T57" fmla="*/ 262376044 h 1839"/>
              <a:gd name="T58" fmla="*/ 2016125 w 5"/>
              <a:gd name="T59" fmla="*/ 262935902 h 1839"/>
              <a:gd name="T60" fmla="*/ 1209675 w 5"/>
              <a:gd name="T61" fmla="*/ 310819111 h 1839"/>
              <a:gd name="T62" fmla="*/ 403225 w 5"/>
              <a:gd name="T63" fmla="*/ 291497659 h 1839"/>
              <a:gd name="T64" fmla="*/ 2016125 w 5"/>
              <a:gd name="T65" fmla="*/ 292058046 h 1839"/>
              <a:gd name="T66" fmla="*/ 1209675 w 5"/>
              <a:gd name="T67" fmla="*/ 339940725 h 1839"/>
              <a:gd name="T68" fmla="*/ 403225 w 5"/>
              <a:gd name="T69" fmla="*/ 320619802 h 1839"/>
              <a:gd name="T70" fmla="*/ 2016125 w 5"/>
              <a:gd name="T71" fmla="*/ 320899731 h 1839"/>
              <a:gd name="T72" fmla="*/ 1209675 w 5"/>
              <a:gd name="T73" fmla="*/ 369342798 h 1839"/>
              <a:gd name="T74" fmla="*/ 403225 w 5"/>
              <a:gd name="T75" fmla="*/ 350021345 h 1839"/>
              <a:gd name="T76" fmla="*/ 2016125 w 5"/>
              <a:gd name="T77" fmla="*/ 350301274 h 1839"/>
              <a:gd name="T78" fmla="*/ 1209675 w 5"/>
              <a:gd name="T79" fmla="*/ 398464412 h 1839"/>
              <a:gd name="T80" fmla="*/ 403225 w 5"/>
              <a:gd name="T81" fmla="*/ 379142959 h 1839"/>
              <a:gd name="T82" fmla="*/ 2016125 w 5"/>
              <a:gd name="T83" fmla="*/ 379423418 h 1839"/>
              <a:gd name="T84" fmla="*/ 1209675 w 5"/>
              <a:gd name="T85" fmla="*/ 427306097 h 1839"/>
              <a:gd name="T86" fmla="*/ 403225 w 5"/>
              <a:gd name="T87" fmla="*/ 408265103 h 1839"/>
              <a:gd name="T88" fmla="*/ 2016125 w 5"/>
              <a:gd name="T89" fmla="*/ 408545032 h 1839"/>
              <a:gd name="T90" fmla="*/ 1209675 w 5"/>
              <a:gd name="T91" fmla="*/ 456427711 h 1839"/>
              <a:gd name="T92" fmla="*/ 403225 w 5"/>
              <a:gd name="T93" fmla="*/ 437386717 h 1839"/>
              <a:gd name="T94" fmla="*/ 2016125 w 5"/>
              <a:gd name="T95" fmla="*/ 437946575 h 1839"/>
              <a:gd name="T96" fmla="*/ 1209675 w 5"/>
              <a:gd name="T97" fmla="*/ 485829784 h 1839"/>
              <a:gd name="T98" fmla="*/ 403225 w 5"/>
              <a:gd name="T99" fmla="*/ 466788260 h 1839"/>
              <a:gd name="T100" fmla="*/ 2016125 w 5"/>
              <a:gd name="T101" fmla="*/ 467068718 h 1839"/>
              <a:gd name="T102" fmla="*/ 1209675 w 5"/>
              <a:gd name="T103" fmla="*/ 514951398 h 1839"/>
              <a:gd name="T104" fmla="*/ 403225 w 5"/>
              <a:gd name="T105" fmla="*/ 495630475 h 1839"/>
              <a:gd name="T106" fmla="*/ 2016125 w 5"/>
              <a:gd name="T107" fmla="*/ 496190333 h 1839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w 5"/>
              <a:gd name="T163" fmla="*/ 0 h 1839"/>
              <a:gd name="T164" fmla="*/ 5 w 5"/>
              <a:gd name="T165" fmla="*/ 1839 h 1839"/>
            </a:gdLst>
            <a:ahLst/>
            <a:cxnLst>
              <a:cxn ang="T108">
                <a:pos x="T0" y="T1"/>
              </a:cxn>
              <a:cxn ang="T109">
                <a:pos x="T2" y="T3"/>
              </a:cxn>
              <a:cxn ang="T110">
                <a:pos x="T4" y="T5"/>
              </a:cxn>
              <a:cxn ang="T111">
                <a:pos x="T6" y="T7"/>
              </a:cxn>
              <a:cxn ang="T112">
                <a:pos x="T8" y="T9"/>
              </a:cxn>
              <a:cxn ang="T113">
                <a:pos x="T10" y="T11"/>
              </a:cxn>
              <a:cxn ang="T114">
                <a:pos x="T12" y="T13"/>
              </a:cxn>
              <a:cxn ang="T115">
                <a:pos x="T14" y="T15"/>
              </a:cxn>
              <a:cxn ang="T116">
                <a:pos x="T16" y="T17"/>
              </a:cxn>
              <a:cxn ang="T117">
                <a:pos x="T18" y="T19"/>
              </a:cxn>
              <a:cxn ang="T118">
                <a:pos x="T20" y="T21"/>
              </a:cxn>
              <a:cxn ang="T119">
                <a:pos x="T22" y="T23"/>
              </a:cxn>
              <a:cxn ang="T120">
                <a:pos x="T24" y="T25"/>
              </a:cxn>
              <a:cxn ang="T121">
                <a:pos x="T26" y="T27"/>
              </a:cxn>
              <a:cxn ang="T122">
                <a:pos x="T28" y="T29"/>
              </a:cxn>
              <a:cxn ang="T123">
                <a:pos x="T30" y="T31"/>
              </a:cxn>
              <a:cxn ang="T124">
                <a:pos x="T32" y="T33"/>
              </a:cxn>
              <a:cxn ang="T125">
                <a:pos x="T34" y="T35"/>
              </a:cxn>
              <a:cxn ang="T126">
                <a:pos x="T36" y="T37"/>
              </a:cxn>
              <a:cxn ang="T127">
                <a:pos x="T38" y="T39"/>
              </a:cxn>
              <a:cxn ang="T128">
                <a:pos x="T40" y="T41"/>
              </a:cxn>
              <a:cxn ang="T129">
                <a:pos x="T42" y="T43"/>
              </a:cxn>
              <a:cxn ang="T130">
                <a:pos x="T44" y="T45"/>
              </a:cxn>
              <a:cxn ang="T131">
                <a:pos x="T46" y="T47"/>
              </a:cxn>
              <a:cxn ang="T132">
                <a:pos x="T48" y="T49"/>
              </a:cxn>
              <a:cxn ang="T133">
                <a:pos x="T50" y="T51"/>
              </a:cxn>
              <a:cxn ang="T134">
                <a:pos x="T52" y="T53"/>
              </a:cxn>
              <a:cxn ang="T135">
                <a:pos x="T54" y="T55"/>
              </a:cxn>
              <a:cxn ang="T136">
                <a:pos x="T56" y="T57"/>
              </a:cxn>
              <a:cxn ang="T137">
                <a:pos x="T58" y="T59"/>
              </a:cxn>
              <a:cxn ang="T138">
                <a:pos x="T60" y="T61"/>
              </a:cxn>
              <a:cxn ang="T139">
                <a:pos x="T62" y="T63"/>
              </a:cxn>
              <a:cxn ang="T140">
                <a:pos x="T64" y="T65"/>
              </a:cxn>
              <a:cxn ang="T141">
                <a:pos x="T66" y="T67"/>
              </a:cxn>
              <a:cxn ang="T142">
                <a:pos x="T68" y="T69"/>
              </a:cxn>
              <a:cxn ang="T143">
                <a:pos x="T70" y="T71"/>
              </a:cxn>
              <a:cxn ang="T144">
                <a:pos x="T72" y="T73"/>
              </a:cxn>
              <a:cxn ang="T145">
                <a:pos x="T74" y="T75"/>
              </a:cxn>
              <a:cxn ang="T146">
                <a:pos x="T76" y="T77"/>
              </a:cxn>
              <a:cxn ang="T147">
                <a:pos x="T78" y="T79"/>
              </a:cxn>
              <a:cxn ang="T148">
                <a:pos x="T80" y="T81"/>
              </a:cxn>
              <a:cxn ang="T149">
                <a:pos x="T82" y="T83"/>
              </a:cxn>
              <a:cxn ang="T150">
                <a:pos x="T84" y="T85"/>
              </a:cxn>
              <a:cxn ang="T151">
                <a:pos x="T86" y="T87"/>
              </a:cxn>
              <a:cxn ang="T152">
                <a:pos x="T88" y="T89"/>
              </a:cxn>
              <a:cxn ang="T153">
                <a:pos x="T90" y="T91"/>
              </a:cxn>
              <a:cxn ang="T154">
                <a:pos x="T92" y="T93"/>
              </a:cxn>
              <a:cxn ang="T155">
                <a:pos x="T94" y="T95"/>
              </a:cxn>
              <a:cxn ang="T156">
                <a:pos x="T96" y="T97"/>
              </a:cxn>
              <a:cxn ang="T157">
                <a:pos x="T98" y="T99"/>
              </a:cxn>
              <a:cxn ang="T158">
                <a:pos x="T100" y="T101"/>
              </a:cxn>
              <a:cxn ang="T159">
                <a:pos x="T102" y="T103"/>
              </a:cxn>
              <a:cxn ang="T160">
                <a:pos x="T104" y="T105"/>
              </a:cxn>
              <a:cxn ang="T161">
                <a:pos x="T106" y="T107"/>
              </a:cxn>
            </a:cxnLst>
            <a:rect l="T162" t="T163" r="T164" b="T165"/>
            <a:pathLst>
              <a:path w="5" h="1839">
                <a:moveTo>
                  <a:pt x="5" y="2"/>
                </a:moveTo>
                <a:lnTo>
                  <a:pt x="5" y="66"/>
                </a:lnTo>
                <a:lnTo>
                  <a:pt x="5" y="69"/>
                </a:lnTo>
                <a:lnTo>
                  <a:pt x="3" y="69"/>
                </a:lnTo>
                <a:lnTo>
                  <a:pt x="1" y="69"/>
                </a:lnTo>
                <a:lnTo>
                  <a:pt x="0" y="66"/>
                </a:lnTo>
                <a:lnTo>
                  <a:pt x="0" y="2"/>
                </a:lnTo>
                <a:lnTo>
                  <a:pt x="1" y="0"/>
                </a:lnTo>
                <a:lnTo>
                  <a:pt x="3" y="0"/>
                </a:lnTo>
                <a:lnTo>
                  <a:pt x="5" y="0"/>
                </a:lnTo>
                <a:lnTo>
                  <a:pt x="5" y="2"/>
                </a:lnTo>
                <a:close/>
                <a:moveTo>
                  <a:pt x="5" y="105"/>
                </a:moveTo>
                <a:lnTo>
                  <a:pt x="5" y="171"/>
                </a:lnTo>
                <a:lnTo>
                  <a:pt x="5" y="172"/>
                </a:lnTo>
                <a:lnTo>
                  <a:pt x="3" y="173"/>
                </a:lnTo>
                <a:lnTo>
                  <a:pt x="1" y="172"/>
                </a:lnTo>
                <a:lnTo>
                  <a:pt x="0" y="171"/>
                </a:lnTo>
                <a:lnTo>
                  <a:pt x="0" y="105"/>
                </a:lnTo>
                <a:lnTo>
                  <a:pt x="1" y="104"/>
                </a:lnTo>
                <a:lnTo>
                  <a:pt x="3" y="104"/>
                </a:lnTo>
                <a:lnTo>
                  <a:pt x="5" y="104"/>
                </a:lnTo>
                <a:lnTo>
                  <a:pt x="5" y="105"/>
                </a:lnTo>
                <a:close/>
                <a:moveTo>
                  <a:pt x="5" y="209"/>
                </a:moveTo>
                <a:lnTo>
                  <a:pt x="5" y="275"/>
                </a:lnTo>
                <a:lnTo>
                  <a:pt x="5" y="276"/>
                </a:lnTo>
                <a:lnTo>
                  <a:pt x="3" y="277"/>
                </a:lnTo>
                <a:lnTo>
                  <a:pt x="1" y="276"/>
                </a:lnTo>
                <a:lnTo>
                  <a:pt x="0" y="275"/>
                </a:lnTo>
                <a:lnTo>
                  <a:pt x="0" y="209"/>
                </a:lnTo>
                <a:lnTo>
                  <a:pt x="1" y="208"/>
                </a:lnTo>
                <a:lnTo>
                  <a:pt x="3" y="208"/>
                </a:lnTo>
                <a:lnTo>
                  <a:pt x="5" y="208"/>
                </a:lnTo>
                <a:lnTo>
                  <a:pt x="5" y="209"/>
                </a:lnTo>
                <a:close/>
                <a:moveTo>
                  <a:pt x="5" y="314"/>
                </a:moveTo>
                <a:lnTo>
                  <a:pt x="5" y="379"/>
                </a:lnTo>
                <a:lnTo>
                  <a:pt x="5" y="380"/>
                </a:lnTo>
                <a:lnTo>
                  <a:pt x="3" y="381"/>
                </a:lnTo>
                <a:lnTo>
                  <a:pt x="1" y="380"/>
                </a:lnTo>
                <a:lnTo>
                  <a:pt x="0" y="379"/>
                </a:lnTo>
                <a:lnTo>
                  <a:pt x="0" y="314"/>
                </a:lnTo>
                <a:lnTo>
                  <a:pt x="1" y="312"/>
                </a:lnTo>
                <a:lnTo>
                  <a:pt x="3" y="311"/>
                </a:lnTo>
                <a:lnTo>
                  <a:pt x="5" y="312"/>
                </a:lnTo>
                <a:lnTo>
                  <a:pt x="5" y="314"/>
                </a:lnTo>
                <a:close/>
                <a:moveTo>
                  <a:pt x="5" y="418"/>
                </a:moveTo>
                <a:lnTo>
                  <a:pt x="5" y="483"/>
                </a:lnTo>
                <a:lnTo>
                  <a:pt x="5" y="485"/>
                </a:lnTo>
                <a:lnTo>
                  <a:pt x="3" y="486"/>
                </a:lnTo>
                <a:lnTo>
                  <a:pt x="1" y="485"/>
                </a:lnTo>
                <a:lnTo>
                  <a:pt x="0" y="483"/>
                </a:lnTo>
                <a:lnTo>
                  <a:pt x="0" y="418"/>
                </a:lnTo>
                <a:lnTo>
                  <a:pt x="1" y="417"/>
                </a:lnTo>
                <a:lnTo>
                  <a:pt x="3" y="415"/>
                </a:lnTo>
                <a:lnTo>
                  <a:pt x="5" y="417"/>
                </a:lnTo>
                <a:lnTo>
                  <a:pt x="5" y="418"/>
                </a:lnTo>
                <a:close/>
                <a:moveTo>
                  <a:pt x="5" y="522"/>
                </a:moveTo>
                <a:lnTo>
                  <a:pt x="5" y="588"/>
                </a:lnTo>
                <a:lnTo>
                  <a:pt x="5" y="589"/>
                </a:lnTo>
                <a:lnTo>
                  <a:pt x="3" y="589"/>
                </a:lnTo>
                <a:lnTo>
                  <a:pt x="1" y="589"/>
                </a:lnTo>
                <a:lnTo>
                  <a:pt x="0" y="588"/>
                </a:lnTo>
                <a:lnTo>
                  <a:pt x="0" y="522"/>
                </a:lnTo>
                <a:lnTo>
                  <a:pt x="1" y="521"/>
                </a:lnTo>
                <a:lnTo>
                  <a:pt x="3" y="520"/>
                </a:lnTo>
                <a:lnTo>
                  <a:pt x="5" y="521"/>
                </a:lnTo>
                <a:lnTo>
                  <a:pt x="5" y="522"/>
                </a:lnTo>
                <a:close/>
                <a:moveTo>
                  <a:pt x="5" y="626"/>
                </a:moveTo>
                <a:lnTo>
                  <a:pt x="5" y="691"/>
                </a:lnTo>
                <a:lnTo>
                  <a:pt x="5" y="693"/>
                </a:lnTo>
                <a:lnTo>
                  <a:pt x="3" y="693"/>
                </a:lnTo>
                <a:lnTo>
                  <a:pt x="1" y="693"/>
                </a:lnTo>
                <a:lnTo>
                  <a:pt x="0" y="691"/>
                </a:lnTo>
                <a:lnTo>
                  <a:pt x="0" y="626"/>
                </a:lnTo>
                <a:lnTo>
                  <a:pt x="1" y="625"/>
                </a:lnTo>
                <a:lnTo>
                  <a:pt x="3" y="624"/>
                </a:lnTo>
                <a:lnTo>
                  <a:pt x="5" y="625"/>
                </a:lnTo>
                <a:lnTo>
                  <a:pt x="5" y="626"/>
                </a:lnTo>
                <a:close/>
                <a:moveTo>
                  <a:pt x="5" y="731"/>
                </a:moveTo>
                <a:lnTo>
                  <a:pt x="5" y="795"/>
                </a:lnTo>
                <a:lnTo>
                  <a:pt x="5" y="797"/>
                </a:lnTo>
                <a:lnTo>
                  <a:pt x="3" y="797"/>
                </a:lnTo>
                <a:lnTo>
                  <a:pt x="1" y="797"/>
                </a:lnTo>
                <a:lnTo>
                  <a:pt x="0" y="795"/>
                </a:lnTo>
                <a:lnTo>
                  <a:pt x="0" y="731"/>
                </a:lnTo>
                <a:lnTo>
                  <a:pt x="1" y="729"/>
                </a:lnTo>
                <a:lnTo>
                  <a:pt x="3" y="728"/>
                </a:lnTo>
                <a:lnTo>
                  <a:pt x="5" y="729"/>
                </a:lnTo>
                <a:lnTo>
                  <a:pt x="5" y="731"/>
                </a:lnTo>
                <a:close/>
                <a:moveTo>
                  <a:pt x="5" y="835"/>
                </a:moveTo>
                <a:lnTo>
                  <a:pt x="5" y="899"/>
                </a:lnTo>
                <a:lnTo>
                  <a:pt x="5" y="902"/>
                </a:lnTo>
                <a:lnTo>
                  <a:pt x="3" y="902"/>
                </a:lnTo>
                <a:lnTo>
                  <a:pt x="1" y="902"/>
                </a:lnTo>
                <a:lnTo>
                  <a:pt x="0" y="899"/>
                </a:lnTo>
                <a:lnTo>
                  <a:pt x="0" y="835"/>
                </a:lnTo>
                <a:lnTo>
                  <a:pt x="1" y="833"/>
                </a:lnTo>
                <a:lnTo>
                  <a:pt x="3" y="833"/>
                </a:lnTo>
                <a:lnTo>
                  <a:pt x="5" y="833"/>
                </a:lnTo>
                <a:lnTo>
                  <a:pt x="5" y="835"/>
                </a:lnTo>
                <a:close/>
                <a:moveTo>
                  <a:pt x="5" y="939"/>
                </a:moveTo>
                <a:lnTo>
                  <a:pt x="5" y="1004"/>
                </a:lnTo>
                <a:lnTo>
                  <a:pt x="5" y="1006"/>
                </a:lnTo>
                <a:lnTo>
                  <a:pt x="3" y="1006"/>
                </a:lnTo>
                <a:lnTo>
                  <a:pt x="1" y="1006"/>
                </a:lnTo>
                <a:lnTo>
                  <a:pt x="0" y="1004"/>
                </a:lnTo>
                <a:lnTo>
                  <a:pt x="0" y="939"/>
                </a:lnTo>
                <a:lnTo>
                  <a:pt x="1" y="937"/>
                </a:lnTo>
                <a:lnTo>
                  <a:pt x="3" y="937"/>
                </a:lnTo>
                <a:lnTo>
                  <a:pt x="5" y="937"/>
                </a:lnTo>
                <a:lnTo>
                  <a:pt x="5" y="939"/>
                </a:lnTo>
                <a:close/>
                <a:moveTo>
                  <a:pt x="5" y="1043"/>
                </a:moveTo>
                <a:lnTo>
                  <a:pt x="5" y="1108"/>
                </a:lnTo>
                <a:lnTo>
                  <a:pt x="5" y="1109"/>
                </a:lnTo>
                <a:lnTo>
                  <a:pt x="3" y="1110"/>
                </a:lnTo>
                <a:lnTo>
                  <a:pt x="1" y="1109"/>
                </a:lnTo>
                <a:lnTo>
                  <a:pt x="0" y="1108"/>
                </a:lnTo>
                <a:lnTo>
                  <a:pt x="0" y="1043"/>
                </a:lnTo>
                <a:lnTo>
                  <a:pt x="1" y="1041"/>
                </a:lnTo>
                <a:lnTo>
                  <a:pt x="3" y="1041"/>
                </a:lnTo>
                <a:lnTo>
                  <a:pt x="5" y="1041"/>
                </a:lnTo>
                <a:lnTo>
                  <a:pt x="5" y="1043"/>
                </a:lnTo>
                <a:close/>
                <a:moveTo>
                  <a:pt x="5" y="1146"/>
                </a:moveTo>
                <a:lnTo>
                  <a:pt x="5" y="1212"/>
                </a:lnTo>
                <a:lnTo>
                  <a:pt x="5" y="1213"/>
                </a:lnTo>
                <a:lnTo>
                  <a:pt x="3" y="1214"/>
                </a:lnTo>
                <a:lnTo>
                  <a:pt x="1" y="1213"/>
                </a:lnTo>
                <a:lnTo>
                  <a:pt x="0" y="1212"/>
                </a:lnTo>
                <a:lnTo>
                  <a:pt x="0" y="1146"/>
                </a:lnTo>
                <a:lnTo>
                  <a:pt x="1" y="1145"/>
                </a:lnTo>
                <a:lnTo>
                  <a:pt x="3" y="1145"/>
                </a:lnTo>
                <a:lnTo>
                  <a:pt x="5" y="1145"/>
                </a:lnTo>
                <a:lnTo>
                  <a:pt x="5" y="1146"/>
                </a:lnTo>
                <a:close/>
                <a:moveTo>
                  <a:pt x="5" y="1251"/>
                </a:moveTo>
                <a:lnTo>
                  <a:pt x="5" y="1316"/>
                </a:lnTo>
                <a:lnTo>
                  <a:pt x="5" y="1317"/>
                </a:lnTo>
                <a:lnTo>
                  <a:pt x="3" y="1319"/>
                </a:lnTo>
                <a:lnTo>
                  <a:pt x="1" y="1317"/>
                </a:lnTo>
                <a:lnTo>
                  <a:pt x="0" y="1316"/>
                </a:lnTo>
                <a:lnTo>
                  <a:pt x="0" y="1251"/>
                </a:lnTo>
                <a:lnTo>
                  <a:pt x="1" y="1250"/>
                </a:lnTo>
                <a:lnTo>
                  <a:pt x="3" y="1248"/>
                </a:lnTo>
                <a:lnTo>
                  <a:pt x="5" y="1250"/>
                </a:lnTo>
                <a:lnTo>
                  <a:pt x="5" y="1251"/>
                </a:lnTo>
                <a:close/>
                <a:moveTo>
                  <a:pt x="5" y="1355"/>
                </a:moveTo>
                <a:lnTo>
                  <a:pt x="5" y="1421"/>
                </a:lnTo>
                <a:lnTo>
                  <a:pt x="5" y="1422"/>
                </a:lnTo>
                <a:lnTo>
                  <a:pt x="3" y="1423"/>
                </a:lnTo>
                <a:lnTo>
                  <a:pt x="1" y="1422"/>
                </a:lnTo>
                <a:lnTo>
                  <a:pt x="0" y="1421"/>
                </a:lnTo>
                <a:lnTo>
                  <a:pt x="0" y="1355"/>
                </a:lnTo>
                <a:lnTo>
                  <a:pt x="1" y="1354"/>
                </a:lnTo>
                <a:lnTo>
                  <a:pt x="3" y="1353"/>
                </a:lnTo>
                <a:lnTo>
                  <a:pt x="5" y="1354"/>
                </a:lnTo>
                <a:lnTo>
                  <a:pt x="5" y="1355"/>
                </a:lnTo>
                <a:close/>
                <a:moveTo>
                  <a:pt x="5" y="1459"/>
                </a:moveTo>
                <a:lnTo>
                  <a:pt x="5" y="1525"/>
                </a:lnTo>
                <a:lnTo>
                  <a:pt x="5" y="1526"/>
                </a:lnTo>
                <a:lnTo>
                  <a:pt x="3" y="1526"/>
                </a:lnTo>
                <a:lnTo>
                  <a:pt x="1" y="1526"/>
                </a:lnTo>
                <a:lnTo>
                  <a:pt x="0" y="1525"/>
                </a:lnTo>
                <a:lnTo>
                  <a:pt x="0" y="1459"/>
                </a:lnTo>
                <a:lnTo>
                  <a:pt x="1" y="1458"/>
                </a:lnTo>
                <a:lnTo>
                  <a:pt x="3" y="1457"/>
                </a:lnTo>
                <a:lnTo>
                  <a:pt x="5" y="1458"/>
                </a:lnTo>
                <a:lnTo>
                  <a:pt x="5" y="1459"/>
                </a:lnTo>
                <a:close/>
                <a:moveTo>
                  <a:pt x="5" y="1564"/>
                </a:moveTo>
                <a:lnTo>
                  <a:pt x="5" y="1629"/>
                </a:lnTo>
                <a:lnTo>
                  <a:pt x="5" y="1630"/>
                </a:lnTo>
                <a:lnTo>
                  <a:pt x="3" y="1630"/>
                </a:lnTo>
                <a:lnTo>
                  <a:pt x="1" y="1630"/>
                </a:lnTo>
                <a:lnTo>
                  <a:pt x="0" y="1629"/>
                </a:lnTo>
                <a:lnTo>
                  <a:pt x="0" y="1564"/>
                </a:lnTo>
                <a:lnTo>
                  <a:pt x="1" y="1562"/>
                </a:lnTo>
                <a:lnTo>
                  <a:pt x="3" y="1561"/>
                </a:lnTo>
                <a:lnTo>
                  <a:pt x="5" y="1562"/>
                </a:lnTo>
                <a:lnTo>
                  <a:pt x="5" y="1564"/>
                </a:lnTo>
                <a:close/>
                <a:moveTo>
                  <a:pt x="5" y="1668"/>
                </a:moveTo>
                <a:lnTo>
                  <a:pt x="5" y="1732"/>
                </a:lnTo>
                <a:lnTo>
                  <a:pt x="5" y="1735"/>
                </a:lnTo>
                <a:lnTo>
                  <a:pt x="3" y="1735"/>
                </a:lnTo>
                <a:lnTo>
                  <a:pt x="1" y="1735"/>
                </a:lnTo>
                <a:lnTo>
                  <a:pt x="0" y="1732"/>
                </a:lnTo>
                <a:lnTo>
                  <a:pt x="0" y="1668"/>
                </a:lnTo>
                <a:lnTo>
                  <a:pt x="1" y="1667"/>
                </a:lnTo>
                <a:lnTo>
                  <a:pt x="3" y="1665"/>
                </a:lnTo>
                <a:lnTo>
                  <a:pt x="5" y="1667"/>
                </a:lnTo>
                <a:lnTo>
                  <a:pt x="5" y="1668"/>
                </a:lnTo>
                <a:close/>
                <a:moveTo>
                  <a:pt x="5" y="1772"/>
                </a:moveTo>
                <a:lnTo>
                  <a:pt x="5" y="1836"/>
                </a:lnTo>
                <a:lnTo>
                  <a:pt x="5" y="1839"/>
                </a:lnTo>
                <a:lnTo>
                  <a:pt x="3" y="1839"/>
                </a:lnTo>
                <a:lnTo>
                  <a:pt x="1" y="1839"/>
                </a:lnTo>
                <a:lnTo>
                  <a:pt x="0" y="1836"/>
                </a:lnTo>
                <a:lnTo>
                  <a:pt x="0" y="1772"/>
                </a:lnTo>
                <a:lnTo>
                  <a:pt x="1" y="1770"/>
                </a:lnTo>
                <a:lnTo>
                  <a:pt x="3" y="1770"/>
                </a:lnTo>
                <a:lnTo>
                  <a:pt x="5" y="1770"/>
                </a:lnTo>
                <a:lnTo>
                  <a:pt x="5" y="1772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39" name="Line 42"/>
          <p:cNvSpPr>
            <a:spLocks noChangeShapeType="1"/>
          </p:cNvSpPr>
          <p:nvPr/>
        </p:nvSpPr>
        <p:spPr bwMode="auto">
          <a:xfrm>
            <a:off x="1189185" y="3788945"/>
            <a:ext cx="0" cy="793783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49" name="Line 52"/>
          <p:cNvSpPr>
            <a:spLocks noChangeShapeType="1"/>
          </p:cNvSpPr>
          <p:nvPr/>
        </p:nvSpPr>
        <p:spPr bwMode="auto">
          <a:xfrm>
            <a:off x="2453259" y="3991562"/>
            <a:ext cx="0" cy="510119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50" name="Freeform 53"/>
          <p:cNvSpPr>
            <a:spLocks/>
          </p:cNvSpPr>
          <p:nvPr/>
        </p:nvSpPr>
        <p:spPr bwMode="auto">
          <a:xfrm>
            <a:off x="2937456" y="4501682"/>
            <a:ext cx="220793" cy="203809"/>
          </a:xfrm>
          <a:custGeom>
            <a:avLst/>
            <a:gdLst>
              <a:gd name="T0" fmla="*/ 559857 w 513"/>
              <a:gd name="T1" fmla="*/ 64683627 h 513"/>
              <a:gd name="T2" fmla="*/ 3360202 w 513"/>
              <a:gd name="T3" fmla="*/ 50403032 h 513"/>
              <a:gd name="T4" fmla="*/ 8960363 w 513"/>
              <a:gd name="T5" fmla="*/ 37802010 h 513"/>
              <a:gd name="T6" fmla="*/ 16521082 w 513"/>
              <a:gd name="T7" fmla="*/ 26321760 h 513"/>
              <a:gd name="T8" fmla="*/ 26321760 w 513"/>
              <a:gd name="T9" fmla="*/ 16241153 h 513"/>
              <a:gd name="T10" fmla="*/ 37802010 w 513"/>
              <a:gd name="T11" fmla="*/ 8680434 h 513"/>
              <a:gd name="T12" fmla="*/ 50403032 w 513"/>
              <a:gd name="T13" fmla="*/ 3360202 h 513"/>
              <a:gd name="T14" fmla="*/ 64683627 w 513"/>
              <a:gd name="T15" fmla="*/ 279929 h 513"/>
              <a:gd name="T16" fmla="*/ 79244679 w 513"/>
              <a:gd name="T17" fmla="*/ 279929 h 513"/>
              <a:gd name="T18" fmla="*/ 93245345 w 513"/>
              <a:gd name="T19" fmla="*/ 3360202 h 513"/>
              <a:gd name="T20" fmla="*/ 106406225 w 513"/>
              <a:gd name="T21" fmla="*/ 8680434 h 513"/>
              <a:gd name="T22" fmla="*/ 117326617 w 513"/>
              <a:gd name="T23" fmla="*/ 16241153 h 513"/>
              <a:gd name="T24" fmla="*/ 127127295 w 513"/>
              <a:gd name="T25" fmla="*/ 26321760 h 513"/>
              <a:gd name="T26" fmla="*/ 135247872 w 513"/>
              <a:gd name="T27" fmla="*/ 37802010 h 513"/>
              <a:gd name="T28" fmla="*/ 140288175 w 513"/>
              <a:gd name="T29" fmla="*/ 50403032 h 513"/>
              <a:gd name="T30" fmla="*/ 143368448 w 513"/>
              <a:gd name="T31" fmla="*/ 64683627 h 513"/>
              <a:gd name="T32" fmla="*/ 143648377 w 513"/>
              <a:gd name="T33" fmla="*/ 71683960 h 513"/>
              <a:gd name="T34" fmla="*/ 141968276 w 513"/>
              <a:gd name="T35" fmla="*/ 86245012 h 513"/>
              <a:gd name="T36" fmla="*/ 138048217 w 513"/>
              <a:gd name="T37" fmla="*/ 99685821 h 513"/>
              <a:gd name="T38" fmla="*/ 131607741 w 513"/>
              <a:gd name="T39" fmla="*/ 111726457 h 513"/>
              <a:gd name="T40" fmla="*/ 122647378 w 513"/>
              <a:gd name="T41" fmla="*/ 122647378 h 513"/>
              <a:gd name="T42" fmla="*/ 112286314 w 513"/>
              <a:gd name="T43" fmla="*/ 131047354 h 513"/>
              <a:gd name="T44" fmla="*/ 99685821 w 513"/>
              <a:gd name="T45" fmla="*/ 137767759 h 513"/>
              <a:gd name="T46" fmla="*/ 86245012 w 513"/>
              <a:gd name="T47" fmla="*/ 141968276 h 513"/>
              <a:gd name="T48" fmla="*/ 71964417 w 513"/>
              <a:gd name="T49" fmla="*/ 143648377 h 513"/>
              <a:gd name="T50" fmla="*/ 57403365 w 513"/>
              <a:gd name="T51" fmla="*/ 141968276 h 513"/>
              <a:gd name="T52" fmla="*/ 43962557 w 513"/>
              <a:gd name="T53" fmla="*/ 137767759 h 513"/>
              <a:gd name="T54" fmla="*/ 31921920 w 513"/>
              <a:gd name="T55" fmla="*/ 131047354 h 513"/>
              <a:gd name="T56" fmla="*/ 21281457 w 513"/>
              <a:gd name="T57" fmla="*/ 122647378 h 513"/>
              <a:gd name="T58" fmla="*/ 12600493 w 513"/>
              <a:gd name="T59" fmla="*/ 111726457 h 513"/>
              <a:gd name="T60" fmla="*/ 5880089 w 513"/>
              <a:gd name="T61" fmla="*/ 99685821 h 513"/>
              <a:gd name="T62" fmla="*/ 1680101 w 513"/>
              <a:gd name="T63" fmla="*/ 86245012 h 513"/>
              <a:gd name="T64" fmla="*/ 0 w 513"/>
              <a:gd name="T65" fmla="*/ 71683960 h 513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513"/>
              <a:gd name="T100" fmla="*/ 0 h 513"/>
              <a:gd name="T101" fmla="*/ 513 w 513"/>
              <a:gd name="T102" fmla="*/ 513 h 513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513" h="513">
                <a:moveTo>
                  <a:pt x="0" y="256"/>
                </a:moveTo>
                <a:lnTo>
                  <a:pt x="2" y="231"/>
                </a:lnTo>
                <a:lnTo>
                  <a:pt x="6" y="205"/>
                </a:lnTo>
                <a:lnTo>
                  <a:pt x="12" y="180"/>
                </a:lnTo>
                <a:lnTo>
                  <a:pt x="21" y="157"/>
                </a:lnTo>
                <a:lnTo>
                  <a:pt x="32" y="135"/>
                </a:lnTo>
                <a:lnTo>
                  <a:pt x="45" y="113"/>
                </a:lnTo>
                <a:lnTo>
                  <a:pt x="59" y="94"/>
                </a:lnTo>
                <a:lnTo>
                  <a:pt x="76" y="75"/>
                </a:lnTo>
                <a:lnTo>
                  <a:pt x="94" y="58"/>
                </a:lnTo>
                <a:lnTo>
                  <a:pt x="114" y="44"/>
                </a:lnTo>
                <a:lnTo>
                  <a:pt x="135" y="31"/>
                </a:lnTo>
                <a:lnTo>
                  <a:pt x="157" y="20"/>
                </a:lnTo>
                <a:lnTo>
                  <a:pt x="180" y="12"/>
                </a:lnTo>
                <a:lnTo>
                  <a:pt x="205" y="6"/>
                </a:lnTo>
                <a:lnTo>
                  <a:pt x="231" y="1"/>
                </a:lnTo>
                <a:lnTo>
                  <a:pt x="257" y="0"/>
                </a:lnTo>
                <a:lnTo>
                  <a:pt x="283" y="1"/>
                </a:lnTo>
                <a:lnTo>
                  <a:pt x="308" y="6"/>
                </a:lnTo>
                <a:lnTo>
                  <a:pt x="333" y="12"/>
                </a:lnTo>
                <a:lnTo>
                  <a:pt x="356" y="20"/>
                </a:lnTo>
                <a:lnTo>
                  <a:pt x="380" y="31"/>
                </a:lnTo>
                <a:lnTo>
                  <a:pt x="401" y="44"/>
                </a:lnTo>
                <a:lnTo>
                  <a:pt x="419" y="58"/>
                </a:lnTo>
                <a:lnTo>
                  <a:pt x="438" y="75"/>
                </a:lnTo>
                <a:lnTo>
                  <a:pt x="454" y="94"/>
                </a:lnTo>
                <a:lnTo>
                  <a:pt x="470" y="113"/>
                </a:lnTo>
                <a:lnTo>
                  <a:pt x="483" y="135"/>
                </a:lnTo>
                <a:lnTo>
                  <a:pt x="493" y="157"/>
                </a:lnTo>
                <a:lnTo>
                  <a:pt x="501" y="180"/>
                </a:lnTo>
                <a:lnTo>
                  <a:pt x="507" y="205"/>
                </a:lnTo>
                <a:lnTo>
                  <a:pt x="512" y="231"/>
                </a:lnTo>
                <a:lnTo>
                  <a:pt x="513" y="256"/>
                </a:lnTo>
                <a:lnTo>
                  <a:pt x="512" y="282"/>
                </a:lnTo>
                <a:lnTo>
                  <a:pt x="507" y="308"/>
                </a:lnTo>
                <a:lnTo>
                  <a:pt x="501" y="333"/>
                </a:lnTo>
                <a:lnTo>
                  <a:pt x="493" y="356"/>
                </a:lnTo>
                <a:lnTo>
                  <a:pt x="483" y="378"/>
                </a:lnTo>
                <a:lnTo>
                  <a:pt x="470" y="399"/>
                </a:lnTo>
                <a:lnTo>
                  <a:pt x="454" y="419"/>
                </a:lnTo>
                <a:lnTo>
                  <a:pt x="438" y="438"/>
                </a:lnTo>
                <a:lnTo>
                  <a:pt x="419" y="454"/>
                </a:lnTo>
                <a:lnTo>
                  <a:pt x="401" y="468"/>
                </a:lnTo>
                <a:lnTo>
                  <a:pt x="380" y="481"/>
                </a:lnTo>
                <a:lnTo>
                  <a:pt x="356" y="492"/>
                </a:lnTo>
                <a:lnTo>
                  <a:pt x="333" y="501"/>
                </a:lnTo>
                <a:lnTo>
                  <a:pt x="308" y="507"/>
                </a:lnTo>
                <a:lnTo>
                  <a:pt x="283" y="512"/>
                </a:lnTo>
                <a:lnTo>
                  <a:pt x="257" y="513"/>
                </a:lnTo>
                <a:lnTo>
                  <a:pt x="231" y="512"/>
                </a:lnTo>
                <a:lnTo>
                  <a:pt x="205" y="507"/>
                </a:lnTo>
                <a:lnTo>
                  <a:pt x="180" y="501"/>
                </a:lnTo>
                <a:lnTo>
                  <a:pt x="157" y="492"/>
                </a:lnTo>
                <a:lnTo>
                  <a:pt x="135" y="481"/>
                </a:lnTo>
                <a:lnTo>
                  <a:pt x="114" y="468"/>
                </a:lnTo>
                <a:lnTo>
                  <a:pt x="94" y="454"/>
                </a:lnTo>
                <a:lnTo>
                  <a:pt x="76" y="438"/>
                </a:lnTo>
                <a:lnTo>
                  <a:pt x="59" y="419"/>
                </a:lnTo>
                <a:lnTo>
                  <a:pt x="45" y="399"/>
                </a:lnTo>
                <a:lnTo>
                  <a:pt x="32" y="378"/>
                </a:lnTo>
                <a:lnTo>
                  <a:pt x="21" y="356"/>
                </a:lnTo>
                <a:lnTo>
                  <a:pt x="12" y="333"/>
                </a:lnTo>
                <a:lnTo>
                  <a:pt x="6" y="308"/>
                </a:lnTo>
                <a:lnTo>
                  <a:pt x="2" y="282"/>
                </a:lnTo>
                <a:lnTo>
                  <a:pt x="0" y="256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51" name="Freeform 54"/>
          <p:cNvSpPr>
            <a:spLocks/>
          </p:cNvSpPr>
          <p:nvPr/>
        </p:nvSpPr>
        <p:spPr bwMode="auto">
          <a:xfrm>
            <a:off x="2937456" y="4501682"/>
            <a:ext cx="220793" cy="203809"/>
          </a:xfrm>
          <a:custGeom>
            <a:avLst/>
            <a:gdLst>
              <a:gd name="T0" fmla="*/ 559857 w 513"/>
              <a:gd name="T1" fmla="*/ 64683627 h 513"/>
              <a:gd name="T2" fmla="*/ 3360202 w 513"/>
              <a:gd name="T3" fmla="*/ 50403032 h 513"/>
              <a:gd name="T4" fmla="*/ 8960363 w 513"/>
              <a:gd name="T5" fmla="*/ 37802010 h 513"/>
              <a:gd name="T6" fmla="*/ 16521082 w 513"/>
              <a:gd name="T7" fmla="*/ 26321760 h 513"/>
              <a:gd name="T8" fmla="*/ 26321760 w 513"/>
              <a:gd name="T9" fmla="*/ 16241153 h 513"/>
              <a:gd name="T10" fmla="*/ 37802010 w 513"/>
              <a:gd name="T11" fmla="*/ 8680434 h 513"/>
              <a:gd name="T12" fmla="*/ 50403032 w 513"/>
              <a:gd name="T13" fmla="*/ 3360202 h 513"/>
              <a:gd name="T14" fmla="*/ 64683627 w 513"/>
              <a:gd name="T15" fmla="*/ 279929 h 513"/>
              <a:gd name="T16" fmla="*/ 79244679 w 513"/>
              <a:gd name="T17" fmla="*/ 279929 h 513"/>
              <a:gd name="T18" fmla="*/ 93245345 w 513"/>
              <a:gd name="T19" fmla="*/ 3360202 h 513"/>
              <a:gd name="T20" fmla="*/ 106406225 w 513"/>
              <a:gd name="T21" fmla="*/ 8680434 h 513"/>
              <a:gd name="T22" fmla="*/ 117326617 w 513"/>
              <a:gd name="T23" fmla="*/ 16241153 h 513"/>
              <a:gd name="T24" fmla="*/ 127127295 w 513"/>
              <a:gd name="T25" fmla="*/ 26321760 h 513"/>
              <a:gd name="T26" fmla="*/ 135247872 w 513"/>
              <a:gd name="T27" fmla="*/ 37802010 h 513"/>
              <a:gd name="T28" fmla="*/ 140288175 w 513"/>
              <a:gd name="T29" fmla="*/ 50403032 h 513"/>
              <a:gd name="T30" fmla="*/ 143368448 w 513"/>
              <a:gd name="T31" fmla="*/ 64683627 h 513"/>
              <a:gd name="T32" fmla="*/ 143648377 w 513"/>
              <a:gd name="T33" fmla="*/ 71683960 h 513"/>
              <a:gd name="T34" fmla="*/ 141968276 w 513"/>
              <a:gd name="T35" fmla="*/ 86245012 h 513"/>
              <a:gd name="T36" fmla="*/ 138048217 w 513"/>
              <a:gd name="T37" fmla="*/ 99685821 h 513"/>
              <a:gd name="T38" fmla="*/ 131607741 w 513"/>
              <a:gd name="T39" fmla="*/ 111726457 h 513"/>
              <a:gd name="T40" fmla="*/ 122647378 w 513"/>
              <a:gd name="T41" fmla="*/ 122647378 h 513"/>
              <a:gd name="T42" fmla="*/ 112286314 w 513"/>
              <a:gd name="T43" fmla="*/ 131047354 h 513"/>
              <a:gd name="T44" fmla="*/ 99685821 w 513"/>
              <a:gd name="T45" fmla="*/ 137767759 h 513"/>
              <a:gd name="T46" fmla="*/ 86245012 w 513"/>
              <a:gd name="T47" fmla="*/ 141968276 h 513"/>
              <a:gd name="T48" fmla="*/ 71964417 w 513"/>
              <a:gd name="T49" fmla="*/ 143648377 h 513"/>
              <a:gd name="T50" fmla="*/ 57403365 w 513"/>
              <a:gd name="T51" fmla="*/ 141968276 h 513"/>
              <a:gd name="T52" fmla="*/ 43962557 w 513"/>
              <a:gd name="T53" fmla="*/ 137767759 h 513"/>
              <a:gd name="T54" fmla="*/ 31921920 w 513"/>
              <a:gd name="T55" fmla="*/ 131047354 h 513"/>
              <a:gd name="T56" fmla="*/ 21281457 w 513"/>
              <a:gd name="T57" fmla="*/ 122647378 h 513"/>
              <a:gd name="T58" fmla="*/ 12600493 w 513"/>
              <a:gd name="T59" fmla="*/ 111726457 h 513"/>
              <a:gd name="T60" fmla="*/ 5880089 w 513"/>
              <a:gd name="T61" fmla="*/ 99685821 h 513"/>
              <a:gd name="T62" fmla="*/ 1680101 w 513"/>
              <a:gd name="T63" fmla="*/ 86245012 h 513"/>
              <a:gd name="T64" fmla="*/ 0 w 513"/>
              <a:gd name="T65" fmla="*/ 71683960 h 513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513"/>
              <a:gd name="T100" fmla="*/ 0 h 513"/>
              <a:gd name="T101" fmla="*/ 513 w 513"/>
              <a:gd name="T102" fmla="*/ 513 h 513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513" h="513">
                <a:moveTo>
                  <a:pt x="0" y="256"/>
                </a:moveTo>
                <a:lnTo>
                  <a:pt x="2" y="231"/>
                </a:lnTo>
                <a:lnTo>
                  <a:pt x="6" y="205"/>
                </a:lnTo>
                <a:lnTo>
                  <a:pt x="12" y="180"/>
                </a:lnTo>
                <a:lnTo>
                  <a:pt x="21" y="157"/>
                </a:lnTo>
                <a:lnTo>
                  <a:pt x="32" y="135"/>
                </a:lnTo>
                <a:lnTo>
                  <a:pt x="45" y="113"/>
                </a:lnTo>
                <a:lnTo>
                  <a:pt x="59" y="94"/>
                </a:lnTo>
                <a:lnTo>
                  <a:pt x="76" y="75"/>
                </a:lnTo>
                <a:lnTo>
                  <a:pt x="94" y="58"/>
                </a:lnTo>
                <a:lnTo>
                  <a:pt x="114" y="44"/>
                </a:lnTo>
                <a:lnTo>
                  <a:pt x="135" y="31"/>
                </a:lnTo>
                <a:lnTo>
                  <a:pt x="157" y="20"/>
                </a:lnTo>
                <a:lnTo>
                  <a:pt x="180" y="12"/>
                </a:lnTo>
                <a:lnTo>
                  <a:pt x="205" y="6"/>
                </a:lnTo>
                <a:lnTo>
                  <a:pt x="231" y="1"/>
                </a:lnTo>
                <a:lnTo>
                  <a:pt x="257" y="0"/>
                </a:lnTo>
                <a:lnTo>
                  <a:pt x="283" y="1"/>
                </a:lnTo>
                <a:lnTo>
                  <a:pt x="308" y="6"/>
                </a:lnTo>
                <a:lnTo>
                  <a:pt x="333" y="12"/>
                </a:lnTo>
                <a:lnTo>
                  <a:pt x="356" y="20"/>
                </a:lnTo>
                <a:lnTo>
                  <a:pt x="380" y="31"/>
                </a:lnTo>
                <a:lnTo>
                  <a:pt x="401" y="44"/>
                </a:lnTo>
                <a:lnTo>
                  <a:pt x="419" y="58"/>
                </a:lnTo>
                <a:lnTo>
                  <a:pt x="438" y="75"/>
                </a:lnTo>
                <a:lnTo>
                  <a:pt x="454" y="94"/>
                </a:lnTo>
                <a:lnTo>
                  <a:pt x="470" y="113"/>
                </a:lnTo>
                <a:lnTo>
                  <a:pt x="483" y="135"/>
                </a:lnTo>
                <a:lnTo>
                  <a:pt x="493" y="157"/>
                </a:lnTo>
                <a:lnTo>
                  <a:pt x="501" y="180"/>
                </a:lnTo>
                <a:lnTo>
                  <a:pt x="507" y="205"/>
                </a:lnTo>
                <a:lnTo>
                  <a:pt x="512" y="231"/>
                </a:lnTo>
                <a:lnTo>
                  <a:pt x="513" y="256"/>
                </a:lnTo>
                <a:lnTo>
                  <a:pt x="512" y="282"/>
                </a:lnTo>
                <a:lnTo>
                  <a:pt x="507" y="308"/>
                </a:lnTo>
                <a:lnTo>
                  <a:pt x="501" y="333"/>
                </a:lnTo>
                <a:lnTo>
                  <a:pt x="493" y="356"/>
                </a:lnTo>
                <a:lnTo>
                  <a:pt x="483" y="378"/>
                </a:lnTo>
                <a:lnTo>
                  <a:pt x="470" y="399"/>
                </a:lnTo>
                <a:lnTo>
                  <a:pt x="454" y="419"/>
                </a:lnTo>
                <a:lnTo>
                  <a:pt x="438" y="438"/>
                </a:lnTo>
                <a:lnTo>
                  <a:pt x="419" y="454"/>
                </a:lnTo>
                <a:lnTo>
                  <a:pt x="401" y="468"/>
                </a:lnTo>
                <a:lnTo>
                  <a:pt x="380" y="481"/>
                </a:lnTo>
                <a:lnTo>
                  <a:pt x="356" y="492"/>
                </a:lnTo>
                <a:lnTo>
                  <a:pt x="333" y="501"/>
                </a:lnTo>
                <a:lnTo>
                  <a:pt x="308" y="507"/>
                </a:lnTo>
                <a:lnTo>
                  <a:pt x="283" y="512"/>
                </a:lnTo>
                <a:lnTo>
                  <a:pt x="257" y="513"/>
                </a:lnTo>
                <a:lnTo>
                  <a:pt x="231" y="512"/>
                </a:lnTo>
                <a:lnTo>
                  <a:pt x="205" y="507"/>
                </a:lnTo>
                <a:lnTo>
                  <a:pt x="180" y="501"/>
                </a:lnTo>
                <a:lnTo>
                  <a:pt x="157" y="492"/>
                </a:lnTo>
                <a:lnTo>
                  <a:pt x="135" y="481"/>
                </a:lnTo>
                <a:lnTo>
                  <a:pt x="114" y="468"/>
                </a:lnTo>
                <a:lnTo>
                  <a:pt x="94" y="454"/>
                </a:lnTo>
                <a:lnTo>
                  <a:pt x="76" y="438"/>
                </a:lnTo>
                <a:lnTo>
                  <a:pt x="59" y="419"/>
                </a:lnTo>
                <a:lnTo>
                  <a:pt x="45" y="399"/>
                </a:lnTo>
                <a:lnTo>
                  <a:pt x="32" y="378"/>
                </a:lnTo>
                <a:lnTo>
                  <a:pt x="21" y="356"/>
                </a:lnTo>
                <a:lnTo>
                  <a:pt x="12" y="333"/>
                </a:lnTo>
                <a:lnTo>
                  <a:pt x="6" y="308"/>
                </a:lnTo>
                <a:lnTo>
                  <a:pt x="2" y="282"/>
                </a:lnTo>
                <a:lnTo>
                  <a:pt x="0" y="256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52" name="Rectangle 55"/>
          <p:cNvSpPr>
            <a:spLocks noChangeArrowheads="1"/>
          </p:cNvSpPr>
          <p:nvPr/>
        </p:nvSpPr>
        <p:spPr bwMode="auto">
          <a:xfrm>
            <a:off x="2990393" y="4555315"/>
            <a:ext cx="112210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700" b="1">
                <a:solidFill>
                  <a:srgbClr val="000000"/>
                </a:solidFill>
                <a:latin typeface="돋움" pitchFamily="50" charset="-127"/>
                <a:ea typeface="돋움" pitchFamily="50" charset="-127"/>
              </a:rPr>
              <a:t>Rb</a:t>
            </a:r>
            <a:endParaRPr lang="en-US" altLang="ko-KR"/>
          </a:p>
        </p:txBody>
      </p:sp>
      <p:sp>
        <p:nvSpPr>
          <p:cNvPr id="53" name="Line 57"/>
          <p:cNvSpPr>
            <a:spLocks noChangeShapeType="1"/>
          </p:cNvSpPr>
          <p:nvPr/>
        </p:nvSpPr>
        <p:spPr bwMode="auto">
          <a:xfrm>
            <a:off x="805705" y="5326452"/>
            <a:ext cx="300847" cy="0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54" name="Freeform 58"/>
          <p:cNvSpPr>
            <a:spLocks/>
          </p:cNvSpPr>
          <p:nvPr/>
        </p:nvSpPr>
        <p:spPr bwMode="auto">
          <a:xfrm>
            <a:off x="1217594" y="5305000"/>
            <a:ext cx="43901" cy="41715"/>
          </a:xfrm>
          <a:custGeom>
            <a:avLst/>
            <a:gdLst>
              <a:gd name="T0" fmla="*/ 28561771 w 102"/>
              <a:gd name="T1" fmla="*/ 15131744 h 103"/>
              <a:gd name="T2" fmla="*/ 28561771 w 102"/>
              <a:gd name="T3" fmla="*/ 18041467 h 103"/>
              <a:gd name="T4" fmla="*/ 27441525 w 102"/>
              <a:gd name="T5" fmla="*/ 20951189 h 103"/>
              <a:gd name="T6" fmla="*/ 26041879 w 102"/>
              <a:gd name="T7" fmla="*/ 23279399 h 103"/>
              <a:gd name="T8" fmla="*/ 24641704 w 102"/>
              <a:gd name="T9" fmla="*/ 25607069 h 103"/>
              <a:gd name="T10" fmla="*/ 22121283 w 102"/>
              <a:gd name="T11" fmla="*/ 27353227 h 103"/>
              <a:gd name="T12" fmla="*/ 19881321 w 102"/>
              <a:gd name="T13" fmla="*/ 28808088 h 103"/>
              <a:gd name="T14" fmla="*/ 17080971 w 102"/>
              <a:gd name="T15" fmla="*/ 29681436 h 103"/>
              <a:gd name="T16" fmla="*/ 14281150 w 102"/>
              <a:gd name="T17" fmla="*/ 29972193 h 103"/>
              <a:gd name="T18" fmla="*/ 11480800 w 102"/>
              <a:gd name="T19" fmla="*/ 29681436 h 103"/>
              <a:gd name="T20" fmla="*/ 8680450 w 102"/>
              <a:gd name="T21" fmla="*/ 28808088 h 103"/>
              <a:gd name="T22" fmla="*/ 6160558 w 102"/>
              <a:gd name="T23" fmla="*/ 27353227 h 103"/>
              <a:gd name="T24" fmla="*/ 4199996 w 102"/>
              <a:gd name="T25" fmla="*/ 25607069 h 103"/>
              <a:gd name="T26" fmla="*/ 2239963 w 102"/>
              <a:gd name="T27" fmla="*/ 23279399 h 103"/>
              <a:gd name="T28" fmla="*/ 840317 w 102"/>
              <a:gd name="T29" fmla="*/ 20951189 h 103"/>
              <a:gd name="T30" fmla="*/ 279929 w 102"/>
              <a:gd name="T31" fmla="*/ 18041467 h 103"/>
              <a:gd name="T32" fmla="*/ 0 w 102"/>
              <a:gd name="T33" fmla="*/ 15131744 h 103"/>
              <a:gd name="T34" fmla="*/ 0 w 102"/>
              <a:gd name="T35" fmla="*/ 15131744 h 103"/>
              <a:gd name="T36" fmla="*/ 279929 w 102"/>
              <a:gd name="T37" fmla="*/ 11930726 h 103"/>
              <a:gd name="T38" fmla="*/ 840317 w 102"/>
              <a:gd name="T39" fmla="*/ 9311760 h 103"/>
              <a:gd name="T40" fmla="*/ 2239963 w 102"/>
              <a:gd name="T41" fmla="*/ 6983550 h 103"/>
              <a:gd name="T42" fmla="*/ 4199996 w 102"/>
              <a:gd name="T43" fmla="*/ 4365123 h 103"/>
              <a:gd name="T44" fmla="*/ 6160558 w 102"/>
              <a:gd name="T45" fmla="*/ 2909723 h 103"/>
              <a:gd name="T46" fmla="*/ 8680450 w 102"/>
              <a:gd name="T47" fmla="*/ 1454861 h 103"/>
              <a:gd name="T48" fmla="*/ 11480800 w 102"/>
              <a:gd name="T49" fmla="*/ 290756 h 103"/>
              <a:gd name="T50" fmla="*/ 14281150 w 102"/>
              <a:gd name="T51" fmla="*/ 0 h 103"/>
              <a:gd name="T52" fmla="*/ 17080971 w 102"/>
              <a:gd name="T53" fmla="*/ 290756 h 103"/>
              <a:gd name="T54" fmla="*/ 19881321 w 102"/>
              <a:gd name="T55" fmla="*/ 1454861 h 103"/>
              <a:gd name="T56" fmla="*/ 22121283 w 102"/>
              <a:gd name="T57" fmla="*/ 2909723 h 103"/>
              <a:gd name="T58" fmla="*/ 24641704 w 102"/>
              <a:gd name="T59" fmla="*/ 4365123 h 103"/>
              <a:gd name="T60" fmla="*/ 26041879 w 102"/>
              <a:gd name="T61" fmla="*/ 6983550 h 103"/>
              <a:gd name="T62" fmla="*/ 27441525 w 102"/>
              <a:gd name="T63" fmla="*/ 9311760 h 103"/>
              <a:gd name="T64" fmla="*/ 28561771 w 102"/>
              <a:gd name="T65" fmla="*/ 11930726 h 103"/>
              <a:gd name="T66" fmla="*/ 28561771 w 102"/>
              <a:gd name="T67" fmla="*/ 15131744 h 10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3"/>
              <a:gd name="T104" fmla="*/ 102 w 102"/>
              <a:gd name="T105" fmla="*/ 103 h 10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3">
                <a:moveTo>
                  <a:pt x="102" y="52"/>
                </a:moveTo>
                <a:lnTo>
                  <a:pt x="102" y="62"/>
                </a:lnTo>
                <a:lnTo>
                  <a:pt x="98" y="72"/>
                </a:lnTo>
                <a:lnTo>
                  <a:pt x="93" y="80"/>
                </a:lnTo>
                <a:lnTo>
                  <a:pt x="88" y="88"/>
                </a:lnTo>
                <a:lnTo>
                  <a:pt x="79" y="94"/>
                </a:lnTo>
                <a:lnTo>
                  <a:pt x="71" y="99"/>
                </a:lnTo>
                <a:lnTo>
                  <a:pt x="61" y="102"/>
                </a:lnTo>
                <a:lnTo>
                  <a:pt x="51" y="103"/>
                </a:lnTo>
                <a:lnTo>
                  <a:pt x="41" y="102"/>
                </a:lnTo>
                <a:lnTo>
                  <a:pt x="31" y="99"/>
                </a:lnTo>
                <a:lnTo>
                  <a:pt x="22" y="94"/>
                </a:lnTo>
                <a:lnTo>
                  <a:pt x="15" y="88"/>
                </a:lnTo>
                <a:lnTo>
                  <a:pt x="8" y="80"/>
                </a:lnTo>
                <a:lnTo>
                  <a:pt x="3" y="72"/>
                </a:lnTo>
                <a:lnTo>
                  <a:pt x="1" y="62"/>
                </a:lnTo>
                <a:lnTo>
                  <a:pt x="0" y="52"/>
                </a:lnTo>
                <a:lnTo>
                  <a:pt x="1" y="41"/>
                </a:lnTo>
                <a:lnTo>
                  <a:pt x="3" y="32"/>
                </a:lnTo>
                <a:lnTo>
                  <a:pt x="8" y="24"/>
                </a:lnTo>
                <a:lnTo>
                  <a:pt x="15" y="15"/>
                </a:lnTo>
                <a:lnTo>
                  <a:pt x="22" y="10"/>
                </a:lnTo>
                <a:lnTo>
                  <a:pt x="31" y="5"/>
                </a:lnTo>
                <a:lnTo>
                  <a:pt x="41" y="1"/>
                </a:lnTo>
                <a:lnTo>
                  <a:pt x="51" y="0"/>
                </a:lnTo>
                <a:lnTo>
                  <a:pt x="61" y="1"/>
                </a:lnTo>
                <a:lnTo>
                  <a:pt x="71" y="5"/>
                </a:lnTo>
                <a:lnTo>
                  <a:pt x="79" y="10"/>
                </a:lnTo>
                <a:lnTo>
                  <a:pt x="88" y="15"/>
                </a:lnTo>
                <a:lnTo>
                  <a:pt x="93" y="24"/>
                </a:lnTo>
                <a:lnTo>
                  <a:pt x="98" y="32"/>
                </a:lnTo>
                <a:lnTo>
                  <a:pt x="102" y="41"/>
                </a:lnTo>
                <a:lnTo>
                  <a:pt x="102" y="52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55" name="Freeform 59"/>
          <p:cNvSpPr>
            <a:spLocks/>
          </p:cNvSpPr>
          <p:nvPr/>
        </p:nvSpPr>
        <p:spPr bwMode="auto">
          <a:xfrm>
            <a:off x="1217594" y="5305000"/>
            <a:ext cx="43901" cy="41715"/>
          </a:xfrm>
          <a:custGeom>
            <a:avLst/>
            <a:gdLst>
              <a:gd name="T0" fmla="*/ 28561771 w 102"/>
              <a:gd name="T1" fmla="*/ 15131744 h 103"/>
              <a:gd name="T2" fmla="*/ 28561771 w 102"/>
              <a:gd name="T3" fmla="*/ 18041467 h 103"/>
              <a:gd name="T4" fmla="*/ 27441525 w 102"/>
              <a:gd name="T5" fmla="*/ 20951189 h 103"/>
              <a:gd name="T6" fmla="*/ 26041879 w 102"/>
              <a:gd name="T7" fmla="*/ 23279399 h 103"/>
              <a:gd name="T8" fmla="*/ 24641704 w 102"/>
              <a:gd name="T9" fmla="*/ 25607069 h 103"/>
              <a:gd name="T10" fmla="*/ 22121283 w 102"/>
              <a:gd name="T11" fmla="*/ 27353227 h 103"/>
              <a:gd name="T12" fmla="*/ 19881321 w 102"/>
              <a:gd name="T13" fmla="*/ 28808088 h 103"/>
              <a:gd name="T14" fmla="*/ 17080971 w 102"/>
              <a:gd name="T15" fmla="*/ 29681436 h 103"/>
              <a:gd name="T16" fmla="*/ 14281150 w 102"/>
              <a:gd name="T17" fmla="*/ 29972193 h 103"/>
              <a:gd name="T18" fmla="*/ 11480800 w 102"/>
              <a:gd name="T19" fmla="*/ 29681436 h 103"/>
              <a:gd name="T20" fmla="*/ 8680450 w 102"/>
              <a:gd name="T21" fmla="*/ 28808088 h 103"/>
              <a:gd name="T22" fmla="*/ 6160558 w 102"/>
              <a:gd name="T23" fmla="*/ 27353227 h 103"/>
              <a:gd name="T24" fmla="*/ 4199996 w 102"/>
              <a:gd name="T25" fmla="*/ 25607069 h 103"/>
              <a:gd name="T26" fmla="*/ 2239963 w 102"/>
              <a:gd name="T27" fmla="*/ 23279399 h 103"/>
              <a:gd name="T28" fmla="*/ 840317 w 102"/>
              <a:gd name="T29" fmla="*/ 20951189 h 103"/>
              <a:gd name="T30" fmla="*/ 279929 w 102"/>
              <a:gd name="T31" fmla="*/ 18041467 h 103"/>
              <a:gd name="T32" fmla="*/ 0 w 102"/>
              <a:gd name="T33" fmla="*/ 15131744 h 103"/>
              <a:gd name="T34" fmla="*/ 0 w 102"/>
              <a:gd name="T35" fmla="*/ 15131744 h 103"/>
              <a:gd name="T36" fmla="*/ 279929 w 102"/>
              <a:gd name="T37" fmla="*/ 11930726 h 103"/>
              <a:gd name="T38" fmla="*/ 840317 w 102"/>
              <a:gd name="T39" fmla="*/ 9311760 h 103"/>
              <a:gd name="T40" fmla="*/ 2239963 w 102"/>
              <a:gd name="T41" fmla="*/ 6983550 h 103"/>
              <a:gd name="T42" fmla="*/ 4199996 w 102"/>
              <a:gd name="T43" fmla="*/ 4365123 h 103"/>
              <a:gd name="T44" fmla="*/ 6160558 w 102"/>
              <a:gd name="T45" fmla="*/ 2909723 h 103"/>
              <a:gd name="T46" fmla="*/ 8680450 w 102"/>
              <a:gd name="T47" fmla="*/ 1454861 h 103"/>
              <a:gd name="T48" fmla="*/ 11480800 w 102"/>
              <a:gd name="T49" fmla="*/ 290756 h 103"/>
              <a:gd name="T50" fmla="*/ 14281150 w 102"/>
              <a:gd name="T51" fmla="*/ 0 h 103"/>
              <a:gd name="T52" fmla="*/ 17080971 w 102"/>
              <a:gd name="T53" fmla="*/ 290756 h 103"/>
              <a:gd name="T54" fmla="*/ 19881321 w 102"/>
              <a:gd name="T55" fmla="*/ 1454861 h 103"/>
              <a:gd name="T56" fmla="*/ 22121283 w 102"/>
              <a:gd name="T57" fmla="*/ 2909723 h 103"/>
              <a:gd name="T58" fmla="*/ 24641704 w 102"/>
              <a:gd name="T59" fmla="*/ 4365123 h 103"/>
              <a:gd name="T60" fmla="*/ 26041879 w 102"/>
              <a:gd name="T61" fmla="*/ 6983550 h 103"/>
              <a:gd name="T62" fmla="*/ 27441525 w 102"/>
              <a:gd name="T63" fmla="*/ 9311760 h 103"/>
              <a:gd name="T64" fmla="*/ 28561771 w 102"/>
              <a:gd name="T65" fmla="*/ 11930726 h 103"/>
              <a:gd name="T66" fmla="*/ 28561771 w 102"/>
              <a:gd name="T67" fmla="*/ 15131744 h 10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3"/>
              <a:gd name="T104" fmla="*/ 102 w 102"/>
              <a:gd name="T105" fmla="*/ 103 h 10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3">
                <a:moveTo>
                  <a:pt x="102" y="52"/>
                </a:moveTo>
                <a:lnTo>
                  <a:pt x="102" y="62"/>
                </a:lnTo>
                <a:lnTo>
                  <a:pt x="98" y="72"/>
                </a:lnTo>
                <a:lnTo>
                  <a:pt x="93" y="80"/>
                </a:lnTo>
                <a:lnTo>
                  <a:pt x="88" y="88"/>
                </a:lnTo>
                <a:lnTo>
                  <a:pt x="79" y="94"/>
                </a:lnTo>
                <a:lnTo>
                  <a:pt x="71" y="99"/>
                </a:lnTo>
                <a:lnTo>
                  <a:pt x="61" y="102"/>
                </a:lnTo>
                <a:lnTo>
                  <a:pt x="51" y="103"/>
                </a:lnTo>
                <a:lnTo>
                  <a:pt x="41" y="102"/>
                </a:lnTo>
                <a:lnTo>
                  <a:pt x="31" y="99"/>
                </a:lnTo>
                <a:lnTo>
                  <a:pt x="22" y="94"/>
                </a:lnTo>
                <a:lnTo>
                  <a:pt x="15" y="88"/>
                </a:lnTo>
                <a:lnTo>
                  <a:pt x="8" y="80"/>
                </a:lnTo>
                <a:lnTo>
                  <a:pt x="3" y="72"/>
                </a:lnTo>
                <a:lnTo>
                  <a:pt x="1" y="62"/>
                </a:lnTo>
                <a:lnTo>
                  <a:pt x="0" y="52"/>
                </a:lnTo>
                <a:lnTo>
                  <a:pt x="1" y="41"/>
                </a:lnTo>
                <a:lnTo>
                  <a:pt x="3" y="32"/>
                </a:lnTo>
                <a:lnTo>
                  <a:pt x="8" y="24"/>
                </a:lnTo>
                <a:lnTo>
                  <a:pt x="15" y="15"/>
                </a:lnTo>
                <a:lnTo>
                  <a:pt x="22" y="10"/>
                </a:lnTo>
                <a:lnTo>
                  <a:pt x="31" y="5"/>
                </a:lnTo>
                <a:lnTo>
                  <a:pt x="41" y="1"/>
                </a:lnTo>
                <a:lnTo>
                  <a:pt x="51" y="0"/>
                </a:lnTo>
                <a:lnTo>
                  <a:pt x="61" y="1"/>
                </a:lnTo>
                <a:lnTo>
                  <a:pt x="71" y="5"/>
                </a:lnTo>
                <a:lnTo>
                  <a:pt x="79" y="10"/>
                </a:lnTo>
                <a:lnTo>
                  <a:pt x="88" y="15"/>
                </a:lnTo>
                <a:lnTo>
                  <a:pt x="93" y="24"/>
                </a:lnTo>
                <a:lnTo>
                  <a:pt x="98" y="32"/>
                </a:lnTo>
                <a:lnTo>
                  <a:pt x="102" y="41"/>
                </a:lnTo>
                <a:lnTo>
                  <a:pt x="102" y="52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56" name="Freeform 60"/>
          <p:cNvSpPr>
            <a:spLocks/>
          </p:cNvSpPr>
          <p:nvPr/>
        </p:nvSpPr>
        <p:spPr bwMode="auto">
          <a:xfrm>
            <a:off x="1106550" y="5305000"/>
            <a:ext cx="45191" cy="41715"/>
          </a:xfrm>
          <a:custGeom>
            <a:avLst/>
            <a:gdLst>
              <a:gd name="T0" fmla="*/ 29972193 w 103"/>
              <a:gd name="T1" fmla="*/ 15131744 h 103"/>
              <a:gd name="T2" fmla="*/ 29681436 w 103"/>
              <a:gd name="T3" fmla="*/ 18041467 h 103"/>
              <a:gd name="T4" fmla="*/ 28808088 w 103"/>
              <a:gd name="T5" fmla="*/ 20951189 h 103"/>
              <a:gd name="T6" fmla="*/ 27353227 w 103"/>
              <a:gd name="T7" fmla="*/ 23279399 h 103"/>
              <a:gd name="T8" fmla="*/ 25607069 w 103"/>
              <a:gd name="T9" fmla="*/ 25607069 h 103"/>
              <a:gd name="T10" fmla="*/ 23279399 w 103"/>
              <a:gd name="T11" fmla="*/ 27353227 h 103"/>
              <a:gd name="T12" fmla="*/ 20951189 w 103"/>
              <a:gd name="T13" fmla="*/ 28808088 h 103"/>
              <a:gd name="T14" fmla="*/ 18041467 w 103"/>
              <a:gd name="T15" fmla="*/ 29681436 h 103"/>
              <a:gd name="T16" fmla="*/ 15131744 w 103"/>
              <a:gd name="T17" fmla="*/ 29972193 h 103"/>
              <a:gd name="T18" fmla="*/ 11930726 w 103"/>
              <a:gd name="T19" fmla="*/ 29681436 h 103"/>
              <a:gd name="T20" fmla="*/ 9311760 w 103"/>
              <a:gd name="T21" fmla="*/ 28808088 h 103"/>
              <a:gd name="T22" fmla="*/ 6402037 w 103"/>
              <a:gd name="T23" fmla="*/ 27353227 h 103"/>
              <a:gd name="T24" fmla="*/ 4365123 w 103"/>
              <a:gd name="T25" fmla="*/ 25607069 h 103"/>
              <a:gd name="T26" fmla="*/ 2909723 w 103"/>
              <a:gd name="T27" fmla="*/ 23279399 h 103"/>
              <a:gd name="T28" fmla="*/ 1454861 w 103"/>
              <a:gd name="T29" fmla="*/ 20951189 h 103"/>
              <a:gd name="T30" fmla="*/ 290756 w 103"/>
              <a:gd name="T31" fmla="*/ 18041467 h 103"/>
              <a:gd name="T32" fmla="*/ 0 w 103"/>
              <a:gd name="T33" fmla="*/ 15131744 h 103"/>
              <a:gd name="T34" fmla="*/ 0 w 103"/>
              <a:gd name="T35" fmla="*/ 15131744 h 103"/>
              <a:gd name="T36" fmla="*/ 290756 w 103"/>
              <a:gd name="T37" fmla="*/ 11930726 h 103"/>
              <a:gd name="T38" fmla="*/ 1454861 w 103"/>
              <a:gd name="T39" fmla="*/ 9311760 h 103"/>
              <a:gd name="T40" fmla="*/ 2909723 w 103"/>
              <a:gd name="T41" fmla="*/ 6983550 h 103"/>
              <a:gd name="T42" fmla="*/ 4365123 w 103"/>
              <a:gd name="T43" fmla="*/ 4365123 h 103"/>
              <a:gd name="T44" fmla="*/ 6402037 w 103"/>
              <a:gd name="T45" fmla="*/ 2909723 h 103"/>
              <a:gd name="T46" fmla="*/ 9311760 w 103"/>
              <a:gd name="T47" fmla="*/ 1454861 h 103"/>
              <a:gd name="T48" fmla="*/ 11930726 w 103"/>
              <a:gd name="T49" fmla="*/ 290756 h 103"/>
              <a:gd name="T50" fmla="*/ 15131744 w 103"/>
              <a:gd name="T51" fmla="*/ 0 h 103"/>
              <a:gd name="T52" fmla="*/ 18041467 w 103"/>
              <a:gd name="T53" fmla="*/ 290756 h 103"/>
              <a:gd name="T54" fmla="*/ 20951189 w 103"/>
              <a:gd name="T55" fmla="*/ 1454861 h 103"/>
              <a:gd name="T56" fmla="*/ 23279399 w 103"/>
              <a:gd name="T57" fmla="*/ 2909723 h 103"/>
              <a:gd name="T58" fmla="*/ 25607069 w 103"/>
              <a:gd name="T59" fmla="*/ 4365123 h 103"/>
              <a:gd name="T60" fmla="*/ 27353227 w 103"/>
              <a:gd name="T61" fmla="*/ 6983550 h 103"/>
              <a:gd name="T62" fmla="*/ 28808088 w 103"/>
              <a:gd name="T63" fmla="*/ 9311760 h 103"/>
              <a:gd name="T64" fmla="*/ 29681436 w 103"/>
              <a:gd name="T65" fmla="*/ 11930726 h 103"/>
              <a:gd name="T66" fmla="*/ 29972193 w 103"/>
              <a:gd name="T67" fmla="*/ 15131744 h 10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3"/>
              <a:gd name="T103" fmla="*/ 0 h 103"/>
              <a:gd name="T104" fmla="*/ 103 w 103"/>
              <a:gd name="T105" fmla="*/ 103 h 10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3" h="103">
                <a:moveTo>
                  <a:pt x="103" y="52"/>
                </a:moveTo>
                <a:lnTo>
                  <a:pt x="102" y="62"/>
                </a:lnTo>
                <a:lnTo>
                  <a:pt x="99" y="72"/>
                </a:lnTo>
                <a:lnTo>
                  <a:pt x="94" y="80"/>
                </a:lnTo>
                <a:lnTo>
                  <a:pt x="88" y="88"/>
                </a:lnTo>
                <a:lnTo>
                  <a:pt x="80" y="94"/>
                </a:lnTo>
                <a:lnTo>
                  <a:pt x="72" y="99"/>
                </a:lnTo>
                <a:lnTo>
                  <a:pt x="62" y="102"/>
                </a:lnTo>
                <a:lnTo>
                  <a:pt x="52" y="103"/>
                </a:lnTo>
                <a:lnTo>
                  <a:pt x="41" y="102"/>
                </a:lnTo>
                <a:lnTo>
                  <a:pt x="32" y="99"/>
                </a:lnTo>
                <a:lnTo>
                  <a:pt x="22" y="94"/>
                </a:lnTo>
                <a:lnTo>
                  <a:pt x="15" y="88"/>
                </a:lnTo>
                <a:lnTo>
                  <a:pt x="10" y="80"/>
                </a:lnTo>
                <a:lnTo>
                  <a:pt x="5" y="72"/>
                </a:lnTo>
                <a:lnTo>
                  <a:pt x="1" y="62"/>
                </a:lnTo>
                <a:lnTo>
                  <a:pt x="0" y="52"/>
                </a:lnTo>
                <a:lnTo>
                  <a:pt x="1" y="41"/>
                </a:lnTo>
                <a:lnTo>
                  <a:pt x="5" y="32"/>
                </a:lnTo>
                <a:lnTo>
                  <a:pt x="10" y="24"/>
                </a:lnTo>
                <a:lnTo>
                  <a:pt x="15" y="15"/>
                </a:lnTo>
                <a:lnTo>
                  <a:pt x="22" y="10"/>
                </a:lnTo>
                <a:lnTo>
                  <a:pt x="32" y="5"/>
                </a:lnTo>
                <a:lnTo>
                  <a:pt x="41" y="1"/>
                </a:lnTo>
                <a:lnTo>
                  <a:pt x="52" y="0"/>
                </a:lnTo>
                <a:lnTo>
                  <a:pt x="62" y="1"/>
                </a:lnTo>
                <a:lnTo>
                  <a:pt x="72" y="5"/>
                </a:lnTo>
                <a:lnTo>
                  <a:pt x="80" y="10"/>
                </a:lnTo>
                <a:lnTo>
                  <a:pt x="88" y="15"/>
                </a:lnTo>
                <a:lnTo>
                  <a:pt x="94" y="24"/>
                </a:lnTo>
                <a:lnTo>
                  <a:pt x="99" y="32"/>
                </a:lnTo>
                <a:lnTo>
                  <a:pt x="102" y="41"/>
                </a:lnTo>
                <a:lnTo>
                  <a:pt x="103" y="52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57" name="Freeform 61"/>
          <p:cNvSpPr>
            <a:spLocks/>
          </p:cNvSpPr>
          <p:nvPr/>
        </p:nvSpPr>
        <p:spPr bwMode="auto">
          <a:xfrm>
            <a:off x="1106550" y="5305000"/>
            <a:ext cx="45191" cy="41715"/>
          </a:xfrm>
          <a:custGeom>
            <a:avLst/>
            <a:gdLst>
              <a:gd name="T0" fmla="*/ 29972193 w 103"/>
              <a:gd name="T1" fmla="*/ 15131744 h 103"/>
              <a:gd name="T2" fmla="*/ 29681436 w 103"/>
              <a:gd name="T3" fmla="*/ 18041467 h 103"/>
              <a:gd name="T4" fmla="*/ 28808088 w 103"/>
              <a:gd name="T5" fmla="*/ 20951189 h 103"/>
              <a:gd name="T6" fmla="*/ 27353227 w 103"/>
              <a:gd name="T7" fmla="*/ 23279399 h 103"/>
              <a:gd name="T8" fmla="*/ 25607069 w 103"/>
              <a:gd name="T9" fmla="*/ 25607069 h 103"/>
              <a:gd name="T10" fmla="*/ 23279399 w 103"/>
              <a:gd name="T11" fmla="*/ 27353227 h 103"/>
              <a:gd name="T12" fmla="*/ 20951189 w 103"/>
              <a:gd name="T13" fmla="*/ 28808088 h 103"/>
              <a:gd name="T14" fmla="*/ 18041467 w 103"/>
              <a:gd name="T15" fmla="*/ 29681436 h 103"/>
              <a:gd name="T16" fmla="*/ 15131744 w 103"/>
              <a:gd name="T17" fmla="*/ 29972193 h 103"/>
              <a:gd name="T18" fmla="*/ 11930726 w 103"/>
              <a:gd name="T19" fmla="*/ 29681436 h 103"/>
              <a:gd name="T20" fmla="*/ 9311760 w 103"/>
              <a:gd name="T21" fmla="*/ 28808088 h 103"/>
              <a:gd name="T22" fmla="*/ 6402037 w 103"/>
              <a:gd name="T23" fmla="*/ 27353227 h 103"/>
              <a:gd name="T24" fmla="*/ 4365123 w 103"/>
              <a:gd name="T25" fmla="*/ 25607069 h 103"/>
              <a:gd name="T26" fmla="*/ 2909723 w 103"/>
              <a:gd name="T27" fmla="*/ 23279399 h 103"/>
              <a:gd name="T28" fmla="*/ 1454861 w 103"/>
              <a:gd name="T29" fmla="*/ 20951189 h 103"/>
              <a:gd name="T30" fmla="*/ 290756 w 103"/>
              <a:gd name="T31" fmla="*/ 18041467 h 103"/>
              <a:gd name="T32" fmla="*/ 0 w 103"/>
              <a:gd name="T33" fmla="*/ 15131744 h 103"/>
              <a:gd name="T34" fmla="*/ 0 w 103"/>
              <a:gd name="T35" fmla="*/ 15131744 h 103"/>
              <a:gd name="T36" fmla="*/ 290756 w 103"/>
              <a:gd name="T37" fmla="*/ 11930726 h 103"/>
              <a:gd name="T38" fmla="*/ 1454861 w 103"/>
              <a:gd name="T39" fmla="*/ 9311760 h 103"/>
              <a:gd name="T40" fmla="*/ 2909723 w 103"/>
              <a:gd name="T41" fmla="*/ 6983550 h 103"/>
              <a:gd name="T42" fmla="*/ 4365123 w 103"/>
              <a:gd name="T43" fmla="*/ 4365123 h 103"/>
              <a:gd name="T44" fmla="*/ 6402037 w 103"/>
              <a:gd name="T45" fmla="*/ 2909723 h 103"/>
              <a:gd name="T46" fmla="*/ 9311760 w 103"/>
              <a:gd name="T47" fmla="*/ 1454861 h 103"/>
              <a:gd name="T48" fmla="*/ 11930726 w 103"/>
              <a:gd name="T49" fmla="*/ 290756 h 103"/>
              <a:gd name="T50" fmla="*/ 15131744 w 103"/>
              <a:gd name="T51" fmla="*/ 0 h 103"/>
              <a:gd name="T52" fmla="*/ 18041467 w 103"/>
              <a:gd name="T53" fmla="*/ 290756 h 103"/>
              <a:gd name="T54" fmla="*/ 20951189 w 103"/>
              <a:gd name="T55" fmla="*/ 1454861 h 103"/>
              <a:gd name="T56" fmla="*/ 23279399 w 103"/>
              <a:gd name="T57" fmla="*/ 2909723 h 103"/>
              <a:gd name="T58" fmla="*/ 25607069 w 103"/>
              <a:gd name="T59" fmla="*/ 4365123 h 103"/>
              <a:gd name="T60" fmla="*/ 27353227 w 103"/>
              <a:gd name="T61" fmla="*/ 6983550 h 103"/>
              <a:gd name="T62" fmla="*/ 28808088 w 103"/>
              <a:gd name="T63" fmla="*/ 9311760 h 103"/>
              <a:gd name="T64" fmla="*/ 29681436 w 103"/>
              <a:gd name="T65" fmla="*/ 11930726 h 103"/>
              <a:gd name="T66" fmla="*/ 29972193 w 103"/>
              <a:gd name="T67" fmla="*/ 15131744 h 10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3"/>
              <a:gd name="T103" fmla="*/ 0 h 103"/>
              <a:gd name="T104" fmla="*/ 103 w 103"/>
              <a:gd name="T105" fmla="*/ 103 h 10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3" h="103">
                <a:moveTo>
                  <a:pt x="103" y="52"/>
                </a:moveTo>
                <a:lnTo>
                  <a:pt x="102" y="62"/>
                </a:lnTo>
                <a:lnTo>
                  <a:pt x="99" y="72"/>
                </a:lnTo>
                <a:lnTo>
                  <a:pt x="94" y="80"/>
                </a:lnTo>
                <a:lnTo>
                  <a:pt x="88" y="88"/>
                </a:lnTo>
                <a:lnTo>
                  <a:pt x="80" y="94"/>
                </a:lnTo>
                <a:lnTo>
                  <a:pt x="72" y="99"/>
                </a:lnTo>
                <a:lnTo>
                  <a:pt x="62" y="102"/>
                </a:lnTo>
                <a:lnTo>
                  <a:pt x="52" y="103"/>
                </a:lnTo>
                <a:lnTo>
                  <a:pt x="41" y="102"/>
                </a:lnTo>
                <a:lnTo>
                  <a:pt x="32" y="99"/>
                </a:lnTo>
                <a:lnTo>
                  <a:pt x="22" y="94"/>
                </a:lnTo>
                <a:lnTo>
                  <a:pt x="15" y="88"/>
                </a:lnTo>
                <a:lnTo>
                  <a:pt x="10" y="80"/>
                </a:lnTo>
                <a:lnTo>
                  <a:pt x="5" y="72"/>
                </a:lnTo>
                <a:lnTo>
                  <a:pt x="1" y="62"/>
                </a:lnTo>
                <a:lnTo>
                  <a:pt x="0" y="52"/>
                </a:lnTo>
                <a:lnTo>
                  <a:pt x="1" y="41"/>
                </a:lnTo>
                <a:lnTo>
                  <a:pt x="5" y="32"/>
                </a:lnTo>
                <a:lnTo>
                  <a:pt x="10" y="24"/>
                </a:lnTo>
                <a:lnTo>
                  <a:pt x="15" y="15"/>
                </a:lnTo>
                <a:lnTo>
                  <a:pt x="22" y="10"/>
                </a:lnTo>
                <a:lnTo>
                  <a:pt x="32" y="5"/>
                </a:lnTo>
                <a:lnTo>
                  <a:pt x="41" y="1"/>
                </a:lnTo>
                <a:lnTo>
                  <a:pt x="52" y="0"/>
                </a:lnTo>
                <a:lnTo>
                  <a:pt x="62" y="1"/>
                </a:lnTo>
                <a:lnTo>
                  <a:pt x="72" y="5"/>
                </a:lnTo>
                <a:lnTo>
                  <a:pt x="80" y="10"/>
                </a:lnTo>
                <a:lnTo>
                  <a:pt x="88" y="15"/>
                </a:lnTo>
                <a:lnTo>
                  <a:pt x="94" y="24"/>
                </a:lnTo>
                <a:lnTo>
                  <a:pt x="99" y="32"/>
                </a:lnTo>
                <a:lnTo>
                  <a:pt x="102" y="41"/>
                </a:lnTo>
                <a:lnTo>
                  <a:pt x="103" y="52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58" name="Line 62"/>
          <p:cNvSpPr>
            <a:spLocks noChangeShapeType="1"/>
          </p:cNvSpPr>
          <p:nvPr/>
        </p:nvSpPr>
        <p:spPr bwMode="auto">
          <a:xfrm flipH="1">
            <a:off x="1132373" y="5284736"/>
            <a:ext cx="127828" cy="0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59" name="Line 63"/>
          <p:cNvSpPr>
            <a:spLocks noChangeShapeType="1"/>
          </p:cNvSpPr>
          <p:nvPr/>
        </p:nvSpPr>
        <p:spPr bwMode="auto">
          <a:xfrm flipH="1">
            <a:off x="4335813" y="5313342"/>
            <a:ext cx="453207" cy="2384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60" name="Freeform 64"/>
          <p:cNvSpPr>
            <a:spLocks/>
          </p:cNvSpPr>
          <p:nvPr/>
        </p:nvSpPr>
        <p:spPr bwMode="auto">
          <a:xfrm>
            <a:off x="4158922" y="5295464"/>
            <a:ext cx="43901" cy="40524"/>
          </a:xfrm>
          <a:custGeom>
            <a:avLst/>
            <a:gdLst>
              <a:gd name="T0" fmla="*/ 0 w 102"/>
              <a:gd name="T1" fmla="*/ 14279794 h 103"/>
              <a:gd name="T2" fmla="*/ 279929 w 102"/>
              <a:gd name="T3" fmla="*/ 17025706 h 103"/>
              <a:gd name="T4" fmla="*/ 840317 w 102"/>
              <a:gd name="T5" fmla="*/ 19771619 h 103"/>
              <a:gd name="T6" fmla="*/ 2239963 w 102"/>
              <a:gd name="T7" fmla="*/ 22242940 h 103"/>
              <a:gd name="T8" fmla="*/ 4199996 w 102"/>
              <a:gd name="T9" fmla="*/ 24165603 h 103"/>
              <a:gd name="T10" fmla="*/ 6160558 w 102"/>
              <a:gd name="T11" fmla="*/ 25813151 h 103"/>
              <a:gd name="T12" fmla="*/ 8680450 w 102"/>
              <a:gd name="T13" fmla="*/ 27186107 h 103"/>
              <a:gd name="T14" fmla="*/ 11480800 w 102"/>
              <a:gd name="T15" fmla="*/ 28009881 h 103"/>
              <a:gd name="T16" fmla="*/ 14281150 w 102"/>
              <a:gd name="T17" fmla="*/ 28284472 h 103"/>
              <a:gd name="T18" fmla="*/ 17080971 w 102"/>
              <a:gd name="T19" fmla="*/ 28009881 h 103"/>
              <a:gd name="T20" fmla="*/ 19881321 w 102"/>
              <a:gd name="T21" fmla="*/ 27186107 h 103"/>
              <a:gd name="T22" fmla="*/ 22121283 w 102"/>
              <a:gd name="T23" fmla="*/ 25813151 h 103"/>
              <a:gd name="T24" fmla="*/ 24641704 w 102"/>
              <a:gd name="T25" fmla="*/ 24165603 h 103"/>
              <a:gd name="T26" fmla="*/ 26041879 w 102"/>
              <a:gd name="T27" fmla="*/ 22242940 h 103"/>
              <a:gd name="T28" fmla="*/ 27441525 w 102"/>
              <a:gd name="T29" fmla="*/ 19771619 h 103"/>
              <a:gd name="T30" fmla="*/ 28561771 w 102"/>
              <a:gd name="T31" fmla="*/ 17025706 h 103"/>
              <a:gd name="T32" fmla="*/ 28561771 w 102"/>
              <a:gd name="T33" fmla="*/ 14279794 h 103"/>
              <a:gd name="T34" fmla="*/ 28561771 w 102"/>
              <a:gd name="T35" fmla="*/ 14279794 h 103"/>
              <a:gd name="T36" fmla="*/ 28561771 w 102"/>
              <a:gd name="T37" fmla="*/ 11258766 h 103"/>
              <a:gd name="T38" fmla="*/ 27441525 w 102"/>
              <a:gd name="T39" fmla="*/ 8787444 h 103"/>
              <a:gd name="T40" fmla="*/ 26041879 w 102"/>
              <a:gd name="T41" fmla="*/ 6590714 h 103"/>
              <a:gd name="T42" fmla="*/ 24641704 w 102"/>
              <a:gd name="T43" fmla="*/ 4393460 h 103"/>
              <a:gd name="T44" fmla="*/ 22121283 w 102"/>
              <a:gd name="T45" fmla="*/ 2745913 h 103"/>
              <a:gd name="T46" fmla="*/ 19881321 w 102"/>
              <a:gd name="T47" fmla="*/ 1372956 h 103"/>
              <a:gd name="T48" fmla="*/ 17080971 w 102"/>
              <a:gd name="T49" fmla="*/ 549183 h 103"/>
              <a:gd name="T50" fmla="*/ 14281150 w 102"/>
              <a:gd name="T51" fmla="*/ 0 h 103"/>
              <a:gd name="T52" fmla="*/ 11480800 w 102"/>
              <a:gd name="T53" fmla="*/ 549183 h 103"/>
              <a:gd name="T54" fmla="*/ 8680450 w 102"/>
              <a:gd name="T55" fmla="*/ 1372956 h 103"/>
              <a:gd name="T56" fmla="*/ 6160558 w 102"/>
              <a:gd name="T57" fmla="*/ 2745913 h 103"/>
              <a:gd name="T58" fmla="*/ 4199996 w 102"/>
              <a:gd name="T59" fmla="*/ 4393460 h 103"/>
              <a:gd name="T60" fmla="*/ 2239963 w 102"/>
              <a:gd name="T61" fmla="*/ 6590714 h 103"/>
              <a:gd name="T62" fmla="*/ 840317 w 102"/>
              <a:gd name="T63" fmla="*/ 8787444 h 103"/>
              <a:gd name="T64" fmla="*/ 279929 w 102"/>
              <a:gd name="T65" fmla="*/ 11258766 h 103"/>
              <a:gd name="T66" fmla="*/ 0 w 102"/>
              <a:gd name="T67" fmla="*/ 14279794 h 10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3"/>
              <a:gd name="T104" fmla="*/ 102 w 102"/>
              <a:gd name="T105" fmla="*/ 103 h 10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3">
                <a:moveTo>
                  <a:pt x="0" y="52"/>
                </a:moveTo>
                <a:lnTo>
                  <a:pt x="1" y="62"/>
                </a:lnTo>
                <a:lnTo>
                  <a:pt x="3" y="72"/>
                </a:lnTo>
                <a:lnTo>
                  <a:pt x="8" y="81"/>
                </a:lnTo>
                <a:lnTo>
                  <a:pt x="15" y="88"/>
                </a:lnTo>
                <a:lnTo>
                  <a:pt x="22" y="94"/>
                </a:lnTo>
                <a:lnTo>
                  <a:pt x="31" y="99"/>
                </a:lnTo>
                <a:lnTo>
                  <a:pt x="41" y="102"/>
                </a:lnTo>
                <a:lnTo>
                  <a:pt x="51" y="103"/>
                </a:lnTo>
                <a:lnTo>
                  <a:pt x="61" y="102"/>
                </a:lnTo>
                <a:lnTo>
                  <a:pt x="71" y="99"/>
                </a:lnTo>
                <a:lnTo>
                  <a:pt x="79" y="94"/>
                </a:lnTo>
                <a:lnTo>
                  <a:pt x="88" y="88"/>
                </a:lnTo>
                <a:lnTo>
                  <a:pt x="93" y="81"/>
                </a:lnTo>
                <a:lnTo>
                  <a:pt x="98" y="72"/>
                </a:lnTo>
                <a:lnTo>
                  <a:pt x="102" y="62"/>
                </a:lnTo>
                <a:lnTo>
                  <a:pt x="102" y="52"/>
                </a:lnTo>
                <a:lnTo>
                  <a:pt x="102" y="41"/>
                </a:lnTo>
                <a:lnTo>
                  <a:pt x="98" y="32"/>
                </a:lnTo>
                <a:lnTo>
                  <a:pt x="93" y="24"/>
                </a:lnTo>
                <a:lnTo>
                  <a:pt x="88" y="16"/>
                </a:lnTo>
                <a:lnTo>
                  <a:pt x="79" y="10"/>
                </a:lnTo>
                <a:lnTo>
                  <a:pt x="71" y="5"/>
                </a:lnTo>
                <a:lnTo>
                  <a:pt x="61" y="2"/>
                </a:lnTo>
                <a:lnTo>
                  <a:pt x="51" y="0"/>
                </a:lnTo>
                <a:lnTo>
                  <a:pt x="41" y="2"/>
                </a:lnTo>
                <a:lnTo>
                  <a:pt x="31" y="5"/>
                </a:lnTo>
                <a:lnTo>
                  <a:pt x="22" y="10"/>
                </a:lnTo>
                <a:lnTo>
                  <a:pt x="15" y="16"/>
                </a:lnTo>
                <a:lnTo>
                  <a:pt x="8" y="24"/>
                </a:lnTo>
                <a:lnTo>
                  <a:pt x="3" y="32"/>
                </a:lnTo>
                <a:lnTo>
                  <a:pt x="1" y="41"/>
                </a:lnTo>
                <a:lnTo>
                  <a:pt x="0" y="52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61" name="Freeform 65"/>
          <p:cNvSpPr>
            <a:spLocks/>
          </p:cNvSpPr>
          <p:nvPr/>
        </p:nvSpPr>
        <p:spPr bwMode="auto">
          <a:xfrm>
            <a:off x="4158922" y="5295464"/>
            <a:ext cx="43901" cy="40524"/>
          </a:xfrm>
          <a:custGeom>
            <a:avLst/>
            <a:gdLst>
              <a:gd name="T0" fmla="*/ 0 w 102"/>
              <a:gd name="T1" fmla="*/ 14279794 h 103"/>
              <a:gd name="T2" fmla="*/ 279929 w 102"/>
              <a:gd name="T3" fmla="*/ 17025706 h 103"/>
              <a:gd name="T4" fmla="*/ 840317 w 102"/>
              <a:gd name="T5" fmla="*/ 19771619 h 103"/>
              <a:gd name="T6" fmla="*/ 2239963 w 102"/>
              <a:gd name="T7" fmla="*/ 22242940 h 103"/>
              <a:gd name="T8" fmla="*/ 4199996 w 102"/>
              <a:gd name="T9" fmla="*/ 24165603 h 103"/>
              <a:gd name="T10" fmla="*/ 6160558 w 102"/>
              <a:gd name="T11" fmla="*/ 25813151 h 103"/>
              <a:gd name="T12" fmla="*/ 8680450 w 102"/>
              <a:gd name="T13" fmla="*/ 27186107 h 103"/>
              <a:gd name="T14" fmla="*/ 11480800 w 102"/>
              <a:gd name="T15" fmla="*/ 28009881 h 103"/>
              <a:gd name="T16" fmla="*/ 14281150 w 102"/>
              <a:gd name="T17" fmla="*/ 28284472 h 103"/>
              <a:gd name="T18" fmla="*/ 17080971 w 102"/>
              <a:gd name="T19" fmla="*/ 28009881 h 103"/>
              <a:gd name="T20" fmla="*/ 19881321 w 102"/>
              <a:gd name="T21" fmla="*/ 27186107 h 103"/>
              <a:gd name="T22" fmla="*/ 22121283 w 102"/>
              <a:gd name="T23" fmla="*/ 25813151 h 103"/>
              <a:gd name="T24" fmla="*/ 24641704 w 102"/>
              <a:gd name="T25" fmla="*/ 24165603 h 103"/>
              <a:gd name="T26" fmla="*/ 26041879 w 102"/>
              <a:gd name="T27" fmla="*/ 22242940 h 103"/>
              <a:gd name="T28" fmla="*/ 27441525 w 102"/>
              <a:gd name="T29" fmla="*/ 19771619 h 103"/>
              <a:gd name="T30" fmla="*/ 28561771 w 102"/>
              <a:gd name="T31" fmla="*/ 17025706 h 103"/>
              <a:gd name="T32" fmla="*/ 28561771 w 102"/>
              <a:gd name="T33" fmla="*/ 14279794 h 103"/>
              <a:gd name="T34" fmla="*/ 28561771 w 102"/>
              <a:gd name="T35" fmla="*/ 14279794 h 103"/>
              <a:gd name="T36" fmla="*/ 28561771 w 102"/>
              <a:gd name="T37" fmla="*/ 11258766 h 103"/>
              <a:gd name="T38" fmla="*/ 27441525 w 102"/>
              <a:gd name="T39" fmla="*/ 8787444 h 103"/>
              <a:gd name="T40" fmla="*/ 26041879 w 102"/>
              <a:gd name="T41" fmla="*/ 6590714 h 103"/>
              <a:gd name="T42" fmla="*/ 24641704 w 102"/>
              <a:gd name="T43" fmla="*/ 4393460 h 103"/>
              <a:gd name="T44" fmla="*/ 22121283 w 102"/>
              <a:gd name="T45" fmla="*/ 2745913 h 103"/>
              <a:gd name="T46" fmla="*/ 19881321 w 102"/>
              <a:gd name="T47" fmla="*/ 1372956 h 103"/>
              <a:gd name="T48" fmla="*/ 17080971 w 102"/>
              <a:gd name="T49" fmla="*/ 549183 h 103"/>
              <a:gd name="T50" fmla="*/ 14281150 w 102"/>
              <a:gd name="T51" fmla="*/ 0 h 103"/>
              <a:gd name="T52" fmla="*/ 11480800 w 102"/>
              <a:gd name="T53" fmla="*/ 549183 h 103"/>
              <a:gd name="T54" fmla="*/ 8680450 w 102"/>
              <a:gd name="T55" fmla="*/ 1372956 h 103"/>
              <a:gd name="T56" fmla="*/ 6160558 w 102"/>
              <a:gd name="T57" fmla="*/ 2745913 h 103"/>
              <a:gd name="T58" fmla="*/ 4199996 w 102"/>
              <a:gd name="T59" fmla="*/ 4393460 h 103"/>
              <a:gd name="T60" fmla="*/ 2239963 w 102"/>
              <a:gd name="T61" fmla="*/ 6590714 h 103"/>
              <a:gd name="T62" fmla="*/ 840317 w 102"/>
              <a:gd name="T63" fmla="*/ 8787444 h 103"/>
              <a:gd name="T64" fmla="*/ 279929 w 102"/>
              <a:gd name="T65" fmla="*/ 11258766 h 103"/>
              <a:gd name="T66" fmla="*/ 0 w 102"/>
              <a:gd name="T67" fmla="*/ 14279794 h 10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3"/>
              <a:gd name="T104" fmla="*/ 102 w 102"/>
              <a:gd name="T105" fmla="*/ 103 h 10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3">
                <a:moveTo>
                  <a:pt x="0" y="52"/>
                </a:moveTo>
                <a:lnTo>
                  <a:pt x="1" y="62"/>
                </a:lnTo>
                <a:lnTo>
                  <a:pt x="3" y="72"/>
                </a:lnTo>
                <a:lnTo>
                  <a:pt x="8" y="81"/>
                </a:lnTo>
                <a:lnTo>
                  <a:pt x="15" y="88"/>
                </a:lnTo>
                <a:lnTo>
                  <a:pt x="22" y="94"/>
                </a:lnTo>
                <a:lnTo>
                  <a:pt x="31" y="99"/>
                </a:lnTo>
                <a:lnTo>
                  <a:pt x="41" y="102"/>
                </a:lnTo>
                <a:lnTo>
                  <a:pt x="51" y="103"/>
                </a:lnTo>
                <a:lnTo>
                  <a:pt x="61" y="102"/>
                </a:lnTo>
                <a:lnTo>
                  <a:pt x="71" y="99"/>
                </a:lnTo>
                <a:lnTo>
                  <a:pt x="79" y="94"/>
                </a:lnTo>
                <a:lnTo>
                  <a:pt x="88" y="88"/>
                </a:lnTo>
                <a:lnTo>
                  <a:pt x="93" y="81"/>
                </a:lnTo>
                <a:lnTo>
                  <a:pt x="98" y="72"/>
                </a:lnTo>
                <a:lnTo>
                  <a:pt x="102" y="62"/>
                </a:lnTo>
                <a:lnTo>
                  <a:pt x="102" y="52"/>
                </a:lnTo>
                <a:lnTo>
                  <a:pt x="102" y="41"/>
                </a:lnTo>
                <a:lnTo>
                  <a:pt x="98" y="32"/>
                </a:lnTo>
                <a:lnTo>
                  <a:pt x="93" y="24"/>
                </a:lnTo>
                <a:lnTo>
                  <a:pt x="88" y="16"/>
                </a:lnTo>
                <a:lnTo>
                  <a:pt x="79" y="10"/>
                </a:lnTo>
                <a:lnTo>
                  <a:pt x="71" y="5"/>
                </a:lnTo>
                <a:lnTo>
                  <a:pt x="61" y="2"/>
                </a:lnTo>
                <a:lnTo>
                  <a:pt x="51" y="0"/>
                </a:lnTo>
                <a:lnTo>
                  <a:pt x="41" y="2"/>
                </a:lnTo>
                <a:lnTo>
                  <a:pt x="31" y="5"/>
                </a:lnTo>
                <a:lnTo>
                  <a:pt x="22" y="10"/>
                </a:lnTo>
                <a:lnTo>
                  <a:pt x="15" y="16"/>
                </a:lnTo>
                <a:lnTo>
                  <a:pt x="8" y="24"/>
                </a:lnTo>
                <a:lnTo>
                  <a:pt x="3" y="32"/>
                </a:lnTo>
                <a:lnTo>
                  <a:pt x="1" y="41"/>
                </a:lnTo>
                <a:lnTo>
                  <a:pt x="0" y="52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62" name="Freeform 66"/>
          <p:cNvSpPr>
            <a:spLocks/>
          </p:cNvSpPr>
          <p:nvPr/>
        </p:nvSpPr>
        <p:spPr bwMode="auto">
          <a:xfrm>
            <a:off x="4290621" y="5295464"/>
            <a:ext cx="45191" cy="40524"/>
          </a:xfrm>
          <a:custGeom>
            <a:avLst/>
            <a:gdLst>
              <a:gd name="T0" fmla="*/ 0 w 103"/>
              <a:gd name="T1" fmla="*/ 14279794 h 103"/>
              <a:gd name="T2" fmla="*/ 290756 w 103"/>
              <a:gd name="T3" fmla="*/ 17025706 h 103"/>
              <a:gd name="T4" fmla="*/ 1164105 w 103"/>
              <a:gd name="T5" fmla="*/ 19771619 h 103"/>
              <a:gd name="T6" fmla="*/ 2618966 w 103"/>
              <a:gd name="T7" fmla="*/ 22242940 h 103"/>
              <a:gd name="T8" fmla="*/ 4365123 w 103"/>
              <a:gd name="T9" fmla="*/ 24165603 h 103"/>
              <a:gd name="T10" fmla="*/ 6692794 w 103"/>
              <a:gd name="T11" fmla="*/ 25813151 h 103"/>
              <a:gd name="T12" fmla="*/ 9021003 w 103"/>
              <a:gd name="T13" fmla="*/ 27186107 h 103"/>
              <a:gd name="T14" fmla="*/ 11930726 w 103"/>
              <a:gd name="T15" fmla="*/ 28009881 h 103"/>
              <a:gd name="T16" fmla="*/ 14840448 w 103"/>
              <a:gd name="T17" fmla="*/ 28284472 h 103"/>
              <a:gd name="T18" fmla="*/ 18041467 w 103"/>
              <a:gd name="T19" fmla="*/ 28009881 h 103"/>
              <a:gd name="T20" fmla="*/ 20660433 w 103"/>
              <a:gd name="T21" fmla="*/ 27186107 h 103"/>
              <a:gd name="T22" fmla="*/ 23279399 w 103"/>
              <a:gd name="T23" fmla="*/ 25813151 h 103"/>
              <a:gd name="T24" fmla="*/ 25316313 w 103"/>
              <a:gd name="T25" fmla="*/ 24165603 h 103"/>
              <a:gd name="T26" fmla="*/ 27062470 w 103"/>
              <a:gd name="T27" fmla="*/ 22242940 h 103"/>
              <a:gd name="T28" fmla="*/ 28517331 w 103"/>
              <a:gd name="T29" fmla="*/ 19771619 h 103"/>
              <a:gd name="T30" fmla="*/ 29390140 w 103"/>
              <a:gd name="T31" fmla="*/ 17025706 h 103"/>
              <a:gd name="T32" fmla="*/ 29972193 w 103"/>
              <a:gd name="T33" fmla="*/ 14279794 h 103"/>
              <a:gd name="T34" fmla="*/ 29972193 w 103"/>
              <a:gd name="T35" fmla="*/ 14279794 h 103"/>
              <a:gd name="T36" fmla="*/ 29390140 w 103"/>
              <a:gd name="T37" fmla="*/ 11258766 h 103"/>
              <a:gd name="T38" fmla="*/ 28517331 w 103"/>
              <a:gd name="T39" fmla="*/ 8787444 h 103"/>
              <a:gd name="T40" fmla="*/ 27062470 w 103"/>
              <a:gd name="T41" fmla="*/ 6590714 h 103"/>
              <a:gd name="T42" fmla="*/ 25316313 w 103"/>
              <a:gd name="T43" fmla="*/ 4393460 h 103"/>
              <a:gd name="T44" fmla="*/ 23279399 w 103"/>
              <a:gd name="T45" fmla="*/ 2745913 h 103"/>
              <a:gd name="T46" fmla="*/ 20660433 w 103"/>
              <a:gd name="T47" fmla="*/ 1372956 h 103"/>
              <a:gd name="T48" fmla="*/ 18041467 w 103"/>
              <a:gd name="T49" fmla="*/ 549183 h 103"/>
              <a:gd name="T50" fmla="*/ 14840448 w 103"/>
              <a:gd name="T51" fmla="*/ 0 h 103"/>
              <a:gd name="T52" fmla="*/ 11930726 w 103"/>
              <a:gd name="T53" fmla="*/ 549183 h 103"/>
              <a:gd name="T54" fmla="*/ 9021003 w 103"/>
              <a:gd name="T55" fmla="*/ 1372956 h 103"/>
              <a:gd name="T56" fmla="*/ 6692794 w 103"/>
              <a:gd name="T57" fmla="*/ 2745913 h 103"/>
              <a:gd name="T58" fmla="*/ 4365123 w 103"/>
              <a:gd name="T59" fmla="*/ 4393460 h 103"/>
              <a:gd name="T60" fmla="*/ 2618966 w 103"/>
              <a:gd name="T61" fmla="*/ 6590714 h 103"/>
              <a:gd name="T62" fmla="*/ 1164105 w 103"/>
              <a:gd name="T63" fmla="*/ 8787444 h 103"/>
              <a:gd name="T64" fmla="*/ 290756 w 103"/>
              <a:gd name="T65" fmla="*/ 11258766 h 103"/>
              <a:gd name="T66" fmla="*/ 0 w 103"/>
              <a:gd name="T67" fmla="*/ 14279794 h 10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3"/>
              <a:gd name="T103" fmla="*/ 0 h 103"/>
              <a:gd name="T104" fmla="*/ 103 w 103"/>
              <a:gd name="T105" fmla="*/ 103 h 10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3" h="103">
                <a:moveTo>
                  <a:pt x="0" y="52"/>
                </a:moveTo>
                <a:lnTo>
                  <a:pt x="1" y="62"/>
                </a:lnTo>
                <a:lnTo>
                  <a:pt x="4" y="72"/>
                </a:lnTo>
                <a:lnTo>
                  <a:pt x="9" y="81"/>
                </a:lnTo>
                <a:lnTo>
                  <a:pt x="15" y="88"/>
                </a:lnTo>
                <a:lnTo>
                  <a:pt x="23" y="94"/>
                </a:lnTo>
                <a:lnTo>
                  <a:pt x="31" y="99"/>
                </a:lnTo>
                <a:lnTo>
                  <a:pt x="41" y="102"/>
                </a:lnTo>
                <a:lnTo>
                  <a:pt x="51" y="103"/>
                </a:lnTo>
                <a:lnTo>
                  <a:pt x="62" y="102"/>
                </a:lnTo>
                <a:lnTo>
                  <a:pt x="71" y="99"/>
                </a:lnTo>
                <a:lnTo>
                  <a:pt x="80" y="94"/>
                </a:lnTo>
                <a:lnTo>
                  <a:pt x="87" y="88"/>
                </a:lnTo>
                <a:lnTo>
                  <a:pt x="93" y="81"/>
                </a:lnTo>
                <a:lnTo>
                  <a:pt x="98" y="72"/>
                </a:lnTo>
                <a:lnTo>
                  <a:pt x="101" y="62"/>
                </a:lnTo>
                <a:lnTo>
                  <a:pt x="103" y="52"/>
                </a:lnTo>
                <a:lnTo>
                  <a:pt x="101" y="41"/>
                </a:lnTo>
                <a:lnTo>
                  <a:pt x="98" y="32"/>
                </a:lnTo>
                <a:lnTo>
                  <a:pt x="93" y="24"/>
                </a:lnTo>
                <a:lnTo>
                  <a:pt x="87" y="16"/>
                </a:lnTo>
                <a:lnTo>
                  <a:pt x="80" y="10"/>
                </a:lnTo>
                <a:lnTo>
                  <a:pt x="71" y="5"/>
                </a:lnTo>
                <a:lnTo>
                  <a:pt x="62" y="2"/>
                </a:lnTo>
                <a:lnTo>
                  <a:pt x="51" y="0"/>
                </a:lnTo>
                <a:lnTo>
                  <a:pt x="41" y="2"/>
                </a:lnTo>
                <a:lnTo>
                  <a:pt x="31" y="5"/>
                </a:lnTo>
                <a:lnTo>
                  <a:pt x="23" y="10"/>
                </a:lnTo>
                <a:lnTo>
                  <a:pt x="15" y="16"/>
                </a:lnTo>
                <a:lnTo>
                  <a:pt x="9" y="24"/>
                </a:lnTo>
                <a:lnTo>
                  <a:pt x="4" y="32"/>
                </a:lnTo>
                <a:lnTo>
                  <a:pt x="1" y="41"/>
                </a:lnTo>
                <a:lnTo>
                  <a:pt x="0" y="52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63" name="Freeform 67"/>
          <p:cNvSpPr>
            <a:spLocks/>
          </p:cNvSpPr>
          <p:nvPr/>
        </p:nvSpPr>
        <p:spPr bwMode="auto">
          <a:xfrm>
            <a:off x="4290621" y="5295464"/>
            <a:ext cx="45191" cy="40524"/>
          </a:xfrm>
          <a:custGeom>
            <a:avLst/>
            <a:gdLst>
              <a:gd name="T0" fmla="*/ 0 w 103"/>
              <a:gd name="T1" fmla="*/ 14279794 h 103"/>
              <a:gd name="T2" fmla="*/ 290756 w 103"/>
              <a:gd name="T3" fmla="*/ 17025706 h 103"/>
              <a:gd name="T4" fmla="*/ 1164105 w 103"/>
              <a:gd name="T5" fmla="*/ 19771619 h 103"/>
              <a:gd name="T6" fmla="*/ 2618966 w 103"/>
              <a:gd name="T7" fmla="*/ 22242940 h 103"/>
              <a:gd name="T8" fmla="*/ 4365123 w 103"/>
              <a:gd name="T9" fmla="*/ 24165603 h 103"/>
              <a:gd name="T10" fmla="*/ 6692794 w 103"/>
              <a:gd name="T11" fmla="*/ 25813151 h 103"/>
              <a:gd name="T12" fmla="*/ 9021003 w 103"/>
              <a:gd name="T13" fmla="*/ 27186107 h 103"/>
              <a:gd name="T14" fmla="*/ 11930726 w 103"/>
              <a:gd name="T15" fmla="*/ 28009881 h 103"/>
              <a:gd name="T16" fmla="*/ 14840448 w 103"/>
              <a:gd name="T17" fmla="*/ 28284472 h 103"/>
              <a:gd name="T18" fmla="*/ 18041467 w 103"/>
              <a:gd name="T19" fmla="*/ 28009881 h 103"/>
              <a:gd name="T20" fmla="*/ 20660433 w 103"/>
              <a:gd name="T21" fmla="*/ 27186107 h 103"/>
              <a:gd name="T22" fmla="*/ 23279399 w 103"/>
              <a:gd name="T23" fmla="*/ 25813151 h 103"/>
              <a:gd name="T24" fmla="*/ 25316313 w 103"/>
              <a:gd name="T25" fmla="*/ 24165603 h 103"/>
              <a:gd name="T26" fmla="*/ 27062470 w 103"/>
              <a:gd name="T27" fmla="*/ 22242940 h 103"/>
              <a:gd name="T28" fmla="*/ 28517331 w 103"/>
              <a:gd name="T29" fmla="*/ 19771619 h 103"/>
              <a:gd name="T30" fmla="*/ 29390140 w 103"/>
              <a:gd name="T31" fmla="*/ 17025706 h 103"/>
              <a:gd name="T32" fmla="*/ 29972193 w 103"/>
              <a:gd name="T33" fmla="*/ 14279794 h 103"/>
              <a:gd name="T34" fmla="*/ 29972193 w 103"/>
              <a:gd name="T35" fmla="*/ 14279794 h 103"/>
              <a:gd name="T36" fmla="*/ 29390140 w 103"/>
              <a:gd name="T37" fmla="*/ 11258766 h 103"/>
              <a:gd name="T38" fmla="*/ 28517331 w 103"/>
              <a:gd name="T39" fmla="*/ 8787444 h 103"/>
              <a:gd name="T40" fmla="*/ 27062470 w 103"/>
              <a:gd name="T41" fmla="*/ 6590714 h 103"/>
              <a:gd name="T42" fmla="*/ 25316313 w 103"/>
              <a:gd name="T43" fmla="*/ 4393460 h 103"/>
              <a:gd name="T44" fmla="*/ 23279399 w 103"/>
              <a:gd name="T45" fmla="*/ 2745913 h 103"/>
              <a:gd name="T46" fmla="*/ 20660433 w 103"/>
              <a:gd name="T47" fmla="*/ 1372956 h 103"/>
              <a:gd name="T48" fmla="*/ 18041467 w 103"/>
              <a:gd name="T49" fmla="*/ 549183 h 103"/>
              <a:gd name="T50" fmla="*/ 14840448 w 103"/>
              <a:gd name="T51" fmla="*/ 0 h 103"/>
              <a:gd name="T52" fmla="*/ 11930726 w 103"/>
              <a:gd name="T53" fmla="*/ 549183 h 103"/>
              <a:gd name="T54" fmla="*/ 9021003 w 103"/>
              <a:gd name="T55" fmla="*/ 1372956 h 103"/>
              <a:gd name="T56" fmla="*/ 6692794 w 103"/>
              <a:gd name="T57" fmla="*/ 2745913 h 103"/>
              <a:gd name="T58" fmla="*/ 4365123 w 103"/>
              <a:gd name="T59" fmla="*/ 4393460 h 103"/>
              <a:gd name="T60" fmla="*/ 2618966 w 103"/>
              <a:gd name="T61" fmla="*/ 6590714 h 103"/>
              <a:gd name="T62" fmla="*/ 1164105 w 103"/>
              <a:gd name="T63" fmla="*/ 8787444 h 103"/>
              <a:gd name="T64" fmla="*/ 290756 w 103"/>
              <a:gd name="T65" fmla="*/ 11258766 h 103"/>
              <a:gd name="T66" fmla="*/ 0 w 103"/>
              <a:gd name="T67" fmla="*/ 14279794 h 10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3"/>
              <a:gd name="T103" fmla="*/ 0 h 103"/>
              <a:gd name="T104" fmla="*/ 103 w 103"/>
              <a:gd name="T105" fmla="*/ 103 h 10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3" h="103">
                <a:moveTo>
                  <a:pt x="0" y="52"/>
                </a:moveTo>
                <a:lnTo>
                  <a:pt x="1" y="62"/>
                </a:lnTo>
                <a:lnTo>
                  <a:pt x="4" y="72"/>
                </a:lnTo>
                <a:lnTo>
                  <a:pt x="9" y="81"/>
                </a:lnTo>
                <a:lnTo>
                  <a:pt x="15" y="88"/>
                </a:lnTo>
                <a:lnTo>
                  <a:pt x="23" y="94"/>
                </a:lnTo>
                <a:lnTo>
                  <a:pt x="31" y="99"/>
                </a:lnTo>
                <a:lnTo>
                  <a:pt x="41" y="102"/>
                </a:lnTo>
                <a:lnTo>
                  <a:pt x="51" y="103"/>
                </a:lnTo>
                <a:lnTo>
                  <a:pt x="62" y="102"/>
                </a:lnTo>
                <a:lnTo>
                  <a:pt x="71" y="99"/>
                </a:lnTo>
                <a:lnTo>
                  <a:pt x="80" y="94"/>
                </a:lnTo>
                <a:lnTo>
                  <a:pt x="87" y="88"/>
                </a:lnTo>
                <a:lnTo>
                  <a:pt x="93" y="81"/>
                </a:lnTo>
                <a:lnTo>
                  <a:pt x="98" y="72"/>
                </a:lnTo>
                <a:lnTo>
                  <a:pt x="101" y="62"/>
                </a:lnTo>
                <a:lnTo>
                  <a:pt x="103" y="52"/>
                </a:lnTo>
                <a:lnTo>
                  <a:pt x="101" y="41"/>
                </a:lnTo>
                <a:lnTo>
                  <a:pt x="98" y="32"/>
                </a:lnTo>
                <a:lnTo>
                  <a:pt x="93" y="24"/>
                </a:lnTo>
                <a:lnTo>
                  <a:pt x="87" y="16"/>
                </a:lnTo>
                <a:lnTo>
                  <a:pt x="80" y="10"/>
                </a:lnTo>
                <a:lnTo>
                  <a:pt x="71" y="5"/>
                </a:lnTo>
                <a:lnTo>
                  <a:pt x="62" y="2"/>
                </a:lnTo>
                <a:lnTo>
                  <a:pt x="51" y="0"/>
                </a:lnTo>
                <a:lnTo>
                  <a:pt x="41" y="2"/>
                </a:lnTo>
                <a:lnTo>
                  <a:pt x="31" y="5"/>
                </a:lnTo>
                <a:lnTo>
                  <a:pt x="23" y="10"/>
                </a:lnTo>
                <a:lnTo>
                  <a:pt x="15" y="16"/>
                </a:lnTo>
                <a:lnTo>
                  <a:pt x="9" y="24"/>
                </a:lnTo>
                <a:lnTo>
                  <a:pt x="4" y="32"/>
                </a:lnTo>
                <a:lnTo>
                  <a:pt x="1" y="41"/>
                </a:lnTo>
                <a:lnTo>
                  <a:pt x="0" y="52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64" name="Line 68"/>
          <p:cNvSpPr>
            <a:spLocks noChangeShapeType="1"/>
          </p:cNvSpPr>
          <p:nvPr/>
        </p:nvSpPr>
        <p:spPr bwMode="auto">
          <a:xfrm>
            <a:off x="4170541" y="5275201"/>
            <a:ext cx="139448" cy="0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65" name="Line 69"/>
          <p:cNvSpPr>
            <a:spLocks noChangeShapeType="1"/>
          </p:cNvSpPr>
          <p:nvPr/>
        </p:nvSpPr>
        <p:spPr bwMode="auto">
          <a:xfrm flipH="1">
            <a:off x="1261493" y="5784129"/>
            <a:ext cx="3178907" cy="0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66" name="Line 70"/>
          <p:cNvSpPr>
            <a:spLocks noChangeShapeType="1"/>
          </p:cNvSpPr>
          <p:nvPr/>
        </p:nvSpPr>
        <p:spPr bwMode="auto">
          <a:xfrm>
            <a:off x="1031660" y="5417035"/>
            <a:ext cx="0" cy="367095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67" name="Freeform 71"/>
          <p:cNvSpPr>
            <a:spLocks/>
          </p:cNvSpPr>
          <p:nvPr/>
        </p:nvSpPr>
        <p:spPr bwMode="auto">
          <a:xfrm>
            <a:off x="1004545" y="5392006"/>
            <a:ext cx="54230" cy="51251"/>
          </a:xfrm>
          <a:custGeom>
            <a:avLst/>
            <a:gdLst>
              <a:gd name="T0" fmla="*/ 17640000 w 127"/>
              <a:gd name="T1" fmla="*/ 36691631 h 127"/>
              <a:gd name="T2" fmla="*/ 14056875 w 127"/>
              <a:gd name="T3" fmla="*/ 36402454 h 127"/>
              <a:gd name="T4" fmla="*/ 10749375 w 127"/>
              <a:gd name="T5" fmla="*/ 35246821 h 127"/>
              <a:gd name="T6" fmla="*/ 7993125 w 127"/>
              <a:gd name="T7" fmla="*/ 33513370 h 127"/>
              <a:gd name="T8" fmla="*/ 5236875 w 127"/>
              <a:gd name="T9" fmla="*/ 31202104 h 127"/>
              <a:gd name="T10" fmla="*/ 3031875 w 127"/>
              <a:gd name="T11" fmla="*/ 28602197 h 127"/>
              <a:gd name="T12" fmla="*/ 1378125 w 127"/>
              <a:gd name="T13" fmla="*/ 25423936 h 127"/>
              <a:gd name="T14" fmla="*/ 551250 w 127"/>
              <a:gd name="T15" fmla="*/ 21957036 h 127"/>
              <a:gd name="T16" fmla="*/ 0 w 127"/>
              <a:gd name="T17" fmla="*/ 18201496 h 127"/>
              <a:gd name="T18" fmla="*/ 551250 w 127"/>
              <a:gd name="T19" fmla="*/ 14734595 h 127"/>
              <a:gd name="T20" fmla="*/ 1378125 w 127"/>
              <a:gd name="T21" fmla="*/ 11267695 h 127"/>
              <a:gd name="T22" fmla="*/ 3031875 w 127"/>
              <a:gd name="T23" fmla="*/ 8089434 h 127"/>
              <a:gd name="T24" fmla="*/ 5236875 w 127"/>
              <a:gd name="T25" fmla="*/ 5489528 h 127"/>
              <a:gd name="T26" fmla="*/ 7993125 w 127"/>
              <a:gd name="T27" fmla="*/ 3178261 h 127"/>
              <a:gd name="T28" fmla="*/ 10749375 w 127"/>
              <a:gd name="T29" fmla="*/ 1444811 h 127"/>
              <a:gd name="T30" fmla="*/ 14056875 w 127"/>
              <a:gd name="T31" fmla="*/ 289177 h 127"/>
              <a:gd name="T32" fmla="*/ 17640000 w 127"/>
              <a:gd name="T33" fmla="*/ 0 h 127"/>
              <a:gd name="T34" fmla="*/ 17640000 w 127"/>
              <a:gd name="T35" fmla="*/ 0 h 127"/>
              <a:gd name="T36" fmla="*/ 21223125 w 127"/>
              <a:gd name="T37" fmla="*/ 289177 h 127"/>
              <a:gd name="T38" fmla="*/ 24255000 w 127"/>
              <a:gd name="T39" fmla="*/ 1444811 h 127"/>
              <a:gd name="T40" fmla="*/ 27562500 w 127"/>
              <a:gd name="T41" fmla="*/ 3178261 h 127"/>
              <a:gd name="T42" fmla="*/ 30043125 w 127"/>
              <a:gd name="T43" fmla="*/ 5489528 h 127"/>
              <a:gd name="T44" fmla="*/ 31972500 w 127"/>
              <a:gd name="T45" fmla="*/ 8089434 h 127"/>
              <a:gd name="T46" fmla="*/ 33626250 w 127"/>
              <a:gd name="T47" fmla="*/ 11267695 h 127"/>
              <a:gd name="T48" fmla="*/ 34728750 w 127"/>
              <a:gd name="T49" fmla="*/ 14734595 h 127"/>
              <a:gd name="T50" fmla="*/ 35004375 w 127"/>
              <a:gd name="T51" fmla="*/ 18201496 h 127"/>
              <a:gd name="T52" fmla="*/ 34728750 w 127"/>
              <a:gd name="T53" fmla="*/ 21957036 h 127"/>
              <a:gd name="T54" fmla="*/ 33626250 w 127"/>
              <a:gd name="T55" fmla="*/ 25423936 h 127"/>
              <a:gd name="T56" fmla="*/ 31972500 w 127"/>
              <a:gd name="T57" fmla="*/ 28602197 h 127"/>
              <a:gd name="T58" fmla="*/ 30043125 w 127"/>
              <a:gd name="T59" fmla="*/ 31202104 h 127"/>
              <a:gd name="T60" fmla="*/ 27562500 w 127"/>
              <a:gd name="T61" fmla="*/ 33513370 h 127"/>
              <a:gd name="T62" fmla="*/ 24255000 w 127"/>
              <a:gd name="T63" fmla="*/ 35246821 h 127"/>
              <a:gd name="T64" fmla="*/ 21223125 w 127"/>
              <a:gd name="T65" fmla="*/ 36402454 h 127"/>
              <a:gd name="T66" fmla="*/ 17640000 w 127"/>
              <a:gd name="T67" fmla="*/ 36691631 h 127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27"/>
              <a:gd name="T103" fmla="*/ 0 h 127"/>
              <a:gd name="T104" fmla="*/ 127 w 127"/>
              <a:gd name="T105" fmla="*/ 127 h 127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27" h="127">
                <a:moveTo>
                  <a:pt x="64" y="127"/>
                </a:moveTo>
                <a:lnTo>
                  <a:pt x="51" y="126"/>
                </a:lnTo>
                <a:lnTo>
                  <a:pt x="39" y="122"/>
                </a:lnTo>
                <a:lnTo>
                  <a:pt x="29" y="116"/>
                </a:lnTo>
                <a:lnTo>
                  <a:pt x="19" y="108"/>
                </a:lnTo>
                <a:lnTo>
                  <a:pt x="11" y="99"/>
                </a:lnTo>
                <a:lnTo>
                  <a:pt x="5" y="88"/>
                </a:lnTo>
                <a:lnTo>
                  <a:pt x="2" y="76"/>
                </a:lnTo>
                <a:lnTo>
                  <a:pt x="0" y="63"/>
                </a:lnTo>
                <a:lnTo>
                  <a:pt x="2" y="51"/>
                </a:lnTo>
                <a:lnTo>
                  <a:pt x="5" y="39"/>
                </a:lnTo>
                <a:lnTo>
                  <a:pt x="11" y="28"/>
                </a:lnTo>
                <a:lnTo>
                  <a:pt x="19" y="19"/>
                </a:lnTo>
                <a:lnTo>
                  <a:pt x="29" y="11"/>
                </a:lnTo>
                <a:lnTo>
                  <a:pt x="39" y="5"/>
                </a:lnTo>
                <a:lnTo>
                  <a:pt x="51" y="1"/>
                </a:lnTo>
                <a:lnTo>
                  <a:pt x="64" y="0"/>
                </a:lnTo>
                <a:lnTo>
                  <a:pt x="77" y="1"/>
                </a:lnTo>
                <a:lnTo>
                  <a:pt x="88" y="5"/>
                </a:lnTo>
                <a:lnTo>
                  <a:pt x="100" y="11"/>
                </a:lnTo>
                <a:lnTo>
                  <a:pt x="109" y="19"/>
                </a:lnTo>
                <a:lnTo>
                  <a:pt x="116" y="28"/>
                </a:lnTo>
                <a:lnTo>
                  <a:pt x="122" y="39"/>
                </a:lnTo>
                <a:lnTo>
                  <a:pt x="126" y="51"/>
                </a:lnTo>
                <a:lnTo>
                  <a:pt x="127" y="63"/>
                </a:lnTo>
                <a:lnTo>
                  <a:pt x="126" y="76"/>
                </a:lnTo>
                <a:lnTo>
                  <a:pt x="122" y="88"/>
                </a:lnTo>
                <a:lnTo>
                  <a:pt x="116" y="99"/>
                </a:lnTo>
                <a:lnTo>
                  <a:pt x="109" y="108"/>
                </a:lnTo>
                <a:lnTo>
                  <a:pt x="100" y="116"/>
                </a:lnTo>
                <a:lnTo>
                  <a:pt x="88" y="122"/>
                </a:lnTo>
                <a:lnTo>
                  <a:pt x="77" y="126"/>
                </a:lnTo>
                <a:lnTo>
                  <a:pt x="64" y="12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68" name="Line 72"/>
          <p:cNvSpPr>
            <a:spLocks noChangeShapeType="1"/>
          </p:cNvSpPr>
          <p:nvPr/>
        </p:nvSpPr>
        <p:spPr bwMode="auto">
          <a:xfrm>
            <a:off x="4445564" y="5392006"/>
            <a:ext cx="0" cy="394508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69" name="Freeform 73"/>
          <p:cNvSpPr>
            <a:spLocks/>
          </p:cNvSpPr>
          <p:nvPr/>
        </p:nvSpPr>
        <p:spPr bwMode="auto">
          <a:xfrm>
            <a:off x="4418449" y="5366977"/>
            <a:ext cx="54230" cy="50059"/>
          </a:xfrm>
          <a:custGeom>
            <a:avLst/>
            <a:gdLst>
              <a:gd name="T0" fmla="*/ 17640000 w 127"/>
              <a:gd name="T1" fmla="*/ 35282188 h 126"/>
              <a:gd name="T2" fmla="*/ 14056875 w 127"/>
              <a:gd name="T3" fmla="*/ 35002258 h 126"/>
              <a:gd name="T4" fmla="*/ 11025000 w 127"/>
              <a:gd name="T5" fmla="*/ 34161942 h 126"/>
              <a:gd name="T6" fmla="*/ 7717500 w 127"/>
              <a:gd name="T7" fmla="*/ 32481837 h 126"/>
              <a:gd name="T8" fmla="*/ 4961250 w 127"/>
              <a:gd name="T9" fmla="*/ 30521804 h 126"/>
              <a:gd name="T10" fmla="*/ 3031875 w 127"/>
              <a:gd name="T11" fmla="*/ 27721983 h 126"/>
              <a:gd name="T12" fmla="*/ 1653750 w 127"/>
              <a:gd name="T13" fmla="*/ 24641704 h 126"/>
              <a:gd name="T14" fmla="*/ 551250 w 127"/>
              <a:gd name="T15" fmla="*/ 21281496 h 126"/>
              <a:gd name="T16" fmla="*/ 0 w 127"/>
              <a:gd name="T17" fmla="*/ 17641358 h 126"/>
              <a:gd name="T18" fmla="*/ 551250 w 127"/>
              <a:gd name="T19" fmla="*/ 14000692 h 126"/>
              <a:gd name="T20" fmla="*/ 1653750 w 127"/>
              <a:gd name="T21" fmla="*/ 10640483 h 126"/>
              <a:gd name="T22" fmla="*/ 3031875 w 127"/>
              <a:gd name="T23" fmla="*/ 7840662 h 126"/>
              <a:gd name="T24" fmla="*/ 4961250 w 127"/>
              <a:gd name="T25" fmla="*/ 5320242 h 126"/>
              <a:gd name="T26" fmla="*/ 7717500 w 127"/>
              <a:gd name="T27" fmla="*/ 2800350 h 126"/>
              <a:gd name="T28" fmla="*/ 11025000 w 127"/>
              <a:gd name="T29" fmla="*/ 1120246 h 126"/>
              <a:gd name="T30" fmla="*/ 14056875 w 127"/>
              <a:gd name="T31" fmla="*/ 279929 h 126"/>
              <a:gd name="T32" fmla="*/ 17640000 w 127"/>
              <a:gd name="T33" fmla="*/ 0 h 126"/>
              <a:gd name="T34" fmla="*/ 17640000 w 127"/>
              <a:gd name="T35" fmla="*/ 0 h 126"/>
              <a:gd name="T36" fmla="*/ 21223125 w 127"/>
              <a:gd name="T37" fmla="*/ 279929 h 126"/>
              <a:gd name="T38" fmla="*/ 24530625 w 127"/>
              <a:gd name="T39" fmla="*/ 1120246 h 126"/>
              <a:gd name="T40" fmla="*/ 27286875 w 127"/>
              <a:gd name="T41" fmla="*/ 2800350 h 126"/>
              <a:gd name="T42" fmla="*/ 30043125 w 127"/>
              <a:gd name="T43" fmla="*/ 5320242 h 126"/>
              <a:gd name="T44" fmla="*/ 32248125 w 127"/>
              <a:gd name="T45" fmla="*/ 7840662 h 126"/>
              <a:gd name="T46" fmla="*/ 33901875 w 127"/>
              <a:gd name="T47" fmla="*/ 10640483 h 126"/>
              <a:gd name="T48" fmla="*/ 34728750 w 127"/>
              <a:gd name="T49" fmla="*/ 14000692 h 126"/>
              <a:gd name="T50" fmla="*/ 35004375 w 127"/>
              <a:gd name="T51" fmla="*/ 17641358 h 126"/>
              <a:gd name="T52" fmla="*/ 34728750 w 127"/>
              <a:gd name="T53" fmla="*/ 21281496 h 126"/>
              <a:gd name="T54" fmla="*/ 33901875 w 127"/>
              <a:gd name="T55" fmla="*/ 24641704 h 126"/>
              <a:gd name="T56" fmla="*/ 32248125 w 127"/>
              <a:gd name="T57" fmla="*/ 27721983 h 126"/>
              <a:gd name="T58" fmla="*/ 30043125 w 127"/>
              <a:gd name="T59" fmla="*/ 30521804 h 126"/>
              <a:gd name="T60" fmla="*/ 27286875 w 127"/>
              <a:gd name="T61" fmla="*/ 32481837 h 126"/>
              <a:gd name="T62" fmla="*/ 24530625 w 127"/>
              <a:gd name="T63" fmla="*/ 34161942 h 126"/>
              <a:gd name="T64" fmla="*/ 21223125 w 127"/>
              <a:gd name="T65" fmla="*/ 35002258 h 126"/>
              <a:gd name="T66" fmla="*/ 17640000 w 127"/>
              <a:gd name="T67" fmla="*/ 35282188 h 12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27"/>
              <a:gd name="T103" fmla="*/ 0 h 126"/>
              <a:gd name="T104" fmla="*/ 127 w 127"/>
              <a:gd name="T105" fmla="*/ 126 h 126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27" h="126">
                <a:moveTo>
                  <a:pt x="64" y="126"/>
                </a:moveTo>
                <a:lnTo>
                  <a:pt x="51" y="125"/>
                </a:lnTo>
                <a:lnTo>
                  <a:pt x="40" y="122"/>
                </a:lnTo>
                <a:lnTo>
                  <a:pt x="28" y="116"/>
                </a:lnTo>
                <a:lnTo>
                  <a:pt x="18" y="109"/>
                </a:lnTo>
                <a:lnTo>
                  <a:pt x="11" y="99"/>
                </a:lnTo>
                <a:lnTo>
                  <a:pt x="6" y="88"/>
                </a:lnTo>
                <a:lnTo>
                  <a:pt x="2" y="76"/>
                </a:lnTo>
                <a:lnTo>
                  <a:pt x="0" y="63"/>
                </a:lnTo>
                <a:lnTo>
                  <a:pt x="2" y="50"/>
                </a:lnTo>
                <a:lnTo>
                  <a:pt x="6" y="38"/>
                </a:lnTo>
                <a:lnTo>
                  <a:pt x="11" y="28"/>
                </a:lnTo>
                <a:lnTo>
                  <a:pt x="18" y="19"/>
                </a:lnTo>
                <a:lnTo>
                  <a:pt x="28" y="10"/>
                </a:lnTo>
                <a:lnTo>
                  <a:pt x="40" y="4"/>
                </a:lnTo>
                <a:lnTo>
                  <a:pt x="51" y="1"/>
                </a:lnTo>
                <a:lnTo>
                  <a:pt x="64" y="0"/>
                </a:lnTo>
                <a:lnTo>
                  <a:pt x="77" y="1"/>
                </a:lnTo>
                <a:lnTo>
                  <a:pt x="89" y="4"/>
                </a:lnTo>
                <a:lnTo>
                  <a:pt x="99" y="10"/>
                </a:lnTo>
                <a:lnTo>
                  <a:pt x="109" y="19"/>
                </a:lnTo>
                <a:lnTo>
                  <a:pt x="117" y="28"/>
                </a:lnTo>
                <a:lnTo>
                  <a:pt x="123" y="38"/>
                </a:lnTo>
                <a:lnTo>
                  <a:pt x="126" y="50"/>
                </a:lnTo>
                <a:lnTo>
                  <a:pt x="127" y="63"/>
                </a:lnTo>
                <a:lnTo>
                  <a:pt x="126" y="76"/>
                </a:lnTo>
                <a:lnTo>
                  <a:pt x="123" y="88"/>
                </a:lnTo>
                <a:lnTo>
                  <a:pt x="117" y="99"/>
                </a:lnTo>
                <a:lnTo>
                  <a:pt x="109" y="109"/>
                </a:lnTo>
                <a:lnTo>
                  <a:pt x="99" y="116"/>
                </a:lnTo>
                <a:lnTo>
                  <a:pt x="89" y="122"/>
                </a:lnTo>
                <a:lnTo>
                  <a:pt x="77" y="125"/>
                </a:lnTo>
                <a:lnTo>
                  <a:pt x="64" y="12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70" name="Line 74"/>
          <p:cNvSpPr>
            <a:spLocks noChangeShapeType="1"/>
          </p:cNvSpPr>
          <p:nvPr/>
        </p:nvSpPr>
        <p:spPr bwMode="auto">
          <a:xfrm>
            <a:off x="1129793" y="5804390"/>
            <a:ext cx="109750" cy="0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71" name="Line 75"/>
          <p:cNvSpPr>
            <a:spLocks noChangeShapeType="1"/>
          </p:cNvSpPr>
          <p:nvPr/>
        </p:nvSpPr>
        <p:spPr bwMode="auto">
          <a:xfrm flipH="1">
            <a:off x="1031661" y="5784129"/>
            <a:ext cx="74889" cy="0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72" name="Freeform 76"/>
          <p:cNvSpPr>
            <a:spLocks/>
          </p:cNvSpPr>
          <p:nvPr/>
        </p:nvSpPr>
        <p:spPr bwMode="auto">
          <a:xfrm>
            <a:off x="1106550" y="5763868"/>
            <a:ext cx="45191" cy="40524"/>
          </a:xfrm>
          <a:custGeom>
            <a:avLst/>
            <a:gdLst>
              <a:gd name="T0" fmla="*/ 0 w 103"/>
              <a:gd name="T1" fmla="*/ 14000692 h 102"/>
              <a:gd name="T2" fmla="*/ 290756 w 103"/>
              <a:gd name="T3" fmla="*/ 11480800 h 102"/>
              <a:gd name="T4" fmla="*/ 1454861 w 103"/>
              <a:gd name="T5" fmla="*/ 8400521 h 102"/>
              <a:gd name="T6" fmla="*/ 2909723 w 103"/>
              <a:gd name="T7" fmla="*/ 6160558 h 102"/>
              <a:gd name="T8" fmla="*/ 4365123 w 103"/>
              <a:gd name="T9" fmla="*/ 3920067 h 102"/>
              <a:gd name="T10" fmla="*/ 6402037 w 103"/>
              <a:gd name="T11" fmla="*/ 2239963 h 102"/>
              <a:gd name="T12" fmla="*/ 9311760 w 103"/>
              <a:gd name="T13" fmla="*/ 1120246 h 102"/>
              <a:gd name="T14" fmla="*/ 11930726 w 103"/>
              <a:gd name="T15" fmla="*/ 279929 h 102"/>
              <a:gd name="T16" fmla="*/ 15131744 w 103"/>
              <a:gd name="T17" fmla="*/ 0 h 102"/>
              <a:gd name="T18" fmla="*/ 18041467 w 103"/>
              <a:gd name="T19" fmla="*/ 279929 h 102"/>
              <a:gd name="T20" fmla="*/ 20951189 w 103"/>
              <a:gd name="T21" fmla="*/ 1120246 h 102"/>
              <a:gd name="T22" fmla="*/ 23279399 w 103"/>
              <a:gd name="T23" fmla="*/ 2239963 h 102"/>
              <a:gd name="T24" fmla="*/ 25607069 w 103"/>
              <a:gd name="T25" fmla="*/ 3920067 h 102"/>
              <a:gd name="T26" fmla="*/ 27353227 w 103"/>
              <a:gd name="T27" fmla="*/ 6160558 h 102"/>
              <a:gd name="T28" fmla="*/ 28808088 w 103"/>
              <a:gd name="T29" fmla="*/ 8400521 h 102"/>
              <a:gd name="T30" fmla="*/ 29681436 w 103"/>
              <a:gd name="T31" fmla="*/ 11480800 h 102"/>
              <a:gd name="T32" fmla="*/ 29972193 w 103"/>
              <a:gd name="T33" fmla="*/ 14000692 h 102"/>
              <a:gd name="T34" fmla="*/ 29972193 w 103"/>
              <a:gd name="T35" fmla="*/ 14000692 h 102"/>
              <a:gd name="T36" fmla="*/ 29681436 w 103"/>
              <a:gd name="T37" fmla="*/ 17080971 h 102"/>
              <a:gd name="T38" fmla="*/ 28808088 w 103"/>
              <a:gd name="T39" fmla="*/ 19601392 h 102"/>
              <a:gd name="T40" fmla="*/ 27353227 w 103"/>
              <a:gd name="T41" fmla="*/ 22401213 h 102"/>
              <a:gd name="T42" fmla="*/ 25607069 w 103"/>
              <a:gd name="T43" fmla="*/ 24361775 h 102"/>
              <a:gd name="T44" fmla="*/ 23279399 w 103"/>
              <a:gd name="T45" fmla="*/ 26321808 h 102"/>
              <a:gd name="T46" fmla="*/ 20951189 w 103"/>
              <a:gd name="T47" fmla="*/ 27441525 h 102"/>
              <a:gd name="T48" fmla="*/ 18041467 w 103"/>
              <a:gd name="T49" fmla="*/ 28281842 h 102"/>
              <a:gd name="T50" fmla="*/ 15131744 w 103"/>
              <a:gd name="T51" fmla="*/ 28561771 h 102"/>
              <a:gd name="T52" fmla="*/ 11930726 w 103"/>
              <a:gd name="T53" fmla="*/ 28281842 h 102"/>
              <a:gd name="T54" fmla="*/ 9311760 w 103"/>
              <a:gd name="T55" fmla="*/ 27441525 h 102"/>
              <a:gd name="T56" fmla="*/ 6402037 w 103"/>
              <a:gd name="T57" fmla="*/ 26321808 h 102"/>
              <a:gd name="T58" fmla="*/ 4365123 w 103"/>
              <a:gd name="T59" fmla="*/ 24361775 h 102"/>
              <a:gd name="T60" fmla="*/ 2909723 w 103"/>
              <a:gd name="T61" fmla="*/ 22401213 h 102"/>
              <a:gd name="T62" fmla="*/ 1454861 w 103"/>
              <a:gd name="T63" fmla="*/ 19601392 h 102"/>
              <a:gd name="T64" fmla="*/ 290756 w 103"/>
              <a:gd name="T65" fmla="*/ 17080971 h 102"/>
              <a:gd name="T66" fmla="*/ 0 w 103"/>
              <a:gd name="T67" fmla="*/ 14000692 h 10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3"/>
              <a:gd name="T103" fmla="*/ 0 h 102"/>
              <a:gd name="T104" fmla="*/ 103 w 103"/>
              <a:gd name="T105" fmla="*/ 102 h 102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3" h="102">
                <a:moveTo>
                  <a:pt x="0" y="50"/>
                </a:moveTo>
                <a:lnTo>
                  <a:pt x="1" y="41"/>
                </a:lnTo>
                <a:lnTo>
                  <a:pt x="5" y="30"/>
                </a:lnTo>
                <a:lnTo>
                  <a:pt x="10" y="22"/>
                </a:lnTo>
                <a:lnTo>
                  <a:pt x="15" y="14"/>
                </a:lnTo>
                <a:lnTo>
                  <a:pt x="22" y="8"/>
                </a:lnTo>
                <a:lnTo>
                  <a:pt x="32" y="4"/>
                </a:lnTo>
                <a:lnTo>
                  <a:pt x="41" y="1"/>
                </a:lnTo>
                <a:lnTo>
                  <a:pt x="52" y="0"/>
                </a:lnTo>
                <a:lnTo>
                  <a:pt x="62" y="1"/>
                </a:lnTo>
                <a:lnTo>
                  <a:pt x="72" y="4"/>
                </a:lnTo>
                <a:lnTo>
                  <a:pt x="80" y="8"/>
                </a:lnTo>
                <a:lnTo>
                  <a:pt x="88" y="14"/>
                </a:lnTo>
                <a:lnTo>
                  <a:pt x="94" y="22"/>
                </a:lnTo>
                <a:lnTo>
                  <a:pt x="99" y="30"/>
                </a:lnTo>
                <a:lnTo>
                  <a:pt x="102" y="41"/>
                </a:lnTo>
                <a:lnTo>
                  <a:pt x="103" y="50"/>
                </a:lnTo>
                <a:lnTo>
                  <a:pt x="102" y="61"/>
                </a:lnTo>
                <a:lnTo>
                  <a:pt x="99" y="70"/>
                </a:lnTo>
                <a:lnTo>
                  <a:pt x="94" y="80"/>
                </a:lnTo>
                <a:lnTo>
                  <a:pt x="88" y="87"/>
                </a:lnTo>
                <a:lnTo>
                  <a:pt x="80" y="94"/>
                </a:lnTo>
                <a:lnTo>
                  <a:pt x="72" y="98"/>
                </a:lnTo>
                <a:lnTo>
                  <a:pt x="62" y="101"/>
                </a:lnTo>
                <a:lnTo>
                  <a:pt x="52" y="102"/>
                </a:lnTo>
                <a:lnTo>
                  <a:pt x="41" y="101"/>
                </a:lnTo>
                <a:lnTo>
                  <a:pt x="32" y="98"/>
                </a:lnTo>
                <a:lnTo>
                  <a:pt x="22" y="94"/>
                </a:lnTo>
                <a:lnTo>
                  <a:pt x="15" y="87"/>
                </a:lnTo>
                <a:lnTo>
                  <a:pt x="10" y="80"/>
                </a:lnTo>
                <a:lnTo>
                  <a:pt x="5" y="70"/>
                </a:lnTo>
                <a:lnTo>
                  <a:pt x="1" y="61"/>
                </a:lnTo>
                <a:lnTo>
                  <a:pt x="0" y="50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73" name="Freeform 77"/>
          <p:cNvSpPr>
            <a:spLocks/>
          </p:cNvSpPr>
          <p:nvPr/>
        </p:nvSpPr>
        <p:spPr bwMode="auto">
          <a:xfrm>
            <a:off x="1106550" y="5763868"/>
            <a:ext cx="45191" cy="40524"/>
          </a:xfrm>
          <a:custGeom>
            <a:avLst/>
            <a:gdLst>
              <a:gd name="T0" fmla="*/ 0 w 103"/>
              <a:gd name="T1" fmla="*/ 14000692 h 102"/>
              <a:gd name="T2" fmla="*/ 290756 w 103"/>
              <a:gd name="T3" fmla="*/ 11480800 h 102"/>
              <a:gd name="T4" fmla="*/ 1454861 w 103"/>
              <a:gd name="T5" fmla="*/ 8400521 h 102"/>
              <a:gd name="T6" fmla="*/ 2909723 w 103"/>
              <a:gd name="T7" fmla="*/ 6160558 h 102"/>
              <a:gd name="T8" fmla="*/ 4365123 w 103"/>
              <a:gd name="T9" fmla="*/ 3920067 h 102"/>
              <a:gd name="T10" fmla="*/ 6402037 w 103"/>
              <a:gd name="T11" fmla="*/ 2239963 h 102"/>
              <a:gd name="T12" fmla="*/ 9311760 w 103"/>
              <a:gd name="T13" fmla="*/ 1120246 h 102"/>
              <a:gd name="T14" fmla="*/ 11930726 w 103"/>
              <a:gd name="T15" fmla="*/ 279929 h 102"/>
              <a:gd name="T16" fmla="*/ 15131744 w 103"/>
              <a:gd name="T17" fmla="*/ 0 h 102"/>
              <a:gd name="T18" fmla="*/ 18041467 w 103"/>
              <a:gd name="T19" fmla="*/ 279929 h 102"/>
              <a:gd name="T20" fmla="*/ 20951189 w 103"/>
              <a:gd name="T21" fmla="*/ 1120246 h 102"/>
              <a:gd name="T22" fmla="*/ 23279399 w 103"/>
              <a:gd name="T23" fmla="*/ 2239963 h 102"/>
              <a:gd name="T24" fmla="*/ 25607069 w 103"/>
              <a:gd name="T25" fmla="*/ 3920067 h 102"/>
              <a:gd name="T26" fmla="*/ 27353227 w 103"/>
              <a:gd name="T27" fmla="*/ 6160558 h 102"/>
              <a:gd name="T28" fmla="*/ 28808088 w 103"/>
              <a:gd name="T29" fmla="*/ 8400521 h 102"/>
              <a:gd name="T30" fmla="*/ 29681436 w 103"/>
              <a:gd name="T31" fmla="*/ 11480800 h 102"/>
              <a:gd name="T32" fmla="*/ 29972193 w 103"/>
              <a:gd name="T33" fmla="*/ 14000692 h 102"/>
              <a:gd name="T34" fmla="*/ 29972193 w 103"/>
              <a:gd name="T35" fmla="*/ 14000692 h 102"/>
              <a:gd name="T36" fmla="*/ 29681436 w 103"/>
              <a:gd name="T37" fmla="*/ 17080971 h 102"/>
              <a:gd name="T38" fmla="*/ 28808088 w 103"/>
              <a:gd name="T39" fmla="*/ 19601392 h 102"/>
              <a:gd name="T40" fmla="*/ 27353227 w 103"/>
              <a:gd name="T41" fmla="*/ 22401213 h 102"/>
              <a:gd name="T42" fmla="*/ 25607069 w 103"/>
              <a:gd name="T43" fmla="*/ 24361775 h 102"/>
              <a:gd name="T44" fmla="*/ 23279399 w 103"/>
              <a:gd name="T45" fmla="*/ 26321808 h 102"/>
              <a:gd name="T46" fmla="*/ 20951189 w 103"/>
              <a:gd name="T47" fmla="*/ 27441525 h 102"/>
              <a:gd name="T48" fmla="*/ 18041467 w 103"/>
              <a:gd name="T49" fmla="*/ 28281842 h 102"/>
              <a:gd name="T50" fmla="*/ 15131744 w 103"/>
              <a:gd name="T51" fmla="*/ 28561771 h 102"/>
              <a:gd name="T52" fmla="*/ 11930726 w 103"/>
              <a:gd name="T53" fmla="*/ 28281842 h 102"/>
              <a:gd name="T54" fmla="*/ 9311760 w 103"/>
              <a:gd name="T55" fmla="*/ 27441525 h 102"/>
              <a:gd name="T56" fmla="*/ 6402037 w 103"/>
              <a:gd name="T57" fmla="*/ 26321808 h 102"/>
              <a:gd name="T58" fmla="*/ 4365123 w 103"/>
              <a:gd name="T59" fmla="*/ 24361775 h 102"/>
              <a:gd name="T60" fmla="*/ 2909723 w 103"/>
              <a:gd name="T61" fmla="*/ 22401213 h 102"/>
              <a:gd name="T62" fmla="*/ 1454861 w 103"/>
              <a:gd name="T63" fmla="*/ 19601392 h 102"/>
              <a:gd name="T64" fmla="*/ 290756 w 103"/>
              <a:gd name="T65" fmla="*/ 17080971 h 102"/>
              <a:gd name="T66" fmla="*/ 0 w 103"/>
              <a:gd name="T67" fmla="*/ 14000692 h 10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3"/>
              <a:gd name="T103" fmla="*/ 0 h 102"/>
              <a:gd name="T104" fmla="*/ 103 w 103"/>
              <a:gd name="T105" fmla="*/ 102 h 102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3" h="102">
                <a:moveTo>
                  <a:pt x="0" y="50"/>
                </a:moveTo>
                <a:lnTo>
                  <a:pt x="1" y="41"/>
                </a:lnTo>
                <a:lnTo>
                  <a:pt x="5" y="30"/>
                </a:lnTo>
                <a:lnTo>
                  <a:pt x="10" y="22"/>
                </a:lnTo>
                <a:lnTo>
                  <a:pt x="15" y="14"/>
                </a:lnTo>
                <a:lnTo>
                  <a:pt x="22" y="8"/>
                </a:lnTo>
                <a:lnTo>
                  <a:pt x="32" y="4"/>
                </a:lnTo>
                <a:lnTo>
                  <a:pt x="41" y="1"/>
                </a:lnTo>
                <a:lnTo>
                  <a:pt x="52" y="0"/>
                </a:lnTo>
                <a:lnTo>
                  <a:pt x="62" y="1"/>
                </a:lnTo>
                <a:lnTo>
                  <a:pt x="72" y="4"/>
                </a:lnTo>
                <a:lnTo>
                  <a:pt x="80" y="8"/>
                </a:lnTo>
                <a:lnTo>
                  <a:pt x="88" y="14"/>
                </a:lnTo>
                <a:lnTo>
                  <a:pt x="94" y="22"/>
                </a:lnTo>
                <a:lnTo>
                  <a:pt x="99" y="30"/>
                </a:lnTo>
                <a:lnTo>
                  <a:pt x="102" y="41"/>
                </a:lnTo>
                <a:lnTo>
                  <a:pt x="103" y="50"/>
                </a:lnTo>
                <a:lnTo>
                  <a:pt x="102" y="61"/>
                </a:lnTo>
                <a:lnTo>
                  <a:pt x="99" y="70"/>
                </a:lnTo>
                <a:lnTo>
                  <a:pt x="94" y="80"/>
                </a:lnTo>
                <a:lnTo>
                  <a:pt x="88" y="87"/>
                </a:lnTo>
                <a:lnTo>
                  <a:pt x="80" y="94"/>
                </a:lnTo>
                <a:lnTo>
                  <a:pt x="72" y="98"/>
                </a:lnTo>
                <a:lnTo>
                  <a:pt x="62" y="101"/>
                </a:lnTo>
                <a:lnTo>
                  <a:pt x="52" y="102"/>
                </a:lnTo>
                <a:lnTo>
                  <a:pt x="41" y="101"/>
                </a:lnTo>
                <a:lnTo>
                  <a:pt x="32" y="98"/>
                </a:lnTo>
                <a:lnTo>
                  <a:pt x="22" y="94"/>
                </a:lnTo>
                <a:lnTo>
                  <a:pt x="15" y="87"/>
                </a:lnTo>
                <a:lnTo>
                  <a:pt x="10" y="80"/>
                </a:lnTo>
                <a:lnTo>
                  <a:pt x="5" y="70"/>
                </a:lnTo>
                <a:lnTo>
                  <a:pt x="1" y="61"/>
                </a:lnTo>
                <a:lnTo>
                  <a:pt x="0" y="50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74" name="Freeform 78"/>
          <p:cNvSpPr>
            <a:spLocks/>
          </p:cNvSpPr>
          <p:nvPr/>
        </p:nvSpPr>
        <p:spPr bwMode="auto">
          <a:xfrm>
            <a:off x="1217594" y="5763868"/>
            <a:ext cx="43901" cy="40524"/>
          </a:xfrm>
          <a:custGeom>
            <a:avLst/>
            <a:gdLst>
              <a:gd name="T0" fmla="*/ 0 w 102"/>
              <a:gd name="T1" fmla="*/ 14000692 h 102"/>
              <a:gd name="T2" fmla="*/ 279929 w 102"/>
              <a:gd name="T3" fmla="*/ 11480800 h 102"/>
              <a:gd name="T4" fmla="*/ 840317 w 102"/>
              <a:gd name="T5" fmla="*/ 8400521 h 102"/>
              <a:gd name="T6" fmla="*/ 2239963 w 102"/>
              <a:gd name="T7" fmla="*/ 6160558 h 102"/>
              <a:gd name="T8" fmla="*/ 4199996 w 102"/>
              <a:gd name="T9" fmla="*/ 3920067 h 102"/>
              <a:gd name="T10" fmla="*/ 6160558 w 102"/>
              <a:gd name="T11" fmla="*/ 2239963 h 102"/>
              <a:gd name="T12" fmla="*/ 8680450 w 102"/>
              <a:gd name="T13" fmla="*/ 1120246 h 102"/>
              <a:gd name="T14" fmla="*/ 11480800 w 102"/>
              <a:gd name="T15" fmla="*/ 279929 h 102"/>
              <a:gd name="T16" fmla="*/ 14281150 w 102"/>
              <a:gd name="T17" fmla="*/ 0 h 102"/>
              <a:gd name="T18" fmla="*/ 17080971 w 102"/>
              <a:gd name="T19" fmla="*/ 279929 h 102"/>
              <a:gd name="T20" fmla="*/ 19881321 w 102"/>
              <a:gd name="T21" fmla="*/ 1120246 h 102"/>
              <a:gd name="T22" fmla="*/ 22121283 w 102"/>
              <a:gd name="T23" fmla="*/ 2239963 h 102"/>
              <a:gd name="T24" fmla="*/ 24641704 w 102"/>
              <a:gd name="T25" fmla="*/ 3920067 h 102"/>
              <a:gd name="T26" fmla="*/ 26041879 w 102"/>
              <a:gd name="T27" fmla="*/ 6160558 h 102"/>
              <a:gd name="T28" fmla="*/ 27441525 w 102"/>
              <a:gd name="T29" fmla="*/ 8400521 h 102"/>
              <a:gd name="T30" fmla="*/ 28561771 w 102"/>
              <a:gd name="T31" fmla="*/ 11480800 h 102"/>
              <a:gd name="T32" fmla="*/ 28561771 w 102"/>
              <a:gd name="T33" fmla="*/ 14000692 h 102"/>
              <a:gd name="T34" fmla="*/ 28561771 w 102"/>
              <a:gd name="T35" fmla="*/ 14000692 h 102"/>
              <a:gd name="T36" fmla="*/ 28561771 w 102"/>
              <a:gd name="T37" fmla="*/ 17080971 h 102"/>
              <a:gd name="T38" fmla="*/ 27441525 w 102"/>
              <a:gd name="T39" fmla="*/ 19601392 h 102"/>
              <a:gd name="T40" fmla="*/ 26041879 w 102"/>
              <a:gd name="T41" fmla="*/ 22401213 h 102"/>
              <a:gd name="T42" fmla="*/ 24641704 w 102"/>
              <a:gd name="T43" fmla="*/ 24361775 h 102"/>
              <a:gd name="T44" fmla="*/ 22121283 w 102"/>
              <a:gd name="T45" fmla="*/ 26321808 h 102"/>
              <a:gd name="T46" fmla="*/ 19881321 w 102"/>
              <a:gd name="T47" fmla="*/ 27441525 h 102"/>
              <a:gd name="T48" fmla="*/ 17080971 w 102"/>
              <a:gd name="T49" fmla="*/ 28281842 h 102"/>
              <a:gd name="T50" fmla="*/ 14281150 w 102"/>
              <a:gd name="T51" fmla="*/ 28561771 h 102"/>
              <a:gd name="T52" fmla="*/ 11480800 w 102"/>
              <a:gd name="T53" fmla="*/ 28281842 h 102"/>
              <a:gd name="T54" fmla="*/ 8680450 w 102"/>
              <a:gd name="T55" fmla="*/ 27441525 h 102"/>
              <a:gd name="T56" fmla="*/ 6160558 w 102"/>
              <a:gd name="T57" fmla="*/ 26321808 h 102"/>
              <a:gd name="T58" fmla="*/ 4199996 w 102"/>
              <a:gd name="T59" fmla="*/ 24361775 h 102"/>
              <a:gd name="T60" fmla="*/ 2239963 w 102"/>
              <a:gd name="T61" fmla="*/ 22401213 h 102"/>
              <a:gd name="T62" fmla="*/ 840317 w 102"/>
              <a:gd name="T63" fmla="*/ 19601392 h 102"/>
              <a:gd name="T64" fmla="*/ 279929 w 102"/>
              <a:gd name="T65" fmla="*/ 17080971 h 102"/>
              <a:gd name="T66" fmla="*/ 0 w 102"/>
              <a:gd name="T67" fmla="*/ 14000692 h 10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2"/>
              <a:gd name="T104" fmla="*/ 102 w 102"/>
              <a:gd name="T105" fmla="*/ 102 h 102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2">
                <a:moveTo>
                  <a:pt x="0" y="50"/>
                </a:moveTo>
                <a:lnTo>
                  <a:pt x="1" y="41"/>
                </a:lnTo>
                <a:lnTo>
                  <a:pt x="3" y="30"/>
                </a:lnTo>
                <a:lnTo>
                  <a:pt x="8" y="22"/>
                </a:lnTo>
                <a:lnTo>
                  <a:pt x="15" y="14"/>
                </a:lnTo>
                <a:lnTo>
                  <a:pt x="22" y="8"/>
                </a:lnTo>
                <a:lnTo>
                  <a:pt x="31" y="4"/>
                </a:lnTo>
                <a:lnTo>
                  <a:pt x="41" y="1"/>
                </a:lnTo>
                <a:lnTo>
                  <a:pt x="51" y="0"/>
                </a:lnTo>
                <a:lnTo>
                  <a:pt x="61" y="1"/>
                </a:lnTo>
                <a:lnTo>
                  <a:pt x="71" y="4"/>
                </a:lnTo>
                <a:lnTo>
                  <a:pt x="79" y="8"/>
                </a:lnTo>
                <a:lnTo>
                  <a:pt x="88" y="14"/>
                </a:lnTo>
                <a:lnTo>
                  <a:pt x="93" y="22"/>
                </a:lnTo>
                <a:lnTo>
                  <a:pt x="98" y="30"/>
                </a:lnTo>
                <a:lnTo>
                  <a:pt x="102" y="41"/>
                </a:lnTo>
                <a:lnTo>
                  <a:pt x="102" y="50"/>
                </a:lnTo>
                <a:lnTo>
                  <a:pt x="102" y="61"/>
                </a:lnTo>
                <a:lnTo>
                  <a:pt x="98" y="70"/>
                </a:lnTo>
                <a:lnTo>
                  <a:pt x="93" y="80"/>
                </a:lnTo>
                <a:lnTo>
                  <a:pt x="88" y="87"/>
                </a:lnTo>
                <a:lnTo>
                  <a:pt x="79" y="94"/>
                </a:lnTo>
                <a:lnTo>
                  <a:pt x="71" y="98"/>
                </a:lnTo>
                <a:lnTo>
                  <a:pt x="61" y="101"/>
                </a:lnTo>
                <a:lnTo>
                  <a:pt x="51" y="102"/>
                </a:lnTo>
                <a:lnTo>
                  <a:pt x="41" y="101"/>
                </a:lnTo>
                <a:lnTo>
                  <a:pt x="31" y="98"/>
                </a:lnTo>
                <a:lnTo>
                  <a:pt x="22" y="94"/>
                </a:lnTo>
                <a:lnTo>
                  <a:pt x="15" y="87"/>
                </a:lnTo>
                <a:lnTo>
                  <a:pt x="8" y="80"/>
                </a:lnTo>
                <a:lnTo>
                  <a:pt x="3" y="70"/>
                </a:lnTo>
                <a:lnTo>
                  <a:pt x="1" y="61"/>
                </a:lnTo>
                <a:lnTo>
                  <a:pt x="0" y="50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75" name="Freeform 79"/>
          <p:cNvSpPr>
            <a:spLocks/>
          </p:cNvSpPr>
          <p:nvPr/>
        </p:nvSpPr>
        <p:spPr bwMode="auto">
          <a:xfrm>
            <a:off x="1217594" y="5763868"/>
            <a:ext cx="43901" cy="40524"/>
          </a:xfrm>
          <a:custGeom>
            <a:avLst/>
            <a:gdLst>
              <a:gd name="T0" fmla="*/ 0 w 102"/>
              <a:gd name="T1" fmla="*/ 14000692 h 102"/>
              <a:gd name="T2" fmla="*/ 279929 w 102"/>
              <a:gd name="T3" fmla="*/ 11480800 h 102"/>
              <a:gd name="T4" fmla="*/ 840317 w 102"/>
              <a:gd name="T5" fmla="*/ 8400521 h 102"/>
              <a:gd name="T6" fmla="*/ 2239963 w 102"/>
              <a:gd name="T7" fmla="*/ 6160558 h 102"/>
              <a:gd name="T8" fmla="*/ 4199996 w 102"/>
              <a:gd name="T9" fmla="*/ 3920067 h 102"/>
              <a:gd name="T10" fmla="*/ 6160558 w 102"/>
              <a:gd name="T11" fmla="*/ 2239963 h 102"/>
              <a:gd name="T12" fmla="*/ 8680450 w 102"/>
              <a:gd name="T13" fmla="*/ 1120246 h 102"/>
              <a:gd name="T14" fmla="*/ 11480800 w 102"/>
              <a:gd name="T15" fmla="*/ 279929 h 102"/>
              <a:gd name="T16" fmla="*/ 14281150 w 102"/>
              <a:gd name="T17" fmla="*/ 0 h 102"/>
              <a:gd name="T18" fmla="*/ 17080971 w 102"/>
              <a:gd name="T19" fmla="*/ 279929 h 102"/>
              <a:gd name="T20" fmla="*/ 19881321 w 102"/>
              <a:gd name="T21" fmla="*/ 1120246 h 102"/>
              <a:gd name="T22" fmla="*/ 22121283 w 102"/>
              <a:gd name="T23" fmla="*/ 2239963 h 102"/>
              <a:gd name="T24" fmla="*/ 24641704 w 102"/>
              <a:gd name="T25" fmla="*/ 3920067 h 102"/>
              <a:gd name="T26" fmla="*/ 26041879 w 102"/>
              <a:gd name="T27" fmla="*/ 6160558 h 102"/>
              <a:gd name="T28" fmla="*/ 27441525 w 102"/>
              <a:gd name="T29" fmla="*/ 8400521 h 102"/>
              <a:gd name="T30" fmla="*/ 28561771 w 102"/>
              <a:gd name="T31" fmla="*/ 11480800 h 102"/>
              <a:gd name="T32" fmla="*/ 28561771 w 102"/>
              <a:gd name="T33" fmla="*/ 14000692 h 102"/>
              <a:gd name="T34" fmla="*/ 28561771 w 102"/>
              <a:gd name="T35" fmla="*/ 14000692 h 102"/>
              <a:gd name="T36" fmla="*/ 28561771 w 102"/>
              <a:gd name="T37" fmla="*/ 17080971 h 102"/>
              <a:gd name="T38" fmla="*/ 27441525 w 102"/>
              <a:gd name="T39" fmla="*/ 19601392 h 102"/>
              <a:gd name="T40" fmla="*/ 26041879 w 102"/>
              <a:gd name="T41" fmla="*/ 22401213 h 102"/>
              <a:gd name="T42" fmla="*/ 24641704 w 102"/>
              <a:gd name="T43" fmla="*/ 24361775 h 102"/>
              <a:gd name="T44" fmla="*/ 22121283 w 102"/>
              <a:gd name="T45" fmla="*/ 26321808 h 102"/>
              <a:gd name="T46" fmla="*/ 19881321 w 102"/>
              <a:gd name="T47" fmla="*/ 27441525 h 102"/>
              <a:gd name="T48" fmla="*/ 17080971 w 102"/>
              <a:gd name="T49" fmla="*/ 28281842 h 102"/>
              <a:gd name="T50" fmla="*/ 14281150 w 102"/>
              <a:gd name="T51" fmla="*/ 28561771 h 102"/>
              <a:gd name="T52" fmla="*/ 11480800 w 102"/>
              <a:gd name="T53" fmla="*/ 28281842 h 102"/>
              <a:gd name="T54" fmla="*/ 8680450 w 102"/>
              <a:gd name="T55" fmla="*/ 27441525 h 102"/>
              <a:gd name="T56" fmla="*/ 6160558 w 102"/>
              <a:gd name="T57" fmla="*/ 26321808 h 102"/>
              <a:gd name="T58" fmla="*/ 4199996 w 102"/>
              <a:gd name="T59" fmla="*/ 24361775 h 102"/>
              <a:gd name="T60" fmla="*/ 2239963 w 102"/>
              <a:gd name="T61" fmla="*/ 22401213 h 102"/>
              <a:gd name="T62" fmla="*/ 840317 w 102"/>
              <a:gd name="T63" fmla="*/ 19601392 h 102"/>
              <a:gd name="T64" fmla="*/ 279929 w 102"/>
              <a:gd name="T65" fmla="*/ 17080971 h 102"/>
              <a:gd name="T66" fmla="*/ 0 w 102"/>
              <a:gd name="T67" fmla="*/ 14000692 h 10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2"/>
              <a:gd name="T104" fmla="*/ 102 w 102"/>
              <a:gd name="T105" fmla="*/ 102 h 102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2">
                <a:moveTo>
                  <a:pt x="0" y="50"/>
                </a:moveTo>
                <a:lnTo>
                  <a:pt x="1" y="41"/>
                </a:lnTo>
                <a:lnTo>
                  <a:pt x="3" y="30"/>
                </a:lnTo>
                <a:lnTo>
                  <a:pt x="8" y="22"/>
                </a:lnTo>
                <a:lnTo>
                  <a:pt x="15" y="14"/>
                </a:lnTo>
                <a:lnTo>
                  <a:pt x="22" y="8"/>
                </a:lnTo>
                <a:lnTo>
                  <a:pt x="31" y="4"/>
                </a:lnTo>
                <a:lnTo>
                  <a:pt x="41" y="1"/>
                </a:lnTo>
                <a:lnTo>
                  <a:pt x="51" y="0"/>
                </a:lnTo>
                <a:lnTo>
                  <a:pt x="61" y="1"/>
                </a:lnTo>
                <a:lnTo>
                  <a:pt x="71" y="4"/>
                </a:lnTo>
                <a:lnTo>
                  <a:pt x="79" y="8"/>
                </a:lnTo>
                <a:lnTo>
                  <a:pt x="88" y="14"/>
                </a:lnTo>
                <a:lnTo>
                  <a:pt x="93" y="22"/>
                </a:lnTo>
                <a:lnTo>
                  <a:pt x="98" y="30"/>
                </a:lnTo>
                <a:lnTo>
                  <a:pt x="102" y="41"/>
                </a:lnTo>
                <a:lnTo>
                  <a:pt x="102" y="50"/>
                </a:lnTo>
                <a:lnTo>
                  <a:pt x="102" y="61"/>
                </a:lnTo>
                <a:lnTo>
                  <a:pt x="98" y="70"/>
                </a:lnTo>
                <a:lnTo>
                  <a:pt x="93" y="80"/>
                </a:lnTo>
                <a:lnTo>
                  <a:pt x="88" y="87"/>
                </a:lnTo>
                <a:lnTo>
                  <a:pt x="79" y="94"/>
                </a:lnTo>
                <a:lnTo>
                  <a:pt x="71" y="98"/>
                </a:lnTo>
                <a:lnTo>
                  <a:pt x="61" y="101"/>
                </a:lnTo>
                <a:lnTo>
                  <a:pt x="51" y="102"/>
                </a:lnTo>
                <a:lnTo>
                  <a:pt x="41" y="101"/>
                </a:lnTo>
                <a:lnTo>
                  <a:pt x="31" y="98"/>
                </a:lnTo>
                <a:lnTo>
                  <a:pt x="22" y="94"/>
                </a:lnTo>
                <a:lnTo>
                  <a:pt x="15" y="87"/>
                </a:lnTo>
                <a:lnTo>
                  <a:pt x="8" y="80"/>
                </a:lnTo>
                <a:lnTo>
                  <a:pt x="3" y="70"/>
                </a:lnTo>
                <a:lnTo>
                  <a:pt x="1" y="61"/>
                </a:lnTo>
                <a:lnTo>
                  <a:pt x="0" y="50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76" name="Freeform 80"/>
          <p:cNvSpPr>
            <a:spLocks noEditPoints="1"/>
          </p:cNvSpPr>
          <p:nvPr/>
        </p:nvSpPr>
        <p:spPr bwMode="auto">
          <a:xfrm>
            <a:off x="4248012" y="4908107"/>
            <a:ext cx="1291" cy="464828"/>
          </a:xfrm>
          <a:custGeom>
            <a:avLst/>
            <a:gdLst>
              <a:gd name="T0" fmla="*/ 630436 w 4"/>
              <a:gd name="T1" fmla="*/ 19321463 h 1170"/>
              <a:gd name="T2" fmla="*/ 0 w 4"/>
              <a:gd name="T3" fmla="*/ 18761075 h 1170"/>
              <a:gd name="T4" fmla="*/ 315218 w 4"/>
              <a:gd name="T5" fmla="*/ 0 h 1170"/>
              <a:gd name="T6" fmla="*/ 630436 w 4"/>
              <a:gd name="T7" fmla="*/ 559858 h 1170"/>
              <a:gd name="T8" fmla="*/ 630436 w 4"/>
              <a:gd name="T9" fmla="*/ 48443092 h 1170"/>
              <a:gd name="T10" fmla="*/ 0 w 4"/>
              <a:gd name="T11" fmla="*/ 48163163 h 1170"/>
              <a:gd name="T12" fmla="*/ 315218 w 4"/>
              <a:gd name="T13" fmla="*/ 29121629 h 1170"/>
              <a:gd name="T14" fmla="*/ 630436 w 4"/>
              <a:gd name="T15" fmla="*/ 29682017 h 1170"/>
              <a:gd name="T16" fmla="*/ 630436 w 4"/>
              <a:gd name="T17" fmla="*/ 77564721 h 1170"/>
              <a:gd name="T18" fmla="*/ 0 w 4"/>
              <a:gd name="T19" fmla="*/ 77004863 h 1170"/>
              <a:gd name="T20" fmla="*/ 315218 w 4"/>
              <a:gd name="T21" fmla="*/ 58243787 h 1170"/>
              <a:gd name="T22" fmla="*/ 630436 w 4"/>
              <a:gd name="T23" fmla="*/ 58803646 h 1170"/>
              <a:gd name="T24" fmla="*/ 630436 w 4"/>
              <a:gd name="T25" fmla="*/ 106686350 h 1170"/>
              <a:gd name="T26" fmla="*/ 0 w 4"/>
              <a:gd name="T27" fmla="*/ 106126492 h 1170"/>
              <a:gd name="T28" fmla="*/ 315218 w 4"/>
              <a:gd name="T29" fmla="*/ 87365417 h 1170"/>
              <a:gd name="T30" fmla="*/ 630436 w 4"/>
              <a:gd name="T31" fmla="*/ 88205204 h 1170"/>
              <a:gd name="T32" fmla="*/ 630436 w 4"/>
              <a:gd name="T33" fmla="*/ 136088438 h 1170"/>
              <a:gd name="T34" fmla="*/ 0 w 4"/>
              <a:gd name="T35" fmla="*/ 135248121 h 1170"/>
              <a:gd name="T36" fmla="*/ 315218 w 4"/>
              <a:gd name="T37" fmla="*/ 116766975 h 1170"/>
              <a:gd name="T38" fmla="*/ 630436 w 4"/>
              <a:gd name="T39" fmla="*/ 117327362 h 1170"/>
              <a:gd name="T40" fmla="*/ 630436 w 4"/>
              <a:gd name="T41" fmla="*/ 164930138 h 1170"/>
              <a:gd name="T42" fmla="*/ 0 w 4"/>
              <a:gd name="T43" fmla="*/ 164650208 h 1170"/>
              <a:gd name="T44" fmla="*/ 315218 w 4"/>
              <a:gd name="T45" fmla="*/ 145889133 h 1170"/>
              <a:gd name="T46" fmla="*/ 630436 w 4"/>
              <a:gd name="T47" fmla="*/ 146448992 h 1170"/>
              <a:gd name="T48" fmla="*/ 630436 w 4"/>
              <a:gd name="T49" fmla="*/ 194051767 h 1170"/>
              <a:gd name="T50" fmla="*/ 0 w 4"/>
              <a:gd name="T51" fmla="*/ 193771838 h 1170"/>
              <a:gd name="T52" fmla="*/ 315218 w 4"/>
              <a:gd name="T53" fmla="*/ 175010763 h 1170"/>
              <a:gd name="T54" fmla="*/ 630436 w 4"/>
              <a:gd name="T55" fmla="*/ 175290692 h 1170"/>
              <a:gd name="T56" fmla="*/ 630436 w 4"/>
              <a:gd name="T57" fmla="*/ 223173925 h 1170"/>
              <a:gd name="T58" fmla="*/ 0 w 4"/>
              <a:gd name="T59" fmla="*/ 222893996 h 1170"/>
              <a:gd name="T60" fmla="*/ 315218 w 4"/>
              <a:gd name="T61" fmla="*/ 203852463 h 1170"/>
              <a:gd name="T62" fmla="*/ 630436 w 4"/>
              <a:gd name="T63" fmla="*/ 204692779 h 1170"/>
              <a:gd name="T64" fmla="*/ 630436 w 4"/>
              <a:gd name="T65" fmla="*/ 252575483 h 1170"/>
              <a:gd name="T66" fmla="*/ 0 w 4"/>
              <a:gd name="T67" fmla="*/ 252015625 h 1170"/>
              <a:gd name="T68" fmla="*/ 315218 w 4"/>
              <a:gd name="T69" fmla="*/ 232974621 h 1170"/>
              <a:gd name="T70" fmla="*/ 630436 w 4"/>
              <a:gd name="T71" fmla="*/ 233814408 h 1170"/>
              <a:gd name="T72" fmla="*/ 630436 w 4"/>
              <a:gd name="T73" fmla="*/ 281697642 h 1170"/>
              <a:gd name="T74" fmla="*/ 0 w 4"/>
              <a:gd name="T75" fmla="*/ 281417183 h 1170"/>
              <a:gd name="T76" fmla="*/ 315218 w 4"/>
              <a:gd name="T77" fmla="*/ 262376179 h 1170"/>
              <a:gd name="T78" fmla="*/ 630436 w 4"/>
              <a:gd name="T79" fmla="*/ 262936037 h 1170"/>
              <a:gd name="T80" fmla="*/ 630436 w 4"/>
              <a:gd name="T81" fmla="*/ 310819271 h 1170"/>
              <a:gd name="T82" fmla="*/ 0 w 4"/>
              <a:gd name="T83" fmla="*/ 310539342 h 1170"/>
              <a:gd name="T84" fmla="*/ 315218 w 4"/>
              <a:gd name="T85" fmla="*/ 291498338 h 1170"/>
              <a:gd name="T86" fmla="*/ 630436 w 4"/>
              <a:gd name="T87" fmla="*/ 292058196 h 1170"/>
              <a:gd name="T88" fmla="*/ 630436 w 4"/>
              <a:gd name="T89" fmla="*/ 327340383 h 1170"/>
              <a:gd name="T90" fmla="*/ 0 w 4"/>
              <a:gd name="T91" fmla="*/ 326780525 h 1170"/>
              <a:gd name="T92" fmla="*/ 315218 w 4"/>
              <a:gd name="T93" fmla="*/ 320619967 h 1170"/>
              <a:gd name="T94" fmla="*/ 630436 w 4"/>
              <a:gd name="T95" fmla="*/ 321459754 h 1170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w 4"/>
              <a:gd name="T145" fmla="*/ 0 h 1170"/>
              <a:gd name="T146" fmla="*/ 4 w 4"/>
              <a:gd name="T147" fmla="*/ 1170 h 1170"/>
            </a:gdLst>
            <a:ahLst/>
            <a:cxnLst>
              <a:cxn ang="T96">
                <a:pos x="T0" y="T1"/>
              </a:cxn>
              <a:cxn ang="T97">
                <a:pos x="T2" y="T3"/>
              </a:cxn>
              <a:cxn ang="T98">
                <a:pos x="T4" y="T5"/>
              </a:cxn>
              <a:cxn ang="T99">
                <a:pos x="T6" y="T7"/>
              </a:cxn>
              <a:cxn ang="T100">
                <a:pos x="T8" y="T9"/>
              </a:cxn>
              <a:cxn ang="T101">
                <a:pos x="T10" y="T11"/>
              </a:cxn>
              <a:cxn ang="T102">
                <a:pos x="T12" y="T13"/>
              </a:cxn>
              <a:cxn ang="T103">
                <a:pos x="T14" y="T15"/>
              </a:cxn>
              <a:cxn ang="T104">
                <a:pos x="T16" y="T17"/>
              </a:cxn>
              <a:cxn ang="T105">
                <a:pos x="T18" y="T19"/>
              </a:cxn>
              <a:cxn ang="T106">
                <a:pos x="T20" y="T21"/>
              </a:cxn>
              <a:cxn ang="T107">
                <a:pos x="T22" y="T23"/>
              </a:cxn>
              <a:cxn ang="T108">
                <a:pos x="T24" y="T25"/>
              </a:cxn>
              <a:cxn ang="T109">
                <a:pos x="T26" y="T27"/>
              </a:cxn>
              <a:cxn ang="T110">
                <a:pos x="T28" y="T29"/>
              </a:cxn>
              <a:cxn ang="T111">
                <a:pos x="T30" y="T31"/>
              </a:cxn>
              <a:cxn ang="T112">
                <a:pos x="T32" y="T33"/>
              </a:cxn>
              <a:cxn ang="T113">
                <a:pos x="T34" y="T35"/>
              </a:cxn>
              <a:cxn ang="T114">
                <a:pos x="T36" y="T37"/>
              </a:cxn>
              <a:cxn ang="T115">
                <a:pos x="T38" y="T39"/>
              </a:cxn>
              <a:cxn ang="T116">
                <a:pos x="T40" y="T41"/>
              </a:cxn>
              <a:cxn ang="T117">
                <a:pos x="T42" y="T43"/>
              </a:cxn>
              <a:cxn ang="T118">
                <a:pos x="T44" y="T45"/>
              </a:cxn>
              <a:cxn ang="T119">
                <a:pos x="T46" y="T47"/>
              </a:cxn>
              <a:cxn ang="T120">
                <a:pos x="T48" y="T49"/>
              </a:cxn>
              <a:cxn ang="T121">
                <a:pos x="T50" y="T51"/>
              </a:cxn>
              <a:cxn ang="T122">
                <a:pos x="T52" y="T53"/>
              </a:cxn>
              <a:cxn ang="T123">
                <a:pos x="T54" y="T55"/>
              </a:cxn>
              <a:cxn ang="T124">
                <a:pos x="T56" y="T57"/>
              </a:cxn>
              <a:cxn ang="T125">
                <a:pos x="T58" y="T59"/>
              </a:cxn>
              <a:cxn ang="T126">
                <a:pos x="T60" y="T61"/>
              </a:cxn>
              <a:cxn ang="T127">
                <a:pos x="T62" y="T63"/>
              </a:cxn>
              <a:cxn ang="T128">
                <a:pos x="T64" y="T65"/>
              </a:cxn>
              <a:cxn ang="T129">
                <a:pos x="T66" y="T67"/>
              </a:cxn>
              <a:cxn ang="T130">
                <a:pos x="T68" y="T69"/>
              </a:cxn>
              <a:cxn ang="T131">
                <a:pos x="T70" y="T71"/>
              </a:cxn>
              <a:cxn ang="T132">
                <a:pos x="T72" y="T73"/>
              </a:cxn>
              <a:cxn ang="T133">
                <a:pos x="T74" y="T75"/>
              </a:cxn>
              <a:cxn ang="T134">
                <a:pos x="T76" y="T77"/>
              </a:cxn>
              <a:cxn ang="T135">
                <a:pos x="T78" y="T79"/>
              </a:cxn>
              <a:cxn ang="T136">
                <a:pos x="T80" y="T81"/>
              </a:cxn>
              <a:cxn ang="T137">
                <a:pos x="T82" y="T83"/>
              </a:cxn>
              <a:cxn ang="T138">
                <a:pos x="T84" y="T85"/>
              </a:cxn>
              <a:cxn ang="T139">
                <a:pos x="T86" y="T87"/>
              </a:cxn>
              <a:cxn ang="T140">
                <a:pos x="T88" y="T89"/>
              </a:cxn>
              <a:cxn ang="T141">
                <a:pos x="T90" y="T91"/>
              </a:cxn>
              <a:cxn ang="T142">
                <a:pos x="T92" y="T93"/>
              </a:cxn>
              <a:cxn ang="T143">
                <a:pos x="T94" y="T95"/>
              </a:cxn>
            </a:cxnLst>
            <a:rect l="T144" t="T145" r="T146" b="T147"/>
            <a:pathLst>
              <a:path w="4" h="1170">
                <a:moveTo>
                  <a:pt x="4" y="2"/>
                </a:moveTo>
                <a:lnTo>
                  <a:pt x="4" y="67"/>
                </a:lnTo>
                <a:lnTo>
                  <a:pt x="4" y="69"/>
                </a:lnTo>
                <a:lnTo>
                  <a:pt x="2" y="70"/>
                </a:lnTo>
                <a:lnTo>
                  <a:pt x="0" y="69"/>
                </a:lnTo>
                <a:lnTo>
                  <a:pt x="0" y="67"/>
                </a:lnTo>
                <a:lnTo>
                  <a:pt x="0" y="2"/>
                </a:lnTo>
                <a:lnTo>
                  <a:pt x="0" y="1"/>
                </a:lnTo>
                <a:lnTo>
                  <a:pt x="2" y="0"/>
                </a:lnTo>
                <a:lnTo>
                  <a:pt x="4" y="1"/>
                </a:lnTo>
                <a:lnTo>
                  <a:pt x="4" y="2"/>
                </a:lnTo>
                <a:close/>
                <a:moveTo>
                  <a:pt x="4" y="106"/>
                </a:moveTo>
                <a:lnTo>
                  <a:pt x="4" y="172"/>
                </a:lnTo>
                <a:lnTo>
                  <a:pt x="4" y="173"/>
                </a:lnTo>
                <a:lnTo>
                  <a:pt x="2" y="173"/>
                </a:lnTo>
                <a:lnTo>
                  <a:pt x="0" y="173"/>
                </a:lnTo>
                <a:lnTo>
                  <a:pt x="0" y="172"/>
                </a:lnTo>
                <a:lnTo>
                  <a:pt x="0" y="106"/>
                </a:lnTo>
                <a:lnTo>
                  <a:pt x="0" y="105"/>
                </a:lnTo>
                <a:lnTo>
                  <a:pt x="2" y="104"/>
                </a:lnTo>
                <a:lnTo>
                  <a:pt x="4" y="105"/>
                </a:lnTo>
                <a:lnTo>
                  <a:pt x="4" y="106"/>
                </a:lnTo>
                <a:close/>
                <a:moveTo>
                  <a:pt x="4" y="210"/>
                </a:moveTo>
                <a:lnTo>
                  <a:pt x="4" y="275"/>
                </a:lnTo>
                <a:lnTo>
                  <a:pt x="4" y="277"/>
                </a:lnTo>
                <a:lnTo>
                  <a:pt x="2" y="277"/>
                </a:lnTo>
                <a:lnTo>
                  <a:pt x="0" y="277"/>
                </a:lnTo>
                <a:lnTo>
                  <a:pt x="0" y="275"/>
                </a:lnTo>
                <a:lnTo>
                  <a:pt x="0" y="210"/>
                </a:lnTo>
                <a:lnTo>
                  <a:pt x="0" y="209"/>
                </a:lnTo>
                <a:lnTo>
                  <a:pt x="2" y="208"/>
                </a:lnTo>
                <a:lnTo>
                  <a:pt x="4" y="209"/>
                </a:lnTo>
                <a:lnTo>
                  <a:pt x="4" y="210"/>
                </a:lnTo>
                <a:close/>
                <a:moveTo>
                  <a:pt x="4" y="315"/>
                </a:moveTo>
                <a:lnTo>
                  <a:pt x="4" y="379"/>
                </a:lnTo>
                <a:lnTo>
                  <a:pt x="4" y="381"/>
                </a:lnTo>
                <a:lnTo>
                  <a:pt x="2" y="381"/>
                </a:lnTo>
                <a:lnTo>
                  <a:pt x="0" y="381"/>
                </a:lnTo>
                <a:lnTo>
                  <a:pt x="0" y="379"/>
                </a:lnTo>
                <a:lnTo>
                  <a:pt x="0" y="315"/>
                </a:lnTo>
                <a:lnTo>
                  <a:pt x="0" y="312"/>
                </a:lnTo>
                <a:lnTo>
                  <a:pt x="2" y="312"/>
                </a:lnTo>
                <a:lnTo>
                  <a:pt x="4" y="312"/>
                </a:lnTo>
                <a:lnTo>
                  <a:pt x="4" y="315"/>
                </a:lnTo>
                <a:close/>
                <a:moveTo>
                  <a:pt x="4" y="419"/>
                </a:moveTo>
                <a:lnTo>
                  <a:pt x="4" y="483"/>
                </a:lnTo>
                <a:lnTo>
                  <a:pt x="4" y="486"/>
                </a:lnTo>
                <a:lnTo>
                  <a:pt x="2" y="486"/>
                </a:lnTo>
                <a:lnTo>
                  <a:pt x="0" y="486"/>
                </a:lnTo>
                <a:lnTo>
                  <a:pt x="0" y="483"/>
                </a:lnTo>
                <a:lnTo>
                  <a:pt x="0" y="419"/>
                </a:lnTo>
                <a:lnTo>
                  <a:pt x="0" y="417"/>
                </a:lnTo>
                <a:lnTo>
                  <a:pt x="2" y="417"/>
                </a:lnTo>
                <a:lnTo>
                  <a:pt x="4" y="417"/>
                </a:lnTo>
                <a:lnTo>
                  <a:pt x="4" y="419"/>
                </a:lnTo>
                <a:close/>
                <a:moveTo>
                  <a:pt x="4" y="523"/>
                </a:moveTo>
                <a:lnTo>
                  <a:pt x="4" y="588"/>
                </a:lnTo>
                <a:lnTo>
                  <a:pt x="4" y="589"/>
                </a:lnTo>
                <a:lnTo>
                  <a:pt x="2" y="590"/>
                </a:lnTo>
                <a:lnTo>
                  <a:pt x="0" y="589"/>
                </a:lnTo>
                <a:lnTo>
                  <a:pt x="0" y="588"/>
                </a:lnTo>
                <a:lnTo>
                  <a:pt x="0" y="523"/>
                </a:lnTo>
                <a:lnTo>
                  <a:pt x="0" y="521"/>
                </a:lnTo>
                <a:lnTo>
                  <a:pt x="2" y="521"/>
                </a:lnTo>
                <a:lnTo>
                  <a:pt x="4" y="521"/>
                </a:lnTo>
                <a:lnTo>
                  <a:pt x="4" y="523"/>
                </a:lnTo>
                <a:close/>
                <a:moveTo>
                  <a:pt x="4" y="626"/>
                </a:moveTo>
                <a:lnTo>
                  <a:pt x="4" y="692"/>
                </a:lnTo>
                <a:lnTo>
                  <a:pt x="4" y="693"/>
                </a:lnTo>
                <a:lnTo>
                  <a:pt x="2" y="694"/>
                </a:lnTo>
                <a:lnTo>
                  <a:pt x="0" y="693"/>
                </a:lnTo>
                <a:lnTo>
                  <a:pt x="0" y="692"/>
                </a:lnTo>
                <a:lnTo>
                  <a:pt x="0" y="626"/>
                </a:lnTo>
                <a:lnTo>
                  <a:pt x="0" y="625"/>
                </a:lnTo>
                <a:lnTo>
                  <a:pt x="2" y="625"/>
                </a:lnTo>
                <a:lnTo>
                  <a:pt x="4" y="625"/>
                </a:lnTo>
                <a:lnTo>
                  <a:pt x="4" y="626"/>
                </a:lnTo>
                <a:close/>
                <a:moveTo>
                  <a:pt x="4" y="731"/>
                </a:moveTo>
                <a:lnTo>
                  <a:pt x="4" y="796"/>
                </a:lnTo>
                <a:lnTo>
                  <a:pt x="4" y="797"/>
                </a:lnTo>
                <a:lnTo>
                  <a:pt x="2" y="798"/>
                </a:lnTo>
                <a:lnTo>
                  <a:pt x="0" y="797"/>
                </a:lnTo>
                <a:lnTo>
                  <a:pt x="0" y="796"/>
                </a:lnTo>
                <a:lnTo>
                  <a:pt x="0" y="731"/>
                </a:lnTo>
                <a:lnTo>
                  <a:pt x="0" y="729"/>
                </a:lnTo>
                <a:lnTo>
                  <a:pt x="2" y="728"/>
                </a:lnTo>
                <a:lnTo>
                  <a:pt x="4" y="729"/>
                </a:lnTo>
                <a:lnTo>
                  <a:pt x="4" y="731"/>
                </a:lnTo>
                <a:close/>
                <a:moveTo>
                  <a:pt x="4" y="835"/>
                </a:moveTo>
                <a:lnTo>
                  <a:pt x="4" y="900"/>
                </a:lnTo>
                <a:lnTo>
                  <a:pt x="4" y="902"/>
                </a:lnTo>
                <a:lnTo>
                  <a:pt x="2" y="903"/>
                </a:lnTo>
                <a:lnTo>
                  <a:pt x="0" y="902"/>
                </a:lnTo>
                <a:lnTo>
                  <a:pt x="0" y="900"/>
                </a:lnTo>
                <a:lnTo>
                  <a:pt x="0" y="835"/>
                </a:lnTo>
                <a:lnTo>
                  <a:pt x="0" y="834"/>
                </a:lnTo>
                <a:lnTo>
                  <a:pt x="2" y="832"/>
                </a:lnTo>
                <a:lnTo>
                  <a:pt x="4" y="834"/>
                </a:lnTo>
                <a:lnTo>
                  <a:pt x="4" y="835"/>
                </a:lnTo>
                <a:close/>
                <a:moveTo>
                  <a:pt x="4" y="939"/>
                </a:moveTo>
                <a:lnTo>
                  <a:pt x="4" y="1005"/>
                </a:lnTo>
                <a:lnTo>
                  <a:pt x="4" y="1006"/>
                </a:lnTo>
                <a:lnTo>
                  <a:pt x="2" y="1007"/>
                </a:lnTo>
                <a:lnTo>
                  <a:pt x="0" y="1006"/>
                </a:lnTo>
                <a:lnTo>
                  <a:pt x="0" y="1005"/>
                </a:lnTo>
                <a:lnTo>
                  <a:pt x="0" y="939"/>
                </a:lnTo>
                <a:lnTo>
                  <a:pt x="0" y="938"/>
                </a:lnTo>
                <a:lnTo>
                  <a:pt x="2" y="937"/>
                </a:lnTo>
                <a:lnTo>
                  <a:pt x="4" y="938"/>
                </a:lnTo>
                <a:lnTo>
                  <a:pt x="4" y="939"/>
                </a:lnTo>
                <a:close/>
                <a:moveTo>
                  <a:pt x="4" y="1043"/>
                </a:moveTo>
                <a:lnTo>
                  <a:pt x="4" y="1109"/>
                </a:lnTo>
                <a:lnTo>
                  <a:pt x="4" y="1110"/>
                </a:lnTo>
                <a:lnTo>
                  <a:pt x="2" y="1110"/>
                </a:lnTo>
                <a:lnTo>
                  <a:pt x="0" y="1110"/>
                </a:lnTo>
                <a:lnTo>
                  <a:pt x="0" y="1109"/>
                </a:lnTo>
                <a:lnTo>
                  <a:pt x="0" y="1043"/>
                </a:lnTo>
                <a:lnTo>
                  <a:pt x="0" y="1042"/>
                </a:lnTo>
                <a:lnTo>
                  <a:pt x="2" y="1041"/>
                </a:lnTo>
                <a:lnTo>
                  <a:pt x="4" y="1042"/>
                </a:lnTo>
                <a:lnTo>
                  <a:pt x="4" y="1043"/>
                </a:lnTo>
                <a:close/>
                <a:moveTo>
                  <a:pt x="4" y="1148"/>
                </a:moveTo>
                <a:lnTo>
                  <a:pt x="4" y="1167"/>
                </a:lnTo>
                <a:lnTo>
                  <a:pt x="4" y="1169"/>
                </a:lnTo>
                <a:lnTo>
                  <a:pt x="2" y="1170"/>
                </a:lnTo>
                <a:lnTo>
                  <a:pt x="0" y="1169"/>
                </a:lnTo>
                <a:lnTo>
                  <a:pt x="0" y="1167"/>
                </a:lnTo>
                <a:lnTo>
                  <a:pt x="0" y="1148"/>
                </a:lnTo>
                <a:lnTo>
                  <a:pt x="0" y="1146"/>
                </a:lnTo>
                <a:lnTo>
                  <a:pt x="2" y="1145"/>
                </a:lnTo>
                <a:lnTo>
                  <a:pt x="4" y="1146"/>
                </a:lnTo>
                <a:lnTo>
                  <a:pt x="4" y="1148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77" name="Line 81"/>
          <p:cNvSpPr>
            <a:spLocks noChangeShapeType="1"/>
          </p:cNvSpPr>
          <p:nvPr/>
        </p:nvSpPr>
        <p:spPr bwMode="auto">
          <a:xfrm flipH="1">
            <a:off x="1189187" y="4908106"/>
            <a:ext cx="3060118" cy="0"/>
          </a:xfrm>
          <a:prstGeom prst="line">
            <a:avLst/>
          </a:prstGeom>
          <a:noFill/>
          <a:ln w="31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78" name="Freeform 82"/>
          <p:cNvSpPr>
            <a:spLocks/>
          </p:cNvSpPr>
          <p:nvPr/>
        </p:nvSpPr>
        <p:spPr bwMode="auto">
          <a:xfrm>
            <a:off x="1173693" y="4893805"/>
            <a:ext cx="32279" cy="29797"/>
          </a:xfrm>
          <a:custGeom>
            <a:avLst/>
            <a:gdLst>
              <a:gd name="T0" fmla="*/ 21000773 w 75"/>
              <a:gd name="T1" fmla="*/ 10641147 h 75"/>
              <a:gd name="T2" fmla="*/ 21000773 w 75"/>
              <a:gd name="T3" fmla="*/ 12881137 h 75"/>
              <a:gd name="T4" fmla="*/ 20160996 w 75"/>
              <a:gd name="T5" fmla="*/ 14841195 h 75"/>
              <a:gd name="T6" fmla="*/ 19320690 w 75"/>
              <a:gd name="T7" fmla="*/ 16521321 h 75"/>
              <a:gd name="T8" fmla="*/ 17920533 w 75"/>
              <a:gd name="T9" fmla="*/ 18201446 h 75"/>
              <a:gd name="T10" fmla="*/ 16240450 w 75"/>
              <a:gd name="T11" fmla="*/ 19321706 h 75"/>
              <a:gd name="T12" fmla="*/ 14560367 w 75"/>
              <a:gd name="T13" fmla="*/ 20441966 h 75"/>
              <a:gd name="T14" fmla="*/ 12600358 w 75"/>
              <a:gd name="T15" fmla="*/ 20721899 h 75"/>
              <a:gd name="T16" fmla="*/ 10360424 w 75"/>
              <a:gd name="T17" fmla="*/ 21001831 h 75"/>
              <a:gd name="T18" fmla="*/ 8400415 w 75"/>
              <a:gd name="T19" fmla="*/ 20721899 h 75"/>
              <a:gd name="T20" fmla="*/ 6440406 w 75"/>
              <a:gd name="T21" fmla="*/ 20441966 h 75"/>
              <a:gd name="T22" fmla="*/ 4480398 w 75"/>
              <a:gd name="T23" fmla="*/ 19321706 h 75"/>
              <a:gd name="T24" fmla="*/ 3080240 w 75"/>
              <a:gd name="T25" fmla="*/ 18201446 h 75"/>
              <a:gd name="T26" fmla="*/ 1960009 w 75"/>
              <a:gd name="T27" fmla="*/ 16521321 h 75"/>
              <a:gd name="T28" fmla="*/ 839777 w 75"/>
              <a:gd name="T29" fmla="*/ 14841195 h 75"/>
              <a:gd name="T30" fmla="*/ 279926 w 75"/>
              <a:gd name="T31" fmla="*/ 12881137 h 75"/>
              <a:gd name="T32" fmla="*/ 0 w 75"/>
              <a:gd name="T33" fmla="*/ 10641147 h 75"/>
              <a:gd name="T34" fmla="*/ 0 w 75"/>
              <a:gd name="T35" fmla="*/ 10641147 h 75"/>
              <a:gd name="T36" fmla="*/ 279926 w 75"/>
              <a:gd name="T37" fmla="*/ 8680559 h 75"/>
              <a:gd name="T38" fmla="*/ 839777 w 75"/>
              <a:gd name="T39" fmla="*/ 6720501 h 75"/>
              <a:gd name="T40" fmla="*/ 1960009 w 75"/>
              <a:gd name="T41" fmla="*/ 4760443 h 75"/>
              <a:gd name="T42" fmla="*/ 3080240 w 75"/>
              <a:gd name="T43" fmla="*/ 3360251 h 75"/>
              <a:gd name="T44" fmla="*/ 4480398 w 75"/>
              <a:gd name="T45" fmla="*/ 1960058 h 75"/>
              <a:gd name="T46" fmla="*/ 6440406 w 75"/>
              <a:gd name="T47" fmla="*/ 1120260 h 75"/>
              <a:gd name="T48" fmla="*/ 8400415 w 75"/>
              <a:gd name="T49" fmla="*/ 559865 h 75"/>
              <a:gd name="T50" fmla="*/ 10360424 w 75"/>
              <a:gd name="T51" fmla="*/ 0 h 75"/>
              <a:gd name="T52" fmla="*/ 12600358 w 75"/>
              <a:gd name="T53" fmla="*/ 559865 h 75"/>
              <a:gd name="T54" fmla="*/ 14560367 w 75"/>
              <a:gd name="T55" fmla="*/ 1120260 h 75"/>
              <a:gd name="T56" fmla="*/ 16240450 w 75"/>
              <a:gd name="T57" fmla="*/ 1960058 h 75"/>
              <a:gd name="T58" fmla="*/ 17920533 w 75"/>
              <a:gd name="T59" fmla="*/ 3360251 h 75"/>
              <a:gd name="T60" fmla="*/ 19320690 w 75"/>
              <a:gd name="T61" fmla="*/ 4760443 h 75"/>
              <a:gd name="T62" fmla="*/ 20160996 w 75"/>
              <a:gd name="T63" fmla="*/ 6720501 h 75"/>
              <a:gd name="T64" fmla="*/ 21000773 w 75"/>
              <a:gd name="T65" fmla="*/ 8680559 h 75"/>
              <a:gd name="T66" fmla="*/ 21000773 w 75"/>
              <a:gd name="T67" fmla="*/ 10641147 h 75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75"/>
              <a:gd name="T103" fmla="*/ 0 h 75"/>
              <a:gd name="T104" fmla="*/ 75 w 75"/>
              <a:gd name="T105" fmla="*/ 75 h 75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75" h="75">
                <a:moveTo>
                  <a:pt x="75" y="38"/>
                </a:moveTo>
                <a:lnTo>
                  <a:pt x="75" y="46"/>
                </a:lnTo>
                <a:lnTo>
                  <a:pt x="72" y="53"/>
                </a:lnTo>
                <a:lnTo>
                  <a:pt x="69" y="59"/>
                </a:lnTo>
                <a:lnTo>
                  <a:pt x="64" y="65"/>
                </a:lnTo>
                <a:lnTo>
                  <a:pt x="58" y="69"/>
                </a:lnTo>
                <a:lnTo>
                  <a:pt x="52" y="73"/>
                </a:lnTo>
                <a:lnTo>
                  <a:pt x="45" y="74"/>
                </a:lnTo>
                <a:lnTo>
                  <a:pt x="37" y="75"/>
                </a:lnTo>
                <a:lnTo>
                  <a:pt x="30" y="74"/>
                </a:lnTo>
                <a:lnTo>
                  <a:pt x="23" y="73"/>
                </a:lnTo>
                <a:lnTo>
                  <a:pt x="16" y="69"/>
                </a:lnTo>
                <a:lnTo>
                  <a:pt x="11" y="65"/>
                </a:lnTo>
                <a:lnTo>
                  <a:pt x="7" y="59"/>
                </a:lnTo>
                <a:lnTo>
                  <a:pt x="3" y="53"/>
                </a:lnTo>
                <a:lnTo>
                  <a:pt x="1" y="46"/>
                </a:lnTo>
                <a:lnTo>
                  <a:pt x="0" y="38"/>
                </a:lnTo>
                <a:lnTo>
                  <a:pt x="1" y="31"/>
                </a:lnTo>
                <a:lnTo>
                  <a:pt x="3" y="24"/>
                </a:lnTo>
                <a:lnTo>
                  <a:pt x="7" y="17"/>
                </a:lnTo>
                <a:lnTo>
                  <a:pt x="11" y="12"/>
                </a:lnTo>
                <a:lnTo>
                  <a:pt x="16" y="7"/>
                </a:lnTo>
                <a:lnTo>
                  <a:pt x="23" y="4"/>
                </a:lnTo>
                <a:lnTo>
                  <a:pt x="30" y="2"/>
                </a:lnTo>
                <a:lnTo>
                  <a:pt x="37" y="0"/>
                </a:lnTo>
                <a:lnTo>
                  <a:pt x="45" y="2"/>
                </a:lnTo>
                <a:lnTo>
                  <a:pt x="52" y="4"/>
                </a:lnTo>
                <a:lnTo>
                  <a:pt x="58" y="7"/>
                </a:lnTo>
                <a:lnTo>
                  <a:pt x="64" y="12"/>
                </a:lnTo>
                <a:lnTo>
                  <a:pt x="69" y="17"/>
                </a:lnTo>
                <a:lnTo>
                  <a:pt x="72" y="24"/>
                </a:lnTo>
                <a:lnTo>
                  <a:pt x="75" y="31"/>
                </a:lnTo>
                <a:lnTo>
                  <a:pt x="75" y="3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82" name="Rectangle 86"/>
          <p:cNvSpPr>
            <a:spLocks noChangeArrowheads="1"/>
          </p:cNvSpPr>
          <p:nvPr/>
        </p:nvSpPr>
        <p:spPr bwMode="auto">
          <a:xfrm>
            <a:off x="615898" y="5468285"/>
            <a:ext cx="92974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600" b="1">
                <a:solidFill>
                  <a:srgbClr val="000000"/>
                </a:solidFill>
              </a:rPr>
              <a:t>RS</a:t>
            </a:r>
            <a:endParaRPr lang="en-US" altLang="ko-KR"/>
          </a:p>
        </p:txBody>
      </p:sp>
      <p:sp>
        <p:nvSpPr>
          <p:cNvPr id="83" name="Rectangle 87"/>
          <p:cNvSpPr>
            <a:spLocks noChangeArrowheads="1"/>
          </p:cNvSpPr>
          <p:nvPr/>
        </p:nvSpPr>
        <p:spPr bwMode="auto">
          <a:xfrm>
            <a:off x="715319" y="5468285"/>
            <a:ext cx="32060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600" b="1">
                <a:solidFill>
                  <a:srgbClr val="000000"/>
                </a:solidFill>
              </a:rPr>
              <a:t>-</a:t>
            </a:r>
            <a:endParaRPr lang="en-US" altLang="ko-KR"/>
          </a:p>
        </p:txBody>
      </p:sp>
      <p:sp>
        <p:nvSpPr>
          <p:cNvPr id="84" name="Rectangle 88"/>
          <p:cNvSpPr>
            <a:spLocks noChangeArrowheads="1"/>
          </p:cNvSpPr>
          <p:nvPr/>
        </p:nvSpPr>
        <p:spPr bwMode="auto">
          <a:xfrm>
            <a:off x="763093" y="5468285"/>
            <a:ext cx="134652" cy="92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600" b="1">
                <a:solidFill>
                  <a:srgbClr val="000000"/>
                </a:solidFill>
              </a:rPr>
              <a:t>485</a:t>
            </a:r>
            <a:endParaRPr lang="en-US" altLang="ko-KR"/>
          </a:p>
        </p:txBody>
      </p:sp>
      <p:sp>
        <p:nvSpPr>
          <p:cNvPr id="85" name="Rectangle 89"/>
          <p:cNvSpPr>
            <a:spLocks noChangeArrowheads="1"/>
          </p:cNvSpPr>
          <p:nvPr/>
        </p:nvSpPr>
        <p:spPr bwMode="auto">
          <a:xfrm>
            <a:off x="1114296" y="5461133"/>
            <a:ext cx="68930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700">
                <a:solidFill>
                  <a:srgbClr val="000000"/>
                </a:solidFill>
              </a:rPr>
              <a:t>N</a:t>
            </a:r>
            <a:endParaRPr lang="en-US" altLang="ko-KR"/>
          </a:p>
        </p:txBody>
      </p:sp>
      <p:sp>
        <p:nvSpPr>
          <p:cNvPr id="86" name="Rectangle 90"/>
          <p:cNvSpPr>
            <a:spLocks noChangeArrowheads="1"/>
          </p:cNvSpPr>
          <p:nvPr/>
        </p:nvSpPr>
        <p:spPr bwMode="auto">
          <a:xfrm>
            <a:off x="1180146" y="5461133"/>
            <a:ext cx="19236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700">
                <a:solidFill>
                  <a:srgbClr val="000000"/>
                </a:solidFill>
              </a:rPr>
              <a:t>.</a:t>
            </a:r>
            <a:endParaRPr lang="en-US" altLang="ko-KR"/>
          </a:p>
        </p:txBody>
      </p:sp>
      <p:sp>
        <p:nvSpPr>
          <p:cNvPr id="87" name="Rectangle 91"/>
          <p:cNvSpPr>
            <a:spLocks noChangeArrowheads="1"/>
          </p:cNvSpPr>
          <p:nvPr/>
        </p:nvSpPr>
        <p:spPr bwMode="auto">
          <a:xfrm>
            <a:off x="1211136" y="5461133"/>
            <a:ext cx="68930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700">
                <a:solidFill>
                  <a:srgbClr val="000000"/>
                </a:solidFill>
              </a:rPr>
              <a:t>O</a:t>
            </a:r>
            <a:endParaRPr lang="en-US" altLang="ko-KR"/>
          </a:p>
        </p:txBody>
      </p:sp>
      <p:sp>
        <p:nvSpPr>
          <p:cNvPr id="88" name="Rectangle 92"/>
          <p:cNvSpPr>
            <a:spLocks noChangeArrowheads="1"/>
          </p:cNvSpPr>
          <p:nvPr/>
        </p:nvSpPr>
        <p:spPr bwMode="auto">
          <a:xfrm>
            <a:off x="1116879" y="5918810"/>
            <a:ext cx="68930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700">
                <a:solidFill>
                  <a:srgbClr val="000000"/>
                </a:solidFill>
              </a:rPr>
              <a:t>N</a:t>
            </a:r>
            <a:endParaRPr lang="en-US" altLang="ko-KR"/>
          </a:p>
        </p:txBody>
      </p:sp>
      <p:sp>
        <p:nvSpPr>
          <p:cNvPr id="89" name="Rectangle 93"/>
          <p:cNvSpPr>
            <a:spLocks noChangeArrowheads="1"/>
          </p:cNvSpPr>
          <p:nvPr/>
        </p:nvSpPr>
        <p:spPr bwMode="auto">
          <a:xfrm>
            <a:off x="1182729" y="5918810"/>
            <a:ext cx="19236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700">
                <a:solidFill>
                  <a:srgbClr val="000000"/>
                </a:solidFill>
              </a:rPr>
              <a:t>.</a:t>
            </a:r>
            <a:endParaRPr lang="en-US" altLang="ko-KR"/>
          </a:p>
        </p:txBody>
      </p:sp>
      <p:sp>
        <p:nvSpPr>
          <p:cNvPr id="90" name="Rectangle 94"/>
          <p:cNvSpPr>
            <a:spLocks noChangeArrowheads="1"/>
          </p:cNvSpPr>
          <p:nvPr/>
        </p:nvSpPr>
        <p:spPr bwMode="auto">
          <a:xfrm>
            <a:off x="1213716" y="5918810"/>
            <a:ext cx="57708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700">
                <a:solidFill>
                  <a:srgbClr val="000000"/>
                </a:solidFill>
              </a:rPr>
              <a:t>C</a:t>
            </a:r>
            <a:endParaRPr lang="en-US" altLang="ko-KR"/>
          </a:p>
        </p:txBody>
      </p:sp>
      <p:sp>
        <p:nvSpPr>
          <p:cNvPr id="91" name="Rectangle 95"/>
          <p:cNvSpPr>
            <a:spLocks noChangeArrowheads="1"/>
          </p:cNvSpPr>
          <p:nvPr/>
        </p:nvSpPr>
        <p:spPr bwMode="auto">
          <a:xfrm>
            <a:off x="2389991" y="5430145"/>
            <a:ext cx="68930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700">
                <a:solidFill>
                  <a:srgbClr val="000000"/>
                </a:solidFill>
              </a:rPr>
              <a:t>N</a:t>
            </a:r>
            <a:endParaRPr lang="en-US" altLang="ko-KR"/>
          </a:p>
        </p:txBody>
      </p:sp>
      <p:sp>
        <p:nvSpPr>
          <p:cNvPr id="92" name="Rectangle 96"/>
          <p:cNvSpPr>
            <a:spLocks noChangeArrowheads="1"/>
          </p:cNvSpPr>
          <p:nvPr/>
        </p:nvSpPr>
        <p:spPr bwMode="auto">
          <a:xfrm>
            <a:off x="2454550" y="5430145"/>
            <a:ext cx="19236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700">
                <a:solidFill>
                  <a:srgbClr val="000000"/>
                </a:solidFill>
              </a:rPr>
              <a:t>.</a:t>
            </a:r>
            <a:endParaRPr lang="en-US" altLang="ko-KR"/>
          </a:p>
        </p:txBody>
      </p:sp>
      <p:sp>
        <p:nvSpPr>
          <p:cNvPr id="93" name="Rectangle 97"/>
          <p:cNvSpPr>
            <a:spLocks noChangeArrowheads="1"/>
          </p:cNvSpPr>
          <p:nvPr/>
        </p:nvSpPr>
        <p:spPr bwMode="auto">
          <a:xfrm>
            <a:off x="2485539" y="5430145"/>
            <a:ext cx="57708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700">
                <a:solidFill>
                  <a:srgbClr val="000000"/>
                </a:solidFill>
              </a:rPr>
              <a:t>C</a:t>
            </a:r>
            <a:endParaRPr lang="en-US" altLang="ko-KR"/>
          </a:p>
        </p:txBody>
      </p:sp>
      <p:sp>
        <p:nvSpPr>
          <p:cNvPr id="94" name="Rectangle 98"/>
          <p:cNvSpPr>
            <a:spLocks noChangeArrowheads="1"/>
          </p:cNvSpPr>
          <p:nvPr/>
        </p:nvSpPr>
        <p:spPr bwMode="auto">
          <a:xfrm>
            <a:off x="2985229" y="5430145"/>
            <a:ext cx="68930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700">
                <a:solidFill>
                  <a:srgbClr val="000000"/>
                </a:solidFill>
              </a:rPr>
              <a:t>N</a:t>
            </a:r>
            <a:endParaRPr lang="en-US" altLang="ko-KR"/>
          </a:p>
        </p:txBody>
      </p:sp>
      <p:sp>
        <p:nvSpPr>
          <p:cNvPr id="95" name="Rectangle 99"/>
          <p:cNvSpPr>
            <a:spLocks noChangeArrowheads="1"/>
          </p:cNvSpPr>
          <p:nvPr/>
        </p:nvSpPr>
        <p:spPr bwMode="auto">
          <a:xfrm>
            <a:off x="3049787" y="5430145"/>
            <a:ext cx="19236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700">
                <a:solidFill>
                  <a:srgbClr val="000000"/>
                </a:solidFill>
              </a:rPr>
              <a:t>.</a:t>
            </a:r>
            <a:endParaRPr lang="en-US" altLang="ko-KR"/>
          </a:p>
        </p:txBody>
      </p:sp>
      <p:sp>
        <p:nvSpPr>
          <p:cNvPr id="96" name="Rectangle 100"/>
          <p:cNvSpPr>
            <a:spLocks noChangeArrowheads="1"/>
          </p:cNvSpPr>
          <p:nvPr/>
        </p:nvSpPr>
        <p:spPr bwMode="auto">
          <a:xfrm>
            <a:off x="3082067" y="5430145"/>
            <a:ext cx="57708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700">
                <a:solidFill>
                  <a:srgbClr val="000000"/>
                </a:solidFill>
              </a:rPr>
              <a:t>C</a:t>
            </a:r>
            <a:endParaRPr lang="en-US" altLang="ko-KR"/>
          </a:p>
        </p:txBody>
      </p:sp>
      <p:sp>
        <p:nvSpPr>
          <p:cNvPr id="97" name="Rectangle 101"/>
          <p:cNvSpPr>
            <a:spLocks noChangeArrowheads="1"/>
          </p:cNvSpPr>
          <p:nvPr/>
        </p:nvSpPr>
        <p:spPr bwMode="auto">
          <a:xfrm>
            <a:off x="4174414" y="5420610"/>
            <a:ext cx="68930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700">
                <a:solidFill>
                  <a:srgbClr val="000000"/>
                </a:solidFill>
              </a:rPr>
              <a:t>N</a:t>
            </a:r>
            <a:endParaRPr lang="en-US" altLang="ko-KR"/>
          </a:p>
        </p:txBody>
      </p:sp>
      <p:sp>
        <p:nvSpPr>
          <p:cNvPr id="98" name="Rectangle 102"/>
          <p:cNvSpPr>
            <a:spLocks noChangeArrowheads="1"/>
          </p:cNvSpPr>
          <p:nvPr/>
        </p:nvSpPr>
        <p:spPr bwMode="auto">
          <a:xfrm>
            <a:off x="4238974" y="5420610"/>
            <a:ext cx="19236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700">
                <a:solidFill>
                  <a:srgbClr val="000000"/>
                </a:solidFill>
              </a:rPr>
              <a:t>.</a:t>
            </a:r>
            <a:endParaRPr lang="en-US" altLang="ko-KR"/>
          </a:p>
        </p:txBody>
      </p:sp>
      <p:sp>
        <p:nvSpPr>
          <p:cNvPr id="99" name="Rectangle 103"/>
          <p:cNvSpPr>
            <a:spLocks noChangeArrowheads="1"/>
          </p:cNvSpPr>
          <p:nvPr/>
        </p:nvSpPr>
        <p:spPr bwMode="auto">
          <a:xfrm>
            <a:off x="4269961" y="5420610"/>
            <a:ext cx="68930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700">
                <a:solidFill>
                  <a:srgbClr val="000000"/>
                </a:solidFill>
              </a:rPr>
              <a:t>O</a:t>
            </a:r>
            <a:endParaRPr lang="en-US" altLang="ko-KR"/>
          </a:p>
        </p:txBody>
      </p:sp>
      <p:sp>
        <p:nvSpPr>
          <p:cNvPr id="100" name="Line 104"/>
          <p:cNvSpPr>
            <a:spLocks noChangeShapeType="1"/>
          </p:cNvSpPr>
          <p:nvPr/>
        </p:nvSpPr>
        <p:spPr bwMode="auto">
          <a:xfrm>
            <a:off x="1132374" y="5904506"/>
            <a:ext cx="111042" cy="0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01" name="Freeform 105"/>
          <p:cNvSpPr>
            <a:spLocks/>
          </p:cNvSpPr>
          <p:nvPr/>
        </p:nvSpPr>
        <p:spPr bwMode="auto">
          <a:xfrm>
            <a:off x="1110425" y="5855641"/>
            <a:ext cx="43901" cy="40524"/>
          </a:xfrm>
          <a:custGeom>
            <a:avLst/>
            <a:gdLst>
              <a:gd name="T0" fmla="*/ 0 w 103"/>
              <a:gd name="T1" fmla="*/ 14004678 h 103"/>
              <a:gd name="T2" fmla="*/ 549183 w 103"/>
              <a:gd name="T3" fmla="*/ 11258766 h 103"/>
              <a:gd name="T4" fmla="*/ 1372956 w 103"/>
              <a:gd name="T5" fmla="*/ 8512853 h 103"/>
              <a:gd name="T6" fmla="*/ 2745913 w 103"/>
              <a:gd name="T7" fmla="*/ 6316123 h 103"/>
              <a:gd name="T8" fmla="*/ 4393460 w 103"/>
              <a:gd name="T9" fmla="*/ 4118869 h 103"/>
              <a:gd name="T10" fmla="*/ 6590714 w 103"/>
              <a:gd name="T11" fmla="*/ 2471321 h 103"/>
              <a:gd name="T12" fmla="*/ 8787444 w 103"/>
              <a:gd name="T13" fmla="*/ 1098365 h 103"/>
              <a:gd name="T14" fmla="*/ 11258766 w 103"/>
              <a:gd name="T15" fmla="*/ 274591 h 103"/>
              <a:gd name="T16" fmla="*/ 14279794 w 103"/>
              <a:gd name="T17" fmla="*/ 0 h 103"/>
              <a:gd name="T18" fmla="*/ 17025706 w 103"/>
              <a:gd name="T19" fmla="*/ 274591 h 103"/>
              <a:gd name="T20" fmla="*/ 19771619 w 103"/>
              <a:gd name="T21" fmla="*/ 1098365 h 103"/>
              <a:gd name="T22" fmla="*/ 22242940 w 103"/>
              <a:gd name="T23" fmla="*/ 2471321 h 103"/>
              <a:gd name="T24" fmla="*/ 24165603 w 103"/>
              <a:gd name="T25" fmla="*/ 4118869 h 103"/>
              <a:gd name="T26" fmla="*/ 25813151 w 103"/>
              <a:gd name="T27" fmla="*/ 6316123 h 103"/>
              <a:gd name="T28" fmla="*/ 27186107 w 103"/>
              <a:gd name="T29" fmla="*/ 8512853 h 103"/>
              <a:gd name="T30" fmla="*/ 28009881 w 103"/>
              <a:gd name="T31" fmla="*/ 11258766 h 103"/>
              <a:gd name="T32" fmla="*/ 28284472 w 103"/>
              <a:gd name="T33" fmla="*/ 14004678 h 103"/>
              <a:gd name="T34" fmla="*/ 28284472 w 103"/>
              <a:gd name="T35" fmla="*/ 14004678 h 103"/>
              <a:gd name="T36" fmla="*/ 28009881 w 103"/>
              <a:gd name="T37" fmla="*/ 17025706 h 103"/>
              <a:gd name="T38" fmla="*/ 27186107 w 103"/>
              <a:gd name="T39" fmla="*/ 19497028 h 103"/>
              <a:gd name="T40" fmla="*/ 25813151 w 103"/>
              <a:gd name="T41" fmla="*/ 21968349 h 103"/>
              <a:gd name="T42" fmla="*/ 24165603 w 103"/>
              <a:gd name="T43" fmla="*/ 24165603 h 103"/>
              <a:gd name="T44" fmla="*/ 22242940 w 103"/>
              <a:gd name="T45" fmla="*/ 25538559 h 103"/>
              <a:gd name="T46" fmla="*/ 19771619 w 103"/>
              <a:gd name="T47" fmla="*/ 26911516 h 103"/>
              <a:gd name="T48" fmla="*/ 17025706 w 103"/>
              <a:gd name="T49" fmla="*/ 28009881 h 103"/>
              <a:gd name="T50" fmla="*/ 14279794 w 103"/>
              <a:gd name="T51" fmla="*/ 28284472 h 103"/>
              <a:gd name="T52" fmla="*/ 11258766 w 103"/>
              <a:gd name="T53" fmla="*/ 28009881 h 103"/>
              <a:gd name="T54" fmla="*/ 8787444 w 103"/>
              <a:gd name="T55" fmla="*/ 26911516 h 103"/>
              <a:gd name="T56" fmla="*/ 6590714 w 103"/>
              <a:gd name="T57" fmla="*/ 25538559 h 103"/>
              <a:gd name="T58" fmla="*/ 4393460 w 103"/>
              <a:gd name="T59" fmla="*/ 24165603 h 103"/>
              <a:gd name="T60" fmla="*/ 2745913 w 103"/>
              <a:gd name="T61" fmla="*/ 21968349 h 103"/>
              <a:gd name="T62" fmla="*/ 1372956 w 103"/>
              <a:gd name="T63" fmla="*/ 19497028 h 103"/>
              <a:gd name="T64" fmla="*/ 549183 w 103"/>
              <a:gd name="T65" fmla="*/ 17025706 h 103"/>
              <a:gd name="T66" fmla="*/ 0 w 103"/>
              <a:gd name="T67" fmla="*/ 14004678 h 10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3"/>
              <a:gd name="T103" fmla="*/ 0 h 103"/>
              <a:gd name="T104" fmla="*/ 103 w 103"/>
              <a:gd name="T105" fmla="*/ 103 h 10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3" h="103">
                <a:moveTo>
                  <a:pt x="0" y="51"/>
                </a:moveTo>
                <a:lnTo>
                  <a:pt x="2" y="41"/>
                </a:lnTo>
                <a:lnTo>
                  <a:pt x="5" y="31"/>
                </a:lnTo>
                <a:lnTo>
                  <a:pt x="10" y="23"/>
                </a:lnTo>
                <a:lnTo>
                  <a:pt x="16" y="15"/>
                </a:lnTo>
                <a:lnTo>
                  <a:pt x="24" y="9"/>
                </a:lnTo>
                <a:lnTo>
                  <a:pt x="32" y="4"/>
                </a:lnTo>
                <a:lnTo>
                  <a:pt x="41" y="1"/>
                </a:lnTo>
                <a:lnTo>
                  <a:pt x="52" y="0"/>
                </a:lnTo>
                <a:lnTo>
                  <a:pt x="62" y="1"/>
                </a:lnTo>
                <a:lnTo>
                  <a:pt x="72" y="4"/>
                </a:lnTo>
                <a:lnTo>
                  <a:pt x="81" y="9"/>
                </a:lnTo>
                <a:lnTo>
                  <a:pt x="88" y="15"/>
                </a:lnTo>
                <a:lnTo>
                  <a:pt x="94" y="23"/>
                </a:lnTo>
                <a:lnTo>
                  <a:pt x="99" y="31"/>
                </a:lnTo>
                <a:lnTo>
                  <a:pt x="102" y="41"/>
                </a:lnTo>
                <a:lnTo>
                  <a:pt x="103" y="51"/>
                </a:lnTo>
                <a:lnTo>
                  <a:pt x="102" y="62"/>
                </a:lnTo>
                <a:lnTo>
                  <a:pt x="99" y="71"/>
                </a:lnTo>
                <a:lnTo>
                  <a:pt x="94" y="80"/>
                </a:lnTo>
                <a:lnTo>
                  <a:pt x="88" y="88"/>
                </a:lnTo>
                <a:lnTo>
                  <a:pt x="81" y="93"/>
                </a:lnTo>
                <a:lnTo>
                  <a:pt x="72" y="98"/>
                </a:lnTo>
                <a:lnTo>
                  <a:pt x="62" y="102"/>
                </a:lnTo>
                <a:lnTo>
                  <a:pt x="52" y="103"/>
                </a:lnTo>
                <a:lnTo>
                  <a:pt x="41" y="102"/>
                </a:lnTo>
                <a:lnTo>
                  <a:pt x="32" y="98"/>
                </a:lnTo>
                <a:lnTo>
                  <a:pt x="24" y="93"/>
                </a:lnTo>
                <a:lnTo>
                  <a:pt x="16" y="88"/>
                </a:lnTo>
                <a:lnTo>
                  <a:pt x="10" y="80"/>
                </a:lnTo>
                <a:lnTo>
                  <a:pt x="5" y="71"/>
                </a:lnTo>
                <a:lnTo>
                  <a:pt x="2" y="62"/>
                </a:lnTo>
                <a:lnTo>
                  <a:pt x="0" y="51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02" name="Freeform 106"/>
          <p:cNvSpPr>
            <a:spLocks/>
          </p:cNvSpPr>
          <p:nvPr/>
        </p:nvSpPr>
        <p:spPr bwMode="auto">
          <a:xfrm>
            <a:off x="1110425" y="5855641"/>
            <a:ext cx="43901" cy="40524"/>
          </a:xfrm>
          <a:custGeom>
            <a:avLst/>
            <a:gdLst>
              <a:gd name="T0" fmla="*/ 0 w 103"/>
              <a:gd name="T1" fmla="*/ 14004678 h 103"/>
              <a:gd name="T2" fmla="*/ 549183 w 103"/>
              <a:gd name="T3" fmla="*/ 11258766 h 103"/>
              <a:gd name="T4" fmla="*/ 1372956 w 103"/>
              <a:gd name="T5" fmla="*/ 8512853 h 103"/>
              <a:gd name="T6" fmla="*/ 2745913 w 103"/>
              <a:gd name="T7" fmla="*/ 6316123 h 103"/>
              <a:gd name="T8" fmla="*/ 4393460 w 103"/>
              <a:gd name="T9" fmla="*/ 4118869 h 103"/>
              <a:gd name="T10" fmla="*/ 6590714 w 103"/>
              <a:gd name="T11" fmla="*/ 2471321 h 103"/>
              <a:gd name="T12" fmla="*/ 8787444 w 103"/>
              <a:gd name="T13" fmla="*/ 1098365 h 103"/>
              <a:gd name="T14" fmla="*/ 11258766 w 103"/>
              <a:gd name="T15" fmla="*/ 274591 h 103"/>
              <a:gd name="T16" fmla="*/ 14279794 w 103"/>
              <a:gd name="T17" fmla="*/ 0 h 103"/>
              <a:gd name="T18" fmla="*/ 17025706 w 103"/>
              <a:gd name="T19" fmla="*/ 274591 h 103"/>
              <a:gd name="T20" fmla="*/ 19771619 w 103"/>
              <a:gd name="T21" fmla="*/ 1098365 h 103"/>
              <a:gd name="T22" fmla="*/ 22242940 w 103"/>
              <a:gd name="T23" fmla="*/ 2471321 h 103"/>
              <a:gd name="T24" fmla="*/ 24165603 w 103"/>
              <a:gd name="T25" fmla="*/ 4118869 h 103"/>
              <a:gd name="T26" fmla="*/ 25813151 w 103"/>
              <a:gd name="T27" fmla="*/ 6316123 h 103"/>
              <a:gd name="T28" fmla="*/ 27186107 w 103"/>
              <a:gd name="T29" fmla="*/ 8512853 h 103"/>
              <a:gd name="T30" fmla="*/ 28009881 w 103"/>
              <a:gd name="T31" fmla="*/ 11258766 h 103"/>
              <a:gd name="T32" fmla="*/ 28284472 w 103"/>
              <a:gd name="T33" fmla="*/ 14004678 h 103"/>
              <a:gd name="T34" fmla="*/ 28284472 w 103"/>
              <a:gd name="T35" fmla="*/ 14004678 h 103"/>
              <a:gd name="T36" fmla="*/ 28009881 w 103"/>
              <a:gd name="T37" fmla="*/ 17025706 h 103"/>
              <a:gd name="T38" fmla="*/ 27186107 w 103"/>
              <a:gd name="T39" fmla="*/ 19497028 h 103"/>
              <a:gd name="T40" fmla="*/ 25813151 w 103"/>
              <a:gd name="T41" fmla="*/ 21968349 h 103"/>
              <a:gd name="T42" fmla="*/ 24165603 w 103"/>
              <a:gd name="T43" fmla="*/ 24165603 h 103"/>
              <a:gd name="T44" fmla="*/ 22242940 w 103"/>
              <a:gd name="T45" fmla="*/ 25538559 h 103"/>
              <a:gd name="T46" fmla="*/ 19771619 w 103"/>
              <a:gd name="T47" fmla="*/ 26911516 h 103"/>
              <a:gd name="T48" fmla="*/ 17025706 w 103"/>
              <a:gd name="T49" fmla="*/ 28009881 h 103"/>
              <a:gd name="T50" fmla="*/ 14279794 w 103"/>
              <a:gd name="T51" fmla="*/ 28284472 h 103"/>
              <a:gd name="T52" fmla="*/ 11258766 w 103"/>
              <a:gd name="T53" fmla="*/ 28009881 h 103"/>
              <a:gd name="T54" fmla="*/ 8787444 w 103"/>
              <a:gd name="T55" fmla="*/ 26911516 h 103"/>
              <a:gd name="T56" fmla="*/ 6590714 w 103"/>
              <a:gd name="T57" fmla="*/ 25538559 h 103"/>
              <a:gd name="T58" fmla="*/ 4393460 w 103"/>
              <a:gd name="T59" fmla="*/ 24165603 h 103"/>
              <a:gd name="T60" fmla="*/ 2745913 w 103"/>
              <a:gd name="T61" fmla="*/ 21968349 h 103"/>
              <a:gd name="T62" fmla="*/ 1372956 w 103"/>
              <a:gd name="T63" fmla="*/ 19497028 h 103"/>
              <a:gd name="T64" fmla="*/ 549183 w 103"/>
              <a:gd name="T65" fmla="*/ 17025706 h 103"/>
              <a:gd name="T66" fmla="*/ 0 w 103"/>
              <a:gd name="T67" fmla="*/ 14004678 h 10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3"/>
              <a:gd name="T103" fmla="*/ 0 h 103"/>
              <a:gd name="T104" fmla="*/ 103 w 103"/>
              <a:gd name="T105" fmla="*/ 103 h 10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3" h="103">
                <a:moveTo>
                  <a:pt x="0" y="51"/>
                </a:moveTo>
                <a:lnTo>
                  <a:pt x="2" y="41"/>
                </a:lnTo>
                <a:lnTo>
                  <a:pt x="5" y="31"/>
                </a:lnTo>
                <a:lnTo>
                  <a:pt x="10" y="23"/>
                </a:lnTo>
                <a:lnTo>
                  <a:pt x="16" y="15"/>
                </a:lnTo>
                <a:lnTo>
                  <a:pt x="24" y="9"/>
                </a:lnTo>
                <a:lnTo>
                  <a:pt x="32" y="4"/>
                </a:lnTo>
                <a:lnTo>
                  <a:pt x="41" y="1"/>
                </a:lnTo>
                <a:lnTo>
                  <a:pt x="52" y="0"/>
                </a:lnTo>
                <a:lnTo>
                  <a:pt x="62" y="1"/>
                </a:lnTo>
                <a:lnTo>
                  <a:pt x="72" y="4"/>
                </a:lnTo>
                <a:lnTo>
                  <a:pt x="81" y="9"/>
                </a:lnTo>
                <a:lnTo>
                  <a:pt x="88" y="15"/>
                </a:lnTo>
                <a:lnTo>
                  <a:pt x="94" y="23"/>
                </a:lnTo>
                <a:lnTo>
                  <a:pt x="99" y="31"/>
                </a:lnTo>
                <a:lnTo>
                  <a:pt x="102" y="41"/>
                </a:lnTo>
                <a:lnTo>
                  <a:pt x="103" y="51"/>
                </a:lnTo>
                <a:lnTo>
                  <a:pt x="102" y="62"/>
                </a:lnTo>
                <a:lnTo>
                  <a:pt x="99" y="71"/>
                </a:lnTo>
                <a:lnTo>
                  <a:pt x="94" y="80"/>
                </a:lnTo>
                <a:lnTo>
                  <a:pt x="88" y="88"/>
                </a:lnTo>
                <a:lnTo>
                  <a:pt x="81" y="93"/>
                </a:lnTo>
                <a:lnTo>
                  <a:pt x="72" y="98"/>
                </a:lnTo>
                <a:lnTo>
                  <a:pt x="62" y="102"/>
                </a:lnTo>
                <a:lnTo>
                  <a:pt x="52" y="103"/>
                </a:lnTo>
                <a:lnTo>
                  <a:pt x="41" y="102"/>
                </a:lnTo>
                <a:lnTo>
                  <a:pt x="32" y="98"/>
                </a:lnTo>
                <a:lnTo>
                  <a:pt x="24" y="93"/>
                </a:lnTo>
                <a:lnTo>
                  <a:pt x="16" y="88"/>
                </a:lnTo>
                <a:lnTo>
                  <a:pt x="10" y="80"/>
                </a:lnTo>
                <a:lnTo>
                  <a:pt x="5" y="71"/>
                </a:lnTo>
                <a:lnTo>
                  <a:pt x="2" y="62"/>
                </a:lnTo>
                <a:lnTo>
                  <a:pt x="0" y="51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03" name="Freeform 107"/>
          <p:cNvSpPr>
            <a:spLocks/>
          </p:cNvSpPr>
          <p:nvPr/>
        </p:nvSpPr>
        <p:spPr bwMode="auto">
          <a:xfrm>
            <a:off x="1221466" y="5855641"/>
            <a:ext cx="43901" cy="40524"/>
          </a:xfrm>
          <a:custGeom>
            <a:avLst/>
            <a:gdLst>
              <a:gd name="T0" fmla="*/ 0 w 103"/>
              <a:gd name="T1" fmla="*/ 14004678 h 103"/>
              <a:gd name="T2" fmla="*/ 274591 w 103"/>
              <a:gd name="T3" fmla="*/ 11258766 h 103"/>
              <a:gd name="T4" fmla="*/ 1372956 w 103"/>
              <a:gd name="T5" fmla="*/ 8512853 h 103"/>
              <a:gd name="T6" fmla="*/ 2471321 w 103"/>
              <a:gd name="T7" fmla="*/ 6316123 h 103"/>
              <a:gd name="T8" fmla="*/ 4118869 w 103"/>
              <a:gd name="T9" fmla="*/ 4118869 h 103"/>
              <a:gd name="T10" fmla="*/ 6041532 w 103"/>
              <a:gd name="T11" fmla="*/ 2471321 h 103"/>
              <a:gd name="T12" fmla="*/ 8512853 w 103"/>
              <a:gd name="T13" fmla="*/ 1098365 h 103"/>
              <a:gd name="T14" fmla="*/ 11258766 w 103"/>
              <a:gd name="T15" fmla="*/ 274591 h 103"/>
              <a:gd name="T16" fmla="*/ 14004678 w 103"/>
              <a:gd name="T17" fmla="*/ 0 h 103"/>
              <a:gd name="T18" fmla="*/ 17025706 w 103"/>
              <a:gd name="T19" fmla="*/ 274591 h 103"/>
              <a:gd name="T20" fmla="*/ 19497028 w 103"/>
              <a:gd name="T21" fmla="*/ 1098365 h 103"/>
              <a:gd name="T22" fmla="*/ 21968349 w 103"/>
              <a:gd name="T23" fmla="*/ 2471321 h 103"/>
              <a:gd name="T24" fmla="*/ 24165603 w 103"/>
              <a:gd name="T25" fmla="*/ 4118869 h 103"/>
              <a:gd name="T26" fmla="*/ 25813151 w 103"/>
              <a:gd name="T27" fmla="*/ 6316123 h 103"/>
              <a:gd name="T28" fmla="*/ 26911516 w 103"/>
              <a:gd name="T29" fmla="*/ 8512853 h 103"/>
              <a:gd name="T30" fmla="*/ 28009881 w 103"/>
              <a:gd name="T31" fmla="*/ 11258766 h 103"/>
              <a:gd name="T32" fmla="*/ 28284472 w 103"/>
              <a:gd name="T33" fmla="*/ 14004678 h 103"/>
              <a:gd name="T34" fmla="*/ 28284472 w 103"/>
              <a:gd name="T35" fmla="*/ 14004678 h 103"/>
              <a:gd name="T36" fmla="*/ 28009881 w 103"/>
              <a:gd name="T37" fmla="*/ 17025706 h 103"/>
              <a:gd name="T38" fmla="*/ 26911516 w 103"/>
              <a:gd name="T39" fmla="*/ 19497028 h 103"/>
              <a:gd name="T40" fmla="*/ 25813151 w 103"/>
              <a:gd name="T41" fmla="*/ 21968349 h 103"/>
              <a:gd name="T42" fmla="*/ 24165603 w 103"/>
              <a:gd name="T43" fmla="*/ 24165603 h 103"/>
              <a:gd name="T44" fmla="*/ 21968349 w 103"/>
              <a:gd name="T45" fmla="*/ 25538559 h 103"/>
              <a:gd name="T46" fmla="*/ 19497028 w 103"/>
              <a:gd name="T47" fmla="*/ 26911516 h 103"/>
              <a:gd name="T48" fmla="*/ 17025706 w 103"/>
              <a:gd name="T49" fmla="*/ 28009881 h 103"/>
              <a:gd name="T50" fmla="*/ 14004678 w 103"/>
              <a:gd name="T51" fmla="*/ 28284472 h 103"/>
              <a:gd name="T52" fmla="*/ 11258766 w 103"/>
              <a:gd name="T53" fmla="*/ 28009881 h 103"/>
              <a:gd name="T54" fmla="*/ 8512853 w 103"/>
              <a:gd name="T55" fmla="*/ 26911516 h 103"/>
              <a:gd name="T56" fmla="*/ 6041532 w 103"/>
              <a:gd name="T57" fmla="*/ 25538559 h 103"/>
              <a:gd name="T58" fmla="*/ 4118869 w 103"/>
              <a:gd name="T59" fmla="*/ 24165603 h 103"/>
              <a:gd name="T60" fmla="*/ 2471321 w 103"/>
              <a:gd name="T61" fmla="*/ 21968349 h 103"/>
              <a:gd name="T62" fmla="*/ 1372956 w 103"/>
              <a:gd name="T63" fmla="*/ 19497028 h 103"/>
              <a:gd name="T64" fmla="*/ 274591 w 103"/>
              <a:gd name="T65" fmla="*/ 17025706 h 103"/>
              <a:gd name="T66" fmla="*/ 0 w 103"/>
              <a:gd name="T67" fmla="*/ 14004678 h 10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3"/>
              <a:gd name="T103" fmla="*/ 0 h 103"/>
              <a:gd name="T104" fmla="*/ 103 w 103"/>
              <a:gd name="T105" fmla="*/ 103 h 10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3" h="103">
                <a:moveTo>
                  <a:pt x="0" y="51"/>
                </a:moveTo>
                <a:lnTo>
                  <a:pt x="1" y="41"/>
                </a:lnTo>
                <a:lnTo>
                  <a:pt x="5" y="31"/>
                </a:lnTo>
                <a:lnTo>
                  <a:pt x="9" y="23"/>
                </a:lnTo>
                <a:lnTo>
                  <a:pt x="15" y="15"/>
                </a:lnTo>
                <a:lnTo>
                  <a:pt x="22" y="9"/>
                </a:lnTo>
                <a:lnTo>
                  <a:pt x="31" y="4"/>
                </a:lnTo>
                <a:lnTo>
                  <a:pt x="41" y="1"/>
                </a:lnTo>
                <a:lnTo>
                  <a:pt x="51" y="0"/>
                </a:lnTo>
                <a:lnTo>
                  <a:pt x="62" y="1"/>
                </a:lnTo>
                <a:lnTo>
                  <a:pt x="71" y="4"/>
                </a:lnTo>
                <a:lnTo>
                  <a:pt x="80" y="9"/>
                </a:lnTo>
                <a:lnTo>
                  <a:pt x="88" y="15"/>
                </a:lnTo>
                <a:lnTo>
                  <a:pt x="94" y="23"/>
                </a:lnTo>
                <a:lnTo>
                  <a:pt x="98" y="31"/>
                </a:lnTo>
                <a:lnTo>
                  <a:pt x="102" y="41"/>
                </a:lnTo>
                <a:lnTo>
                  <a:pt x="103" y="51"/>
                </a:lnTo>
                <a:lnTo>
                  <a:pt x="102" y="62"/>
                </a:lnTo>
                <a:lnTo>
                  <a:pt x="98" y="71"/>
                </a:lnTo>
                <a:lnTo>
                  <a:pt x="94" y="80"/>
                </a:lnTo>
                <a:lnTo>
                  <a:pt x="88" y="88"/>
                </a:lnTo>
                <a:lnTo>
                  <a:pt x="80" y="93"/>
                </a:lnTo>
                <a:lnTo>
                  <a:pt x="71" y="98"/>
                </a:lnTo>
                <a:lnTo>
                  <a:pt x="62" y="102"/>
                </a:lnTo>
                <a:lnTo>
                  <a:pt x="51" y="103"/>
                </a:lnTo>
                <a:lnTo>
                  <a:pt x="41" y="102"/>
                </a:lnTo>
                <a:lnTo>
                  <a:pt x="31" y="98"/>
                </a:lnTo>
                <a:lnTo>
                  <a:pt x="22" y="93"/>
                </a:lnTo>
                <a:lnTo>
                  <a:pt x="15" y="88"/>
                </a:lnTo>
                <a:lnTo>
                  <a:pt x="9" y="80"/>
                </a:lnTo>
                <a:lnTo>
                  <a:pt x="5" y="71"/>
                </a:lnTo>
                <a:lnTo>
                  <a:pt x="1" y="62"/>
                </a:lnTo>
                <a:lnTo>
                  <a:pt x="0" y="51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04" name="Freeform 108"/>
          <p:cNvSpPr>
            <a:spLocks/>
          </p:cNvSpPr>
          <p:nvPr/>
        </p:nvSpPr>
        <p:spPr bwMode="auto">
          <a:xfrm>
            <a:off x="1221466" y="5855641"/>
            <a:ext cx="43901" cy="40524"/>
          </a:xfrm>
          <a:custGeom>
            <a:avLst/>
            <a:gdLst>
              <a:gd name="T0" fmla="*/ 0 w 103"/>
              <a:gd name="T1" fmla="*/ 14004678 h 103"/>
              <a:gd name="T2" fmla="*/ 274591 w 103"/>
              <a:gd name="T3" fmla="*/ 11258766 h 103"/>
              <a:gd name="T4" fmla="*/ 1372956 w 103"/>
              <a:gd name="T5" fmla="*/ 8512853 h 103"/>
              <a:gd name="T6" fmla="*/ 2471321 w 103"/>
              <a:gd name="T7" fmla="*/ 6316123 h 103"/>
              <a:gd name="T8" fmla="*/ 4118869 w 103"/>
              <a:gd name="T9" fmla="*/ 4118869 h 103"/>
              <a:gd name="T10" fmla="*/ 6041532 w 103"/>
              <a:gd name="T11" fmla="*/ 2471321 h 103"/>
              <a:gd name="T12" fmla="*/ 8512853 w 103"/>
              <a:gd name="T13" fmla="*/ 1098365 h 103"/>
              <a:gd name="T14" fmla="*/ 11258766 w 103"/>
              <a:gd name="T15" fmla="*/ 274591 h 103"/>
              <a:gd name="T16" fmla="*/ 14004678 w 103"/>
              <a:gd name="T17" fmla="*/ 0 h 103"/>
              <a:gd name="T18" fmla="*/ 17025706 w 103"/>
              <a:gd name="T19" fmla="*/ 274591 h 103"/>
              <a:gd name="T20" fmla="*/ 19497028 w 103"/>
              <a:gd name="T21" fmla="*/ 1098365 h 103"/>
              <a:gd name="T22" fmla="*/ 21968349 w 103"/>
              <a:gd name="T23" fmla="*/ 2471321 h 103"/>
              <a:gd name="T24" fmla="*/ 24165603 w 103"/>
              <a:gd name="T25" fmla="*/ 4118869 h 103"/>
              <a:gd name="T26" fmla="*/ 25813151 w 103"/>
              <a:gd name="T27" fmla="*/ 6316123 h 103"/>
              <a:gd name="T28" fmla="*/ 26911516 w 103"/>
              <a:gd name="T29" fmla="*/ 8512853 h 103"/>
              <a:gd name="T30" fmla="*/ 28009881 w 103"/>
              <a:gd name="T31" fmla="*/ 11258766 h 103"/>
              <a:gd name="T32" fmla="*/ 28284472 w 103"/>
              <a:gd name="T33" fmla="*/ 14004678 h 103"/>
              <a:gd name="T34" fmla="*/ 28284472 w 103"/>
              <a:gd name="T35" fmla="*/ 14004678 h 103"/>
              <a:gd name="T36" fmla="*/ 28009881 w 103"/>
              <a:gd name="T37" fmla="*/ 17025706 h 103"/>
              <a:gd name="T38" fmla="*/ 26911516 w 103"/>
              <a:gd name="T39" fmla="*/ 19497028 h 103"/>
              <a:gd name="T40" fmla="*/ 25813151 w 103"/>
              <a:gd name="T41" fmla="*/ 21968349 h 103"/>
              <a:gd name="T42" fmla="*/ 24165603 w 103"/>
              <a:gd name="T43" fmla="*/ 24165603 h 103"/>
              <a:gd name="T44" fmla="*/ 21968349 w 103"/>
              <a:gd name="T45" fmla="*/ 25538559 h 103"/>
              <a:gd name="T46" fmla="*/ 19497028 w 103"/>
              <a:gd name="T47" fmla="*/ 26911516 h 103"/>
              <a:gd name="T48" fmla="*/ 17025706 w 103"/>
              <a:gd name="T49" fmla="*/ 28009881 h 103"/>
              <a:gd name="T50" fmla="*/ 14004678 w 103"/>
              <a:gd name="T51" fmla="*/ 28284472 h 103"/>
              <a:gd name="T52" fmla="*/ 11258766 w 103"/>
              <a:gd name="T53" fmla="*/ 28009881 h 103"/>
              <a:gd name="T54" fmla="*/ 8512853 w 103"/>
              <a:gd name="T55" fmla="*/ 26911516 h 103"/>
              <a:gd name="T56" fmla="*/ 6041532 w 103"/>
              <a:gd name="T57" fmla="*/ 25538559 h 103"/>
              <a:gd name="T58" fmla="*/ 4118869 w 103"/>
              <a:gd name="T59" fmla="*/ 24165603 h 103"/>
              <a:gd name="T60" fmla="*/ 2471321 w 103"/>
              <a:gd name="T61" fmla="*/ 21968349 h 103"/>
              <a:gd name="T62" fmla="*/ 1372956 w 103"/>
              <a:gd name="T63" fmla="*/ 19497028 h 103"/>
              <a:gd name="T64" fmla="*/ 274591 w 103"/>
              <a:gd name="T65" fmla="*/ 17025706 h 103"/>
              <a:gd name="T66" fmla="*/ 0 w 103"/>
              <a:gd name="T67" fmla="*/ 14004678 h 10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3"/>
              <a:gd name="T103" fmla="*/ 0 h 103"/>
              <a:gd name="T104" fmla="*/ 103 w 103"/>
              <a:gd name="T105" fmla="*/ 103 h 10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3" h="103">
                <a:moveTo>
                  <a:pt x="0" y="51"/>
                </a:moveTo>
                <a:lnTo>
                  <a:pt x="1" y="41"/>
                </a:lnTo>
                <a:lnTo>
                  <a:pt x="5" y="31"/>
                </a:lnTo>
                <a:lnTo>
                  <a:pt x="9" y="23"/>
                </a:lnTo>
                <a:lnTo>
                  <a:pt x="15" y="15"/>
                </a:lnTo>
                <a:lnTo>
                  <a:pt x="22" y="9"/>
                </a:lnTo>
                <a:lnTo>
                  <a:pt x="31" y="4"/>
                </a:lnTo>
                <a:lnTo>
                  <a:pt x="41" y="1"/>
                </a:lnTo>
                <a:lnTo>
                  <a:pt x="51" y="0"/>
                </a:lnTo>
                <a:lnTo>
                  <a:pt x="62" y="1"/>
                </a:lnTo>
                <a:lnTo>
                  <a:pt x="71" y="4"/>
                </a:lnTo>
                <a:lnTo>
                  <a:pt x="80" y="9"/>
                </a:lnTo>
                <a:lnTo>
                  <a:pt x="88" y="15"/>
                </a:lnTo>
                <a:lnTo>
                  <a:pt x="94" y="23"/>
                </a:lnTo>
                <a:lnTo>
                  <a:pt x="98" y="31"/>
                </a:lnTo>
                <a:lnTo>
                  <a:pt x="102" y="41"/>
                </a:lnTo>
                <a:lnTo>
                  <a:pt x="103" y="51"/>
                </a:lnTo>
                <a:lnTo>
                  <a:pt x="102" y="62"/>
                </a:lnTo>
                <a:lnTo>
                  <a:pt x="98" y="71"/>
                </a:lnTo>
                <a:lnTo>
                  <a:pt x="94" y="80"/>
                </a:lnTo>
                <a:lnTo>
                  <a:pt x="88" y="88"/>
                </a:lnTo>
                <a:lnTo>
                  <a:pt x="80" y="93"/>
                </a:lnTo>
                <a:lnTo>
                  <a:pt x="71" y="98"/>
                </a:lnTo>
                <a:lnTo>
                  <a:pt x="62" y="102"/>
                </a:lnTo>
                <a:lnTo>
                  <a:pt x="51" y="103"/>
                </a:lnTo>
                <a:lnTo>
                  <a:pt x="41" y="102"/>
                </a:lnTo>
                <a:lnTo>
                  <a:pt x="31" y="98"/>
                </a:lnTo>
                <a:lnTo>
                  <a:pt x="22" y="93"/>
                </a:lnTo>
                <a:lnTo>
                  <a:pt x="15" y="88"/>
                </a:lnTo>
                <a:lnTo>
                  <a:pt x="9" y="80"/>
                </a:lnTo>
                <a:lnTo>
                  <a:pt x="5" y="71"/>
                </a:lnTo>
                <a:lnTo>
                  <a:pt x="1" y="62"/>
                </a:lnTo>
                <a:lnTo>
                  <a:pt x="0" y="51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05" name="Line 109"/>
          <p:cNvSpPr>
            <a:spLocks noChangeShapeType="1"/>
          </p:cNvSpPr>
          <p:nvPr/>
        </p:nvSpPr>
        <p:spPr bwMode="auto">
          <a:xfrm flipH="1">
            <a:off x="1262784" y="5884246"/>
            <a:ext cx="3301570" cy="0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06" name="Line 110"/>
          <p:cNvSpPr>
            <a:spLocks noChangeShapeType="1"/>
          </p:cNvSpPr>
          <p:nvPr/>
        </p:nvSpPr>
        <p:spPr bwMode="auto">
          <a:xfrm flipH="1">
            <a:off x="1257620" y="5405711"/>
            <a:ext cx="1028431" cy="11324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07" name="Line 111"/>
          <p:cNvSpPr>
            <a:spLocks noChangeShapeType="1"/>
          </p:cNvSpPr>
          <p:nvPr/>
        </p:nvSpPr>
        <p:spPr bwMode="auto">
          <a:xfrm>
            <a:off x="801830" y="5417034"/>
            <a:ext cx="302137" cy="0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08" name="Freeform 112"/>
          <p:cNvSpPr>
            <a:spLocks/>
          </p:cNvSpPr>
          <p:nvPr/>
        </p:nvSpPr>
        <p:spPr bwMode="auto">
          <a:xfrm>
            <a:off x="1213720" y="5396772"/>
            <a:ext cx="43901" cy="41716"/>
          </a:xfrm>
          <a:custGeom>
            <a:avLst/>
            <a:gdLst>
              <a:gd name="T0" fmla="*/ 28561771 w 102"/>
              <a:gd name="T1" fmla="*/ 14841255 h 103"/>
              <a:gd name="T2" fmla="*/ 28281842 w 102"/>
              <a:gd name="T3" fmla="*/ 18042331 h 103"/>
              <a:gd name="T4" fmla="*/ 27721983 w 102"/>
              <a:gd name="T5" fmla="*/ 20661344 h 103"/>
              <a:gd name="T6" fmla="*/ 26321808 w 102"/>
              <a:gd name="T7" fmla="*/ 23280358 h 103"/>
              <a:gd name="T8" fmla="*/ 24361775 w 102"/>
              <a:gd name="T9" fmla="*/ 25608070 h 103"/>
              <a:gd name="T10" fmla="*/ 22401213 w 102"/>
              <a:gd name="T11" fmla="*/ 27354258 h 103"/>
              <a:gd name="T12" fmla="*/ 19881321 w 102"/>
              <a:gd name="T13" fmla="*/ 28518384 h 103"/>
              <a:gd name="T14" fmla="*/ 17080971 w 102"/>
              <a:gd name="T15" fmla="*/ 29682510 h 103"/>
              <a:gd name="T16" fmla="*/ 14281150 w 102"/>
              <a:gd name="T17" fmla="*/ 29973272 h 103"/>
              <a:gd name="T18" fmla="*/ 11480800 w 102"/>
              <a:gd name="T19" fmla="*/ 29682510 h 103"/>
              <a:gd name="T20" fmla="*/ 8680450 w 102"/>
              <a:gd name="T21" fmla="*/ 28518384 h 103"/>
              <a:gd name="T22" fmla="*/ 6440488 w 102"/>
              <a:gd name="T23" fmla="*/ 27354258 h 103"/>
              <a:gd name="T24" fmla="*/ 4199996 w 102"/>
              <a:gd name="T25" fmla="*/ 25608070 h 103"/>
              <a:gd name="T26" fmla="*/ 2520421 w 102"/>
              <a:gd name="T27" fmla="*/ 23280358 h 103"/>
              <a:gd name="T28" fmla="*/ 1120246 w 102"/>
              <a:gd name="T29" fmla="*/ 20661344 h 103"/>
              <a:gd name="T30" fmla="*/ 559858 w 102"/>
              <a:gd name="T31" fmla="*/ 18042331 h 103"/>
              <a:gd name="T32" fmla="*/ 0 w 102"/>
              <a:gd name="T33" fmla="*/ 14841255 h 103"/>
              <a:gd name="T34" fmla="*/ 0 w 102"/>
              <a:gd name="T35" fmla="*/ 14841255 h 103"/>
              <a:gd name="T36" fmla="*/ 559858 w 102"/>
              <a:gd name="T37" fmla="*/ 11930940 h 103"/>
              <a:gd name="T38" fmla="*/ 1120246 w 102"/>
              <a:gd name="T39" fmla="*/ 9311927 h 103"/>
              <a:gd name="T40" fmla="*/ 2520421 w 102"/>
              <a:gd name="T41" fmla="*/ 6402152 h 103"/>
              <a:gd name="T42" fmla="*/ 4199996 w 102"/>
              <a:gd name="T43" fmla="*/ 4365202 h 103"/>
              <a:gd name="T44" fmla="*/ 6440488 w 102"/>
              <a:gd name="T45" fmla="*/ 2619013 h 103"/>
              <a:gd name="T46" fmla="*/ 8680450 w 102"/>
              <a:gd name="T47" fmla="*/ 1454887 h 103"/>
              <a:gd name="T48" fmla="*/ 11480800 w 102"/>
              <a:gd name="T49" fmla="*/ 290762 h 103"/>
              <a:gd name="T50" fmla="*/ 14281150 w 102"/>
              <a:gd name="T51" fmla="*/ 0 h 103"/>
              <a:gd name="T52" fmla="*/ 17080971 w 102"/>
              <a:gd name="T53" fmla="*/ 290762 h 103"/>
              <a:gd name="T54" fmla="*/ 19881321 w 102"/>
              <a:gd name="T55" fmla="*/ 1454887 h 103"/>
              <a:gd name="T56" fmla="*/ 22401213 w 102"/>
              <a:gd name="T57" fmla="*/ 2619013 h 103"/>
              <a:gd name="T58" fmla="*/ 24361775 w 102"/>
              <a:gd name="T59" fmla="*/ 4365202 h 103"/>
              <a:gd name="T60" fmla="*/ 26321808 w 102"/>
              <a:gd name="T61" fmla="*/ 6402152 h 103"/>
              <a:gd name="T62" fmla="*/ 27721983 w 102"/>
              <a:gd name="T63" fmla="*/ 9311927 h 103"/>
              <a:gd name="T64" fmla="*/ 28281842 w 102"/>
              <a:gd name="T65" fmla="*/ 11930940 h 103"/>
              <a:gd name="T66" fmla="*/ 28561771 w 102"/>
              <a:gd name="T67" fmla="*/ 14841255 h 10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3"/>
              <a:gd name="T104" fmla="*/ 102 w 102"/>
              <a:gd name="T105" fmla="*/ 103 h 10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3">
                <a:moveTo>
                  <a:pt x="102" y="51"/>
                </a:moveTo>
                <a:lnTo>
                  <a:pt x="101" y="62"/>
                </a:lnTo>
                <a:lnTo>
                  <a:pt x="99" y="71"/>
                </a:lnTo>
                <a:lnTo>
                  <a:pt x="94" y="80"/>
                </a:lnTo>
                <a:lnTo>
                  <a:pt x="87" y="88"/>
                </a:lnTo>
                <a:lnTo>
                  <a:pt x="80" y="94"/>
                </a:lnTo>
                <a:lnTo>
                  <a:pt x="71" y="98"/>
                </a:lnTo>
                <a:lnTo>
                  <a:pt x="61" y="102"/>
                </a:lnTo>
                <a:lnTo>
                  <a:pt x="51" y="103"/>
                </a:lnTo>
                <a:lnTo>
                  <a:pt x="41" y="102"/>
                </a:lnTo>
                <a:lnTo>
                  <a:pt x="31" y="98"/>
                </a:lnTo>
                <a:lnTo>
                  <a:pt x="23" y="94"/>
                </a:lnTo>
                <a:lnTo>
                  <a:pt x="15" y="88"/>
                </a:lnTo>
                <a:lnTo>
                  <a:pt x="9" y="80"/>
                </a:lnTo>
                <a:lnTo>
                  <a:pt x="4" y="71"/>
                </a:lnTo>
                <a:lnTo>
                  <a:pt x="2" y="62"/>
                </a:lnTo>
                <a:lnTo>
                  <a:pt x="0" y="51"/>
                </a:lnTo>
                <a:lnTo>
                  <a:pt x="2" y="41"/>
                </a:lnTo>
                <a:lnTo>
                  <a:pt x="4" y="32"/>
                </a:lnTo>
                <a:lnTo>
                  <a:pt x="9" y="22"/>
                </a:lnTo>
                <a:lnTo>
                  <a:pt x="15" y="15"/>
                </a:lnTo>
                <a:lnTo>
                  <a:pt x="23" y="9"/>
                </a:lnTo>
                <a:lnTo>
                  <a:pt x="31" y="5"/>
                </a:lnTo>
                <a:lnTo>
                  <a:pt x="41" y="1"/>
                </a:lnTo>
                <a:lnTo>
                  <a:pt x="51" y="0"/>
                </a:lnTo>
                <a:lnTo>
                  <a:pt x="61" y="1"/>
                </a:lnTo>
                <a:lnTo>
                  <a:pt x="71" y="5"/>
                </a:lnTo>
                <a:lnTo>
                  <a:pt x="80" y="9"/>
                </a:lnTo>
                <a:lnTo>
                  <a:pt x="87" y="15"/>
                </a:lnTo>
                <a:lnTo>
                  <a:pt x="94" y="22"/>
                </a:lnTo>
                <a:lnTo>
                  <a:pt x="99" y="32"/>
                </a:lnTo>
                <a:lnTo>
                  <a:pt x="101" y="41"/>
                </a:lnTo>
                <a:lnTo>
                  <a:pt x="102" y="51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09" name="Freeform 113"/>
          <p:cNvSpPr>
            <a:spLocks/>
          </p:cNvSpPr>
          <p:nvPr/>
        </p:nvSpPr>
        <p:spPr bwMode="auto">
          <a:xfrm>
            <a:off x="1213720" y="5396772"/>
            <a:ext cx="43901" cy="41716"/>
          </a:xfrm>
          <a:custGeom>
            <a:avLst/>
            <a:gdLst>
              <a:gd name="T0" fmla="*/ 28561771 w 102"/>
              <a:gd name="T1" fmla="*/ 14841255 h 103"/>
              <a:gd name="T2" fmla="*/ 28281842 w 102"/>
              <a:gd name="T3" fmla="*/ 18042331 h 103"/>
              <a:gd name="T4" fmla="*/ 27721983 w 102"/>
              <a:gd name="T5" fmla="*/ 20661344 h 103"/>
              <a:gd name="T6" fmla="*/ 26321808 w 102"/>
              <a:gd name="T7" fmla="*/ 23280358 h 103"/>
              <a:gd name="T8" fmla="*/ 24361775 w 102"/>
              <a:gd name="T9" fmla="*/ 25608070 h 103"/>
              <a:gd name="T10" fmla="*/ 22401213 w 102"/>
              <a:gd name="T11" fmla="*/ 27354258 h 103"/>
              <a:gd name="T12" fmla="*/ 19881321 w 102"/>
              <a:gd name="T13" fmla="*/ 28518384 h 103"/>
              <a:gd name="T14" fmla="*/ 17080971 w 102"/>
              <a:gd name="T15" fmla="*/ 29682510 h 103"/>
              <a:gd name="T16" fmla="*/ 14281150 w 102"/>
              <a:gd name="T17" fmla="*/ 29973272 h 103"/>
              <a:gd name="T18" fmla="*/ 11480800 w 102"/>
              <a:gd name="T19" fmla="*/ 29682510 h 103"/>
              <a:gd name="T20" fmla="*/ 8680450 w 102"/>
              <a:gd name="T21" fmla="*/ 28518384 h 103"/>
              <a:gd name="T22" fmla="*/ 6440488 w 102"/>
              <a:gd name="T23" fmla="*/ 27354258 h 103"/>
              <a:gd name="T24" fmla="*/ 4199996 w 102"/>
              <a:gd name="T25" fmla="*/ 25608070 h 103"/>
              <a:gd name="T26" fmla="*/ 2520421 w 102"/>
              <a:gd name="T27" fmla="*/ 23280358 h 103"/>
              <a:gd name="T28" fmla="*/ 1120246 w 102"/>
              <a:gd name="T29" fmla="*/ 20661344 h 103"/>
              <a:gd name="T30" fmla="*/ 559858 w 102"/>
              <a:gd name="T31" fmla="*/ 18042331 h 103"/>
              <a:gd name="T32" fmla="*/ 0 w 102"/>
              <a:gd name="T33" fmla="*/ 14841255 h 103"/>
              <a:gd name="T34" fmla="*/ 0 w 102"/>
              <a:gd name="T35" fmla="*/ 14841255 h 103"/>
              <a:gd name="T36" fmla="*/ 559858 w 102"/>
              <a:gd name="T37" fmla="*/ 11930940 h 103"/>
              <a:gd name="T38" fmla="*/ 1120246 w 102"/>
              <a:gd name="T39" fmla="*/ 9311927 h 103"/>
              <a:gd name="T40" fmla="*/ 2520421 w 102"/>
              <a:gd name="T41" fmla="*/ 6402152 h 103"/>
              <a:gd name="T42" fmla="*/ 4199996 w 102"/>
              <a:gd name="T43" fmla="*/ 4365202 h 103"/>
              <a:gd name="T44" fmla="*/ 6440488 w 102"/>
              <a:gd name="T45" fmla="*/ 2619013 h 103"/>
              <a:gd name="T46" fmla="*/ 8680450 w 102"/>
              <a:gd name="T47" fmla="*/ 1454887 h 103"/>
              <a:gd name="T48" fmla="*/ 11480800 w 102"/>
              <a:gd name="T49" fmla="*/ 290762 h 103"/>
              <a:gd name="T50" fmla="*/ 14281150 w 102"/>
              <a:gd name="T51" fmla="*/ 0 h 103"/>
              <a:gd name="T52" fmla="*/ 17080971 w 102"/>
              <a:gd name="T53" fmla="*/ 290762 h 103"/>
              <a:gd name="T54" fmla="*/ 19881321 w 102"/>
              <a:gd name="T55" fmla="*/ 1454887 h 103"/>
              <a:gd name="T56" fmla="*/ 22401213 w 102"/>
              <a:gd name="T57" fmla="*/ 2619013 h 103"/>
              <a:gd name="T58" fmla="*/ 24361775 w 102"/>
              <a:gd name="T59" fmla="*/ 4365202 h 103"/>
              <a:gd name="T60" fmla="*/ 26321808 w 102"/>
              <a:gd name="T61" fmla="*/ 6402152 h 103"/>
              <a:gd name="T62" fmla="*/ 27721983 w 102"/>
              <a:gd name="T63" fmla="*/ 9311927 h 103"/>
              <a:gd name="T64" fmla="*/ 28281842 w 102"/>
              <a:gd name="T65" fmla="*/ 11930940 h 103"/>
              <a:gd name="T66" fmla="*/ 28561771 w 102"/>
              <a:gd name="T67" fmla="*/ 14841255 h 10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3"/>
              <a:gd name="T104" fmla="*/ 102 w 102"/>
              <a:gd name="T105" fmla="*/ 103 h 10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3">
                <a:moveTo>
                  <a:pt x="102" y="51"/>
                </a:moveTo>
                <a:lnTo>
                  <a:pt x="101" y="62"/>
                </a:lnTo>
                <a:lnTo>
                  <a:pt x="99" y="71"/>
                </a:lnTo>
                <a:lnTo>
                  <a:pt x="94" y="80"/>
                </a:lnTo>
                <a:lnTo>
                  <a:pt x="87" y="88"/>
                </a:lnTo>
                <a:lnTo>
                  <a:pt x="80" y="94"/>
                </a:lnTo>
                <a:lnTo>
                  <a:pt x="71" y="98"/>
                </a:lnTo>
                <a:lnTo>
                  <a:pt x="61" y="102"/>
                </a:lnTo>
                <a:lnTo>
                  <a:pt x="51" y="103"/>
                </a:lnTo>
                <a:lnTo>
                  <a:pt x="41" y="102"/>
                </a:lnTo>
                <a:lnTo>
                  <a:pt x="31" y="98"/>
                </a:lnTo>
                <a:lnTo>
                  <a:pt x="23" y="94"/>
                </a:lnTo>
                <a:lnTo>
                  <a:pt x="15" y="88"/>
                </a:lnTo>
                <a:lnTo>
                  <a:pt x="9" y="80"/>
                </a:lnTo>
                <a:lnTo>
                  <a:pt x="4" y="71"/>
                </a:lnTo>
                <a:lnTo>
                  <a:pt x="2" y="62"/>
                </a:lnTo>
                <a:lnTo>
                  <a:pt x="0" y="51"/>
                </a:lnTo>
                <a:lnTo>
                  <a:pt x="2" y="41"/>
                </a:lnTo>
                <a:lnTo>
                  <a:pt x="4" y="32"/>
                </a:lnTo>
                <a:lnTo>
                  <a:pt x="9" y="22"/>
                </a:lnTo>
                <a:lnTo>
                  <a:pt x="15" y="15"/>
                </a:lnTo>
                <a:lnTo>
                  <a:pt x="23" y="9"/>
                </a:lnTo>
                <a:lnTo>
                  <a:pt x="31" y="5"/>
                </a:lnTo>
                <a:lnTo>
                  <a:pt x="41" y="1"/>
                </a:lnTo>
                <a:lnTo>
                  <a:pt x="51" y="0"/>
                </a:lnTo>
                <a:lnTo>
                  <a:pt x="61" y="1"/>
                </a:lnTo>
                <a:lnTo>
                  <a:pt x="71" y="5"/>
                </a:lnTo>
                <a:lnTo>
                  <a:pt x="80" y="9"/>
                </a:lnTo>
                <a:lnTo>
                  <a:pt x="87" y="15"/>
                </a:lnTo>
                <a:lnTo>
                  <a:pt x="94" y="22"/>
                </a:lnTo>
                <a:lnTo>
                  <a:pt x="99" y="32"/>
                </a:lnTo>
                <a:lnTo>
                  <a:pt x="101" y="41"/>
                </a:lnTo>
                <a:lnTo>
                  <a:pt x="102" y="51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10" name="Freeform 114"/>
          <p:cNvSpPr>
            <a:spLocks/>
          </p:cNvSpPr>
          <p:nvPr/>
        </p:nvSpPr>
        <p:spPr bwMode="auto">
          <a:xfrm>
            <a:off x="1103968" y="5396772"/>
            <a:ext cx="43901" cy="41716"/>
          </a:xfrm>
          <a:custGeom>
            <a:avLst/>
            <a:gdLst>
              <a:gd name="T0" fmla="*/ 28561771 w 102"/>
              <a:gd name="T1" fmla="*/ 14841255 h 103"/>
              <a:gd name="T2" fmla="*/ 28561771 w 102"/>
              <a:gd name="T3" fmla="*/ 18042331 h 103"/>
              <a:gd name="T4" fmla="*/ 27441525 w 102"/>
              <a:gd name="T5" fmla="*/ 20661344 h 103"/>
              <a:gd name="T6" fmla="*/ 26321808 w 102"/>
              <a:gd name="T7" fmla="*/ 23280358 h 103"/>
              <a:gd name="T8" fmla="*/ 24641704 w 102"/>
              <a:gd name="T9" fmla="*/ 25608070 h 103"/>
              <a:gd name="T10" fmla="*/ 22401213 w 102"/>
              <a:gd name="T11" fmla="*/ 27354258 h 103"/>
              <a:gd name="T12" fmla="*/ 19881321 w 102"/>
              <a:gd name="T13" fmla="*/ 28518384 h 103"/>
              <a:gd name="T14" fmla="*/ 17080971 w 102"/>
              <a:gd name="T15" fmla="*/ 29682510 h 103"/>
              <a:gd name="T16" fmla="*/ 14561079 w 102"/>
              <a:gd name="T17" fmla="*/ 29973272 h 103"/>
              <a:gd name="T18" fmla="*/ 11480800 w 102"/>
              <a:gd name="T19" fmla="*/ 29682510 h 103"/>
              <a:gd name="T20" fmla="*/ 8960379 w 102"/>
              <a:gd name="T21" fmla="*/ 28518384 h 103"/>
              <a:gd name="T22" fmla="*/ 6160558 w 102"/>
              <a:gd name="T23" fmla="*/ 27354258 h 103"/>
              <a:gd name="T24" fmla="*/ 4199996 w 102"/>
              <a:gd name="T25" fmla="*/ 25608070 h 103"/>
              <a:gd name="T26" fmla="*/ 2239963 w 102"/>
              <a:gd name="T27" fmla="*/ 23280358 h 103"/>
              <a:gd name="T28" fmla="*/ 840317 w 102"/>
              <a:gd name="T29" fmla="*/ 20661344 h 103"/>
              <a:gd name="T30" fmla="*/ 279929 w 102"/>
              <a:gd name="T31" fmla="*/ 18042331 h 103"/>
              <a:gd name="T32" fmla="*/ 0 w 102"/>
              <a:gd name="T33" fmla="*/ 14841255 h 103"/>
              <a:gd name="T34" fmla="*/ 0 w 102"/>
              <a:gd name="T35" fmla="*/ 14841255 h 103"/>
              <a:gd name="T36" fmla="*/ 279929 w 102"/>
              <a:gd name="T37" fmla="*/ 11930940 h 103"/>
              <a:gd name="T38" fmla="*/ 840317 w 102"/>
              <a:gd name="T39" fmla="*/ 9311927 h 103"/>
              <a:gd name="T40" fmla="*/ 2239963 w 102"/>
              <a:gd name="T41" fmla="*/ 6402152 h 103"/>
              <a:gd name="T42" fmla="*/ 4199996 w 102"/>
              <a:gd name="T43" fmla="*/ 4365202 h 103"/>
              <a:gd name="T44" fmla="*/ 6160558 w 102"/>
              <a:gd name="T45" fmla="*/ 2619013 h 103"/>
              <a:gd name="T46" fmla="*/ 8960379 w 102"/>
              <a:gd name="T47" fmla="*/ 1454887 h 103"/>
              <a:gd name="T48" fmla="*/ 11480800 w 102"/>
              <a:gd name="T49" fmla="*/ 290762 h 103"/>
              <a:gd name="T50" fmla="*/ 14561079 w 102"/>
              <a:gd name="T51" fmla="*/ 0 h 103"/>
              <a:gd name="T52" fmla="*/ 17080971 w 102"/>
              <a:gd name="T53" fmla="*/ 290762 h 103"/>
              <a:gd name="T54" fmla="*/ 19881321 w 102"/>
              <a:gd name="T55" fmla="*/ 1454887 h 103"/>
              <a:gd name="T56" fmla="*/ 22401213 w 102"/>
              <a:gd name="T57" fmla="*/ 2619013 h 103"/>
              <a:gd name="T58" fmla="*/ 24641704 w 102"/>
              <a:gd name="T59" fmla="*/ 4365202 h 103"/>
              <a:gd name="T60" fmla="*/ 26321808 w 102"/>
              <a:gd name="T61" fmla="*/ 6402152 h 103"/>
              <a:gd name="T62" fmla="*/ 27441525 w 102"/>
              <a:gd name="T63" fmla="*/ 9311927 h 103"/>
              <a:gd name="T64" fmla="*/ 28561771 w 102"/>
              <a:gd name="T65" fmla="*/ 11930940 h 103"/>
              <a:gd name="T66" fmla="*/ 28561771 w 102"/>
              <a:gd name="T67" fmla="*/ 14841255 h 10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3"/>
              <a:gd name="T104" fmla="*/ 102 w 102"/>
              <a:gd name="T105" fmla="*/ 103 h 10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3">
                <a:moveTo>
                  <a:pt x="102" y="51"/>
                </a:moveTo>
                <a:lnTo>
                  <a:pt x="102" y="62"/>
                </a:lnTo>
                <a:lnTo>
                  <a:pt x="98" y="71"/>
                </a:lnTo>
                <a:lnTo>
                  <a:pt x="94" y="80"/>
                </a:lnTo>
                <a:lnTo>
                  <a:pt x="88" y="88"/>
                </a:lnTo>
                <a:lnTo>
                  <a:pt x="80" y="94"/>
                </a:lnTo>
                <a:lnTo>
                  <a:pt x="71" y="98"/>
                </a:lnTo>
                <a:lnTo>
                  <a:pt x="61" y="102"/>
                </a:lnTo>
                <a:lnTo>
                  <a:pt x="52" y="103"/>
                </a:lnTo>
                <a:lnTo>
                  <a:pt x="41" y="102"/>
                </a:lnTo>
                <a:lnTo>
                  <a:pt x="32" y="98"/>
                </a:lnTo>
                <a:lnTo>
                  <a:pt x="22" y="94"/>
                </a:lnTo>
                <a:lnTo>
                  <a:pt x="15" y="88"/>
                </a:lnTo>
                <a:lnTo>
                  <a:pt x="8" y="80"/>
                </a:lnTo>
                <a:lnTo>
                  <a:pt x="3" y="71"/>
                </a:lnTo>
                <a:lnTo>
                  <a:pt x="1" y="62"/>
                </a:lnTo>
                <a:lnTo>
                  <a:pt x="0" y="51"/>
                </a:lnTo>
                <a:lnTo>
                  <a:pt x="1" y="41"/>
                </a:lnTo>
                <a:lnTo>
                  <a:pt x="3" y="32"/>
                </a:lnTo>
                <a:lnTo>
                  <a:pt x="8" y="22"/>
                </a:lnTo>
                <a:lnTo>
                  <a:pt x="15" y="15"/>
                </a:lnTo>
                <a:lnTo>
                  <a:pt x="22" y="9"/>
                </a:lnTo>
                <a:lnTo>
                  <a:pt x="32" y="5"/>
                </a:lnTo>
                <a:lnTo>
                  <a:pt x="41" y="1"/>
                </a:lnTo>
                <a:lnTo>
                  <a:pt x="52" y="0"/>
                </a:lnTo>
                <a:lnTo>
                  <a:pt x="61" y="1"/>
                </a:lnTo>
                <a:lnTo>
                  <a:pt x="71" y="5"/>
                </a:lnTo>
                <a:lnTo>
                  <a:pt x="80" y="9"/>
                </a:lnTo>
                <a:lnTo>
                  <a:pt x="88" y="15"/>
                </a:lnTo>
                <a:lnTo>
                  <a:pt x="94" y="22"/>
                </a:lnTo>
                <a:lnTo>
                  <a:pt x="98" y="32"/>
                </a:lnTo>
                <a:lnTo>
                  <a:pt x="102" y="41"/>
                </a:lnTo>
                <a:lnTo>
                  <a:pt x="102" y="51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11" name="Freeform 115"/>
          <p:cNvSpPr>
            <a:spLocks/>
          </p:cNvSpPr>
          <p:nvPr/>
        </p:nvSpPr>
        <p:spPr bwMode="auto">
          <a:xfrm>
            <a:off x="1103968" y="5396772"/>
            <a:ext cx="43901" cy="41716"/>
          </a:xfrm>
          <a:custGeom>
            <a:avLst/>
            <a:gdLst>
              <a:gd name="T0" fmla="*/ 28561771 w 102"/>
              <a:gd name="T1" fmla="*/ 14841255 h 103"/>
              <a:gd name="T2" fmla="*/ 28561771 w 102"/>
              <a:gd name="T3" fmla="*/ 18042331 h 103"/>
              <a:gd name="T4" fmla="*/ 27441525 w 102"/>
              <a:gd name="T5" fmla="*/ 20661344 h 103"/>
              <a:gd name="T6" fmla="*/ 26321808 w 102"/>
              <a:gd name="T7" fmla="*/ 23280358 h 103"/>
              <a:gd name="T8" fmla="*/ 24641704 w 102"/>
              <a:gd name="T9" fmla="*/ 25608070 h 103"/>
              <a:gd name="T10" fmla="*/ 22401213 w 102"/>
              <a:gd name="T11" fmla="*/ 27354258 h 103"/>
              <a:gd name="T12" fmla="*/ 19881321 w 102"/>
              <a:gd name="T13" fmla="*/ 28518384 h 103"/>
              <a:gd name="T14" fmla="*/ 17080971 w 102"/>
              <a:gd name="T15" fmla="*/ 29682510 h 103"/>
              <a:gd name="T16" fmla="*/ 14561079 w 102"/>
              <a:gd name="T17" fmla="*/ 29973272 h 103"/>
              <a:gd name="T18" fmla="*/ 11480800 w 102"/>
              <a:gd name="T19" fmla="*/ 29682510 h 103"/>
              <a:gd name="T20" fmla="*/ 8960379 w 102"/>
              <a:gd name="T21" fmla="*/ 28518384 h 103"/>
              <a:gd name="T22" fmla="*/ 6160558 w 102"/>
              <a:gd name="T23" fmla="*/ 27354258 h 103"/>
              <a:gd name="T24" fmla="*/ 4199996 w 102"/>
              <a:gd name="T25" fmla="*/ 25608070 h 103"/>
              <a:gd name="T26" fmla="*/ 2239963 w 102"/>
              <a:gd name="T27" fmla="*/ 23280358 h 103"/>
              <a:gd name="T28" fmla="*/ 840317 w 102"/>
              <a:gd name="T29" fmla="*/ 20661344 h 103"/>
              <a:gd name="T30" fmla="*/ 279929 w 102"/>
              <a:gd name="T31" fmla="*/ 18042331 h 103"/>
              <a:gd name="T32" fmla="*/ 0 w 102"/>
              <a:gd name="T33" fmla="*/ 14841255 h 103"/>
              <a:gd name="T34" fmla="*/ 0 w 102"/>
              <a:gd name="T35" fmla="*/ 14841255 h 103"/>
              <a:gd name="T36" fmla="*/ 279929 w 102"/>
              <a:gd name="T37" fmla="*/ 11930940 h 103"/>
              <a:gd name="T38" fmla="*/ 840317 w 102"/>
              <a:gd name="T39" fmla="*/ 9311927 h 103"/>
              <a:gd name="T40" fmla="*/ 2239963 w 102"/>
              <a:gd name="T41" fmla="*/ 6402152 h 103"/>
              <a:gd name="T42" fmla="*/ 4199996 w 102"/>
              <a:gd name="T43" fmla="*/ 4365202 h 103"/>
              <a:gd name="T44" fmla="*/ 6160558 w 102"/>
              <a:gd name="T45" fmla="*/ 2619013 h 103"/>
              <a:gd name="T46" fmla="*/ 8960379 w 102"/>
              <a:gd name="T47" fmla="*/ 1454887 h 103"/>
              <a:gd name="T48" fmla="*/ 11480800 w 102"/>
              <a:gd name="T49" fmla="*/ 290762 h 103"/>
              <a:gd name="T50" fmla="*/ 14561079 w 102"/>
              <a:gd name="T51" fmla="*/ 0 h 103"/>
              <a:gd name="T52" fmla="*/ 17080971 w 102"/>
              <a:gd name="T53" fmla="*/ 290762 h 103"/>
              <a:gd name="T54" fmla="*/ 19881321 w 102"/>
              <a:gd name="T55" fmla="*/ 1454887 h 103"/>
              <a:gd name="T56" fmla="*/ 22401213 w 102"/>
              <a:gd name="T57" fmla="*/ 2619013 h 103"/>
              <a:gd name="T58" fmla="*/ 24641704 w 102"/>
              <a:gd name="T59" fmla="*/ 4365202 h 103"/>
              <a:gd name="T60" fmla="*/ 26321808 w 102"/>
              <a:gd name="T61" fmla="*/ 6402152 h 103"/>
              <a:gd name="T62" fmla="*/ 27441525 w 102"/>
              <a:gd name="T63" fmla="*/ 9311927 h 103"/>
              <a:gd name="T64" fmla="*/ 28561771 w 102"/>
              <a:gd name="T65" fmla="*/ 11930940 h 103"/>
              <a:gd name="T66" fmla="*/ 28561771 w 102"/>
              <a:gd name="T67" fmla="*/ 14841255 h 10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3"/>
              <a:gd name="T104" fmla="*/ 102 w 102"/>
              <a:gd name="T105" fmla="*/ 103 h 10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3">
                <a:moveTo>
                  <a:pt x="102" y="51"/>
                </a:moveTo>
                <a:lnTo>
                  <a:pt x="102" y="62"/>
                </a:lnTo>
                <a:lnTo>
                  <a:pt x="98" y="71"/>
                </a:lnTo>
                <a:lnTo>
                  <a:pt x="94" y="80"/>
                </a:lnTo>
                <a:lnTo>
                  <a:pt x="88" y="88"/>
                </a:lnTo>
                <a:lnTo>
                  <a:pt x="80" y="94"/>
                </a:lnTo>
                <a:lnTo>
                  <a:pt x="71" y="98"/>
                </a:lnTo>
                <a:lnTo>
                  <a:pt x="61" y="102"/>
                </a:lnTo>
                <a:lnTo>
                  <a:pt x="52" y="103"/>
                </a:lnTo>
                <a:lnTo>
                  <a:pt x="41" y="102"/>
                </a:lnTo>
                <a:lnTo>
                  <a:pt x="32" y="98"/>
                </a:lnTo>
                <a:lnTo>
                  <a:pt x="22" y="94"/>
                </a:lnTo>
                <a:lnTo>
                  <a:pt x="15" y="88"/>
                </a:lnTo>
                <a:lnTo>
                  <a:pt x="8" y="80"/>
                </a:lnTo>
                <a:lnTo>
                  <a:pt x="3" y="71"/>
                </a:lnTo>
                <a:lnTo>
                  <a:pt x="1" y="62"/>
                </a:lnTo>
                <a:lnTo>
                  <a:pt x="0" y="51"/>
                </a:lnTo>
                <a:lnTo>
                  <a:pt x="1" y="41"/>
                </a:lnTo>
                <a:lnTo>
                  <a:pt x="3" y="32"/>
                </a:lnTo>
                <a:lnTo>
                  <a:pt x="8" y="22"/>
                </a:lnTo>
                <a:lnTo>
                  <a:pt x="15" y="15"/>
                </a:lnTo>
                <a:lnTo>
                  <a:pt x="22" y="9"/>
                </a:lnTo>
                <a:lnTo>
                  <a:pt x="32" y="5"/>
                </a:lnTo>
                <a:lnTo>
                  <a:pt x="41" y="1"/>
                </a:lnTo>
                <a:lnTo>
                  <a:pt x="52" y="0"/>
                </a:lnTo>
                <a:lnTo>
                  <a:pt x="61" y="1"/>
                </a:lnTo>
                <a:lnTo>
                  <a:pt x="71" y="5"/>
                </a:lnTo>
                <a:lnTo>
                  <a:pt x="80" y="9"/>
                </a:lnTo>
                <a:lnTo>
                  <a:pt x="88" y="15"/>
                </a:lnTo>
                <a:lnTo>
                  <a:pt x="94" y="22"/>
                </a:lnTo>
                <a:lnTo>
                  <a:pt x="98" y="32"/>
                </a:lnTo>
                <a:lnTo>
                  <a:pt x="102" y="41"/>
                </a:lnTo>
                <a:lnTo>
                  <a:pt x="102" y="51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12" name="Line 116"/>
          <p:cNvSpPr>
            <a:spLocks noChangeShapeType="1"/>
          </p:cNvSpPr>
          <p:nvPr/>
        </p:nvSpPr>
        <p:spPr bwMode="auto">
          <a:xfrm flipH="1">
            <a:off x="1129793" y="5384853"/>
            <a:ext cx="126536" cy="0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13" name="Line 117"/>
          <p:cNvSpPr>
            <a:spLocks noChangeShapeType="1"/>
          </p:cNvSpPr>
          <p:nvPr/>
        </p:nvSpPr>
        <p:spPr bwMode="auto">
          <a:xfrm>
            <a:off x="912872" y="5326454"/>
            <a:ext cx="5164" cy="569712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14" name="Freeform 118"/>
          <p:cNvSpPr>
            <a:spLocks/>
          </p:cNvSpPr>
          <p:nvPr/>
        </p:nvSpPr>
        <p:spPr bwMode="auto">
          <a:xfrm>
            <a:off x="884463" y="5300231"/>
            <a:ext cx="55522" cy="51250"/>
          </a:xfrm>
          <a:custGeom>
            <a:avLst/>
            <a:gdLst>
              <a:gd name="T0" fmla="*/ 18489865 w 127"/>
              <a:gd name="T1" fmla="*/ 36690556 h 127"/>
              <a:gd name="T2" fmla="*/ 22245350 w 127"/>
              <a:gd name="T3" fmla="*/ 36401921 h 127"/>
              <a:gd name="T4" fmla="*/ 25712199 w 127"/>
              <a:gd name="T5" fmla="*/ 35246304 h 127"/>
              <a:gd name="T6" fmla="*/ 28601241 w 127"/>
              <a:gd name="T7" fmla="*/ 33512880 h 127"/>
              <a:gd name="T8" fmla="*/ 31490282 w 127"/>
              <a:gd name="T9" fmla="*/ 31201646 h 127"/>
              <a:gd name="T10" fmla="*/ 33801515 w 127"/>
              <a:gd name="T11" fmla="*/ 28601241 h 127"/>
              <a:gd name="T12" fmla="*/ 35534940 w 127"/>
              <a:gd name="T13" fmla="*/ 25423564 h 127"/>
              <a:gd name="T14" fmla="*/ 36401921 w 127"/>
              <a:gd name="T15" fmla="*/ 21667541 h 127"/>
              <a:gd name="T16" fmla="*/ 36690556 w 127"/>
              <a:gd name="T17" fmla="*/ 18200692 h 127"/>
              <a:gd name="T18" fmla="*/ 36401921 w 127"/>
              <a:gd name="T19" fmla="*/ 14733842 h 127"/>
              <a:gd name="T20" fmla="*/ 34957131 w 127"/>
              <a:gd name="T21" fmla="*/ 10978357 h 127"/>
              <a:gd name="T22" fmla="*/ 33512880 w 127"/>
              <a:gd name="T23" fmla="*/ 7800143 h 127"/>
              <a:gd name="T24" fmla="*/ 31490282 w 127"/>
              <a:gd name="T25" fmla="*/ 5200274 h 127"/>
              <a:gd name="T26" fmla="*/ 28601241 w 127"/>
              <a:gd name="T27" fmla="*/ 3177677 h 127"/>
              <a:gd name="T28" fmla="*/ 25423564 w 127"/>
              <a:gd name="T29" fmla="*/ 1444252 h 127"/>
              <a:gd name="T30" fmla="*/ 21956714 w 127"/>
              <a:gd name="T31" fmla="*/ 577808 h 127"/>
              <a:gd name="T32" fmla="*/ 18200692 w 127"/>
              <a:gd name="T33" fmla="*/ 0 h 127"/>
              <a:gd name="T34" fmla="*/ 18200692 w 127"/>
              <a:gd name="T35" fmla="*/ 0 h 127"/>
              <a:gd name="T36" fmla="*/ 14445207 w 127"/>
              <a:gd name="T37" fmla="*/ 577808 h 127"/>
              <a:gd name="T38" fmla="*/ 10978357 w 127"/>
              <a:gd name="T39" fmla="*/ 1444252 h 127"/>
              <a:gd name="T40" fmla="*/ 8089316 w 127"/>
              <a:gd name="T41" fmla="*/ 3177677 h 127"/>
              <a:gd name="T42" fmla="*/ 5200274 w 127"/>
              <a:gd name="T43" fmla="*/ 5488910 h 127"/>
              <a:gd name="T44" fmla="*/ 2889041 w 127"/>
              <a:gd name="T45" fmla="*/ 8377951 h 127"/>
              <a:gd name="T46" fmla="*/ 1155617 w 127"/>
              <a:gd name="T47" fmla="*/ 11266992 h 127"/>
              <a:gd name="T48" fmla="*/ 288635 w 127"/>
              <a:gd name="T49" fmla="*/ 15023015 h 127"/>
              <a:gd name="T50" fmla="*/ 0 w 127"/>
              <a:gd name="T51" fmla="*/ 18489865 h 127"/>
              <a:gd name="T52" fmla="*/ 577808 w 127"/>
              <a:gd name="T53" fmla="*/ 22245350 h 127"/>
              <a:gd name="T54" fmla="*/ 1733425 w 127"/>
              <a:gd name="T55" fmla="*/ 25423564 h 127"/>
              <a:gd name="T56" fmla="*/ 3177677 w 127"/>
              <a:gd name="T57" fmla="*/ 28890413 h 127"/>
              <a:gd name="T58" fmla="*/ 5778083 w 127"/>
              <a:gd name="T59" fmla="*/ 31490282 h 127"/>
              <a:gd name="T60" fmla="*/ 8377951 w 127"/>
              <a:gd name="T61" fmla="*/ 33512880 h 127"/>
              <a:gd name="T62" fmla="*/ 11266992 w 127"/>
              <a:gd name="T63" fmla="*/ 35246304 h 127"/>
              <a:gd name="T64" fmla="*/ 14733842 w 127"/>
              <a:gd name="T65" fmla="*/ 36401921 h 127"/>
              <a:gd name="T66" fmla="*/ 18489865 w 127"/>
              <a:gd name="T67" fmla="*/ 36690556 h 127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27"/>
              <a:gd name="T103" fmla="*/ 0 h 127"/>
              <a:gd name="T104" fmla="*/ 127 w 127"/>
              <a:gd name="T105" fmla="*/ 127 h 127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27" h="127">
                <a:moveTo>
                  <a:pt x="64" y="127"/>
                </a:moveTo>
                <a:lnTo>
                  <a:pt x="77" y="126"/>
                </a:lnTo>
                <a:lnTo>
                  <a:pt x="89" y="122"/>
                </a:lnTo>
                <a:lnTo>
                  <a:pt x="99" y="116"/>
                </a:lnTo>
                <a:lnTo>
                  <a:pt x="109" y="108"/>
                </a:lnTo>
                <a:lnTo>
                  <a:pt x="117" y="99"/>
                </a:lnTo>
                <a:lnTo>
                  <a:pt x="123" y="88"/>
                </a:lnTo>
                <a:lnTo>
                  <a:pt x="126" y="75"/>
                </a:lnTo>
                <a:lnTo>
                  <a:pt x="127" y="63"/>
                </a:lnTo>
                <a:lnTo>
                  <a:pt x="126" y="51"/>
                </a:lnTo>
                <a:lnTo>
                  <a:pt x="121" y="38"/>
                </a:lnTo>
                <a:lnTo>
                  <a:pt x="116" y="27"/>
                </a:lnTo>
                <a:lnTo>
                  <a:pt x="109" y="18"/>
                </a:lnTo>
                <a:lnTo>
                  <a:pt x="99" y="11"/>
                </a:lnTo>
                <a:lnTo>
                  <a:pt x="88" y="5"/>
                </a:lnTo>
                <a:lnTo>
                  <a:pt x="76" y="2"/>
                </a:lnTo>
                <a:lnTo>
                  <a:pt x="63" y="0"/>
                </a:lnTo>
                <a:lnTo>
                  <a:pt x="50" y="2"/>
                </a:lnTo>
                <a:lnTo>
                  <a:pt x="38" y="5"/>
                </a:lnTo>
                <a:lnTo>
                  <a:pt x="28" y="11"/>
                </a:lnTo>
                <a:lnTo>
                  <a:pt x="18" y="19"/>
                </a:lnTo>
                <a:lnTo>
                  <a:pt x="10" y="29"/>
                </a:lnTo>
                <a:lnTo>
                  <a:pt x="4" y="39"/>
                </a:lnTo>
                <a:lnTo>
                  <a:pt x="1" y="52"/>
                </a:lnTo>
                <a:lnTo>
                  <a:pt x="0" y="64"/>
                </a:lnTo>
                <a:lnTo>
                  <a:pt x="2" y="77"/>
                </a:lnTo>
                <a:lnTo>
                  <a:pt x="6" y="88"/>
                </a:lnTo>
                <a:lnTo>
                  <a:pt x="11" y="100"/>
                </a:lnTo>
                <a:lnTo>
                  <a:pt x="20" y="109"/>
                </a:lnTo>
                <a:lnTo>
                  <a:pt x="29" y="116"/>
                </a:lnTo>
                <a:lnTo>
                  <a:pt x="39" y="122"/>
                </a:lnTo>
                <a:lnTo>
                  <a:pt x="51" y="126"/>
                </a:lnTo>
                <a:lnTo>
                  <a:pt x="64" y="12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15" name="Line 119"/>
          <p:cNvSpPr>
            <a:spLocks noChangeShapeType="1"/>
          </p:cNvSpPr>
          <p:nvPr/>
        </p:nvSpPr>
        <p:spPr bwMode="auto">
          <a:xfrm flipH="1">
            <a:off x="918036" y="5896164"/>
            <a:ext cx="214338" cy="0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16" name="Line 120"/>
          <p:cNvSpPr>
            <a:spLocks noChangeShapeType="1"/>
          </p:cNvSpPr>
          <p:nvPr/>
        </p:nvSpPr>
        <p:spPr bwMode="auto">
          <a:xfrm flipH="1">
            <a:off x="2200187" y="5407499"/>
            <a:ext cx="171729" cy="0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17" name="Line 121"/>
          <p:cNvSpPr>
            <a:spLocks noChangeShapeType="1"/>
          </p:cNvSpPr>
          <p:nvPr/>
        </p:nvSpPr>
        <p:spPr bwMode="auto">
          <a:xfrm>
            <a:off x="2526858" y="5407499"/>
            <a:ext cx="455789" cy="0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18" name="Line 122"/>
          <p:cNvSpPr>
            <a:spLocks noChangeShapeType="1"/>
          </p:cNvSpPr>
          <p:nvPr/>
        </p:nvSpPr>
        <p:spPr bwMode="auto">
          <a:xfrm flipV="1">
            <a:off x="3136300" y="5405711"/>
            <a:ext cx="983885" cy="1788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19" name="Freeform 123"/>
          <p:cNvSpPr>
            <a:spLocks/>
          </p:cNvSpPr>
          <p:nvPr/>
        </p:nvSpPr>
        <p:spPr bwMode="auto">
          <a:xfrm>
            <a:off x="2371916" y="5387237"/>
            <a:ext cx="43901" cy="40524"/>
          </a:xfrm>
          <a:custGeom>
            <a:avLst/>
            <a:gdLst>
              <a:gd name="T0" fmla="*/ 0 w 102"/>
              <a:gd name="T1" fmla="*/ 14279794 h 103"/>
              <a:gd name="T2" fmla="*/ 279929 w 102"/>
              <a:gd name="T3" fmla="*/ 11258766 h 103"/>
              <a:gd name="T4" fmla="*/ 840317 w 102"/>
              <a:gd name="T5" fmla="*/ 8787444 h 103"/>
              <a:gd name="T6" fmla="*/ 2239963 w 102"/>
              <a:gd name="T7" fmla="*/ 6590714 h 103"/>
              <a:gd name="T8" fmla="*/ 3920067 w 102"/>
              <a:gd name="T9" fmla="*/ 4118869 h 103"/>
              <a:gd name="T10" fmla="*/ 6160558 w 102"/>
              <a:gd name="T11" fmla="*/ 2745913 h 103"/>
              <a:gd name="T12" fmla="*/ 8400521 w 102"/>
              <a:gd name="T13" fmla="*/ 1372956 h 103"/>
              <a:gd name="T14" fmla="*/ 11480800 w 102"/>
              <a:gd name="T15" fmla="*/ 274591 h 103"/>
              <a:gd name="T16" fmla="*/ 14000692 w 102"/>
              <a:gd name="T17" fmla="*/ 0 h 103"/>
              <a:gd name="T18" fmla="*/ 17080971 w 102"/>
              <a:gd name="T19" fmla="*/ 274591 h 103"/>
              <a:gd name="T20" fmla="*/ 19601392 w 102"/>
              <a:gd name="T21" fmla="*/ 1372956 h 103"/>
              <a:gd name="T22" fmla="*/ 22401213 w 102"/>
              <a:gd name="T23" fmla="*/ 2745913 h 103"/>
              <a:gd name="T24" fmla="*/ 24361775 w 102"/>
              <a:gd name="T25" fmla="*/ 4118869 h 103"/>
              <a:gd name="T26" fmla="*/ 26321808 w 102"/>
              <a:gd name="T27" fmla="*/ 6590714 h 103"/>
              <a:gd name="T28" fmla="*/ 27441525 w 102"/>
              <a:gd name="T29" fmla="*/ 8787444 h 103"/>
              <a:gd name="T30" fmla="*/ 28281842 w 102"/>
              <a:gd name="T31" fmla="*/ 11258766 h 103"/>
              <a:gd name="T32" fmla="*/ 28561771 w 102"/>
              <a:gd name="T33" fmla="*/ 14279794 h 103"/>
              <a:gd name="T34" fmla="*/ 28561771 w 102"/>
              <a:gd name="T35" fmla="*/ 14279794 h 103"/>
              <a:gd name="T36" fmla="*/ 28281842 w 102"/>
              <a:gd name="T37" fmla="*/ 17025706 h 103"/>
              <a:gd name="T38" fmla="*/ 27441525 w 102"/>
              <a:gd name="T39" fmla="*/ 19771619 h 103"/>
              <a:gd name="T40" fmla="*/ 26321808 w 102"/>
              <a:gd name="T41" fmla="*/ 21968349 h 103"/>
              <a:gd name="T42" fmla="*/ 24361775 w 102"/>
              <a:gd name="T43" fmla="*/ 24165603 h 103"/>
              <a:gd name="T44" fmla="*/ 22401213 w 102"/>
              <a:gd name="T45" fmla="*/ 25813151 h 103"/>
              <a:gd name="T46" fmla="*/ 19601392 w 102"/>
              <a:gd name="T47" fmla="*/ 27186107 h 103"/>
              <a:gd name="T48" fmla="*/ 17080971 w 102"/>
              <a:gd name="T49" fmla="*/ 28009881 h 103"/>
              <a:gd name="T50" fmla="*/ 14000692 w 102"/>
              <a:gd name="T51" fmla="*/ 28284472 h 103"/>
              <a:gd name="T52" fmla="*/ 11480800 w 102"/>
              <a:gd name="T53" fmla="*/ 28009881 h 103"/>
              <a:gd name="T54" fmla="*/ 8400521 w 102"/>
              <a:gd name="T55" fmla="*/ 27186107 h 103"/>
              <a:gd name="T56" fmla="*/ 6160558 w 102"/>
              <a:gd name="T57" fmla="*/ 25813151 h 103"/>
              <a:gd name="T58" fmla="*/ 3920067 w 102"/>
              <a:gd name="T59" fmla="*/ 24165603 h 103"/>
              <a:gd name="T60" fmla="*/ 2239963 w 102"/>
              <a:gd name="T61" fmla="*/ 21968349 h 103"/>
              <a:gd name="T62" fmla="*/ 840317 w 102"/>
              <a:gd name="T63" fmla="*/ 19771619 h 103"/>
              <a:gd name="T64" fmla="*/ 279929 w 102"/>
              <a:gd name="T65" fmla="*/ 17025706 h 103"/>
              <a:gd name="T66" fmla="*/ 0 w 102"/>
              <a:gd name="T67" fmla="*/ 14279794 h 10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3"/>
              <a:gd name="T104" fmla="*/ 102 w 102"/>
              <a:gd name="T105" fmla="*/ 103 h 10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3">
                <a:moveTo>
                  <a:pt x="0" y="52"/>
                </a:moveTo>
                <a:lnTo>
                  <a:pt x="1" y="41"/>
                </a:lnTo>
                <a:lnTo>
                  <a:pt x="3" y="32"/>
                </a:lnTo>
                <a:lnTo>
                  <a:pt x="8" y="24"/>
                </a:lnTo>
                <a:lnTo>
                  <a:pt x="14" y="15"/>
                </a:lnTo>
                <a:lnTo>
                  <a:pt x="22" y="10"/>
                </a:lnTo>
                <a:lnTo>
                  <a:pt x="30" y="5"/>
                </a:lnTo>
                <a:lnTo>
                  <a:pt x="41" y="1"/>
                </a:lnTo>
                <a:lnTo>
                  <a:pt x="50" y="0"/>
                </a:lnTo>
                <a:lnTo>
                  <a:pt x="61" y="1"/>
                </a:lnTo>
                <a:lnTo>
                  <a:pt x="70" y="5"/>
                </a:lnTo>
                <a:lnTo>
                  <a:pt x="80" y="10"/>
                </a:lnTo>
                <a:lnTo>
                  <a:pt x="87" y="15"/>
                </a:lnTo>
                <a:lnTo>
                  <a:pt x="94" y="24"/>
                </a:lnTo>
                <a:lnTo>
                  <a:pt x="98" y="32"/>
                </a:lnTo>
                <a:lnTo>
                  <a:pt x="101" y="41"/>
                </a:lnTo>
                <a:lnTo>
                  <a:pt x="102" y="52"/>
                </a:lnTo>
                <a:lnTo>
                  <a:pt x="101" y="62"/>
                </a:lnTo>
                <a:lnTo>
                  <a:pt x="98" y="72"/>
                </a:lnTo>
                <a:lnTo>
                  <a:pt x="94" y="80"/>
                </a:lnTo>
                <a:lnTo>
                  <a:pt x="87" y="88"/>
                </a:lnTo>
                <a:lnTo>
                  <a:pt x="80" y="94"/>
                </a:lnTo>
                <a:lnTo>
                  <a:pt x="70" y="99"/>
                </a:lnTo>
                <a:lnTo>
                  <a:pt x="61" y="102"/>
                </a:lnTo>
                <a:lnTo>
                  <a:pt x="50" y="103"/>
                </a:lnTo>
                <a:lnTo>
                  <a:pt x="41" y="102"/>
                </a:lnTo>
                <a:lnTo>
                  <a:pt x="30" y="99"/>
                </a:lnTo>
                <a:lnTo>
                  <a:pt x="22" y="94"/>
                </a:lnTo>
                <a:lnTo>
                  <a:pt x="14" y="88"/>
                </a:lnTo>
                <a:lnTo>
                  <a:pt x="8" y="80"/>
                </a:lnTo>
                <a:lnTo>
                  <a:pt x="3" y="72"/>
                </a:lnTo>
                <a:lnTo>
                  <a:pt x="1" y="62"/>
                </a:lnTo>
                <a:lnTo>
                  <a:pt x="0" y="52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20" name="Freeform 124"/>
          <p:cNvSpPr>
            <a:spLocks/>
          </p:cNvSpPr>
          <p:nvPr/>
        </p:nvSpPr>
        <p:spPr bwMode="auto">
          <a:xfrm>
            <a:off x="2371916" y="5387237"/>
            <a:ext cx="43901" cy="40524"/>
          </a:xfrm>
          <a:custGeom>
            <a:avLst/>
            <a:gdLst>
              <a:gd name="T0" fmla="*/ 0 w 102"/>
              <a:gd name="T1" fmla="*/ 14279794 h 103"/>
              <a:gd name="T2" fmla="*/ 279929 w 102"/>
              <a:gd name="T3" fmla="*/ 11258766 h 103"/>
              <a:gd name="T4" fmla="*/ 840317 w 102"/>
              <a:gd name="T5" fmla="*/ 8787444 h 103"/>
              <a:gd name="T6" fmla="*/ 2239963 w 102"/>
              <a:gd name="T7" fmla="*/ 6590714 h 103"/>
              <a:gd name="T8" fmla="*/ 3920067 w 102"/>
              <a:gd name="T9" fmla="*/ 4118869 h 103"/>
              <a:gd name="T10" fmla="*/ 6160558 w 102"/>
              <a:gd name="T11" fmla="*/ 2745913 h 103"/>
              <a:gd name="T12" fmla="*/ 8400521 w 102"/>
              <a:gd name="T13" fmla="*/ 1372956 h 103"/>
              <a:gd name="T14" fmla="*/ 11480800 w 102"/>
              <a:gd name="T15" fmla="*/ 274591 h 103"/>
              <a:gd name="T16" fmla="*/ 14000692 w 102"/>
              <a:gd name="T17" fmla="*/ 0 h 103"/>
              <a:gd name="T18" fmla="*/ 17080971 w 102"/>
              <a:gd name="T19" fmla="*/ 274591 h 103"/>
              <a:gd name="T20" fmla="*/ 19601392 w 102"/>
              <a:gd name="T21" fmla="*/ 1372956 h 103"/>
              <a:gd name="T22" fmla="*/ 22401213 w 102"/>
              <a:gd name="T23" fmla="*/ 2745913 h 103"/>
              <a:gd name="T24" fmla="*/ 24361775 w 102"/>
              <a:gd name="T25" fmla="*/ 4118869 h 103"/>
              <a:gd name="T26" fmla="*/ 26321808 w 102"/>
              <a:gd name="T27" fmla="*/ 6590714 h 103"/>
              <a:gd name="T28" fmla="*/ 27441525 w 102"/>
              <a:gd name="T29" fmla="*/ 8787444 h 103"/>
              <a:gd name="T30" fmla="*/ 28281842 w 102"/>
              <a:gd name="T31" fmla="*/ 11258766 h 103"/>
              <a:gd name="T32" fmla="*/ 28561771 w 102"/>
              <a:gd name="T33" fmla="*/ 14279794 h 103"/>
              <a:gd name="T34" fmla="*/ 28561771 w 102"/>
              <a:gd name="T35" fmla="*/ 14279794 h 103"/>
              <a:gd name="T36" fmla="*/ 28281842 w 102"/>
              <a:gd name="T37" fmla="*/ 17025706 h 103"/>
              <a:gd name="T38" fmla="*/ 27441525 w 102"/>
              <a:gd name="T39" fmla="*/ 19771619 h 103"/>
              <a:gd name="T40" fmla="*/ 26321808 w 102"/>
              <a:gd name="T41" fmla="*/ 21968349 h 103"/>
              <a:gd name="T42" fmla="*/ 24361775 w 102"/>
              <a:gd name="T43" fmla="*/ 24165603 h 103"/>
              <a:gd name="T44" fmla="*/ 22401213 w 102"/>
              <a:gd name="T45" fmla="*/ 25813151 h 103"/>
              <a:gd name="T46" fmla="*/ 19601392 w 102"/>
              <a:gd name="T47" fmla="*/ 27186107 h 103"/>
              <a:gd name="T48" fmla="*/ 17080971 w 102"/>
              <a:gd name="T49" fmla="*/ 28009881 h 103"/>
              <a:gd name="T50" fmla="*/ 14000692 w 102"/>
              <a:gd name="T51" fmla="*/ 28284472 h 103"/>
              <a:gd name="T52" fmla="*/ 11480800 w 102"/>
              <a:gd name="T53" fmla="*/ 28009881 h 103"/>
              <a:gd name="T54" fmla="*/ 8400521 w 102"/>
              <a:gd name="T55" fmla="*/ 27186107 h 103"/>
              <a:gd name="T56" fmla="*/ 6160558 w 102"/>
              <a:gd name="T57" fmla="*/ 25813151 h 103"/>
              <a:gd name="T58" fmla="*/ 3920067 w 102"/>
              <a:gd name="T59" fmla="*/ 24165603 h 103"/>
              <a:gd name="T60" fmla="*/ 2239963 w 102"/>
              <a:gd name="T61" fmla="*/ 21968349 h 103"/>
              <a:gd name="T62" fmla="*/ 840317 w 102"/>
              <a:gd name="T63" fmla="*/ 19771619 h 103"/>
              <a:gd name="T64" fmla="*/ 279929 w 102"/>
              <a:gd name="T65" fmla="*/ 17025706 h 103"/>
              <a:gd name="T66" fmla="*/ 0 w 102"/>
              <a:gd name="T67" fmla="*/ 14279794 h 10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3"/>
              <a:gd name="T104" fmla="*/ 102 w 102"/>
              <a:gd name="T105" fmla="*/ 103 h 10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3">
                <a:moveTo>
                  <a:pt x="0" y="52"/>
                </a:moveTo>
                <a:lnTo>
                  <a:pt x="1" y="41"/>
                </a:lnTo>
                <a:lnTo>
                  <a:pt x="3" y="32"/>
                </a:lnTo>
                <a:lnTo>
                  <a:pt x="8" y="24"/>
                </a:lnTo>
                <a:lnTo>
                  <a:pt x="14" y="15"/>
                </a:lnTo>
                <a:lnTo>
                  <a:pt x="22" y="10"/>
                </a:lnTo>
                <a:lnTo>
                  <a:pt x="30" y="5"/>
                </a:lnTo>
                <a:lnTo>
                  <a:pt x="41" y="1"/>
                </a:lnTo>
                <a:lnTo>
                  <a:pt x="50" y="0"/>
                </a:lnTo>
                <a:lnTo>
                  <a:pt x="61" y="1"/>
                </a:lnTo>
                <a:lnTo>
                  <a:pt x="70" y="5"/>
                </a:lnTo>
                <a:lnTo>
                  <a:pt x="80" y="10"/>
                </a:lnTo>
                <a:lnTo>
                  <a:pt x="87" y="15"/>
                </a:lnTo>
                <a:lnTo>
                  <a:pt x="94" y="24"/>
                </a:lnTo>
                <a:lnTo>
                  <a:pt x="98" y="32"/>
                </a:lnTo>
                <a:lnTo>
                  <a:pt x="101" y="41"/>
                </a:lnTo>
                <a:lnTo>
                  <a:pt x="102" y="52"/>
                </a:lnTo>
                <a:lnTo>
                  <a:pt x="101" y="62"/>
                </a:lnTo>
                <a:lnTo>
                  <a:pt x="98" y="72"/>
                </a:lnTo>
                <a:lnTo>
                  <a:pt x="94" y="80"/>
                </a:lnTo>
                <a:lnTo>
                  <a:pt x="87" y="88"/>
                </a:lnTo>
                <a:lnTo>
                  <a:pt x="80" y="94"/>
                </a:lnTo>
                <a:lnTo>
                  <a:pt x="70" y="99"/>
                </a:lnTo>
                <a:lnTo>
                  <a:pt x="61" y="102"/>
                </a:lnTo>
                <a:lnTo>
                  <a:pt x="50" y="103"/>
                </a:lnTo>
                <a:lnTo>
                  <a:pt x="41" y="102"/>
                </a:lnTo>
                <a:lnTo>
                  <a:pt x="30" y="99"/>
                </a:lnTo>
                <a:lnTo>
                  <a:pt x="22" y="94"/>
                </a:lnTo>
                <a:lnTo>
                  <a:pt x="14" y="88"/>
                </a:lnTo>
                <a:lnTo>
                  <a:pt x="8" y="80"/>
                </a:lnTo>
                <a:lnTo>
                  <a:pt x="3" y="72"/>
                </a:lnTo>
                <a:lnTo>
                  <a:pt x="1" y="62"/>
                </a:lnTo>
                <a:lnTo>
                  <a:pt x="0" y="52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21" name="Freeform 125"/>
          <p:cNvSpPr>
            <a:spLocks/>
          </p:cNvSpPr>
          <p:nvPr/>
        </p:nvSpPr>
        <p:spPr bwMode="auto">
          <a:xfrm>
            <a:off x="2481666" y="5387237"/>
            <a:ext cx="45192" cy="40524"/>
          </a:xfrm>
          <a:custGeom>
            <a:avLst/>
            <a:gdLst>
              <a:gd name="T0" fmla="*/ 0 w 103"/>
              <a:gd name="T1" fmla="*/ 14279794 h 103"/>
              <a:gd name="T2" fmla="*/ 290762 w 103"/>
              <a:gd name="T3" fmla="*/ 11258766 h 103"/>
              <a:gd name="T4" fmla="*/ 1454887 w 103"/>
              <a:gd name="T5" fmla="*/ 8787444 h 103"/>
              <a:gd name="T6" fmla="*/ 2909775 w 103"/>
              <a:gd name="T7" fmla="*/ 6590714 h 103"/>
              <a:gd name="T8" fmla="*/ 4365202 w 103"/>
              <a:gd name="T9" fmla="*/ 4118869 h 103"/>
              <a:gd name="T10" fmla="*/ 6984215 w 103"/>
              <a:gd name="T11" fmla="*/ 2745913 h 103"/>
              <a:gd name="T12" fmla="*/ 9311927 w 103"/>
              <a:gd name="T13" fmla="*/ 1372956 h 103"/>
              <a:gd name="T14" fmla="*/ 11930940 w 103"/>
              <a:gd name="T15" fmla="*/ 274591 h 103"/>
              <a:gd name="T16" fmla="*/ 15132017 w 103"/>
              <a:gd name="T17" fmla="*/ 0 h 103"/>
              <a:gd name="T18" fmla="*/ 18042331 w 103"/>
              <a:gd name="T19" fmla="*/ 274591 h 103"/>
              <a:gd name="T20" fmla="*/ 20952106 w 103"/>
              <a:gd name="T21" fmla="*/ 1372956 h 103"/>
              <a:gd name="T22" fmla="*/ 23571119 w 103"/>
              <a:gd name="T23" fmla="*/ 2745913 h 103"/>
              <a:gd name="T24" fmla="*/ 25608070 w 103"/>
              <a:gd name="T25" fmla="*/ 4118869 h 103"/>
              <a:gd name="T26" fmla="*/ 27354258 w 103"/>
              <a:gd name="T27" fmla="*/ 6590714 h 103"/>
              <a:gd name="T28" fmla="*/ 28809146 w 103"/>
              <a:gd name="T29" fmla="*/ 8787444 h 103"/>
              <a:gd name="T30" fmla="*/ 29682510 w 103"/>
              <a:gd name="T31" fmla="*/ 11258766 h 103"/>
              <a:gd name="T32" fmla="*/ 29973272 w 103"/>
              <a:gd name="T33" fmla="*/ 14279794 h 103"/>
              <a:gd name="T34" fmla="*/ 29973272 w 103"/>
              <a:gd name="T35" fmla="*/ 14279794 h 103"/>
              <a:gd name="T36" fmla="*/ 29682510 w 103"/>
              <a:gd name="T37" fmla="*/ 17025706 h 103"/>
              <a:gd name="T38" fmla="*/ 28809146 w 103"/>
              <a:gd name="T39" fmla="*/ 19771619 h 103"/>
              <a:gd name="T40" fmla="*/ 27354258 w 103"/>
              <a:gd name="T41" fmla="*/ 21968349 h 103"/>
              <a:gd name="T42" fmla="*/ 25608070 w 103"/>
              <a:gd name="T43" fmla="*/ 24165603 h 103"/>
              <a:gd name="T44" fmla="*/ 23571119 w 103"/>
              <a:gd name="T45" fmla="*/ 25813151 h 103"/>
              <a:gd name="T46" fmla="*/ 20952106 w 103"/>
              <a:gd name="T47" fmla="*/ 27186107 h 103"/>
              <a:gd name="T48" fmla="*/ 18042331 w 103"/>
              <a:gd name="T49" fmla="*/ 28009881 h 103"/>
              <a:gd name="T50" fmla="*/ 15132017 w 103"/>
              <a:gd name="T51" fmla="*/ 28284472 h 103"/>
              <a:gd name="T52" fmla="*/ 11930940 w 103"/>
              <a:gd name="T53" fmla="*/ 28009881 h 103"/>
              <a:gd name="T54" fmla="*/ 9311927 w 103"/>
              <a:gd name="T55" fmla="*/ 27186107 h 103"/>
              <a:gd name="T56" fmla="*/ 6984215 w 103"/>
              <a:gd name="T57" fmla="*/ 25813151 h 103"/>
              <a:gd name="T58" fmla="*/ 4365202 w 103"/>
              <a:gd name="T59" fmla="*/ 24165603 h 103"/>
              <a:gd name="T60" fmla="*/ 2909775 w 103"/>
              <a:gd name="T61" fmla="*/ 21968349 h 103"/>
              <a:gd name="T62" fmla="*/ 1454887 w 103"/>
              <a:gd name="T63" fmla="*/ 19771619 h 103"/>
              <a:gd name="T64" fmla="*/ 290762 w 103"/>
              <a:gd name="T65" fmla="*/ 17025706 h 103"/>
              <a:gd name="T66" fmla="*/ 0 w 103"/>
              <a:gd name="T67" fmla="*/ 14279794 h 10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3"/>
              <a:gd name="T103" fmla="*/ 0 h 103"/>
              <a:gd name="T104" fmla="*/ 103 w 103"/>
              <a:gd name="T105" fmla="*/ 103 h 10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3" h="103">
                <a:moveTo>
                  <a:pt x="0" y="52"/>
                </a:moveTo>
                <a:lnTo>
                  <a:pt x="1" y="41"/>
                </a:lnTo>
                <a:lnTo>
                  <a:pt x="5" y="32"/>
                </a:lnTo>
                <a:lnTo>
                  <a:pt x="10" y="24"/>
                </a:lnTo>
                <a:lnTo>
                  <a:pt x="15" y="15"/>
                </a:lnTo>
                <a:lnTo>
                  <a:pt x="24" y="10"/>
                </a:lnTo>
                <a:lnTo>
                  <a:pt x="32" y="5"/>
                </a:lnTo>
                <a:lnTo>
                  <a:pt x="41" y="1"/>
                </a:lnTo>
                <a:lnTo>
                  <a:pt x="52" y="0"/>
                </a:lnTo>
                <a:lnTo>
                  <a:pt x="62" y="1"/>
                </a:lnTo>
                <a:lnTo>
                  <a:pt x="72" y="5"/>
                </a:lnTo>
                <a:lnTo>
                  <a:pt x="81" y="10"/>
                </a:lnTo>
                <a:lnTo>
                  <a:pt x="88" y="15"/>
                </a:lnTo>
                <a:lnTo>
                  <a:pt x="94" y="24"/>
                </a:lnTo>
                <a:lnTo>
                  <a:pt x="99" y="32"/>
                </a:lnTo>
                <a:lnTo>
                  <a:pt x="102" y="41"/>
                </a:lnTo>
                <a:lnTo>
                  <a:pt x="103" y="52"/>
                </a:lnTo>
                <a:lnTo>
                  <a:pt x="102" y="62"/>
                </a:lnTo>
                <a:lnTo>
                  <a:pt x="99" y="72"/>
                </a:lnTo>
                <a:lnTo>
                  <a:pt x="94" y="80"/>
                </a:lnTo>
                <a:lnTo>
                  <a:pt x="88" y="88"/>
                </a:lnTo>
                <a:lnTo>
                  <a:pt x="81" y="94"/>
                </a:lnTo>
                <a:lnTo>
                  <a:pt x="72" y="99"/>
                </a:lnTo>
                <a:lnTo>
                  <a:pt x="62" y="102"/>
                </a:lnTo>
                <a:lnTo>
                  <a:pt x="52" y="103"/>
                </a:lnTo>
                <a:lnTo>
                  <a:pt x="41" y="102"/>
                </a:lnTo>
                <a:lnTo>
                  <a:pt x="32" y="99"/>
                </a:lnTo>
                <a:lnTo>
                  <a:pt x="24" y="94"/>
                </a:lnTo>
                <a:lnTo>
                  <a:pt x="15" y="88"/>
                </a:lnTo>
                <a:lnTo>
                  <a:pt x="10" y="80"/>
                </a:lnTo>
                <a:lnTo>
                  <a:pt x="5" y="72"/>
                </a:lnTo>
                <a:lnTo>
                  <a:pt x="1" y="62"/>
                </a:lnTo>
                <a:lnTo>
                  <a:pt x="0" y="52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22" name="Freeform 126"/>
          <p:cNvSpPr>
            <a:spLocks/>
          </p:cNvSpPr>
          <p:nvPr/>
        </p:nvSpPr>
        <p:spPr bwMode="auto">
          <a:xfrm>
            <a:off x="2481666" y="5387237"/>
            <a:ext cx="45192" cy="40524"/>
          </a:xfrm>
          <a:custGeom>
            <a:avLst/>
            <a:gdLst>
              <a:gd name="T0" fmla="*/ 0 w 103"/>
              <a:gd name="T1" fmla="*/ 14279794 h 103"/>
              <a:gd name="T2" fmla="*/ 290762 w 103"/>
              <a:gd name="T3" fmla="*/ 11258766 h 103"/>
              <a:gd name="T4" fmla="*/ 1454887 w 103"/>
              <a:gd name="T5" fmla="*/ 8787444 h 103"/>
              <a:gd name="T6" fmla="*/ 2909775 w 103"/>
              <a:gd name="T7" fmla="*/ 6590714 h 103"/>
              <a:gd name="T8" fmla="*/ 4365202 w 103"/>
              <a:gd name="T9" fmla="*/ 4118869 h 103"/>
              <a:gd name="T10" fmla="*/ 6984215 w 103"/>
              <a:gd name="T11" fmla="*/ 2745913 h 103"/>
              <a:gd name="T12" fmla="*/ 9311927 w 103"/>
              <a:gd name="T13" fmla="*/ 1372956 h 103"/>
              <a:gd name="T14" fmla="*/ 11930940 w 103"/>
              <a:gd name="T15" fmla="*/ 274591 h 103"/>
              <a:gd name="T16" fmla="*/ 15132017 w 103"/>
              <a:gd name="T17" fmla="*/ 0 h 103"/>
              <a:gd name="T18" fmla="*/ 18042331 w 103"/>
              <a:gd name="T19" fmla="*/ 274591 h 103"/>
              <a:gd name="T20" fmla="*/ 20952106 w 103"/>
              <a:gd name="T21" fmla="*/ 1372956 h 103"/>
              <a:gd name="T22" fmla="*/ 23571119 w 103"/>
              <a:gd name="T23" fmla="*/ 2745913 h 103"/>
              <a:gd name="T24" fmla="*/ 25608070 w 103"/>
              <a:gd name="T25" fmla="*/ 4118869 h 103"/>
              <a:gd name="T26" fmla="*/ 27354258 w 103"/>
              <a:gd name="T27" fmla="*/ 6590714 h 103"/>
              <a:gd name="T28" fmla="*/ 28809146 w 103"/>
              <a:gd name="T29" fmla="*/ 8787444 h 103"/>
              <a:gd name="T30" fmla="*/ 29682510 w 103"/>
              <a:gd name="T31" fmla="*/ 11258766 h 103"/>
              <a:gd name="T32" fmla="*/ 29973272 w 103"/>
              <a:gd name="T33" fmla="*/ 14279794 h 103"/>
              <a:gd name="T34" fmla="*/ 29973272 w 103"/>
              <a:gd name="T35" fmla="*/ 14279794 h 103"/>
              <a:gd name="T36" fmla="*/ 29682510 w 103"/>
              <a:gd name="T37" fmla="*/ 17025706 h 103"/>
              <a:gd name="T38" fmla="*/ 28809146 w 103"/>
              <a:gd name="T39" fmla="*/ 19771619 h 103"/>
              <a:gd name="T40" fmla="*/ 27354258 w 103"/>
              <a:gd name="T41" fmla="*/ 21968349 h 103"/>
              <a:gd name="T42" fmla="*/ 25608070 w 103"/>
              <a:gd name="T43" fmla="*/ 24165603 h 103"/>
              <a:gd name="T44" fmla="*/ 23571119 w 103"/>
              <a:gd name="T45" fmla="*/ 25813151 h 103"/>
              <a:gd name="T46" fmla="*/ 20952106 w 103"/>
              <a:gd name="T47" fmla="*/ 27186107 h 103"/>
              <a:gd name="T48" fmla="*/ 18042331 w 103"/>
              <a:gd name="T49" fmla="*/ 28009881 h 103"/>
              <a:gd name="T50" fmla="*/ 15132017 w 103"/>
              <a:gd name="T51" fmla="*/ 28284472 h 103"/>
              <a:gd name="T52" fmla="*/ 11930940 w 103"/>
              <a:gd name="T53" fmla="*/ 28009881 h 103"/>
              <a:gd name="T54" fmla="*/ 9311927 w 103"/>
              <a:gd name="T55" fmla="*/ 27186107 h 103"/>
              <a:gd name="T56" fmla="*/ 6984215 w 103"/>
              <a:gd name="T57" fmla="*/ 25813151 h 103"/>
              <a:gd name="T58" fmla="*/ 4365202 w 103"/>
              <a:gd name="T59" fmla="*/ 24165603 h 103"/>
              <a:gd name="T60" fmla="*/ 2909775 w 103"/>
              <a:gd name="T61" fmla="*/ 21968349 h 103"/>
              <a:gd name="T62" fmla="*/ 1454887 w 103"/>
              <a:gd name="T63" fmla="*/ 19771619 h 103"/>
              <a:gd name="T64" fmla="*/ 290762 w 103"/>
              <a:gd name="T65" fmla="*/ 17025706 h 103"/>
              <a:gd name="T66" fmla="*/ 0 w 103"/>
              <a:gd name="T67" fmla="*/ 14279794 h 10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3"/>
              <a:gd name="T103" fmla="*/ 0 h 103"/>
              <a:gd name="T104" fmla="*/ 103 w 103"/>
              <a:gd name="T105" fmla="*/ 103 h 10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3" h="103">
                <a:moveTo>
                  <a:pt x="0" y="52"/>
                </a:moveTo>
                <a:lnTo>
                  <a:pt x="1" y="41"/>
                </a:lnTo>
                <a:lnTo>
                  <a:pt x="5" y="32"/>
                </a:lnTo>
                <a:lnTo>
                  <a:pt x="10" y="24"/>
                </a:lnTo>
                <a:lnTo>
                  <a:pt x="15" y="15"/>
                </a:lnTo>
                <a:lnTo>
                  <a:pt x="24" y="10"/>
                </a:lnTo>
                <a:lnTo>
                  <a:pt x="32" y="5"/>
                </a:lnTo>
                <a:lnTo>
                  <a:pt x="41" y="1"/>
                </a:lnTo>
                <a:lnTo>
                  <a:pt x="52" y="0"/>
                </a:lnTo>
                <a:lnTo>
                  <a:pt x="62" y="1"/>
                </a:lnTo>
                <a:lnTo>
                  <a:pt x="72" y="5"/>
                </a:lnTo>
                <a:lnTo>
                  <a:pt x="81" y="10"/>
                </a:lnTo>
                <a:lnTo>
                  <a:pt x="88" y="15"/>
                </a:lnTo>
                <a:lnTo>
                  <a:pt x="94" y="24"/>
                </a:lnTo>
                <a:lnTo>
                  <a:pt x="99" y="32"/>
                </a:lnTo>
                <a:lnTo>
                  <a:pt x="102" y="41"/>
                </a:lnTo>
                <a:lnTo>
                  <a:pt x="103" y="52"/>
                </a:lnTo>
                <a:lnTo>
                  <a:pt x="102" y="62"/>
                </a:lnTo>
                <a:lnTo>
                  <a:pt x="99" y="72"/>
                </a:lnTo>
                <a:lnTo>
                  <a:pt x="94" y="80"/>
                </a:lnTo>
                <a:lnTo>
                  <a:pt x="88" y="88"/>
                </a:lnTo>
                <a:lnTo>
                  <a:pt x="81" y="94"/>
                </a:lnTo>
                <a:lnTo>
                  <a:pt x="72" y="99"/>
                </a:lnTo>
                <a:lnTo>
                  <a:pt x="62" y="102"/>
                </a:lnTo>
                <a:lnTo>
                  <a:pt x="52" y="103"/>
                </a:lnTo>
                <a:lnTo>
                  <a:pt x="41" y="102"/>
                </a:lnTo>
                <a:lnTo>
                  <a:pt x="32" y="99"/>
                </a:lnTo>
                <a:lnTo>
                  <a:pt x="24" y="94"/>
                </a:lnTo>
                <a:lnTo>
                  <a:pt x="15" y="88"/>
                </a:lnTo>
                <a:lnTo>
                  <a:pt x="10" y="80"/>
                </a:lnTo>
                <a:lnTo>
                  <a:pt x="5" y="72"/>
                </a:lnTo>
                <a:lnTo>
                  <a:pt x="1" y="62"/>
                </a:lnTo>
                <a:lnTo>
                  <a:pt x="0" y="52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23" name="Line 127"/>
          <p:cNvSpPr>
            <a:spLocks noChangeShapeType="1"/>
          </p:cNvSpPr>
          <p:nvPr/>
        </p:nvSpPr>
        <p:spPr bwMode="auto">
          <a:xfrm>
            <a:off x="2383536" y="5431336"/>
            <a:ext cx="126536" cy="0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24" name="Freeform 128"/>
          <p:cNvSpPr>
            <a:spLocks/>
          </p:cNvSpPr>
          <p:nvPr/>
        </p:nvSpPr>
        <p:spPr bwMode="auto">
          <a:xfrm>
            <a:off x="2982649" y="5387237"/>
            <a:ext cx="43901" cy="40524"/>
          </a:xfrm>
          <a:custGeom>
            <a:avLst/>
            <a:gdLst>
              <a:gd name="T0" fmla="*/ 0 w 102"/>
              <a:gd name="T1" fmla="*/ 14279794 h 103"/>
              <a:gd name="T2" fmla="*/ 279929 w 102"/>
              <a:gd name="T3" fmla="*/ 11258766 h 103"/>
              <a:gd name="T4" fmla="*/ 1120246 w 102"/>
              <a:gd name="T5" fmla="*/ 8787444 h 103"/>
              <a:gd name="T6" fmla="*/ 2239963 w 102"/>
              <a:gd name="T7" fmla="*/ 6590714 h 103"/>
              <a:gd name="T8" fmla="*/ 4199996 w 102"/>
              <a:gd name="T9" fmla="*/ 4118869 h 103"/>
              <a:gd name="T10" fmla="*/ 6160558 w 102"/>
              <a:gd name="T11" fmla="*/ 2745913 h 103"/>
              <a:gd name="T12" fmla="*/ 8960379 w 102"/>
              <a:gd name="T13" fmla="*/ 1372956 h 103"/>
              <a:gd name="T14" fmla="*/ 11480800 w 102"/>
              <a:gd name="T15" fmla="*/ 274591 h 103"/>
              <a:gd name="T16" fmla="*/ 14561079 w 102"/>
              <a:gd name="T17" fmla="*/ 0 h 103"/>
              <a:gd name="T18" fmla="*/ 17080971 w 102"/>
              <a:gd name="T19" fmla="*/ 274591 h 103"/>
              <a:gd name="T20" fmla="*/ 20161250 w 102"/>
              <a:gd name="T21" fmla="*/ 1372956 h 103"/>
              <a:gd name="T22" fmla="*/ 22401213 w 102"/>
              <a:gd name="T23" fmla="*/ 2745913 h 103"/>
              <a:gd name="T24" fmla="*/ 24641704 w 102"/>
              <a:gd name="T25" fmla="*/ 4118869 h 103"/>
              <a:gd name="T26" fmla="*/ 26321808 w 102"/>
              <a:gd name="T27" fmla="*/ 6590714 h 103"/>
              <a:gd name="T28" fmla="*/ 27441525 w 102"/>
              <a:gd name="T29" fmla="*/ 8787444 h 103"/>
              <a:gd name="T30" fmla="*/ 28561771 w 102"/>
              <a:gd name="T31" fmla="*/ 11258766 h 103"/>
              <a:gd name="T32" fmla="*/ 28561771 w 102"/>
              <a:gd name="T33" fmla="*/ 14279794 h 103"/>
              <a:gd name="T34" fmla="*/ 28561771 w 102"/>
              <a:gd name="T35" fmla="*/ 14279794 h 103"/>
              <a:gd name="T36" fmla="*/ 28561771 w 102"/>
              <a:gd name="T37" fmla="*/ 17025706 h 103"/>
              <a:gd name="T38" fmla="*/ 27441525 w 102"/>
              <a:gd name="T39" fmla="*/ 19771619 h 103"/>
              <a:gd name="T40" fmla="*/ 26321808 w 102"/>
              <a:gd name="T41" fmla="*/ 21968349 h 103"/>
              <a:gd name="T42" fmla="*/ 24641704 w 102"/>
              <a:gd name="T43" fmla="*/ 24165603 h 103"/>
              <a:gd name="T44" fmla="*/ 22401213 w 102"/>
              <a:gd name="T45" fmla="*/ 25813151 h 103"/>
              <a:gd name="T46" fmla="*/ 20161250 w 102"/>
              <a:gd name="T47" fmla="*/ 27186107 h 103"/>
              <a:gd name="T48" fmla="*/ 17080971 w 102"/>
              <a:gd name="T49" fmla="*/ 28009881 h 103"/>
              <a:gd name="T50" fmla="*/ 14561079 w 102"/>
              <a:gd name="T51" fmla="*/ 28284472 h 103"/>
              <a:gd name="T52" fmla="*/ 11480800 w 102"/>
              <a:gd name="T53" fmla="*/ 28009881 h 103"/>
              <a:gd name="T54" fmla="*/ 8960379 w 102"/>
              <a:gd name="T55" fmla="*/ 27186107 h 103"/>
              <a:gd name="T56" fmla="*/ 6160558 w 102"/>
              <a:gd name="T57" fmla="*/ 25813151 h 103"/>
              <a:gd name="T58" fmla="*/ 4199996 w 102"/>
              <a:gd name="T59" fmla="*/ 24165603 h 103"/>
              <a:gd name="T60" fmla="*/ 2239963 w 102"/>
              <a:gd name="T61" fmla="*/ 21968349 h 103"/>
              <a:gd name="T62" fmla="*/ 1120246 w 102"/>
              <a:gd name="T63" fmla="*/ 19771619 h 103"/>
              <a:gd name="T64" fmla="*/ 279929 w 102"/>
              <a:gd name="T65" fmla="*/ 17025706 h 103"/>
              <a:gd name="T66" fmla="*/ 0 w 102"/>
              <a:gd name="T67" fmla="*/ 14279794 h 10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3"/>
              <a:gd name="T104" fmla="*/ 102 w 102"/>
              <a:gd name="T105" fmla="*/ 103 h 10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3">
                <a:moveTo>
                  <a:pt x="0" y="52"/>
                </a:moveTo>
                <a:lnTo>
                  <a:pt x="1" y="41"/>
                </a:lnTo>
                <a:lnTo>
                  <a:pt x="4" y="32"/>
                </a:lnTo>
                <a:lnTo>
                  <a:pt x="8" y="24"/>
                </a:lnTo>
                <a:lnTo>
                  <a:pt x="15" y="15"/>
                </a:lnTo>
                <a:lnTo>
                  <a:pt x="22" y="10"/>
                </a:lnTo>
                <a:lnTo>
                  <a:pt x="32" y="5"/>
                </a:lnTo>
                <a:lnTo>
                  <a:pt x="41" y="1"/>
                </a:lnTo>
                <a:lnTo>
                  <a:pt x="52" y="0"/>
                </a:lnTo>
                <a:lnTo>
                  <a:pt x="61" y="1"/>
                </a:lnTo>
                <a:lnTo>
                  <a:pt x="72" y="5"/>
                </a:lnTo>
                <a:lnTo>
                  <a:pt x="80" y="10"/>
                </a:lnTo>
                <a:lnTo>
                  <a:pt x="88" y="15"/>
                </a:lnTo>
                <a:lnTo>
                  <a:pt x="94" y="24"/>
                </a:lnTo>
                <a:lnTo>
                  <a:pt x="98" y="32"/>
                </a:lnTo>
                <a:lnTo>
                  <a:pt x="102" y="41"/>
                </a:lnTo>
                <a:lnTo>
                  <a:pt x="102" y="52"/>
                </a:lnTo>
                <a:lnTo>
                  <a:pt x="102" y="62"/>
                </a:lnTo>
                <a:lnTo>
                  <a:pt x="98" y="72"/>
                </a:lnTo>
                <a:lnTo>
                  <a:pt x="94" y="80"/>
                </a:lnTo>
                <a:lnTo>
                  <a:pt x="88" y="88"/>
                </a:lnTo>
                <a:lnTo>
                  <a:pt x="80" y="94"/>
                </a:lnTo>
                <a:lnTo>
                  <a:pt x="72" y="99"/>
                </a:lnTo>
                <a:lnTo>
                  <a:pt x="61" y="102"/>
                </a:lnTo>
                <a:lnTo>
                  <a:pt x="52" y="103"/>
                </a:lnTo>
                <a:lnTo>
                  <a:pt x="41" y="102"/>
                </a:lnTo>
                <a:lnTo>
                  <a:pt x="32" y="99"/>
                </a:lnTo>
                <a:lnTo>
                  <a:pt x="22" y="94"/>
                </a:lnTo>
                <a:lnTo>
                  <a:pt x="15" y="88"/>
                </a:lnTo>
                <a:lnTo>
                  <a:pt x="8" y="80"/>
                </a:lnTo>
                <a:lnTo>
                  <a:pt x="4" y="72"/>
                </a:lnTo>
                <a:lnTo>
                  <a:pt x="1" y="62"/>
                </a:lnTo>
                <a:lnTo>
                  <a:pt x="0" y="52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25" name="Freeform 129"/>
          <p:cNvSpPr>
            <a:spLocks/>
          </p:cNvSpPr>
          <p:nvPr/>
        </p:nvSpPr>
        <p:spPr bwMode="auto">
          <a:xfrm>
            <a:off x="2982649" y="5387237"/>
            <a:ext cx="43901" cy="40524"/>
          </a:xfrm>
          <a:custGeom>
            <a:avLst/>
            <a:gdLst>
              <a:gd name="T0" fmla="*/ 0 w 102"/>
              <a:gd name="T1" fmla="*/ 14279794 h 103"/>
              <a:gd name="T2" fmla="*/ 279929 w 102"/>
              <a:gd name="T3" fmla="*/ 11258766 h 103"/>
              <a:gd name="T4" fmla="*/ 1120246 w 102"/>
              <a:gd name="T5" fmla="*/ 8787444 h 103"/>
              <a:gd name="T6" fmla="*/ 2239963 w 102"/>
              <a:gd name="T7" fmla="*/ 6590714 h 103"/>
              <a:gd name="T8" fmla="*/ 4199996 w 102"/>
              <a:gd name="T9" fmla="*/ 4118869 h 103"/>
              <a:gd name="T10" fmla="*/ 6160558 w 102"/>
              <a:gd name="T11" fmla="*/ 2745913 h 103"/>
              <a:gd name="T12" fmla="*/ 8960379 w 102"/>
              <a:gd name="T13" fmla="*/ 1372956 h 103"/>
              <a:gd name="T14" fmla="*/ 11480800 w 102"/>
              <a:gd name="T15" fmla="*/ 274591 h 103"/>
              <a:gd name="T16" fmla="*/ 14561079 w 102"/>
              <a:gd name="T17" fmla="*/ 0 h 103"/>
              <a:gd name="T18" fmla="*/ 17080971 w 102"/>
              <a:gd name="T19" fmla="*/ 274591 h 103"/>
              <a:gd name="T20" fmla="*/ 20161250 w 102"/>
              <a:gd name="T21" fmla="*/ 1372956 h 103"/>
              <a:gd name="T22" fmla="*/ 22401213 w 102"/>
              <a:gd name="T23" fmla="*/ 2745913 h 103"/>
              <a:gd name="T24" fmla="*/ 24641704 w 102"/>
              <a:gd name="T25" fmla="*/ 4118869 h 103"/>
              <a:gd name="T26" fmla="*/ 26321808 w 102"/>
              <a:gd name="T27" fmla="*/ 6590714 h 103"/>
              <a:gd name="T28" fmla="*/ 27441525 w 102"/>
              <a:gd name="T29" fmla="*/ 8787444 h 103"/>
              <a:gd name="T30" fmla="*/ 28561771 w 102"/>
              <a:gd name="T31" fmla="*/ 11258766 h 103"/>
              <a:gd name="T32" fmla="*/ 28561771 w 102"/>
              <a:gd name="T33" fmla="*/ 14279794 h 103"/>
              <a:gd name="T34" fmla="*/ 28561771 w 102"/>
              <a:gd name="T35" fmla="*/ 14279794 h 103"/>
              <a:gd name="T36" fmla="*/ 28561771 w 102"/>
              <a:gd name="T37" fmla="*/ 17025706 h 103"/>
              <a:gd name="T38" fmla="*/ 27441525 w 102"/>
              <a:gd name="T39" fmla="*/ 19771619 h 103"/>
              <a:gd name="T40" fmla="*/ 26321808 w 102"/>
              <a:gd name="T41" fmla="*/ 21968349 h 103"/>
              <a:gd name="T42" fmla="*/ 24641704 w 102"/>
              <a:gd name="T43" fmla="*/ 24165603 h 103"/>
              <a:gd name="T44" fmla="*/ 22401213 w 102"/>
              <a:gd name="T45" fmla="*/ 25813151 h 103"/>
              <a:gd name="T46" fmla="*/ 20161250 w 102"/>
              <a:gd name="T47" fmla="*/ 27186107 h 103"/>
              <a:gd name="T48" fmla="*/ 17080971 w 102"/>
              <a:gd name="T49" fmla="*/ 28009881 h 103"/>
              <a:gd name="T50" fmla="*/ 14561079 w 102"/>
              <a:gd name="T51" fmla="*/ 28284472 h 103"/>
              <a:gd name="T52" fmla="*/ 11480800 w 102"/>
              <a:gd name="T53" fmla="*/ 28009881 h 103"/>
              <a:gd name="T54" fmla="*/ 8960379 w 102"/>
              <a:gd name="T55" fmla="*/ 27186107 h 103"/>
              <a:gd name="T56" fmla="*/ 6160558 w 102"/>
              <a:gd name="T57" fmla="*/ 25813151 h 103"/>
              <a:gd name="T58" fmla="*/ 4199996 w 102"/>
              <a:gd name="T59" fmla="*/ 24165603 h 103"/>
              <a:gd name="T60" fmla="*/ 2239963 w 102"/>
              <a:gd name="T61" fmla="*/ 21968349 h 103"/>
              <a:gd name="T62" fmla="*/ 1120246 w 102"/>
              <a:gd name="T63" fmla="*/ 19771619 h 103"/>
              <a:gd name="T64" fmla="*/ 279929 w 102"/>
              <a:gd name="T65" fmla="*/ 17025706 h 103"/>
              <a:gd name="T66" fmla="*/ 0 w 102"/>
              <a:gd name="T67" fmla="*/ 14279794 h 10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3"/>
              <a:gd name="T104" fmla="*/ 102 w 102"/>
              <a:gd name="T105" fmla="*/ 103 h 10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3">
                <a:moveTo>
                  <a:pt x="0" y="52"/>
                </a:moveTo>
                <a:lnTo>
                  <a:pt x="1" y="41"/>
                </a:lnTo>
                <a:lnTo>
                  <a:pt x="4" y="32"/>
                </a:lnTo>
                <a:lnTo>
                  <a:pt x="8" y="24"/>
                </a:lnTo>
                <a:lnTo>
                  <a:pt x="15" y="15"/>
                </a:lnTo>
                <a:lnTo>
                  <a:pt x="22" y="10"/>
                </a:lnTo>
                <a:lnTo>
                  <a:pt x="32" y="5"/>
                </a:lnTo>
                <a:lnTo>
                  <a:pt x="41" y="1"/>
                </a:lnTo>
                <a:lnTo>
                  <a:pt x="52" y="0"/>
                </a:lnTo>
                <a:lnTo>
                  <a:pt x="61" y="1"/>
                </a:lnTo>
                <a:lnTo>
                  <a:pt x="72" y="5"/>
                </a:lnTo>
                <a:lnTo>
                  <a:pt x="80" y="10"/>
                </a:lnTo>
                <a:lnTo>
                  <a:pt x="88" y="15"/>
                </a:lnTo>
                <a:lnTo>
                  <a:pt x="94" y="24"/>
                </a:lnTo>
                <a:lnTo>
                  <a:pt x="98" y="32"/>
                </a:lnTo>
                <a:lnTo>
                  <a:pt x="102" y="41"/>
                </a:lnTo>
                <a:lnTo>
                  <a:pt x="102" y="52"/>
                </a:lnTo>
                <a:lnTo>
                  <a:pt x="102" y="62"/>
                </a:lnTo>
                <a:lnTo>
                  <a:pt x="98" y="72"/>
                </a:lnTo>
                <a:lnTo>
                  <a:pt x="94" y="80"/>
                </a:lnTo>
                <a:lnTo>
                  <a:pt x="88" y="88"/>
                </a:lnTo>
                <a:lnTo>
                  <a:pt x="80" y="94"/>
                </a:lnTo>
                <a:lnTo>
                  <a:pt x="72" y="99"/>
                </a:lnTo>
                <a:lnTo>
                  <a:pt x="61" y="102"/>
                </a:lnTo>
                <a:lnTo>
                  <a:pt x="52" y="103"/>
                </a:lnTo>
                <a:lnTo>
                  <a:pt x="41" y="102"/>
                </a:lnTo>
                <a:lnTo>
                  <a:pt x="32" y="99"/>
                </a:lnTo>
                <a:lnTo>
                  <a:pt x="22" y="94"/>
                </a:lnTo>
                <a:lnTo>
                  <a:pt x="15" y="88"/>
                </a:lnTo>
                <a:lnTo>
                  <a:pt x="8" y="80"/>
                </a:lnTo>
                <a:lnTo>
                  <a:pt x="4" y="72"/>
                </a:lnTo>
                <a:lnTo>
                  <a:pt x="1" y="62"/>
                </a:lnTo>
                <a:lnTo>
                  <a:pt x="0" y="52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26" name="Freeform 130"/>
          <p:cNvSpPr>
            <a:spLocks/>
          </p:cNvSpPr>
          <p:nvPr/>
        </p:nvSpPr>
        <p:spPr bwMode="auto">
          <a:xfrm>
            <a:off x="3092399" y="5387237"/>
            <a:ext cx="43901" cy="40524"/>
          </a:xfrm>
          <a:custGeom>
            <a:avLst/>
            <a:gdLst>
              <a:gd name="T0" fmla="*/ 0 w 102"/>
              <a:gd name="T1" fmla="*/ 14279794 h 103"/>
              <a:gd name="T2" fmla="*/ 279929 w 102"/>
              <a:gd name="T3" fmla="*/ 11258766 h 103"/>
              <a:gd name="T4" fmla="*/ 840317 w 102"/>
              <a:gd name="T5" fmla="*/ 8787444 h 103"/>
              <a:gd name="T6" fmla="*/ 2239963 w 102"/>
              <a:gd name="T7" fmla="*/ 6590714 h 103"/>
              <a:gd name="T8" fmla="*/ 4199996 w 102"/>
              <a:gd name="T9" fmla="*/ 4118869 h 103"/>
              <a:gd name="T10" fmla="*/ 6160558 w 102"/>
              <a:gd name="T11" fmla="*/ 2745913 h 103"/>
              <a:gd name="T12" fmla="*/ 8400521 w 102"/>
              <a:gd name="T13" fmla="*/ 1372956 h 103"/>
              <a:gd name="T14" fmla="*/ 11480800 w 102"/>
              <a:gd name="T15" fmla="*/ 274591 h 103"/>
              <a:gd name="T16" fmla="*/ 14000692 w 102"/>
              <a:gd name="T17" fmla="*/ 0 h 103"/>
              <a:gd name="T18" fmla="*/ 17080971 w 102"/>
              <a:gd name="T19" fmla="*/ 274591 h 103"/>
              <a:gd name="T20" fmla="*/ 19601392 w 102"/>
              <a:gd name="T21" fmla="*/ 1372956 h 103"/>
              <a:gd name="T22" fmla="*/ 22121283 w 102"/>
              <a:gd name="T23" fmla="*/ 2745913 h 103"/>
              <a:gd name="T24" fmla="*/ 24081317 w 102"/>
              <a:gd name="T25" fmla="*/ 4118869 h 103"/>
              <a:gd name="T26" fmla="*/ 26041879 w 102"/>
              <a:gd name="T27" fmla="*/ 6590714 h 103"/>
              <a:gd name="T28" fmla="*/ 27441525 w 102"/>
              <a:gd name="T29" fmla="*/ 8787444 h 103"/>
              <a:gd name="T30" fmla="*/ 28001912 w 102"/>
              <a:gd name="T31" fmla="*/ 11258766 h 103"/>
              <a:gd name="T32" fmla="*/ 28561771 w 102"/>
              <a:gd name="T33" fmla="*/ 14279794 h 103"/>
              <a:gd name="T34" fmla="*/ 28561771 w 102"/>
              <a:gd name="T35" fmla="*/ 14279794 h 103"/>
              <a:gd name="T36" fmla="*/ 28001912 w 102"/>
              <a:gd name="T37" fmla="*/ 17025706 h 103"/>
              <a:gd name="T38" fmla="*/ 27441525 w 102"/>
              <a:gd name="T39" fmla="*/ 19771619 h 103"/>
              <a:gd name="T40" fmla="*/ 26041879 w 102"/>
              <a:gd name="T41" fmla="*/ 21968349 h 103"/>
              <a:gd name="T42" fmla="*/ 24081317 w 102"/>
              <a:gd name="T43" fmla="*/ 24165603 h 103"/>
              <a:gd name="T44" fmla="*/ 22121283 w 102"/>
              <a:gd name="T45" fmla="*/ 25813151 h 103"/>
              <a:gd name="T46" fmla="*/ 19601392 w 102"/>
              <a:gd name="T47" fmla="*/ 27186107 h 103"/>
              <a:gd name="T48" fmla="*/ 17080971 w 102"/>
              <a:gd name="T49" fmla="*/ 28009881 h 103"/>
              <a:gd name="T50" fmla="*/ 14000692 w 102"/>
              <a:gd name="T51" fmla="*/ 28284472 h 103"/>
              <a:gd name="T52" fmla="*/ 11480800 w 102"/>
              <a:gd name="T53" fmla="*/ 28009881 h 103"/>
              <a:gd name="T54" fmla="*/ 8400521 w 102"/>
              <a:gd name="T55" fmla="*/ 27186107 h 103"/>
              <a:gd name="T56" fmla="*/ 6160558 w 102"/>
              <a:gd name="T57" fmla="*/ 25813151 h 103"/>
              <a:gd name="T58" fmla="*/ 4199996 w 102"/>
              <a:gd name="T59" fmla="*/ 24165603 h 103"/>
              <a:gd name="T60" fmla="*/ 2239963 w 102"/>
              <a:gd name="T61" fmla="*/ 21968349 h 103"/>
              <a:gd name="T62" fmla="*/ 840317 w 102"/>
              <a:gd name="T63" fmla="*/ 19771619 h 103"/>
              <a:gd name="T64" fmla="*/ 279929 w 102"/>
              <a:gd name="T65" fmla="*/ 17025706 h 103"/>
              <a:gd name="T66" fmla="*/ 0 w 102"/>
              <a:gd name="T67" fmla="*/ 14279794 h 10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3"/>
              <a:gd name="T104" fmla="*/ 102 w 102"/>
              <a:gd name="T105" fmla="*/ 103 h 10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3">
                <a:moveTo>
                  <a:pt x="0" y="52"/>
                </a:moveTo>
                <a:lnTo>
                  <a:pt x="1" y="41"/>
                </a:lnTo>
                <a:lnTo>
                  <a:pt x="3" y="32"/>
                </a:lnTo>
                <a:lnTo>
                  <a:pt x="8" y="24"/>
                </a:lnTo>
                <a:lnTo>
                  <a:pt x="15" y="15"/>
                </a:lnTo>
                <a:lnTo>
                  <a:pt x="22" y="10"/>
                </a:lnTo>
                <a:lnTo>
                  <a:pt x="30" y="5"/>
                </a:lnTo>
                <a:lnTo>
                  <a:pt x="41" y="1"/>
                </a:lnTo>
                <a:lnTo>
                  <a:pt x="50" y="0"/>
                </a:lnTo>
                <a:lnTo>
                  <a:pt x="61" y="1"/>
                </a:lnTo>
                <a:lnTo>
                  <a:pt x="70" y="5"/>
                </a:lnTo>
                <a:lnTo>
                  <a:pt x="79" y="10"/>
                </a:lnTo>
                <a:lnTo>
                  <a:pt x="86" y="15"/>
                </a:lnTo>
                <a:lnTo>
                  <a:pt x="93" y="24"/>
                </a:lnTo>
                <a:lnTo>
                  <a:pt x="98" y="32"/>
                </a:lnTo>
                <a:lnTo>
                  <a:pt x="100" y="41"/>
                </a:lnTo>
                <a:lnTo>
                  <a:pt x="102" y="52"/>
                </a:lnTo>
                <a:lnTo>
                  <a:pt x="100" y="62"/>
                </a:lnTo>
                <a:lnTo>
                  <a:pt x="98" y="72"/>
                </a:lnTo>
                <a:lnTo>
                  <a:pt x="93" y="80"/>
                </a:lnTo>
                <a:lnTo>
                  <a:pt x="86" y="88"/>
                </a:lnTo>
                <a:lnTo>
                  <a:pt x="79" y="94"/>
                </a:lnTo>
                <a:lnTo>
                  <a:pt x="70" y="99"/>
                </a:lnTo>
                <a:lnTo>
                  <a:pt x="61" y="102"/>
                </a:lnTo>
                <a:lnTo>
                  <a:pt x="50" y="103"/>
                </a:lnTo>
                <a:lnTo>
                  <a:pt x="41" y="102"/>
                </a:lnTo>
                <a:lnTo>
                  <a:pt x="30" y="99"/>
                </a:lnTo>
                <a:lnTo>
                  <a:pt x="22" y="94"/>
                </a:lnTo>
                <a:lnTo>
                  <a:pt x="15" y="88"/>
                </a:lnTo>
                <a:lnTo>
                  <a:pt x="8" y="80"/>
                </a:lnTo>
                <a:lnTo>
                  <a:pt x="3" y="72"/>
                </a:lnTo>
                <a:lnTo>
                  <a:pt x="1" y="62"/>
                </a:lnTo>
                <a:lnTo>
                  <a:pt x="0" y="52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27" name="Freeform 131"/>
          <p:cNvSpPr>
            <a:spLocks/>
          </p:cNvSpPr>
          <p:nvPr/>
        </p:nvSpPr>
        <p:spPr bwMode="auto">
          <a:xfrm>
            <a:off x="3092399" y="5387237"/>
            <a:ext cx="43901" cy="40524"/>
          </a:xfrm>
          <a:custGeom>
            <a:avLst/>
            <a:gdLst>
              <a:gd name="T0" fmla="*/ 0 w 102"/>
              <a:gd name="T1" fmla="*/ 14279794 h 103"/>
              <a:gd name="T2" fmla="*/ 279929 w 102"/>
              <a:gd name="T3" fmla="*/ 11258766 h 103"/>
              <a:gd name="T4" fmla="*/ 840317 w 102"/>
              <a:gd name="T5" fmla="*/ 8787444 h 103"/>
              <a:gd name="T6" fmla="*/ 2239963 w 102"/>
              <a:gd name="T7" fmla="*/ 6590714 h 103"/>
              <a:gd name="T8" fmla="*/ 4199996 w 102"/>
              <a:gd name="T9" fmla="*/ 4118869 h 103"/>
              <a:gd name="T10" fmla="*/ 6160558 w 102"/>
              <a:gd name="T11" fmla="*/ 2745913 h 103"/>
              <a:gd name="T12" fmla="*/ 8400521 w 102"/>
              <a:gd name="T13" fmla="*/ 1372956 h 103"/>
              <a:gd name="T14" fmla="*/ 11480800 w 102"/>
              <a:gd name="T15" fmla="*/ 274591 h 103"/>
              <a:gd name="T16" fmla="*/ 14000692 w 102"/>
              <a:gd name="T17" fmla="*/ 0 h 103"/>
              <a:gd name="T18" fmla="*/ 17080971 w 102"/>
              <a:gd name="T19" fmla="*/ 274591 h 103"/>
              <a:gd name="T20" fmla="*/ 19601392 w 102"/>
              <a:gd name="T21" fmla="*/ 1372956 h 103"/>
              <a:gd name="T22" fmla="*/ 22121283 w 102"/>
              <a:gd name="T23" fmla="*/ 2745913 h 103"/>
              <a:gd name="T24" fmla="*/ 24081317 w 102"/>
              <a:gd name="T25" fmla="*/ 4118869 h 103"/>
              <a:gd name="T26" fmla="*/ 26041879 w 102"/>
              <a:gd name="T27" fmla="*/ 6590714 h 103"/>
              <a:gd name="T28" fmla="*/ 27441525 w 102"/>
              <a:gd name="T29" fmla="*/ 8787444 h 103"/>
              <a:gd name="T30" fmla="*/ 28001912 w 102"/>
              <a:gd name="T31" fmla="*/ 11258766 h 103"/>
              <a:gd name="T32" fmla="*/ 28561771 w 102"/>
              <a:gd name="T33" fmla="*/ 14279794 h 103"/>
              <a:gd name="T34" fmla="*/ 28561771 w 102"/>
              <a:gd name="T35" fmla="*/ 14279794 h 103"/>
              <a:gd name="T36" fmla="*/ 28001912 w 102"/>
              <a:gd name="T37" fmla="*/ 17025706 h 103"/>
              <a:gd name="T38" fmla="*/ 27441525 w 102"/>
              <a:gd name="T39" fmla="*/ 19771619 h 103"/>
              <a:gd name="T40" fmla="*/ 26041879 w 102"/>
              <a:gd name="T41" fmla="*/ 21968349 h 103"/>
              <a:gd name="T42" fmla="*/ 24081317 w 102"/>
              <a:gd name="T43" fmla="*/ 24165603 h 103"/>
              <a:gd name="T44" fmla="*/ 22121283 w 102"/>
              <a:gd name="T45" fmla="*/ 25813151 h 103"/>
              <a:gd name="T46" fmla="*/ 19601392 w 102"/>
              <a:gd name="T47" fmla="*/ 27186107 h 103"/>
              <a:gd name="T48" fmla="*/ 17080971 w 102"/>
              <a:gd name="T49" fmla="*/ 28009881 h 103"/>
              <a:gd name="T50" fmla="*/ 14000692 w 102"/>
              <a:gd name="T51" fmla="*/ 28284472 h 103"/>
              <a:gd name="T52" fmla="*/ 11480800 w 102"/>
              <a:gd name="T53" fmla="*/ 28009881 h 103"/>
              <a:gd name="T54" fmla="*/ 8400521 w 102"/>
              <a:gd name="T55" fmla="*/ 27186107 h 103"/>
              <a:gd name="T56" fmla="*/ 6160558 w 102"/>
              <a:gd name="T57" fmla="*/ 25813151 h 103"/>
              <a:gd name="T58" fmla="*/ 4199996 w 102"/>
              <a:gd name="T59" fmla="*/ 24165603 h 103"/>
              <a:gd name="T60" fmla="*/ 2239963 w 102"/>
              <a:gd name="T61" fmla="*/ 21968349 h 103"/>
              <a:gd name="T62" fmla="*/ 840317 w 102"/>
              <a:gd name="T63" fmla="*/ 19771619 h 103"/>
              <a:gd name="T64" fmla="*/ 279929 w 102"/>
              <a:gd name="T65" fmla="*/ 17025706 h 103"/>
              <a:gd name="T66" fmla="*/ 0 w 102"/>
              <a:gd name="T67" fmla="*/ 14279794 h 10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3"/>
              <a:gd name="T104" fmla="*/ 102 w 102"/>
              <a:gd name="T105" fmla="*/ 103 h 10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3">
                <a:moveTo>
                  <a:pt x="0" y="52"/>
                </a:moveTo>
                <a:lnTo>
                  <a:pt x="1" y="41"/>
                </a:lnTo>
                <a:lnTo>
                  <a:pt x="3" y="32"/>
                </a:lnTo>
                <a:lnTo>
                  <a:pt x="8" y="24"/>
                </a:lnTo>
                <a:lnTo>
                  <a:pt x="15" y="15"/>
                </a:lnTo>
                <a:lnTo>
                  <a:pt x="22" y="10"/>
                </a:lnTo>
                <a:lnTo>
                  <a:pt x="30" y="5"/>
                </a:lnTo>
                <a:lnTo>
                  <a:pt x="41" y="1"/>
                </a:lnTo>
                <a:lnTo>
                  <a:pt x="50" y="0"/>
                </a:lnTo>
                <a:lnTo>
                  <a:pt x="61" y="1"/>
                </a:lnTo>
                <a:lnTo>
                  <a:pt x="70" y="5"/>
                </a:lnTo>
                <a:lnTo>
                  <a:pt x="79" y="10"/>
                </a:lnTo>
                <a:lnTo>
                  <a:pt x="86" y="15"/>
                </a:lnTo>
                <a:lnTo>
                  <a:pt x="93" y="24"/>
                </a:lnTo>
                <a:lnTo>
                  <a:pt x="98" y="32"/>
                </a:lnTo>
                <a:lnTo>
                  <a:pt x="100" y="41"/>
                </a:lnTo>
                <a:lnTo>
                  <a:pt x="102" y="52"/>
                </a:lnTo>
                <a:lnTo>
                  <a:pt x="100" y="62"/>
                </a:lnTo>
                <a:lnTo>
                  <a:pt x="98" y="72"/>
                </a:lnTo>
                <a:lnTo>
                  <a:pt x="93" y="80"/>
                </a:lnTo>
                <a:lnTo>
                  <a:pt x="86" y="88"/>
                </a:lnTo>
                <a:lnTo>
                  <a:pt x="79" y="94"/>
                </a:lnTo>
                <a:lnTo>
                  <a:pt x="70" y="99"/>
                </a:lnTo>
                <a:lnTo>
                  <a:pt x="61" y="102"/>
                </a:lnTo>
                <a:lnTo>
                  <a:pt x="50" y="103"/>
                </a:lnTo>
                <a:lnTo>
                  <a:pt x="41" y="102"/>
                </a:lnTo>
                <a:lnTo>
                  <a:pt x="30" y="99"/>
                </a:lnTo>
                <a:lnTo>
                  <a:pt x="22" y="94"/>
                </a:lnTo>
                <a:lnTo>
                  <a:pt x="15" y="88"/>
                </a:lnTo>
                <a:lnTo>
                  <a:pt x="8" y="80"/>
                </a:lnTo>
                <a:lnTo>
                  <a:pt x="3" y="72"/>
                </a:lnTo>
                <a:lnTo>
                  <a:pt x="1" y="62"/>
                </a:lnTo>
                <a:lnTo>
                  <a:pt x="0" y="52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28" name="Line 132"/>
          <p:cNvSpPr>
            <a:spLocks noChangeShapeType="1"/>
          </p:cNvSpPr>
          <p:nvPr/>
        </p:nvSpPr>
        <p:spPr bwMode="auto">
          <a:xfrm>
            <a:off x="2992977" y="5431336"/>
            <a:ext cx="132993" cy="0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29" name="Line 133"/>
          <p:cNvSpPr>
            <a:spLocks noChangeShapeType="1"/>
          </p:cNvSpPr>
          <p:nvPr/>
        </p:nvSpPr>
        <p:spPr bwMode="auto">
          <a:xfrm>
            <a:off x="2823830" y="3991562"/>
            <a:ext cx="0" cy="1415937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30" name="Freeform 134"/>
          <p:cNvSpPr>
            <a:spLocks/>
          </p:cNvSpPr>
          <p:nvPr/>
        </p:nvSpPr>
        <p:spPr bwMode="auto">
          <a:xfrm>
            <a:off x="2796716" y="5382470"/>
            <a:ext cx="55522" cy="50059"/>
          </a:xfrm>
          <a:custGeom>
            <a:avLst/>
            <a:gdLst>
              <a:gd name="T0" fmla="*/ 17917971 w 128"/>
              <a:gd name="T1" fmla="*/ 0 h 127"/>
              <a:gd name="T2" fmla="*/ 21615372 w 128"/>
              <a:gd name="T3" fmla="*/ 551250 h 127"/>
              <a:gd name="T4" fmla="*/ 25312774 w 128"/>
              <a:gd name="T5" fmla="*/ 1378125 h 127"/>
              <a:gd name="T6" fmla="*/ 28441139 w 128"/>
              <a:gd name="T7" fmla="*/ 3031875 h 127"/>
              <a:gd name="T8" fmla="*/ 31001001 w 128"/>
              <a:gd name="T9" fmla="*/ 5236875 h 127"/>
              <a:gd name="T10" fmla="*/ 32991828 w 128"/>
              <a:gd name="T11" fmla="*/ 7993125 h 127"/>
              <a:gd name="T12" fmla="*/ 34698403 w 128"/>
              <a:gd name="T13" fmla="*/ 10749375 h 127"/>
              <a:gd name="T14" fmla="*/ 36120726 w 128"/>
              <a:gd name="T15" fmla="*/ 14056875 h 127"/>
              <a:gd name="T16" fmla="*/ 36404978 w 128"/>
              <a:gd name="T17" fmla="*/ 17640000 h 127"/>
              <a:gd name="T18" fmla="*/ 36120726 w 128"/>
              <a:gd name="T19" fmla="*/ 21223125 h 127"/>
              <a:gd name="T20" fmla="*/ 34698403 w 128"/>
              <a:gd name="T21" fmla="*/ 24255000 h 127"/>
              <a:gd name="T22" fmla="*/ 32991828 w 128"/>
              <a:gd name="T23" fmla="*/ 27286875 h 127"/>
              <a:gd name="T24" fmla="*/ 31001001 w 128"/>
              <a:gd name="T25" fmla="*/ 29767500 h 127"/>
              <a:gd name="T26" fmla="*/ 28441139 w 128"/>
              <a:gd name="T27" fmla="*/ 31972500 h 127"/>
              <a:gd name="T28" fmla="*/ 25312774 w 128"/>
              <a:gd name="T29" fmla="*/ 33626250 h 127"/>
              <a:gd name="T30" fmla="*/ 21615372 w 128"/>
              <a:gd name="T31" fmla="*/ 34728750 h 127"/>
              <a:gd name="T32" fmla="*/ 17917971 w 128"/>
              <a:gd name="T33" fmla="*/ 35004375 h 127"/>
              <a:gd name="T34" fmla="*/ 17917971 w 128"/>
              <a:gd name="T35" fmla="*/ 35004375 h 127"/>
              <a:gd name="T36" fmla="*/ 14789606 w 128"/>
              <a:gd name="T37" fmla="*/ 34728750 h 127"/>
              <a:gd name="T38" fmla="*/ 11092204 w 128"/>
              <a:gd name="T39" fmla="*/ 33626250 h 127"/>
              <a:gd name="T40" fmla="*/ 7963839 w 128"/>
              <a:gd name="T41" fmla="*/ 31972500 h 127"/>
              <a:gd name="T42" fmla="*/ 5403976 w 128"/>
              <a:gd name="T43" fmla="*/ 29767500 h 127"/>
              <a:gd name="T44" fmla="*/ 3413150 w 128"/>
              <a:gd name="T45" fmla="*/ 27286875 h 127"/>
              <a:gd name="T46" fmla="*/ 1706575 w 128"/>
              <a:gd name="T47" fmla="*/ 24255000 h 127"/>
              <a:gd name="T48" fmla="*/ 569036 w 128"/>
              <a:gd name="T49" fmla="*/ 21223125 h 127"/>
              <a:gd name="T50" fmla="*/ 0 w 128"/>
              <a:gd name="T51" fmla="*/ 17640000 h 127"/>
              <a:gd name="T52" fmla="*/ 569036 w 128"/>
              <a:gd name="T53" fmla="*/ 14056875 h 127"/>
              <a:gd name="T54" fmla="*/ 1706575 w 128"/>
              <a:gd name="T55" fmla="*/ 10749375 h 127"/>
              <a:gd name="T56" fmla="*/ 3413150 w 128"/>
              <a:gd name="T57" fmla="*/ 7993125 h 127"/>
              <a:gd name="T58" fmla="*/ 5403976 w 128"/>
              <a:gd name="T59" fmla="*/ 5236875 h 127"/>
              <a:gd name="T60" fmla="*/ 7963839 w 128"/>
              <a:gd name="T61" fmla="*/ 3031875 h 127"/>
              <a:gd name="T62" fmla="*/ 11092204 w 128"/>
              <a:gd name="T63" fmla="*/ 1378125 h 127"/>
              <a:gd name="T64" fmla="*/ 14789606 w 128"/>
              <a:gd name="T65" fmla="*/ 551250 h 127"/>
              <a:gd name="T66" fmla="*/ 17917971 w 128"/>
              <a:gd name="T67" fmla="*/ 0 h 127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28"/>
              <a:gd name="T103" fmla="*/ 0 h 127"/>
              <a:gd name="T104" fmla="*/ 128 w 128"/>
              <a:gd name="T105" fmla="*/ 127 h 127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28" h="127">
                <a:moveTo>
                  <a:pt x="63" y="0"/>
                </a:moveTo>
                <a:lnTo>
                  <a:pt x="76" y="2"/>
                </a:lnTo>
                <a:lnTo>
                  <a:pt x="89" y="5"/>
                </a:lnTo>
                <a:lnTo>
                  <a:pt x="100" y="11"/>
                </a:lnTo>
                <a:lnTo>
                  <a:pt x="109" y="19"/>
                </a:lnTo>
                <a:lnTo>
                  <a:pt x="116" y="29"/>
                </a:lnTo>
                <a:lnTo>
                  <a:pt x="122" y="39"/>
                </a:lnTo>
                <a:lnTo>
                  <a:pt x="127" y="51"/>
                </a:lnTo>
                <a:lnTo>
                  <a:pt x="128" y="64"/>
                </a:lnTo>
                <a:lnTo>
                  <a:pt x="127" y="77"/>
                </a:lnTo>
                <a:lnTo>
                  <a:pt x="122" y="88"/>
                </a:lnTo>
                <a:lnTo>
                  <a:pt x="116" y="99"/>
                </a:lnTo>
                <a:lnTo>
                  <a:pt x="109" y="108"/>
                </a:lnTo>
                <a:lnTo>
                  <a:pt x="100" y="116"/>
                </a:lnTo>
                <a:lnTo>
                  <a:pt x="89" y="122"/>
                </a:lnTo>
                <a:lnTo>
                  <a:pt x="76" y="126"/>
                </a:lnTo>
                <a:lnTo>
                  <a:pt x="63" y="127"/>
                </a:lnTo>
                <a:lnTo>
                  <a:pt x="52" y="126"/>
                </a:lnTo>
                <a:lnTo>
                  <a:pt x="39" y="122"/>
                </a:lnTo>
                <a:lnTo>
                  <a:pt x="28" y="116"/>
                </a:lnTo>
                <a:lnTo>
                  <a:pt x="19" y="108"/>
                </a:lnTo>
                <a:lnTo>
                  <a:pt x="12" y="99"/>
                </a:lnTo>
                <a:lnTo>
                  <a:pt x="6" y="88"/>
                </a:lnTo>
                <a:lnTo>
                  <a:pt x="2" y="77"/>
                </a:lnTo>
                <a:lnTo>
                  <a:pt x="0" y="64"/>
                </a:lnTo>
                <a:lnTo>
                  <a:pt x="2" y="51"/>
                </a:lnTo>
                <a:lnTo>
                  <a:pt x="6" y="39"/>
                </a:lnTo>
                <a:lnTo>
                  <a:pt x="12" y="29"/>
                </a:lnTo>
                <a:lnTo>
                  <a:pt x="19" y="19"/>
                </a:lnTo>
                <a:lnTo>
                  <a:pt x="28" y="11"/>
                </a:lnTo>
                <a:lnTo>
                  <a:pt x="39" y="5"/>
                </a:lnTo>
                <a:lnTo>
                  <a:pt x="52" y="2"/>
                </a:lnTo>
                <a:lnTo>
                  <a:pt x="6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31" name="Line 135"/>
          <p:cNvSpPr>
            <a:spLocks noChangeShapeType="1"/>
          </p:cNvSpPr>
          <p:nvPr/>
        </p:nvSpPr>
        <p:spPr bwMode="auto">
          <a:xfrm>
            <a:off x="4059499" y="5405115"/>
            <a:ext cx="121372" cy="0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32" name="Line 136"/>
          <p:cNvSpPr>
            <a:spLocks noChangeShapeType="1"/>
          </p:cNvSpPr>
          <p:nvPr/>
        </p:nvSpPr>
        <p:spPr bwMode="auto">
          <a:xfrm flipH="1">
            <a:off x="4335812" y="5402732"/>
            <a:ext cx="475159" cy="2384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33" name="Freeform 137"/>
          <p:cNvSpPr>
            <a:spLocks/>
          </p:cNvSpPr>
          <p:nvPr/>
        </p:nvSpPr>
        <p:spPr bwMode="auto">
          <a:xfrm>
            <a:off x="4158922" y="5384854"/>
            <a:ext cx="43901" cy="40524"/>
          </a:xfrm>
          <a:custGeom>
            <a:avLst/>
            <a:gdLst>
              <a:gd name="T0" fmla="*/ 0 w 102"/>
              <a:gd name="T1" fmla="*/ 14561079 h 102"/>
              <a:gd name="T2" fmla="*/ 279929 w 102"/>
              <a:gd name="T3" fmla="*/ 17080971 h 102"/>
              <a:gd name="T4" fmla="*/ 840317 w 102"/>
              <a:gd name="T5" fmla="*/ 20161250 h 102"/>
              <a:gd name="T6" fmla="*/ 2239963 w 102"/>
              <a:gd name="T7" fmla="*/ 22401213 h 102"/>
              <a:gd name="T8" fmla="*/ 4199996 w 102"/>
              <a:gd name="T9" fmla="*/ 24641704 h 102"/>
              <a:gd name="T10" fmla="*/ 6160558 w 102"/>
              <a:gd name="T11" fmla="*/ 26321808 h 102"/>
              <a:gd name="T12" fmla="*/ 8680450 w 102"/>
              <a:gd name="T13" fmla="*/ 27721983 h 102"/>
              <a:gd name="T14" fmla="*/ 11480800 w 102"/>
              <a:gd name="T15" fmla="*/ 28561771 h 102"/>
              <a:gd name="T16" fmla="*/ 14281150 w 102"/>
              <a:gd name="T17" fmla="*/ 28561771 h 102"/>
              <a:gd name="T18" fmla="*/ 17080971 w 102"/>
              <a:gd name="T19" fmla="*/ 28561771 h 102"/>
              <a:gd name="T20" fmla="*/ 19881321 w 102"/>
              <a:gd name="T21" fmla="*/ 27721983 h 102"/>
              <a:gd name="T22" fmla="*/ 22121283 w 102"/>
              <a:gd name="T23" fmla="*/ 26321808 h 102"/>
              <a:gd name="T24" fmla="*/ 24641704 w 102"/>
              <a:gd name="T25" fmla="*/ 24641704 h 102"/>
              <a:gd name="T26" fmla="*/ 26041879 w 102"/>
              <a:gd name="T27" fmla="*/ 22401213 h 102"/>
              <a:gd name="T28" fmla="*/ 27441525 w 102"/>
              <a:gd name="T29" fmla="*/ 20161250 h 102"/>
              <a:gd name="T30" fmla="*/ 28561771 w 102"/>
              <a:gd name="T31" fmla="*/ 17080971 h 102"/>
              <a:gd name="T32" fmla="*/ 28561771 w 102"/>
              <a:gd name="T33" fmla="*/ 14561079 h 102"/>
              <a:gd name="T34" fmla="*/ 28561771 w 102"/>
              <a:gd name="T35" fmla="*/ 14561079 h 102"/>
              <a:gd name="T36" fmla="*/ 28561771 w 102"/>
              <a:gd name="T37" fmla="*/ 11480800 h 102"/>
              <a:gd name="T38" fmla="*/ 27441525 w 102"/>
              <a:gd name="T39" fmla="*/ 8960379 h 102"/>
              <a:gd name="T40" fmla="*/ 26041879 w 102"/>
              <a:gd name="T41" fmla="*/ 6440488 h 102"/>
              <a:gd name="T42" fmla="*/ 24641704 w 102"/>
              <a:gd name="T43" fmla="*/ 4480454 h 102"/>
              <a:gd name="T44" fmla="*/ 22121283 w 102"/>
              <a:gd name="T45" fmla="*/ 2520421 h 102"/>
              <a:gd name="T46" fmla="*/ 19881321 w 102"/>
              <a:gd name="T47" fmla="*/ 1120246 h 102"/>
              <a:gd name="T48" fmla="*/ 17080971 w 102"/>
              <a:gd name="T49" fmla="*/ 559858 h 102"/>
              <a:gd name="T50" fmla="*/ 14281150 w 102"/>
              <a:gd name="T51" fmla="*/ 0 h 102"/>
              <a:gd name="T52" fmla="*/ 11480800 w 102"/>
              <a:gd name="T53" fmla="*/ 559858 h 102"/>
              <a:gd name="T54" fmla="*/ 8680450 w 102"/>
              <a:gd name="T55" fmla="*/ 1120246 h 102"/>
              <a:gd name="T56" fmla="*/ 6160558 w 102"/>
              <a:gd name="T57" fmla="*/ 2520421 h 102"/>
              <a:gd name="T58" fmla="*/ 4199996 w 102"/>
              <a:gd name="T59" fmla="*/ 4480454 h 102"/>
              <a:gd name="T60" fmla="*/ 2239963 w 102"/>
              <a:gd name="T61" fmla="*/ 6440488 h 102"/>
              <a:gd name="T62" fmla="*/ 840317 w 102"/>
              <a:gd name="T63" fmla="*/ 8960379 h 102"/>
              <a:gd name="T64" fmla="*/ 279929 w 102"/>
              <a:gd name="T65" fmla="*/ 11480800 h 102"/>
              <a:gd name="T66" fmla="*/ 0 w 102"/>
              <a:gd name="T67" fmla="*/ 14561079 h 10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2"/>
              <a:gd name="T104" fmla="*/ 102 w 102"/>
              <a:gd name="T105" fmla="*/ 102 h 102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2">
                <a:moveTo>
                  <a:pt x="0" y="52"/>
                </a:moveTo>
                <a:lnTo>
                  <a:pt x="1" y="61"/>
                </a:lnTo>
                <a:lnTo>
                  <a:pt x="3" y="72"/>
                </a:lnTo>
                <a:lnTo>
                  <a:pt x="8" y="80"/>
                </a:lnTo>
                <a:lnTo>
                  <a:pt x="15" y="88"/>
                </a:lnTo>
                <a:lnTo>
                  <a:pt x="22" y="94"/>
                </a:lnTo>
                <a:lnTo>
                  <a:pt x="31" y="99"/>
                </a:lnTo>
                <a:lnTo>
                  <a:pt x="41" y="102"/>
                </a:lnTo>
                <a:lnTo>
                  <a:pt x="51" y="102"/>
                </a:lnTo>
                <a:lnTo>
                  <a:pt x="61" y="102"/>
                </a:lnTo>
                <a:lnTo>
                  <a:pt x="71" y="99"/>
                </a:lnTo>
                <a:lnTo>
                  <a:pt x="79" y="94"/>
                </a:lnTo>
                <a:lnTo>
                  <a:pt x="88" y="88"/>
                </a:lnTo>
                <a:lnTo>
                  <a:pt x="93" y="80"/>
                </a:lnTo>
                <a:lnTo>
                  <a:pt x="98" y="72"/>
                </a:lnTo>
                <a:lnTo>
                  <a:pt x="102" y="61"/>
                </a:lnTo>
                <a:lnTo>
                  <a:pt x="102" y="52"/>
                </a:lnTo>
                <a:lnTo>
                  <a:pt x="102" y="41"/>
                </a:lnTo>
                <a:lnTo>
                  <a:pt x="98" y="32"/>
                </a:lnTo>
                <a:lnTo>
                  <a:pt x="93" y="23"/>
                </a:lnTo>
                <a:lnTo>
                  <a:pt x="88" y="16"/>
                </a:lnTo>
                <a:lnTo>
                  <a:pt x="79" y="9"/>
                </a:lnTo>
                <a:lnTo>
                  <a:pt x="71" y="4"/>
                </a:lnTo>
                <a:lnTo>
                  <a:pt x="61" y="2"/>
                </a:lnTo>
                <a:lnTo>
                  <a:pt x="51" y="0"/>
                </a:lnTo>
                <a:lnTo>
                  <a:pt x="41" y="2"/>
                </a:lnTo>
                <a:lnTo>
                  <a:pt x="31" y="4"/>
                </a:lnTo>
                <a:lnTo>
                  <a:pt x="22" y="9"/>
                </a:lnTo>
                <a:lnTo>
                  <a:pt x="15" y="16"/>
                </a:lnTo>
                <a:lnTo>
                  <a:pt x="8" y="23"/>
                </a:lnTo>
                <a:lnTo>
                  <a:pt x="3" y="32"/>
                </a:lnTo>
                <a:lnTo>
                  <a:pt x="1" y="41"/>
                </a:lnTo>
                <a:lnTo>
                  <a:pt x="0" y="52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34" name="Freeform 138"/>
          <p:cNvSpPr>
            <a:spLocks/>
          </p:cNvSpPr>
          <p:nvPr/>
        </p:nvSpPr>
        <p:spPr bwMode="auto">
          <a:xfrm>
            <a:off x="4158922" y="5384854"/>
            <a:ext cx="43901" cy="40524"/>
          </a:xfrm>
          <a:custGeom>
            <a:avLst/>
            <a:gdLst>
              <a:gd name="T0" fmla="*/ 0 w 102"/>
              <a:gd name="T1" fmla="*/ 14561079 h 102"/>
              <a:gd name="T2" fmla="*/ 279929 w 102"/>
              <a:gd name="T3" fmla="*/ 17080971 h 102"/>
              <a:gd name="T4" fmla="*/ 840317 w 102"/>
              <a:gd name="T5" fmla="*/ 20161250 h 102"/>
              <a:gd name="T6" fmla="*/ 2239963 w 102"/>
              <a:gd name="T7" fmla="*/ 22401213 h 102"/>
              <a:gd name="T8" fmla="*/ 4199996 w 102"/>
              <a:gd name="T9" fmla="*/ 24641704 h 102"/>
              <a:gd name="T10" fmla="*/ 6160558 w 102"/>
              <a:gd name="T11" fmla="*/ 26321808 h 102"/>
              <a:gd name="T12" fmla="*/ 8680450 w 102"/>
              <a:gd name="T13" fmla="*/ 27721983 h 102"/>
              <a:gd name="T14" fmla="*/ 11480800 w 102"/>
              <a:gd name="T15" fmla="*/ 28561771 h 102"/>
              <a:gd name="T16" fmla="*/ 14281150 w 102"/>
              <a:gd name="T17" fmla="*/ 28561771 h 102"/>
              <a:gd name="T18" fmla="*/ 17080971 w 102"/>
              <a:gd name="T19" fmla="*/ 28561771 h 102"/>
              <a:gd name="T20" fmla="*/ 19881321 w 102"/>
              <a:gd name="T21" fmla="*/ 27721983 h 102"/>
              <a:gd name="T22" fmla="*/ 22121283 w 102"/>
              <a:gd name="T23" fmla="*/ 26321808 h 102"/>
              <a:gd name="T24" fmla="*/ 24641704 w 102"/>
              <a:gd name="T25" fmla="*/ 24641704 h 102"/>
              <a:gd name="T26" fmla="*/ 26041879 w 102"/>
              <a:gd name="T27" fmla="*/ 22401213 h 102"/>
              <a:gd name="T28" fmla="*/ 27441525 w 102"/>
              <a:gd name="T29" fmla="*/ 20161250 h 102"/>
              <a:gd name="T30" fmla="*/ 28561771 w 102"/>
              <a:gd name="T31" fmla="*/ 17080971 h 102"/>
              <a:gd name="T32" fmla="*/ 28561771 w 102"/>
              <a:gd name="T33" fmla="*/ 14561079 h 102"/>
              <a:gd name="T34" fmla="*/ 28561771 w 102"/>
              <a:gd name="T35" fmla="*/ 14561079 h 102"/>
              <a:gd name="T36" fmla="*/ 28561771 w 102"/>
              <a:gd name="T37" fmla="*/ 11480800 h 102"/>
              <a:gd name="T38" fmla="*/ 27441525 w 102"/>
              <a:gd name="T39" fmla="*/ 8960379 h 102"/>
              <a:gd name="T40" fmla="*/ 26041879 w 102"/>
              <a:gd name="T41" fmla="*/ 6440488 h 102"/>
              <a:gd name="T42" fmla="*/ 24641704 w 102"/>
              <a:gd name="T43" fmla="*/ 4480454 h 102"/>
              <a:gd name="T44" fmla="*/ 22121283 w 102"/>
              <a:gd name="T45" fmla="*/ 2520421 h 102"/>
              <a:gd name="T46" fmla="*/ 19881321 w 102"/>
              <a:gd name="T47" fmla="*/ 1120246 h 102"/>
              <a:gd name="T48" fmla="*/ 17080971 w 102"/>
              <a:gd name="T49" fmla="*/ 559858 h 102"/>
              <a:gd name="T50" fmla="*/ 14281150 w 102"/>
              <a:gd name="T51" fmla="*/ 0 h 102"/>
              <a:gd name="T52" fmla="*/ 11480800 w 102"/>
              <a:gd name="T53" fmla="*/ 559858 h 102"/>
              <a:gd name="T54" fmla="*/ 8680450 w 102"/>
              <a:gd name="T55" fmla="*/ 1120246 h 102"/>
              <a:gd name="T56" fmla="*/ 6160558 w 102"/>
              <a:gd name="T57" fmla="*/ 2520421 h 102"/>
              <a:gd name="T58" fmla="*/ 4199996 w 102"/>
              <a:gd name="T59" fmla="*/ 4480454 h 102"/>
              <a:gd name="T60" fmla="*/ 2239963 w 102"/>
              <a:gd name="T61" fmla="*/ 6440488 h 102"/>
              <a:gd name="T62" fmla="*/ 840317 w 102"/>
              <a:gd name="T63" fmla="*/ 8960379 h 102"/>
              <a:gd name="T64" fmla="*/ 279929 w 102"/>
              <a:gd name="T65" fmla="*/ 11480800 h 102"/>
              <a:gd name="T66" fmla="*/ 0 w 102"/>
              <a:gd name="T67" fmla="*/ 14561079 h 10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2"/>
              <a:gd name="T104" fmla="*/ 102 w 102"/>
              <a:gd name="T105" fmla="*/ 102 h 102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2">
                <a:moveTo>
                  <a:pt x="0" y="52"/>
                </a:moveTo>
                <a:lnTo>
                  <a:pt x="1" y="61"/>
                </a:lnTo>
                <a:lnTo>
                  <a:pt x="3" y="72"/>
                </a:lnTo>
                <a:lnTo>
                  <a:pt x="8" y="80"/>
                </a:lnTo>
                <a:lnTo>
                  <a:pt x="15" y="88"/>
                </a:lnTo>
                <a:lnTo>
                  <a:pt x="22" y="94"/>
                </a:lnTo>
                <a:lnTo>
                  <a:pt x="31" y="99"/>
                </a:lnTo>
                <a:lnTo>
                  <a:pt x="41" y="102"/>
                </a:lnTo>
                <a:lnTo>
                  <a:pt x="51" y="102"/>
                </a:lnTo>
                <a:lnTo>
                  <a:pt x="61" y="102"/>
                </a:lnTo>
                <a:lnTo>
                  <a:pt x="71" y="99"/>
                </a:lnTo>
                <a:lnTo>
                  <a:pt x="79" y="94"/>
                </a:lnTo>
                <a:lnTo>
                  <a:pt x="88" y="88"/>
                </a:lnTo>
                <a:lnTo>
                  <a:pt x="93" y="80"/>
                </a:lnTo>
                <a:lnTo>
                  <a:pt x="98" y="72"/>
                </a:lnTo>
                <a:lnTo>
                  <a:pt x="102" y="61"/>
                </a:lnTo>
                <a:lnTo>
                  <a:pt x="102" y="52"/>
                </a:lnTo>
                <a:lnTo>
                  <a:pt x="102" y="41"/>
                </a:lnTo>
                <a:lnTo>
                  <a:pt x="98" y="32"/>
                </a:lnTo>
                <a:lnTo>
                  <a:pt x="93" y="23"/>
                </a:lnTo>
                <a:lnTo>
                  <a:pt x="88" y="16"/>
                </a:lnTo>
                <a:lnTo>
                  <a:pt x="79" y="9"/>
                </a:lnTo>
                <a:lnTo>
                  <a:pt x="71" y="4"/>
                </a:lnTo>
                <a:lnTo>
                  <a:pt x="61" y="2"/>
                </a:lnTo>
                <a:lnTo>
                  <a:pt x="51" y="0"/>
                </a:lnTo>
                <a:lnTo>
                  <a:pt x="41" y="2"/>
                </a:lnTo>
                <a:lnTo>
                  <a:pt x="31" y="4"/>
                </a:lnTo>
                <a:lnTo>
                  <a:pt x="22" y="9"/>
                </a:lnTo>
                <a:lnTo>
                  <a:pt x="15" y="16"/>
                </a:lnTo>
                <a:lnTo>
                  <a:pt x="8" y="23"/>
                </a:lnTo>
                <a:lnTo>
                  <a:pt x="3" y="32"/>
                </a:lnTo>
                <a:lnTo>
                  <a:pt x="1" y="41"/>
                </a:lnTo>
                <a:lnTo>
                  <a:pt x="0" y="52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35" name="Freeform 139"/>
          <p:cNvSpPr>
            <a:spLocks/>
          </p:cNvSpPr>
          <p:nvPr/>
        </p:nvSpPr>
        <p:spPr bwMode="auto">
          <a:xfrm>
            <a:off x="4290621" y="5384854"/>
            <a:ext cx="45191" cy="40524"/>
          </a:xfrm>
          <a:custGeom>
            <a:avLst/>
            <a:gdLst>
              <a:gd name="T0" fmla="*/ 0 w 103"/>
              <a:gd name="T1" fmla="*/ 14561079 h 102"/>
              <a:gd name="T2" fmla="*/ 290756 w 103"/>
              <a:gd name="T3" fmla="*/ 17080971 h 102"/>
              <a:gd name="T4" fmla="*/ 1164105 w 103"/>
              <a:gd name="T5" fmla="*/ 20161250 h 102"/>
              <a:gd name="T6" fmla="*/ 2618966 w 103"/>
              <a:gd name="T7" fmla="*/ 22401213 h 102"/>
              <a:gd name="T8" fmla="*/ 4365123 w 103"/>
              <a:gd name="T9" fmla="*/ 24641704 h 102"/>
              <a:gd name="T10" fmla="*/ 6692794 w 103"/>
              <a:gd name="T11" fmla="*/ 26321808 h 102"/>
              <a:gd name="T12" fmla="*/ 9021003 w 103"/>
              <a:gd name="T13" fmla="*/ 27721983 h 102"/>
              <a:gd name="T14" fmla="*/ 11930726 w 103"/>
              <a:gd name="T15" fmla="*/ 28561771 h 102"/>
              <a:gd name="T16" fmla="*/ 14840448 w 103"/>
              <a:gd name="T17" fmla="*/ 28561771 h 102"/>
              <a:gd name="T18" fmla="*/ 18041467 w 103"/>
              <a:gd name="T19" fmla="*/ 28561771 h 102"/>
              <a:gd name="T20" fmla="*/ 20660433 w 103"/>
              <a:gd name="T21" fmla="*/ 27721983 h 102"/>
              <a:gd name="T22" fmla="*/ 23279399 w 103"/>
              <a:gd name="T23" fmla="*/ 26321808 h 102"/>
              <a:gd name="T24" fmla="*/ 25316313 w 103"/>
              <a:gd name="T25" fmla="*/ 24641704 h 102"/>
              <a:gd name="T26" fmla="*/ 27062470 w 103"/>
              <a:gd name="T27" fmla="*/ 22401213 h 102"/>
              <a:gd name="T28" fmla="*/ 28517331 w 103"/>
              <a:gd name="T29" fmla="*/ 20161250 h 102"/>
              <a:gd name="T30" fmla="*/ 29390140 w 103"/>
              <a:gd name="T31" fmla="*/ 17080971 h 102"/>
              <a:gd name="T32" fmla="*/ 29972193 w 103"/>
              <a:gd name="T33" fmla="*/ 14561079 h 102"/>
              <a:gd name="T34" fmla="*/ 29972193 w 103"/>
              <a:gd name="T35" fmla="*/ 14561079 h 102"/>
              <a:gd name="T36" fmla="*/ 29390140 w 103"/>
              <a:gd name="T37" fmla="*/ 11480800 h 102"/>
              <a:gd name="T38" fmla="*/ 28517331 w 103"/>
              <a:gd name="T39" fmla="*/ 8960379 h 102"/>
              <a:gd name="T40" fmla="*/ 27062470 w 103"/>
              <a:gd name="T41" fmla="*/ 6440488 h 102"/>
              <a:gd name="T42" fmla="*/ 25316313 w 103"/>
              <a:gd name="T43" fmla="*/ 4480454 h 102"/>
              <a:gd name="T44" fmla="*/ 23279399 w 103"/>
              <a:gd name="T45" fmla="*/ 2520421 h 102"/>
              <a:gd name="T46" fmla="*/ 20660433 w 103"/>
              <a:gd name="T47" fmla="*/ 1120246 h 102"/>
              <a:gd name="T48" fmla="*/ 18041467 w 103"/>
              <a:gd name="T49" fmla="*/ 559858 h 102"/>
              <a:gd name="T50" fmla="*/ 14840448 w 103"/>
              <a:gd name="T51" fmla="*/ 0 h 102"/>
              <a:gd name="T52" fmla="*/ 11930726 w 103"/>
              <a:gd name="T53" fmla="*/ 559858 h 102"/>
              <a:gd name="T54" fmla="*/ 9021003 w 103"/>
              <a:gd name="T55" fmla="*/ 1120246 h 102"/>
              <a:gd name="T56" fmla="*/ 6692794 w 103"/>
              <a:gd name="T57" fmla="*/ 2520421 h 102"/>
              <a:gd name="T58" fmla="*/ 4365123 w 103"/>
              <a:gd name="T59" fmla="*/ 4480454 h 102"/>
              <a:gd name="T60" fmla="*/ 2618966 w 103"/>
              <a:gd name="T61" fmla="*/ 6440488 h 102"/>
              <a:gd name="T62" fmla="*/ 1164105 w 103"/>
              <a:gd name="T63" fmla="*/ 8960379 h 102"/>
              <a:gd name="T64" fmla="*/ 290756 w 103"/>
              <a:gd name="T65" fmla="*/ 11480800 h 102"/>
              <a:gd name="T66" fmla="*/ 0 w 103"/>
              <a:gd name="T67" fmla="*/ 14561079 h 10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3"/>
              <a:gd name="T103" fmla="*/ 0 h 102"/>
              <a:gd name="T104" fmla="*/ 103 w 103"/>
              <a:gd name="T105" fmla="*/ 102 h 102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3" h="102">
                <a:moveTo>
                  <a:pt x="0" y="52"/>
                </a:moveTo>
                <a:lnTo>
                  <a:pt x="1" y="61"/>
                </a:lnTo>
                <a:lnTo>
                  <a:pt x="4" y="72"/>
                </a:lnTo>
                <a:lnTo>
                  <a:pt x="9" y="80"/>
                </a:lnTo>
                <a:lnTo>
                  <a:pt x="15" y="88"/>
                </a:lnTo>
                <a:lnTo>
                  <a:pt x="23" y="94"/>
                </a:lnTo>
                <a:lnTo>
                  <a:pt x="31" y="99"/>
                </a:lnTo>
                <a:lnTo>
                  <a:pt x="41" y="102"/>
                </a:lnTo>
                <a:lnTo>
                  <a:pt x="51" y="102"/>
                </a:lnTo>
                <a:lnTo>
                  <a:pt x="62" y="102"/>
                </a:lnTo>
                <a:lnTo>
                  <a:pt x="71" y="99"/>
                </a:lnTo>
                <a:lnTo>
                  <a:pt x="80" y="94"/>
                </a:lnTo>
                <a:lnTo>
                  <a:pt x="87" y="88"/>
                </a:lnTo>
                <a:lnTo>
                  <a:pt x="93" y="80"/>
                </a:lnTo>
                <a:lnTo>
                  <a:pt x="98" y="72"/>
                </a:lnTo>
                <a:lnTo>
                  <a:pt x="101" y="61"/>
                </a:lnTo>
                <a:lnTo>
                  <a:pt x="103" y="52"/>
                </a:lnTo>
                <a:lnTo>
                  <a:pt x="101" y="41"/>
                </a:lnTo>
                <a:lnTo>
                  <a:pt x="98" y="32"/>
                </a:lnTo>
                <a:lnTo>
                  <a:pt x="93" y="23"/>
                </a:lnTo>
                <a:lnTo>
                  <a:pt x="87" y="16"/>
                </a:lnTo>
                <a:lnTo>
                  <a:pt x="80" y="9"/>
                </a:lnTo>
                <a:lnTo>
                  <a:pt x="71" y="4"/>
                </a:lnTo>
                <a:lnTo>
                  <a:pt x="62" y="2"/>
                </a:lnTo>
                <a:lnTo>
                  <a:pt x="51" y="0"/>
                </a:lnTo>
                <a:lnTo>
                  <a:pt x="41" y="2"/>
                </a:lnTo>
                <a:lnTo>
                  <a:pt x="31" y="4"/>
                </a:lnTo>
                <a:lnTo>
                  <a:pt x="23" y="9"/>
                </a:lnTo>
                <a:lnTo>
                  <a:pt x="15" y="16"/>
                </a:lnTo>
                <a:lnTo>
                  <a:pt x="9" y="23"/>
                </a:lnTo>
                <a:lnTo>
                  <a:pt x="4" y="32"/>
                </a:lnTo>
                <a:lnTo>
                  <a:pt x="1" y="41"/>
                </a:lnTo>
                <a:lnTo>
                  <a:pt x="0" y="52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36" name="Freeform 140"/>
          <p:cNvSpPr>
            <a:spLocks/>
          </p:cNvSpPr>
          <p:nvPr/>
        </p:nvSpPr>
        <p:spPr bwMode="auto">
          <a:xfrm>
            <a:off x="4290621" y="5384854"/>
            <a:ext cx="45191" cy="40524"/>
          </a:xfrm>
          <a:custGeom>
            <a:avLst/>
            <a:gdLst>
              <a:gd name="T0" fmla="*/ 0 w 103"/>
              <a:gd name="T1" fmla="*/ 14561079 h 102"/>
              <a:gd name="T2" fmla="*/ 290756 w 103"/>
              <a:gd name="T3" fmla="*/ 17080971 h 102"/>
              <a:gd name="T4" fmla="*/ 1164105 w 103"/>
              <a:gd name="T5" fmla="*/ 20161250 h 102"/>
              <a:gd name="T6" fmla="*/ 2618966 w 103"/>
              <a:gd name="T7" fmla="*/ 22401213 h 102"/>
              <a:gd name="T8" fmla="*/ 4365123 w 103"/>
              <a:gd name="T9" fmla="*/ 24641704 h 102"/>
              <a:gd name="T10" fmla="*/ 6692794 w 103"/>
              <a:gd name="T11" fmla="*/ 26321808 h 102"/>
              <a:gd name="T12" fmla="*/ 9021003 w 103"/>
              <a:gd name="T13" fmla="*/ 27721983 h 102"/>
              <a:gd name="T14" fmla="*/ 11930726 w 103"/>
              <a:gd name="T15" fmla="*/ 28561771 h 102"/>
              <a:gd name="T16" fmla="*/ 14840448 w 103"/>
              <a:gd name="T17" fmla="*/ 28561771 h 102"/>
              <a:gd name="T18" fmla="*/ 18041467 w 103"/>
              <a:gd name="T19" fmla="*/ 28561771 h 102"/>
              <a:gd name="T20" fmla="*/ 20660433 w 103"/>
              <a:gd name="T21" fmla="*/ 27721983 h 102"/>
              <a:gd name="T22" fmla="*/ 23279399 w 103"/>
              <a:gd name="T23" fmla="*/ 26321808 h 102"/>
              <a:gd name="T24" fmla="*/ 25316313 w 103"/>
              <a:gd name="T25" fmla="*/ 24641704 h 102"/>
              <a:gd name="T26" fmla="*/ 27062470 w 103"/>
              <a:gd name="T27" fmla="*/ 22401213 h 102"/>
              <a:gd name="T28" fmla="*/ 28517331 w 103"/>
              <a:gd name="T29" fmla="*/ 20161250 h 102"/>
              <a:gd name="T30" fmla="*/ 29390140 w 103"/>
              <a:gd name="T31" fmla="*/ 17080971 h 102"/>
              <a:gd name="T32" fmla="*/ 29972193 w 103"/>
              <a:gd name="T33" fmla="*/ 14561079 h 102"/>
              <a:gd name="T34" fmla="*/ 29972193 w 103"/>
              <a:gd name="T35" fmla="*/ 14561079 h 102"/>
              <a:gd name="T36" fmla="*/ 29390140 w 103"/>
              <a:gd name="T37" fmla="*/ 11480800 h 102"/>
              <a:gd name="T38" fmla="*/ 28517331 w 103"/>
              <a:gd name="T39" fmla="*/ 8960379 h 102"/>
              <a:gd name="T40" fmla="*/ 27062470 w 103"/>
              <a:gd name="T41" fmla="*/ 6440488 h 102"/>
              <a:gd name="T42" fmla="*/ 25316313 w 103"/>
              <a:gd name="T43" fmla="*/ 4480454 h 102"/>
              <a:gd name="T44" fmla="*/ 23279399 w 103"/>
              <a:gd name="T45" fmla="*/ 2520421 h 102"/>
              <a:gd name="T46" fmla="*/ 20660433 w 103"/>
              <a:gd name="T47" fmla="*/ 1120246 h 102"/>
              <a:gd name="T48" fmla="*/ 18041467 w 103"/>
              <a:gd name="T49" fmla="*/ 559858 h 102"/>
              <a:gd name="T50" fmla="*/ 14840448 w 103"/>
              <a:gd name="T51" fmla="*/ 0 h 102"/>
              <a:gd name="T52" fmla="*/ 11930726 w 103"/>
              <a:gd name="T53" fmla="*/ 559858 h 102"/>
              <a:gd name="T54" fmla="*/ 9021003 w 103"/>
              <a:gd name="T55" fmla="*/ 1120246 h 102"/>
              <a:gd name="T56" fmla="*/ 6692794 w 103"/>
              <a:gd name="T57" fmla="*/ 2520421 h 102"/>
              <a:gd name="T58" fmla="*/ 4365123 w 103"/>
              <a:gd name="T59" fmla="*/ 4480454 h 102"/>
              <a:gd name="T60" fmla="*/ 2618966 w 103"/>
              <a:gd name="T61" fmla="*/ 6440488 h 102"/>
              <a:gd name="T62" fmla="*/ 1164105 w 103"/>
              <a:gd name="T63" fmla="*/ 8960379 h 102"/>
              <a:gd name="T64" fmla="*/ 290756 w 103"/>
              <a:gd name="T65" fmla="*/ 11480800 h 102"/>
              <a:gd name="T66" fmla="*/ 0 w 103"/>
              <a:gd name="T67" fmla="*/ 14561079 h 10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3"/>
              <a:gd name="T103" fmla="*/ 0 h 102"/>
              <a:gd name="T104" fmla="*/ 103 w 103"/>
              <a:gd name="T105" fmla="*/ 102 h 102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3" h="102">
                <a:moveTo>
                  <a:pt x="0" y="52"/>
                </a:moveTo>
                <a:lnTo>
                  <a:pt x="1" y="61"/>
                </a:lnTo>
                <a:lnTo>
                  <a:pt x="4" y="72"/>
                </a:lnTo>
                <a:lnTo>
                  <a:pt x="9" y="80"/>
                </a:lnTo>
                <a:lnTo>
                  <a:pt x="15" y="88"/>
                </a:lnTo>
                <a:lnTo>
                  <a:pt x="23" y="94"/>
                </a:lnTo>
                <a:lnTo>
                  <a:pt x="31" y="99"/>
                </a:lnTo>
                <a:lnTo>
                  <a:pt x="41" y="102"/>
                </a:lnTo>
                <a:lnTo>
                  <a:pt x="51" y="102"/>
                </a:lnTo>
                <a:lnTo>
                  <a:pt x="62" y="102"/>
                </a:lnTo>
                <a:lnTo>
                  <a:pt x="71" y="99"/>
                </a:lnTo>
                <a:lnTo>
                  <a:pt x="80" y="94"/>
                </a:lnTo>
                <a:lnTo>
                  <a:pt x="87" y="88"/>
                </a:lnTo>
                <a:lnTo>
                  <a:pt x="93" y="80"/>
                </a:lnTo>
                <a:lnTo>
                  <a:pt x="98" y="72"/>
                </a:lnTo>
                <a:lnTo>
                  <a:pt x="101" y="61"/>
                </a:lnTo>
                <a:lnTo>
                  <a:pt x="103" y="52"/>
                </a:lnTo>
                <a:lnTo>
                  <a:pt x="101" y="41"/>
                </a:lnTo>
                <a:lnTo>
                  <a:pt x="98" y="32"/>
                </a:lnTo>
                <a:lnTo>
                  <a:pt x="93" y="23"/>
                </a:lnTo>
                <a:lnTo>
                  <a:pt x="87" y="16"/>
                </a:lnTo>
                <a:lnTo>
                  <a:pt x="80" y="9"/>
                </a:lnTo>
                <a:lnTo>
                  <a:pt x="71" y="4"/>
                </a:lnTo>
                <a:lnTo>
                  <a:pt x="62" y="2"/>
                </a:lnTo>
                <a:lnTo>
                  <a:pt x="51" y="0"/>
                </a:lnTo>
                <a:lnTo>
                  <a:pt x="41" y="2"/>
                </a:lnTo>
                <a:lnTo>
                  <a:pt x="31" y="4"/>
                </a:lnTo>
                <a:lnTo>
                  <a:pt x="23" y="9"/>
                </a:lnTo>
                <a:lnTo>
                  <a:pt x="15" y="16"/>
                </a:lnTo>
                <a:lnTo>
                  <a:pt x="9" y="23"/>
                </a:lnTo>
                <a:lnTo>
                  <a:pt x="4" y="32"/>
                </a:lnTo>
                <a:lnTo>
                  <a:pt x="1" y="41"/>
                </a:lnTo>
                <a:lnTo>
                  <a:pt x="0" y="52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37" name="Line 141"/>
          <p:cNvSpPr>
            <a:spLocks noChangeShapeType="1"/>
          </p:cNvSpPr>
          <p:nvPr/>
        </p:nvSpPr>
        <p:spPr bwMode="auto">
          <a:xfrm>
            <a:off x="4170541" y="5364591"/>
            <a:ext cx="139448" cy="0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41" name="Line 145"/>
          <p:cNvSpPr>
            <a:spLocks noChangeShapeType="1"/>
          </p:cNvSpPr>
          <p:nvPr/>
        </p:nvSpPr>
        <p:spPr bwMode="auto">
          <a:xfrm>
            <a:off x="4557895" y="5315726"/>
            <a:ext cx="0" cy="560177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42" name="Freeform 146"/>
          <p:cNvSpPr>
            <a:spLocks/>
          </p:cNvSpPr>
          <p:nvPr/>
        </p:nvSpPr>
        <p:spPr bwMode="auto">
          <a:xfrm>
            <a:off x="4530782" y="5290697"/>
            <a:ext cx="54230" cy="50059"/>
          </a:xfrm>
          <a:custGeom>
            <a:avLst/>
            <a:gdLst>
              <a:gd name="T0" fmla="*/ 17641358 w 126"/>
              <a:gd name="T1" fmla="*/ 35282188 h 126"/>
              <a:gd name="T2" fmla="*/ 14000692 w 126"/>
              <a:gd name="T3" fmla="*/ 35002258 h 126"/>
              <a:gd name="T4" fmla="*/ 10920942 w 126"/>
              <a:gd name="T5" fmla="*/ 33882013 h 126"/>
              <a:gd name="T6" fmla="*/ 7840662 w 126"/>
              <a:gd name="T7" fmla="*/ 32481837 h 126"/>
              <a:gd name="T8" fmla="*/ 5320242 w 126"/>
              <a:gd name="T9" fmla="*/ 30521804 h 126"/>
              <a:gd name="T10" fmla="*/ 2800350 w 126"/>
              <a:gd name="T11" fmla="*/ 27721983 h 126"/>
              <a:gd name="T12" fmla="*/ 1400175 w 126"/>
              <a:gd name="T13" fmla="*/ 24641704 h 126"/>
              <a:gd name="T14" fmla="*/ 279929 w 126"/>
              <a:gd name="T15" fmla="*/ 21281496 h 126"/>
              <a:gd name="T16" fmla="*/ 0 w 126"/>
              <a:gd name="T17" fmla="*/ 17641358 h 126"/>
              <a:gd name="T18" fmla="*/ 279929 w 126"/>
              <a:gd name="T19" fmla="*/ 14000692 h 126"/>
              <a:gd name="T20" fmla="*/ 1400175 w 126"/>
              <a:gd name="T21" fmla="*/ 10640483 h 126"/>
              <a:gd name="T22" fmla="*/ 2800350 w 126"/>
              <a:gd name="T23" fmla="*/ 7840662 h 126"/>
              <a:gd name="T24" fmla="*/ 5320242 w 126"/>
              <a:gd name="T25" fmla="*/ 5040313 h 126"/>
              <a:gd name="T26" fmla="*/ 7840662 w 126"/>
              <a:gd name="T27" fmla="*/ 2800350 h 126"/>
              <a:gd name="T28" fmla="*/ 10920942 w 126"/>
              <a:gd name="T29" fmla="*/ 1120246 h 126"/>
              <a:gd name="T30" fmla="*/ 14000692 w 126"/>
              <a:gd name="T31" fmla="*/ 279929 h 126"/>
              <a:gd name="T32" fmla="*/ 17641358 w 126"/>
              <a:gd name="T33" fmla="*/ 0 h 126"/>
              <a:gd name="T34" fmla="*/ 17641358 w 126"/>
              <a:gd name="T35" fmla="*/ 0 h 126"/>
              <a:gd name="T36" fmla="*/ 21281496 w 126"/>
              <a:gd name="T37" fmla="*/ 279929 h 126"/>
              <a:gd name="T38" fmla="*/ 24641704 w 126"/>
              <a:gd name="T39" fmla="*/ 1120246 h 126"/>
              <a:gd name="T40" fmla="*/ 27441525 w 126"/>
              <a:gd name="T41" fmla="*/ 2800350 h 126"/>
              <a:gd name="T42" fmla="*/ 30241875 w 126"/>
              <a:gd name="T43" fmla="*/ 5040313 h 126"/>
              <a:gd name="T44" fmla="*/ 32481837 w 126"/>
              <a:gd name="T45" fmla="*/ 7840662 h 126"/>
              <a:gd name="T46" fmla="*/ 34161942 w 126"/>
              <a:gd name="T47" fmla="*/ 10640483 h 126"/>
              <a:gd name="T48" fmla="*/ 35002258 w 126"/>
              <a:gd name="T49" fmla="*/ 14000692 h 126"/>
              <a:gd name="T50" fmla="*/ 35282188 w 126"/>
              <a:gd name="T51" fmla="*/ 17641358 h 126"/>
              <a:gd name="T52" fmla="*/ 35002258 w 126"/>
              <a:gd name="T53" fmla="*/ 21281496 h 126"/>
              <a:gd name="T54" fmla="*/ 34161942 w 126"/>
              <a:gd name="T55" fmla="*/ 24641704 h 126"/>
              <a:gd name="T56" fmla="*/ 32481837 w 126"/>
              <a:gd name="T57" fmla="*/ 27721983 h 126"/>
              <a:gd name="T58" fmla="*/ 30241875 w 126"/>
              <a:gd name="T59" fmla="*/ 30521804 h 126"/>
              <a:gd name="T60" fmla="*/ 27441525 w 126"/>
              <a:gd name="T61" fmla="*/ 32481837 h 126"/>
              <a:gd name="T62" fmla="*/ 24641704 w 126"/>
              <a:gd name="T63" fmla="*/ 33882013 h 126"/>
              <a:gd name="T64" fmla="*/ 21281496 w 126"/>
              <a:gd name="T65" fmla="*/ 35002258 h 126"/>
              <a:gd name="T66" fmla="*/ 17641358 w 126"/>
              <a:gd name="T67" fmla="*/ 35282188 h 12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26"/>
              <a:gd name="T103" fmla="*/ 0 h 126"/>
              <a:gd name="T104" fmla="*/ 126 w 126"/>
              <a:gd name="T105" fmla="*/ 126 h 126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26" h="126">
                <a:moveTo>
                  <a:pt x="63" y="126"/>
                </a:moveTo>
                <a:lnTo>
                  <a:pt x="50" y="125"/>
                </a:lnTo>
                <a:lnTo>
                  <a:pt x="39" y="121"/>
                </a:lnTo>
                <a:lnTo>
                  <a:pt x="28" y="116"/>
                </a:lnTo>
                <a:lnTo>
                  <a:pt x="19" y="109"/>
                </a:lnTo>
                <a:lnTo>
                  <a:pt x="10" y="99"/>
                </a:lnTo>
                <a:lnTo>
                  <a:pt x="5" y="88"/>
                </a:lnTo>
                <a:lnTo>
                  <a:pt x="1" y="76"/>
                </a:lnTo>
                <a:lnTo>
                  <a:pt x="0" y="63"/>
                </a:lnTo>
                <a:lnTo>
                  <a:pt x="1" y="50"/>
                </a:lnTo>
                <a:lnTo>
                  <a:pt x="5" y="38"/>
                </a:lnTo>
                <a:lnTo>
                  <a:pt x="10" y="28"/>
                </a:lnTo>
                <a:lnTo>
                  <a:pt x="19" y="18"/>
                </a:lnTo>
                <a:lnTo>
                  <a:pt x="28" y="10"/>
                </a:lnTo>
                <a:lnTo>
                  <a:pt x="39" y="4"/>
                </a:lnTo>
                <a:lnTo>
                  <a:pt x="50" y="1"/>
                </a:lnTo>
                <a:lnTo>
                  <a:pt x="63" y="0"/>
                </a:lnTo>
                <a:lnTo>
                  <a:pt x="76" y="1"/>
                </a:lnTo>
                <a:lnTo>
                  <a:pt x="88" y="4"/>
                </a:lnTo>
                <a:lnTo>
                  <a:pt x="98" y="10"/>
                </a:lnTo>
                <a:lnTo>
                  <a:pt x="108" y="18"/>
                </a:lnTo>
                <a:lnTo>
                  <a:pt x="116" y="28"/>
                </a:lnTo>
                <a:lnTo>
                  <a:pt x="122" y="38"/>
                </a:lnTo>
                <a:lnTo>
                  <a:pt x="125" y="50"/>
                </a:lnTo>
                <a:lnTo>
                  <a:pt x="126" y="63"/>
                </a:lnTo>
                <a:lnTo>
                  <a:pt x="125" y="76"/>
                </a:lnTo>
                <a:lnTo>
                  <a:pt x="122" y="88"/>
                </a:lnTo>
                <a:lnTo>
                  <a:pt x="116" y="99"/>
                </a:lnTo>
                <a:lnTo>
                  <a:pt x="108" y="109"/>
                </a:lnTo>
                <a:lnTo>
                  <a:pt x="98" y="116"/>
                </a:lnTo>
                <a:lnTo>
                  <a:pt x="88" y="121"/>
                </a:lnTo>
                <a:lnTo>
                  <a:pt x="76" y="125"/>
                </a:lnTo>
                <a:lnTo>
                  <a:pt x="63" y="12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43" name="Line 147"/>
          <p:cNvSpPr>
            <a:spLocks noChangeShapeType="1"/>
          </p:cNvSpPr>
          <p:nvPr/>
        </p:nvSpPr>
        <p:spPr bwMode="auto">
          <a:xfrm>
            <a:off x="654636" y="5300231"/>
            <a:ext cx="109750" cy="0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44" name="Line 148"/>
          <p:cNvSpPr>
            <a:spLocks noChangeShapeType="1"/>
          </p:cNvSpPr>
          <p:nvPr/>
        </p:nvSpPr>
        <p:spPr bwMode="auto">
          <a:xfrm>
            <a:off x="654636" y="5351481"/>
            <a:ext cx="109750" cy="0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45" name="Line 149"/>
          <p:cNvSpPr>
            <a:spLocks noChangeShapeType="1"/>
          </p:cNvSpPr>
          <p:nvPr/>
        </p:nvSpPr>
        <p:spPr bwMode="auto">
          <a:xfrm>
            <a:off x="764386" y="5300232"/>
            <a:ext cx="37444" cy="27413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46" name="Line 150"/>
          <p:cNvSpPr>
            <a:spLocks noChangeShapeType="1"/>
          </p:cNvSpPr>
          <p:nvPr/>
        </p:nvSpPr>
        <p:spPr bwMode="auto">
          <a:xfrm flipV="1">
            <a:off x="764386" y="5327645"/>
            <a:ext cx="37444" cy="23837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47" name="Line 151"/>
          <p:cNvSpPr>
            <a:spLocks noChangeShapeType="1"/>
          </p:cNvSpPr>
          <p:nvPr/>
        </p:nvSpPr>
        <p:spPr bwMode="auto">
          <a:xfrm>
            <a:off x="654635" y="5300232"/>
            <a:ext cx="37444" cy="27413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48" name="Line 152"/>
          <p:cNvSpPr>
            <a:spLocks noChangeShapeType="1"/>
          </p:cNvSpPr>
          <p:nvPr/>
        </p:nvSpPr>
        <p:spPr bwMode="auto">
          <a:xfrm flipV="1">
            <a:off x="654635" y="5327645"/>
            <a:ext cx="37444" cy="23837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49" name="Line 153"/>
          <p:cNvSpPr>
            <a:spLocks noChangeShapeType="1"/>
          </p:cNvSpPr>
          <p:nvPr/>
        </p:nvSpPr>
        <p:spPr bwMode="auto">
          <a:xfrm>
            <a:off x="654636" y="5381278"/>
            <a:ext cx="109750" cy="0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50" name="Line 154"/>
          <p:cNvSpPr>
            <a:spLocks noChangeShapeType="1"/>
          </p:cNvSpPr>
          <p:nvPr/>
        </p:nvSpPr>
        <p:spPr bwMode="auto">
          <a:xfrm>
            <a:off x="654636" y="5432528"/>
            <a:ext cx="109750" cy="0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51" name="Line 155"/>
          <p:cNvSpPr>
            <a:spLocks noChangeShapeType="1"/>
          </p:cNvSpPr>
          <p:nvPr/>
        </p:nvSpPr>
        <p:spPr bwMode="auto">
          <a:xfrm>
            <a:off x="764386" y="5381279"/>
            <a:ext cx="37444" cy="27413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52" name="Line 156"/>
          <p:cNvSpPr>
            <a:spLocks noChangeShapeType="1"/>
          </p:cNvSpPr>
          <p:nvPr/>
        </p:nvSpPr>
        <p:spPr bwMode="auto">
          <a:xfrm flipV="1">
            <a:off x="764386" y="5408692"/>
            <a:ext cx="37444" cy="23837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53" name="Line 157"/>
          <p:cNvSpPr>
            <a:spLocks noChangeShapeType="1"/>
          </p:cNvSpPr>
          <p:nvPr/>
        </p:nvSpPr>
        <p:spPr bwMode="auto">
          <a:xfrm>
            <a:off x="654635" y="5381279"/>
            <a:ext cx="37444" cy="27413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54" name="Line 158"/>
          <p:cNvSpPr>
            <a:spLocks noChangeShapeType="1"/>
          </p:cNvSpPr>
          <p:nvPr/>
        </p:nvSpPr>
        <p:spPr bwMode="auto">
          <a:xfrm flipV="1">
            <a:off x="654635" y="5408692"/>
            <a:ext cx="37444" cy="23837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55" name="Line 159"/>
          <p:cNvSpPr>
            <a:spLocks noChangeShapeType="1"/>
          </p:cNvSpPr>
          <p:nvPr/>
        </p:nvSpPr>
        <p:spPr bwMode="auto">
          <a:xfrm>
            <a:off x="9247494" y="5285929"/>
            <a:ext cx="109752" cy="0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56" name="Line 160"/>
          <p:cNvSpPr>
            <a:spLocks noChangeShapeType="1"/>
          </p:cNvSpPr>
          <p:nvPr/>
        </p:nvSpPr>
        <p:spPr bwMode="auto">
          <a:xfrm>
            <a:off x="9247494" y="5335987"/>
            <a:ext cx="109752" cy="0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57" name="Line 161"/>
          <p:cNvSpPr>
            <a:spLocks noChangeShapeType="1"/>
          </p:cNvSpPr>
          <p:nvPr/>
        </p:nvSpPr>
        <p:spPr bwMode="auto">
          <a:xfrm>
            <a:off x="9357246" y="5285931"/>
            <a:ext cx="37444" cy="26221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58" name="Line 162"/>
          <p:cNvSpPr>
            <a:spLocks noChangeShapeType="1"/>
          </p:cNvSpPr>
          <p:nvPr/>
        </p:nvSpPr>
        <p:spPr bwMode="auto">
          <a:xfrm flipV="1">
            <a:off x="9357246" y="5312150"/>
            <a:ext cx="37444" cy="23837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59" name="Line 163"/>
          <p:cNvSpPr>
            <a:spLocks noChangeShapeType="1"/>
          </p:cNvSpPr>
          <p:nvPr/>
        </p:nvSpPr>
        <p:spPr bwMode="auto">
          <a:xfrm>
            <a:off x="9247495" y="5285931"/>
            <a:ext cx="37444" cy="26221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60" name="Line 164"/>
          <p:cNvSpPr>
            <a:spLocks noChangeShapeType="1"/>
          </p:cNvSpPr>
          <p:nvPr/>
        </p:nvSpPr>
        <p:spPr bwMode="auto">
          <a:xfrm flipV="1">
            <a:off x="9247495" y="5312150"/>
            <a:ext cx="37444" cy="23837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61" name="Line 165"/>
          <p:cNvSpPr>
            <a:spLocks noChangeShapeType="1"/>
          </p:cNvSpPr>
          <p:nvPr/>
        </p:nvSpPr>
        <p:spPr bwMode="auto">
          <a:xfrm>
            <a:off x="9247494" y="5366975"/>
            <a:ext cx="109752" cy="0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62" name="Line 166"/>
          <p:cNvSpPr>
            <a:spLocks noChangeShapeType="1"/>
          </p:cNvSpPr>
          <p:nvPr/>
        </p:nvSpPr>
        <p:spPr bwMode="auto">
          <a:xfrm>
            <a:off x="9247494" y="5417034"/>
            <a:ext cx="109752" cy="0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63" name="Line 167"/>
          <p:cNvSpPr>
            <a:spLocks noChangeShapeType="1"/>
          </p:cNvSpPr>
          <p:nvPr/>
        </p:nvSpPr>
        <p:spPr bwMode="auto">
          <a:xfrm>
            <a:off x="9357246" y="5366976"/>
            <a:ext cx="37444" cy="27413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64" name="Line 168"/>
          <p:cNvSpPr>
            <a:spLocks noChangeShapeType="1"/>
          </p:cNvSpPr>
          <p:nvPr/>
        </p:nvSpPr>
        <p:spPr bwMode="auto">
          <a:xfrm flipV="1">
            <a:off x="9357246" y="5394389"/>
            <a:ext cx="37444" cy="22646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65" name="Line 169"/>
          <p:cNvSpPr>
            <a:spLocks noChangeShapeType="1"/>
          </p:cNvSpPr>
          <p:nvPr/>
        </p:nvSpPr>
        <p:spPr bwMode="auto">
          <a:xfrm>
            <a:off x="9247495" y="5366976"/>
            <a:ext cx="37444" cy="27413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66" name="Line 170"/>
          <p:cNvSpPr>
            <a:spLocks noChangeShapeType="1"/>
          </p:cNvSpPr>
          <p:nvPr/>
        </p:nvSpPr>
        <p:spPr bwMode="auto">
          <a:xfrm flipV="1">
            <a:off x="9247495" y="5394389"/>
            <a:ext cx="37444" cy="22646"/>
          </a:xfrm>
          <a:prstGeom prst="line">
            <a:avLst/>
          </a:prstGeom>
          <a:noFill/>
          <a:ln w="63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67" name="Line 171"/>
          <p:cNvSpPr>
            <a:spLocks noChangeShapeType="1"/>
          </p:cNvSpPr>
          <p:nvPr/>
        </p:nvSpPr>
        <p:spPr bwMode="auto">
          <a:xfrm flipH="1">
            <a:off x="5526289" y="5306191"/>
            <a:ext cx="1039406" cy="9535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68" name="Line 172"/>
          <p:cNvSpPr>
            <a:spLocks noChangeShapeType="1"/>
          </p:cNvSpPr>
          <p:nvPr/>
        </p:nvSpPr>
        <p:spPr bwMode="auto">
          <a:xfrm flipH="1">
            <a:off x="6561823" y="5304999"/>
            <a:ext cx="202718" cy="0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69" name="Line 173"/>
          <p:cNvSpPr>
            <a:spLocks noChangeShapeType="1"/>
          </p:cNvSpPr>
          <p:nvPr/>
        </p:nvSpPr>
        <p:spPr bwMode="auto">
          <a:xfrm>
            <a:off x="6919482" y="5304999"/>
            <a:ext cx="455789" cy="0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70" name="Line 174"/>
          <p:cNvSpPr>
            <a:spLocks noChangeShapeType="1"/>
          </p:cNvSpPr>
          <p:nvPr/>
        </p:nvSpPr>
        <p:spPr bwMode="auto">
          <a:xfrm>
            <a:off x="7528923" y="5304999"/>
            <a:ext cx="1196932" cy="1191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72" name="Freeform 176"/>
          <p:cNvSpPr>
            <a:spLocks/>
          </p:cNvSpPr>
          <p:nvPr/>
        </p:nvSpPr>
        <p:spPr bwMode="auto">
          <a:xfrm>
            <a:off x="6764541" y="5285930"/>
            <a:ext cx="43901" cy="40524"/>
          </a:xfrm>
          <a:custGeom>
            <a:avLst/>
            <a:gdLst>
              <a:gd name="T0" fmla="*/ 0 w 103"/>
              <a:gd name="T1" fmla="*/ 14000692 h 102"/>
              <a:gd name="T2" fmla="*/ 274591 w 103"/>
              <a:gd name="T3" fmla="*/ 11480800 h 102"/>
              <a:gd name="T4" fmla="*/ 1098365 w 103"/>
              <a:gd name="T5" fmla="*/ 8400521 h 102"/>
              <a:gd name="T6" fmla="*/ 2471321 w 103"/>
              <a:gd name="T7" fmla="*/ 6160558 h 102"/>
              <a:gd name="T8" fmla="*/ 4118869 w 103"/>
              <a:gd name="T9" fmla="*/ 4199996 h 102"/>
              <a:gd name="T10" fmla="*/ 6316123 w 103"/>
              <a:gd name="T11" fmla="*/ 2239963 h 102"/>
              <a:gd name="T12" fmla="*/ 8512853 w 103"/>
              <a:gd name="T13" fmla="*/ 840317 h 102"/>
              <a:gd name="T14" fmla="*/ 11258766 w 103"/>
              <a:gd name="T15" fmla="*/ 279929 h 102"/>
              <a:gd name="T16" fmla="*/ 14004678 w 103"/>
              <a:gd name="T17" fmla="*/ 0 h 102"/>
              <a:gd name="T18" fmla="*/ 17025706 w 103"/>
              <a:gd name="T19" fmla="*/ 279929 h 102"/>
              <a:gd name="T20" fmla="*/ 19497028 w 103"/>
              <a:gd name="T21" fmla="*/ 840317 h 102"/>
              <a:gd name="T22" fmla="*/ 22242940 w 103"/>
              <a:gd name="T23" fmla="*/ 2239963 h 102"/>
              <a:gd name="T24" fmla="*/ 24165603 w 103"/>
              <a:gd name="T25" fmla="*/ 4199996 h 102"/>
              <a:gd name="T26" fmla="*/ 25538559 w 103"/>
              <a:gd name="T27" fmla="*/ 6160558 h 102"/>
              <a:gd name="T28" fmla="*/ 26911516 w 103"/>
              <a:gd name="T29" fmla="*/ 8400521 h 102"/>
              <a:gd name="T30" fmla="*/ 28009881 w 103"/>
              <a:gd name="T31" fmla="*/ 11480800 h 102"/>
              <a:gd name="T32" fmla="*/ 28284472 w 103"/>
              <a:gd name="T33" fmla="*/ 14000692 h 102"/>
              <a:gd name="T34" fmla="*/ 28284472 w 103"/>
              <a:gd name="T35" fmla="*/ 14000692 h 102"/>
              <a:gd name="T36" fmla="*/ 28009881 w 103"/>
              <a:gd name="T37" fmla="*/ 17080971 h 102"/>
              <a:gd name="T38" fmla="*/ 26911516 w 103"/>
              <a:gd name="T39" fmla="*/ 19601392 h 102"/>
              <a:gd name="T40" fmla="*/ 25538559 w 103"/>
              <a:gd name="T41" fmla="*/ 22121283 h 102"/>
              <a:gd name="T42" fmla="*/ 24165603 w 103"/>
              <a:gd name="T43" fmla="*/ 24081317 h 102"/>
              <a:gd name="T44" fmla="*/ 22242940 w 103"/>
              <a:gd name="T45" fmla="*/ 26041879 h 102"/>
              <a:gd name="T46" fmla="*/ 19497028 w 103"/>
              <a:gd name="T47" fmla="*/ 27441525 h 102"/>
              <a:gd name="T48" fmla="*/ 17025706 w 103"/>
              <a:gd name="T49" fmla="*/ 28281842 h 102"/>
              <a:gd name="T50" fmla="*/ 14004678 w 103"/>
              <a:gd name="T51" fmla="*/ 28561771 h 102"/>
              <a:gd name="T52" fmla="*/ 11258766 w 103"/>
              <a:gd name="T53" fmla="*/ 28281842 h 102"/>
              <a:gd name="T54" fmla="*/ 8512853 w 103"/>
              <a:gd name="T55" fmla="*/ 27441525 h 102"/>
              <a:gd name="T56" fmla="*/ 6316123 w 103"/>
              <a:gd name="T57" fmla="*/ 26041879 h 102"/>
              <a:gd name="T58" fmla="*/ 4118869 w 103"/>
              <a:gd name="T59" fmla="*/ 24081317 h 102"/>
              <a:gd name="T60" fmla="*/ 2471321 w 103"/>
              <a:gd name="T61" fmla="*/ 22121283 h 102"/>
              <a:gd name="T62" fmla="*/ 1098365 w 103"/>
              <a:gd name="T63" fmla="*/ 19601392 h 102"/>
              <a:gd name="T64" fmla="*/ 274591 w 103"/>
              <a:gd name="T65" fmla="*/ 17080971 h 102"/>
              <a:gd name="T66" fmla="*/ 0 w 103"/>
              <a:gd name="T67" fmla="*/ 14000692 h 10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3"/>
              <a:gd name="T103" fmla="*/ 0 h 102"/>
              <a:gd name="T104" fmla="*/ 103 w 103"/>
              <a:gd name="T105" fmla="*/ 102 h 102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3" h="102">
                <a:moveTo>
                  <a:pt x="0" y="50"/>
                </a:moveTo>
                <a:lnTo>
                  <a:pt x="1" y="41"/>
                </a:lnTo>
                <a:lnTo>
                  <a:pt x="4" y="30"/>
                </a:lnTo>
                <a:lnTo>
                  <a:pt x="9" y="22"/>
                </a:lnTo>
                <a:lnTo>
                  <a:pt x="15" y="15"/>
                </a:lnTo>
                <a:lnTo>
                  <a:pt x="23" y="8"/>
                </a:lnTo>
                <a:lnTo>
                  <a:pt x="31" y="3"/>
                </a:lnTo>
                <a:lnTo>
                  <a:pt x="41" y="1"/>
                </a:lnTo>
                <a:lnTo>
                  <a:pt x="51" y="0"/>
                </a:lnTo>
                <a:lnTo>
                  <a:pt x="62" y="1"/>
                </a:lnTo>
                <a:lnTo>
                  <a:pt x="71" y="3"/>
                </a:lnTo>
                <a:lnTo>
                  <a:pt x="81" y="8"/>
                </a:lnTo>
                <a:lnTo>
                  <a:pt x="88" y="15"/>
                </a:lnTo>
                <a:lnTo>
                  <a:pt x="93" y="22"/>
                </a:lnTo>
                <a:lnTo>
                  <a:pt x="98" y="30"/>
                </a:lnTo>
                <a:lnTo>
                  <a:pt x="102" y="41"/>
                </a:lnTo>
                <a:lnTo>
                  <a:pt x="103" y="50"/>
                </a:lnTo>
                <a:lnTo>
                  <a:pt x="102" y="61"/>
                </a:lnTo>
                <a:lnTo>
                  <a:pt x="98" y="70"/>
                </a:lnTo>
                <a:lnTo>
                  <a:pt x="93" y="79"/>
                </a:lnTo>
                <a:lnTo>
                  <a:pt x="88" y="86"/>
                </a:lnTo>
                <a:lnTo>
                  <a:pt x="81" y="93"/>
                </a:lnTo>
                <a:lnTo>
                  <a:pt x="71" y="98"/>
                </a:lnTo>
                <a:lnTo>
                  <a:pt x="62" y="101"/>
                </a:lnTo>
                <a:lnTo>
                  <a:pt x="51" y="102"/>
                </a:lnTo>
                <a:lnTo>
                  <a:pt x="41" y="101"/>
                </a:lnTo>
                <a:lnTo>
                  <a:pt x="31" y="98"/>
                </a:lnTo>
                <a:lnTo>
                  <a:pt x="23" y="93"/>
                </a:lnTo>
                <a:lnTo>
                  <a:pt x="15" y="86"/>
                </a:lnTo>
                <a:lnTo>
                  <a:pt x="9" y="79"/>
                </a:lnTo>
                <a:lnTo>
                  <a:pt x="4" y="70"/>
                </a:lnTo>
                <a:lnTo>
                  <a:pt x="1" y="61"/>
                </a:lnTo>
                <a:lnTo>
                  <a:pt x="0" y="50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73" name="Freeform 177"/>
          <p:cNvSpPr>
            <a:spLocks/>
          </p:cNvSpPr>
          <p:nvPr/>
        </p:nvSpPr>
        <p:spPr bwMode="auto">
          <a:xfrm>
            <a:off x="6764541" y="5285930"/>
            <a:ext cx="43901" cy="40524"/>
          </a:xfrm>
          <a:custGeom>
            <a:avLst/>
            <a:gdLst>
              <a:gd name="T0" fmla="*/ 0 w 103"/>
              <a:gd name="T1" fmla="*/ 14000692 h 102"/>
              <a:gd name="T2" fmla="*/ 274591 w 103"/>
              <a:gd name="T3" fmla="*/ 11480800 h 102"/>
              <a:gd name="T4" fmla="*/ 1098365 w 103"/>
              <a:gd name="T5" fmla="*/ 8400521 h 102"/>
              <a:gd name="T6" fmla="*/ 2471321 w 103"/>
              <a:gd name="T7" fmla="*/ 6160558 h 102"/>
              <a:gd name="T8" fmla="*/ 4118869 w 103"/>
              <a:gd name="T9" fmla="*/ 4199996 h 102"/>
              <a:gd name="T10" fmla="*/ 6316123 w 103"/>
              <a:gd name="T11" fmla="*/ 2239963 h 102"/>
              <a:gd name="T12" fmla="*/ 8512853 w 103"/>
              <a:gd name="T13" fmla="*/ 840317 h 102"/>
              <a:gd name="T14" fmla="*/ 11258766 w 103"/>
              <a:gd name="T15" fmla="*/ 279929 h 102"/>
              <a:gd name="T16" fmla="*/ 14004678 w 103"/>
              <a:gd name="T17" fmla="*/ 0 h 102"/>
              <a:gd name="T18" fmla="*/ 17025706 w 103"/>
              <a:gd name="T19" fmla="*/ 279929 h 102"/>
              <a:gd name="T20" fmla="*/ 19497028 w 103"/>
              <a:gd name="T21" fmla="*/ 840317 h 102"/>
              <a:gd name="T22" fmla="*/ 22242940 w 103"/>
              <a:gd name="T23" fmla="*/ 2239963 h 102"/>
              <a:gd name="T24" fmla="*/ 24165603 w 103"/>
              <a:gd name="T25" fmla="*/ 4199996 h 102"/>
              <a:gd name="T26" fmla="*/ 25538559 w 103"/>
              <a:gd name="T27" fmla="*/ 6160558 h 102"/>
              <a:gd name="T28" fmla="*/ 26911516 w 103"/>
              <a:gd name="T29" fmla="*/ 8400521 h 102"/>
              <a:gd name="T30" fmla="*/ 28009881 w 103"/>
              <a:gd name="T31" fmla="*/ 11480800 h 102"/>
              <a:gd name="T32" fmla="*/ 28284472 w 103"/>
              <a:gd name="T33" fmla="*/ 14000692 h 102"/>
              <a:gd name="T34" fmla="*/ 28284472 w 103"/>
              <a:gd name="T35" fmla="*/ 14000692 h 102"/>
              <a:gd name="T36" fmla="*/ 28009881 w 103"/>
              <a:gd name="T37" fmla="*/ 17080971 h 102"/>
              <a:gd name="T38" fmla="*/ 26911516 w 103"/>
              <a:gd name="T39" fmla="*/ 19601392 h 102"/>
              <a:gd name="T40" fmla="*/ 25538559 w 103"/>
              <a:gd name="T41" fmla="*/ 22121283 h 102"/>
              <a:gd name="T42" fmla="*/ 24165603 w 103"/>
              <a:gd name="T43" fmla="*/ 24081317 h 102"/>
              <a:gd name="T44" fmla="*/ 22242940 w 103"/>
              <a:gd name="T45" fmla="*/ 26041879 h 102"/>
              <a:gd name="T46" fmla="*/ 19497028 w 103"/>
              <a:gd name="T47" fmla="*/ 27441525 h 102"/>
              <a:gd name="T48" fmla="*/ 17025706 w 103"/>
              <a:gd name="T49" fmla="*/ 28281842 h 102"/>
              <a:gd name="T50" fmla="*/ 14004678 w 103"/>
              <a:gd name="T51" fmla="*/ 28561771 h 102"/>
              <a:gd name="T52" fmla="*/ 11258766 w 103"/>
              <a:gd name="T53" fmla="*/ 28281842 h 102"/>
              <a:gd name="T54" fmla="*/ 8512853 w 103"/>
              <a:gd name="T55" fmla="*/ 27441525 h 102"/>
              <a:gd name="T56" fmla="*/ 6316123 w 103"/>
              <a:gd name="T57" fmla="*/ 26041879 h 102"/>
              <a:gd name="T58" fmla="*/ 4118869 w 103"/>
              <a:gd name="T59" fmla="*/ 24081317 h 102"/>
              <a:gd name="T60" fmla="*/ 2471321 w 103"/>
              <a:gd name="T61" fmla="*/ 22121283 h 102"/>
              <a:gd name="T62" fmla="*/ 1098365 w 103"/>
              <a:gd name="T63" fmla="*/ 19601392 h 102"/>
              <a:gd name="T64" fmla="*/ 274591 w 103"/>
              <a:gd name="T65" fmla="*/ 17080971 h 102"/>
              <a:gd name="T66" fmla="*/ 0 w 103"/>
              <a:gd name="T67" fmla="*/ 14000692 h 10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3"/>
              <a:gd name="T103" fmla="*/ 0 h 102"/>
              <a:gd name="T104" fmla="*/ 103 w 103"/>
              <a:gd name="T105" fmla="*/ 102 h 102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3" h="102">
                <a:moveTo>
                  <a:pt x="0" y="50"/>
                </a:moveTo>
                <a:lnTo>
                  <a:pt x="1" y="41"/>
                </a:lnTo>
                <a:lnTo>
                  <a:pt x="4" y="30"/>
                </a:lnTo>
                <a:lnTo>
                  <a:pt x="9" y="22"/>
                </a:lnTo>
                <a:lnTo>
                  <a:pt x="15" y="15"/>
                </a:lnTo>
                <a:lnTo>
                  <a:pt x="23" y="8"/>
                </a:lnTo>
                <a:lnTo>
                  <a:pt x="31" y="3"/>
                </a:lnTo>
                <a:lnTo>
                  <a:pt x="41" y="1"/>
                </a:lnTo>
                <a:lnTo>
                  <a:pt x="51" y="0"/>
                </a:lnTo>
                <a:lnTo>
                  <a:pt x="62" y="1"/>
                </a:lnTo>
                <a:lnTo>
                  <a:pt x="71" y="3"/>
                </a:lnTo>
                <a:lnTo>
                  <a:pt x="81" y="8"/>
                </a:lnTo>
                <a:lnTo>
                  <a:pt x="88" y="15"/>
                </a:lnTo>
                <a:lnTo>
                  <a:pt x="93" y="22"/>
                </a:lnTo>
                <a:lnTo>
                  <a:pt x="98" y="30"/>
                </a:lnTo>
                <a:lnTo>
                  <a:pt x="102" y="41"/>
                </a:lnTo>
                <a:lnTo>
                  <a:pt x="103" y="50"/>
                </a:lnTo>
                <a:lnTo>
                  <a:pt x="102" y="61"/>
                </a:lnTo>
                <a:lnTo>
                  <a:pt x="98" y="70"/>
                </a:lnTo>
                <a:lnTo>
                  <a:pt x="93" y="79"/>
                </a:lnTo>
                <a:lnTo>
                  <a:pt x="88" y="86"/>
                </a:lnTo>
                <a:lnTo>
                  <a:pt x="81" y="93"/>
                </a:lnTo>
                <a:lnTo>
                  <a:pt x="71" y="98"/>
                </a:lnTo>
                <a:lnTo>
                  <a:pt x="62" y="101"/>
                </a:lnTo>
                <a:lnTo>
                  <a:pt x="51" y="102"/>
                </a:lnTo>
                <a:lnTo>
                  <a:pt x="41" y="101"/>
                </a:lnTo>
                <a:lnTo>
                  <a:pt x="31" y="98"/>
                </a:lnTo>
                <a:lnTo>
                  <a:pt x="23" y="93"/>
                </a:lnTo>
                <a:lnTo>
                  <a:pt x="15" y="86"/>
                </a:lnTo>
                <a:lnTo>
                  <a:pt x="9" y="79"/>
                </a:lnTo>
                <a:lnTo>
                  <a:pt x="4" y="70"/>
                </a:lnTo>
                <a:lnTo>
                  <a:pt x="1" y="61"/>
                </a:lnTo>
                <a:lnTo>
                  <a:pt x="0" y="50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74" name="Freeform 178"/>
          <p:cNvSpPr>
            <a:spLocks/>
          </p:cNvSpPr>
          <p:nvPr/>
        </p:nvSpPr>
        <p:spPr bwMode="auto">
          <a:xfrm>
            <a:off x="6874290" y="5285930"/>
            <a:ext cx="45192" cy="40524"/>
          </a:xfrm>
          <a:custGeom>
            <a:avLst/>
            <a:gdLst>
              <a:gd name="T0" fmla="*/ 0 w 103"/>
              <a:gd name="T1" fmla="*/ 14000692 h 102"/>
              <a:gd name="T2" fmla="*/ 290762 w 103"/>
              <a:gd name="T3" fmla="*/ 11480800 h 102"/>
              <a:gd name="T4" fmla="*/ 1454887 w 103"/>
              <a:gd name="T5" fmla="*/ 8400521 h 102"/>
              <a:gd name="T6" fmla="*/ 2909775 w 103"/>
              <a:gd name="T7" fmla="*/ 6160558 h 102"/>
              <a:gd name="T8" fmla="*/ 4655964 w 103"/>
              <a:gd name="T9" fmla="*/ 4199996 h 102"/>
              <a:gd name="T10" fmla="*/ 6692914 w 103"/>
              <a:gd name="T11" fmla="*/ 2239963 h 102"/>
              <a:gd name="T12" fmla="*/ 9311927 w 103"/>
              <a:gd name="T13" fmla="*/ 840317 h 102"/>
              <a:gd name="T14" fmla="*/ 11930940 w 103"/>
              <a:gd name="T15" fmla="*/ 279929 h 102"/>
              <a:gd name="T16" fmla="*/ 15132017 w 103"/>
              <a:gd name="T17" fmla="*/ 0 h 102"/>
              <a:gd name="T18" fmla="*/ 18042331 w 103"/>
              <a:gd name="T19" fmla="*/ 279929 h 102"/>
              <a:gd name="T20" fmla="*/ 20952106 w 103"/>
              <a:gd name="T21" fmla="*/ 840317 h 102"/>
              <a:gd name="T22" fmla="*/ 23280358 w 103"/>
              <a:gd name="T23" fmla="*/ 2239963 h 102"/>
              <a:gd name="T24" fmla="*/ 25608070 w 103"/>
              <a:gd name="T25" fmla="*/ 4199996 h 102"/>
              <a:gd name="T26" fmla="*/ 27354258 w 103"/>
              <a:gd name="T27" fmla="*/ 6160558 h 102"/>
              <a:gd name="T28" fmla="*/ 28809146 w 103"/>
              <a:gd name="T29" fmla="*/ 8400521 h 102"/>
              <a:gd name="T30" fmla="*/ 29682510 w 103"/>
              <a:gd name="T31" fmla="*/ 11480800 h 102"/>
              <a:gd name="T32" fmla="*/ 29973272 w 103"/>
              <a:gd name="T33" fmla="*/ 14000692 h 102"/>
              <a:gd name="T34" fmla="*/ 29973272 w 103"/>
              <a:gd name="T35" fmla="*/ 14000692 h 102"/>
              <a:gd name="T36" fmla="*/ 29682510 w 103"/>
              <a:gd name="T37" fmla="*/ 17080971 h 102"/>
              <a:gd name="T38" fmla="*/ 28809146 w 103"/>
              <a:gd name="T39" fmla="*/ 19601392 h 102"/>
              <a:gd name="T40" fmla="*/ 27354258 w 103"/>
              <a:gd name="T41" fmla="*/ 22121283 h 102"/>
              <a:gd name="T42" fmla="*/ 25608070 w 103"/>
              <a:gd name="T43" fmla="*/ 24081317 h 102"/>
              <a:gd name="T44" fmla="*/ 23280358 w 103"/>
              <a:gd name="T45" fmla="*/ 26041879 h 102"/>
              <a:gd name="T46" fmla="*/ 20952106 w 103"/>
              <a:gd name="T47" fmla="*/ 27441525 h 102"/>
              <a:gd name="T48" fmla="*/ 18042331 w 103"/>
              <a:gd name="T49" fmla="*/ 28281842 h 102"/>
              <a:gd name="T50" fmla="*/ 15132017 w 103"/>
              <a:gd name="T51" fmla="*/ 28561771 h 102"/>
              <a:gd name="T52" fmla="*/ 11930940 w 103"/>
              <a:gd name="T53" fmla="*/ 28281842 h 102"/>
              <a:gd name="T54" fmla="*/ 9311927 w 103"/>
              <a:gd name="T55" fmla="*/ 27441525 h 102"/>
              <a:gd name="T56" fmla="*/ 6692914 w 103"/>
              <a:gd name="T57" fmla="*/ 26041879 h 102"/>
              <a:gd name="T58" fmla="*/ 4655964 w 103"/>
              <a:gd name="T59" fmla="*/ 24081317 h 102"/>
              <a:gd name="T60" fmla="*/ 2909775 w 103"/>
              <a:gd name="T61" fmla="*/ 22121283 h 102"/>
              <a:gd name="T62" fmla="*/ 1454887 w 103"/>
              <a:gd name="T63" fmla="*/ 19601392 h 102"/>
              <a:gd name="T64" fmla="*/ 290762 w 103"/>
              <a:gd name="T65" fmla="*/ 17080971 h 102"/>
              <a:gd name="T66" fmla="*/ 0 w 103"/>
              <a:gd name="T67" fmla="*/ 14000692 h 10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3"/>
              <a:gd name="T103" fmla="*/ 0 h 102"/>
              <a:gd name="T104" fmla="*/ 103 w 103"/>
              <a:gd name="T105" fmla="*/ 102 h 102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3" h="102">
                <a:moveTo>
                  <a:pt x="0" y="50"/>
                </a:moveTo>
                <a:lnTo>
                  <a:pt x="1" y="41"/>
                </a:lnTo>
                <a:lnTo>
                  <a:pt x="5" y="30"/>
                </a:lnTo>
                <a:lnTo>
                  <a:pt x="10" y="22"/>
                </a:lnTo>
                <a:lnTo>
                  <a:pt x="16" y="15"/>
                </a:lnTo>
                <a:lnTo>
                  <a:pt x="23" y="8"/>
                </a:lnTo>
                <a:lnTo>
                  <a:pt x="32" y="3"/>
                </a:lnTo>
                <a:lnTo>
                  <a:pt x="41" y="1"/>
                </a:lnTo>
                <a:lnTo>
                  <a:pt x="52" y="0"/>
                </a:lnTo>
                <a:lnTo>
                  <a:pt x="62" y="1"/>
                </a:lnTo>
                <a:lnTo>
                  <a:pt x="72" y="3"/>
                </a:lnTo>
                <a:lnTo>
                  <a:pt x="80" y="8"/>
                </a:lnTo>
                <a:lnTo>
                  <a:pt x="88" y="15"/>
                </a:lnTo>
                <a:lnTo>
                  <a:pt x="94" y="22"/>
                </a:lnTo>
                <a:lnTo>
                  <a:pt x="99" y="30"/>
                </a:lnTo>
                <a:lnTo>
                  <a:pt x="102" y="41"/>
                </a:lnTo>
                <a:lnTo>
                  <a:pt x="103" y="50"/>
                </a:lnTo>
                <a:lnTo>
                  <a:pt x="102" y="61"/>
                </a:lnTo>
                <a:lnTo>
                  <a:pt x="99" y="70"/>
                </a:lnTo>
                <a:lnTo>
                  <a:pt x="94" y="79"/>
                </a:lnTo>
                <a:lnTo>
                  <a:pt x="88" y="86"/>
                </a:lnTo>
                <a:lnTo>
                  <a:pt x="80" y="93"/>
                </a:lnTo>
                <a:lnTo>
                  <a:pt x="72" y="98"/>
                </a:lnTo>
                <a:lnTo>
                  <a:pt x="62" y="101"/>
                </a:lnTo>
                <a:lnTo>
                  <a:pt x="52" y="102"/>
                </a:lnTo>
                <a:lnTo>
                  <a:pt x="41" y="101"/>
                </a:lnTo>
                <a:lnTo>
                  <a:pt x="32" y="98"/>
                </a:lnTo>
                <a:lnTo>
                  <a:pt x="23" y="93"/>
                </a:lnTo>
                <a:lnTo>
                  <a:pt x="16" y="86"/>
                </a:lnTo>
                <a:lnTo>
                  <a:pt x="10" y="79"/>
                </a:lnTo>
                <a:lnTo>
                  <a:pt x="5" y="70"/>
                </a:lnTo>
                <a:lnTo>
                  <a:pt x="1" y="61"/>
                </a:lnTo>
                <a:lnTo>
                  <a:pt x="0" y="50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75" name="Freeform 179"/>
          <p:cNvSpPr>
            <a:spLocks/>
          </p:cNvSpPr>
          <p:nvPr/>
        </p:nvSpPr>
        <p:spPr bwMode="auto">
          <a:xfrm>
            <a:off x="6874290" y="5285930"/>
            <a:ext cx="45192" cy="40524"/>
          </a:xfrm>
          <a:custGeom>
            <a:avLst/>
            <a:gdLst>
              <a:gd name="T0" fmla="*/ 0 w 103"/>
              <a:gd name="T1" fmla="*/ 14000692 h 102"/>
              <a:gd name="T2" fmla="*/ 290762 w 103"/>
              <a:gd name="T3" fmla="*/ 11480800 h 102"/>
              <a:gd name="T4" fmla="*/ 1454887 w 103"/>
              <a:gd name="T5" fmla="*/ 8400521 h 102"/>
              <a:gd name="T6" fmla="*/ 2909775 w 103"/>
              <a:gd name="T7" fmla="*/ 6160558 h 102"/>
              <a:gd name="T8" fmla="*/ 4655964 w 103"/>
              <a:gd name="T9" fmla="*/ 4199996 h 102"/>
              <a:gd name="T10" fmla="*/ 6692914 w 103"/>
              <a:gd name="T11" fmla="*/ 2239963 h 102"/>
              <a:gd name="T12" fmla="*/ 9311927 w 103"/>
              <a:gd name="T13" fmla="*/ 840317 h 102"/>
              <a:gd name="T14" fmla="*/ 11930940 w 103"/>
              <a:gd name="T15" fmla="*/ 279929 h 102"/>
              <a:gd name="T16" fmla="*/ 15132017 w 103"/>
              <a:gd name="T17" fmla="*/ 0 h 102"/>
              <a:gd name="T18" fmla="*/ 18042331 w 103"/>
              <a:gd name="T19" fmla="*/ 279929 h 102"/>
              <a:gd name="T20" fmla="*/ 20952106 w 103"/>
              <a:gd name="T21" fmla="*/ 840317 h 102"/>
              <a:gd name="T22" fmla="*/ 23280358 w 103"/>
              <a:gd name="T23" fmla="*/ 2239963 h 102"/>
              <a:gd name="T24" fmla="*/ 25608070 w 103"/>
              <a:gd name="T25" fmla="*/ 4199996 h 102"/>
              <a:gd name="T26" fmla="*/ 27354258 w 103"/>
              <a:gd name="T27" fmla="*/ 6160558 h 102"/>
              <a:gd name="T28" fmla="*/ 28809146 w 103"/>
              <a:gd name="T29" fmla="*/ 8400521 h 102"/>
              <a:gd name="T30" fmla="*/ 29682510 w 103"/>
              <a:gd name="T31" fmla="*/ 11480800 h 102"/>
              <a:gd name="T32" fmla="*/ 29973272 w 103"/>
              <a:gd name="T33" fmla="*/ 14000692 h 102"/>
              <a:gd name="T34" fmla="*/ 29973272 w 103"/>
              <a:gd name="T35" fmla="*/ 14000692 h 102"/>
              <a:gd name="T36" fmla="*/ 29682510 w 103"/>
              <a:gd name="T37" fmla="*/ 17080971 h 102"/>
              <a:gd name="T38" fmla="*/ 28809146 w 103"/>
              <a:gd name="T39" fmla="*/ 19601392 h 102"/>
              <a:gd name="T40" fmla="*/ 27354258 w 103"/>
              <a:gd name="T41" fmla="*/ 22121283 h 102"/>
              <a:gd name="T42" fmla="*/ 25608070 w 103"/>
              <a:gd name="T43" fmla="*/ 24081317 h 102"/>
              <a:gd name="T44" fmla="*/ 23280358 w 103"/>
              <a:gd name="T45" fmla="*/ 26041879 h 102"/>
              <a:gd name="T46" fmla="*/ 20952106 w 103"/>
              <a:gd name="T47" fmla="*/ 27441525 h 102"/>
              <a:gd name="T48" fmla="*/ 18042331 w 103"/>
              <a:gd name="T49" fmla="*/ 28281842 h 102"/>
              <a:gd name="T50" fmla="*/ 15132017 w 103"/>
              <a:gd name="T51" fmla="*/ 28561771 h 102"/>
              <a:gd name="T52" fmla="*/ 11930940 w 103"/>
              <a:gd name="T53" fmla="*/ 28281842 h 102"/>
              <a:gd name="T54" fmla="*/ 9311927 w 103"/>
              <a:gd name="T55" fmla="*/ 27441525 h 102"/>
              <a:gd name="T56" fmla="*/ 6692914 w 103"/>
              <a:gd name="T57" fmla="*/ 26041879 h 102"/>
              <a:gd name="T58" fmla="*/ 4655964 w 103"/>
              <a:gd name="T59" fmla="*/ 24081317 h 102"/>
              <a:gd name="T60" fmla="*/ 2909775 w 103"/>
              <a:gd name="T61" fmla="*/ 22121283 h 102"/>
              <a:gd name="T62" fmla="*/ 1454887 w 103"/>
              <a:gd name="T63" fmla="*/ 19601392 h 102"/>
              <a:gd name="T64" fmla="*/ 290762 w 103"/>
              <a:gd name="T65" fmla="*/ 17080971 h 102"/>
              <a:gd name="T66" fmla="*/ 0 w 103"/>
              <a:gd name="T67" fmla="*/ 14000692 h 10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3"/>
              <a:gd name="T103" fmla="*/ 0 h 102"/>
              <a:gd name="T104" fmla="*/ 103 w 103"/>
              <a:gd name="T105" fmla="*/ 102 h 102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3" h="102">
                <a:moveTo>
                  <a:pt x="0" y="50"/>
                </a:moveTo>
                <a:lnTo>
                  <a:pt x="1" y="41"/>
                </a:lnTo>
                <a:lnTo>
                  <a:pt x="5" y="30"/>
                </a:lnTo>
                <a:lnTo>
                  <a:pt x="10" y="22"/>
                </a:lnTo>
                <a:lnTo>
                  <a:pt x="16" y="15"/>
                </a:lnTo>
                <a:lnTo>
                  <a:pt x="23" y="8"/>
                </a:lnTo>
                <a:lnTo>
                  <a:pt x="32" y="3"/>
                </a:lnTo>
                <a:lnTo>
                  <a:pt x="41" y="1"/>
                </a:lnTo>
                <a:lnTo>
                  <a:pt x="52" y="0"/>
                </a:lnTo>
                <a:lnTo>
                  <a:pt x="62" y="1"/>
                </a:lnTo>
                <a:lnTo>
                  <a:pt x="72" y="3"/>
                </a:lnTo>
                <a:lnTo>
                  <a:pt x="80" y="8"/>
                </a:lnTo>
                <a:lnTo>
                  <a:pt x="88" y="15"/>
                </a:lnTo>
                <a:lnTo>
                  <a:pt x="94" y="22"/>
                </a:lnTo>
                <a:lnTo>
                  <a:pt x="99" y="30"/>
                </a:lnTo>
                <a:lnTo>
                  <a:pt x="102" y="41"/>
                </a:lnTo>
                <a:lnTo>
                  <a:pt x="103" y="50"/>
                </a:lnTo>
                <a:lnTo>
                  <a:pt x="102" y="61"/>
                </a:lnTo>
                <a:lnTo>
                  <a:pt x="99" y="70"/>
                </a:lnTo>
                <a:lnTo>
                  <a:pt x="94" y="79"/>
                </a:lnTo>
                <a:lnTo>
                  <a:pt x="88" y="86"/>
                </a:lnTo>
                <a:lnTo>
                  <a:pt x="80" y="93"/>
                </a:lnTo>
                <a:lnTo>
                  <a:pt x="72" y="98"/>
                </a:lnTo>
                <a:lnTo>
                  <a:pt x="62" y="101"/>
                </a:lnTo>
                <a:lnTo>
                  <a:pt x="52" y="102"/>
                </a:lnTo>
                <a:lnTo>
                  <a:pt x="41" y="101"/>
                </a:lnTo>
                <a:lnTo>
                  <a:pt x="32" y="98"/>
                </a:lnTo>
                <a:lnTo>
                  <a:pt x="23" y="93"/>
                </a:lnTo>
                <a:lnTo>
                  <a:pt x="16" y="86"/>
                </a:lnTo>
                <a:lnTo>
                  <a:pt x="10" y="79"/>
                </a:lnTo>
                <a:lnTo>
                  <a:pt x="5" y="70"/>
                </a:lnTo>
                <a:lnTo>
                  <a:pt x="1" y="61"/>
                </a:lnTo>
                <a:lnTo>
                  <a:pt x="0" y="50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76" name="Line 180"/>
          <p:cNvSpPr>
            <a:spLocks noChangeShapeType="1"/>
          </p:cNvSpPr>
          <p:nvPr/>
        </p:nvSpPr>
        <p:spPr bwMode="auto">
          <a:xfrm>
            <a:off x="6776159" y="5330027"/>
            <a:ext cx="126536" cy="0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77" name="Line 181"/>
          <p:cNvSpPr>
            <a:spLocks noChangeShapeType="1"/>
          </p:cNvSpPr>
          <p:nvPr/>
        </p:nvSpPr>
        <p:spPr bwMode="auto">
          <a:xfrm>
            <a:off x="7106703" y="3982027"/>
            <a:ext cx="0" cy="1303902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78" name="Freeform 182"/>
          <p:cNvSpPr>
            <a:spLocks/>
          </p:cNvSpPr>
          <p:nvPr/>
        </p:nvSpPr>
        <p:spPr bwMode="auto">
          <a:xfrm>
            <a:off x="7079589" y="5259707"/>
            <a:ext cx="54230" cy="51250"/>
          </a:xfrm>
          <a:custGeom>
            <a:avLst/>
            <a:gdLst>
              <a:gd name="T0" fmla="*/ 17640000 w 127"/>
              <a:gd name="T1" fmla="*/ 0 h 127"/>
              <a:gd name="T2" fmla="*/ 21223125 w 127"/>
              <a:gd name="T3" fmla="*/ 577808 h 127"/>
              <a:gd name="T4" fmla="*/ 24530625 w 127"/>
              <a:gd name="T5" fmla="*/ 1444252 h 127"/>
              <a:gd name="T6" fmla="*/ 27286875 w 127"/>
              <a:gd name="T7" fmla="*/ 3177677 h 127"/>
              <a:gd name="T8" fmla="*/ 30043125 w 127"/>
              <a:gd name="T9" fmla="*/ 5488910 h 127"/>
              <a:gd name="T10" fmla="*/ 31972500 w 127"/>
              <a:gd name="T11" fmla="*/ 8377951 h 127"/>
              <a:gd name="T12" fmla="*/ 33350625 w 127"/>
              <a:gd name="T13" fmla="*/ 11266992 h 127"/>
              <a:gd name="T14" fmla="*/ 34728750 w 127"/>
              <a:gd name="T15" fmla="*/ 14733842 h 127"/>
              <a:gd name="T16" fmla="*/ 35004375 w 127"/>
              <a:gd name="T17" fmla="*/ 18489865 h 127"/>
              <a:gd name="T18" fmla="*/ 34728750 w 127"/>
              <a:gd name="T19" fmla="*/ 22245350 h 127"/>
              <a:gd name="T20" fmla="*/ 33350625 w 127"/>
              <a:gd name="T21" fmla="*/ 25423564 h 127"/>
              <a:gd name="T22" fmla="*/ 31972500 w 127"/>
              <a:gd name="T23" fmla="*/ 28601241 h 127"/>
              <a:gd name="T24" fmla="*/ 30043125 w 127"/>
              <a:gd name="T25" fmla="*/ 31201646 h 127"/>
              <a:gd name="T26" fmla="*/ 27286875 w 127"/>
              <a:gd name="T27" fmla="*/ 33512880 h 127"/>
              <a:gd name="T28" fmla="*/ 24530625 w 127"/>
              <a:gd name="T29" fmla="*/ 35246304 h 127"/>
              <a:gd name="T30" fmla="*/ 21223125 w 127"/>
              <a:gd name="T31" fmla="*/ 36401921 h 127"/>
              <a:gd name="T32" fmla="*/ 17640000 w 127"/>
              <a:gd name="T33" fmla="*/ 36690556 h 127"/>
              <a:gd name="T34" fmla="*/ 17640000 w 127"/>
              <a:gd name="T35" fmla="*/ 36690556 h 127"/>
              <a:gd name="T36" fmla="*/ 14056875 w 127"/>
              <a:gd name="T37" fmla="*/ 36401921 h 127"/>
              <a:gd name="T38" fmla="*/ 10749375 w 127"/>
              <a:gd name="T39" fmla="*/ 35246304 h 127"/>
              <a:gd name="T40" fmla="*/ 7717500 w 127"/>
              <a:gd name="T41" fmla="*/ 33512880 h 127"/>
              <a:gd name="T42" fmla="*/ 4961250 w 127"/>
              <a:gd name="T43" fmla="*/ 31201646 h 127"/>
              <a:gd name="T44" fmla="*/ 3031875 w 127"/>
              <a:gd name="T45" fmla="*/ 28601241 h 127"/>
              <a:gd name="T46" fmla="*/ 1378125 w 127"/>
              <a:gd name="T47" fmla="*/ 25423564 h 127"/>
              <a:gd name="T48" fmla="*/ 275625 w 127"/>
              <a:gd name="T49" fmla="*/ 22245350 h 127"/>
              <a:gd name="T50" fmla="*/ 0 w 127"/>
              <a:gd name="T51" fmla="*/ 18489865 h 127"/>
              <a:gd name="T52" fmla="*/ 275625 w 127"/>
              <a:gd name="T53" fmla="*/ 14733842 h 127"/>
              <a:gd name="T54" fmla="*/ 1378125 w 127"/>
              <a:gd name="T55" fmla="*/ 11266992 h 127"/>
              <a:gd name="T56" fmla="*/ 3031875 w 127"/>
              <a:gd name="T57" fmla="*/ 8377951 h 127"/>
              <a:gd name="T58" fmla="*/ 4961250 w 127"/>
              <a:gd name="T59" fmla="*/ 5488910 h 127"/>
              <a:gd name="T60" fmla="*/ 7717500 w 127"/>
              <a:gd name="T61" fmla="*/ 3177677 h 127"/>
              <a:gd name="T62" fmla="*/ 10749375 w 127"/>
              <a:gd name="T63" fmla="*/ 1444252 h 127"/>
              <a:gd name="T64" fmla="*/ 14056875 w 127"/>
              <a:gd name="T65" fmla="*/ 577808 h 127"/>
              <a:gd name="T66" fmla="*/ 17640000 w 127"/>
              <a:gd name="T67" fmla="*/ 0 h 127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27"/>
              <a:gd name="T103" fmla="*/ 0 h 127"/>
              <a:gd name="T104" fmla="*/ 127 w 127"/>
              <a:gd name="T105" fmla="*/ 127 h 127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27" h="127">
                <a:moveTo>
                  <a:pt x="64" y="0"/>
                </a:moveTo>
                <a:lnTo>
                  <a:pt x="77" y="2"/>
                </a:lnTo>
                <a:lnTo>
                  <a:pt x="89" y="5"/>
                </a:lnTo>
                <a:lnTo>
                  <a:pt x="99" y="11"/>
                </a:lnTo>
                <a:lnTo>
                  <a:pt x="109" y="19"/>
                </a:lnTo>
                <a:lnTo>
                  <a:pt x="116" y="29"/>
                </a:lnTo>
                <a:lnTo>
                  <a:pt x="121" y="39"/>
                </a:lnTo>
                <a:lnTo>
                  <a:pt x="126" y="51"/>
                </a:lnTo>
                <a:lnTo>
                  <a:pt x="127" y="64"/>
                </a:lnTo>
                <a:lnTo>
                  <a:pt x="126" y="77"/>
                </a:lnTo>
                <a:lnTo>
                  <a:pt x="121" y="88"/>
                </a:lnTo>
                <a:lnTo>
                  <a:pt x="116" y="99"/>
                </a:lnTo>
                <a:lnTo>
                  <a:pt x="109" y="108"/>
                </a:lnTo>
                <a:lnTo>
                  <a:pt x="99" y="116"/>
                </a:lnTo>
                <a:lnTo>
                  <a:pt x="89" y="122"/>
                </a:lnTo>
                <a:lnTo>
                  <a:pt x="77" y="126"/>
                </a:lnTo>
                <a:lnTo>
                  <a:pt x="64" y="127"/>
                </a:lnTo>
                <a:lnTo>
                  <a:pt x="51" y="126"/>
                </a:lnTo>
                <a:lnTo>
                  <a:pt x="39" y="122"/>
                </a:lnTo>
                <a:lnTo>
                  <a:pt x="28" y="116"/>
                </a:lnTo>
                <a:lnTo>
                  <a:pt x="18" y="108"/>
                </a:lnTo>
                <a:lnTo>
                  <a:pt x="11" y="99"/>
                </a:lnTo>
                <a:lnTo>
                  <a:pt x="5" y="88"/>
                </a:lnTo>
                <a:lnTo>
                  <a:pt x="1" y="77"/>
                </a:lnTo>
                <a:lnTo>
                  <a:pt x="0" y="64"/>
                </a:lnTo>
                <a:lnTo>
                  <a:pt x="1" y="51"/>
                </a:lnTo>
                <a:lnTo>
                  <a:pt x="5" y="39"/>
                </a:lnTo>
                <a:lnTo>
                  <a:pt x="11" y="29"/>
                </a:lnTo>
                <a:lnTo>
                  <a:pt x="18" y="19"/>
                </a:lnTo>
                <a:lnTo>
                  <a:pt x="28" y="11"/>
                </a:lnTo>
                <a:lnTo>
                  <a:pt x="39" y="5"/>
                </a:lnTo>
                <a:lnTo>
                  <a:pt x="51" y="2"/>
                </a:lnTo>
                <a:lnTo>
                  <a:pt x="64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79" name="Freeform 183"/>
          <p:cNvSpPr>
            <a:spLocks/>
          </p:cNvSpPr>
          <p:nvPr/>
        </p:nvSpPr>
        <p:spPr bwMode="auto">
          <a:xfrm>
            <a:off x="7375272" y="5285930"/>
            <a:ext cx="43901" cy="40524"/>
          </a:xfrm>
          <a:custGeom>
            <a:avLst/>
            <a:gdLst>
              <a:gd name="T0" fmla="*/ 0 w 102"/>
              <a:gd name="T1" fmla="*/ 14000692 h 102"/>
              <a:gd name="T2" fmla="*/ 279929 w 102"/>
              <a:gd name="T3" fmla="*/ 11480800 h 102"/>
              <a:gd name="T4" fmla="*/ 1120246 w 102"/>
              <a:gd name="T5" fmla="*/ 8400521 h 102"/>
              <a:gd name="T6" fmla="*/ 2239963 w 102"/>
              <a:gd name="T7" fmla="*/ 6160558 h 102"/>
              <a:gd name="T8" fmla="*/ 4199996 w 102"/>
              <a:gd name="T9" fmla="*/ 4199996 h 102"/>
              <a:gd name="T10" fmla="*/ 6160558 w 102"/>
              <a:gd name="T11" fmla="*/ 2239963 h 102"/>
              <a:gd name="T12" fmla="*/ 8960379 w 102"/>
              <a:gd name="T13" fmla="*/ 840317 h 102"/>
              <a:gd name="T14" fmla="*/ 11480800 w 102"/>
              <a:gd name="T15" fmla="*/ 279929 h 102"/>
              <a:gd name="T16" fmla="*/ 14561079 w 102"/>
              <a:gd name="T17" fmla="*/ 0 h 102"/>
              <a:gd name="T18" fmla="*/ 17360900 w 102"/>
              <a:gd name="T19" fmla="*/ 279929 h 102"/>
              <a:gd name="T20" fmla="*/ 20161250 w 102"/>
              <a:gd name="T21" fmla="*/ 840317 h 102"/>
              <a:gd name="T22" fmla="*/ 22401213 w 102"/>
              <a:gd name="T23" fmla="*/ 2239963 h 102"/>
              <a:gd name="T24" fmla="*/ 24641704 w 102"/>
              <a:gd name="T25" fmla="*/ 4199996 h 102"/>
              <a:gd name="T26" fmla="*/ 26321808 w 102"/>
              <a:gd name="T27" fmla="*/ 6160558 h 102"/>
              <a:gd name="T28" fmla="*/ 27721983 w 102"/>
              <a:gd name="T29" fmla="*/ 8400521 h 102"/>
              <a:gd name="T30" fmla="*/ 28281842 w 102"/>
              <a:gd name="T31" fmla="*/ 11480800 h 102"/>
              <a:gd name="T32" fmla="*/ 28561771 w 102"/>
              <a:gd name="T33" fmla="*/ 14000692 h 102"/>
              <a:gd name="T34" fmla="*/ 28561771 w 102"/>
              <a:gd name="T35" fmla="*/ 14000692 h 102"/>
              <a:gd name="T36" fmla="*/ 28281842 w 102"/>
              <a:gd name="T37" fmla="*/ 17080971 h 102"/>
              <a:gd name="T38" fmla="*/ 27721983 w 102"/>
              <a:gd name="T39" fmla="*/ 19601392 h 102"/>
              <a:gd name="T40" fmla="*/ 26321808 w 102"/>
              <a:gd name="T41" fmla="*/ 22121283 h 102"/>
              <a:gd name="T42" fmla="*/ 24641704 w 102"/>
              <a:gd name="T43" fmla="*/ 24081317 h 102"/>
              <a:gd name="T44" fmla="*/ 22401213 w 102"/>
              <a:gd name="T45" fmla="*/ 26041879 h 102"/>
              <a:gd name="T46" fmla="*/ 20161250 w 102"/>
              <a:gd name="T47" fmla="*/ 27441525 h 102"/>
              <a:gd name="T48" fmla="*/ 17360900 w 102"/>
              <a:gd name="T49" fmla="*/ 28281842 h 102"/>
              <a:gd name="T50" fmla="*/ 14561079 w 102"/>
              <a:gd name="T51" fmla="*/ 28561771 h 102"/>
              <a:gd name="T52" fmla="*/ 11480800 w 102"/>
              <a:gd name="T53" fmla="*/ 28281842 h 102"/>
              <a:gd name="T54" fmla="*/ 8960379 w 102"/>
              <a:gd name="T55" fmla="*/ 27441525 h 102"/>
              <a:gd name="T56" fmla="*/ 6160558 w 102"/>
              <a:gd name="T57" fmla="*/ 26041879 h 102"/>
              <a:gd name="T58" fmla="*/ 4199996 w 102"/>
              <a:gd name="T59" fmla="*/ 24081317 h 102"/>
              <a:gd name="T60" fmla="*/ 2239963 w 102"/>
              <a:gd name="T61" fmla="*/ 22121283 h 102"/>
              <a:gd name="T62" fmla="*/ 1120246 w 102"/>
              <a:gd name="T63" fmla="*/ 19601392 h 102"/>
              <a:gd name="T64" fmla="*/ 279929 w 102"/>
              <a:gd name="T65" fmla="*/ 17080971 h 102"/>
              <a:gd name="T66" fmla="*/ 0 w 102"/>
              <a:gd name="T67" fmla="*/ 14000692 h 10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2"/>
              <a:gd name="T104" fmla="*/ 102 w 102"/>
              <a:gd name="T105" fmla="*/ 102 h 102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2">
                <a:moveTo>
                  <a:pt x="0" y="50"/>
                </a:moveTo>
                <a:lnTo>
                  <a:pt x="1" y="41"/>
                </a:lnTo>
                <a:lnTo>
                  <a:pt x="4" y="30"/>
                </a:lnTo>
                <a:lnTo>
                  <a:pt x="8" y="22"/>
                </a:lnTo>
                <a:lnTo>
                  <a:pt x="15" y="15"/>
                </a:lnTo>
                <a:lnTo>
                  <a:pt x="22" y="8"/>
                </a:lnTo>
                <a:lnTo>
                  <a:pt x="32" y="3"/>
                </a:lnTo>
                <a:lnTo>
                  <a:pt x="41" y="1"/>
                </a:lnTo>
                <a:lnTo>
                  <a:pt x="52" y="0"/>
                </a:lnTo>
                <a:lnTo>
                  <a:pt x="62" y="1"/>
                </a:lnTo>
                <a:lnTo>
                  <a:pt x="72" y="3"/>
                </a:lnTo>
                <a:lnTo>
                  <a:pt x="80" y="8"/>
                </a:lnTo>
                <a:lnTo>
                  <a:pt x="88" y="15"/>
                </a:lnTo>
                <a:lnTo>
                  <a:pt x="94" y="22"/>
                </a:lnTo>
                <a:lnTo>
                  <a:pt x="99" y="30"/>
                </a:lnTo>
                <a:lnTo>
                  <a:pt x="101" y="41"/>
                </a:lnTo>
                <a:lnTo>
                  <a:pt x="102" y="50"/>
                </a:lnTo>
                <a:lnTo>
                  <a:pt x="101" y="61"/>
                </a:lnTo>
                <a:lnTo>
                  <a:pt x="99" y="70"/>
                </a:lnTo>
                <a:lnTo>
                  <a:pt x="94" y="79"/>
                </a:lnTo>
                <a:lnTo>
                  <a:pt x="88" y="86"/>
                </a:lnTo>
                <a:lnTo>
                  <a:pt x="80" y="93"/>
                </a:lnTo>
                <a:lnTo>
                  <a:pt x="72" y="98"/>
                </a:lnTo>
                <a:lnTo>
                  <a:pt x="62" y="101"/>
                </a:lnTo>
                <a:lnTo>
                  <a:pt x="52" y="102"/>
                </a:lnTo>
                <a:lnTo>
                  <a:pt x="41" y="101"/>
                </a:lnTo>
                <a:lnTo>
                  <a:pt x="32" y="98"/>
                </a:lnTo>
                <a:lnTo>
                  <a:pt x="22" y="93"/>
                </a:lnTo>
                <a:lnTo>
                  <a:pt x="15" y="86"/>
                </a:lnTo>
                <a:lnTo>
                  <a:pt x="8" y="79"/>
                </a:lnTo>
                <a:lnTo>
                  <a:pt x="4" y="70"/>
                </a:lnTo>
                <a:lnTo>
                  <a:pt x="1" y="61"/>
                </a:lnTo>
                <a:lnTo>
                  <a:pt x="0" y="50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80" name="Freeform 184"/>
          <p:cNvSpPr>
            <a:spLocks/>
          </p:cNvSpPr>
          <p:nvPr/>
        </p:nvSpPr>
        <p:spPr bwMode="auto">
          <a:xfrm>
            <a:off x="7375272" y="5285930"/>
            <a:ext cx="43901" cy="40524"/>
          </a:xfrm>
          <a:custGeom>
            <a:avLst/>
            <a:gdLst>
              <a:gd name="T0" fmla="*/ 0 w 102"/>
              <a:gd name="T1" fmla="*/ 14000692 h 102"/>
              <a:gd name="T2" fmla="*/ 279929 w 102"/>
              <a:gd name="T3" fmla="*/ 11480800 h 102"/>
              <a:gd name="T4" fmla="*/ 1120246 w 102"/>
              <a:gd name="T5" fmla="*/ 8400521 h 102"/>
              <a:gd name="T6" fmla="*/ 2239963 w 102"/>
              <a:gd name="T7" fmla="*/ 6160558 h 102"/>
              <a:gd name="T8" fmla="*/ 4199996 w 102"/>
              <a:gd name="T9" fmla="*/ 4199996 h 102"/>
              <a:gd name="T10" fmla="*/ 6160558 w 102"/>
              <a:gd name="T11" fmla="*/ 2239963 h 102"/>
              <a:gd name="T12" fmla="*/ 8960379 w 102"/>
              <a:gd name="T13" fmla="*/ 840317 h 102"/>
              <a:gd name="T14" fmla="*/ 11480800 w 102"/>
              <a:gd name="T15" fmla="*/ 279929 h 102"/>
              <a:gd name="T16" fmla="*/ 14561079 w 102"/>
              <a:gd name="T17" fmla="*/ 0 h 102"/>
              <a:gd name="T18" fmla="*/ 17360900 w 102"/>
              <a:gd name="T19" fmla="*/ 279929 h 102"/>
              <a:gd name="T20" fmla="*/ 20161250 w 102"/>
              <a:gd name="T21" fmla="*/ 840317 h 102"/>
              <a:gd name="T22" fmla="*/ 22401213 w 102"/>
              <a:gd name="T23" fmla="*/ 2239963 h 102"/>
              <a:gd name="T24" fmla="*/ 24641704 w 102"/>
              <a:gd name="T25" fmla="*/ 4199996 h 102"/>
              <a:gd name="T26" fmla="*/ 26321808 w 102"/>
              <a:gd name="T27" fmla="*/ 6160558 h 102"/>
              <a:gd name="T28" fmla="*/ 27721983 w 102"/>
              <a:gd name="T29" fmla="*/ 8400521 h 102"/>
              <a:gd name="T30" fmla="*/ 28281842 w 102"/>
              <a:gd name="T31" fmla="*/ 11480800 h 102"/>
              <a:gd name="T32" fmla="*/ 28561771 w 102"/>
              <a:gd name="T33" fmla="*/ 14000692 h 102"/>
              <a:gd name="T34" fmla="*/ 28561771 w 102"/>
              <a:gd name="T35" fmla="*/ 14000692 h 102"/>
              <a:gd name="T36" fmla="*/ 28281842 w 102"/>
              <a:gd name="T37" fmla="*/ 17080971 h 102"/>
              <a:gd name="T38" fmla="*/ 27721983 w 102"/>
              <a:gd name="T39" fmla="*/ 19601392 h 102"/>
              <a:gd name="T40" fmla="*/ 26321808 w 102"/>
              <a:gd name="T41" fmla="*/ 22121283 h 102"/>
              <a:gd name="T42" fmla="*/ 24641704 w 102"/>
              <a:gd name="T43" fmla="*/ 24081317 h 102"/>
              <a:gd name="T44" fmla="*/ 22401213 w 102"/>
              <a:gd name="T45" fmla="*/ 26041879 h 102"/>
              <a:gd name="T46" fmla="*/ 20161250 w 102"/>
              <a:gd name="T47" fmla="*/ 27441525 h 102"/>
              <a:gd name="T48" fmla="*/ 17360900 w 102"/>
              <a:gd name="T49" fmla="*/ 28281842 h 102"/>
              <a:gd name="T50" fmla="*/ 14561079 w 102"/>
              <a:gd name="T51" fmla="*/ 28561771 h 102"/>
              <a:gd name="T52" fmla="*/ 11480800 w 102"/>
              <a:gd name="T53" fmla="*/ 28281842 h 102"/>
              <a:gd name="T54" fmla="*/ 8960379 w 102"/>
              <a:gd name="T55" fmla="*/ 27441525 h 102"/>
              <a:gd name="T56" fmla="*/ 6160558 w 102"/>
              <a:gd name="T57" fmla="*/ 26041879 h 102"/>
              <a:gd name="T58" fmla="*/ 4199996 w 102"/>
              <a:gd name="T59" fmla="*/ 24081317 h 102"/>
              <a:gd name="T60" fmla="*/ 2239963 w 102"/>
              <a:gd name="T61" fmla="*/ 22121283 h 102"/>
              <a:gd name="T62" fmla="*/ 1120246 w 102"/>
              <a:gd name="T63" fmla="*/ 19601392 h 102"/>
              <a:gd name="T64" fmla="*/ 279929 w 102"/>
              <a:gd name="T65" fmla="*/ 17080971 h 102"/>
              <a:gd name="T66" fmla="*/ 0 w 102"/>
              <a:gd name="T67" fmla="*/ 14000692 h 10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2"/>
              <a:gd name="T104" fmla="*/ 102 w 102"/>
              <a:gd name="T105" fmla="*/ 102 h 102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2">
                <a:moveTo>
                  <a:pt x="0" y="50"/>
                </a:moveTo>
                <a:lnTo>
                  <a:pt x="1" y="41"/>
                </a:lnTo>
                <a:lnTo>
                  <a:pt x="4" y="30"/>
                </a:lnTo>
                <a:lnTo>
                  <a:pt x="8" y="22"/>
                </a:lnTo>
                <a:lnTo>
                  <a:pt x="15" y="15"/>
                </a:lnTo>
                <a:lnTo>
                  <a:pt x="22" y="8"/>
                </a:lnTo>
                <a:lnTo>
                  <a:pt x="32" y="3"/>
                </a:lnTo>
                <a:lnTo>
                  <a:pt x="41" y="1"/>
                </a:lnTo>
                <a:lnTo>
                  <a:pt x="52" y="0"/>
                </a:lnTo>
                <a:lnTo>
                  <a:pt x="62" y="1"/>
                </a:lnTo>
                <a:lnTo>
                  <a:pt x="72" y="3"/>
                </a:lnTo>
                <a:lnTo>
                  <a:pt x="80" y="8"/>
                </a:lnTo>
                <a:lnTo>
                  <a:pt x="88" y="15"/>
                </a:lnTo>
                <a:lnTo>
                  <a:pt x="94" y="22"/>
                </a:lnTo>
                <a:lnTo>
                  <a:pt x="99" y="30"/>
                </a:lnTo>
                <a:lnTo>
                  <a:pt x="101" y="41"/>
                </a:lnTo>
                <a:lnTo>
                  <a:pt x="102" y="50"/>
                </a:lnTo>
                <a:lnTo>
                  <a:pt x="101" y="61"/>
                </a:lnTo>
                <a:lnTo>
                  <a:pt x="99" y="70"/>
                </a:lnTo>
                <a:lnTo>
                  <a:pt x="94" y="79"/>
                </a:lnTo>
                <a:lnTo>
                  <a:pt x="88" y="86"/>
                </a:lnTo>
                <a:lnTo>
                  <a:pt x="80" y="93"/>
                </a:lnTo>
                <a:lnTo>
                  <a:pt x="72" y="98"/>
                </a:lnTo>
                <a:lnTo>
                  <a:pt x="62" y="101"/>
                </a:lnTo>
                <a:lnTo>
                  <a:pt x="52" y="102"/>
                </a:lnTo>
                <a:lnTo>
                  <a:pt x="41" y="101"/>
                </a:lnTo>
                <a:lnTo>
                  <a:pt x="32" y="98"/>
                </a:lnTo>
                <a:lnTo>
                  <a:pt x="22" y="93"/>
                </a:lnTo>
                <a:lnTo>
                  <a:pt x="15" y="86"/>
                </a:lnTo>
                <a:lnTo>
                  <a:pt x="8" y="79"/>
                </a:lnTo>
                <a:lnTo>
                  <a:pt x="4" y="70"/>
                </a:lnTo>
                <a:lnTo>
                  <a:pt x="1" y="61"/>
                </a:lnTo>
                <a:lnTo>
                  <a:pt x="0" y="50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81" name="Freeform 185"/>
          <p:cNvSpPr>
            <a:spLocks/>
          </p:cNvSpPr>
          <p:nvPr/>
        </p:nvSpPr>
        <p:spPr bwMode="auto">
          <a:xfrm>
            <a:off x="7485024" y="5285930"/>
            <a:ext cx="43901" cy="40524"/>
          </a:xfrm>
          <a:custGeom>
            <a:avLst/>
            <a:gdLst>
              <a:gd name="T0" fmla="*/ 0 w 102"/>
              <a:gd name="T1" fmla="*/ 14000692 h 102"/>
              <a:gd name="T2" fmla="*/ 279929 w 102"/>
              <a:gd name="T3" fmla="*/ 11480800 h 102"/>
              <a:gd name="T4" fmla="*/ 840317 w 102"/>
              <a:gd name="T5" fmla="*/ 8400521 h 102"/>
              <a:gd name="T6" fmla="*/ 2239963 w 102"/>
              <a:gd name="T7" fmla="*/ 6160558 h 102"/>
              <a:gd name="T8" fmla="*/ 4199996 w 102"/>
              <a:gd name="T9" fmla="*/ 4199996 h 102"/>
              <a:gd name="T10" fmla="*/ 6160558 w 102"/>
              <a:gd name="T11" fmla="*/ 2239963 h 102"/>
              <a:gd name="T12" fmla="*/ 8400521 w 102"/>
              <a:gd name="T13" fmla="*/ 840317 h 102"/>
              <a:gd name="T14" fmla="*/ 11480800 w 102"/>
              <a:gd name="T15" fmla="*/ 279929 h 102"/>
              <a:gd name="T16" fmla="*/ 14000692 w 102"/>
              <a:gd name="T17" fmla="*/ 0 h 102"/>
              <a:gd name="T18" fmla="*/ 17080971 w 102"/>
              <a:gd name="T19" fmla="*/ 279929 h 102"/>
              <a:gd name="T20" fmla="*/ 19601392 w 102"/>
              <a:gd name="T21" fmla="*/ 840317 h 102"/>
              <a:gd name="T22" fmla="*/ 22121283 w 102"/>
              <a:gd name="T23" fmla="*/ 2239963 h 102"/>
              <a:gd name="T24" fmla="*/ 24081317 w 102"/>
              <a:gd name="T25" fmla="*/ 4199996 h 102"/>
              <a:gd name="T26" fmla="*/ 26041879 w 102"/>
              <a:gd name="T27" fmla="*/ 6160558 h 102"/>
              <a:gd name="T28" fmla="*/ 27441525 w 102"/>
              <a:gd name="T29" fmla="*/ 8400521 h 102"/>
              <a:gd name="T30" fmla="*/ 28001912 w 102"/>
              <a:gd name="T31" fmla="*/ 11480800 h 102"/>
              <a:gd name="T32" fmla="*/ 28561771 w 102"/>
              <a:gd name="T33" fmla="*/ 14000692 h 102"/>
              <a:gd name="T34" fmla="*/ 28561771 w 102"/>
              <a:gd name="T35" fmla="*/ 14000692 h 102"/>
              <a:gd name="T36" fmla="*/ 28001912 w 102"/>
              <a:gd name="T37" fmla="*/ 17080971 h 102"/>
              <a:gd name="T38" fmla="*/ 27441525 w 102"/>
              <a:gd name="T39" fmla="*/ 19601392 h 102"/>
              <a:gd name="T40" fmla="*/ 26041879 w 102"/>
              <a:gd name="T41" fmla="*/ 22121283 h 102"/>
              <a:gd name="T42" fmla="*/ 24081317 w 102"/>
              <a:gd name="T43" fmla="*/ 24081317 h 102"/>
              <a:gd name="T44" fmla="*/ 22121283 w 102"/>
              <a:gd name="T45" fmla="*/ 26041879 h 102"/>
              <a:gd name="T46" fmla="*/ 19601392 w 102"/>
              <a:gd name="T47" fmla="*/ 27441525 h 102"/>
              <a:gd name="T48" fmla="*/ 17080971 w 102"/>
              <a:gd name="T49" fmla="*/ 28281842 h 102"/>
              <a:gd name="T50" fmla="*/ 14000692 w 102"/>
              <a:gd name="T51" fmla="*/ 28561771 h 102"/>
              <a:gd name="T52" fmla="*/ 11480800 w 102"/>
              <a:gd name="T53" fmla="*/ 28281842 h 102"/>
              <a:gd name="T54" fmla="*/ 8400521 w 102"/>
              <a:gd name="T55" fmla="*/ 27441525 h 102"/>
              <a:gd name="T56" fmla="*/ 6160558 w 102"/>
              <a:gd name="T57" fmla="*/ 26041879 h 102"/>
              <a:gd name="T58" fmla="*/ 4199996 w 102"/>
              <a:gd name="T59" fmla="*/ 24081317 h 102"/>
              <a:gd name="T60" fmla="*/ 2239963 w 102"/>
              <a:gd name="T61" fmla="*/ 22121283 h 102"/>
              <a:gd name="T62" fmla="*/ 840317 w 102"/>
              <a:gd name="T63" fmla="*/ 19601392 h 102"/>
              <a:gd name="T64" fmla="*/ 279929 w 102"/>
              <a:gd name="T65" fmla="*/ 17080971 h 102"/>
              <a:gd name="T66" fmla="*/ 0 w 102"/>
              <a:gd name="T67" fmla="*/ 14000692 h 10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2"/>
              <a:gd name="T104" fmla="*/ 102 w 102"/>
              <a:gd name="T105" fmla="*/ 102 h 102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2">
                <a:moveTo>
                  <a:pt x="0" y="50"/>
                </a:moveTo>
                <a:lnTo>
                  <a:pt x="1" y="41"/>
                </a:lnTo>
                <a:lnTo>
                  <a:pt x="3" y="30"/>
                </a:lnTo>
                <a:lnTo>
                  <a:pt x="8" y="22"/>
                </a:lnTo>
                <a:lnTo>
                  <a:pt x="15" y="15"/>
                </a:lnTo>
                <a:lnTo>
                  <a:pt x="22" y="8"/>
                </a:lnTo>
                <a:lnTo>
                  <a:pt x="30" y="3"/>
                </a:lnTo>
                <a:lnTo>
                  <a:pt x="41" y="1"/>
                </a:lnTo>
                <a:lnTo>
                  <a:pt x="50" y="0"/>
                </a:lnTo>
                <a:lnTo>
                  <a:pt x="61" y="1"/>
                </a:lnTo>
                <a:lnTo>
                  <a:pt x="70" y="3"/>
                </a:lnTo>
                <a:lnTo>
                  <a:pt x="79" y="8"/>
                </a:lnTo>
                <a:lnTo>
                  <a:pt x="86" y="15"/>
                </a:lnTo>
                <a:lnTo>
                  <a:pt x="93" y="22"/>
                </a:lnTo>
                <a:lnTo>
                  <a:pt x="98" y="30"/>
                </a:lnTo>
                <a:lnTo>
                  <a:pt x="100" y="41"/>
                </a:lnTo>
                <a:lnTo>
                  <a:pt x="102" y="50"/>
                </a:lnTo>
                <a:lnTo>
                  <a:pt x="100" y="61"/>
                </a:lnTo>
                <a:lnTo>
                  <a:pt x="98" y="70"/>
                </a:lnTo>
                <a:lnTo>
                  <a:pt x="93" y="79"/>
                </a:lnTo>
                <a:lnTo>
                  <a:pt x="86" y="86"/>
                </a:lnTo>
                <a:lnTo>
                  <a:pt x="79" y="93"/>
                </a:lnTo>
                <a:lnTo>
                  <a:pt x="70" y="98"/>
                </a:lnTo>
                <a:lnTo>
                  <a:pt x="61" y="101"/>
                </a:lnTo>
                <a:lnTo>
                  <a:pt x="50" y="102"/>
                </a:lnTo>
                <a:lnTo>
                  <a:pt x="41" y="101"/>
                </a:lnTo>
                <a:lnTo>
                  <a:pt x="30" y="98"/>
                </a:lnTo>
                <a:lnTo>
                  <a:pt x="22" y="93"/>
                </a:lnTo>
                <a:lnTo>
                  <a:pt x="15" y="86"/>
                </a:lnTo>
                <a:lnTo>
                  <a:pt x="8" y="79"/>
                </a:lnTo>
                <a:lnTo>
                  <a:pt x="3" y="70"/>
                </a:lnTo>
                <a:lnTo>
                  <a:pt x="1" y="61"/>
                </a:lnTo>
                <a:lnTo>
                  <a:pt x="0" y="50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82" name="Freeform 186"/>
          <p:cNvSpPr>
            <a:spLocks/>
          </p:cNvSpPr>
          <p:nvPr/>
        </p:nvSpPr>
        <p:spPr bwMode="auto">
          <a:xfrm>
            <a:off x="7485024" y="5285930"/>
            <a:ext cx="43901" cy="40524"/>
          </a:xfrm>
          <a:custGeom>
            <a:avLst/>
            <a:gdLst>
              <a:gd name="T0" fmla="*/ 0 w 102"/>
              <a:gd name="T1" fmla="*/ 14000692 h 102"/>
              <a:gd name="T2" fmla="*/ 279929 w 102"/>
              <a:gd name="T3" fmla="*/ 11480800 h 102"/>
              <a:gd name="T4" fmla="*/ 840317 w 102"/>
              <a:gd name="T5" fmla="*/ 8400521 h 102"/>
              <a:gd name="T6" fmla="*/ 2239963 w 102"/>
              <a:gd name="T7" fmla="*/ 6160558 h 102"/>
              <a:gd name="T8" fmla="*/ 4199996 w 102"/>
              <a:gd name="T9" fmla="*/ 4199996 h 102"/>
              <a:gd name="T10" fmla="*/ 6160558 w 102"/>
              <a:gd name="T11" fmla="*/ 2239963 h 102"/>
              <a:gd name="T12" fmla="*/ 8400521 w 102"/>
              <a:gd name="T13" fmla="*/ 840317 h 102"/>
              <a:gd name="T14" fmla="*/ 11480800 w 102"/>
              <a:gd name="T15" fmla="*/ 279929 h 102"/>
              <a:gd name="T16" fmla="*/ 14000692 w 102"/>
              <a:gd name="T17" fmla="*/ 0 h 102"/>
              <a:gd name="T18" fmla="*/ 17080971 w 102"/>
              <a:gd name="T19" fmla="*/ 279929 h 102"/>
              <a:gd name="T20" fmla="*/ 19601392 w 102"/>
              <a:gd name="T21" fmla="*/ 840317 h 102"/>
              <a:gd name="T22" fmla="*/ 22121283 w 102"/>
              <a:gd name="T23" fmla="*/ 2239963 h 102"/>
              <a:gd name="T24" fmla="*/ 24081317 w 102"/>
              <a:gd name="T25" fmla="*/ 4199996 h 102"/>
              <a:gd name="T26" fmla="*/ 26041879 w 102"/>
              <a:gd name="T27" fmla="*/ 6160558 h 102"/>
              <a:gd name="T28" fmla="*/ 27441525 w 102"/>
              <a:gd name="T29" fmla="*/ 8400521 h 102"/>
              <a:gd name="T30" fmla="*/ 28001912 w 102"/>
              <a:gd name="T31" fmla="*/ 11480800 h 102"/>
              <a:gd name="T32" fmla="*/ 28561771 w 102"/>
              <a:gd name="T33" fmla="*/ 14000692 h 102"/>
              <a:gd name="T34" fmla="*/ 28561771 w 102"/>
              <a:gd name="T35" fmla="*/ 14000692 h 102"/>
              <a:gd name="T36" fmla="*/ 28001912 w 102"/>
              <a:gd name="T37" fmla="*/ 17080971 h 102"/>
              <a:gd name="T38" fmla="*/ 27441525 w 102"/>
              <a:gd name="T39" fmla="*/ 19601392 h 102"/>
              <a:gd name="T40" fmla="*/ 26041879 w 102"/>
              <a:gd name="T41" fmla="*/ 22121283 h 102"/>
              <a:gd name="T42" fmla="*/ 24081317 w 102"/>
              <a:gd name="T43" fmla="*/ 24081317 h 102"/>
              <a:gd name="T44" fmla="*/ 22121283 w 102"/>
              <a:gd name="T45" fmla="*/ 26041879 h 102"/>
              <a:gd name="T46" fmla="*/ 19601392 w 102"/>
              <a:gd name="T47" fmla="*/ 27441525 h 102"/>
              <a:gd name="T48" fmla="*/ 17080971 w 102"/>
              <a:gd name="T49" fmla="*/ 28281842 h 102"/>
              <a:gd name="T50" fmla="*/ 14000692 w 102"/>
              <a:gd name="T51" fmla="*/ 28561771 h 102"/>
              <a:gd name="T52" fmla="*/ 11480800 w 102"/>
              <a:gd name="T53" fmla="*/ 28281842 h 102"/>
              <a:gd name="T54" fmla="*/ 8400521 w 102"/>
              <a:gd name="T55" fmla="*/ 27441525 h 102"/>
              <a:gd name="T56" fmla="*/ 6160558 w 102"/>
              <a:gd name="T57" fmla="*/ 26041879 h 102"/>
              <a:gd name="T58" fmla="*/ 4199996 w 102"/>
              <a:gd name="T59" fmla="*/ 24081317 h 102"/>
              <a:gd name="T60" fmla="*/ 2239963 w 102"/>
              <a:gd name="T61" fmla="*/ 22121283 h 102"/>
              <a:gd name="T62" fmla="*/ 840317 w 102"/>
              <a:gd name="T63" fmla="*/ 19601392 h 102"/>
              <a:gd name="T64" fmla="*/ 279929 w 102"/>
              <a:gd name="T65" fmla="*/ 17080971 h 102"/>
              <a:gd name="T66" fmla="*/ 0 w 102"/>
              <a:gd name="T67" fmla="*/ 14000692 h 10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2"/>
              <a:gd name="T104" fmla="*/ 102 w 102"/>
              <a:gd name="T105" fmla="*/ 102 h 102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2">
                <a:moveTo>
                  <a:pt x="0" y="50"/>
                </a:moveTo>
                <a:lnTo>
                  <a:pt x="1" y="41"/>
                </a:lnTo>
                <a:lnTo>
                  <a:pt x="3" y="30"/>
                </a:lnTo>
                <a:lnTo>
                  <a:pt x="8" y="22"/>
                </a:lnTo>
                <a:lnTo>
                  <a:pt x="15" y="15"/>
                </a:lnTo>
                <a:lnTo>
                  <a:pt x="22" y="8"/>
                </a:lnTo>
                <a:lnTo>
                  <a:pt x="30" y="3"/>
                </a:lnTo>
                <a:lnTo>
                  <a:pt x="41" y="1"/>
                </a:lnTo>
                <a:lnTo>
                  <a:pt x="50" y="0"/>
                </a:lnTo>
                <a:lnTo>
                  <a:pt x="61" y="1"/>
                </a:lnTo>
                <a:lnTo>
                  <a:pt x="70" y="3"/>
                </a:lnTo>
                <a:lnTo>
                  <a:pt x="79" y="8"/>
                </a:lnTo>
                <a:lnTo>
                  <a:pt x="86" y="15"/>
                </a:lnTo>
                <a:lnTo>
                  <a:pt x="93" y="22"/>
                </a:lnTo>
                <a:lnTo>
                  <a:pt x="98" y="30"/>
                </a:lnTo>
                <a:lnTo>
                  <a:pt x="100" y="41"/>
                </a:lnTo>
                <a:lnTo>
                  <a:pt x="102" y="50"/>
                </a:lnTo>
                <a:lnTo>
                  <a:pt x="100" y="61"/>
                </a:lnTo>
                <a:lnTo>
                  <a:pt x="98" y="70"/>
                </a:lnTo>
                <a:lnTo>
                  <a:pt x="93" y="79"/>
                </a:lnTo>
                <a:lnTo>
                  <a:pt x="86" y="86"/>
                </a:lnTo>
                <a:lnTo>
                  <a:pt x="79" y="93"/>
                </a:lnTo>
                <a:lnTo>
                  <a:pt x="70" y="98"/>
                </a:lnTo>
                <a:lnTo>
                  <a:pt x="61" y="101"/>
                </a:lnTo>
                <a:lnTo>
                  <a:pt x="50" y="102"/>
                </a:lnTo>
                <a:lnTo>
                  <a:pt x="41" y="101"/>
                </a:lnTo>
                <a:lnTo>
                  <a:pt x="30" y="98"/>
                </a:lnTo>
                <a:lnTo>
                  <a:pt x="22" y="93"/>
                </a:lnTo>
                <a:lnTo>
                  <a:pt x="15" y="86"/>
                </a:lnTo>
                <a:lnTo>
                  <a:pt x="8" y="79"/>
                </a:lnTo>
                <a:lnTo>
                  <a:pt x="3" y="70"/>
                </a:lnTo>
                <a:lnTo>
                  <a:pt x="1" y="61"/>
                </a:lnTo>
                <a:lnTo>
                  <a:pt x="0" y="50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83" name="Line 187"/>
          <p:cNvSpPr>
            <a:spLocks noChangeShapeType="1"/>
          </p:cNvSpPr>
          <p:nvPr/>
        </p:nvSpPr>
        <p:spPr bwMode="auto">
          <a:xfrm>
            <a:off x="7385600" y="5330027"/>
            <a:ext cx="132993" cy="0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84" name="Freeform 188"/>
          <p:cNvSpPr>
            <a:spLocks/>
          </p:cNvSpPr>
          <p:nvPr/>
        </p:nvSpPr>
        <p:spPr bwMode="auto">
          <a:xfrm>
            <a:off x="5337776" y="4572002"/>
            <a:ext cx="220793" cy="203809"/>
          </a:xfrm>
          <a:custGeom>
            <a:avLst/>
            <a:gdLst>
              <a:gd name="T0" fmla="*/ 562013 w 512"/>
              <a:gd name="T1" fmla="*/ 64684394 h 513"/>
              <a:gd name="T2" fmla="*/ 3373140 w 512"/>
              <a:gd name="T3" fmla="*/ 50403218 h 513"/>
              <a:gd name="T4" fmla="*/ 8714386 w 512"/>
              <a:gd name="T5" fmla="*/ 37802678 h 513"/>
              <a:gd name="T6" fmla="*/ 16585753 w 512"/>
              <a:gd name="T7" fmla="*/ 26321857 h 513"/>
              <a:gd name="T8" fmla="*/ 26143690 w 512"/>
              <a:gd name="T9" fmla="*/ 16521143 h 513"/>
              <a:gd name="T10" fmla="*/ 37669203 w 512"/>
              <a:gd name="T11" fmla="*/ 8960396 h 513"/>
              <a:gd name="T12" fmla="*/ 50881286 w 512"/>
              <a:gd name="T13" fmla="*/ 3360215 h 513"/>
              <a:gd name="T14" fmla="*/ 64655912 w 512"/>
              <a:gd name="T15" fmla="*/ 279930 h 513"/>
              <a:gd name="T16" fmla="*/ 79555095 w 512"/>
              <a:gd name="T17" fmla="*/ 279930 h 513"/>
              <a:gd name="T18" fmla="*/ 93610728 w 512"/>
              <a:gd name="T19" fmla="*/ 3360215 h 513"/>
              <a:gd name="T20" fmla="*/ 106541805 w 512"/>
              <a:gd name="T21" fmla="*/ 8960396 h 513"/>
              <a:gd name="T22" fmla="*/ 118067318 w 512"/>
              <a:gd name="T23" fmla="*/ 16521143 h 513"/>
              <a:gd name="T24" fmla="*/ 127625254 w 512"/>
              <a:gd name="T25" fmla="*/ 26321857 h 513"/>
              <a:gd name="T26" fmla="*/ 135496621 w 512"/>
              <a:gd name="T27" fmla="*/ 37802678 h 513"/>
              <a:gd name="T28" fmla="*/ 140837867 w 512"/>
              <a:gd name="T29" fmla="*/ 50403218 h 513"/>
              <a:gd name="T30" fmla="*/ 143648994 w 512"/>
              <a:gd name="T31" fmla="*/ 64684394 h 513"/>
              <a:gd name="T32" fmla="*/ 143930001 w 512"/>
              <a:gd name="T33" fmla="*/ 71964683 h 513"/>
              <a:gd name="T34" fmla="*/ 142805444 w 512"/>
              <a:gd name="T35" fmla="*/ 86245859 h 513"/>
              <a:gd name="T36" fmla="*/ 138307747 w 512"/>
              <a:gd name="T37" fmla="*/ 99686717 h 513"/>
              <a:gd name="T38" fmla="*/ 131841944 w 512"/>
              <a:gd name="T39" fmla="*/ 112287257 h 513"/>
              <a:gd name="T40" fmla="*/ 122846551 w 512"/>
              <a:gd name="T41" fmla="*/ 122647830 h 513"/>
              <a:gd name="T42" fmla="*/ 112445065 w 512"/>
              <a:gd name="T43" fmla="*/ 131608755 h 513"/>
              <a:gd name="T44" fmla="*/ 100076532 w 512"/>
              <a:gd name="T45" fmla="*/ 138049254 h 513"/>
              <a:gd name="T46" fmla="*/ 86582912 w 512"/>
              <a:gd name="T47" fmla="*/ 141969328 h 513"/>
              <a:gd name="T48" fmla="*/ 72246272 w 512"/>
              <a:gd name="T49" fmla="*/ 143649435 h 513"/>
              <a:gd name="T50" fmla="*/ 57628096 w 512"/>
              <a:gd name="T51" fmla="*/ 141969328 h 513"/>
              <a:gd name="T52" fmla="*/ 44135006 w 512"/>
              <a:gd name="T53" fmla="*/ 138049254 h 513"/>
              <a:gd name="T54" fmla="*/ 31765943 w 512"/>
              <a:gd name="T55" fmla="*/ 131608755 h 513"/>
              <a:gd name="T56" fmla="*/ 21083450 w 512"/>
              <a:gd name="T57" fmla="*/ 122647830 h 513"/>
              <a:gd name="T58" fmla="*/ 12369063 w 512"/>
              <a:gd name="T59" fmla="*/ 112287257 h 513"/>
              <a:gd name="T60" fmla="*/ 5622253 w 512"/>
              <a:gd name="T61" fmla="*/ 99686717 h 513"/>
              <a:gd name="T62" fmla="*/ 1405563 w 512"/>
              <a:gd name="T63" fmla="*/ 86245859 h 513"/>
              <a:gd name="T64" fmla="*/ 0 w 512"/>
              <a:gd name="T65" fmla="*/ 71964683 h 513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512"/>
              <a:gd name="T100" fmla="*/ 0 h 513"/>
              <a:gd name="T101" fmla="*/ 512 w 512"/>
              <a:gd name="T102" fmla="*/ 513 h 513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512" h="513">
                <a:moveTo>
                  <a:pt x="0" y="257"/>
                </a:moveTo>
                <a:lnTo>
                  <a:pt x="2" y="231"/>
                </a:lnTo>
                <a:lnTo>
                  <a:pt x="5" y="205"/>
                </a:lnTo>
                <a:lnTo>
                  <a:pt x="12" y="180"/>
                </a:lnTo>
                <a:lnTo>
                  <a:pt x="20" y="157"/>
                </a:lnTo>
                <a:lnTo>
                  <a:pt x="31" y="135"/>
                </a:lnTo>
                <a:lnTo>
                  <a:pt x="44" y="114"/>
                </a:lnTo>
                <a:lnTo>
                  <a:pt x="59" y="94"/>
                </a:lnTo>
                <a:lnTo>
                  <a:pt x="75" y="75"/>
                </a:lnTo>
                <a:lnTo>
                  <a:pt x="93" y="59"/>
                </a:lnTo>
                <a:lnTo>
                  <a:pt x="113" y="45"/>
                </a:lnTo>
                <a:lnTo>
                  <a:pt x="134" y="32"/>
                </a:lnTo>
                <a:lnTo>
                  <a:pt x="157" y="20"/>
                </a:lnTo>
                <a:lnTo>
                  <a:pt x="181" y="12"/>
                </a:lnTo>
                <a:lnTo>
                  <a:pt x="205" y="6"/>
                </a:lnTo>
                <a:lnTo>
                  <a:pt x="230" y="1"/>
                </a:lnTo>
                <a:lnTo>
                  <a:pt x="257" y="0"/>
                </a:lnTo>
                <a:lnTo>
                  <a:pt x="283" y="1"/>
                </a:lnTo>
                <a:lnTo>
                  <a:pt x="308" y="6"/>
                </a:lnTo>
                <a:lnTo>
                  <a:pt x="333" y="12"/>
                </a:lnTo>
                <a:lnTo>
                  <a:pt x="356" y="20"/>
                </a:lnTo>
                <a:lnTo>
                  <a:pt x="379" y="32"/>
                </a:lnTo>
                <a:lnTo>
                  <a:pt x="400" y="45"/>
                </a:lnTo>
                <a:lnTo>
                  <a:pt x="420" y="59"/>
                </a:lnTo>
                <a:lnTo>
                  <a:pt x="437" y="75"/>
                </a:lnTo>
                <a:lnTo>
                  <a:pt x="454" y="94"/>
                </a:lnTo>
                <a:lnTo>
                  <a:pt x="469" y="114"/>
                </a:lnTo>
                <a:lnTo>
                  <a:pt x="482" y="135"/>
                </a:lnTo>
                <a:lnTo>
                  <a:pt x="492" y="157"/>
                </a:lnTo>
                <a:lnTo>
                  <a:pt x="501" y="180"/>
                </a:lnTo>
                <a:lnTo>
                  <a:pt x="508" y="205"/>
                </a:lnTo>
                <a:lnTo>
                  <a:pt x="511" y="231"/>
                </a:lnTo>
                <a:lnTo>
                  <a:pt x="512" y="257"/>
                </a:lnTo>
                <a:lnTo>
                  <a:pt x="511" y="284"/>
                </a:lnTo>
                <a:lnTo>
                  <a:pt x="508" y="308"/>
                </a:lnTo>
                <a:lnTo>
                  <a:pt x="501" y="333"/>
                </a:lnTo>
                <a:lnTo>
                  <a:pt x="492" y="356"/>
                </a:lnTo>
                <a:lnTo>
                  <a:pt x="482" y="380"/>
                </a:lnTo>
                <a:lnTo>
                  <a:pt x="469" y="401"/>
                </a:lnTo>
                <a:lnTo>
                  <a:pt x="454" y="419"/>
                </a:lnTo>
                <a:lnTo>
                  <a:pt x="437" y="438"/>
                </a:lnTo>
                <a:lnTo>
                  <a:pt x="420" y="455"/>
                </a:lnTo>
                <a:lnTo>
                  <a:pt x="400" y="470"/>
                </a:lnTo>
                <a:lnTo>
                  <a:pt x="379" y="482"/>
                </a:lnTo>
                <a:lnTo>
                  <a:pt x="356" y="493"/>
                </a:lnTo>
                <a:lnTo>
                  <a:pt x="333" y="501"/>
                </a:lnTo>
                <a:lnTo>
                  <a:pt x="308" y="507"/>
                </a:lnTo>
                <a:lnTo>
                  <a:pt x="283" y="512"/>
                </a:lnTo>
                <a:lnTo>
                  <a:pt x="257" y="513"/>
                </a:lnTo>
                <a:lnTo>
                  <a:pt x="230" y="512"/>
                </a:lnTo>
                <a:lnTo>
                  <a:pt x="205" y="507"/>
                </a:lnTo>
                <a:lnTo>
                  <a:pt x="181" y="501"/>
                </a:lnTo>
                <a:lnTo>
                  <a:pt x="157" y="493"/>
                </a:lnTo>
                <a:lnTo>
                  <a:pt x="134" y="482"/>
                </a:lnTo>
                <a:lnTo>
                  <a:pt x="113" y="470"/>
                </a:lnTo>
                <a:lnTo>
                  <a:pt x="93" y="455"/>
                </a:lnTo>
                <a:lnTo>
                  <a:pt x="75" y="438"/>
                </a:lnTo>
                <a:lnTo>
                  <a:pt x="59" y="419"/>
                </a:lnTo>
                <a:lnTo>
                  <a:pt x="44" y="401"/>
                </a:lnTo>
                <a:lnTo>
                  <a:pt x="31" y="380"/>
                </a:lnTo>
                <a:lnTo>
                  <a:pt x="20" y="356"/>
                </a:lnTo>
                <a:lnTo>
                  <a:pt x="12" y="333"/>
                </a:lnTo>
                <a:lnTo>
                  <a:pt x="5" y="308"/>
                </a:lnTo>
                <a:lnTo>
                  <a:pt x="2" y="284"/>
                </a:lnTo>
                <a:lnTo>
                  <a:pt x="0" y="257"/>
                </a:lnTo>
                <a:close/>
              </a:path>
            </a:pathLst>
          </a:cu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85" name="Freeform 189"/>
          <p:cNvSpPr>
            <a:spLocks/>
          </p:cNvSpPr>
          <p:nvPr/>
        </p:nvSpPr>
        <p:spPr bwMode="auto">
          <a:xfrm>
            <a:off x="5337776" y="4572002"/>
            <a:ext cx="220793" cy="203809"/>
          </a:xfrm>
          <a:custGeom>
            <a:avLst/>
            <a:gdLst>
              <a:gd name="T0" fmla="*/ 562013 w 512"/>
              <a:gd name="T1" fmla="*/ 64684394 h 513"/>
              <a:gd name="T2" fmla="*/ 3373140 w 512"/>
              <a:gd name="T3" fmla="*/ 50403218 h 513"/>
              <a:gd name="T4" fmla="*/ 8714386 w 512"/>
              <a:gd name="T5" fmla="*/ 37802678 h 513"/>
              <a:gd name="T6" fmla="*/ 16585753 w 512"/>
              <a:gd name="T7" fmla="*/ 26321857 h 513"/>
              <a:gd name="T8" fmla="*/ 26143690 w 512"/>
              <a:gd name="T9" fmla="*/ 16521143 h 513"/>
              <a:gd name="T10" fmla="*/ 37669203 w 512"/>
              <a:gd name="T11" fmla="*/ 8960396 h 513"/>
              <a:gd name="T12" fmla="*/ 50881286 w 512"/>
              <a:gd name="T13" fmla="*/ 3360215 h 513"/>
              <a:gd name="T14" fmla="*/ 64655912 w 512"/>
              <a:gd name="T15" fmla="*/ 279930 h 513"/>
              <a:gd name="T16" fmla="*/ 79555095 w 512"/>
              <a:gd name="T17" fmla="*/ 279930 h 513"/>
              <a:gd name="T18" fmla="*/ 93610728 w 512"/>
              <a:gd name="T19" fmla="*/ 3360215 h 513"/>
              <a:gd name="T20" fmla="*/ 106541805 w 512"/>
              <a:gd name="T21" fmla="*/ 8960396 h 513"/>
              <a:gd name="T22" fmla="*/ 118067318 w 512"/>
              <a:gd name="T23" fmla="*/ 16521143 h 513"/>
              <a:gd name="T24" fmla="*/ 127625254 w 512"/>
              <a:gd name="T25" fmla="*/ 26321857 h 513"/>
              <a:gd name="T26" fmla="*/ 135496621 w 512"/>
              <a:gd name="T27" fmla="*/ 37802678 h 513"/>
              <a:gd name="T28" fmla="*/ 140837867 w 512"/>
              <a:gd name="T29" fmla="*/ 50403218 h 513"/>
              <a:gd name="T30" fmla="*/ 143648994 w 512"/>
              <a:gd name="T31" fmla="*/ 64684394 h 513"/>
              <a:gd name="T32" fmla="*/ 143930001 w 512"/>
              <a:gd name="T33" fmla="*/ 71964683 h 513"/>
              <a:gd name="T34" fmla="*/ 142805444 w 512"/>
              <a:gd name="T35" fmla="*/ 86245859 h 513"/>
              <a:gd name="T36" fmla="*/ 138307747 w 512"/>
              <a:gd name="T37" fmla="*/ 99686717 h 513"/>
              <a:gd name="T38" fmla="*/ 131841944 w 512"/>
              <a:gd name="T39" fmla="*/ 112287257 h 513"/>
              <a:gd name="T40" fmla="*/ 122846551 w 512"/>
              <a:gd name="T41" fmla="*/ 122647830 h 513"/>
              <a:gd name="T42" fmla="*/ 112445065 w 512"/>
              <a:gd name="T43" fmla="*/ 131608755 h 513"/>
              <a:gd name="T44" fmla="*/ 100076532 w 512"/>
              <a:gd name="T45" fmla="*/ 138049254 h 513"/>
              <a:gd name="T46" fmla="*/ 86582912 w 512"/>
              <a:gd name="T47" fmla="*/ 141969328 h 513"/>
              <a:gd name="T48" fmla="*/ 72246272 w 512"/>
              <a:gd name="T49" fmla="*/ 143649435 h 513"/>
              <a:gd name="T50" fmla="*/ 57628096 w 512"/>
              <a:gd name="T51" fmla="*/ 141969328 h 513"/>
              <a:gd name="T52" fmla="*/ 44135006 w 512"/>
              <a:gd name="T53" fmla="*/ 138049254 h 513"/>
              <a:gd name="T54" fmla="*/ 31765943 w 512"/>
              <a:gd name="T55" fmla="*/ 131608755 h 513"/>
              <a:gd name="T56" fmla="*/ 21083450 w 512"/>
              <a:gd name="T57" fmla="*/ 122647830 h 513"/>
              <a:gd name="T58" fmla="*/ 12369063 w 512"/>
              <a:gd name="T59" fmla="*/ 112287257 h 513"/>
              <a:gd name="T60" fmla="*/ 5622253 w 512"/>
              <a:gd name="T61" fmla="*/ 99686717 h 513"/>
              <a:gd name="T62" fmla="*/ 1405563 w 512"/>
              <a:gd name="T63" fmla="*/ 86245859 h 513"/>
              <a:gd name="T64" fmla="*/ 0 w 512"/>
              <a:gd name="T65" fmla="*/ 71964683 h 513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512"/>
              <a:gd name="T100" fmla="*/ 0 h 513"/>
              <a:gd name="T101" fmla="*/ 512 w 512"/>
              <a:gd name="T102" fmla="*/ 513 h 513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512" h="513">
                <a:moveTo>
                  <a:pt x="0" y="257"/>
                </a:moveTo>
                <a:lnTo>
                  <a:pt x="2" y="231"/>
                </a:lnTo>
                <a:lnTo>
                  <a:pt x="5" y="205"/>
                </a:lnTo>
                <a:lnTo>
                  <a:pt x="12" y="180"/>
                </a:lnTo>
                <a:lnTo>
                  <a:pt x="20" y="157"/>
                </a:lnTo>
                <a:lnTo>
                  <a:pt x="31" y="135"/>
                </a:lnTo>
                <a:lnTo>
                  <a:pt x="44" y="114"/>
                </a:lnTo>
                <a:lnTo>
                  <a:pt x="59" y="94"/>
                </a:lnTo>
                <a:lnTo>
                  <a:pt x="75" y="75"/>
                </a:lnTo>
                <a:lnTo>
                  <a:pt x="93" y="59"/>
                </a:lnTo>
                <a:lnTo>
                  <a:pt x="113" y="45"/>
                </a:lnTo>
                <a:lnTo>
                  <a:pt x="134" y="32"/>
                </a:lnTo>
                <a:lnTo>
                  <a:pt x="157" y="20"/>
                </a:lnTo>
                <a:lnTo>
                  <a:pt x="181" y="12"/>
                </a:lnTo>
                <a:lnTo>
                  <a:pt x="205" y="6"/>
                </a:lnTo>
                <a:lnTo>
                  <a:pt x="230" y="1"/>
                </a:lnTo>
                <a:lnTo>
                  <a:pt x="257" y="0"/>
                </a:lnTo>
                <a:lnTo>
                  <a:pt x="283" y="1"/>
                </a:lnTo>
                <a:lnTo>
                  <a:pt x="308" y="6"/>
                </a:lnTo>
                <a:lnTo>
                  <a:pt x="333" y="12"/>
                </a:lnTo>
                <a:lnTo>
                  <a:pt x="356" y="20"/>
                </a:lnTo>
                <a:lnTo>
                  <a:pt x="379" y="32"/>
                </a:lnTo>
                <a:lnTo>
                  <a:pt x="400" y="45"/>
                </a:lnTo>
                <a:lnTo>
                  <a:pt x="420" y="59"/>
                </a:lnTo>
                <a:lnTo>
                  <a:pt x="437" y="75"/>
                </a:lnTo>
                <a:lnTo>
                  <a:pt x="454" y="94"/>
                </a:lnTo>
                <a:lnTo>
                  <a:pt x="469" y="114"/>
                </a:lnTo>
                <a:lnTo>
                  <a:pt x="482" y="135"/>
                </a:lnTo>
                <a:lnTo>
                  <a:pt x="492" y="157"/>
                </a:lnTo>
                <a:lnTo>
                  <a:pt x="501" y="180"/>
                </a:lnTo>
                <a:lnTo>
                  <a:pt x="508" y="205"/>
                </a:lnTo>
                <a:lnTo>
                  <a:pt x="511" y="231"/>
                </a:lnTo>
                <a:lnTo>
                  <a:pt x="512" y="257"/>
                </a:lnTo>
                <a:lnTo>
                  <a:pt x="511" y="284"/>
                </a:lnTo>
                <a:lnTo>
                  <a:pt x="508" y="308"/>
                </a:lnTo>
                <a:lnTo>
                  <a:pt x="501" y="333"/>
                </a:lnTo>
                <a:lnTo>
                  <a:pt x="492" y="356"/>
                </a:lnTo>
                <a:lnTo>
                  <a:pt x="482" y="380"/>
                </a:lnTo>
                <a:lnTo>
                  <a:pt x="469" y="401"/>
                </a:lnTo>
                <a:lnTo>
                  <a:pt x="454" y="419"/>
                </a:lnTo>
                <a:lnTo>
                  <a:pt x="437" y="438"/>
                </a:lnTo>
                <a:lnTo>
                  <a:pt x="420" y="455"/>
                </a:lnTo>
                <a:lnTo>
                  <a:pt x="400" y="470"/>
                </a:lnTo>
                <a:lnTo>
                  <a:pt x="379" y="482"/>
                </a:lnTo>
                <a:lnTo>
                  <a:pt x="356" y="493"/>
                </a:lnTo>
                <a:lnTo>
                  <a:pt x="333" y="501"/>
                </a:lnTo>
                <a:lnTo>
                  <a:pt x="308" y="507"/>
                </a:lnTo>
                <a:lnTo>
                  <a:pt x="283" y="512"/>
                </a:lnTo>
                <a:lnTo>
                  <a:pt x="257" y="513"/>
                </a:lnTo>
                <a:lnTo>
                  <a:pt x="230" y="512"/>
                </a:lnTo>
                <a:lnTo>
                  <a:pt x="205" y="507"/>
                </a:lnTo>
                <a:lnTo>
                  <a:pt x="181" y="501"/>
                </a:lnTo>
                <a:lnTo>
                  <a:pt x="157" y="493"/>
                </a:lnTo>
                <a:lnTo>
                  <a:pt x="134" y="482"/>
                </a:lnTo>
                <a:lnTo>
                  <a:pt x="113" y="470"/>
                </a:lnTo>
                <a:lnTo>
                  <a:pt x="93" y="455"/>
                </a:lnTo>
                <a:lnTo>
                  <a:pt x="75" y="438"/>
                </a:lnTo>
                <a:lnTo>
                  <a:pt x="59" y="419"/>
                </a:lnTo>
                <a:lnTo>
                  <a:pt x="44" y="401"/>
                </a:lnTo>
                <a:lnTo>
                  <a:pt x="31" y="380"/>
                </a:lnTo>
                <a:lnTo>
                  <a:pt x="20" y="356"/>
                </a:lnTo>
                <a:lnTo>
                  <a:pt x="12" y="333"/>
                </a:lnTo>
                <a:lnTo>
                  <a:pt x="5" y="308"/>
                </a:lnTo>
                <a:lnTo>
                  <a:pt x="2" y="284"/>
                </a:lnTo>
                <a:lnTo>
                  <a:pt x="0" y="257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86" name="Rectangle 190"/>
          <p:cNvSpPr>
            <a:spLocks noChangeArrowheads="1"/>
          </p:cNvSpPr>
          <p:nvPr/>
        </p:nvSpPr>
        <p:spPr bwMode="auto">
          <a:xfrm>
            <a:off x="5390714" y="4625635"/>
            <a:ext cx="59312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700" b="1">
                <a:solidFill>
                  <a:srgbClr val="000000"/>
                </a:solidFill>
                <a:latin typeface="돋움" pitchFamily="50" charset="-127"/>
                <a:ea typeface="돋움" pitchFamily="50" charset="-127"/>
              </a:rPr>
              <a:t>R</a:t>
            </a:r>
            <a:endParaRPr lang="en-US" altLang="ko-KR"/>
          </a:p>
        </p:txBody>
      </p:sp>
      <p:sp>
        <p:nvSpPr>
          <p:cNvPr id="187" name="Rectangle 191"/>
          <p:cNvSpPr>
            <a:spLocks noChangeArrowheads="1"/>
          </p:cNvSpPr>
          <p:nvPr/>
        </p:nvSpPr>
        <p:spPr bwMode="auto">
          <a:xfrm>
            <a:off x="5452691" y="4625635"/>
            <a:ext cx="51296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700" b="1">
                <a:solidFill>
                  <a:srgbClr val="000000"/>
                </a:solidFill>
                <a:latin typeface="돋움" pitchFamily="50" charset="-127"/>
                <a:ea typeface="돋움" pitchFamily="50" charset="-127"/>
              </a:rPr>
              <a:t>1</a:t>
            </a:r>
            <a:endParaRPr lang="en-US" altLang="ko-KR"/>
          </a:p>
        </p:txBody>
      </p:sp>
      <p:sp>
        <p:nvSpPr>
          <p:cNvPr id="188" name="Line 192"/>
          <p:cNvSpPr>
            <a:spLocks noChangeShapeType="1"/>
          </p:cNvSpPr>
          <p:nvPr/>
        </p:nvSpPr>
        <p:spPr bwMode="auto">
          <a:xfrm>
            <a:off x="5453982" y="3778217"/>
            <a:ext cx="1424182" cy="0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89" name="Freeform 193"/>
          <p:cNvSpPr>
            <a:spLocks/>
          </p:cNvSpPr>
          <p:nvPr/>
        </p:nvSpPr>
        <p:spPr bwMode="auto">
          <a:xfrm>
            <a:off x="6734843" y="4490955"/>
            <a:ext cx="220793" cy="203809"/>
          </a:xfrm>
          <a:custGeom>
            <a:avLst/>
            <a:gdLst>
              <a:gd name="T0" fmla="*/ 279930 w 513"/>
              <a:gd name="T1" fmla="*/ 64684394 h 513"/>
              <a:gd name="T2" fmla="*/ 3360215 w 513"/>
              <a:gd name="T3" fmla="*/ 50403218 h 513"/>
              <a:gd name="T4" fmla="*/ 8680466 w 513"/>
              <a:gd name="T5" fmla="*/ 37802678 h 513"/>
              <a:gd name="T6" fmla="*/ 16241213 w 513"/>
              <a:gd name="T7" fmla="*/ 26321857 h 513"/>
              <a:gd name="T8" fmla="*/ 26321857 w 513"/>
              <a:gd name="T9" fmla="*/ 16521143 h 513"/>
              <a:gd name="T10" fmla="*/ 37802678 w 513"/>
              <a:gd name="T11" fmla="*/ 8960396 h 513"/>
              <a:gd name="T12" fmla="*/ 50403218 w 513"/>
              <a:gd name="T13" fmla="*/ 3360215 h 513"/>
              <a:gd name="T14" fmla="*/ 64124006 w 513"/>
              <a:gd name="T15" fmla="*/ 279930 h 513"/>
              <a:gd name="T16" fmla="*/ 78965041 w 513"/>
              <a:gd name="T17" fmla="*/ 279930 h 513"/>
              <a:gd name="T18" fmla="*/ 92966288 w 513"/>
              <a:gd name="T19" fmla="*/ 3360215 h 513"/>
              <a:gd name="T20" fmla="*/ 105846757 w 513"/>
              <a:gd name="T21" fmla="*/ 8960396 h 513"/>
              <a:gd name="T22" fmla="*/ 117327579 w 513"/>
              <a:gd name="T23" fmla="*/ 16521143 h 513"/>
              <a:gd name="T24" fmla="*/ 127128292 w 513"/>
              <a:gd name="T25" fmla="*/ 26321857 h 513"/>
              <a:gd name="T26" fmla="*/ 134689040 w 513"/>
              <a:gd name="T27" fmla="*/ 37802678 h 513"/>
              <a:gd name="T28" fmla="*/ 140289221 w 513"/>
              <a:gd name="T29" fmla="*/ 50403218 h 513"/>
              <a:gd name="T30" fmla="*/ 143369506 w 513"/>
              <a:gd name="T31" fmla="*/ 64684394 h 513"/>
              <a:gd name="T32" fmla="*/ 143649435 w 513"/>
              <a:gd name="T33" fmla="*/ 71964683 h 513"/>
              <a:gd name="T34" fmla="*/ 141969328 w 513"/>
              <a:gd name="T35" fmla="*/ 86245859 h 513"/>
              <a:gd name="T36" fmla="*/ 138049254 w 513"/>
              <a:gd name="T37" fmla="*/ 99686717 h 513"/>
              <a:gd name="T38" fmla="*/ 131048366 w 513"/>
              <a:gd name="T39" fmla="*/ 112287257 h 513"/>
              <a:gd name="T40" fmla="*/ 122647830 w 513"/>
              <a:gd name="T41" fmla="*/ 122647830 h 513"/>
              <a:gd name="T42" fmla="*/ 111727397 w 513"/>
              <a:gd name="T43" fmla="*/ 131608755 h 513"/>
              <a:gd name="T44" fmla="*/ 99686717 w 513"/>
              <a:gd name="T45" fmla="*/ 138049254 h 513"/>
              <a:gd name="T46" fmla="*/ 86245859 w 513"/>
              <a:gd name="T47" fmla="*/ 141969328 h 513"/>
              <a:gd name="T48" fmla="*/ 71684753 w 513"/>
              <a:gd name="T49" fmla="*/ 143649435 h 513"/>
              <a:gd name="T50" fmla="*/ 57403577 w 513"/>
              <a:gd name="T51" fmla="*/ 141969328 h 513"/>
              <a:gd name="T52" fmla="*/ 43962718 w 513"/>
              <a:gd name="T53" fmla="*/ 138049254 h 513"/>
              <a:gd name="T54" fmla="*/ 31642108 w 513"/>
              <a:gd name="T55" fmla="*/ 131608755 h 513"/>
              <a:gd name="T56" fmla="*/ 21001605 w 513"/>
              <a:gd name="T57" fmla="*/ 122647830 h 513"/>
              <a:gd name="T58" fmla="*/ 12320610 w 513"/>
              <a:gd name="T59" fmla="*/ 112287257 h 513"/>
              <a:gd name="T60" fmla="*/ 5600181 w 513"/>
              <a:gd name="T61" fmla="*/ 99686717 h 513"/>
              <a:gd name="T62" fmla="*/ 1680107 w 513"/>
              <a:gd name="T63" fmla="*/ 86245859 h 513"/>
              <a:gd name="T64" fmla="*/ 0 w 513"/>
              <a:gd name="T65" fmla="*/ 71964683 h 513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513"/>
              <a:gd name="T100" fmla="*/ 0 h 513"/>
              <a:gd name="T101" fmla="*/ 513 w 513"/>
              <a:gd name="T102" fmla="*/ 513 h 513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513" h="513">
                <a:moveTo>
                  <a:pt x="0" y="257"/>
                </a:moveTo>
                <a:lnTo>
                  <a:pt x="1" y="231"/>
                </a:lnTo>
                <a:lnTo>
                  <a:pt x="6" y="205"/>
                </a:lnTo>
                <a:lnTo>
                  <a:pt x="12" y="180"/>
                </a:lnTo>
                <a:lnTo>
                  <a:pt x="20" y="157"/>
                </a:lnTo>
                <a:lnTo>
                  <a:pt x="31" y="135"/>
                </a:lnTo>
                <a:lnTo>
                  <a:pt x="44" y="114"/>
                </a:lnTo>
                <a:lnTo>
                  <a:pt x="58" y="94"/>
                </a:lnTo>
                <a:lnTo>
                  <a:pt x="75" y="75"/>
                </a:lnTo>
                <a:lnTo>
                  <a:pt x="94" y="59"/>
                </a:lnTo>
                <a:lnTo>
                  <a:pt x="113" y="45"/>
                </a:lnTo>
                <a:lnTo>
                  <a:pt x="135" y="32"/>
                </a:lnTo>
                <a:lnTo>
                  <a:pt x="157" y="20"/>
                </a:lnTo>
                <a:lnTo>
                  <a:pt x="180" y="12"/>
                </a:lnTo>
                <a:lnTo>
                  <a:pt x="205" y="6"/>
                </a:lnTo>
                <a:lnTo>
                  <a:pt x="229" y="1"/>
                </a:lnTo>
                <a:lnTo>
                  <a:pt x="256" y="0"/>
                </a:lnTo>
                <a:lnTo>
                  <a:pt x="282" y="1"/>
                </a:lnTo>
                <a:lnTo>
                  <a:pt x="308" y="6"/>
                </a:lnTo>
                <a:lnTo>
                  <a:pt x="332" y="12"/>
                </a:lnTo>
                <a:lnTo>
                  <a:pt x="356" y="20"/>
                </a:lnTo>
                <a:lnTo>
                  <a:pt x="378" y="32"/>
                </a:lnTo>
                <a:lnTo>
                  <a:pt x="399" y="45"/>
                </a:lnTo>
                <a:lnTo>
                  <a:pt x="419" y="59"/>
                </a:lnTo>
                <a:lnTo>
                  <a:pt x="438" y="75"/>
                </a:lnTo>
                <a:lnTo>
                  <a:pt x="454" y="94"/>
                </a:lnTo>
                <a:lnTo>
                  <a:pt x="468" y="114"/>
                </a:lnTo>
                <a:lnTo>
                  <a:pt x="481" y="135"/>
                </a:lnTo>
                <a:lnTo>
                  <a:pt x="493" y="157"/>
                </a:lnTo>
                <a:lnTo>
                  <a:pt x="501" y="180"/>
                </a:lnTo>
                <a:lnTo>
                  <a:pt x="507" y="205"/>
                </a:lnTo>
                <a:lnTo>
                  <a:pt x="512" y="231"/>
                </a:lnTo>
                <a:lnTo>
                  <a:pt x="513" y="257"/>
                </a:lnTo>
                <a:lnTo>
                  <a:pt x="512" y="284"/>
                </a:lnTo>
                <a:lnTo>
                  <a:pt x="507" y="308"/>
                </a:lnTo>
                <a:lnTo>
                  <a:pt x="501" y="333"/>
                </a:lnTo>
                <a:lnTo>
                  <a:pt x="493" y="356"/>
                </a:lnTo>
                <a:lnTo>
                  <a:pt x="481" y="380"/>
                </a:lnTo>
                <a:lnTo>
                  <a:pt x="468" y="401"/>
                </a:lnTo>
                <a:lnTo>
                  <a:pt x="454" y="419"/>
                </a:lnTo>
                <a:lnTo>
                  <a:pt x="438" y="438"/>
                </a:lnTo>
                <a:lnTo>
                  <a:pt x="419" y="455"/>
                </a:lnTo>
                <a:lnTo>
                  <a:pt x="399" y="470"/>
                </a:lnTo>
                <a:lnTo>
                  <a:pt x="378" y="482"/>
                </a:lnTo>
                <a:lnTo>
                  <a:pt x="356" y="493"/>
                </a:lnTo>
                <a:lnTo>
                  <a:pt x="332" y="501"/>
                </a:lnTo>
                <a:lnTo>
                  <a:pt x="308" y="507"/>
                </a:lnTo>
                <a:lnTo>
                  <a:pt x="282" y="512"/>
                </a:lnTo>
                <a:lnTo>
                  <a:pt x="256" y="513"/>
                </a:lnTo>
                <a:lnTo>
                  <a:pt x="229" y="512"/>
                </a:lnTo>
                <a:lnTo>
                  <a:pt x="205" y="507"/>
                </a:lnTo>
                <a:lnTo>
                  <a:pt x="180" y="501"/>
                </a:lnTo>
                <a:lnTo>
                  <a:pt x="157" y="493"/>
                </a:lnTo>
                <a:lnTo>
                  <a:pt x="135" y="482"/>
                </a:lnTo>
                <a:lnTo>
                  <a:pt x="113" y="470"/>
                </a:lnTo>
                <a:lnTo>
                  <a:pt x="94" y="455"/>
                </a:lnTo>
                <a:lnTo>
                  <a:pt x="75" y="438"/>
                </a:lnTo>
                <a:lnTo>
                  <a:pt x="58" y="419"/>
                </a:lnTo>
                <a:lnTo>
                  <a:pt x="44" y="401"/>
                </a:lnTo>
                <a:lnTo>
                  <a:pt x="31" y="380"/>
                </a:lnTo>
                <a:lnTo>
                  <a:pt x="20" y="356"/>
                </a:lnTo>
                <a:lnTo>
                  <a:pt x="12" y="333"/>
                </a:lnTo>
                <a:lnTo>
                  <a:pt x="6" y="308"/>
                </a:lnTo>
                <a:lnTo>
                  <a:pt x="1" y="284"/>
                </a:lnTo>
                <a:lnTo>
                  <a:pt x="0" y="257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90" name="Freeform 194"/>
          <p:cNvSpPr>
            <a:spLocks/>
          </p:cNvSpPr>
          <p:nvPr/>
        </p:nvSpPr>
        <p:spPr bwMode="auto">
          <a:xfrm>
            <a:off x="6734843" y="4490955"/>
            <a:ext cx="220793" cy="203809"/>
          </a:xfrm>
          <a:custGeom>
            <a:avLst/>
            <a:gdLst>
              <a:gd name="T0" fmla="*/ 279930 w 513"/>
              <a:gd name="T1" fmla="*/ 64684394 h 513"/>
              <a:gd name="T2" fmla="*/ 3360215 w 513"/>
              <a:gd name="T3" fmla="*/ 50403218 h 513"/>
              <a:gd name="T4" fmla="*/ 8680466 w 513"/>
              <a:gd name="T5" fmla="*/ 37802678 h 513"/>
              <a:gd name="T6" fmla="*/ 16241213 w 513"/>
              <a:gd name="T7" fmla="*/ 26321857 h 513"/>
              <a:gd name="T8" fmla="*/ 26321857 w 513"/>
              <a:gd name="T9" fmla="*/ 16521143 h 513"/>
              <a:gd name="T10" fmla="*/ 37802678 w 513"/>
              <a:gd name="T11" fmla="*/ 8960396 h 513"/>
              <a:gd name="T12" fmla="*/ 50403218 w 513"/>
              <a:gd name="T13" fmla="*/ 3360215 h 513"/>
              <a:gd name="T14" fmla="*/ 64124006 w 513"/>
              <a:gd name="T15" fmla="*/ 279930 h 513"/>
              <a:gd name="T16" fmla="*/ 78965041 w 513"/>
              <a:gd name="T17" fmla="*/ 279930 h 513"/>
              <a:gd name="T18" fmla="*/ 92966288 w 513"/>
              <a:gd name="T19" fmla="*/ 3360215 h 513"/>
              <a:gd name="T20" fmla="*/ 105846757 w 513"/>
              <a:gd name="T21" fmla="*/ 8960396 h 513"/>
              <a:gd name="T22" fmla="*/ 117327579 w 513"/>
              <a:gd name="T23" fmla="*/ 16521143 h 513"/>
              <a:gd name="T24" fmla="*/ 127128292 w 513"/>
              <a:gd name="T25" fmla="*/ 26321857 h 513"/>
              <a:gd name="T26" fmla="*/ 134689040 w 513"/>
              <a:gd name="T27" fmla="*/ 37802678 h 513"/>
              <a:gd name="T28" fmla="*/ 140289221 w 513"/>
              <a:gd name="T29" fmla="*/ 50403218 h 513"/>
              <a:gd name="T30" fmla="*/ 143369506 w 513"/>
              <a:gd name="T31" fmla="*/ 64684394 h 513"/>
              <a:gd name="T32" fmla="*/ 143649435 w 513"/>
              <a:gd name="T33" fmla="*/ 71964683 h 513"/>
              <a:gd name="T34" fmla="*/ 141969328 w 513"/>
              <a:gd name="T35" fmla="*/ 86245859 h 513"/>
              <a:gd name="T36" fmla="*/ 138049254 w 513"/>
              <a:gd name="T37" fmla="*/ 99686717 h 513"/>
              <a:gd name="T38" fmla="*/ 131048366 w 513"/>
              <a:gd name="T39" fmla="*/ 112287257 h 513"/>
              <a:gd name="T40" fmla="*/ 122647830 w 513"/>
              <a:gd name="T41" fmla="*/ 122647830 h 513"/>
              <a:gd name="T42" fmla="*/ 111727397 w 513"/>
              <a:gd name="T43" fmla="*/ 131608755 h 513"/>
              <a:gd name="T44" fmla="*/ 99686717 w 513"/>
              <a:gd name="T45" fmla="*/ 138049254 h 513"/>
              <a:gd name="T46" fmla="*/ 86245859 w 513"/>
              <a:gd name="T47" fmla="*/ 141969328 h 513"/>
              <a:gd name="T48" fmla="*/ 71684753 w 513"/>
              <a:gd name="T49" fmla="*/ 143649435 h 513"/>
              <a:gd name="T50" fmla="*/ 57403577 w 513"/>
              <a:gd name="T51" fmla="*/ 141969328 h 513"/>
              <a:gd name="T52" fmla="*/ 43962718 w 513"/>
              <a:gd name="T53" fmla="*/ 138049254 h 513"/>
              <a:gd name="T54" fmla="*/ 31642108 w 513"/>
              <a:gd name="T55" fmla="*/ 131608755 h 513"/>
              <a:gd name="T56" fmla="*/ 21001605 w 513"/>
              <a:gd name="T57" fmla="*/ 122647830 h 513"/>
              <a:gd name="T58" fmla="*/ 12320610 w 513"/>
              <a:gd name="T59" fmla="*/ 112287257 h 513"/>
              <a:gd name="T60" fmla="*/ 5600181 w 513"/>
              <a:gd name="T61" fmla="*/ 99686717 h 513"/>
              <a:gd name="T62" fmla="*/ 1680107 w 513"/>
              <a:gd name="T63" fmla="*/ 86245859 h 513"/>
              <a:gd name="T64" fmla="*/ 0 w 513"/>
              <a:gd name="T65" fmla="*/ 71964683 h 513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513"/>
              <a:gd name="T100" fmla="*/ 0 h 513"/>
              <a:gd name="T101" fmla="*/ 513 w 513"/>
              <a:gd name="T102" fmla="*/ 513 h 513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513" h="513">
                <a:moveTo>
                  <a:pt x="0" y="257"/>
                </a:moveTo>
                <a:lnTo>
                  <a:pt x="1" y="231"/>
                </a:lnTo>
                <a:lnTo>
                  <a:pt x="6" y="205"/>
                </a:lnTo>
                <a:lnTo>
                  <a:pt x="12" y="180"/>
                </a:lnTo>
                <a:lnTo>
                  <a:pt x="20" y="157"/>
                </a:lnTo>
                <a:lnTo>
                  <a:pt x="31" y="135"/>
                </a:lnTo>
                <a:lnTo>
                  <a:pt x="44" y="114"/>
                </a:lnTo>
                <a:lnTo>
                  <a:pt x="58" y="94"/>
                </a:lnTo>
                <a:lnTo>
                  <a:pt x="75" y="75"/>
                </a:lnTo>
                <a:lnTo>
                  <a:pt x="94" y="59"/>
                </a:lnTo>
                <a:lnTo>
                  <a:pt x="113" y="45"/>
                </a:lnTo>
                <a:lnTo>
                  <a:pt x="135" y="32"/>
                </a:lnTo>
                <a:lnTo>
                  <a:pt x="157" y="20"/>
                </a:lnTo>
                <a:lnTo>
                  <a:pt x="180" y="12"/>
                </a:lnTo>
                <a:lnTo>
                  <a:pt x="205" y="6"/>
                </a:lnTo>
                <a:lnTo>
                  <a:pt x="229" y="1"/>
                </a:lnTo>
                <a:lnTo>
                  <a:pt x="256" y="0"/>
                </a:lnTo>
                <a:lnTo>
                  <a:pt x="282" y="1"/>
                </a:lnTo>
                <a:lnTo>
                  <a:pt x="308" y="6"/>
                </a:lnTo>
                <a:lnTo>
                  <a:pt x="332" y="12"/>
                </a:lnTo>
                <a:lnTo>
                  <a:pt x="356" y="20"/>
                </a:lnTo>
                <a:lnTo>
                  <a:pt x="378" y="32"/>
                </a:lnTo>
                <a:lnTo>
                  <a:pt x="399" y="45"/>
                </a:lnTo>
                <a:lnTo>
                  <a:pt x="419" y="59"/>
                </a:lnTo>
                <a:lnTo>
                  <a:pt x="438" y="75"/>
                </a:lnTo>
                <a:lnTo>
                  <a:pt x="454" y="94"/>
                </a:lnTo>
                <a:lnTo>
                  <a:pt x="468" y="114"/>
                </a:lnTo>
                <a:lnTo>
                  <a:pt x="481" y="135"/>
                </a:lnTo>
                <a:lnTo>
                  <a:pt x="493" y="157"/>
                </a:lnTo>
                <a:lnTo>
                  <a:pt x="501" y="180"/>
                </a:lnTo>
                <a:lnTo>
                  <a:pt x="507" y="205"/>
                </a:lnTo>
                <a:lnTo>
                  <a:pt x="512" y="231"/>
                </a:lnTo>
                <a:lnTo>
                  <a:pt x="513" y="257"/>
                </a:lnTo>
                <a:lnTo>
                  <a:pt x="512" y="284"/>
                </a:lnTo>
                <a:lnTo>
                  <a:pt x="507" y="308"/>
                </a:lnTo>
                <a:lnTo>
                  <a:pt x="501" y="333"/>
                </a:lnTo>
                <a:lnTo>
                  <a:pt x="493" y="356"/>
                </a:lnTo>
                <a:lnTo>
                  <a:pt x="481" y="380"/>
                </a:lnTo>
                <a:lnTo>
                  <a:pt x="468" y="401"/>
                </a:lnTo>
                <a:lnTo>
                  <a:pt x="454" y="419"/>
                </a:lnTo>
                <a:lnTo>
                  <a:pt x="438" y="438"/>
                </a:lnTo>
                <a:lnTo>
                  <a:pt x="419" y="455"/>
                </a:lnTo>
                <a:lnTo>
                  <a:pt x="399" y="470"/>
                </a:lnTo>
                <a:lnTo>
                  <a:pt x="378" y="482"/>
                </a:lnTo>
                <a:lnTo>
                  <a:pt x="356" y="493"/>
                </a:lnTo>
                <a:lnTo>
                  <a:pt x="332" y="501"/>
                </a:lnTo>
                <a:lnTo>
                  <a:pt x="308" y="507"/>
                </a:lnTo>
                <a:lnTo>
                  <a:pt x="282" y="512"/>
                </a:lnTo>
                <a:lnTo>
                  <a:pt x="256" y="513"/>
                </a:lnTo>
                <a:lnTo>
                  <a:pt x="229" y="512"/>
                </a:lnTo>
                <a:lnTo>
                  <a:pt x="205" y="507"/>
                </a:lnTo>
                <a:lnTo>
                  <a:pt x="180" y="501"/>
                </a:lnTo>
                <a:lnTo>
                  <a:pt x="157" y="493"/>
                </a:lnTo>
                <a:lnTo>
                  <a:pt x="135" y="482"/>
                </a:lnTo>
                <a:lnTo>
                  <a:pt x="113" y="470"/>
                </a:lnTo>
                <a:lnTo>
                  <a:pt x="94" y="455"/>
                </a:lnTo>
                <a:lnTo>
                  <a:pt x="75" y="438"/>
                </a:lnTo>
                <a:lnTo>
                  <a:pt x="58" y="419"/>
                </a:lnTo>
                <a:lnTo>
                  <a:pt x="44" y="401"/>
                </a:lnTo>
                <a:lnTo>
                  <a:pt x="31" y="380"/>
                </a:lnTo>
                <a:lnTo>
                  <a:pt x="20" y="356"/>
                </a:lnTo>
                <a:lnTo>
                  <a:pt x="12" y="333"/>
                </a:lnTo>
                <a:lnTo>
                  <a:pt x="6" y="308"/>
                </a:lnTo>
                <a:lnTo>
                  <a:pt x="1" y="284"/>
                </a:lnTo>
                <a:lnTo>
                  <a:pt x="0" y="257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91" name="Rectangle 195"/>
          <p:cNvSpPr>
            <a:spLocks noChangeArrowheads="1"/>
          </p:cNvSpPr>
          <p:nvPr/>
        </p:nvSpPr>
        <p:spPr bwMode="auto">
          <a:xfrm>
            <a:off x="6787780" y="4544588"/>
            <a:ext cx="110608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700" b="1">
                <a:solidFill>
                  <a:srgbClr val="000000"/>
                </a:solidFill>
                <a:latin typeface="돋움" pitchFamily="50" charset="-127"/>
                <a:ea typeface="돋움" pitchFamily="50" charset="-127"/>
              </a:rPr>
              <a:t>Ra</a:t>
            </a:r>
            <a:endParaRPr lang="en-US" altLang="ko-KR"/>
          </a:p>
        </p:txBody>
      </p:sp>
      <p:sp>
        <p:nvSpPr>
          <p:cNvPr id="192" name="Line 196"/>
          <p:cNvSpPr>
            <a:spLocks noChangeShapeType="1"/>
          </p:cNvSpPr>
          <p:nvPr/>
        </p:nvSpPr>
        <p:spPr bwMode="auto">
          <a:xfrm>
            <a:off x="7441121" y="3987986"/>
            <a:ext cx="0" cy="502968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93" name="Rectangle 197"/>
          <p:cNvSpPr>
            <a:spLocks noChangeArrowheads="1"/>
          </p:cNvSpPr>
          <p:nvPr/>
        </p:nvSpPr>
        <p:spPr bwMode="auto">
          <a:xfrm>
            <a:off x="6565695" y="3575600"/>
            <a:ext cx="1212426" cy="406427"/>
          </a:xfrm>
          <a:prstGeom prst="rect">
            <a:avLst/>
          </a:prstGeom>
          <a:solidFill>
            <a:srgbClr val="EEF2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94" name="Rectangle 198"/>
          <p:cNvSpPr>
            <a:spLocks noChangeArrowheads="1"/>
          </p:cNvSpPr>
          <p:nvPr/>
        </p:nvSpPr>
        <p:spPr bwMode="auto">
          <a:xfrm>
            <a:off x="6565695" y="3575600"/>
            <a:ext cx="1212426" cy="406427"/>
          </a:xfrm>
          <a:prstGeom prst="rect">
            <a:avLst/>
          </a:prstGeom>
          <a:noFill/>
          <a:ln w="63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95" name="Rectangle 199"/>
          <p:cNvSpPr>
            <a:spLocks noChangeArrowheads="1"/>
          </p:cNvSpPr>
          <p:nvPr/>
        </p:nvSpPr>
        <p:spPr bwMode="auto">
          <a:xfrm>
            <a:off x="7026651" y="3628043"/>
            <a:ext cx="291747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1100">
                <a:solidFill>
                  <a:srgbClr val="000000"/>
                </a:solidFill>
                <a:latin typeface="돋움" pitchFamily="50" charset="-127"/>
                <a:ea typeface="돋움" pitchFamily="50" charset="-127"/>
              </a:rPr>
              <a:t>CRB</a:t>
            </a:r>
            <a:endParaRPr lang="en-US" altLang="ko-KR"/>
          </a:p>
        </p:txBody>
      </p:sp>
      <p:sp>
        <p:nvSpPr>
          <p:cNvPr id="196" name="Rectangle 200"/>
          <p:cNvSpPr>
            <a:spLocks noChangeArrowheads="1"/>
          </p:cNvSpPr>
          <p:nvPr/>
        </p:nvSpPr>
        <p:spPr bwMode="auto">
          <a:xfrm>
            <a:off x="7030523" y="3784178"/>
            <a:ext cx="286938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1100">
                <a:solidFill>
                  <a:srgbClr val="000000"/>
                </a:solidFill>
                <a:latin typeface="돋움" pitchFamily="50" charset="-127"/>
                <a:ea typeface="돋움" pitchFamily="50" charset="-127"/>
              </a:rPr>
              <a:t>PAC</a:t>
            </a:r>
            <a:endParaRPr lang="en-US" altLang="ko-KR"/>
          </a:p>
        </p:txBody>
      </p:sp>
      <p:sp>
        <p:nvSpPr>
          <p:cNvPr id="197" name="Freeform 201"/>
          <p:cNvSpPr>
            <a:spLocks noEditPoints="1"/>
          </p:cNvSpPr>
          <p:nvPr/>
        </p:nvSpPr>
        <p:spPr bwMode="auto">
          <a:xfrm>
            <a:off x="6844592" y="4693572"/>
            <a:ext cx="2583" cy="730614"/>
          </a:xfrm>
          <a:custGeom>
            <a:avLst/>
            <a:gdLst>
              <a:gd name="T0" fmla="*/ 806450 w 5"/>
              <a:gd name="T1" fmla="*/ 19363168 h 1837"/>
              <a:gd name="T2" fmla="*/ 0 w 5"/>
              <a:gd name="T3" fmla="*/ 280764 h 1837"/>
              <a:gd name="T4" fmla="*/ 2016125 w 5"/>
              <a:gd name="T5" fmla="*/ 560998 h 1837"/>
              <a:gd name="T6" fmla="*/ 806450 w 5"/>
              <a:gd name="T7" fmla="*/ 48548832 h 1837"/>
              <a:gd name="T8" fmla="*/ 0 w 5"/>
              <a:gd name="T9" fmla="*/ 29185134 h 1837"/>
              <a:gd name="T10" fmla="*/ 2016125 w 5"/>
              <a:gd name="T11" fmla="*/ 29746662 h 1837"/>
              <a:gd name="T12" fmla="*/ 806450 w 5"/>
              <a:gd name="T13" fmla="*/ 77733967 h 1837"/>
              <a:gd name="T14" fmla="*/ 0 w 5"/>
              <a:gd name="T15" fmla="*/ 58370798 h 1837"/>
              <a:gd name="T16" fmla="*/ 2016125 w 5"/>
              <a:gd name="T17" fmla="*/ 59212560 h 1837"/>
              <a:gd name="T18" fmla="*/ 806450 w 5"/>
              <a:gd name="T19" fmla="*/ 107199865 h 1837"/>
              <a:gd name="T20" fmla="*/ 0 w 5"/>
              <a:gd name="T21" fmla="*/ 87836697 h 1837"/>
              <a:gd name="T22" fmla="*/ 2016125 w 5"/>
              <a:gd name="T23" fmla="*/ 88397695 h 1837"/>
              <a:gd name="T24" fmla="*/ 806450 w 5"/>
              <a:gd name="T25" fmla="*/ 136384999 h 1837"/>
              <a:gd name="T26" fmla="*/ 0 w 5"/>
              <a:gd name="T27" fmla="*/ 117021831 h 1837"/>
              <a:gd name="T28" fmla="*/ 2016125 w 5"/>
              <a:gd name="T29" fmla="*/ 117582829 h 1837"/>
              <a:gd name="T30" fmla="*/ 806450 w 5"/>
              <a:gd name="T31" fmla="*/ 165570134 h 1837"/>
              <a:gd name="T32" fmla="*/ 0 w 5"/>
              <a:gd name="T33" fmla="*/ 146206965 h 1837"/>
              <a:gd name="T34" fmla="*/ 2016125 w 5"/>
              <a:gd name="T35" fmla="*/ 146487729 h 1837"/>
              <a:gd name="T36" fmla="*/ 806450 w 5"/>
              <a:gd name="T37" fmla="*/ 194755798 h 1837"/>
              <a:gd name="T38" fmla="*/ 0 w 5"/>
              <a:gd name="T39" fmla="*/ 175392100 h 1837"/>
              <a:gd name="T40" fmla="*/ 2016125 w 5"/>
              <a:gd name="T41" fmla="*/ 175953627 h 1837"/>
              <a:gd name="T42" fmla="*/ 806450 w 5"/>
              <a:gd name="T43" fmla="*/ 224221696 h 1837"/>
              <a:gd name="T44" fmla="*/ 0 w 5"/>
              <a:gd name="T45" fmla="*/ 204857998 h 1837"/>
              <a:gd name="T46" fmla="*/ 2016125 w 5"/>
              <a:gd name="T47" fmla="*/ 205138762 h 1837"/>
              <a:gd name="T48" fmla="*/ 806450 w 5"/>
              <a:gd name="T49" fmla="*/ 253126067 h 1837"/>
              <a:gd name="T50" fmla="*/ 0 w 5"/>
              <a:gd name="T51" fmla="*/ 234043662 h 1837"/>
              <a:gd name="T52" fmla="*/ 2016125 w 5"/>
              <a:gd name="T53" fmla="*/ 234323896 h 1837"/>
              <a:gd name="T54" fmla="*/ 806450 w 5"/>
              <a:gd name="T55" fmla="*/ 282311731 h 1837"/>
              <a:gd name="T56" fmla="*/ 0 w 5"/>
              <a:gd name="T57" fmla="*/ 263228796 h 1837"/>
              <a:gd name="T58" fmla="*/ 2016125 w 5"/>
              <a:gd name="T59" fmla="*/ 263509560 h 1837"/>
              <a:gd name="T60" fmla="*/ 806450 w 5"/>
              <a:gd name="T61" fmla="*/ 311496865 h 1837"/>
              <a:gd name="T62" fmla="*/ 0 w 5"/>
              <a:gd name="T63" fmla="*/ 292413931 h 1837"/>
              <a:gd name="T64" fmla="*/ 2016125 w 5"/>
              <a:gd name="T65" fmla="*/ 292975458 h 1837"/>
              <a:gd name="T66" fmla="*/ 806450 w 5"/>
              <a:gd name="T67" fmla="*/ 340962763 h 1837"/>
              <a:gd name="T68" fmla="*/ 0 w 5"/>
              <a:gd name="T69" fmla="*/ 321599595 h 1837"/>
              <a:gd name="T70" fmla="*/ 2016125 w 5"/>
              <a:gd name="T71" fmla="*/ 322160593 h 1837"/>
              <a:gd name="T72" fmla="*/ 806450 w 5"/>
              <a:gd name="T73" fmla="*/ 370147898 h 1837"/>
              <a:gd name="T74" fmla="*/ 0 w 5"/>
              <a:gd name="T75" fmla="*/ 350784729 h 1837"/>
              <a:gd name="T76" fmla="*/ 2016125 w 5"/>
              <a:gd name="T77" fmla="*/ 351345727 h 1837"/>
              <a:gd name="T78" fmla="*/ 806450 w 5"/>
              <a:gd name="T79" fmla="*/ 399333032 h 1837"/>
              <a:gd name="T80" fmla="*/ 0 w 5"/>
              <a:gd name="T81" fmla="*/ 379969864 h 1837"/>
              <a:gd name="T82" fmla="*/ 2016125 w 5"/>
              <a:gd name="T83" fmla="*/ 380531391 h 1837"/>
              <a:gd name="T84" fmla="*/ 806450 w 5"/>
              <a:gd name="T85" fmla="*/ 428518696 h 1837"/>
              <a:gd name="T86" fmla="*/ 0 w 5"/>
              <a:gd name="T87" fmla="*/ 409154998 h 1837"/>
              <a:gd name="T88" fmla="*/ 2016125 w 5"/>
              <a:gd name="T89" fmla="*/ 409435762 h 1837"/>
              <a:gd name="T90" fmla="*/ 806450 w 5"/>
              <a:gd name="T91" fmla="*/ 457984594 h 1837"/>
              <a:gd name="T92" fmla="*/ 0 w 5"/>
              <a:gd name="T93" fmla="*/ 438620896 h 1837"/>
              <a:gd name="T94" fmla="*/ 2016125 w 5"/>
              <a:gd name="T95" fmla="*/ 438901660 h 1837"/>
              <a:gd name="T96" fmla="*/ 806450 w 5"/>
              <a:gd name="T97" fmla="*/ 487169729 h 1837"/>
              <a:gd name="T98" fmla="*/ 0 w 5"/>
              <a:gd name="T99" fmla="*/ 467806560 h 1837"/>
              <a:gd name="T100" fmla="*/ 2016125 w 5"/>
              <a:gd name="T101" fmla="*/ 468086794 h 1837"/>
              <a:gd name="T102" fmla="*/ 806450 w 5"/>
              <a:gd name="T103" fmla="*/ 515513101 h 1837"/>
              <a:gd name="T104" fmla="*/ 0 w 5"/>
              <a:gd name="T105" fmla="*/ 496991695 h 1837"/>
              <a:gd name="T106" fmla="*/ 2016125 w 5"/>
              <a:gd name="T107" fmla="*/ 497272459 h 1837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w 5"/>
              <a:gd name="T163" fmla="*/ 0 h 1837"/>
              <a:gd name="T164" fmla="*/ 5 w 5"/>
              <a:gd name="T165" fmla="*/ 1837 h 1837"/>
            </a:gdLst>
            <a:ahLst/>
            <a:cxnLst>
              <a:cxn ang="T108">
                <a:pos x="T0" y="T1"/>
              </a:cxn>
              <a:cxn ang="T109">
                <a:pos x="T2" y="T3"/>
              </a:cxn>
              <a:cxn ang="T110">
                <a:pos x="T4" y="T5"/>
              </a:cxn>
              <a:cxn ang="T111">
                <a:pos x="T6" y="T7"/>
              </a:cxn>
              <a:cxn ang="T112">
                <a:pos x="T8" y="T9"/>
              </a:cxn>
              <a:cxn ang="T113">
                <a:pos x="T10" y="T11"/>
              </a:cxn>
              <a:cxn ang="T114">
                <a:pos x="T12" y="T13"/>
              </a:cxn>
              <a:cxn ang="T115">
                <a:pos x="T14" y="T15"/>
              </a:cxn>
              <a:cxn ang="T116">
                <a:pos x="T16" y="T17"/>
              </a:cxn>
              <a:cxn ang="T117">
                <a:pos x="T18" y="T19"/>
              </a:cxn>
              <a:cxn ang="T118">
                <a:pos x="T20" y="T21"/>
              </a:cxn>
              <a:cxn ang="T119">
                <a:pos x="T22" y="T23"/>
              </a:cxn>
              <a:cxn ang="T120">
                <a:pos x="T24" y="T25"/>
              </a:cxn>
              <a:cxn ang="T121">
                <a:pos x="T26" y="T27"/>
              </a:cxn>
              <a:cxn ang="T122">
                <a:pos x="T28" y="T29"/>
              </a:cxn>
              <a:cxn ang="T123">
                <a:pos x="T30" y="T31"/>
              </a:cxn>
              <a:cxn ang="T124">
                <a:pos x="T32" y="T33"/>
              </a:cxn>
              <a:cxn ang="T125">
                <a:pos x="T34" y="T35"/>
              </a:cxn>
              <a:cxn ang="T126">
                <a:pos x="T36" y="T37"/>
              </a:cxn>
              <a:cxn ang="T127">
                <a:pos x="T38" y="T39"/>
              </a:cxn>
              <a:cxn ang="T128">
                <a:pos x="T40" y="T41"/>
              </a:cxn>
              <a:cxn ang="T129">
                <a:pos x="T42" y="T43"/>
              </a:cxn>
              <a:cxn ang="T130">
                <a:pos x="T44" y="T45"/>
              </a:cxn>
              <a:cxn ang="T131">
                <a:pos x="T46" y="T47"/>
              </a:cxn>
              <a:cxn ang="T132">
                <a:pos x="T48" y="T49"/>
              </a:cxn>
              <a:cxn ang="T133">
                <a:pos x="T50" y="T51"/>
              </a:cxn>
              <a:cxn ang="T134">
                <a:pos x="T52" y="T53"/>
              </a:cxn>
              <a:cxn ang="T135">
                <a:pos x="T54" y="T55"/>
              </a:cxn>
              <a:cxn ang="T136">
                <a:pos x="T56" y="T57"/>
              </a:cxn>
              <a:cxn ang="T137">
                <a:pos x="T58" y="T59"/>
              </a:cxn>
              <a:cxn ang="T138">
                <a:pos x="T60" y="T61"/>
              </a:cxn>
              <a:cxn ang="T139">
                <a:pos x="T62" y="T63"/>
              </a:cxn>
              <a:cxn ang="T140">
                <a:pos x="T64" y="T65"/>
              </a:cxn>
              <a:cxn ang="T141">
                <a:pos x="T66" y="T67"/>
              </a:cxn>
              <a:cxn ang="T142">
                <a:pos x="T68" y="T69"/>
              </a:cxn>
              <a:cxn ang="T143">
                <a:pos x="T70" y="T71"/>
              </a:cxn>
              <a:cxn ang="T144">
                <a:pos x="T72" y="T73"/>
              </a:cxn>
              <a:cxn ang="T145">
                <a:pos x="T74" y="T75"/>
              </a:cxn>
              <a:cxn ang="T146">
                <a:pos x="T76" y="T77"/>
              </a:cxn>
              <a:cxn ang="T147">
                <a:pos x="T78" y="T79"/>
              </a:cxn>
              <a:cxn ang="T148">
                <a:pos x="T80" y="T81"/>
              </a:cxn>
              <a:cxn ang="T149">
                <a:pos x="T82" y="T83"/>
              </a:cxn>
              <a:cxn ang="T150">
                <a:pos x="T84" y="T85"/>
              </a:cxn>
              <a:cxn ang="T151">
                <a:pos x="T86" y="T87"/>
              </a:cxn>
              <a:cxn ang="T152">
                <a:pos x="T88" y="T89"/>
              </a:cxn>
              <a:cxn ang="T153">
                <a:pos x="T90" y="T91"/>
              </a:cxn>
              <a:cxn ang="T154">
                <a:pos x="T92" y="T93"/>
              </a:cxn>
              <a:cxn ang="T155">
                <a:pos x="T94" y="T95"/>
              </a:cxn>
              <a:cxn ang="T156">
                <a:pos x="T96" y="T97"/>
              </a:cxn>
              <a:cxn ang="T157">
                <a:pos x="T98" y="T99"/>
              </a:cxn>
              <a:cxn ang="T158">
                <a:pos x="T100" y="T101"/>
              </a:cxn>
              <a:cxn ang="T159">
                <a:pos x="T102" y="T103"/>
              </a:cxn>
              <a:cxn ang="T160">
                <a:pos x="T104" y="T105"/>
              </a:cxn>
              <a:cxn ang="T161">
                <a:pos x="T106" y="T107"/>
              </a:cxn>
            </a:cxnLst>
            <a:rect l="T162" t="T163" r="T164" b="T165"/>
            <a:pathLst>
              <a:path w="5" h="1837">
                <a:moveTo>
                  <a:pt x="5" y="2"/>
                </a:moveTo>
                <a:lnTo>
                  <a:pt x="5" y="68"/>
                </a:lnTo>
                <a:lnTo>
                  <a:pt x="4" y="69"/>
                </a:lnTo>
                <a:lnTo>
                  <a:pt x="2" y="69"/>
                </a:lnTo>
                <a:lnTo>
                  <a:pt x="0" y="69"/>
                </a:lnTo>
                <a:lnTo>
                  <a:pt x="0" y="68"/>
                </a:lnTo>
                <a:lnTo>
                  <a:pt x="0" y="2"/>
                </a:lnTo>
                <a:lnTo>
                  <a:pt x="0" y="1"/>
                </a:lnTo>
                <a:lnTo>
                  <a:pt x="2" y="0"/>
                </a:lnTo>
                <a:lnTo>
                  <a:pt x="4" y="1"/>
                </a:lnTo>
                <a:lnTo>
                  <a:pt x="5" y="2"/>
                </a:lnTo>
                <a:close/>
                <a:moveTo>
                  <a:pt x="5" y="106"/>
                </a:moveTo>
                <a:lnTo>
                  <a:pt x="5" y="171"/>
                </a:lnTo>
                <a:lnTo>
                  <a:pt x="4" y="173"/>
                </a:lnTo>
                <a:lnTo>
                  <a:pt x="2" y="173"/>
                </a:lnTo>
                <a:lnTo>
                  <a:pt x="0" y="173"/>
                </a:lnTo>
                <a:lnTo>
                  <a:pt x="0" y="171"/>
                </a:lnTo>
                <a:lnTo>
                  <a:pt x="0" y="106"/>
                </a:lnTo>
                <a:lnTo>
                  <a:pt x="0" y="104"/>
                </a:lnTo>
                <a:lnTo>
                  <a:pt x="2" y="104"/>
                </a:lnTo>
                <a:lnTo>
                  <a:pt x="4" y="104"/>
                </a:lnTo>
                <a:lnTo>
                  <a:pt x="5" y="106"/>
                </a:lnTo>
                <a:close/>
                <a:moveTo>
                  <a:pt x="5" y="211"/>
                </a:moveTo>
                <a:lnTo>
                  <a:pt x="5" y="275"/>
                </a:lnTo>
                <a:lnTo>
                  <a:pt x="4" y="277"/>
                </a:lnTo>
                <a:lnTo>
                  <a:pt x="2" y="277"/>
                </a:lnTo>
                <a:lnTo>
                  <a:pt x="0" y="277"/>
                </a:lnTo>
                <a:lnTo>
                  <a:pt x="0" y="275"/>
                </a:lnTo>
                <a:lnTo>
                  <a:pt x="0" y="211"/>
                </a:lnTo>
                <a:lnTo>
                  <a:pt x="0" y="208"/>
                </a:lnTo>
                <a:lnTo>
                  <a:pt x="2" y="208"/>
                </a:lnTo>
                <a:lnTo>
                  <a:pt x="4" y="208"/>
                </a:lnTo>
                <a:lnTo>
                  <a:pt x="5" y="211"/>
                </a:lnTo>
                <a:close/>
                <a:moveTo>
                  <a:pt x="5" y="315"/>
                </a:moveTo>
                <a:lnTo>
                  <a:pt x="5" y="379"/>
                </a:lnTo>
                <a:lnTo>
                  <a:pt x="4" y="382"/>
                </a:lnTo>
                <a:lnTo>
                  <a:pt x="2" y="382"/>
                </a:lnTo>
                <a:lnTo>
                  <a:pt x="0" y="382"/>
                </a:lnTo>
                <a:lnTo>
                  <a:pt x="0" y="379"/>
                </a:lnTo>
                <a:lnTo>
                  <a:pt x="0" y="315"/>
                </a:lnTo>
                <a:lnTo>
                  <a:pt x="0" y="313"/>
                </a:lnTo>
                <a:lnTo>
                  <a:pt x="2" y="313"/>
                </a:lnTo>
                <a:lnTo>
                  <a:pt x="4" y="313"/>
                </a:lnTo>
                <a:lnTo>
                  <a:pt x="5" y="315"/>
                </a:lnTo>
                <a:close/>
                <a:moveTo>
                  <a:pt x="5" y="419"/>
                </a:moveTo>
                <a:lnTo>
                  <a:pt x="5" y="484"/>
                </a:lnTo>
                <a:lnTo>
                  <a:pt x="4" y="485"/>
                </a:lnTo>
                <a:lnTo>
                  <a:pt x="2" y="486"/>
                </a:lnTo>
                <a:lnTo>
                  <a:pt x="0" y="485"/>
                </a:lnTo>
                <a:lnTo>
                  <a:pt x="0" y="484"/>
                </a:lnTo>
                <a:lnTo>
                  <a:pt x="0" y="419"/>
                </a:lnTo>
                <a:lnTo>
                  <a:pt x="0" y="417"/>
                </a:lnTo>
                <a:lnTo>
                  <a:pt x="2" y="417"/>
                </a:lnTo>
                <a:lnTo>
                  <a:pt x="4" y="417"/>
                </a:lnTo>
                <a:lnTo>
                  <a:pt x="5" y="419"/>
                </a:lnTo>
                <a:close/>
                <a:moveTo>
                  <a:pt x="5" y="522"/>
                </a:moveTo>
                <a:lnTo>
                  <a:pt x="5" y="588"/>
                </a:lnTo>
                <a:lnTo>
                  <a:pt x="4" y="589"/>
                </a:lnTo>
                <a:lnTo>
                  <a:pt x="2" y="590"/>
                </a:lnTo>
                <a:lnTo>
                  <a:pt x="0" y="589"/>
                </a:lnTo>
                <a:lnTo>
                  <a:pt x="0" y="588"/>
                </a:lnTo>
                <a:lnTo>
                  <a:pt x="0" y="522"/>
                </a:lnTo>
                <a:lnTo>
                  <a:pt x="0" y="521"/>
                </a:lnTo>
                <a:lnTo>
                  <a:pt x="2" y="521"/>
                </a:lnTo>
                <a:lnTo>
                  <a:pt x="4" y="521"/>
                </a:lnTo>
                <a:lnTo>
                  <a:pt x="5" y="522"/>
                </a:lnTo>
                <a:close/>
                <a:moveTo>
                  <a:pt x="5" y="627"/>
                </a:moveTo>
                <a:lnTo>
                  <a:pt x="5" y="692"/>
                </a:lnTo>
                <a:lnTo>
                  <a:pt x="4" y="693"/>
                </a:lnTo>
                <a:lnTo>
                  <a:pt x="2" y="694"/>
                </a:lnTo>
                <a:lnTo>
                  <a:pt x="0" y="693"/>
                </a:lnTo>
                <a:lnTo>
                  <a:pt x="0" y="692"/>
                </a:lnTo>
                <a:lnTo>
                  <a:pt x="0" y="627"/>
                </a:lnTo>
                <a:lnTo>
                  <a:pt x="0" y="625"/>
                </a:lnTo>
                <a:lnTo>
                  <a:pt x="2" y="624"/>
                </a:lnTo>
                <a:lnTo>
                  <a:pt x="4" y="625"/>
                </a:lnTo>
                <a:lnTo>
                  <a:pt x="5" y="627"/>
                </a:lnTo>
                <a:close/>
                <a:moveTo>
                  <a:pt x="5" y="731"/>
                </a:moveTo>
                <a:lnTo>
                  <a:pt x="5" y="796"/>
                </a:lnTo>
                <a:lnTo>
                  <a:pt x="4" y="798"/>
                </a:lnTo>
                <a:lnTo>
                  <a:pt x="2" y="799"/>
                </a:lnTo>
                <a:lnTo>
                  <a:pt x="0" y="798"/>
                </a:lnTo>
                <a:lnTo>
                  <a:pt x="0" y="796"/>
                </a:lnTo>
                <a:lnTo>
                  <a:pt x="0" y="731"/>
                </a:lnTo>
                <a:lnTo>
                  <a:pt x="0" y="730"/>
                </a:lnTo>
                <a:lnTo>
                  <a:pt x="2" y="728"/>
                </a:lnTo>
                <a:lnTo>
                  <a:pt x="4" y="730"/>
                </a:lnTo>
                <a:lnTo>
                  <a:pt x="5" y="731"/>
                </a:lnTo>
                <a:close/>
                <a:moveTo>
                  <a:pt x="5" y="835"/>
                </a:moveTo>
                <a:lnTo>
                  <a:pt x="5" y="901"/>
                </a:lnTo>
                <a:lnTo>
                  <a:pt x="4" y="902"/>
                </a:lnTo>
                <a:lnTo>
                  <a:pt x="2" y="902"/>
                </a:lnTo>
                <a:lnTo>
                  <a:pt x="0" y="902"/>
                </a:lnTo>
                <a:lnTo>
                  <a:pt x="0" y="901"/>
                </a:lnTo>
                <a:lnTo>
                  <a:pt x="0" y="835"/>
                </a:lnTo>
                <a:lnTo>
                  <a:pt x="0" y="834"/>
                </a:lnTo>
                <a:lnTo>
                  <a:pt x="2" y="833"/>
                </a:lnTo>
                <a:lnTo>
                  <a:pt x="4" y="834"/>
                </a:lnTo>
                <a:lnTo>
                  <a:pt x="5" y="835"/>
                </a:lnTo>
                <a:close/>
                <a:moveTo>
                  <a:pt x="5" y="939"/>
                </a:moveTo>
                <a:lnTo>
                  <a:pt x="5" y="1005"/>
                </a:lnTo>
                <a:lnTo>
                  <a:pt x="4" y="1006"/>
                </a:lnTo>
                <a:lnTo>
                  <a:pt x="2" y="1006"/>
                </a:lnTo>
                <a:lnTo>
                  <a:pt x="0" y="1006"/>
                </a:lnTo>
                <a:lnTo>
                  <a:pt x="0" y="1005"/>
                </a:lnTo>
                <a:lnTo>
                  <a:pt x="0" y="939"/>
                </a:lnTo>
                <a:lnTo>
                  <a:pt x="0" y="938"/>
                </a:lnTo>
                <a:lnTo>
                  <a:pt x="2" y="937"/>
                </a:lnTo>
                <a:lnTo>
                  <a:pt x="4" y="938"/>
                </a:lnTo>
                <a:lnTo>
                  <a:pt x="5" y="939"/>
                </a:lnTo>
                <a:close/>
                <a:moveTo>
                  <a:pt x="5" y="1044"/>
                </a:moveTo>
                <a:lnTo>
                  <a:pt x="5" y="1108"/>
                </a:lnTo>
                <a:lnTo>
                  <a:pt x="4" y="1110"/>
                </a:lnTo>
                <a:lnTo>
                  <a:pt x="2" y="1110"/>
                </a:lnTo>
                <a:lnTo>
                  <a:pt x="0" y="1110"/>
                </a:lnTo>
                <a:lnTo>
                  <a:pt x="0" y="1108"/>
                </a:lnTo>
                <a:lnTo>
                  <a:pt x="0" y="1044"/>
                </a:lnTo>
                <a:lnTo>
                  <a:pt x="0" y="1042"/>
                </a:lnTo>
                <a:lnTo>
                  <a:pt x="2" y="1041"/>
                </a:lnTo>
                <a:lnTo>
                  <a:pt x="4" y="1042"/>
                </a:lnTo>
                <a:lnTo>
                  <a:pt x="5" y="1044"/>
                </a:lnTo>
                <a:close/>
                <a:moveTo>
                  <a:pt x="5" y="1148"/>
                </a:moveTo>
                <a:lnTo>
                  <a:pt x="5" y="1212"/>
                </a:lnTo>
                <a:lnTo>
                  <a:pt x="4" y="1215"/>
                </a:lnTo>
                <a:lnTo>
                  <a:pt x="2" y="1215"/>
                </a:lnTo>
                <a:lnTo>
                  <a:pt x="0" y="1215"/>
                </a:lnTo>
                <a:lnTo>
                  <a:pt x="0" y="1212"/>
                </a:lnTo>
                <a:lnTo>
                  <a:pt x="0" y="1148"/>
                </a:lnTo>
                <a:lnTo>
                  <a:pt x="0" y="1146"/>
                </a:lnTo>
                <a:lnTo>
                  <a:pt x="2" y="1146"/>
                </a:lnTo>
                <a:lnTo>
                  <a:pt x="4" y="1146"/>
                </a:lnTo>
                <a:lnTo>
                  <a:pt x="5" y="1148"/>
                </a:lnTo>
                <a:close/>
                <a:moveTo>
                  <a:pt x="5" y="1252"/>
                </a:moveTo>
                <a:lnTo>
                  <a:pt x="5" y="1317"/>
                </a:lnTo>
                <a:lnTo>
                  <a:pt x="4" y="1319"/>
                </a:lnTo>
                <a:lnTo>
                  <a:pt x="2" y="1319"/>
                </a:lnTo>
                <a:lnTo>
                  <a:pt x="0" y="1319"/>
                </a:lnTo>
                <a:lnTo>
                  <a:pt x="0" y="1317"/>
                </a:lnTo>
                <a:lnTo>
                  <a:pt x="0" y="1252"/>
                </a:lnTo>
                <a:lnTo>
                  <a:pt x="0" y="1250"/>
                </a:lnTo>
                <a:lnTo>
                  <a:pt x="2" y="1250"/>
                </a:lnTo>
                <a:lnTo>
                  <a:pt x="4" y="1250"/>
                </a:lnTo>
                <a:lnTo>
                  <a:pt x="5" y="1252"/>
                </a:lnTo>
                <a:close/>
                <a:moveTo>
                  <a:pt x="5" y="1356"/>
                </a:moveTo>
                <a:lnTo>
                  <a:pt x="5" y="1421"/>
                </a:lnTo>
                <a:lnTo>
                  <a:pt x="4" y="1422"/>
                </a:lnTo>
                <a:lnTo>
                  <a:pt x="2" y="1423"/>
                </a:lnTo>
                <a:lnTo>
                  <a:pt x="0" y="1422"/>
                </a:lnTo>
                <a:lnTo>
                  <a:pt x="0" y="1421"/>
                </a:lnTo>
                <a:lnTo>
                  <a:pt x="0" y="1356"/>
                </a:lnTo>
                <a:lnTo>
                  <a:pt x="0" y="1354"/>
                </a:lnTo>
                <a:lnTo>
                  <a:pt x="2" y="1354"/>
                </a:lnTo>
                <a:lnTo>
                  <a:pt x="4" y="1354"/>
                </a:lnTo>
                <a:lnTo>
                  <a:pt x="5" y="1356"/>
                </a:lnTo>
                <a:close/>
                <a:moveTo>
                  <a:pt x="5" y="1459"/>
                </a:moveTo>
                <a:lnTo>
                  <a:pt x="5" y="1525"/>
                </a:lnTo>
                <a:lnTo>
                  <a:pt x="4" y="1526"/>
                </a:lnTo>
                <a:lnTo>
                  <a:pt x="2" y="1527"/>
                </a:lnTo>
                <a:lnTo>
                  <a:pt x="0" y="1526"/>
                </a:lnTo>
                <a:lnTo>
                  <a:pt x="0" y="1525"/>
                </a:lnTo>
                <a:lnTo>
                  <a:pt x="0" y="1459"/>
                </a:lnTo>
                <a:lnTo>
                  <a:pt x="0" y="1458"/>
                </a:lnTo>
                <a:lnTo>
                  <a:pt x="2" y="1458"/>
                </a:lnTo>
                <a:lnTo>
                  <a:pt x="4" y="1458"/>
                </a:lnTo>
                <a:lnTo>
                  <a:pt x="5" y="1459"/>
                </a:lnTo>
                <a:close/>
                <a:moveTo>
                  <a:pt x="5" y="1564"/>
                </a:moveTo>
                <a:lnTo>
                  <a:pt x="5" y="1629"/>
                </a:lnTo>
                <a:lnTo>
                  <a:pt x="4" y="1631"/>
                </a:lnTo>
                <a:lnTo>
                  <a:pt x="2" y="1632"/>
                </a:lnTo>
                <a:lnTo>
                  <a:pt x="0" y="1631"/>
                </a:lnTo>
                <a:lnTo>
                  <a:pt x="0" y="1629"/>
                </a:lnTo>
                <a:lnTo>
                  <a:pt x="0" y="1564"/>
                </a:lnTo>
                <a:lnTo>
                  <a:pt x="0" y="1563"/>
                </a:lnTo>
                <a:lnTo>
                  <a:pt x="2" y="1561"/>
                </a:lnTo>
                <a:lnTo>
                  <a:pt x="4" y="1563"/>
                </a:lnTo>
                <a:lnTo>
                  <a:pt x="5" y="1564"/>
                </a:lnTo>
                <a:close/>
                <a:moveTo>
                  <a:pt x="5" y="1668"/>
                </a:moveTo>
                <a:lnTo>
                  <a:pt x="5" y="1734"/>
                </a:lnTo>
                <a:lnTo>
                  <a:pt x="4" y="1735"/>
                </a:lnTo>
                <a:lnTo>
                  <a:pt x="2" y="1736"/>
                </a:lnTo>
                <a:lnTo>
                  <a:pt x="0" y="1735"/>
                </a:lnTo>
                <a:lnTo>
                  <a:pt x="0" y="1734"/>
                </a:lnTo>
                <a:lnTo>
                  <a:pt x="0" y="1668"/>
                </a:lnTo>
                <a:lnTo>
                  <a:pt x="0" y="1667"/>
                </a:lnTo>
                <a:lnTo>
                  <a:pt x="2" y="1666"/>
                </a:lnTo>
                <a:lnTo>
                  <a:pt x="4" y="1667"/>
                </a:lnTo>
                <a:lnTo>
                  <a:pt x="5" y="1668"/>
                </a:lnTo>
                <a:close/>
                <a:moveTo>
                  <a:pt x="5" y="1772"/>
                </a:moveTo>
                <a:lnTo>
                  <a:pt x="5" y="1834"/>
                </a:lnTo>
                <a:lnTo>
                  <a:pt x="4" y="1836"/>
                </a:lnTo>
                <a:lnTo>
                  <a:pt x="2" y="1837"/>
                </a:lnTo>
                <a:lnTo>
                  <a:pt x="0" y="1836"/>
                </a:lnTo>
                <a:lnTo>
                  <a:pt x="0" y="1834"/>
                </a:lnTo>
                <a:lnTo>
                  <a:pt x="0" y="1772"/>
                </a:lnTo>
                <a:lnTo>
                  <a:pt x="0" y="1771"/>
                </a:lnTo>
                <a:lnTo>
                  <a:pt x="2" y="1770"/>
                </a:lnTo>
                <a:lnTo>
                  <a:pt x="4" y="1771"/>
                </a:lnTo>
                <a:lnTo>
                  <a:pt x="5" y="1772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98" name="Freeform 202"/>
          <p:cNvSpPr>
            <a:spLocks noEditPoints="1"/>
          </p:cNvSpPr>
          <p:nvPr/>
        </p:nvSpPr>
        <p:spPr bwMode="auto">
          <a:xfrm>
            <a:off x="7439831" y="4693572"/>
            <a:ext cx="2583" cy="731806"/>
          </a:xfrm>
          <a:custGeom>
            <a:avLst/>
            <a:gdLst>
              <a:gd name="T0" fmla="*/ 403225 w 5"/>
              <a:gd name="T1" fmla="*/ 19363124 h 1840"/>
              <a:gd name="T2" fmla="*/ 1209675 w 5"/>
              <a:gd name="T3" fmla="*/ 0 h 1840"/>
              <a:gd name="T4" fmla="*/ 2016125 w 5"/>
              <a:gd name="T5" fmla="*/ 47987195 h 1840"/>
              <a:gd name="T6" fmla="*/ 0 w 5"/>
              <a:gd name="T7" fmla="*/ 47987195 h 1840"/>
              <a:gd name="T8" fmla="*/ 1612900 w 5"/>
              <a:gd name="T9" fmla="*/ 29185068 h 1840"/>
              <a:gd name="T10" fmla="*/ 2016125 w 5"/>
              <a:gd name="T11" fmla="*/ 77172263 h 1840"/>
              <a:gd name="T12" fmla="*/ 0 w 5"/>
              <a:gd name="T13" fmla="*/ 77172263 h 1840"/>
              <a:gd name="T14" fmla="*/ 1612900 w 5"/>
              <a:gd name="T15" fmla="*/ 58370135 h 1840"/>
              <a:gd name="T16" fmla="*/ 2016125 w 5"/>
              <a:gd name="T17" fmla="*/ 106357330 h 1840"/>
              <a:gd name="T18" fmla="*/ 0 w 5"/>
              <a:gd name="T19" fmla="*/ 106357330 h 1840"/>
              <a:gd name="T20" fmla="*/ 1612900 w 5"/>
              <a:gd name="T21" fmla="*/ 87835966 h 1840"/>
              <a:gd name="T22" fmla="*/ 2016125 w 5"/>
              <a:gd name="T23" fmla="*/ 135823161 h 1840"/>
              <a:gd name="T24" fmla="*/ 0 w 5"/>
              <a:gd name="T25" fmla="*/ 117582560 h 1840"/>
              <a:gd name="T26" fmla="*/ 2016125 w 5"/>
              <a:gd name="T27" fmla="*/ 117582560 h 1840"/>
              <a:gd name="T28" fmla="*/ 1612900 w 5"/>
              <a:gd name="T29" fmla="*/ 165288992 h 1840"/>
              <a:gd name="T30" fmla="*/ 0 w 5"/>
              <a:gd name="T31" fmla="*/ 146486864 h 1840"/>
              <a:gd name="T32" fmla="*/ 2016125 w 5"/>
              <a:gd name="T33" fmla="*/ 146486864 h 1840"/>
              <a:gd name="T34" fmla="*/ 1209675 w 5"/>
              <a:gd name="T35" fmla="*/ 194754823 h 1840"/>
              <a:gd name="T36" fmla="*/ 403225 w 5"/>
              <a:gd name="T37" fmla="*/ 175391699 h 1840"/>
              <a:gd name="T38" fmla="*/ 2016125 w 5"/>
              <a:gd name="T39" fmla="*/ 175952695 h 1840"/>
              <a:gd name="T40" fmla="*/ 1209675 w 5"/>
              <a:gd name="T41" fmla="*/ 224220653 h 1840"/>
              <a:gd name="T42" fmla="*/ 403225 w 5"/>
              <a:gd name="T43" fmla="*/ 204857529 h 1840"/>
              <a:gd name="T44" fmla="*/ 2016125 w 5"/>
              <a:gd name="T45" fmla="*/ 205137763 h 1840"/>
              <a:gd name="T46" fmla="*/ 403225 w 5"/>
              <a:gd name="T47" fmla="*/ 253124958 h 1840"/>
              <a:gd name="T48" fmla="*/ 1209675 w 5"/>
              <a:gd name="T49" fmla="*/ 233761834 h 1840"/>
              <a:gd name="T50" fmla="*/ 2016125 w 5"/>
              <a:gd name="T51" fmla="*/ 263508428 h 1840"/>
              <a:gd name="T52" fmla="*/ 0 w 5"/>
              <a:gd name="T53" fmla="*/ 282029792 h 1840"/>
              <a:gd name="T54" fmla="*/ 2016125 w 5"/>
              <a:gd name="T55" fmla="*/ 263508428 h 1840"/>
              <a:gd name="T56" fmla="*/ 1612900 w 5"/>
              <a:gd name="T57" fmla="*/ 311495623 h 1840"/>
              <a:gd name="T58" fmla="*/ 0 w 5"/>
              <a:gd name="T59" fmla="*/ 292974259 h 1840"/>
              <a:gd name="T60" fmla="*/ 2016125 w 5"/>
              <a:gd name="T61" fmla="*/ 292974259 h 1840"/>
              <a:gd name="T62" fmla="*/ 1209675 w 5"/>
              <a:gd name="T63" fmla="*/ 340960924 h 1840"/>
              <a:gd name="T64" fmla="*/ 403225 w 5"/>
              <a:gd name="T65" fmla="*/ 321597800 h 1840"/>
              <a:gd name="T66" fmla="*/ 2016125 w 5"/>
              <a:gd name="T67" fmla="*/ 322159326 h 1840"/>
              <a:gd name="T68" fmla="*/ 1209675 w 5"/>
              <a:gd name="T69" fmla="*/ 370146521 h 1840"/>
              <a:gd name="T70" fmla="*/ 403225 w 5"/>
              <a:gd name="T71" fmla="*/ 350782868 h 1840"/>
              <a:gd name="T72" fmla="*/ 2016125 w 5"/>
              <a:gd name="T73" fmla="*/ 351344394 h 1840"/>
              <a:gd name="T74" fmla="*/ 403225 w 5"/>
              <a:gd name="T75" fmla="*/ 399050826 h 1840"/>
              <a:gd name="T76" fmla="*/ 1209675 w 5"/>
              <a:gd name="T77" fmla="*/ 379968465 h 1840"/>
              <a:gd name="T78" fmla="*/ 2016125 w 5"/>
              <a:gd name="T79" fmla="*/ 409433766 h 1840"/>
              <a:gd name="T80" fmla="*/ 403225 w 5"/>
              <a:gd name="T81" fmla="*/ 428235893 h 1840"/>
              <a:gd name="T82" fmla="*/ 1209675 w 5"/>
              <a:gd name="T83" fmla="*/ 409153533 h 1840"/>
              <a:gd name="T84" fmla="*/ 2016125 w 5"/>
              <a:gd name="T85" fmla="*/ 457140198 h 1840"/>
              <a:gd name="T86" fmla="*/ 0 w 5"/>
              <a:gd name="T87" fmla="*/ 457140198 h 1840"/>
              <a:gd name="T88" fmla="*/ 1612900 w 5"/>
              <a:gd name="T89" fmla="*/ 438619363 h 1840"/>
              <a:gd name="T90" fmla="*/ 2016125 w 5"/>
              <a:gd name="T91" fmla="*/ 486606029 h 1840"/>
              <a:gd name="T92" fmla="*/ 0 w 5"/>
              <a:gd name="T93" fmla="*/ 486606029 h 1840"/>
              <a:gd name="T94" fmla="*/ 1612900 w 5"/>
              <a:gd name="T95" fmla="*/ 467804431 h 1840"/>
              <a:gd name="T96" fmla="*/ 2016125 w 5"/>
              <a:gd name="T97" fmla="*/ 515791626 h 1840"/>
              <a:gd name="T98" fmla="*/ 0 w 5"/>
              <a:gd name="T99" fmla="*/ 515791626 h 1840"/>
              <a:gd name="T100" fmla="*/ 1612900 w 5"/>
              <a:gd name="T101" fmla="*/ 496989499 h 1840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w 5"/>
              <a:gd name="T154" fmla="*/ 0 h 1840"/>
              <a:gd name="T155" fmla="*/ 5 w 5"/>
              <a:gd name="T156" fmla="*/ 1840 h 1840"/>
            </a:gdLst>
            <a:ahLst/>
            <a:cxnLst>
              <a:cxn ang="T102">
                <a:pos x="T0" y="T1"/>
              </a:cxn>
              <a:cxn ang="T103">
                <a:pos x="T2" y="T3"/>
              </a:cxn>
              <a:cxn ang="T104">
                <a:pos x="T4" y="T5"/>
              </a:cxn>
              <a:cxn ang="T105">
                <a:pos x="T6" y="T7"/>
              </a:cxn>
              <a:cxn ang="T106">
                <a:pos x="T8" y="T9"/>
              </a:cxn>
              <a:cxn ang="T107">
                <a:pos x="T10" y="T11"/>
              </a:cxn>
              <a:cxn ang="T108">
                <a:pos x="T12" y="T13"/>
              </a:cxn>
              <a:cxn ang="T109">
                <a:pos x="T14" y="T15"/>
              </a:cxn>
              <a:cxn ang="T110">
                <a:pos x="T16" y="T17"/>
              </a:cxn>
              <a:cxn ang="T111">
                <a:pos x="T18" y="T19"/>
              </a:cxn>
              <a:cxn ang="T112">
                <a:pos x="T20" y="T21"/>
              </a:cxn>
              <a:cxn ang="T113">
                <a:pos x="T22" y="T23"/>
              </a:cxn>
              <a:cxn ang="T114">
                <a:pos x="T24" y="T25"/>
              </a:cxn>
              <a:cxn ang="T115">
                <a:pos x="T26" y="T27"/>
              </a:cxn>
              <a:cxn ang="T116">
                <a:pos x="T28" y="T29"/>
              </a:cxn>
              <a:cxn ang="T117">
                <a:pos x="T30" y="T31"/>
              </a:cxn>
              <a:cxn ang="T118">
                <a:pos x="T32" y="T33"/>
              </a:cxn>
              <a:cxn ang="T119">
                <a:pos x="T34" y="T35"/>
              </a:cxn>
              <a:cxn ang="T120">
                <a:pos x="T36" y="T37"/>
              </a:cxn>
              <a:cxn ang="T121">
                <a:pos x="T38" y="T39"/>
              </a:cxn>
              <a:cxn ang="T122">
                <a:pos x="T40" y="T41"/>
              </a:cxn>
              <a:cxn ang="T123">
                <a:pos x="T42" y="T43"/>
              </a:cxn>
              <a:cxn ang="T124">
                <a:pos x="T44" y="T45"/>
              </a:cxn>
              <a:cxn ang="T125">
                <a:pos x="T46" y="T47"/>
              </a:cxn>
              <a:cxn ang="T126">
                <a:pos x="T48" y="T49"/>
              </a:cxn>
              <a:cxn ang="T127">
                <a:pos x="T50" y="T51"/>
              </a:cxn>
              <a:cxn ang="T128">
                <a:pos x="T52" y="T53"/>
              </a:cxn>
              <a:cxn ang="T129">
                <a:pos x="T54" y="T55"/>
              </a:cxn>
              <a:cxn ang="T130">
                <a:pos x="T56" y="T57"/>
              </a:cxn>
              <a:cxn ang="T131">
                <a:pos x="T58" y="T59"/>
              </a:cxn>
              <a:cxn ang="T132">
                <a:pos x="T60" y="T61"/>
              </a:cxn>
              <a:cxn ang="T133">
                <a:pos x="T62" y="T63"/>
              </a:cxn>
              <a:cxn ang="T134">
                <a:pos x="T64" y="T65"/>
              </a:cxn>
              <a:cxn ang="T135">
                <a:pos x="T66" y="T67"/>
              </a:cxn>
              <a:cxn ang="T136">
                <a:pos x="T68" y="T69"/>
              </a:cxn>
              <a:cxn ang="T137">
                <a:pos x="T70" y="T71"/>
              </a:cxn>
              <a:cxn ang="T138">
                <a:pos x="T72" y="T73"/>
              </a:cxn>
              <a:cxn ang="T139">
                <a:pos x="T74" y="T75"/>
              </a:cxn>
              <a:cxn ang="T140">
                <a:pos x="T76" y="T77"/>
              </a:cxn>
              <a:cxn ang="T141">
                <a:pos x="T78" y="T79"/>
              </a:cxn>
              <a:cxn ang="T142">
                <a:pos x="T80" y="T81"/>
              </a:cxn>
              <a:cxn ang="T143">
                <a:pos x="T82" y="T83"/>
              </a:cxn>
              <a:cxn ang="T144">
                <a:pos x="T84" y="T85"/>
              </a:cxn>
              <a:cxn ang="T145">
                <a:pos x="T86" y="T87"/>
              </a:cxn>
              <a:cxn ang="T146">
                <a:pos x="T88" y="T89"/>
              </a:cxn>
              <a:cxn ang="T147">
                <a:pos x="T90" y="T91"/>
              </a:cxn>
              <a:cxn ang="T148">
                <a:pos x="T92" y="T93"/>
              </a:cxn>
              <a:cxn ang="T149">
                <a:pos x="T94" y="T95"/>
              </a:cxn>
              <a:cxn ang="T150">
                <a:pos x="T96" y="T97"/>
              </a:cxn>
              <a:cxn ang="T151">
                <a:pos x="T98" y="T99"/>
              </a:cxn>
              <a:cxn ang="T152">
                <a:pos x="T100" y="T101"/>
              </a:cxn>
            </a:cxnLst>
            <a:rect l="T153" t="T154" r="T155" b="T156"/>
            <a:pathLst>
              <a:path w="5" h="1840">
                <a:moveTo>
                  <a:pt x="5" y="2"/>
                </a:moveTo>
                <a:lnTo>
                  <a:pt x="5" y="68"/>
                </a:lnTo>
                <a:lnTo>
                  <a:pt x="3" y="69"/>
                </a:lnTo>
                <a:lnTo>
                  <a:pt x="1" y="69"/>
                </a:lnTo>
                <a:lnTo>
                  <a:pt x="0" y="68"/>
                </a:lnTo>
                <a:lnTo>
                  <a:pt x="0" y="2"/>
                </a:lnTo>
                <a:lnTo>
                  <a:pt x="1" y="1"/>
                </a:lnTo>
                <a:lnTo>
                  <a:pt x="3" y="0"/>
                </a:lnTo>
                <a:lnTo>
                  <a:pt x="5" y="2"/>
                </a:lnTo>
                <a:close/>
                <a:moveTo>
                  <a:pt x="5" y="106"/>
                </a:moveTo>
                <a:lnTo>
                  <a:pt x="5" y="171"/>
                </a:lnTo>
                <a:lnTo>
                  <a:pt x="4" y="173"/>
                </a:lnTo>
                <a:lnTo>
                  <a:pt x="3" y="173"/>
                </a:lnTo>
                <a:lnTo>
                  <a:pt x="1" y="173"/>
                </a:lnTo>
                <a:lnTo>
                  <a:pt x="0" y="171"/>
                </a:lnTo>
                <a:lnTo>
                  <a:pt x="0" y="106"/>
                </a:lnTo>
                <a:lnTo>
                  <a:pt x="1" y="104"/>
                </a:lnTo>
                <a:lnTo>
                  <a:pt x="3" y="104"/>
                </a:lnTo>
                <a:lnTo>
                  <a:pt x="4" y="104"/>
                </a:lnTo>
                <a:lnTo>
                  <a:pt x="5" y="106"/>
                </a:lnTo>
                <a:close/>
                <a:moveTo>
                  <a:pt x="5" y="211"/>
                </a:moveTo>
                <a:lnTo>
                  <a:pt x="5" y="275"/>
                </a:lnTo>
                <a:lnTo>
                  <a:pt x="4" y="277"/>
                </a:lnTo>
                <a:lnTo>
                  <a:pt x="3" y="277"/>
                </a:lnTo>
                <a:lnTo>
                  <a:pt x="1" y="277"/>
                </a:lnTo>
                <a:lnTo>
                  <a:pt x="0" y="275"/>
                </a:lnTo>
                <a:lnTo>
                  <a:pt x="0" y="211"/>
                </a:lnTo>
                <a:lnTo>
                  <a:pt x="1" y="208"/>
                </a:lnTo>
                <a:lnTo>
                  <a:pt x="3" y="208"/>
                </a:lnTo>
                <a:lnTo>
                  <a:pt x="4" y="208"/>
                </a:lnTo>
                <a:lnTo>
                  <a:pt x="5" y="211"/>
                </a:lnTo>
                <a:close/>
                <a:moveTo>
                  <a:pt x="5" y="315"/>
                </a:moveTo>
                <a:lnTo>
                  <a:pt x="5" y="379"/>
                </a:lnTo>
                <a:lnTo>
                  <a:pt x="4" y="382"/>
                </a:lnTo>
                <a:lnTo>
                  <a:pt x="3" y="382"/>
                </a:lnTo>
                <a:lnTo>
                  <a:pt x="1" y="382"/>
                </a:lnTo>
                <a:lnTo>
                  <a:pt x="0" y="379"/>
                </a:lnTo>
                <a:lnTo>
                  <a:pt x="0" y="315"/>
                </a:lnTo>
                <a:lnTo>
                  <a:pt x="1" y="313"/>
                </a:lnTo>
                <a:lnTo>
                  <a:pt x="3" y="313"/>
                </a:lnTo>
                <a:lnTo>
                  <a:pt x="4" y="313"/>
                </a:lnTo>
                <a:lnTo>
                  <a:pt x="5" y="315"/>
                </a:lnTo>
                <a:close/>
                <a:moveTo>
                  <a:pt x="5" y="419"/>
                </a:moveTo>
                <a:lnTo>
                  <a:pt x="5" y="484"/>
                </a:lnTo>
                <a:lnTo>
                  <a:pt x="3" y="486"/>
                </a:lnTo>
                <a:lnTo>
                  <a:pt x="1" y="485"/>
                </a:lnTo>
                <a:lnTo>
                  <a:pt x="0" y="484"/>
                </a:lnTo>
                <a:lnTo>
                  <a:pt x="0" y="419"/>
                </a:lnTo>
                <a:lnTo>
                  <a:pt x="1" y="417"/>
                </a:lnTo>
                <a:lnTo>
                  <a:pt x="3" y="417"/>
                </a:lnTo>
                <a:lnTo>
                  <a:pt x="4" y="417"/>
                </a:lnTo>
                <a:lnTo>
                  <a:pt x="5" y="419"/>
                </a:lnTo>
                <a:close/>
                <a:moveTo>
                  <a:pt x="5" y="522"/>
                </a:moveTo>
                <a:lnTo>
                  <a:pt x="5" y="588"/>
                </a:lnTo>
                <a:lnTo>
                  <a:pt x="4" y="589"/>
                </a:lnTo>
                <a:lnTo>
                  <a:pt x="3" y="590"/>
                </a:lnTo>
                <a:lnTo>
                  <a:pt x="1" y="589"/>
                </a:lnTo>
                <a:lnTo>
                  <a:pt x="0" y="588"/>
                </a:lnTo>
                <a:lnTo>
                  <a:pt x="0" y="522"/>
                </a:lnTo>
                <a:lnTo>
                  <a:pt x="1" y="521"/>
                </a:lnTo>
                <a:lnTo>
                  <a:pt x="3" y="521"/>
                </a:lnTo>
                <a:lnTo>
                  <a:pt x="5" y="522"/>
                </a:lnTo>
                <a:close/>
                <a:moveTo>
                  <a:pt x="5" y="627"/>
                </a:moveTo>
                <a:lnTo>
                  <a:pt x="5" y="692"/>
                </a:lnTo>
                <a:lnTo>
                  <a:pt x="4" y="693"/>
                </a:lnTo>
                <a:lnTo>
                  <a:pt x="3" y="694"/>
                </a:lnTo>
                <a:lnTo>
                  <a:pt x="1" y="693"/>
                </a:lnTo>
                <a:lnTo>
                  <a:pt x="0" y="692"/>
                </a:lnTo>
                <a:lnTo>
                  <a:pt x="0" y="627"/>
                </a:lnTo>
                <a:lnTo>
                  <a:pt x="1" y="625"/>
                </a:lnTo>
                <a:lnTo>
                  <a:pt x="3" y="624"/>
                </a:lnTo>
                <a:lnTo>
                  <a:pt x="4" y="625"/>
                </a:lnTo>
                <a:lnTo>
                  <a:pt x="5" y="627"/>
                </a:lnTo>
                <a:close/>
                <a:moveTo>
                  <a:pt x="5" y="731"/>
                </a:moveTo>
                <a:lnTo>
                  <a:pt x="5" y="796"/>
                </a:lnTo>
                <a:lnTo>
                  <a:pt x="4" y="798"/>
                </a:lnTo>
                <a:lnTo>
                  <a:pt x="3" y="799"/>
                </a:lnTo>
                <a:lnTo>
                  <a:pt x="1" y="798"/>
                </a:lnTo>
                <a:lnTo>
                  <a:pt x="0" y="796"/>
                </a:lnTo>
                <a:lnTo>
                  <a:pt x="0" y="731"/>
                </a:lnTo>
                <a:lnTo>
                  <a:pt x="1" y="730"/>
                </a:lnTo>
                <a:lnTo>
                  <a:pt x="3" y="728"/>
                </a:lnTo>
                <a:lnTo>
                  <a:pt x="4" y="730"/>
                </a:lnTo>
                <a:lnTo>
                  <a:pt x="5" y="731"/>
                </a:lnTo>
                <a:close/>
                <a:moveTo>
                  <a:pt x="5" y="835"/>
                </a:moveTo>
                <a:lnTo>
                  <a:pt x="5" y="901"/>
                </a:lnTo>
                <a:lnTo>
                  <a:pt x="3" y="902"/>
                </a:lnTo>
                <a:lnTo>
                  <a:pt x="1" y="902"/>
                </a:lnTo>
                <a:lnTo>
                  <a:pt x="0" y="901"/>
                </a:lnTo>
                <a:lnTo>
                  <a:pt x="0" y="835"/>
                </a:lnTo>
                <a:lnTo>
                  <a:pt x="1" y="834"/>
                </a:lnTo>
                <a:lnTo>
                  <a:pt x="3" y="833"/>
                </a:lnTo>
                <a:lnTo>
                  <a:pt x="4" y="834"/>
                </a:lnTo>
                <a:lnTo>
                  <a:pt x="5" y="835"/>
                </a:lnTo>
                <a:close/>
                <a:moveTo>
                  <a:pt x="5" y="939"/>
                </a:moveTo>
                <a:lnTo>
                  <a:pt x="5" y="1005"/>
                </a:lnTo>
                <a:lnTo>
                  <a:pt x="3" y="1006"/>
                </a:lnTo>
                <a:lnTo>
                  <a:pt x="1" y="1006"/>
                </a:lnTo>
                <a:lnTo>
                  <a:pt x="0" y="1005"/>
                </a:lnTo>
                <a:lnTo>
                  <a:pt x="0" y="939"/>
                </a:lnTo>
                <a:lnTo>
                  <a:pt x="1" y="938"/>
                </a:lnTo>
                <a:lnTo>
                  <a:pt x="3" y="937"/>
                </a:lnTo>
                <a:lnTo>
                  <a:pt x="5" y="939"/>
                </a:lnTo>
                <a:close/>
                <a:moveTo>
                  <a:pt x="5" y="1044"/>
                </a:moveTo>
                <a:lnTo>
                  <a:pt x="5" y="1108"/>
                </a:lnTo>
                <a:lnTo>
                  <a:pt x="4" y="1110"/>
                </a:lnTo>
                <a:lnTo>
                  <a:pt x="3" y="1110"/>
                </a:lnTo>
                <a:lnTo>
                  <a:pt x="1" y="1110"/>
                </a:lnTo>
                <a:lnTo>
                  <a:pt x="0" y="1108"/>
                </a:lnTo>
                <a:lnTo>
                  <a:pt x="0" y="1044"/>
                </a:lnTo>
                <a:lnTo>
                  <a:pt x="1" y="1042"/>
                </a:lnTo>
                <a:lnTo>
                  <a:pt x="3" y="1041"/>
                </a:lnTo>
                <a:lnTo>
                  <a:pt x="5" y="1044"/>
                </a:lnTo>
                <a:close/>
                <a:moveTo>
                  <a:pt x="5" y="1148"/>
                </a:moveTo>
                <a:lnTo>
                  <a:pt x="5" y="1212"/>
                </a:lnTo>
                <a:lnTo>
                  <a:pt x="4" y="1215"/>
                </a:lnTo>
                <a:lnTo>
                  <a:pt x="3" y="1215"/>
                </a:lnTo>
                <a:lnTo>
                  <a:pt x="1" y="1215"/>
                </a:lnTo>
                <a:lnTo>
                  <a:pt x="0" y="1212"/>
                </a:lnTo>
                <a:lnTo>
                  <a:pt x="0" y="1148"/>
                </a:lnTo>
                <a:lnTo>
                  <a:pt x="1" y="1146"/>
                </a:lnTo>
                <a:lnTo>
                  <a:pt x="3" y="1146"/>
                </a:lnTo>
                <a:lnTo>
                  <a:pt x="4" y="1146"/>
                </a:lnTo>
                <a:lnTo>
                  <a:pt x="5" y="1148"/>
                </a:lnTo>
                <a:close/>
                <a:moveTo>
                  <a:pt x="5" y="1252"/>
                </a:moveTo>
                <a:lnTo>
                  <a:pt x="5" y="1317"/>
                </a:lnTo>
                <a:lnTo>
                  <a:pt x="4" y="1319"/>
                </a:lnTo>
                <a:lnTo>
                  <a:pt x="3" y="1319"/>
                </a:lnTo>
                <a:lnTo>
                  <a:pt x="1" y="1319"/>
                </a:lnTo>
                <a:lnTo>
                  <a:pt x="0" y="1317"/>
                </a:lnTo>
                <a:lnTo>
                  <a:pt x="0" y="1252"/>
                </a:lnTo>
                <a:lnTo>
                  <a:pt x="1" y="1250"/>
                </a:lnTo>
                <a:lnTo>
                  <a:pt x="3" y="1250"/>
                </a:lnTo>
                <a:lnTo>
                  <a:pt x="4" y="1250"/>
                </a:lnTo>
                <a:lnTo>
                  <a:pt x="5" y="1252"/>
                </a:lnTo>
                <a:close/>
                <a:moveTo>
                  <a:pt x="5" y="1356"/>
                </a:moveTo>
                <a:lnTo>
                  <a:pt x="5" y="1421"/>
                </a:lnTo>
                <a:lnTo>
                  <a:pt x="3" y="1423"/>
                </a:lnTo>
                <a:lnTo>
                  <a:pt x="1" y="1422"/>
                </a:lnTo>
                <a:lnTo>
                  <a:pt x="0" y="1421"/>
                </a:lnTo>
                <a:lnTo>
                  <a:pt x="0" y="1356"/>
                </a:lnTo>
                <a:lnTo>
                  <a:pt x="1" y="1354"/>
                </a:lnTo>
                <a:lnTo>
                  <a:pt x="3" y="1354"/>
                </a:lnTo>
                <a:lnTo>
                  <a:pt x="4" y="1354"/>
                </a:lnTo>
                <a:lnTo>
                  <a:pt x="5" y="1356"/>
                </a:lnTo>
                <a:close/>
                <a:moveTo>
                  <a:pt x="5" y="1459"/>
                </a:moveTo>
                <a:lnTo>
                  <a:pt x="5" y="1525"/>
                </a:lnTo>
                <a:lnTo>
                  <a:pt x="4" y="1526"/>
                </a:lnTo>
                <a:lnTo>
                  <a:pt x="3" y="1527"/>
                </a:lnTo>
                <a:lnTo>
                  <a:pt x="1" y="1526"/>
                </a:lnTo>
                <a:lnTo>
                  <a:pt x="0" y="1525"/>
                </a:lnTo>
                <a:lnTo>
                  <a:pt x="0" y="1459"/>
                </a:lnTo>
                <a:lnTo>
                  <a:pt x="1" y="1458"/>
                </a:lnTo>
                <a:lnTo>
                  <a:pt x="3" y="1458"/>
                </a:lnTo>
                <a:lnTo>
                  <a:pt x="5" y="1459"/>
                </a:lnTo>
                <a:close/>
                <a:moveTo>
                  <a:pt x="5" y="1564"/>
                </a:moveTo>
                <a:lnTo>
                  <a:pt x="5" y="1629"/>
                </a:lnTo>
                <a:lnTo>
                  <a:pt x="4" y="1631"/>
                </a:lnTo>
                <a:lnTo>
                  <a:pt x="3" y="1632"/>
                </a:lnTo>
                <a:lnTo>
                  <a:pt x="1" y="1631"/>
                </a:lnTo>
                <a:lnTo>
                  <a:pt x="0" y="1629"/>
                </a:lnTo>
                <a:lnTo>
                  <a:pt x="0" y="1564"/>
                </a:lnTo>
                <a:lnTo>
                  <a:pt x="1" y="1563"/>
                </a:lnTo>
                <a:lnTo>
                  <a:pt x="3" y="1561"/>
                </a:lnTo>
                <a:lnTo>
                  <a:pt x="4" y="1563"/>
                </a:lnTo>
                <a:lnTo>
                  <a:pt x="5" y="1564"/>
                </a:lnTo>
                <a:close/>
                <a:moveTo>
                  <a:pt x="5" y="1668"/>
                </a:moveTo>
                <a:lnTo>
                  <a:pt x="5" y="1734"/>
                </a:lnTo>
                <a:lnTo>
                  <a:pt x="4" y="1735"/>
                </a:lnTo>
                <a:lnTo>
                  <a:pt x="3" y="1736"/>
                </a:lnTo>
                <a:lnTo>
                  <a:pt x="1" y="1735"/>
                </a:lnTo>
                <a:lnTo>
                  <a:pt x="0" y="1734"/>
                </a:lnTo>
                <a:lnTo>
                  <a:pt x="0" y="1668"/>
                </a:lnTo>
                <a:lnTo>
                  <a:pt x="1" y="1667"/>
                </a:lnTo>
                <a:lnTo>
                  <a:pt x="3" y="1666"/>
                </a:lnTo>
                <a:lnTo>
                  <a:pt x="4" y="1667"/>
                </a:lnTo>
                <a:lnTo>
                  <a:pt x="5" y="1668"/>
                </a:lnTo>
                <a:close/>
                <a:moveTo>
                  <a:pt x="5" y="1772"/>
                </a:moveTo>
                <a:lnTo>
                  <a:pt x="5" y="1838"/>
                </a:lnTo>
                <a:lnTo>
                  <a:pt x="4" y="1839"/>
                </a:lnTo>
                <a:lnTo>
                  <a:pt x="3" y="1840"/>
                </a:lnTo>
                <a:lnTo>
                  <a:pt x="1" y="1839"/>
                </a:lnTo>
                <a:lnTo>
                  <a:pt x="0" y="1838"/>
                </a:lnTo>
                <a:lnTo>
                  <a:pt x="0" y="1772"/>
                </a:lnTo>
                <a:lnTo>
                  <a:pt x="1" y="1771"/>
                </a:lnTo>
                <a:lnTo>
                  <a:pt x="3" y="1770"/>
                </a:lnTo>
                <a:lnTo>
                  <a:pt x="4" y="1771"/>
                </a:lnTo>
                <a:lnTo>
                  <a:pt x="5" y="1772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199" name="Line 203"/>
          <p:cNvSpPr>
            <a:spLocks noChangeShapeType="1"/>
          </p:cNvSpPr>
          <p:nvPr/>
        </p:nvSpPr>
        <p:spPr bwMode="auto">
          <a:xfrm flipH="1">
            <a:off x="5448818" y="3778218"/>
            <a:ext cx="5164" cy="793783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06" name="Line 211"/>
          <p:cNvSpPr>
            <a:spLocks noChangeShapeType="1"/>
          </p:cNvSpPr>
          <p:nvPr/>
        </p:nvSpPr>
        <p:spPr bwMode="auto">
          <a:xfrm>
            <a:off x="6845882" y="3982027"/>
            <a:ext cx="0" cy="508926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07" name="Freeform 212"/>
          <p:cNvSpPr>
            <a:spLocks/>
          </p:cNvSpPr>
          <p:nvPr/>
        </p:nvSpPr>
        <p:spPr bwMode="auto">
          <a:xfrm>
            <a:off x="7330080" y="4490955"/>
            <a:ext cx="220793" cy="203809"/>
          </a:xfrm>
          <a:custGeom>
            <a:avLst/>
            <a:gdLst>
              <a:gd name="T0" fmla="*/ 279929 w 513"/>
              <a:gd name="T1" fmla="*/ 64684394 h 513"/>
              <a:gd name="T2" fmla="*/ 3360202 w 513"/>
              <a:gd name="T3" fmla="*/ 50403218 h 513"/>
              <a:gd name="T4" fmla="*/ 8960363 w 513"/>
              <a:gd name="T5" fmla="*/ 37802678 h 513"/>
              <a:gd name="T6" fmla="*/ 16521082 w 513"/>
              <a:gd name="T7" fmla="*/ 26321857 h 513"/>
              <a:gd name="T8" fmla="*/ 26321760 w 513"/>
              <a:gd name="T9" fmla="*/ 16521143 h 513"/>
              <a:gd name="T10" fmla="*/ 37802010 w 513"/>
              <a:gd name="T11" fmla="*/ 8960396 h 513"/>
              <a:gd name="T12" fmla="*/ 50403032 w 513"/>
              <a:gd name="T13" fmla="*/ 3360215 h 513"/>
              <a:gd name="T14" fmla="*/ 64683627 w 513"/>
              <a:gd name="T15" fmla="*/ 279930 h 513"/>
              <a:gd name="T16" fmla="*/ 79244679 w 513"/>
              <a:gd name="T17" fmla="*/ 279930 h 513"/>
              <a:gd name="T18" fmla="*/ 93245345 w 513"/>
              <a:gd name="T19" fmla="*/ 3360215 h 513"/>
              <a:gd name="T20" fmla="*/ 105846368 w 513"/>
              <a:gd name="T21" fmla="*/ 8960396 h 513"/>
              <a:gd name="T22" fmla="*/ 117326617 w 513"/>
              <a:gd name="T23" fmla="*/ 16521143 h 513"/>
              <a:gd name="T24" fmla="*/ 127127295 w 513"/>
              <a:gd name="T25" fmla="*/ 26321857 h 513"/>
              <a:gd name="T26" fmla="*/ 134688014 w 513"/>
              <a:gd name="T27" fmla="*/ 37802678 h 513"/>
              <a:gd name="T28" fmla="*/ 140288175 w 513"/>
              <a:gd name="T29" fmla="*/ 50403218 h 513"/>
              <a:gd name="T30" fmla="*/ 143368448 w 513"/>
              <a:gd name="T31" fmla="*/ 64684394 h 513"/>
              <a:gd name="T32" fmla="*/ 143648377 w 513"/>
              <a:gd name="T33" fmla="*/ 71964683 h 513"/>
              <a:gd name="T34" fmla="*/ 141968276 w 513"/>
              <a:gd name="T35" fmla="*/ 86245859 h 513"/>
              <a:gd name="T36" fmla="*/ 138048217 w 513"/>
              <a:gd name="T37" fmla="*/ 99686717 h 513"/>
              <a:gd name="T38" fmla="*/ 131327812 w 513"/>
              <a:gd name="T39" fmla="*/ 112287257 h 513"/>
              <a:gd name="T40" fmla="*/ 122647378 w 513"/>
              <a:gd name="T41" fmla="*/ 122647830 h 513"/>
              <a:gd name="T42" fmla="*/ 111726457 w 513"/>
              <a:gd name="T43" fmla="*/ 131608755 h 513"/>
              <a:gd name="T44" fmla="*/ 99685821 w 513"/>
              <a:gd name="T45" fmla="*/ 138049254 h 513"/>
              <a:gd name="T46" fmla="*/ 86245012 w 513"/>
              <a:gd name="T47" fmla="*/ 141969328 h 513"/>
              <a:gd name="T48" fmla="*/ 71964417 w 513"/>
              <a:gd name="T49" fmla="*/ 143649435 h 513"/>
              <a:gd name="T50" fmla="*/ 57403365 w 513"/>
              <a:gd name="T51" fmla="*/ 141969328 h 513"/>
              <a:gd name="T52" fmla="*/ 43962557 w 513"/>
              <a:gd name="T53" fmla="*/ 138049254 h 513"/>
              <a:gd name="T54" fmla="*/ 31921920 w 513"/>
              <a:gd name="T55" fmla="*/ 131608755 h 513"/>
              <a:gd name="T56" fmla="*/ 21000999 w 513"/>
              <a:gd name="T57" fmla="*/ 122647830 h 513"/>
              <a:gd name="T58" fmla="*/ 12600493 w 513"/>
              <a:gd name="T59" fmla="*/ 112287257 h 513"/>
              <a:gd name="T60" fmla="*/ 5600161 w 513"/>
              <a:gd name="T61" fmla="*/ 99686717 h 513"/>
              <a:gd name="T62" fmla="*/ 1680101 w 513"/>
              <a:gd name="T63" fmla="*/ 86245859 h 513"/>
              <a:gd name="T64" fmla="*/ 0 w 513"/>
              <a:gd name="T65" fmla="*/ 71964683 h 513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513"/>
              <a:gd name="T100" fmla="*/ 0 h 513"/>
              <a:gd name="T101" fmla="*/ 513 w 513"/>
              <a:gd name="T102" fmla="*/ 513 h 513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513" h="513">
                <a:moveTo>
                  <a:pt x="0" y="257"/>
                </a:moveTo>
                <a:lnTo>
                  <a:pt x="1" y="231"/>
                </a:lnTo>
                <a:lnTo>
                  <a:pt x="6" y="205"/>
                </a:lnTo>
                <a:lnTo>
                  <a:pt x="12" y="180"/>
                </a:lnTo>
                <a:lnTo>
                  <a:pt x="20" y="157"/>
                </a:lnTo>
                <a:lnTo>
                  <a:pt x="32" y="135"/>
                </a:lnTo>
                <a:lnTo>
                  <a:pt x="45" y="114"/>
                </a:lnTo>
                <a:lnTo>
                  <a:pt x="59" y="94"/>
                </a:lnTo>
                <a:lnTo>
                  <a:pt x="75" y="75"/>
                </a:lnTo>
                <a:lnTo>
                  <a:pt x="94" y="59"/>
                </a:lnTo>
                <a:lnTo>
                  <a:pt x="114" y="45"/>
                </a:lnTo>
                <a:lnTo>
                  <a:pt x="135" y="32"/>
                </a:lnTo>
                <a:lnTo>
                  <a:pt x="157" y="20"/>
                </a:lnTo>
                <a:lnTo>
                  <a:pt x="180" y="12"/>
                </a:lnTo>
                <a:lnTo>
                  <a:pt x="205" y="6"/>
                </a:lnTo>
                <a:lnTo>
                  <a:pt x="231" y="1"/>
                </a:lnTo>
                <a:lnTo>
                  <a:pt x="257" y="0"/>
                </a:lnTo>
                <a:lnTo>
                  <a:pt x="283" y="1"/>
                </a:lnTo>
                <a:lnTo>
                  <a:pt x="308" y="6"/>
                </a:lnTo>
                <a:lnTo>
                  <a:pt x="333" y="12"/>
                </a:lnTo>
                <a:lnTo>
                  <a:pt x="356" y="20"/>
                </a:lnTo>
                <a:lnTo>
                  <a:pt x="378" y="32"/>
                </a:lnTo>
                <a:lnTo>
                  <a:pt x="399" y="45"/>
                </a:lnTo>
                <a:lnTo>
                  <a:pt x="419" y="59"/>
                </a:lnTo>
                <a:lnTo>
                  <a:pt x="438" y="75"/>
                </a:lnTo>
                <a:lnTo>
                  <a:pt x="454" y="94"/>
                </a:lnTo>
                <a:lnTo>
                  <a:pt x="469" y="114"/>
                </a:lnTo>
                <a:lnTo>
                  <a:pt x="481" y="135"/>
                </a:lnTo>
                <a:lnTo>
                  <a:pt x="493" y="157"/>
                </a:lnTo>
                <a:lnTo>
                  <a:pt x="501" y="180"/>
                </a:lnTo>
                <a:lnTo>
                  <a:pt x="507" y="205"/>
                </a:lnTo>
                <a:lnTo>
                  <a:pt x="512" y="231"/>
                </a:lnTo>
                <a:lnTo>
                  <a:pt x="513" y="257"/>
                </a:lnTo>
                <a:lnTo>
                  <a:pt x="512" y="284"/>
                </a:lnTo>
                <a:lnTo>
                  <a:pt x="507" y="308"/>
                </a:lnTo>
                <a:lnTo>
                  <a:pt x="501" y="333"/>
                </a:lnTo>
                <a:lnTo>
                  <a:pt x="493" y="356"/>
                </a:lnTo>
                <a:lnTo>
                  <a:pt x="481" y="380"/>
                </a:lnTo>
                <a:lnTo>
                  <a:pt x="469" y="401"/>
                </a:lnTo>
                <a:lnTo>
                  <a:pt x="454" y="419"/>
                </a:lnTo>
                <a:lnTo>
                  <a:pt x="438" y="438"/>
                </a:lnTo>
                <a:lnTo>
                  <a:pt x="419" y="455"/>
                </a:lnTo>
                <a:lnTo>
                  <a:pt x="399" y="470"/>
                </a:lnTo>
                <a:lnTo>
                  <a:pt x="378" y="482"/>
                </a:lnTo>
                <a:lnTo>
                  <a:pt x="356" y="493"/>
                </a:lnTo>
                <a:lnTo>
                  <a:pt x="333" y="501"/>
                </a:lnTo>
                <a:lnTo>
                  <a:pt x="308" y="507"/>
                </a:lnTo>
                <a:lnTo>
                  <a:pt x="283" y="512"/>
                </a:lnTo>
                <a:lnTo>
                  <a:pt x="257" y="513"/>
                </a:lnTo>
                <a:lnTo>
                  <a:pt x="231" y="512"/>
                </a:lnTo>
                <a:lnTo>
                  <a:pt x="205" y="507"/>
                </a:lnTo>
                <a:lnTo>
                  <a:pt x="180" y="501"/>
                </a:lnTo>
                <a:lnTo>
                  <a:pt x="157" y="493"/>
                </a:lnTo>
                <a:lnTo>
                  <a:pt x="135" y="482"/>
                </a:lnTo>
                <a:lnTo>
                  <a:pt x="114" y="470"/>
                </a:lnTo>
                <a:lnTo>
                  <a:pt x="94" y="455"/>
                </a:lnTo>
                <a:lnTo>
                  <a:pt x="75" y="438"/>
                </a:lnTo>
                <a:lnTo>
                  <a:pt x="59" y="419"/>
                </a:lnTo>
                <a:lnTo>
                  <a:pt x="45" y="401"/>
                </a:lnTo>
                <a:lnTo>
                  <a:pt x="32" y="380"/>
                </a:lnTo>
                <a:lnTo>
                  <a:pt x="20" y="356"/>
                </a:lnTo>
                <a:lnTo>
                  <a:pt x="12" y="333"/>
                </a:lnTo>
                <a:lnTo>
                  <a:pt x="6" y="308"/>
                </a:lnTo>
                <a:lnTo>
                  <a:pt x="1" y="284"/>
                </a:lnTo>
                <a:lnTo>
                  <a:pt x="0" y="257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08" name="Freeform 213"/>
          <p:cNvSpPr>
            <a:spLocks/>
          </p:cNvSpPr>
          <p:nvPr/>
        </p:nvSpPr>
        <p:spPr bwMode="auto">
          <a:xfrm>
            <a:off x="7330080" y="4490955"/>
            <a:ext cx="220793" cy="203809"/>
          </a:xfrm>
          <a:custGeom>
            <a:avLst/>
            <a:gdLst>
              <a:gd name="T0" fmla="*/ 279929 w 513"/>
              <a:gd name="T1" fmla="*/ 64684394 h 513"/>
              <a:gd name="T2" fmla="*/ 3360202 w 513"/>
              <a:gd name="T3" fmla="*/ 50403218 h 513"/>
              <a:gd name="T4" fmla="*/ 8960363 w 513"/>
              <a:gd name="T5" fmla="*/ 37802678 h 513"/>
              <a:gd name="T6" fmla="*/ 16521082 w 513"/>
              <a:gd name="T7" fmla="*/ 26321857 h 513"/>
              <a:gd name="T8" fmla="*/ 26321760 w 513"/>
              <a:gd name="T9" fmla="*/ 16521143 h 513"/>
              <a:gd name="T10" fmla="*/ 37802010 w 513"/>
              <a:gd name="T11" fmla="*/ 8960396 h 513"/>
              <a:gd name="T12" fmla="*/ 50403032 w 513"/>
              <a:gd name="T13" fmla="*/ 3360215 h 513"/>
              <a:gd name="T14" fmla="*/ 64683627 w 513"/>
              <a:gd name="T15" fmla="*/ 279930 h 513"/>
              <a:gd name="T16" fmla="*/ 79244679 w 513"/>
              <a:gd name="T17" fmla="*/ 279930 h 513"/>
              <a:gd name="T18" fmla="*/ 93245345 w 513"/>
              <a:gd name="T19" fmla="*/ 3360215 h 513"/>
              <a:gd name="T20" fmla="*/ 105846368 w 513"/>
              <a:gd name="T21" fmla="*/ 8960396 h 513"/>
              <a:gd name="T22" fmla="*/ 117326617 w 513"/>
              <a:gd name="T23" fmla="*/ 16521143 h 513"/>
              <a:gd name="T24" fmla="*/ 127127295 w 513"/>
              <a:gd name="T25" fmla="*/ 26321857 h 513"/>
              <a:gd name="T26" fmla="*/ 134688014 w 513"/>
              <a:gd name="T27" fmla="*/ 37802678 h 513"/>
              <a:gd name="T28" fmla="*/ 140288175 w 513"/>
              <a:gd name="T29" fmla="*/ 50403218 h 513"/>
              <a:gd name="T30" fmla="*/ 143368448 w 513"/>
              <a:gd name="T31" fmla="*/ 64684394 h 513"/>
              <a:gd name="T32" fmla="*/ 143648377 w 513"/>
              <a:gd name="T33" fmla="*/ 71964683 h 513"/>
              <a:gd name="T34" fmla="*/ 141968276 w 513"/>
              <a:gd name="T35" fmla="*/ 86245859 h 513"/>
              <a:gd name="T36" fmla="*/ 138048217 w 513"/>
              <a:gd name="T37" fmla="*/ 99686717 h 513"/>
              <a:gd name="T38" fmla="*/ 131327812 w 513"/>
              <a:gd name="T39" fmla="*/ 112287257 h 513"/>
              <a:gd name="T40" fmla="*/ 122647378 w 513"/>
              <a:gd name="T41" fmla="*/ 122647830 h 513"/>
              <a:gd name="T42" fmla="*/ 111726457 w 513"/>
              <a:gd name="T43" fmla="*/ 131608755 h 513"/>
              <a:gd name="T44" fmla="*/ 99685821 w 513"/>
              <a:gd name="T45" fmla="*/ 138049254 h 513"/>
              <a:gd name="T46" fmla="*/ 86245012 w 513"/>
              <a:gd name="T47" fmla="*/ 141969328 h 513"/>
              <a:gd name="T48" fmla="*/ 71964417 w 513"/>
              <a:gd name="T49" fmla="*/ 143649435 h 513"/>
              <a:gd name="T50" fmla="*/ 57403365 w 513"/>
              <a:gd name="T51" fmla="*/ 141969328 h 513"/>
              <a:gd name="T52" fmla="*/ 43962557 w 513"/>
              <a:gd name="T53" fmla="*/ 138049254 h 513"/>
              <a:gd name="T54" fmla="*/ 31921920 w 513"/>
              <a:gd name="T55" fmla="*/ 131608755 h 513"/>
              <a:gd name="T56" fmla="*/ 21000999 w 513"/>
              <a:gd name="T57" fmla="*/ 122647830 h 513"/>
              <a:gd name="T58" fmla="*/ 12600493 w 513"/>
              <a:gd name="T59" fmla="*/ 112287257 h 513"/>
              <a:gd name="T60" fmla="*/ 5600161 w 513"/>
              <a:gd name="T61" fmla="*/ 99686717 h 513"/>
              <a:gd name="T62" fmla="*/ 1680101 w 513"/>
              <a:gd name="T63" fmla="*/ 86245859 h 513"/>
              <a:gd name="T64" fmla="*/ 0 w 513"/>
              <a:gd name="T65" fmla="*/ 71964683 h 513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513"/>
              <a:gd name="T100" fmla="*/ 0 h 513"/>
              <a:gd name="T101" fmla="*/ 513 w 513"/>
              <a:gd name="T102" fmla="*/ 513 h 513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513" h="513">
                <a:moveTo>
                  <a:pt x="0" y="257"/>
                </a:moveTo>
                <a:lnTo>
                  <a:pt x="1" y="231"/>
                </a:lnTo>
                <a:lnTo>
                  <a:pt x="6" y="205"/>
                </a:lnTo>
                <a:lnTo>
                  <a:pt x="12" y="180"/>
                </a:lnTo>
                <a:lnTo>
                  <a:pt x="20" y="157"/>
                </a:lnTo>
                <a:lnTo>
                  <a:pt x="32" y="135"/>
                </a:lnTo>
                <a:lnTo>
                  <a:pt x="45" y="114"/>
                </a:lnTo>
                <a:lnTo>
                  <a:pt x="59" y="94"/>
                </a:lnTo>
                <a:lnTo>
                  <a:pt x="75" y="75"/>
                </a:lnTo>
                <a:lnTo>
                  <a:pt x="94" y="59"/>
                </a:lnTo>
                <a:lnTo>
                  <a:pt x="114" y="45"/>
                </a:lnTo>
                <a:lnTo>
                  <a:pt x="135" y="32"/>
                </a:lnTo>
                <a:lnTo>
                  <a:pt x="157" y="20"/>
                </a:lnTo>
                <a:lnTo>
                  <a:pt x="180" y="12"/>
                </a:lnTo>
                <a:lnTo>
                  <a:pt x="205" y="6"/>
                </a:lnTo>
                <a:lnTo>
                  <a:pt x="231" y="1"/>
                </a:lnTo>
                <a:lnTo>
                  <a:pt x="257" y="0"/>
                </a:lnTo>
                <a:lnTo>
                  <a:pt x="283" y="1"/>
                </a:lnTo>
                <a:lnTo>
                  <a:pt x="308" y="6"/>
                </a:lnTo>
                <a:lnTo>
                  <a:pt x="333" y="12"/>
                </a:lnTo>
                <a:lnTo>
                  <a:pt x="356" y="20"/>
                </a:lnTo>
                <a:lnTo>
                  <a:pt x="378" y="32"/>
                </a:lnTo>
                <a:lnTo>
                  <a:pt x="399" y="45"/>
                </a:lnTo>
                <a:lnTo>
                  <a:pt x="419" y="59"/>
                </a:lnTo>
                <a:lnTo>
                  <a:pt x="438" y="75"/>
                </a:lnTo>
                <a:lnTo>
                  <a:pt x="454" y="94"/>
                </a:lnTo>
                <a:lnTo>
                  <a:pt x="469" y="114"/>
                </a:lnTo>
                <a:lnTo>
                  <a:pt x="481" y="135"/>
                </a:lnTo>
                <a:lnTo>
                  <a:pt x="493" y="157"/>
                </a:lnTo>
                <a:lnTo>
                  <a:pt x="501" y="180"/>
                </a:lnTo>
                <a:lnTo>
                  <a:pt x="507" y="205"/>
                </a:lnTo>
                <a:lnTo>
                  <a:pt x="512" y="231"/>
                </a:lnTo>
                <a:lnTo>
                  <a:pt x="513" y="257"/>
                </a:lnTo>
                <a:lnTo>
                  <a:pt x="512" y="284"/>
                </a:lnTo>
                <a:lnTo>
                  <a:pt x="507" y="308"/>
                </a:lnTo>
                <a:lnTo>
                  <a:pt x="501" y="333"/>
                </a:lnTo>
                <a:lnTo>
                  <a:pt x="493" y="356"/>
                </a:lnTo>
                <a:lnTo>
                  <a:pt x="481" y="380"/>
                </a:lnTo>
                <a:lnTo>
                  <a:pt x="469" y="401"/>
                </a:lnTo>
                <a:lnTo>
                  <a:pt x="454" y="419"/>
                </a:lnTo>
                <a:lnTo>
                  <a:pt x="438" y="438"/>
                </a:lnTo>
                <a:lnTo>
                  <a:pt x="419" y="455"/>
                </a:lnTo>
                <a:lnTo>
                  <a:pt x="399" y="470"/>
                </a:lnTo>
                <a:lnTo>
                  <a:pt x="378" y="482"/>
                </a:lnTo>
                <a:lnTo>
                  <a:pt x="356" y="493"/>
                </a:lnTo>
                <a:lnTo>
                  <a:pt x="333" y="501"/>
                </a:lnTo>
                <a:lnTo>
                  <a:pt x="308" y="507"/>
                </a:lnTo>
                <a:lnTo>
                  <a:pt x="283" y="512"/>
                </a:lnTo>
                <a:lnTo>
                  <a:pt x="257" y="513"/>
                </a:lnTo>
                <a:lnTo>
                  <a:pt x="231" y="512"/>
                </a:lnTo>
                <a:lnTo>
                  <a:pt x="205" y="507"/>
                </a:lnTo>
                <a:lnTo>
                  <a:pt x="180" y="501"/>
                </a:lnTo>
                <a:lnTo>
                  <a:pt x="157" y="493"/>
                </a:lnTo>
                <a:lnTo>
                  <a:pt x="135" y="482"/>
                </a:lnTo>
                <a:lnTo>
                  <a:pt x="114" y="470"/>
                </a:lnTo>
                <a:lnTo>
                  <a:pt x="94" y="455"/>
                </a:lnTo>
                <a:lnTo>
                  <a:pt x="75" y="438"/>
                </a:lnTo>
                <a:lnTo>
                  <a:pt x="59" y="419"/>
                </a:lnTo>
                <a:lnTo>
                  <a:pt x="45" y="401"/>
                </a:lnTo>
                <a:lnTo>
                  <a:pt x="32" y="380"/>
                </a:lnTo>
                <a:lnTo>
                  <a:pt x="20" y="356"/>
                </a:lnTo>
                <a:lnTo>
                  <a:pt x="12" y="333"/>
                </a:lnTo>
                <a:lnTo>
                  <a:pt x="6" y="308"/>
                </a:lnTo>
                <a:lnTo>
                  <a:pt x="1" y="284"/>
                </a:lnTo>
                <a:lnTo>
                  <a:pt x="0" y="257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09" name="Rectangle 214"/>
          <p:cNvSpPr>
            <a:spLocks noChangeArrowheads="1"/>
          </p:cNvSpPr>
          <p:nvPr/>
        </p:nvSpPr>
        <p:spPr bwMode="auto">
          <a:xfrm>
            <a:off x="7383016" y="4544588"/>
            <a:ext cx="112210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700" b="1">
                <a:solidFill>
                  <a:srgbClr val="000000"/>
                </a:solidFill>
                <a:latin typeface="돋움" pitchFamily="50" charset="-127"/>
                <a:ea typeface="돋움" pitchFamily="50" charset="-127"/>
              </a:rPr>
              <a:t>Rb</a:t>
            </a:r>
            <a:endParaRPr lang="en-US" altLang="ko-KR"/>
          </a:p>
        </p:txBody>
      </p:sp>
      <p:sp>
        <p:nvSpPr>
          <p:cNvPr id="210" name="Freeform 215"/>
          <p:cNvSpPr>
            <a:spLocks noEditPoints="1"/>
          </p:cNvSpPr>
          <p:nvPr/>
        </p:nvSpPr>
        <p:spPr bwMode="auto">
          <a:xfrm>
            <a:off x="5447526" y="4775811"/>
            <a:ext cx="1291" cy="1101285"/>
          </a:xfrm>
          <a:custGeom>
            <a:avLst/>
            <a:gdLst>
              <a:gd name="T0" fmla="*/ 0 w 3"/>
              <a:gd name="T1" fmla="*/ 19041004 h 2772"/>
              <a:gd name="T2" fmla="*/ 839523 w 3"/>
              <a:gd name="T3" fmla="*/ 559858 h 2772"/>
              <a:gd name="T4" fmla="*/ 0 w 3"/>
              <a:gd name="T5" fmla="*/ 48443092 h 2772"/>
              <a:gd name="T6" fmla="*/ 839523 w 3"/>
              <a:gd name="T7" fmla="*/ 29121629 h 2772"/>
              <a:gd name="T8" fmla="*/ 839523 w 3"/>
              <a:gd name="T9" fmla="*/ 77564721 h 2772"/>
              <a:gd name="T10" fmla="*/ 0 w 3"/>
              <a:gd name="T11" fmla="*/ 58243787 h 2772"/>
              <a:gd name="T12" fmla="*/ 839523 w 3"/>
              <a:gd name="T13" fmla="*/ 88205733 h 2772"/>
              <a:gd name="T14" fmla="*/ 0 w 3"/>
              <a:gd name="T15" fmla="*/ 106126492 h 2772"/>
              <a:gd name="T16" fmla="*/ 839523 w 3"/>
              <a:gd name="T17" fmla="*/ 88205733 h 2772"/>
              <a:gd name="T18" fmla="*/ 0 w 3"/>
              <a:gd name="T19" fmla="*/ 135808508 h 2772"/>
              <a:gd name="T20" fmla="*/ 839523 w 3"/>
              <a:gd name="T21" fmla="*/ 116766975 h 2772"/>
              <a:gd name="T22" fmla="*/ 839523 w 3"/>
              <a:gd name="T23" fmla="*/ 164930138 h 2772"/>
              <a:gd name="T24" fmla="*/ 0 w 3"/>
              <a:gd name="T25" fmla="*/ 145889133 h 2772"/>
              <a:gd name="T26" fmla="*/ 839523 w 3"/>
              <a:gd name="T27" fmla="*/ 193771838 h 2772"/>
              <a:gd name="T28" fmla="*/ 0 w 3"/>
              <a:gd name="T29" fmla="*/ 175571150 h 2772"/>
              <a:gd name="T30" fmla="*/ 839523 w 3"/>
              <a:gd name="T31" fmla="*/ 175571150 h 2772"/>
              <a:gd name="T32" fmla="*/ 0 w 3"/>
              <a:gd name="T33" fmla="*/ 223453854 h 2772"/>
              <a:gd name="T34" fmla="*/ 839523 w 3"/>
              <a:gd name="T35" fmla="*/ 204412850 h 2772"/>
              <a:gd name="T36" fmla="*/ 559682 w 3"/>
              <a:gd name="T37" fmla="*/ 252575483 h 2772"/>
              <a:gd name="T38" fmla="*/ 559682 w 3"/>
              <a:gd name="T39" fmla="*/ 233254550 h 2772"/>
              <a:gd name="T40" fmla="*/ 839523 w 3"/>
              <a:gd name="T41" fmla="*/ 281417183 h 2772"/>
              <a:gd name="T42" fmla="*/ 0 w 3"/>
              <a:gd name="T43" fmla="*/ 262656108 h 2772"/>
              <a:gd name="T44" fmla="*/ 839523 w 3"/>
              <a:gd name="T45" fmla="*/ 310259413 h 2772"/>
              <a:gd name="T46" fmla="*/ 0 w 3"/>
              <a:gd name="T47" fmla="*/ 292338125 h 2772"/>
              <a:gd name="T48" fmla="*/ 839523 w 3"/>
              <a:gd name="T49" fmla="*/ 321459754 h 2772"/>
              <a:gd name="T50" fmla="*/ 0 w 3"/>
              <a:gd name="T51" fmla="*/ 339381042 h 2772"/>
              <a:gd name="T52" fmla="*/ 839523 w 3"/>
              <a:gd name="T53" fmla="*/ 321459754 h 2772"/>
              <a:gd name="T54" fmla="*/ 559682 w 3"/>
              <a:gd name="T55" fmla="*/ 369342988 h 2772"/>
              <a:gd name="T56" fmla="*/ 559682 w 3"/>
              <a:gd name="T57" fmla="*/ 350021525 h 2772"/>
              <a:gd name="T58" fmla="*/ 839523 w 3"/>
              <a:gd name="T59" fmla="*/ 397904758 h 2772"/>
              <a:gd name="T60" fmla="*/ 0 w 3"/>
              <a:gd name="T61" fmla="*/ 379143683 h 2772"/>
              <a:gd name="T62" fmla="*/ 839523 w 3"/>
              <a:gd name="T63" fmla="*/ 408545242 h 2772"/>
              <a:gd name="T64" fmla="*/ 0 w 3"/>
              <a:gd name="T65" fmla="*/ 427026387 h 2772"/>
              <a:gd name="T66" fmla="*/ 839523 w 3"/>
              <a:gd name="T67" fmla="*/ 408545242 h 2772"/>
              <a:gd name="T68" fmla="*/ 0 w 3"/>
              <a:gd name="T69" fmla="*/ 456708404 h 2772"/>
              <a:gd name="T70" fmla="*/ 839523 w 3"/>
              <a:gd name="T71" fmla="*/ 437666871 h 2772"/>
              <a:gd name="T72" fmla="*/ 839523 w 3"/>
              <a:gd name="T73" fmla="*/ 485830033 h 2772"/>
              <a:gd name="T74" fmla="*/ 0 w 3"/>
              <a:gd name="T75" fmla="*/ 466789029 h 2772"/>
              <a:gd name="T76" fmla="*/ 839523 w 3"/>
              <a:gd name="T77" fmla="*/ 496190587 h 2772"/>
              <a:gd name="T78" fmla="*/ 0 w 3"/>
              <a:gd name="T79" fmla="*/ 514671733 h 2772"/>
              <a:gd name="T80" fmla="*/ 839523 w 3"/>
              <a:gd name="T81" fmla="*/ 496190587 h 2772"/>
              <a:gd name="T82" fmla="*/ 0 w 3"/>
              <a:gd name="T83" fmla="*/ 544073821 h 2772"/>
              <a:gd name="T84" fmla="*/ 839523 w 3"/>
              <a:gd name="T85" fmla="*/ 525592675 h 2772"/>
              <a:gd name="T86" fmla="*/ 559682 w 3"/>
              <a:gd name="T87" fmla="*/ 573475379 h 2772"/>
              <a:gd name="T88" fmla="*/ 559682 w 3"/>
              <a:gd name="T89" fmla="*/ 553874517 h 2772"/>
              <a:gd name="T90" fmla="*/ 839523 w 3"/>
              <a:gd name="T91" fmla="*/ 602597538 h 2772"/>
              <a:gd name="T92" fmla="*/ 0 w 3"/>
              <a:gd name="T93" fmla="*/ 583276075 h 2772"/>
              <a:gd name="T94" fmla="*/ 839523 w 3"/>
              <a:gd name="T95" fmla="*/ 612958092 h 2772"/>
              <a:gd name="T96" fmla="*/ 0 w 3"/>
              <a:gd name="T97" fmla="*/ 631159308 h 2772"/>
              <a:gd name="T98" fmla="*/ 839523 w 3"/>
              <a:gd name="T99" fmla="*/ 612958092 h 2772"/>
              <a:gd name="T100" fmla="*/ 0 w 3"/>
              <a:gd name="T101" fmla="*/ 660560867 h 2772"/>
              <a:gd name="T102" fmla="*/ 839523 w 3"/>
              <a:gd name="T103" fmla="*/ 641519863 h 2772"/>
              <a:gd name="T104" fmla="*/ 559682 w 3"/>
              <a:gd name="T105" fmla="*/ 690242883 h 2772"/>
              <a:gd name="T106" fmla="*/ 559682 w 3"/>
              <a:gd name="T107" fmla="*/ 670641492 h 2772"/>
              <a:gd name="T108" fmla="*/ 839523 w 3"/>
              <a:gd name="T109" fmla="*/ 719084583 h 2772"/>
              <a:gd name="T110" fmla="*/ 0 w 3"/>
              <a:gd name="T111" fmla="*/ 700043579 h 2772"/>
              <a:gd name="T112" fmla="*/ 839523 w 3"/>
              <a:gd name="T113" fmla="*/ 729445138 h 2772"/>
              <a:gd name="T114" fmla="*/ 0 w 3"/>
              <a:gd name="T115" fmla="*/ 747926283 h 2772"/>
              <a:gd name="T116" fmla="*/ 839523 w 3"/>
              <a:gd name="T117" fmla="*/ 729445138 h 2772"/>
              <a:gd name="T118" fmla="*/ 559682 w 3"/>
              <a:gd name="T119" fmla="*/ 776208125 h 2772"/>
              <a:gd name="T120" fmla="*/ 559682 w 3"/>
              <a:gd name="T121" fmla="*/ 758006908 h 2772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w 3"/>
              <a:gd name="T184" fmla="*/ 0 h 2772"/>
              <a:gd name="T185" fmla="*/ 3 w 3"/>
              <a:gd name="T186" fmla="*/ 2772 h 2772"/>
            </a:gdLst>
            <a:ahLst/>
            <a:cxnLst>
              <a:cxn ang="T122">
                <a:pos x="T0" y="T1"/>
              </a:cxn>
              <a:cxn ang="T123">
                <a:pos x="T2" y="T3"/>
              </a:cxn>
              <a:cxn ang="T124">
                <a:pos x="T4" y="T5"/>
              </a:cxn>
              <a:cxn ang="T125">
                <a:pos x="T6" y="T7"/>
              </a:cxn>
              <a:cxn ang="T126">
                <a:pos x="T8" y="T9"/>
              </a:cxn>
              <a:cxn ang="T127">
                <a:pos x="T10" y="T11"/>
              </a:cxn>
              <a:cxn ang="T128">
                <a:pos x="T12" y="T13"/>
              </a:cxn>
              <a:cxn ang="T129">
                <a:pos x="T14" y="T15"/>
              </a:cxn>
              <a:cxn ang="T130">
                <a:pos x="T16" y="T17"/>
              </a:cxn>
              <a:cxn ang="T131">
                <a:pos x="T18" y="T19"/>
              </a:cxn>
              <a:cxn ang="T132">
                <a:pos x="T20" y="T21"/>
              </a:cxn>
              <a:cxn ang="T133">
                <a:pos x="T22" y="T23"/>
              </a:cxn>
              <a:cxn ang="T134">
                <a:pos x="T24" y="T25"/>
              </a:cxn>
              <a:cxn ang="T135">
                <a:pos x="T26" y="T27"/>
              </a:cxn>
              <a:cxn ang="T136">
                <a:pos x="T28" y="T29"/>
              </a:cxn>
              <a:cxn ang="T137">
                <a:pos x="T30" y="T31"/>
              </a:cxn>
              <a:cxn ang="T138">
                <a:pos x="T32" y="T33"/>
              </a:cxn>
              <a:cxn ang="T139">
                <a:pos x="T34" y="T35"/>
              </a:cxn>
              <a:cxn ang="T140">
                <a:pos x="T36" y="T37"/>
              </a:cxn>
              <a:cxn ang="T141">
                <a:pos x="T38" y="T39"/>
              </a:cxn>
              <a:cxn ang="T142">
                <a:pos x="T40" y="T41"/>
              </a:cxn>
              <a:cxn ang="T143">
                <a:pos x="T42" y="T43"/>
              </a:cxn>
              <a:cxn ang="T144">
                <a:pos x="T44" y="T45"/>
              </a:cxn>
              <a:cxn ang="T145">
                <a:pos x="T46" y="T47"/>
              </a:cxn>
              <a:cxn ang="T146">
                <a:pos x="T48" y="T49"/>
              </a:cxn>
              <a:cxn ang="T147">
                <a:pos x="T50" y="T51"/>
              </a:cxn>
              <a:cxn ang="T148">
                <a:pos x="T52" y="T53"/>
              </a:cxn>
              <a:cxn ang="T149">
                <a:pos x="T54" y="T55"/>
              </a:cxn>
              <a:cxn ang="T150">
                <a:pos x="T56" y="T57"/>
              </a:cxn>
              <a:cxn ang="T151">
                <a:pos x="T58" y="T59"/>
              </a:cxn>
              <a:cxn ang="T152">
                <a:pos x="T60" y="T61"/>
              </a:cxn>
              <a:cxn ang="T153">
                <a:pos x="T62" y="T63"/>
              </a:cxn>
              <a:cxn ang="T154">
                <a:pos x="T64" y="T65"/>
              </a:cxn>
              <a:cxn ang="T155">
                <a:pos x="T66" y="T67"/>
              </a:cxn>
              <a:cxn ang="T156">
                <a:pos x="T68" y="T69"/>
              </a:cxn>
              <a:cxn ang="T157">
                <a:pos x="T70" y="T71"/>
              </a:cxn>
              <a:cxn ang="T158">
                <a:pos x="T72" y="T73"/>
              </a:cxn>
              <a:cxn ang="T159">
                <a:pos x="T74" y="T75"/>
              </a:cxn>
              <a:cxn ang="T160">
                <a:pos x="T76" y="T77"/>
              </a:cxn>
              <a:cxn ang="T161">
                <a:pos x="T78" y="T79"/>
              </a:cxn>
              <a:cxn ang="T162">
                <a:pos x="T80" y="T81"/>
              </a:cxn>
              <a:cxn ang="T163">
                <a:pos x="T82" y="T83"/>
              </a:cxn>
              <a:cxn ang="T164">
                <a:pos x="T84" y="T85"/>
              </a:cxn>
              <a:cxn ang="T165">
                <a:pos x="T86" y="T87"/>
              </a:cxn>
              <a:cxn ang="T166">
                <a:pos x="T88" y="T89"/>
              </a:cxn>
              <a:cxn ang="T167">
                <a:pos x="T90" y="T91"/>
              </a:cxn>
              <a:cxn ang="T168">
                <a:pos x="T92" y="T93"/>
              </a:cxn>
              <a:cxn ang="T169">
                <a:pos x="T94" y="T95"/>
              </a:cxn>
              <a:cxn ang="T170">
                <a:pos x="T96" y="T97"/>
              </a:cxn>
              <a:cxn ang="T171">
                <a:pos x="T98" y="T99"/>
              </a:cxn>
              <a:cxn ang="T172">
                <a:pos x="T100" y="T101"/>
              </a:cxn>
              <a:cxn ang="T173">
                <a:pos x="T102" y="T103"/>
              </a:cxn>
              <a:cxn ang="T174">
                <a:pos x="T104" y="T105"/>
              </a:cxn>
              <a:cxn ang="T175">
                <a:pos x="T106" y="T107"/>
              </a:cxn>
              <a:cxn ang="T176">
                <a:pos x="T108" y="T109"/>
              </a:cxn>
              <a:cxn ang="T177">
                <a:pos x="T110" y="T111"/>
              </a:cxn>
              <a:cxn ang="T178">
                <a:pos x="T112" y="T113"/>
              </a:cxn>
              <a:cxn ang="T179">
                <a:pos x="T114" y="T115"/>
              </a:cxn>
              <a:cxn ang="T180">
                <a:pos x="T116" y="T117"/>
              </a:cxn>
              <a:cxn ang="T181">
                <a:pos x="T118" y="T119"/>
              </a:cxn>
              <a:cxn ang="T182">
                <a:pos x="T120" y="T121"/>
              </a:cxn>
            </a:cxnLst>
            <a:rect l="T183" t="T184" r="T185" b="T186"/>
            <a:pathLst>
              <a:path w="3" h="2772">
                <a:moveTo>
                  <a:pt x="3" y="2"/>
                </a:moveTo>
                <a:lnTo>
                  <a:pt x="3" y="68"/>
                </a:lnTo>
                <a:lnTo>
                  <a:pt x="2" y="69"/>
                </a:lnTo>
                <a:lnTo>
                  <a:pt x="0" y="69"/>
                </a:lnTo>
                <a:lnTo>
                  <a:pt x="0" y="68"/>
                </a:lnTo>
                <a:lnTo>
                  <a:pt x="0" y="2"/>
                </a:lnTo>
                <a:lnTo>
                  <a:pt x="0" y="1"/>
                </a:lnTo>
                <a:lnTo>
                  <a:pt x="2" y="0"/>
                </a:lnTo>
                <a:lnTo>
                  <a:pt x="3" y="2"/>
                </a:lnTo>
                <a:close/>
                <a:moveTo>
                  <a:pt x="3" y="106"/>
                </a:moveTo>
                <a:lnTo>
                  <a:pt x="3" y="171"/>
                </a:lnTo>
                <a:lnTo>
                  <a:pt x="3" y="173"/>
                </a:lnTo>
                <a:lnTo>
                  <a:pt x="2" y="173"/>
                </a:lnTo>
                <a:lnTo>
                  <a:pt x="0" y="173"/>
                </a:lnTo>
                <a:lnTo>
                  <a:pt x="0" y="171"/>
                </a:lnTo>
                <a:lnTo>
                  <a:pt x="0" y="106"/>
                </a:lnTo>
                <a:lnTo>
                  <a:pt x="0" y="104"/>
                </a:lnTo>
                <a:lnTo>
                  <a:pt x="2" y="104"/>
                </a:lnTo>
                <a:lnTo>
                  <a:pt x="3" y="104"/>
                </a:lnTo>
                <a:lnTo>
                  <a:pt x="3" y="106"/>
                </a:lnTo>
                <a:close/>
                <a:moveTo>
                  <a:pt x="3" y="211"/>
                </a:moveTo>
                <a:lnTo>
                  <a:pt x="3" y="275"/>
                </a:lnTo>
                <a:lnTo>
                  <a:pt x="3" y="277"/>
                </a:lnTo>
                <a:lnTo>
                  <a:pt x="2" y="277"/>
                </a:lnTo>
                <a:lnTo>
                  <a:pt x="0" y="277"/>
                </a:lnTo>
                <a:lnTo>
                  <a:pt x="0" y="275"/>
                </a:lnTo>
                <a:lnTo>
                  <a:pt x="0" y="211"/>
                </a:lnTo>
                <a:lnTo>
                  <a:pt x="0" y="208"/>
                </a:lnTo>
                <a:lnTo>
                  <a:pt x="2" y="208"/>
                </a:lnTo>
                <a:lnTo>
                  <a:pt x="3" y="208"/>
                </a:lnTo>
                <a:lnTo>
                  <a:pt x="3" y="211"/>
                </a:lnTo>
                <a:close/>
                <a:moveTo>
                  <a:pt x="3" y="315"/>
                </a:moveTo>
                <a:lnTo>
                  <a:pt x="3" y="379"/>
                </a:lnTo>
                <a:lnTo>
                  <a:pt x="3" y="382"/>
                </a:lnTo>
                <a:lnTo>
                  <a:pt x="2" y="382"/>
                </a:lnTo>
                <a:lnTo>
                  <a:pt x="0" y="382"/>
                </a:lnTo>
                <a:lnTo>
                  <a:pt x="0" y="379"/>
                </a:lnTo>
                <a:lnTo>
                  <a:pt x="0" y="315"/>
                </a:lnTo>
                <a:lnTo>
                  <a:pt x="0" y="313"/>
                </a:lnTo>
                <a:lnTo>
                  <a:pt x="2" y="313"/>
                </a:lnTo>
                <a:lnTo>
                  <a:pt x="3" y="313"/>
                </a:lnTo>
                <a:lnTo>
                  <a:pt x="3" y="315"/>
                </a:lnTo>
                <a:close/>
                <a:moveTo>
                  <a:pt x="3" y="419"/>
                </a:moveTo>
                <a:lnTo>
                  <a:pt x="3" y="484"/>
                </a:lnTo>
                <a:lnTo>
                  <a:pt x="2" y="486"/>
                </a:lnTo>
                <a:lnTo>
                  <a:pt x="0" y="485"/>
                </a:lnTo>
                <a:lnTo>
                  <a:pt x="0" y="484"/>
                </a:lnTo>
                <a:lnTo>
                  <a:pt x="0" y="419"/>
                </a:lnTo>
                <a:lnTo>
                  <a:pt x="0" y="417"/>
                </a:lnTo>
                <a:lnTo>
                  <a:pt x="2" y="417"/>
                </a:lnTo>
                <a:lnTo>
                  <a:pt x="3" y="417"/>
                </a:lnTo>
                <a:lnTo>
                  <a:pt x="3" y="419"/>
                </a:lnTo>
                <a:close/>
                <a:moveTo>
                  <a:pt x="3" y="522"/>
                </a:moveTo>
                <a:lnTo>
                  <a:pt x="3" y="588"/>
                </a:lnTo>
                <a:lnTo>
                  <a:pt x="3" y="589"/>
                </a:lnTo>
                <a:lnTo>
                  <a:pt x="2" y="590"/>
                </a:lnTo>
                <a:lnTo>
                  <a:pt x="0" y="589"/>
                </a:lnTo>
                <a:lnTo>
                  <a:pt x="0" y="588"/>
                </a:lnTo>
                <a:lnTo>
                  <a:pt x="0" y="522"/>
                </a:lnTo>
                <a:lnTo>
                  <a:pt x="0" y="521"/>
                </a:lnTo>
                <a:lnTo>
                  <a:pt x="2" y="521"/>
                </a:lnTo>
                <a:lnTo>
                  <a:pt x="3" y="522"/>
                </a:lnTo>
                <a:close/>
                <a:moveTo>
                  <a:pt x="3" y="627"/>
                </a:moveTo>
                <a:lnTo>
                  <a:pt x="3" y="692"/>
                </a:lnTo>
                <a:lnTo>
                  <a:pt x="3" y="693"/>
                </a:lnTo>
                <a:lnTo>
                  <a:pt x="2" y="695"/>
                </a:lnTo>
                <a:lnTo>
                  <a:pt x="0" y="693"/>
                </a:lnTo>
                <a:lnTo>
                  <a:pt x="0" y="692"/>
                </a:lnTo>
                <a:lnTo>
                  <a:pt x="0" y="627"/>
                </a:lnTo>
                <a:lnTo>
                  <a:pt x="0" y="625"/>
                </a:lnTo>
                <a:lnTo>
                  <a:pt x="2" y="624"/>
                </a:lnTo>
                <a:lnTo>
                  <a:pt x="3" y="625"/>
                </a:lnTo>
                <a:lnTo>
                  <a:pt x="3" y="627"/>
                </a:lnTo>
                <a:close/>
                <a:moveTo>
                  <a:pt x="3" y="731"/>
                </a:moveTo>
                <a:lnTo>
                  <a:pt x="3" y="796"/>
                </a:lnTo>
                <a:lnTo>
                  <a:pt x="3" y="798"/>
                </a:lnTo>
                <a:lnTo>
                  <a:pt x="2" y="799"/>
                </a:lnTo>
                <a:lnTo>
                  <a:pt x="0" y="798"/>
                </a:lnTo>
                <a:lnTo>
                  <a:pt x="0" y="796"/>
                </a:lnTo>
                <a:lnTo>
                  <a:pt x="0" y="731"/>
                </a:lnTo>
                <a:lnTo>
                  <a:pt x="0" y="730"/>
                </a:lnTo>
                <a:lnTo>
                  <a:pt x="2" y="728"/>
                </a:lnTo>
                <a:lnTo>
                  <a:pt x="3" y="730"/>
                </a:lnTo>
                <a:lnTo>
                  <a:pt x="3" y="731"/>
                </a:lnTo>
                <a:close/>
                <a:moveTo>
                  <a:pt x="3" y="835"/>
                </a:moveTo>
                <a:lnTo>
                  <a:pt x="3" y="901"/>
                </a:lnTo>
                <a:lnTo>
                  <a:pt x="2" y="902"/>
                </a:lnTo>
                <a:lnTo>
                  <a:pt x="0" y="902"/>
                </a:lnTo>
                <a:lnTo>
                  <a:pt x="0" y="901"/>
                </a:lnTo>
                <a:lnTo>
                  <a:pt x="0" y="835"/>
                </a:lnTo>
                <a:lnTo>
                  <a:pt x="0" y="834"/>
                </a:lnTo>
                <a:lnTo>
                  <a:pt x="2" y="833"/>
                </a:lnTo>
                <a:lnTo>
                  <a:pt x="3" y="834"/>
                </a:lnTo>
                <a:lnTo>
                  <a:pt x="3" y="835"/>
                </a:lnTo>
                <a:close/>
                <a:moveTo>
                  <a:pt x="3" y="939"/>
                </a:moveTo>
                <a:lnTo>
                  <a:pt x="3" y="1005"/>
                </a:lnTo>
                <a:lnTo>
                  <a:pt x="2" y="1006"/>
                </a:lnTo>
                <a:lnTo>
                  <a:pt x="0" y="1006"/>
                </a:lnTo>
                <a:lnTo>
                  <a:pt x="0" y="1005"/>
                </a:lnTo>
                <a:lnTo>
                  <a:pt x="0" y="939"/>
                </a:lnTo>
                <a:lnTo>
                  <a:pt x="0" y="938"/>
                </a:lnTo>
                <a:lnTo>
                  <a:pt x="2" y="937"/>
                </a:lnTo>
                <a:lnTo>
                  <a:pt x="3" y="939"/>
                </a:lnTo>
                <a:close/>
                <a:moveTo>
                  <a:pt x="3" y="1044"/>
                </a:moveTo>
                <a:lnTo>
                  <a:pt x="3" y="1108"/>
                </a:lnTo>
                <a:lnTo>
                  <a:pt x="3" y="1110"/>
                </a:lnTo>
                <a:lnTo>
                  <a:pt x="2" y="1110"/>
                </a:lnTo>
                <a:lnTo>
                  <a:pt x="0" y="1110"/>
                </a:lnTo>
                <a:lnTo>
                  <a:pt x="0" y="1108"/>
                </a:lnTo>
                <a:lnTo>
                  <a:pt x="0" y="1044"/>
                </a:lnTo>
                <a:lnTo>
                  <a:pt x="0" y="1042"/>
                </a:lnTo>
                <a:lnTo>
                  <a:pt x="2" y="1041"/>
                </a:lnTo>
                <a:lnTo>
                  <a:pt x="3" y="1044"/>
                </a:lnTo>
                <a:close/>
                <a:moveTo>
                  <a:pt x="3" y="1148"/>
                </a:moveTo>
                <a:lnTo>
                  <a:pt x="3" y="1212"/>
                </a:lnTo>
                <a:lnTo>
                  <a:pt x="3" y="1215"/>
                </a:lnTo>
                <a:lnTo>
                  <a:pt x="2" y="1215"/>
                </a:lnTo>
                <a:lnTo>
                  <a:pt x="0" y="1215"/>
                </a:lnTo>
                <a:lnTo>
                  <a:pt x="0" y="1212"/>
                </a:lnTo>
                <a:lnTo>
                  <a:pt x="0" y="1148"/>
                </a:lnTo>
                <a:lnTo>
                  <a:pt x="0" y="1146"/>
                </a:lnTo>
                <a:lnTo>
                  <a:pt x="2" y="1146"/>
                </a:lnTo>
                <a:lnTo>
                  <a:pt x="3" y="1146"/>
                </a:lnTo>
                <a:lnTo>
                  <a:pt x="3" y="1148"/>
                </a:lnTo>
                <a:close/>
                <a:moveTo>
                  <a:pt x="3" y="1252"/>
                </a:moveTo>
                <a:lnTo>
                  <a:pt x="3" y="1317"/>
                </a:lnTo>
                <a:lnTo>
                  <a:pt x="3" y="1319"/>
                </a:lnTo>
                <a:lnTo>
                  <a:pt x="2" y="1319"/>
                </a:lnTo>
                <a:lnTo>
                  <a:pt x="0" y="1319"/>
                </a:lnTo>
                <a:lnTo>
                  <a:pt x="0" y="1317"/>
                </a:lnTo>
                <a:lnTo>
                  <a:pt x="0" y="1252"/>
                </a:lnTo>
                <a:lnTo>
                  <a:pt x="0" y="1250"/>
                </a:lnTo>
                <a:lnTo>
                  <a:pt x="2" y="1250"/>
                </a:lnTo>
                <a:lnTo>
                  <a:pt x="3" y="1250"/>
                </a:lnTo>
                <a:lnTo>
                  <a:pt x="3" y="1252"/>
                </a:lnTo>
                <a:close/>
                <a:moveTo>
                  <a:pt x="3" y="1356"/>
                </a:moveTo>
                <a:lnTo>
                  <a:pt x="3" y="1421"/>
                </a:lnTo>
                <a:lnTo>
                  <a:pt x="2" y="1423"/>
                </a:lnTo>
                <a:lnTo>
                  <a:pt x="0" y="1422"/>
                </a:lnTo>
                <a:lnTo>
                  <a:pt x="0" y="1421"/>
                </a:lnTo>
                <a:lnTo>
                  <a:pt x="0" y="1356"/>
                </a:lnTo>
                <a:lnTo>
                  <a:pt x="0" y="1354"/>
                </a:lnTo>
                <a:lnTo>
                  <a:pt x="2" y="1354"/>
                </a:lnTo>
                <a:lnTo>
                  <a:pt x="3" y="1354"/>
                </a:lnTo>
                <a:lnTo>
                  <a:pt x="3" y="1356"/>
                </a:lnTo>
                <a:close/>
                <a:moveTo>
                  <a:pt x="3" y="1459"/>
                </a:moveTo>
                <a:lnTo>
                  <a:pt x="3" y="1525"/>
                </a:lnTo>
                <a:lnTo>
                  <a:pt x="3" y="1526"/>
                </a:lnTo>
                <a:lnTo>
                  <a:pt x="2" y="1527"/>
                </a:lnTo>
                <a:lnTo>
                  <a:pt x="0" y="1526"/>
                </a:lnTo>
                <a:lnTo>
                  <a:pt x="0" y="1525"/>
                </a:lnTo>
                <a:lnTo>
                  <a:pt x="0" y="1459"/>
                </a:lnTo>
                <a:lnTo>
                  <a:pt x="0" y="1458"/>
                </a:lnTo>
                <a:lnTo>
                  <a:pt x="2" y="1458"/>
                </a:lnTo>
                <a:lnTo>
                  <a:pt x="3" y="1459"/>
                </a:lnTo>
                <a:close/>
                <a:moveTo>
                  <a:pt x="3" y="1564"/>
                </a:moveTo>
                <a:lnTo>
                  <a:pt x="3" y="1629"/>
                </a:lnTo>
                <a:lnTo>
                  <a:pt x="3" y="1631"/>
                </a:lnTo>
                <a:lnTo>
                  <a:pt x="2" y="1632"/>
                </a:lnTo>
                <a:lnTo>
                  <a:pt x="0" y="1631"/>
                </a:lnTo>
                <a:lnTo>
                  <a:pt x="0" y="1629"/>
                </a:lnTo>
                <a:lnTo>
                  <a:pt x="0" y="1564"/>
                </a:lnTo>
                <a:lnTo>
                  <a:pt x="0" y="1563"/>
                </a:lnTo>
                <a:lnTo>
                  <a:pt x="2" y="1561"/>
                </a:lnTo>
                <a:lnTo>
                  <a:pt x="3" y="1563"/>
                </a:lnTo>
                <a:lnTo>
                  <a:pt x="3" y="1564"/>
                </a:lnTo>
                <a:close/>
                <a:moveTo>
                  <a:pt x="3" y="1668"/>
                </a:moveTo>
                <a:lnTo>
                  <a:pt x="3" y="1734"/>
                </a:lnTo>
                <a:lnTo>
                  <a:pt x="3" y="1735"/>
                </a:lnTo>
                <a:lnTo>
                  <a:pt x="2" y="1736"/>
                </a:lnTo>
                <a:lnTo>
                  <a:pt x="0" y="1735"/>
                </a:lnTo>
                <a:lnTo>
                  <a:pt x="0" y="1734"/>
                </a:lnTo>
                <a:lnTo>
                  <a:pt x="0" y="1668"/>
                </a:lnTo>
                <a:lnTo>
                  <a:pt x="0" y="1667"/>
                </a:lnTo>
                <a:lnTo>
                  <a:pt x="2" y="1666"/>
                </a:lnTo>
                <a:lnTo>
                  <a:pt x="3" y="1667"/>
                </a:lnTo>
                <a:lnTo>
                  <a:pt x="3" y="1668"/>
                </a:lnTo>
                <a:close/>
                <a:moveTo>
                  <a:pt x="3" y="1772"/>
                </a:moveTo>
                <a:lnTo>
                  <a:pt x="3" y="1838"/>
                </a:lnTo>
                <a:lnTo>
                  <a:pt x="3" y="1839"/>
                </a:lnTo>
                <a:lnTo>
                  <a:pt x="2" y="1840"/>
                </a:lnTo>
                <a:lnTo>
                  <a:pt x="0" y="1839"/>
                </a:lnTo>
                <a:lnTo>
                  <a:pt x="0" y="1838"/>
                </a:lnTo>
                <a:lnTo>
                  <a:pt x="0" y="1772"/>
                </a:lnTo>
                <a:lnTo>
                  <a:pt x="0" y="1771"/>
                </a:lnTo>
                <a:lnTo>
                  <a:pt x="2" y="1770"/>
                </a:lnTo>
                <a:lnTo>
                  <a:pt x="3" y="1771"/>
                </a:lnTo>
                <a:lnTo>
                  <a:pt x="3" y="1772"/>
                </a:lnTo>
                <a:close/>
                <a:moveTo>
                  <a:pt x="3" y="1877"/>
                </a:moveTo>
                <a:lnTo>
                  <a:pt x="3" y="1942"/>
                </a:lnTo>
                <a:lnTo>
                  <a:pt x="2" y="1943"/>
                </a:lnTo>
                <a:lnTo>
                  <a:pt x="0" y="1943"/>
                </a:lnTo>
                <a:lnTo>
                  <a:pt x="0" y="1942"/>
                </a:lnTo>
                <a:lnTo>
                  <a:pt x="0" y="1877"/>
                </a:lnTo>
                <a:lnTo>
                  <a:pt x="0" y="1875"/>
                </a:lnTo>
                <a:lnTo>
                  <a:pt x="2" y="1874"/>
                </a:lnTo>
                <a:lnTo>
                  <a:pt x="3" y="1877"/>
                </a:lnTo>
                <a:close/>
                <a:moveTo>
                  <a:pt x="3" y="1981"/>
                </a:moveTo>
                <a:lnTo>
                  <a:pt x="3" y="2045"/>
                </a:lnTo>
                <a:lnTo>
                  <a:pt x="3" y="2048"/>
                </a:lnTo>
                <a:lnTo>
                  <a:pt x="2" y="2048"/>
                </a:lnTo>
                <a:lnTo>
                  <a:pt x="0" y="2048"/>
                </a:lnTo>
                <a:lnTo>
                  <a:pt x="0" y="2045"/>
                </a:lnTo>
                <a:lnTo>
                  <a:pt x="0" y="1981"/>
                </a:lnTo>
                <a:lnTo>
                  <a:pt x="0" y="1980"/>
                </a:lnTo>
                <a:lnTo>
                  <a:pt x="2" y="1978"/>
                </a:lnTo>
                <a:lnTo>
                  <a:pt x="3" y="1981"/>
                </a:lnTo>
                <a:close/>
                <a:moveTo>
                  <a:pt x="3" y="2085"/>
                </a:moveTo>
                <a:lnTo>
                  <a:pt x="3" y="2149"/>
                </a:lnTo>
                <a:lnTo>
                  <a:pt x="3" y="2152"/>
                </a:lnTo>
                <a:lnTo>
                  <a:pt x="2" y="2152"/>
                </a:lnTo>
                <a:lnTo>
                  <a:pt x="0" y="2152"/>
                </a:lnTo>
                <a:lnTo>
                  <a:pt x="0" y="2149"/>
                </a:lnTo>
                <a:lnTo>
                  <a:pt x="0" y="2085"/>
                </a:lnTo>
                <a:lnTo>
                  <a:pt x="0" y="2083"/>
                </a:lnTo>
                <a:lnTo>
                  <a:pt x="2" y="2083"/>
                </a:lnTo>
                <a:lnTo>
                  <a:pt x="3" y="2083"/>
                </a:lnTo>
                <a:lnTo>
                  <a:pt x="3" y="2085"/>
                </a:lnTo>
                <a:close/>
                <a:moveTo>
                  <a:pt x="3" y="2189"/>
                </a:moveTo>
                <a:lnTo>
                  <a:pt x="3" y="2254"/>
                </a:lnTo>
                <a:lnTo>
                  <a:pt x="3" y="2256"/>
                </a:lnTo>
                <a:lnTo>
                  <a:pt x="2" y="2256"/>
                </a:lnTo>
                <a:lnTo>
                  <a:pt x="0" y="2256"/>
                </a:lnTo>
                <a:lnTo>
                  <a:pt x="0" y="2254"/>
                </a:lnTo>
                <a:lnTo>
                  <a:pt x="0" y="2189"/>
                </a:lnTo>
                <a:lnTo>
                  <a:pt x="0" y="2187"/>
                </a:lnTo>
                <a:lnTo>
                  <a:pt x="2" y="2187"/>
                </a:lnTo>
                <a:lnTo>
                  <a:pt x="3" y="2187"/>
                </a:lnTo>
                <a:lnTo>
                  <a:pt x="3" y="2189"/>
                </a:lnTo>
                <a:close/>
                <a:moveTo>
                  <a:pt x="3" y="2294"/>
                </a:moveTo>
                <a:lnTo>
                  <a:pt x="3" y="2358"/>
                </a:lnTo>
                <a:lnTo>
                  <a:pt x="2" y="2360"/>
                </a:lnTo>
                <a:lnTo>
                  <a:pt x="0" y="2359"/>
                </a:lnTo>
                <a:lnTo>
                  <a:pt x="0" y="2358"/>
                </a:lnTo>
                <a:lnTo>
                  <a:pt x="0" y="2294"/>
                </a:lnTo>
                <a:lnTo>
                  <a:pt x="0" y="2291"/>
                </a:lnTo>
                <a:lnTo>
                  <a:pt x="2" y="2291"/>
                </a:lnTo>
                <a:lnTo>
                  <a:pt x="3" y="2291"/>
                </a:lnTo>
                <a:lnTo>
                  <a:pt x="3" y="2294"/>
                </a:lnTo>
                <a:close/>
                <a:moveTo>
                  <a:pt x="3" y="2397"/>
                </a:moveTo>
                <a:lnTo>
                  <a:pt x="3" y="2462"/>
                </a:lnTo>
                <a:lnTo>
                  <a:pt x="2" y="2465"/>
                </a:lnTo>
                <a:lnTo>
                  <a:pt x="0" y="2463"/>
                </a:lnTo>
                <a:lnTo>
                  <a:pt x="0" y="2462"/>
                </a:lnTo>
                <a:lnTo>
                  <a:pt x="0" y="2397"/>
                </a:lnTo>
                <a:lnTo>
                  <a:pt x="0" y="2395"/>
                </a:lnTo>
                <a:lnTo>
                  <a:pt x="2" y="2395"/>
                </a:lnTo>
                <a:lnTo>
                  <a:pt x="3" y="2397"/>
                </a:lnTo>
                <a:close/>
                <a:moveTo>
                  <a:pt x="3" y="2501"/>
                </a:moveTo>
                <a:lnTo>
                  <a:pt x="3" y="2567"/>
                </a:lnTo>
                <a:lnTo>
                  <a:pt x="3" y="2568"/>
                </a:lnTo>
                <a:lnTo>
                  <a:pt x="2" y="2569"/>
                </a:lnTo>
                <a:lnTo>
                  <a:pt x="0" y="2568"/>
                </a:lnTo>
                <a:lnTo>
                  <a:pt x="0" y="2567"/>
                </a:lnTo>
                <a:lnTo>
                  <a:pt x="0" y="2501"/>
                </a:lnTo>
                <a:lnTo>
                  <a:pt x="0" y="2500"/>
                </a:lnTo>
                <a:lnTo>
                  <a:pt x="2" y="2499"/>
                </a:lnTo>
                <a:lnTo>
                  <a:pt x="3" y="2500"/>
                </a:lnTo>
                <a:lnTo>
                  <a:pt x="3" y="2501"/>
                </a:lnTo>
                <a:close/>
                <a:moveTo>
                  <a:pt x="3" y="2605"/>
                </a:moveTo>
                <a:lnTo>
                  <a:pt x="3" y="2671"/>
                </a:lnTo>
                <a:lnTo>
                  <a:pt x="3" y="2672"/>
                </a:lnTo>
                <a:lnTo>
                  <a:pt x="2" y="2673"/>
                </a:lnTo>
                <a:lnTo>
                  <a:pt x="0" y="2672"/>
                </a:lnTo>
                <a:lnTo>
                  <a:pt x="0" y="2671"/>
                </a:lnTo>
                <a:lnTo>
                  <a:pt x="0" y="2605"/>
                </a:lnTo>
                <a:lnTo>
                  <a:pt x="0" y="2604"/>
                </a:lnTo>
                <a:lnTo>
                  <a:pt x="2" y="2603"/>
                </a:lnTo>
                <a:lnTo>
                  <a:pt x="3" y="2604"/>
                </a:lnTo>
                <a:lnTo>
                  <a:pt x="3" y="2605"/>
                </a:lnTo>
                <a:close/>
                <a:moveTo>
                  <a:pt x="3" y="2709"/>
                </a:moveTo>
                <a:lnTo>
                  <a:pt x="3" y="2769"/>
                </a:lnTo>
                <a:lnTo>
                  <a:pt x="3" y="2772"/>
                </a:lnTo>
                <a:lnTo>
                  <a:pt x="2" y="2772"/>
                </a:lnTo>
                <a:lnTo>
                  <a:pt x="0" y="2772"/>
                </a:lnTo>
                <a:lnTo>
                  <a:pt x="0" y="2769"/>
                </a:lnTo>
                <a:lnTo>
                  <a:pt x="0" y="2709"/>
                </a:lnTo>
                <a:lnTo>
                  <a:pt x="0" y="2708"/>
                </a:lnTo>
                <a:lnTo>
                  <a:pt x="2" y="2707"/>
                </a:lnTo>
                <a:lnTo>
                  <a:pt x="3" y="2708"/>
                </a:lnTo>
                <a:lnTo>
                  <a:pt x="3" y="2709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11" name="Freeform 216"/>
          <p:cNvSpPr>
            <a:spLocks/>
          </p:cNvSpPr>
          <p:nvPr/>
        </p:nvSpPr>
        <p:spPr bwMode="auto">
          <a:xfrm>
            <a:off x="5475933" y="5295464"/>
            <a:ext cx="43901" cy="40524"/>
          </a:xfrm>
          <a:custGeom>
            <a:avLst/>
            <a:gdLst>
              <a:gd name="T0" fmla="*/ 28284472 w 103"/>
              <a:gd name="T1" fmla="*/ 14279327 h 101"/>
              <a:gd name="T2" fmla="*/ 28009881 w 103"/>
              <a:gd name="T3" fmla="*/ 17135192 h 101"/>
              <a:gd name="T4" fmla="*/ 27186107 w 103"/>
              <a:gd name="T5" fmla="*/ 19991057 h 101"/>
              <a:gd name="T6" fmla="*/ 25813151 w 103"/>
              <a:gd name="T7" fmla="*/ 22561550 h 101"/>
              <a:gd name="T8" fmla="*/ 24165603 w 103"/>
              <a:gd name="T9" fmla="*/ 24560763 h 101"/>
              <a:gd name="T10" fmla="*/ 21968349 w 103"/>
              <a:gd name="T11" fmla="*/ 26559975 h 101"/>
              <a:gd name="T12" fmla="*/ 19771619 w 103"/>
              <a:gd name="T13" fmla="*/ 27987908 h 101"/>
              <a:gd name="T14" fmla="*/ 17025706 w 103"/>
              <a:gd name="T15" fmla="*/ 28559188 h 101"/>
              <a:gd name="T16" fmla="*/ 14279794 w 103"/>
              <a:gd name="T17" fmla="*/ 28844561 h 101"/>
              <a:gd name="T18" fmla="*/ 11258766 w 103"/>
              <a:gd name="T19" fmla="*/ 28559188 h 101"/>
              <a:gd name="T20" fmla="*/ 8787444 w 103"/>
              <a:gd name="T21" fmla="*/ 27987908 h 101"/>
              <a:gd name="T22" fmla="*/ 6041532 w 103"/>
              <a:gd name="T23" fmla="*/ 26559975 h 101"/>
              <a:gd name="T24" fmla="*/ 4118869 w 103"/>
              <a:gd name="T25" fmla="*/ 24560763 h 101"/>
              <a:gd name="T26" fmla="*/ 2745913 w 103"/>
              <a:gd name="T27" fmla="*/ 22561550 h 101"/>
              <a:gd name="T28" fmla="*/ 1372956 w 103"/>
              <a:gd name="T29" fmla="*/ 19991057 h 101"/>
              <a:gd name="T30" fmla="*/ 274591 w 103"/>
              <a:gd name="T31" fmla="*/ 17135192 h 101"/>
              <a:gd name="T32" fmla="*/ 0 w 103"/>
              <a:gd name="T33" fmla="*/ 14279327 h 101"/>
              <a:gd name="T34" fmla="*/ 0 w 103"/>
              <a:gd name="T35" fmla="*/ 14279327 h 101"/>
              <a:gd name="T36" fmla="*/ 274591 w 103"/>
              <a:gd name="T37" fmla="*/ 11709369 h 101"/>
              <a:gd name="T38" fmla="*/ 1372956 w 103"/>
              <a:gd name="T39" fmla="*/ 8567596 h 101"/>
              <a:gd name="T40" fmla="*/ 2745913 w 103"/>
              <a:gd name="T41" fmla="*/ 6283011 h 101"/>
              <a:gd name="T42" fmla="*/ 4118869 w 103"/>
              <a:gd name="T43" fmla="*/ 4283798 h 101"/>
              <a:gd name="T44" fmla="*/ 6041532 w 103"/>
              <a:gd name="T45" fmla="*/ 2284585 h 101"/>
              <a:gd name="T46" fmla="*/ 8787444 w 103"/>
              <a:gd name="T47" fmla="*/ 856653 h 101"/>
              <a:gd name="T48" fmla="*/ 11258766 w 103"/>
              <a:gd name="T49" fmla="*/ 285373 h 101"/>
              <a:gd name="T50" fmla="*/ 14279794 w 103"/>
              <a:gd name="T51" fmla="*/ 0 h 101"/>
              <a:gd name="T52" fmla="*/ 17025706 w 103"/>
              <a:gd name="T53" fmla="*/ 285373 h 101"/>
              <a:gd name="T54" fmla="*/ 19771619 w 103"/>
              <a:gd name="T55" fmla="*/ 856653 h 101"/>
              <a:gd name="T56" fmla="*/ 21968349 w 103"/>
              <a:gd name="T57" fmla="*/ 2284585 h 101"/>
              <a:gd name="T58" fmla="*/ 24165603 w 103"/>
              <a:gd name="T59" fmla="*/ 4283798 h 101"/>
              <a:gd name="T60" fmla="*/ 25813151 w 103"/>
              <a:gd name="T61" fmla="*/ 6283011 h 101"/>
              <a:gd name="T62" fmla="*/ 27186107 w 103"/>
              <a:gd name="T63" fmla="*/ 8567596 h 101"/>
              <a:gd name="T64" fmla="*/ 28009881 w 103"/>
              <a:gd name="T65" fmla="*/ 11709369 h 101"/>
              <a:gd name="T66" fmla="*/ 28284472 w 103"/>
              <a:gd name="T67" fmla="*/ 14279327 h 101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3"/>
              <a:gd name="T103" fmla="*/ 0 h 101"/>
              <a:gd name="T104" fmla="*/ 103 w 103"/>
              <a:gd name="T105" fmla="*/ 101 h 101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3" h="101">
                <a:moveTo>
                  <a:pt x="103" y="50"/>
                </a:moveTo>
                <a:lnTo>
                  <a:pt x="102" y="60"/>
                </a:lnTo>
                <a:lnTo>
                  <a:pt x="99" y="70"/>
                </a:lnTo>
                <a:lnTo>
                  <a:pt x="94" y="79"/>
                </a:lnTo>
                <a:lnTo>
                  <a:pt x="88" y="86"/>
                </a:lnTo>
                <a:lnTo>
                  <a:pt x="80" y="93"/>
                </a:lnTo>
                <a:lnTo>
                  <a:pt x="72" y="98"/>
                </a:lnTo>
                <a:lnTo>
                  <a:pt x="62" y="100"/>
                </a:lnTo>
                <a:lnTo>
                  <a:pt x="52" y="101"/>
                </a:lnTo>
                <a:lnTo>
                  <a:pt x="41" y="100"/>
                </a:lnTo>
                <a:lnTo>
                  <a:pt x="32" y="98"/>
                </a:lnTo>
                <a:lnTo>
                  <a:pt x="22" y="93"/>
                </a:lnTo>
                <a:lnTo>
                  <a:pt x="15" y="86"/>
                </a:lnTo>
                <a:lnTo>
                  <a:pt x="10" y="79"/>
                </a:lnTo>
                <a:lnTo>
                  <a:pt x="5" y="70"/>
                </a:lnTo>
                <a:lnTo>
                  <a:pt x="1" y="60"/>
                </a:lnTo>
                <a:lnTo>
                  <a:pt x="0" y="50"/>
                </a:lnTo>
                <a:lnTo>
                  <a:pt x="1" y="41"/>
                </a:lnTo>
                <a:lnTo>
                  <a:pt x="5" y="30"/>
                </a:lnTo>
                <a:lnTo>
                  <a:pt x="10" y="22"/>
                </a:lnTo>
                <a:lnTo>
                  <a:pt x="15" y="15"/>
                </a:lnTo>
                <a:lnTo>
                  <a:pt x="22" y="8"/>
                </a:lnTo>
                <a:lnTo>
                  <a:pt x="32" y="3"/>
                </a:lnTo>
                <a:lnTo>
                  <a:pt x="41" y="1"/>
                </a:lnTo>
                <a:lnTo>
                  <a:pt x="52" y="0"/>
                </a:lnTo>
                <a:lnTo>
                  <a:pt x="62" y="1"/>
                </a:lnTo>
                <a:lnTo>
                  <a:pt x="72" y="3"/>
                </a:lnTo>
                <a:lnTo>
                  <a:pt x="80" y="8"/>
                </a:lnTo>
                <a:lnTo>
                  <a:pt x="88" y="15"/>
                </a:lnTo>
                <a:lnTo>
                  <a:pt x="94" y="22"/>
                </a:lnTo>
                <a:lnTo>
                  <a:pt x="99" y="30"/>
                </a:lnTo>
                <a:lnTo>
                  <a:pt x="102" y="41"/>
                </a:lnTo>
                <a:lnTo>
                  <a:pt x="103" y="50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12" name="Freeform 217"/>
          <p:cNvSpPr>
            <a:spLocks/>
          </p:cNvSpPr>
          <p:nvPr/>
        </p:nvSpPr>
        <p:spPr bwMode="auto">
          <a:xfrm>
            <a:off x="5475933" y="5295464"/>
            <a:ext cx="43901" cy="40524"/>
          </a:xfrm>
          <a:custGeom>
            <a:avLst/>
            <a:gdLst>
              <a:gd name="T0" fmla="*/ 28284472 w 103"/>
              <a:gd name="T1" fmla="*/ 14279327 h 101"/>
              <a:gd name="T2" fmla="*/ 28009881 w 103"/>
              <a:gd name="T3" fmla="*/ 17135192 h 101"/>
              <a:gd name="T4" fmla="*/ 27186107 w 103"/>
              <a:gd name="T5" fmla="*/ 19991057 h 101"/>
              <a:gd name="T6" fmla="*/ 25813151 w 103"/>
              <a:gd name="T7" fmla="*/ 22561550 h 101"/>
              <a:gd name="T8" fmla="*/ 24165603 w 103"/>
              <a:gd name="T9" fmla="*/ 24560763 h 101"/>
              <a:gd name="T10" fmla="*/ 21968349 w 103"/>
              <a:gd name="T11" fmla="*/ 26559975 h 101"/>
              <a:gd name="T12" fmla="*/ 19771619 w 103"/>
              <a:gd name="T13" fmla="*/ 27987908 h 101"/>
              <a:gd name="T14" fmla="*/ 17025706 w 103"/>
              <a:gd name="T15" fmla="*/ 28559188 h 101"/>
              <a:gd name="T16" fmla="*/ 14279794 w 103"/>
              <a:gd name="T17" fmla="*/ 28844561 h 101"/>
              <a:gd name="T18" fmla="*/ 11258766 w 103"/>
              <a:gd name="T19" fmla="*/ 28559188 h 101"/>
              <a:gd name="T20" fmla="*/ 8787444 w 103"/>
              <a:gd name="T21" fmla="*/ 27987908 h 101"/>
              <a:gd name="T22" fmla="*/ 6041532 w 103"/>
              <a:gd name="T23" fmla="*/ 26559975 h 101"/>
              <a:gd name="T24" fmla="*/ 4118869 w 103"/>
              <a:gd name="T25" fmla="*/ 24560763 h 101"/>
              <a:gd name="T26" fmla="*/ 2745913 w 103"/>
              <a:gd name="T27" fmla="*/ 22561550 h 101"/>
              <a:gd name="T28" fmla="*/ 1372956 w 103"/>
              <a:gd name="T29" fmla="*/ 19991057 h 101"/>
              <a:gd name="T30" fmla="*/ 274591 w 103"/>
              <a:gd name="T31" fmla="*/ 17135192 h 101"/>
              <a:gd name="T32" fmla="*/ 0 w 103"/>
              <a:gd name="T33" fmla="*/ 14279327 h 101"/>
              <a:gd name="T34" fmla="*/ 0 w 103"/>
              <a:gd name="T35" fmla="*/ 14279327 h 101"/>
              <a:gd name="T36" fmla="*/ 274591 w 103"/>
              <a:gd name="T37" fmla="*/ 11709369 h 101"/>
              <a:gd name="T38" fmla="*/ 1372956 w 103"/>
              <a:gd name="T39" fmla="*/ 8567596 h 101"/>
              <a:gd name="T40" fmla="*/ 2745913 w 103"/>
              <a:gd name="T41" fmla="*/ 6283011 h 101"/>
              <a:gd name="T42" fmla="*/ 4118869 w 103"/>
              <a:gd name="T43" fmla="*/ 4283798 h 101"/>
              <a:gd name="T44" fmla="*/ 6041532 w 103"/>
              <a:gd name="T45" fmla="*/ 2284585 h 101"/>
              <a:gd name="T46" fmla="*/ 8787444 w 103"/>
              <a:gd name="T47" fmla="*/ 856653 h 101"/>
              <a:gd name="T48" fmla="*/ 11258766 w 103"/>
              <a:gd name="T49" fmla="*/ 285373 h 101"/>
              <a:gd name="T50" fmla="*/ 14279794 w 103"/>
              <a:gd name="T51" fmla="*/ 0 h 101"/>
              <a:gd name="T52" fmla="*/ 17025706 w 103"/>
              <a:gd name="T53" fmla="*/ 285373 h 101"/>
              <a:gd name="T54" fmla="*/ 19771619 w 103"/>
              <a:gd name="T55" fmla="*/ 856653 h 101"/>
              <a:gd name="T56" fmla="*/ 21968349 w 103"/>
              <a:gd name="T57" fmla="*/ 2284585 h 101"/>
              <a:gd name="T58" fmla="*/ 24165603 w 103"/>
              <a:gd name="T59" fmla="*/ 4283798 h 101"/>
              <a:gd name="T60" fmla="*/ 25813151 w 103"/>
              <a:gd name="T61" fmla="*/ 6283011 h 101"/>
              <a:gd name="T62" fmla="*/ 27186107 w 103"/>
              <a:gd name="T63" fmla="*/ 8567596 h 101"/>
              <a:gd name="T64" fmla="*/ 28009881 w 103"/>
              <a:gd name="T65" fmla="*/ 11709369 h 101"/>
              <a:gd name="T66" fmla="*/ 28284472 w 103"/>
              <a:gd name="T67" fmla="*/ 14279327 h 101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3"/>
              <a:gd name="T103" fmla="*/ 0 h 101"/>
              <a:gd name="T104" fmla="*/ 103 w 103"/>
              <a:gd name="T105" fmla="*/ 101 h 101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3" h="101">
                <a:moveTo>
                  <a:pt x="103" y="50"/>
                </a:moveTo>
                <a:lnTo>
                  <a:pt x="102" y="60"/>
                </a:lnTo>
                <a:lnTo>
                  <a:pt x="99" y="70"/>
                </a:lnTo>
                <a:lnTo>
                  <a:pt x="94" y="79"/>
                </a:lnTo>
                <a:lnTo>
                  <a:pt x="88" y="86"/>
                </a:lnTo>
                <a:lnTo>
                  <a:pt x="80" y="93"/>
                </a:lnTo>
                <a:lnTo>
                  <a:pt x="72" y="98"/>
                </a:lnTo>
                <a:lnTo>
                  <a:pt x="62" y="100"/>
                </a:lnTo>
                <a:lnTo>
                  <a:pt x="52" y="101"/>
                </a:lnTo>
                <a:lnTo>
                  <a:pt x="41" y="100"/>
                </a:lnTo>
                <a:lnTo>
                  <a:pt x="32" y="98"/>
                </a:lnTo>
                <a:lnTo>
                  <a:pt x="22" y="93"/>
                </a:lnTo>
                <a:lnTo>
                  <a:pt x="15" y="86"/>
                </a:lnTo>
                <a:lnTo>
                  <a:pt x="10" y="79"/>
                </a:lnTo>
                <a:lnTo>
                  <a:pt x="5" y="70"/>
                </a:lnTo>
                <a:lnTo>
                  <a:pt x="1" y="60"/>
                </a:lnTo>
                <a:lnTo>
                  <a:pt x="0" y="50"/>
                </a:lnTo>
                <a:lnTo>
                  <a:pt x="1" y="41"/>
                </a:lnTo>
                <a:lnTo>
                  <a:pt x="5" y="30"/>
                </a:lnTo>
                <a:lnTo>
                  <a:pt x="10" y="22"/>
                </a:lnTo>
                <a:lnTo>
                  <a:pt x="15" y="15"/>
                </a:lnTo>
                <a:lnTo>
                  <a:pt x="22" y="8"/>
                </a:lnTo>
                <a:lnTo>
                  <a:pt x="32" y="3"/>
                </a:lnTo>
                <a:lnTo>
                  <a:pt x="41" y="1"/>
                </a:lnTo>
                <a:lnTo>
                  <a:pt x="52" y="0"/>
                </a:lnTo>
                <a:lnTo>
                  <a:pt x="62" y="1"/>
                </a:lnTo>
                <a:lnTo>
                  <a:pt x="72" y="3"/>
                </a:lnTo>
                <a:lnTo>
                  <a:pt x="80" y="8"/>
                </a:lnTo>
                <a:lnTo>
                  <a:pt x="88" y="15"/>
                </a:lnTo>
                <a:lnTo>
                  <a:pt x="94" y="22"/>
                </a:lnTo>
                <a:lnTo>
                  <a:pt x="99" y="30"/>
                </a:lnTo>
                <a:lnTo>
                  <a:pt x="102" y="41"/>
                </a:lnTo>
                <a:lnTo>
                  <a:pt x="103" y="50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13" name="Freeform 218"/>
          <p:cNvSpPr>
            <a:spLocks/>
          </p:cNvSpPr>
          <p:nvPr/>
        </p:nvSpPr>
        <p:spPr bwMode="auto">
          <a:xfrm>
            <a:off x="5366183" y="5295464"/>
            <a:ext cx="43901" cy="40524"/>
          </a:xfrm>
          <a:custGeom>
            <a:avLst/>
            <a:gdLst>
              <a:gd name="T0" fmla="*/ 28284472 w 103"/>
              <a:gd name="T1" fmla="*/ 14279327 h 101"/>
              <a:gd name="T2" fmla="*/ 28009881 w 103"/>
              <a:gd name="T3" fmla="*/ 17135192 h 101"/>
              <a:gd name="T4" fmla="*/ 26911516 w 103"/>
              <a:gd name="T5" fmla="*/ 19991057 h 101"/>
              <a:gd name="T6" fmla="*/ 25538559 w 103"/>
              <a:gd name="T7" fmla="*/ 22561550 h 101"/>
              <a:gd name="T8" fmla="*/ 23891012 w 103"/>
              <a:gd name="T9" fmla="*/ 24560763 h 101"/>
              <a:gd name="T10" fmla="*/ 21968349 w 103"/>
              <a:gd name="T11" fmla="*/ 26559975 h 101"/>
              <a:gd name="T12" fmla="*/ 19497028 w 103"/>
              <a:gd name="T13" fmla="*/ 27987908 h 101"/>
              <a:gd name="T14" fmla="*/ 17025706 w 103"/>
              <a:gd name="T15" fmla="*/ 28559188 h 101"/>
              <a:gd name="T16" fmla="*/ 14004678 w 103"/>
              <a:gd name="T17" fmla="*/ 28844561 h 101"/>
              <a:gd name="T18" fmla="*/ 11533357 w 103"/>
              <a:gd name="T19" fmla="*/ 28559188 h 101"/>
              <a:gd name="T20" fmla="*/ 8512853 w 103"/>
              <a:gd name="T21" fmla="*/ 27987908 h 101"/>
              <a:gd name="T22" fmla="*/ 6316123 w 103"/>
              <a:gd name="T23" fmla="*/ 26559975 h 101"/>
              <a:gd name="T24" fmla="*/ 4118869 w 103"/>
              <a:gd name="T25" fmla="*/ 24560763 h 101"/>
              <a:gd name="T26" fmla="*/ 2471321 w 103"/>
              <a:gd name="T27" fmla="*/ 22561550 h 101"/>
              <a:gd name="T28" fmla="*/ 1098365 w 103"/>
              <a:gd name="T29" fmla="*/ 19991057 h 101"/>
              <a:gd name="T30" fmla="*/ 274591 w 103"/>
              <a:gd name="T31" fmla="*/ 17135192 h 101"/>
              <a:gd name="T32" fmla="*/ 0 w 103"/>
              <a:gd name="T33" fmla="*/ 14279327 h 101"/>
              <a:gd name="T34" fmla="*/ 0 w 103"/>
              <a:gd name="T35" fmla="*/ 14279327 h 101"/>
              <a:gd name="T36" fmla="*/ 274591 w 103"/>
              <a:gd name="T37" fmla="*/ 11709369 h 101"/>
              <a:gd name="T38" fmla="*/ 1098365 w 103"/>
              <a:gd name="T39" fmla="*/ 8567596 h 101"/>
              <a:gd name="T40" fmla="*/ 2471321 w 103"/>
              <a:gd name="T41" fmla="*/ 6283011 h 101"/>
              <a:gd name="T42" fmla="*/ 4118869 w 103"/>
              <a:gd name="T43" fmla="*/ 4283798 h 101"/>
              <a:gd name="T44" fmla="*/ 6316123 w 103"/>
              <a:gd name="T45" fmla="*/ 2284585 h 101"/>
              <a:gd name="T46" fmla="*/ 8512853 w 103"/>
              <a:gd name="T47" fmla="*/ 856653 h 101"/>
              <a:gd name="T48" fmla="*/ 11533357 w 103"/>
              <a:gd name="T49" fmla="*/ 285373 h 101"/>
              <a:gd name="T50" fmla="*/ 14004678 w 103"/>
              <a:gd name="T51" fmla="*/ 0 h 101"/>
              <a:gd name="T52" fmla="*/ 17025706 w 103"/>
              <a:gd name="T53" fmla="*/ 285373 h 101"/>
              <a:gd name="T54" fmla="*/ 19497028 w 103"/>
              <a:gd name="T55" fmla="*/ 856653 h 101"/>
              <a:gd name="T56" fmla="*/ 21968349 w 103"/>
              <a:gd name="T57" fmla="*/ 2284585 h 101"/>
              <a:gd name="T58" fmla="*/ 23891012 w 103"/>
              <a:gd name="T59" fmla="*/ 4283798 h 101"/>
              <a:gd name="T60" fmla="*/ 25538559 w 103"/>
              <a:gd name="T61" fmla="*/ 6283011 h 101"/>
              <a:gd name="T62" fmla="*/ 26911516 w 103"/>
              <a:gd name="T63" fmla="*/ 8567596 h 101"/>
              <a:gd name="T64" fmla="*/ 28009881 w 103"/>
              <a:gd name="T65" fmla="*/ 11709369 h 101"/>
              <a:gd name="T66" fmla="*/ 28284472 w 103"/>
              <a:gd name="T67" fmla="*/ 14279327 h 101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3"/>
              <a:gd name="T103" fmla="*/ 0 h 101"/>
              <a:gd name="T104" fmla="*/ 103 w 103"/>
              <a:gd name="T105" fmla="*/ 101 h 101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3" h="101">
                <a:moveTo>
                  <a:pt x="103" y="50"/>
                </a:moveTo>
                <a:lnTo>
                  <a:pt x="102" y="60"/>
                </a:lnTo>
                <a:lnTo>
                  <a:pt x="98" y="70"/>
                </a:lnTo>
                <a:lnTo>
                  <a:pt x="93" y="79"/>
                </a:lnTo>
                <a:lnTo>
                  <a:pt x="87" y="86"/>
                </a:lnTo>
                <a:lnTo>
                  <a:pt x="80" y="93"/>
                </a:lnTo>
                <a:lnTo>
                  <a:pt x="71" y="98"/>
                </a:lnTo>
                <a:lnTo>
                  <a:pt x="62" y="100"/>
                </a:lnTo>
                <a:lnTo>
                  <a:pt x="51" y="101"/>
                </a:lnTo>
                <a:lnTo>
                  <a:pt x="42" y="100"/>
                </a:lnTo>
                <a:lnTo>
                  <a:pt x="31" y="98"/>
                </a:lnTo>
                <a:lnTo>
                  <a:pt x="23" y="93"/>
                </a:lnTo>
                <a:lnTo>
                  <a:pt x="15" y="86"/>
                </a:lnTo>
                <a:lnTo>
                  <a:pt x="9" y="79"/>
                </a:lnTo>
                <a:lnTo>
                  <a:pt x="4" y="70"/>
                </a:lnTo>
                <a:lnTo>
                  <a:pt x="1" y="60"/>
                </a:lnTo>
                <a:lnTo>
                  <a:pt x="0" y="50"/>
                </a:lnTo>
                <a:lnTo>
                  <a:pt x="1" y="41"/>
                </a:lnTo>
                <a:lnTo>
                  <a:pt x="4" y="30"/>
                </a:lnTo>
                <a:lnTo>
                  <a:pt x="9" y="22"/>
                </a:lnTo>
                <a:lnTo>
                  <a:pt x="15" y="15"/>
                </a:lnTo>
                <a:lnTo>
                  <a:pt x="23" y="8"/>
                </a:lnTo>
                <a:lnTo>
                  <a:pt x="31" y="3"/>
                </a:lnTo>
                <a:lnTo>
                  <a:pt x="42" y="1"/>
                </a:lnTo>
                <a:lnTo>
                  <a:pt x="51" y="0"/>
                </a:lnTo>
                <a:lnTo>
                  <a:pt x="62" y="1"/>
                </a:lnTo>
                <a:lnTo>
                  <a:pt x="71" y="3"/>
                </a:lnTo>
                <a:lnTo>
                  <a:pt x="80" y="8"/>
                </a:lnTo>
                <a:lnTo>
                  <a:pt x="87" y="15"/>
                </a:lnTo>
                <a:lnTo>
                  <a:pt x="93" y="22"/>
                </a:lnTo>
                <a:lnTo>
                  <a:pt x="98" y="30"/>
                </a:lnTo>
                <a:lnTo>
                  <a:pt x="102" y="41"/>
                </a:lnTo>
                <a:lnTo>
                  <a:pt x="103" y="50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14" name="Freeform 219"/>
          <p:cNvSpPr>
            <a:spLocks/>
          </p:cNvSpPr>
          <p:nvPr/>
        </p:nvSpPr>
        <p:spPr bwMode="auto">
          <a:xfrm>
            <a:off x="5366183" y="5295464"/>
            <a:ext cx="43901" cy="40524"/>
          </a:xfrm>
          <a:custGeom>
            <a:avLst/>
            <a:gdLst>
              <a:gd name="T0" fmla="*/ 28284472 w 103"/>
              <a:gd name="T1" fmla="*/ 14279327 h 101"/>
              <a:gd name="T2" fmla="*/ 28009881 w 103"/>
              <a:gd name="T3" fmla="*/ 17135192 h 101"/>
              <a:gd name="T4" fmla="*/ 26911516 w 103"/>
              <a:gd name="T5" fmla="*/ 19991057 h 101"/>
              <a:gd name="T6" fmla="*/ 25538559 w 103"/>
              <a:gd name="T7" fmla="*/ 22561550 h 101"/>
              <a:gd name="T8" fmla="*/ 23891012 w 103"/>
              <a:gd name="T9" fmla="*/ 24560763 h 101"/>
              <a:gd name="T10" fmla="*/ 21968349 w 103"/>
              <a:gd name="T11" fmla="*/ 26559975 h 101"/>
              <a:gd name="T12" fmla="*/ 19497028 w 103"/>
              <a:gd name="T13" fmla="*/ 27987908 h 101"/>
              <a:gd name="T14" fmla="*/ 17025706 w 103"/>
              <a:gd name="T15" fmla="*/ 28559188 h 101"/>
              <a:gd name="T16" fmla="*/ 14004678 w 103"/>
              <a:gd name="T17" fmla="*/ 28844561 h 101"/>
              <a:gd name="T18" fmla="*/ 11533357 w 103"/>
              <a:gd name="T19" fmla="*/ 28559188 h 101"/>
              <a:gd name="T20" fmla="*/ 8512853 w 103"/>
              <a:gd name="T21" fmla="*/ 27987908 h 101"/>
              <a:gd name="T22" fmla="*/ 6316123 w 103"/>
              <a:gd name="T23" fmla="*/ 26559975 h 101"/>
              <a:gd name="T24" fmla="*/ 4118869 w 103"/>
              <a:gd name="T25" fmla="*/ 24560763 h 101"/>
              <a:gd name="T26" fmla="*/ 2471321 w 103"/>
              <a:gd name="T27" fmla="*/ 22561550 h 101"/>
              <a:gd name="T28" fmla="*/ 1098365 w 103"/>
              <a:gd name="T29" fmla="*/ 19991057 h 101"/>
              <a:gd name="T30" fmla="*/ 274591 w 103"/>
              <a:gd name="T31" fmla="*/ 17135192 h 101"/>
              <a:gd name="T32" fmla="*/ 0 w 103"/>
              <a:gd name="T33" fmla="*/ 14279327 h 101"/>
              <a:gd name="T34" fmla="*/ 0 w 103"/>
              <a:gd name="T35" fmla="*/ 14279327 h 101"/>
              <a:gd name="T36" fmla="*/ 274591 w 103"/>
              <a:gd name="T37" fmla="*/ 11709369 h 101"/>
              <a:gd name="T38" fmla="*/ 1098365 w 103"/>
              <a:gd name="T39" fmla="*/ 8567596 h 101"/>
              <a:gd name="T40" fmla="*/ 2471321 w 103"/>
              <a:gd name="T41" fmla="*/ 6283011 h 101"/>
              <a:gd name="T42" fmla="*/ 4118869 w 103"/>
              <a:gd name="T43" fmla="*/ 4283798 h 101"/>
              <a:gd name="T44" fmla="*/ 6316123 w 103"/>
              <a:gd name="T45" fmla="*/ 2284585 h 101"/>
              <a:gd name="T46" fmla="*/ 8512853 w 103"/>
              <a:gd name="T47" fmla="*/ 856653 h 101"/>
              <a:gd name="T48" fmla="*/ 11533357 w 103"/>
              <a:gd name="T49" fmla="*/ 285373 h 101"/>
              <a:gd name="T50" fmla="*/ 14004678 w 103"/>
              <a:gd name="T51" fmla="*/ 0 h 101"/>
              <a:gd name="T52" fmla="*/ 17025706 w 103"/>
              <a:gd name="T53" fmla="*/ 285373 h 101"/>
              <a:gd name="T54" fmla="*/ 19497028 w 103"/>
              <a:gd name="T55" fmla="*/ 856653 h 101"/>
              <a:gd name="T56" fmla="*/ 21968349 w 103"/>
              <a:gd name="T57" fmla="*/ 2284585 h 101"/>
              <a:gd name="T58" fmla="*/ 23891012 w 103"/>
              <a:gd name="T59" fmla="*/ 4283798 h 101"/>
              <a:gd name="T60" fmla="*/ 25538559 w 103"/>
              <a:gd name="T61" fmla="*/ 6283011 h 101"/>
              <a:gd name="T62" fmla="*/ 26911516 w 103"/>
              <a:gd name="T63" fmla="*/ 8567596 h 101"/>
              <a:gd name="T64" fmla="*/ 28009881 w 103"/>
              <a:gd name="T65" fmla="*/ 11709369 h 101"/>
              <a:gd name="T66" fmla="*/ 28284472 w 103"/>
              <a:gd name="T67" fmla="*/ 14279327 h 101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3"/>
              <a:gd name="T103" fmla="*/ 0 h 101"/>
              <a:gd name="T104" fmla="*/ 103 w 103"/>
              <a:gd name="T105" fmla="*/ 101 h 101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3" h="101">
                <a:moveTo>
                  <a:pt x="103" y="50"/>
                </a:moveTo>
                <a:lnTo>
                  <a:pt x="102" y="60"/>
                </a:lnTo>
                <a:lnTo>
                  <a:pt x="98" y="70"/>
                </a:lnTo>
                <a:lnTo>
                  <a:pt x="93" y="79"/>
                </a:lnTo>
                <a:lnTo>
                  <a:pt x="87" y="86"/>
                </a:lnTo>
                <a:lnTo>
                  <a:pt x="80" y="93"/>
                </a:lnTo>
                <a:lnTo>
                  <a:pt x="71" y="98"/>
                </a:lnTo>
                <a:lnTo>
                  <a:pt x="62" y="100"/>
                </a:lnTo>
                <a:lnTo>
                  <a:pt x="51" y="101"/>
                </a:lnTo>
                <a:lnTo>
                  <a:pt x="42" y="100"/>
                </a:lnTo>
                <a:lnTo>
                  <a:pt x="31" y="98"/>
                </a:lnTo>
                <a:lnTo>
                  <a:pt x="23" y="93"/>
                </a:lnTo>
                <a:lnTo>
                  <a:pt x="15" y="86"/>
                </a:lnTo>
                <a:lnTo>
                  <a:pt x="9" y="79"/>
                </a:lnTo>
                <a:lnTo>
                  <a:pt x="4" y="70"/>
                </a:lnTo>
                <a:lnTo>
                  <a:pt x="1" y="60"/>
                </a:lnTo>
                <a:lnTo>
                  <a:pt x="0" y="50"/>
                </a:lnTo>
                <a:lnTo>
                  <a:pt x="1" y="41"/>
                </a:lnTo>
                <a:lnTo>
                  <a:pt x="4" y="30"/>
                </a:lnTo>
                <a:lnTo>
                  <a:pt x="9" y="22"/>
                </a:lnTo>
                <a:lnTo>
                  <a:pt x="15" y="15"/>
                </a:lnTo>
                <a:lnTo>
                  <a:pt x="23" y="8"/>
                </a:lnTo>
                <a:lnTo>
                  <a:pt x="31" y="3"/>
                </a:lnTo>
                <a:lnTo>
                  <a:pt x="42" y="1"/>
                </a:lnTo>
                <a:lnTo>
                  <a:pt x="51" y="0"/>
                </a:lnTo>
                <a:lnTo>
                  <a:pt x="62" y="1"/>
                </a:lnTo>
                <a:lnTo>
                  <a:pt x="71" y="3"/>
                </a:lnTo>
                <a:lnTo>
                  <a:pt x="80" y="8"/>
                </a:lnTo>
                <a:lnTo>
                  <a:pt x="87" y="15"/>
                </a:lnTo>
                <a:lnTo>
                  <a:pt x="93" y="22"/>
                </a:lnTo>
                <a:lnTo>
                  <a:pt x="98" y="30"/>
                </a:lnTo>
                <a:lnTo>
                  <a:pt x="102" y="41"/>
                </a:lnTo>
                <a:lnTo>
                  <a:pt x="103" y="50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15" name="Line 220"/>
          <p:cNvSpPr>
            <a:spLocks noChangeShapeType="1"/>
          </p:cNvSpPr>
          <p:nvPr/>
        </p:nvSpPr>
        <p:spPr bwMode="auto">
          <a:xfrm flipH="1">
            <a:off x="5392004" y="5275201"/>
            <a:ext cx="126536" cy="0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16" name="Line 221"/>
          <p:cNvSpPr>
            <a:spLocks noChangeShapeType="1"/>
          </p:cNvSpPr>
          <p:nvPr/>
        </p:nvSpPr>
        <p:spPr bwMode="auto">
          <a:xfrm flipH="1">
            <a:off x="8879507" y="5304999"/>
            <a:ext cx="370569" cy="0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17" name="Freeform 222"/>
          <p:cNvSpPr>
            <a:spLocks/>
          </p:cNvSpPr>
          <p:nvPr/>
        </p:nvSpPr>
        <p:spPr bwMode="auto">
          <a:xfrm>
            <a:off x="8703905" y="5285930"/>
            <a:ext cx="43901" cy="40524"/>
          </a:xfrm>
          <a:custGeom>
            <a:avLst/>
            <a:gdLst>
              <a:gd name="T0" fmla="*/ 0 w 102"/>
              <a:gd name="T1" fmla="*/ 14000692 h 102"/>
              <a:gd name="T2" fmla="*/ 559858 w 102"/>
              <a:gd name="T3" fmla="*/ 17080971 h 102"/>
              <a:gd name="T4" fmla="*/ 1120246 w 102"/>
              <a:gd name="T5" fmla="*/ 19601392 h 102"/>
              <a:gd name="T6" fmla="*/ 2520421 w 102"/>
              <a:gd name="T7" fmla="*/ 22121283 h 102"/>
              <a:gd name="T8" fmla="*/ 4480454 w 102"/>
              <a:gd name="T9" fmla="*/ 24081317 h 102"/>
              <a:gd name="T10" fmla="*/ 6440488 w 102"/>
              <a:gd name="T11" fmla="*/ 26041879 h 102"/>
              <a:gd name="T12" fmla="*/ 8960379 w 102"/>
              <a:gd name="T13" fmla="*/ 27441525 h 102"/>
              <a:gd name="T14" fmla="*/ 11480800 w 102"/>
              <a:gd name="T15" fmla="*/ 28281842 h 102"/>
              <a:gd name="T16" fmla="*/ 14561079 w 102"/>
              <a:gd name="T17" fmla="*/ 28561771 h 102"/>
              <a:gd name="T18" fmla="*/ 17640829 w 102"/>
              <a:gd name="T19" fmla="*/ 28281842 h 102"/>
              <a:gd name="T20" fmla="*/ 20161250 w 102"/>
              <a:gd name="T21" fmla="*/ 27441525 h 102"/>
              <a:gd name="T22" fmla="*/ 22401213 w 102"/>
              <a:gd name="T23" fmla="*/ 26041879 h 102"/>
              <a:gd name="T24" fmla="*/ 24641704 w 102"/>
              <a:gd name="T25" fmla="*/ 24081317 h 102"/>
              <a:gd name="T26" fmla="*/ 26321808 w 102"/>
              <a:gd name="T27" fmla="*/ 22121283 h 102"/>
              <a:gd name="T28" fmla="*/ 27721983 w 102"/>
              <a:gd name="T29" fmla="*/ 19601392 h 102"/>
              <a:gd name="T30" fmla="*/ 28281842 w 102"/>
              <a:gd name="T31" fmla="*/ 17080971 h 102"/>
              <a:gd name="T32" fmla="*/ 28561771 w 102"/>
              <a:gd name="T33" fmla="*/ 14000692 h 102"/>
              <a:gd name="T34" fmla="*/ 28561771 w 102"/>
              <a:gd name="T35" fmla="*/ 14000692 h 102"/>
              <a:gd name="T36" fmla="*/ 28281842 w 102"/>
              <a:gd name="T37" fmla="*/ 11480800 h 102"/>
              <a:gd name="T38" fmla="*/ 27721983 w 102"/>
              <a:gd name="T39" fmla="*/ 8400521 h 102"/>
              <a:gd name="T40" fmla="*/ 26321808 w 102"/>
              <a:gd name="T41" fmla="*/ 6160558 h 102"/>
              <a:gd name="T42" fmla="*/ 24641704 w 102"/>
              <a:gd name="T43" fmla="*/ 4199996 h 102"/>
              <a:gd name="T44" fmla="*/ 22401213 w 102"/>
              <a:gd name="T45" fmla="*/ 2239963 h 102"/>
              <a:gd name="T46" fmla="*/ 20161250 w 102"/>
              <a:gd name="T47" fmla="*/ 840317 h 102"/>
              <a:gd name="T48" fmla="*/ 17640829 w 102"/>
              <a:gd name="T49" fmla="*/ 279929 h 102"/>
              <a:gd name="T50" fmla="*/ 14561079 w 102"/>
              <a:gd name="T51" fmla="*/ 0 h 102"/>
              <a:gd name="T52" fmla="*/ 11480800 w 102"/>
              <a:gd name="T53" fmla="*/ 279929 h 102"/>
              <a:gd name="T54" fmla="*/ 8960379 w 102"/>
              <a:gd name="T55" fmla="*/ 840317 h 102"/>
              <a:gd name="T56" fmla="*/ 6440488 w 102"/>
              <a:gd name="T57" fmla="*/ 2239963 h 102"/>
              <a:gd name="T58" fmla="*/ 4480454 w 102"/>
              <a:gd name="T59" fmla="*/ 4199996 h 102"/>
              <a:gd name="T60" fmla="*/ 2520421 w 102"/>
              <a:gd name="T61" fmla="*/ 6160558 h 102"/>
              <a:gd name="T62" fmla="*/ 1120246 w 102"/>
              <a:gd name="T63" fmla="*/ 8400521 h 102"/>
              <a:gd name="T64" fmla="*/ 559858 w 102"/>
              <a:gd name="T65" fmla="*/ 11480800 h 102"/>
              <a:gd name="T66" fmla="*/ 0 w 102"/>
              <a:gd name="T67" fmla="*/ 14000692 h 10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2"/>
              <a:gd name="T104" fmla="*/ 102 w 102"/>
              <a:gd name="T105" fmla="*/ 102 h 102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2">
                <a:moveTo>
                  <a:pt x="0" y="50"/>
                </a:moveTo>
                <a:lnTo>
                  <a:pt x="2" y="61"/>
                </a:lnTo>
                <a:lnTo>
                  <a:pt x="4" y="70"/>
                </a:lnTo>
                <a:lnTo>
                  <a:pt x="9" y="79"/>
                </a:lnTo>
                <a:lnTo>
                  <a:pt x="16" y="86"/>
                </a:lnTo>
                <a:lnTo>
                  <a:pt x="23" y="93"/>
                </a:lnTo>
                <a:lnTo>
                  <a:pt x="32" y="98"/>
                </a:lnTo>
                <a:lnTo>
                  <a:pt x="41" y="101"/>
                </a:lnTo>
                <a:lnTo>
                  <a:pt x="52" y="102"/>
                </a:lnTo>
                <a:lnTo>
                  <a:pt x="63" y="101"/>
                </a:lnTo>
                <a:lnTo>
                  <a:pt x="72" y="98"/>
                </a:lnTo>
                <a:lnTo>
                  <a:pt x="80" y="93"/>
                </a:lnTo>
                <a:lnTo>
                  <a:pt x="88" y="86"/>
                </a:lnTo>
                <a:lnTo>
                  <a:pt x="94" y="79"/>
                </a:lnTo>
                <a:lnTo>
                  <a:pt x="99" y="70"/>
                </a:lnTo>
                <a:lnTo>
                  <a:pt x="101" y="61"/>
                </a:lnTo>
                <a:lnTo>
                  <a:pt x="102" y="50"/>
                </a:lnTo>
                <a:lnTo>
                  <a:pt x="101" y="41"/>
                </a:lnTo>
                <a:lnTo>
                  <a:pt x="99" y="30"/>
                </a:lnTo>
                <a:lnTo>
                  <a:pt x="94" y="22"/>
                </a:lnTo>
                <a:lnTo>
                  <a:pt x="88" y="15"/>
                </a:lnTo>
                <a:lnTo>
                  <a:pt x="80" y="8"/>
                </a:lnTo>
                <a:lnTo>
                  <a:pt x="72" y="3"/>
                </a:lnTo>
                <a:lnTo>
                  <a:pt x="63" y="1"/>
                </a:lnTo>
                <a:lnTo>
                  <a:pt x="52" y="0"/>
                </a:lnTo>
                <a:lnTo>
                  <a:pt x="41" y="1"/>
                </a:lnTo>
                <a:lnTo>
                  <a:pt x="32" y="3"/>
                </a:lnTo>
                <a:lnTo>
                  <a:pt x="23" y="8"/>
                </a:lnTo>
                <a:lnTo>
                  <a:pt x="16" y="15"/>
                </a:lnTo>
                <a:lnTo>
                  <a:pt x="9" y="22"/>
                </a:lnTo>
                <a:lnTo>
                  <a:pt x="4" y="30"/>
                </a:lnTo>
                <a:lnTo>
                  <a:pt x="2" y="41"/>
                </a:lnTo>
                <a:lnTo>
                  <a:pt x="0" y="50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18" name="Freeform 223"/>
          <p:cNvSpPr>
            <a:spLocks/>
          </p:cNvSpPr>
          <p:nvPr/>
        </p:nvSpPr>
        <p:spPr bwMode="auto">
          <a:xfrm>
            <a:off x="8703905" y="5285930"/>
            <a:ext cx="43901" cy="40524"/>
          </a:xfrm>
          <a:custGeom>
            <a:avLst/>
            <a:gdLst>
              <a:gd name="T0" fmla="*/ 0 w 102"/>
              <a:gd name="T1" fmla="*/ 14000692 h 102"/>
              <a:gd name="T2" fmla="*/ 559858 w 102"/>
              <a:gd name="T3" fmla="*/ 17080971 h 102"/>
              <a:gd name="T4" fmla="*/ 1120246 w 102"/>
              <a:gd name="T5" fmla="*/ 19601392 h 102"/>
              <a:gd name="T6" fmla="*/ 2520421 w 102"/>
              <a:gd name="T7" fmla="*/ 22121283 h 102"/>
              <a:gd name="T8" fmla="*/ 4480454 w 102"/>
              <a:gd name="T9" fmla="*/ 24081317 h 102"/>
              <a:gd name="T10" fmla="*/ 6440488 w 102"/>
              <a:gd name="T11" fmla="*/ 26041879 h 102"/>
              <a:gd name="T12" fmla="*/ 8960379 w 102"/>
              <a:gd name="T13" fmla="*/ 27441525 h 102"/>
              <a:gd name="T14" fmla="*/ 11480800 w 102"/>
              <a:gd name="T15" fmla="*/ 28281842 h 102"/>
              <a:gd name="T16" fmla="*/ 14561079 w 102"/>
              <a:gd name="T17" fmla="*/ 28561771 h 102"/>
              <a:gd name="T18" fmla="*/ 17640829 w 102"/>
              <a:gd name="T19" fmla="*/ 28281842 h 102"/>
              <a:gd name="T20" fmla="*/ 20161250 w 102"/>
              <a:gd name="T21" fmla="*/ 27441525 h 102"/>
              <a:gd name="T22" fmla="*/ 22401213 w 102"/>
              <a:gd name="T23" fmla="*/ 26041879 h 102"/>
              <a:gd name="T24" fmla="*/ 24641704 w 102"/>
              <a:gd name="T25" fmla="*/ 24081317 h 102"/>
              <a:gd name="T26" fmla="*/ 26321808 w 102"/>
              <a:gd name="T27" fmla="*/ 22121283 h 102"/>
              <a:gd name="T28" fmla="*/ 27721983 w 102"/>
              <a:gd name="T29" fmla="*/ 19601392 h 102"/>
              <a:gd name="T30" fmla="*/ 28281842 w 102"/>
              <a:gd name="T31" fmla="*/ 17080971 h 102"/>
              <a:gd name="T32" fmla="*/ 28561771 w 102"/>
              <a:gd name="T33" fmla="*/ 14000692 h 102"/>
              <a:gd name="T34" fmla="*/ 28561771 w 102"/>
              <a:gd name="T35" fmla="*/ 14000692 h 102"/>
              <a:gd name="T36" fmla="*/ 28281842 w 102"/>
              <a:gd name="T37" fmla="*/ 11480800 h 102"/>
              <a:gd name="T38" fmla="*/ 27721983 w 102"/>
              <a:gd name="T39" fmla="*/ 8400521 h 102"/>
              <a:gd name="T40" fmla="*/ 26321808 w 102"/>
              <a:gd name="T41" fmla="*/ 6160558 h 102"/>
              <a:gd name="T42" fmla="*/ 24641704 w 102"/>
              <a:gd name="T43" fmla="*/ 4199996 h 102"/>
              <a:gd name="T44" fmla="*/ 22401213 w 102"/>
              <a:gd name="T45" fmla="*/ 2239963 h 102"/>
              <a:gd name="T46" fmla="*/ 20161250 w 102"/>
              <a:gd name="T47" fmla="*/ 840317 h 102"/>
              <a:gd name="T48" fmla="*/ 17640829 w 102"/>
              <a:gd name="T49" fmla="*/ 279929 h 102"/>
              <a:gd name="T50" fmla="*/ 14561079 w 102"/>
              <a:gd name="T51" fmla="*/ 0 h 102"/>
              <a:gd name="T52" fmla="*/ 11480800 w 102"/>
              <a:gd name="T53" fmla="*/ 279929 h 102"/>
              <a:gd name="T54" fmla="*/ 8960379 w 102"/>
              <a:gd name="T55" fmla="*/ 840317 h 102"/>
              <a:gd name="T56" fmla="*/ 6440488 w 102"/>
              <a:gd name="T57" fmla="*/ 2239963 h 102"/>
              <a:gd name="T58" fmla="*/ 4480454 w 102"/>
              <a:gd name="T59" fmla="*/ 4199996 h 102"/>
              <a:gd name="T60" fmla="*/ 2520421 w 102"/>
              <a:gd name="T61" fmla="*/ 6160558 h 102"/>
              <a:gd name="T62" fmla="*/ 1120246 w 102"/>
              <a:gd name="T63" fmla="*/ 8400521 h 102"/>
              <a:gd name="T64" fmla="*/ 559858 w 102"/>
              <a:gd name="T65" fmla="*/ 11480800 h 102"/>
              <a:gd name="T66" fmla="*/ 0 w 102"/>
              <a:gd name="T67" fmla="*/ 14000692 h 10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2"/>
              <a:gd name="T104" fmla="*/ 102 w 102"/>
              <a:gd name="T105" fmla="*/ 102 h 102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2">
                <a:moveTo>
                  <a:pt x="0" y="50"/>
                </a:moveTo>
                <a:lnTo>
                  <a:pt x="2" y="61"/>
                </a:lnTo>
                <a:lnTo>
                  <a:pt x="4" y="70"/>
                </a:lnTo>
                <a:lnTo>
                  <a:pt x="9" y="79"/>
                </a:lnTo>
                <a:lnTo>
                  <a:pt x="16" y="86"/>
                </a:lnTo>
                <a:lnTo>
                  <a:pt x="23" y="93"/>
                </a:lnTo>
                <a:lnTo>
                  <a:pt x="32" y="98"/>
                </a:lnTo>
                <a:lnTo>
                  <a:pt x="41" y="101"/>
                </a:lnTo>
                <a:lnTo>
                  <a:pt x="52" y="102"/>
                </a:lnTo>
                <a:lnTo>
                  <a:pt x="63" y="101"/>
                </a:lnTo>
                <a:lnTo>
                  <a:pt x="72" y="98"/>
                </a:lnTo>
                <a:lnTo>
                  <a:pt x="80" y="93"/>
                </a:lnTo>
                <a:lnTo>
                  <a:pt x="88" y="86"/>
                </a:lnTo>
                <a:lnTo>
                  <a:pt x="94" y="79"/>
                </a:lnTo>
                <a:lnTo>
                  <a:pt x="99" y="70"/>
                </a:lnTo>
                <a:lnTo>
                  <a:pt x="101" y="61"/>
                </a:lnTo>
                <a:lnTo>
                  <a:pt x="102" y="50"/>
                </a:lnTo>
                <a:lnTo>
                  <a:pt x="101" y="41"/>
                </a:lnTo>
                <a:lnTo>
                  <a:pt x="99" y="30"/>
                </a:lnTo>
                <a:lnTo>
                  <a:pt x="94" y="22"/>
                </a:lnTo>
                <a:lnTo>
                  <a:pt x="88" y="15"/>
                </a:lnTo>
                <a:lnTo>
                  <a:pt x="80" y="8"/>
                </a:lnTo>
                <a:lnTo>
                  <a:pt x="72" y="3"/>
                </a:lnTo>
                <a:lnTo>
                  <a:pt x="63" y="1"/>
                </a:lnTo>
                <a:lnTo>
                  <a:pt x="52" y="0"/>
                </a:lnTo>
                <a:lnTo>
                  <a:pt x="41" y="1"/>
                </a:lnTo>
                <a:lnTo>
                  <a:pt x="32" y="3"/>
                </a:lnTo>
                <a:lnTo>
                  <a:pt x="23" y="8"/>
                </a:lnTo>
                <a:lnTo>
                  <a:pt x="16" y="15"/>
                </a:lnTo>
                <a:lnTo>
                  <a:pt x="9" y="22"/>
                </a:lnTo>
                <a:lnTo>
                  <a:pt x="4" y="30"/>
                </a:lnTo>
                <a:lnTo>
                  <a:pt x="2" y="41"/>
                </a:lnTo>
                <a:lnTo>
                  <a:pt x="0" y="50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19" name="Freeform 224"/>
          <p:cNvSpPr>
            <a:spLocks/>
          </p:cNvSpPr>
          <p:nvPr/>
        </p:nvSpPr>
        <p:spPr bwMode="auto">
          <a:xfrm>
            <a:off x="8835607" y="5285930"/>
            <a:ext cx="43901" cy="40524"/>
          </a:xfrm>
          <a:custGeom>
            <a:avLst/>
            <a:gdLst>
              <a:gd name="T0" fmla="*/ 0 w 103"/>
              <a:gd name="T1" fmla="*/ 14000692 h 102"/>
              <a:gd name="T2" fmla="*/ 274591 w 103"/>
              <a:gd name="T3" fmla="*/ 17080971 h 102"/>
              <a:gd name="T4" fmla="*/ 1372956 w 103"/>
              <a:gd name="T5" fmla="*/ 19601392 h 102"/>
              <a:gd name="T6" fmla="*/ 2745913 w 103"/>
              <a:gd name="T7" fmla="*/ 22121283 h 102"/>
              <a:gd name="T8" fmla="*/ 4393460 w 103"/>
              <a:gd name="T9" fmla="*/ 24081317 h 102"/>
              <a:gd name="T10" fmla="*/ 6590714 w 103"/>
              <a:gd name="T11" fmla="*/ 26041879 h 102"/>
              <a:gd name="T12" fmla="*/ 8787444 w 103"/>
              <a:gd name="T13" fmla="*/ 27441525 h 102"/>
              <a:gd name="T14" fmla="*/ 11258766 w 103"/>
              <a:gd name="T15" fmla="*/ 28281842 h 102"/>
              <a:gd name="T16" fmla="*/ 14279794 w 103"/>
              <a:gd name="T17" fmla="*/ 28561771 h 102"/>
              <a:gd name="T18" fmla="*/ 17025706 w 103"/>
              <a:gd name="T19" fmla="*/ 28281842 h 102"/>
              <a:gd name="T20" fmla="*/ 19771619 w 103"/>
              <a:gd name="T21" fmla="*/ 27441525 h 102"/>
              <a:gd name="T22" fmla="*/ 22242940 w 103"/>
              <a:gd name="T23" fmla="*/ 26041879 h 102"/>
              <a:gd name="T24" fmla="*/ 24165603 w 103"/>
              <a:gd name="T25" fmla="*/ 24081317 h 102"/>
              <a:gd name="T26" fmla="*/ 25813151 w 103"/>
              <a:gd name="T27" fmla="*/ 22121283 h 102"/>
              <a:gd name="T28" fmla="*/ 27460698 w 103"/>
              <a:gd name="T29" fmla="*/ 19601392 h 102"/>
              <a:gd name="T30" fmla="*/ 28009881 w 103"/>
              <a:gd name="T31" fmla="*/ 17080971 h 102"/>
              <a:gd name="T32" fmla="*/ 28284472 w 103"/>
              <a:gd name="T33" fmla="*/ 14000692 h 102"/>
              <a:gd name="T34" fmla="*/ 28284472 w 103"/>
              <a:gd name="T35" fmla="*/ 14000692 h 102"/>
              <a:gd name="T36" fmla="*/ 28009881 w 103"/>
              <a:gd name="T37" fmla="*/ 11200871 h 102"/>
              <a:gd name="T38" fmla="*/ 27460698 w 103"/>
              <a:gd name="T39" fmla="*/ 8400521 h 102"/>
              <a:gd name="T40" fmla="*/ 25813151 w 103"/>
              <a:gd name="T41" fmla="*/ 6160558 h 102"/>
              <a:gd name="T42" fmla="*/ 24165603 w 103"/>
              <a:gd name="T43" fmla="*/ 4199996 h 102"/>
              <a:gd name="T44" fmla="*/ 22242940 w 103"/>
              <a:gd name="T45" fmla="*/ 2239963 h 102"/>
              <a:gd name="T46" fmla="*/ 19771619 w 103"/>
              <a:gd name="T47" fmla="*/ 840317 h 102"/>
              <a:gd name="T48" fmla="*/ 17025706 w 103"/>
              <a:gd name="T49" fmla="*/ 279929 h 102"/>
              <a:gd name="T50" fmla="*/ 14279794 w 103"/>
              <a:gd name="T51" fmla="*/ 0 h 102"/>
              <a:gd name="T52" fmla="*/ 11258766 w 103"/>
              <a:gd name="T53" fmla="*/ 279929 h 102"/>
              <a:gd name="T54" fmla="*/ 8787444 w 103"/>
              <a:gd name="T55" fmla="*/ 840317 h 102"/>
              <a:gd name="T56" fmla="*/ 6590714 w 103"/>
              <a:gd name="T57" fmla="*/ 2239963 h 102"/>
              <a:gd name="T58" fmla="*/ 4393460 w 103"/>
              <a:gd name="T59" fmla="*/ 4199996 h 102"/>
              <a:gd name="T60" fmla="*/ 2745913 w 103"/>
              <a:gd name="T61" fmla="*/ 6160558 h 102"/>
              <a:gd name="T62" fmla="*/ 1372956 w 103"/>
              <a:gd name="T63" fmla="*/ 8400521 h 102"/>
              <a:gd name="T64" fmla="*/ 274591 w 103"/>
              <a:gd name="T65" fmla="*/ 11200871 h 102"/>
              <a:gd name="T66" fmla="*/ 0 w 103"/>
              <a:gd name="T67" fmla="*/ 14000692 h 10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3"/>
              <a:gd name="T103" fmla="*/ 0 h 102"/>
              <a:gd name="T104" fmla="*/ 103 w 103"/>
              <a:gd name="T105" fmla="*/ 102 h 102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3" h="102">
                <a:moveTo>
                  <a:pt x="0" y="50"/>
                </a:moveTo>
                <a:lnTo>
                  <a:pt x="1" y="61"/>
                </a:lnTo>
                <a:lnTo>
                  <a:pt x="5" y="70"/>
                </a:lnTo>
                <a:lnTo>
                  <a:pt x="10" y="79"/>
                </a:lnTo>
                <a:lnTo>
                  <a:pt x="16" y="86"/>
                </a:lnTo>
                <a:lnTo>
                  <a:pt x="24" y="93"/>
                </a:lnTo>
                <a:lnTo>
                  <a:pt x="32" y="98"/>
                </a:lnTo>
                <a:lnTo>
                  <a:pt x="41" y="101"/>
                </a:lnTo>
                <a:lnTo>
                  <a:pt x="52" y="102"/>
                </a:lnTo>
                <a:lnTo>
                  <a:pt x="62" y="101"/>
                </a:lnTo>
                <a:lnTo>
                  <a:pt x="72" y="98"/>
                </a:lnTo>
                <a:lnTo>
                  <a:pt x="81" y="93"/>
                </a:lnTo>
                <a:lnTo>
                  <a:pt x="88" y="86"/>
                </a:lnTo>
                <a:lnTo>
                  <a:pt x="94" y="79"/>
                </a:lnTo>
                <a:lnTo>
                  <a:pt x="100" y="70"/>
                </a:lnTo>
                <a:lnTo>
                  <a:pt x="102" y="61"/>
                </a:lnTo>
                <a:lnTo>
                  <a:pt x="103" y="50"/>
                </a:lnTo>
                <a:lnTo>
                  <a:pt x="102" y="40"/>
                </a:lnTo>
                <a:lnTo>
                  <a:pt x="100" y="30"/>
                </a:lnTo>
                <a:lnTo>
                  <a:pt x="94" y="22"/>
                </a:lnTo>
                <a:lnTo>
                  <a:pt x="88" y="15"/>
                </a:lnTo>
                <a:lnTo>
                  <a:pt x="81" y="8"/>
                </a:lnTo>
                <a:lnTo>
                  <a:pt x="72" y="3"/>
                </a:lnTo>
                <a:lnTo>
                  <a:pt x="62" y="1"/>
                </a:lnTo>
                <a:lnTo>
                  <a:pt x="52" y="0"/>
                </a:lnTo>
                <a:lnTo>
                  <a:pt x="41" y="1"/>
                </a:lnTo>
                <a:lnTo>
                  <a:pt x="32" y="3"/>
                </a:lnTo>
                <a:lnTo>
                  <a:pt x="24" y="8"/>
                </a:lnTo>
                <a:lnTo>
                  <a:pt x="16" y="15"/>
                </a:lnTo>
                <a:lnTo>
                  <a:pt x="10" y="22"/>
                </a:lnTo>
                <a:lnTo>
                  <a:pt x="5" y="30"/>
                </a:lnTo>
                <a:lnTo>
                  <a:pt x="1" y="40"/>
                </a:lnTo>
                <a:lnTo>
                  <a:pt x="0" y="50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20" name="Freeform 225"/>
          <p:cNvSpPr>
            <a:spLocks/>
          </p:cNvSpPr>
          <p:nvPr/>
        </p:nvSpPr>
        <p:spPr bwMode="auto">
          <a:xfrm>
            <a:off x="8835607" y="5285930"/>
            <a:ext cx="43901" cy="40524"/>
          </a:xfrm>
          <a:custGeom>
            <a:avLst/>
            <a:gdLst>
              <a:gd name="T0" fmla="*/ 0 w 103"/>
              <a:gd name="T1" fmla="*/ 14000692 h 102"/>
              <a:gd name="T2" fmla="*/ 274591 w 103"/>
              <a:gd name="T3" fmla="*/ 17080971 h 102"/>
              <a:gd name="T4" fmla="*/ 1372956 w 103"/>
              <a:gd name="T5" fmla="*/ 19601392 h 102"/>
              <a:gd name="T6" fmla="*/ 2745913 w 103"/>
              <a:gd name="T7" fmla="*/ 22121283 h 102"/>
              <a:gd name="T8" fmla="*/ 4393460 w 103"/>
              <a:gd name="T9" fmla="*/ 24081317 h 102"/>
              <a:gd name="T10" fmla="*/ 6590714 w 103"/>
              <a:gd name="T11" fmla="*/ 26041879 h 102"/>
              <a:gd name="T12" fmla="*/ 8787444 w 103"/>
              <a:gd name="T13" fmla="*/ 27441525 h 102"/>
              <a:gd name="T14" fmla="*/ 11258766 w 103"/>
              <a:gd name="T15" fmla="*/ 28281842 h 102"/>
              <a:gd name="T16" fmla="*/ 14279794 w 103"/>
              <a:gd name="T17" fmla="*/ 28561771 h 102"/>
              <a:gd name="T18" fmla="*/ 17025706 w 103"/>
              <a:gd name="T19" fmla="*/ 28281842 h 102"/>
              <a:gd name="T20" fmla="*/ 19771619 w 103"/>
              <a:gd name="T21" fmla="*/ 27441525 h 102"/>
              <a:gd name="T22" fmla="*/ 22242940 w 103"/>
              <a:gd name="T23" fmla="*/ 26041879 h 102"/>
              <a:gd name="T24" fmla="*/ 24165603 w 103"/>
              <a:gd name="T25" fmla="*/ 24081317 h 102"/>
              <a:gd name="T26" fmla="*/ 25813151 w 103"/>
              <a:gd name="T27" fmla="*/ 22121283 h 102"/>
              <a:gd name="T28" fmla="*/ 27460698 w 103"/>
              <a:gd name="T29" fmla="*/ 19601392 h 102"/>
              <a:gd name="T30" fmla="*/ 28009881 w 103"/>
              <a:gd name="T31" fmla="*/ 17080971 h 102"/>
              <a:gd name="T32" fmla="*/ 28284472 w 103"/>
              <a:gd name="T33" fmla="*/ 14000692 h 102"/>
              <a:gd name="T34" fmla="*/ 28284472 w 103"/>
              <a:gd name="T35" fmla="*/ 14000692 h 102"/>
              <a:gd name="T36" fmla="*/ 28009881 w 103"/>
              <a:gd name="T37" fmla="*/ 11200871 h 102"/>
              <a:gd name="T38" fmla="*/ 27460698 w 103"/>
              <a:gd name="T39" fmla="*/ 8400521 h 102"/>
              <a:gd name="T40" fmla="*/ 25813151 w 103"/>
              <a:gd name="T41" fmla="*/ 6160558 h 102"/>
              <a:gd name="T42" fmla="*/ 24165603 w 103"/>
              <a:gd name="T43" fmla="*/ 4199996 h 102"/>
              <a:gd name="T44" fmla="*/ 22242940 w 103"/>
              <a:gd name="T45" fmla="*/ 2239963 h 102"/>
              <a:gd name="T46" fmla="*/ 19771619 w 103"/>
              <a:gd name="T47" fmla="*/ 840317 h 102"/>
              <a:gd name="T48" fmla="*/ 17025706 w 103"/>
              <a:gd name="T49" fmla="*/ 279929 h 102"/>
              <a:gd name="T50" fmla="*/ 14279794 w 103"/>
              <a:gd name="T51" fmla="*/ 0 h 102"/>
              <a:gd name="T52" fmla="*/ 11258766 w 103"/>
              <a:gd name="T53" fmla="*/ 279929 h 102"/>
              <a:gd name="T54" fmla="*/ 8787444 w 103"/>
              <a:gd name="T55" fmla="*/ 840317 h 102"/>
              <a:gd name="T56" fmla="*/ 6590714 w 103"/>
              <a:gd name="T57" fmla="*/ 2239963 h 102"/>
              <a:gd name="T58" fmla="*/ 4393460 w 103"/>
              <a:gd name="T59" fmla="*/ 4199996 h 102"/>
              <a:gd name="T60" fmla="*/ 2745913 w 103"/>
              <a:gd name="T61" fmla="*/ 6160558 h 102"/>
              <a:gd name="T62" fmla="*/ 1372956 w 103"/>
              <a:gd name="T63" fmla="*/ 8400521 h 102"/>
              <a:gd name="T64" fmla="*/ 274591 w 103"/>
              <a:gd name="T65" fmla="*/ 11200871 h 102"/>
              <a:gd name="T66" fmla="*/ 0 w 103"/>
              <a:gd name="T67" fmla="*/ 14000692 h 10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3"/>
              <a:gd name="T103" fmla="*/ 0 h 102"/>
              <a:gd name="T104" fmla="*/ 103 w 103"/>
              <a:gd name="T105" fmla="*/ 102 h 102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3" h="102">
                <a:moveTo>
                  <a:pt x="0" y="50"/>
                </a:moveTo>
                <a:lnTo>
                  <a:pt x="1" y="61"/>
                </a:lnTo>
                <a:lnTo>
                  <a:pt x="5" y="70"/>
                </a:lnTo>
                <a:lnTo>
                  <a:pt x="10" y="79"/>
                </a:lnTo>
                <a:lnTo>
                  <a:pt x="16" y="86"/>
                </a:lnTo>
                <a:lnTo>
                  <a:pt x="24" y="93"/>
                </a:lnTo>
                <a:lnTo>
                  <a:pt x="32" y="98"/>
                </a:lnTo>
                <a:lnTo>
                  <a:pt x="41" y="101"/>
                </a:lnTo>
                <a:lnTo>
                  <a:pt x="52" y="102"/>
                </a:lnTo>
                <a:lnTo>
                  <a:pt x="62" y="101"/>
                </a:lnTo>
                <a:lnTo>
                  <a:pt x="72" y="98"/>
                </a:lnTo>
                <a:lnTo>
                  <a:pt x="81" y="93"/>
                </a:lnTo>
                <a:lnTo>
                  <a:pt x="88" y="86"/>
                </a:lnTo>
                <a:lnTo>
                  <a:pt x="94" y="79"/>
                </a:lnTo>
                <a:lnTo>
                  <a:pt x="100" y="70"/>
                </a:lnTo>
                <a:lnTo>
                  <a:pt x="102" y="61"/>
                </a:lnTo>
                <a:lnTo>
                  <a:pt x="103" y="50"/>
                </a:lnTo>
                <a:lnTo>
                  <a:pt x="102" y="40"/>
                </a:lnTo>
                <a:lnTo>
                  <a:pt x="100" y="30"/>
                </a:lnTo>
                <a:lnTo>
                  <a:pt x="94" y="22"/>
                </a:lnTo>
                <a:lnTo>
                  <a:pt x="88" y="15"/>
                </a:lnTo>
                <a:lnTo>
                  <a:pt x="81" y="8"/>
                </a:lnTo>
                <a:lnTo>
                  <a:pt x="72" y="3"/>
                </a:lnTo>
                <a:lnTo>
                  <a:pt x="62" y="1"/>
                </a:lnTo>
                <a:lnTo>
                  <a:pt x="52" y="0"/>
                </a:lnTo>
                <a:lnTo>
                  <a:pt x="41" y="1"/>
                </a:lnTo>
                <a:lnTo>
                  <a:pt x="32" y="3"/>
                </a:lnTo>
                <a:lnTo>
                  <a:pt x="24" y="8"/>
                </a:lnTo>
                <a:lnTo>
                  <a:pt x="16" y="15"/>
                </a:lnTo>
                <a:lnTo>
                  <a:pt x="10" y="22"/>
                </a:lnTo>
                <a:lnTo>
                  <a:pt x="5" y="30"/>
                </a:lnTo>
                <a:lnTo>
                  <a:pt x="1" y="40"/>
                </a:lnTo>
                <a:lnTo>
                  <a:pt x="0" y="50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21" name="Line 226"/>
          <p:cNvSpPr>
            <a:spLocks noChangeShapeType="1"/>
          </p:cNvSpPr>
          <p:nvPr/>
        </p:nvSpPr>
        <p:spPr bwMode="auto">
          <a:xfrm>
            <a:off x="8714235" y="5264475"/>
            <a:ext cx="140739" cy="0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22" name="Line 227"/>
          <p:cNvSpPr>
            <a:spLocks noChangeShapeType="1"/>
          </p:cNvSpPr>
          <p:nvPr/>
        </p:nvSpPr>
        <p:spPr bwMode="auto">
          <a:xfrm flipH="1">
            <a:off x="5519833" y="5774594"/>
            <a:ext cx="3473297" cy="0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23" name="Line 228"/>
          <p:cNvSpPr>
            <a:spLocks noChangeShapeType="1"/>
          </p:cNvSpPr>
          <p:nvPr/>
        </p:nvSpPr>
        <p:spPr bwMode="auto">
          <a:xfrm>
            <a:off x="5291292" y="5407500"/>
            <a:ext cx="0" cy="367095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24" name="Freeform 229"/>
          <p:cNvSpPr>
            <a:spLocks/>
          </p:cNvSpPr>
          <p:nvPr/>
        </p:nvSpPr>
        <p:spPr bwMode="auto">
          <a:xfrm>
            <a:off x="5264177" y="5382470"/>
            <a:ext cx="54230" cy="50059"/>
          </a:xfrm>
          <a:custGeom>
            <a:avLst/>
            <a:gdLst>
              <a:gd name="T0" fmla="*/ 17364375 w 127"/>
              <a:gd name="T1" fmla="*/ 35004375 h 127"/>
              <a:gd name="T2" fmla="*/ 13781250 w 127"/>
              <a:gd name="T3" fmla="*/ 34728750 h 127"/>
              <a:gd name="T4" fmla="*/ 10749375 w 127"/>
              <a:gd name="T5" fmla="*/ 33626250 h 127"/>
              <a:gd name="T6" fmla="*/ 7717500 w 127"/>
              <a:gd name="T7" fmla="*/ 31972500 h 127"/>
              <a:gd name="T8" fmla="*/ 5236875 w 127"/>
              <a:gd name="T9" fmla="*/ 30043125 h 127"/>
              <a:gd name="T10" fmla="*/ 3031875 w 127"/>
              <a:gd name="T11" fmla="*/ 27562500 h 127"/>
              <a:gd name="T12" fmla="*/ 1378125 w 127"/>
              <a:gd name="T13" fmla="*/ 24255000 h 127"/>
              <a:gd name="T14" fmla="*/ 275625 w 127"/>
              <a:gd name="T15" fmla="*/ 21223125 h 127"/>
              <a:gd name="T16" fmla="*/ 0 w 127"/>
              <a:gd name="T17" fmla="*/ 17640000 h 127"/>
              <a:gd name="T18" fmla="*/ 275625 w 127"/>
              <a:gd name="T19" fmla="*/ 14056875 h 127"/>
              <a:gd name="T20" fmla="*/ 1378125 w 127"/>
              <a:gd name="T21" fmla="*/ 10749375 h 127"/>
              <a:gd name="T22" fmla="*/ 3031875 w 127"/>
              <a:gd name="T23" fmla="*/ 7993125 h 127"/>
              <a:gd name="T24" fmla="*/ 5236875 w 127"/>
              <a:gd name="T25" fmla="*/ 5236875 h 127"/>
              <a:gd name="T26" fmla="*/ 7717500 w 127"/>
              <a:gd name="T27" fmla="*/ 3031875 h 127"/>
              <a:gd name="T28" fmla="*/ 10749375 w 127"/>
              <a:gd name="T29" fmla="*/ 1653750 h 127"/>
              <a:gd name="T30" fmla="*/ 13781250 w 127"/>
              <a:gd name="T31" fmla="*/ 551250 h 127"/>
              <a:gd name="T32" fmla="*/ 17364375 w 127"/>
              <a:gd name="T33" fmla="*/ 0 h 127"/>
              <a:gd name="T34" fmla="*/ 17364375 w 127"/>
              <a:gd name="T35" fmla="*/ 0 h 127"/>
              <a:gd name="T36" fmla="*/ 20947500 w 127"/>
              <a:gd name="T37" fmla="*/ 551250 h 127"/>
              <a:gd name="T38" fmla="*/ 24255000 w 127"/>
              <a:gd name="T39" fmla="*/ 1653750 h 127"/>
              <a:gd name="T40" fmla="*/ 27011250 w 127"/>
              <a:gd name="T41" fmla="*/ 3031875 h 127"/>
              <a:gd name="T42" fmla="*/ 29767500 w 127"/>
              <a:gd name="T43" fmla="*/ 5236875 h 127"/>
              <a:gd name="T44" fmla="*/ 31972500 w 127"/>
              <a:gd name="T45" fmla="*/ 7993125 h 127"/>
              <a:gd name="T46" fmla="*/ 33626250 w 127"/>
              <a:gd name="T47" fmla="*/ 10749375 h 127"/>
              <a:gd name="T48" fmla="*/ 34453125 w 127"/>
              <a:gd name="T49" fmla="*/ 14056875 h 127"/>
              <a:gd name="T50" fmla="*/ 35004375 w 127"/>
              <a:gd name="T51" fmla="*/ 17640000 h 127"/>
              <a:gd name="T52" fmla="*/ 34453125 w 127"/>
              <a:gd name="T53" fmla="*/ 21223125 h 127"/>
              <a:gd name="T54" fmla="*/ 33626250 w 127"/>
              <a:gd name="T55" fmla="*/ 24255000 h 127"/>
              <a:gd name="T56" fmla="*/ 31972500 w 127"/>
              <a:gd name="T57" fmla="*/ 27562500 h 127"/>
              <a:gd name="T58" fmla="*/ 29767500 w 127"/>
              <a:gd name="T59" fmla="*/ 30043125 h 127"/>
              <a:gd name="T60" fmla="*/ 27011250 w 127"/>
              <a:gd name="T61" fmla="*/ 31972500 h 127"/>
              <a:gd name="T62" fmla="*/ 24255000 w 127"/>
              <a:gd name="T63" fmla="*/ 33626250 h 127"/>
              <a:gd name="T64" fmla="*/ 20947500 w 127"/>
              <a:gd name="T65" fmla="*/ 34728750 h 127"/>
              <a:gd name="T66" fmla="*/ 17364375 w 127"/>
              <a:gd name="T67" fmla="*/ 35004375 h 127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27"/>
              <a:gd name="T103" fmla="*/ 0 h 127"/>
              <a:gd name="T104" fmla="*/ 127 w 127"/>
              <a:gd name="T105" fmla="*/ 127 h 127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27" h="127">
                <a:moveTo>
                  <a:pt x="63" y="127"/>
                </a:moveTo>
                <a:lnTo>
                  <a:pt x="50" y="126"/>
                </a:lnTo>
                <a:lnTo>
                  <a:pt x="39" y="122"/>
                </a:lnTo>
                <a:lnTo>
                  <a:pt x="28" y="116"/>
                </a:lnTo>
                <a:lnTo>
                  <a:pt x="19" y="109"/>
                </a:lnTo>
                <a:lnTo>
                  <a:pt x="11" y="100"/>
                </a:lnTo>
                <a:lnTo>
                  <a:pt x="5" y="88"/>
                </a:lnTo>
                <a:lnTo>
                  <a:pt x="1" y="77"/>
                </a:lnTo>
                <a:lnTo>
                  <a:pt x="0" y="64"/>
                </a:lnTo>
                <a:lnTo>
                  <a:pt x="1" y="51"/>
                </a:lnTo>
                <a:lnTo>
                  <a:pt x="5" y="39"/>
                </a:lnTo>
                <a:lnTo>
                  <a:pt x="11" y="29"/>
                </a:lnTo>
                <a:lnTo>
                  <a:pt x="19" y="19"/>
                </a:lnTo>
                <a:lnTo>
                  <a:pt x="28" y="11"/>
                </a:lnTo>
                <a:lnTo>
                  <a:pt x="39" y="6"/>
                </a:lnTo>
                <a:lnTo>
                  <a:pt x="50" y="2"/>
                </a:lnTo>
                <a:lnTo>
                  <a:pt x="63" y="0"/>
                </a:lnTo>
                <a:lnTo>
                  <a:pt x="76" y="2"/>
                </a:lnTo>
                <a:lnTo>
                  <a:pt x="88" y="6"/>
                </a:lnTo>
                <a:lnTo>
                  <a:pt x="98" y="11"/>
                </a:lnTo>
                <a:lnTo>
                  <a:pt x="108" y="19"/>
                </a:lnTo>
                <a:lnTo>
                  <a:pt x="116" y="29"/>
                </a:lnTo>
                <a:lnTo>
                  <a:pt x="122" y="39"/>
                </a:lnTo>
                <a:lnTo>
                  <a:pt x="125" y="51"/>
                </a:lnTo>
                <a:lnTo>
                  <a:pt x="127" y="64"/>
                </a:lnTo>
                <a:lnTo>
                  <a:pt x="125" y="77"/>
                </a:lnTo>
                <a:lnTo>
                  <a:pt x="122" y="88"/>
                </a:lnTo>
                <a:lnTo>
                  <a:pt x="116" y="100"/>
                </a:lnTo>
                <a:lnTo>
                  <a:pt x="108" y="109"/>
                </a:lnTo>
                <a:lnTo>
                  <a:pt x="98" y="116"/>
                </a:lnTo>
                <a:lnTo>
                  <a:pt x="88" y="122"/>
                </a:lnTo>
                <a:lnTo>
                  <a:pt x="76" y="126"/>
                </a:lnTo>
                <a:lnTo>
                  <a:pt x="63" y="12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25" name="Line 230"/>
          <p:cNvSpPr>
            <a:spLocks noChangeShapeType="1"/>
          </p:cNvSpPr>
          <p:nvPr/>
        </p:nvSpPr>
        <p:spPr bwMode="auto">
          <a:xfrm>
            <a:off x="8990549" y="5382470"/>
            <a:ext cx="0" cy="393316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26" name="Freeform 231"/>
          <p:cNvSpPr>
            <a:spLocks/>
          </p:cNvSpPr>
          <p:nvPr/>
        </p:nvSpPr>
        <p:spPr bwMode="auto">
          <a:xfrm>
            <a:off x="8962141" y="5356250"/>
            <a:ext cx="55522" cy="51251"/>
          </a:xfrm>
          <a:custGeom>
            <a:avLst/>
            <a:gdLst>
              <a:gd name="T0" fmla="*/ 18201956 w 128"/>
              <a:gd name="T1" fmla="*/ 36404978 h 128"/>
              <a:gd name="T2" fmla="*/ 14504608 w 128"/>
              <a:gd name="T3" fmla="*/ 36120726 h 128"/>
              <a:gd name="T4" fmla="*/ 11092042 w 128"/>
              <a:gd name="T5" fmla="*/ 34982654 h 128"/>
              <a:gd name="T6" fmla="*/ 8247969 w 128"/>
              <a:gd name="T7" fmla="*/ 33276613 h 128"/>
              <a:gd name="T8" fmla="*/ 5403897 w 128"/>
              <a:gd name="T9" fmla="*/ 31001001 h 128"/>
              <a:gd name="T10" fmla="*/ 3128319 w 128"/>
              <a:gd name="T11" fmla="*/ 28441139 h 128"/>
              <a:gd name="T12" fmla="*/ 1421769 w 128"/>
              <a:gd name="T13" fmla="*/ 25312774 h 128"/>
              <a:gd name="T14" fmla="*/ 569028 w 128"/>
              <a:gd name="T15" fmla="*/ 21899624 h 128"/>
              <a:gd name="T16" fmla="*/ 0 w 128"/>
              <a:gd name="T17" fmla="*/ 18202756 h 128"/>
              <a:gd name="T18" fmla="*/ 569028 w 128"/>
              <a:gd name="T19" fmla="*/ 14789606 h 128"/>
              <a:gd name="T20" fmla="*/ 1421769 w 128"/>
              <a:gd name="T21" fmla="*/ 11376456 h 128"/>
              <a:gd name="T22" fmla="*/ 3128319 w 128"/>
              <a:gd name="T23" fmla="*/ 7963839 h 128"/>
              <a:gd name="T24" fmla="*/ 5403897 w 128"/>
              <a:gd name="T25" fmla="*/ 5403976 h 128"/>
              <a:gd name="T26" fmla="*/ 8247969 w 128"/>
              <a:gd name="T27" fmla="*/ 3413150 h 128"/>
              <a:gd name="T28" fmla="*/ 11092042 w 128"/>
              <a:gd name="T29" fmla="*/ 1422324 h 128"/>
              <a:gd name="T30" fmla="*/ 14504608 w 128"/>
              <a:gd name="T31" fmla="*/ 284251 h 128"/>
              <a:gd name="T32" fmla="*/ 18201956 w 128"/>
              <a:gd name="T33" fmla="*/ 0 h 128"/>
              <a:gd name="T34" fmla="*/ 18201956 w 128"/>
              <a:gd name="T35" fmla="*/ 0 h 128"/>
              <a:gd name="T36" fmla="*/ 21899303 w 128"/>
              <a:gd name="T37" fmla="*/ 284251 h 128"/>
              <a:gd name="T38" fmla="*/ 25027622 w 128"/>
              <a:gd name="T39" fmla="*/ 1422324 h 128"/>
              <a:gd name="T40" fmla="*/ 28440722 w 128"/>
              <a:gd name="T41" fmla="*/ 3413150 h 128"/>
              <a:gd name="T42" fmla="*/ 31000014 w 128"/>
              <a:gd name="T43" fmla="*/ 5403976 h 128"/>
              <a:gd name="T44" fmla="*/ 33559839 w 128"/>
              <a:gd name="T45" fmla="*/ 7963839 h 128"/>
              <a:gd name="T46" fmla="*/ 34982142 w 128"/>
              <a:gd name="T47" fmla="*/ 11376456 h 128"/>
              <a:gd name="T48" fmla="*/ 36119664 w 128"/>
              <a:gd name="T49" fmla="*/ 14789606 h 128"/>
              <a:gd name="T50" fmla="*/ 36403911 w 128"/>
              <a:gd name="T51" fmla="*/ 18202756 h 128"/>
              <a:gd name="T52" fmla="*/ 36119664 w 128"/>
              <a:gd name="T53" fmla="*/ 21899624 h 128"/>
              <a:gd name="T54" fmla="*/ 34982142 w 128"/>
              <a:gd name="T55" fmla="*/ 25312774 h 128"/>
              <a:gd name="T56" fmla="*/ 33559839 w 128"/>
              <a:gd name="T57" fmla="*/ 28441139 h 128"/>
              <a:gd name="T58" fmla="*/ 31000014 w 128"/>
              <a:gd name="T59" fmla="*/ 31001001 h 128"/>
              <a:gd name="T60" fmla="*/ 28440722 w 128"/>
              <a:gd name="T61" fmla="*/ 33276613 h 128"/>
              <a:gd name="T62" fmla="*/ 25027622 w 128"/>
              <a:gd name="T63" fmla="*/ 34982654 h 128"/>
              <a:gd name="T64" fmla="*/ 21899303 w 128"/>
              <a:gd name="T65" fmla="*/ 36120726 h 128"/>
              <a:gd name="T66" fmla="*/ 18201956 w 128"/>
              <a:gd name="T67" fmla="*/ 36404978 h 128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28"/>
              <a:gd name="T103" fmla="*/ 0 h 128"/>
              <a:gd name="T104" fmla="*/ 128 w 128"/>
              <a:gd name="T105" fmla="*/ 128 h 128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28" h="128">
                <a:moveTo>
                  <a:pt x="64" y="128"/>
                </a:moveTo>
                <a:lnTo>
                  <a:pt x="51" y="127"/>
                </a:lnTo>
                <a:lnTo>
                  <a:pt x="39" y="123"/>
                </a:lnTo>
                <a:lnTo>
                  <a:pt x="29" y="117"/>
                </a:lnTo>
                <a:lnTo>
                  <a:pt x="19" y="109"/>
                </a:lnTo>
                <a:lnTo>
                  <a:pt x="11" y="100"/>
                </a:lnTo>
                <a:lnTo>
                  <a:pt x="5" y="89"/>
                </a:lnTo>
                <a:lnTo>
                  <a:pt x="2" y="77"/>
                </a:lnTo>
                <a:lnTo>
                  <a:pt x="0" y="64"/>
                </a:lnTo>
                <a:lnTo>
                  <a:pt x="2" y="52"/>
                </a:lnTo>
                <a:lnTo>
                  <a:pt x="5" y="40"/>
                </a:lnTo>
                <a:lnTo>
                  <a:pt x="11" y="28"/>
                </a:lnTo>
                <a:lnTo>
                  <a:pt x="19" y="19"/>
                </a:lnTo>
                <a:lnTo>
                  <a:pt x="29" y="12"/>
                </a:lnTo>
                <a:lnTo>
                  <a:pt x="39" y="5"/>
                </a:lnTo>
                <a:lnTo>
                  <a:pt x="51" y="1"/>
                </a:lnTo>
                <a:lnTo>
                  <a:pt x="64" y="0"/>
                </a:lnTo>
                <a:lnTo>
                  <a:pt x="77" y="1"/>
                </a:lnTo>
                <a:lnTo>
                  <a:pt x="88" y="5"/>
                </a:lnTo>
                <a:lnTo>
                  <a:pt x="100" y="12"/>
                </a:lnTo>
                <a:lnTo>
                  <a:pt x="109" y="19"/>
                </a:lnTo>
                <a:lnTo>
                  <a:pt x="118" y="28"/>
                </a:lnTo>
                <a:lnTo>
                  <a:pt x="123" y="40"/>
                </a:lnTo>
                <a:lnTo>
                  <a:pt x="127" y="52"/>
                </a:lnTo>
                <a:lnTo>
                  <a:pt x="128" y="64"/>
                </a:lnTo>
                <a:lnTo>
                  <a:pt x="127" y="77"/>
                </a:lnTo>
                <a:lnTo>
                  <a:pt x="123" y="89"/>
                </a:lnTo>
                <a:lnTo>
                  <a:pt x="118" y="100"/>
                </a:lnTo>
                <a:lnTo>
                  <a:pt x="109" y="109"/>
                </a:lnTo>
                <a:lnTo>
                  <a:pt x="100" y="117"/>
                </a:lnTo>
                <a:lnTo>
                  <a:pt x="88" y="123"/>
                </a:lnTo>
                <a:lnTo>
                  <a:pt x="77" y="127"/>
                </a:lnTo>
                <a:lnTo>
                  <a:pt x="64" y="12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27" name="Line 232"/>
          <p:cNvSpPr>
            <a:spLocks noChangeShapeType="1"/>
          </p:cNvSpPr>
          <p:nvPr/>
        </p:nvSpPr>
        <p:spPr bwMode="auto">
          <a:xfrm>
            <a:off x="5388133" y="5790088"/>
            <a:ext cx="109750" cy="0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28" name="Line 233"/>
          <p:cNvSpPr>
            <a:spLocks noChangeShapeType="1"/>
          </p:cNvSpPr>
          <p:nvPr/>
        </p:nvSpPr>
        <p:spPr bwMode="auto">
          <a:xfrm flipH="1">
            <a:off x="5291293" y="5774594"/>
            <a:ext cx="74889" cy="0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29" name="Freeform 234"/>
          <p:cNvSpPr>
            <a:spLocks/>
          </p:cNvSpPr>
          <p:nvPr/>
        </p:nvSpPr>
        <p:spPr bwMode="auto">
          <a:xfrm>
            <a:off x="5366183" y="5753141"/>
            <a:ext cx="43901" cy="40524"/>
          </a:xfrm>
          <a:custGeom>
            <a:avLst/>
            <a:gdLst>
              <a:gd name="T0" fmla="*/ 0 w 103"/>
              <a:gd name="T1" fmla="*/ 14561079 h 102"/>
              <a:gd name="T2" fmla="*/ 274591 w 103"/>
              <a:gd name="T3" fmla="*/ 11480800 h 102"/>
              <a:gd name="T4" fmla="*/ 1098365 w 103"/>
              <a:gd name="T5" fmla="*/ 8960379 h 102"/>
              <a:gd name="T6" fmla="*/ 2471321 w 103"/>
              <a:gd name="T7" fmla="*/ 6440488 h 102"/>
              <a:gd name="T8" fmla="*/ 4118869 w 103"/>
              <a:gd name="T9" fmla="*/ 4199996 h 102"/>
              <a:gd name="T10" fmla="*/ 6316123 w 103"/>
              <a:gd name="T11" fmla="*/ 2239963 h 102"/>
              <a:gd name="T12" fmla="*/ 8512853 w 103"/>
              <a:gd name="T13" fmla="*/ 1120246 h 102"/>
              <a:gd name="T14" fmla="*/ 11533357 w 103"/>
              <a:gd name="T15" fmla="*/ 279929 h 102"/>
              <a:gd name="T16" fmla="*/ 14004678 w 103"/>
              <a:gd name="T17" fmla="*/ 0 h 102"/>
              <a:gd name="T18" fmla="*/ 17025706 w 103"/>
              <a:gd name="T19" fmla="*/ 279929 h 102"/>
              <a:gd name="T20" fmla="*/ 19497028 w 103"/>
              <a:gd name="T21" fmla="*/ 1120246 h 102"/>
              <a:gd name="T22" fmla="*/ 21968349 w 103"/>
              <a:gd name="T23" fmla="*/ 2239963 h 102"/>
              <a:gd name="T24" fmla="*/ 23891012 w 103"/>
              <a:gd name="T25" fmla="*/ 4199996 h 102"/>
              <a:gd name="T26" fmla="*/ 25538559 w 103"/>
              <a:gd name="T27" fmla="*/ 6440488 h 102"/>
              <a:gd name="T28" fmla="*/ 26911516 w 103"/>
              <a:gd name="T29" fmla="*/ 8960379 h 102"/>
              <a:gd name="T30" fmla="*/ 28009881 w 103"/>
              <a:gd name="T31" fmla="*/ 11480800 h 102"/>
              <a:gd name="T32" fmla="*/ 28284472 w 103"/>
              <a:gd name="T33" fmla="*/ 14561079 h 102"/>
              <a:gd name="T34" fmla="*/ 28284472 w 103"/>
              <a:gd name="T35" fmla="*/ 14561079 h 102"/>
              <a:gd name="T36" fmla="*/ 28009881 w 103"/>
              <a:gd name="T37" fmla="*/ 17360900 h 102"/>
              <a:gd name="T38" fmla="*/ 26911516 w 103"/>
              <a:gd name="T39" fmla="*/ 20161250 h 102"/>
              <a:gd name="T40" fmla="*/ 25538559 w 103"/>
              <a:gd name="T41" fmla="*/ 22401213 h 102"/>
              <a:gd name="T42" fmla="*/ 23891012 w 103"/>
              <a:gd name="T43" fmla="*/ 24641704 h 102"/>
              <a:gd name="T44" fmla="*/ 21968349 w 103"/>
              <a:gd name="T45" fmla="*/ 26321808 h 102"/>
              <a:gd name="T46" fmla="*/ 19497028 w 103"/>
              <a:gd name="T47" fmla="*/ 27721983 h 102"/>
              <a:gd name="T48" fmla="*/ 17025706 w 103"/>
              <a:gd name="T49" fmla="*/ 28281842 h 102"/>
              <a:gd name="T50" fmla="*/ 14004678 w 103"/>
              <a:gd name="T51" fmla="*/ 28561771 h 102"/>
              <a:gd name="T52" fmla="*/ 11533357 w 103"/>
              <a:gd name="T53" fmla="*/ 28281842 h 102"/>
              <a:gd name="T54" fmla="*/ 8512853 w 103"/>
              <a:gd name="T55" fmla="*/ 27721983 h 102"/>
              <a:gd name="T56" fmla="*/ 6316123 w 103"/>
              <a:gd name="T57" fmla="*/ 26321808 h 102"/>
              <a:gd name="T58" fmla="*/ 4118869 w 103"/>
              <a:gd name="T59" fmla="*/ 24641704 h 102"/>
              <a:gd name="T60" fmla="*/ 2471321 w 103"/>
              <a:gd name="T61" fmla="*/ 22401213 h 102"/>
              <a:gd name="T62" fmla="*/ 1098365 w 103"/>
              <a:gd name="T63" fmla="*/ 20161250 h 102"/>
              <a:gd name="T64" fmla="*/ 274591 w 103"/>
              <a:gd name="T65" fmla="*/ 17360900 h 102"/>
              <a:gd name="T66" fmla="*/ 0 w 103"/>
              <a:gd name="T67" fmla="*/ 14561079 h 10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3"/>
              <a:gd name="T103" fmla="*/ 0 h 102"/>
              <a:gd name="T104" fmla="*/ 103 w 103"/>
              <a:gd name="T105" fmla="*/ 102 h 102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3" h="102">
                <a:moveTo>
                  <a:pt x="0" y="52"/>
                </a:moveTo>
                <a:lnTo>
                  <a:pt x="1" y="41"/>
                </a:lnTo>
                <a:lnTo>
                  <a:pt x="4" y="32"/>
                </a:lnTo>
                <a:lnTo>
                  <a:pt x="9" y="23"/>
                </a:lnTo>
                <a:lnTo>
                  <a:pt x="15" y="15"/>
                </a:lnTo>
                <a:lnTo>
                  <a:pt x="23" y="8"/>
                </a:lnTo>
                <a:lnTo>
                  <a:pt x="31" y="4"/>
                </a:lnTo>
                <a:lnTo>
                  <a:pt x="42" y="1"/>
                </a:lnTo>
                <a:lnTo>
                  <a:pt x="51" y="0"/>
                </a:lnTo>
                <a:lnTo>
                  <a:pt x="62" y="1"/>
                </a:lnTo>
                <a:lnTo>
                  <a:pt x="71" y="4"/>
                </a:lnTo>
                <a:lnTo>
                  <a:pt x="80" y="8"/>
                </a:lnTo>
                <a:lnTo>
                  <a:pt x="87" y="15"/>
                </a:lnTo>
                <a:lnTo>
                  <a:pt x="93" y="23"/>
                </a:lnTo>
                <a:lnTo>
                  <a:pt x="98" y="32"/>
                </a:lnTo>
                <a:lnTo>
                  <a:pt x="102" y="41"/>
                </a:lnTo>
                <a:lnTo>
                  <a:pt x="103" y="52"/>
                </a:lnTo>
                <a:lnTo>
                  <a:pt x="102" y="62"/>
                </a:lnTo>
                <a:lnTo>
                  <a:pt x="98" y="72"/>
                </a:lnTo>
                <a:lnTo>
                  <a:pt x="93" y="80"/>
                </a:lnTo>
                <a:lnTo>
                  <a:pt x="87" y="88"/>
                </a:lnTo>
                <a:lnTo>
                  <a:pt x="80" y="94"/>
                </a:lnTo>
                <a:lnTo>
                  <a:pt x="71" y="99"/>
                </a:lnTo>
                <a:lnTo>
                  <a:pt x="62" y="101"/>
                </a:lnTo>
                <a:lnTo>
                  <a:pt x="51" y="102"/>
                </a:lnTo>
                <a:lnTo>
                  <a:pt x="42" y="101"/>
                </a:lnTo>
                <a:lnTo>
                  <a:pt x="31" y="99"/>
                </a:lnTo>
                <a:lnTo>
                  <a:pt x="23" y="94"/>
                </a:lnTo>
                <a:lnTo>
                  <a:pt x="15" y="88"/>
                </a:lnTo>
                <a:lnTo>
                  <a:pt x="9" y="80"/>
                </a:lnTo>
                <a:lnTo>
                  <a:pt x="4" y="72"/>
                </a:lnTo>
                <a:lnTo>
                  <a:pt x="1" y="62"/>
                </a:lnTo>
                <a:lnTo>
                  <a:pt x="0" y="52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30" name="Freeform 235"/>
          <p:cNvSpPr>
            <a:spLocks/>
          </p:cNvSpPr>
          <p:nvPr/>
        </p:nvSpPr>
        <p:spPr bwMode="auto">
          <a:xfrm>
            <a:off x="5366183" y="5753141"/>
            <a:ext cx="43901" cy="40524"/>
          </a:xfrm>
          <a:custGeom>
            <a:avLst/>
            <a:gdLst>
              <a:gd name="T0" fmla="*/ 0 w 103"/>
              <a:gd name="T1" fmla="*/ 14561079 h 102"/>
              <a:gd name="T2" fmla="*/ 274591 w 103"/>
              <a:gd name="T3" fmla="*/ 11480800 h 102"/>
              <a:gd name="T4" fmla="*/ 1098365 w 103"/>
              <a:gd name="T5" fmla="*/ 8960379 h 102"/>
              <a:gd name="T6" fmla="*/ 2471321 w 103"/>
              <a:gd name="T7" fmla="*/ 6440488 h 102"/>
              <a:gd name="T8" fmla="*/ 4118869 w 103"/>
              <a:gd name="T9" fmla="*/ 4199996 h 102"/>
              <a:gd name="T10" fmla="*/ 6316123 w 103"/>
              <a:gd name="T11" fmla="*/ 2239963 h 102"/>
              <a:gd name="T12" fmla="*/ 8512853 w 103"/>
              <a:gd name="T13" fmla="*/ 1120246 h 102"/>
              <a:gd name="T14" fmla="*/ 11533357 w 103"/>
              <a:gd name="T15" fmla="*/ 279929 h 102"/>
              <a:gd name="T16" fmla="*/ 14004678 w 103"/>
              <a:gd name="T17" fmla="*/ 0 h 102"/>
              <a:gd name="T18" fmla="*/ 17025706 w 103"/>
              <a:gd name="T19" fmla="*/ 279929 h 102"/>
              <a:gd name="T20" fmla="*/ 19497028 w 103"/>
              <a:gd name="T21" fmla="*/ 1120246 h 102"/>
              <a:gd name="T22" fmla="*/ 21968349 w 103"/>
              <a:gd name="T23" fmla="*/ 2239963 h 102"/>
              <a:gd name="T24" fmla="*/ 23891012 w 103"/>
              <a:gd name="T25" fmla="*/ 4199996 h 102"/>
              <a:gd name="T26" fmla="*/ 25538559 w 103"/>
              <a:gd name="T27" fmla="*/ 6440488 h 102"/>
              <a:gd name="T28" fmla="*/ 26911516 w 103"/>
              <a:gd name="T29" fmla="*/ 8960379 h 102"/>
              <a:gd name="T30" fmla="*/ 28009881 w 103"/>
              <a:gd name="T31" fmla="*/ 11480800 h 102"/>
              <a:gd name="T32" fmla="*/ 28284472 w 103"/>
              <a:gd name="T33" fmla="*/ 14561079 h 102"/>
              <a:gd name="T34" fmla="*/ 28284472 w 103"/>
              <a:gd name="T35" fmla="*/ 14561079 h 102"/>
              <a:gd name="T36" fmla="*/ 28009881 w 103"/>
              <a:gd name="T37" fmla="*/ 17360900 h 102"/>
              <a:gd name="T38" fmla="*/ 26911516 w 103"/>
              <a:gd name="T39" fmla="*/ 20161250 h 102"/>
              <a:gd name="T40" fmla="*/ 25538559 w 103"/>
              <a:gd name="T41" fmla="*/ 22401213 h 102"/>
              <a:gd name="T42" fmla="*/ 23891012 w 103"/>
              <a:gd name="T43" fmla="*/ 24641704 h 102"/>
              <a:gd name="T44" fmla="*/ 21968349 w 103"/>
              <a:gd name="T45" fmla="*/ 26321808 h 102"/>
              <a:gd name="T46" fmla="*/ 19497028 w 103"/>
              <a:gd name="T47" fmla="*/ 27721983 h 102"/>
              <a:gd name="T48" fmla="*/ 17025706 w 103"/>
              <a:gd name="T49" fmla="*/ 28281842 h 102"/>
              <a:gd name="T50" fmla="*/ 14004678 w 103"/>
              <a:gd name="T51" fmla="*/ 28561771 h 102"/>
              <a:gd name="T52" fmla="*/ 11533357 w 103"/>
              <a:gd name="T53" fmla="*/ 28281842 h 102"/>
              <a:gd name="T54" fmla="*/ 8512853 w 103"/>
              <a:gd name="T55" fmla="*/ 27721983 h 102"/>
              <a:gd name="T56" fmla="*/ 6316123 w 103"/>
              <a:gd name="T57" fmla="*/ 26321808 h 102"/>
              <a:gd name="T58" fmla="*/ 4118869 w 103"/>
              <a:gd name="T59" fmla="*/ 24641704 h 102"/>
              <a:gd name="T60" fmla="*/ 2471321 w 103"/>
              <a:gd name="T61" fmla="*/ 22401213 h 102"/>
              <a:gd name="T62" fmla="*/ 1098365 w 103"/>
              <a:gd name="T63" fmla="*/ 20161250 h 102"/>
              <a:gd name="T64" fmla="*/ 274591 w 103"/>
              <a:gd name="T65" fmla="*/ 17360900 h 102"/>
              <a:gd name="T66" fmla="*/ 0 w 103"/>
              <a:gd name="T67" fmla="*/ 14561079 h 10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3"/>
              <a:gd name="T103" fmla="*/ 0 h 102"/>
              <a:gd name="T104" fmla="*/ 103 w 103"/>
              <a:gd name="T105" fmla="*/ 102 h 102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3" h="102">
                <a:moveTo>
                  <a:pt x="0" y="52"/>
                </a:moveTo>
                <a:lnTo>
                  <a:pt x="1" y="41"/>
                </a:lnTo>
                <a:lnTo>
                  <a:pt x="4" y="32"/>
                </a:lnTo>
                <a:lnTo>
                  <a:pt x="9" y="23"/>
                </a:lnTo>
                <a:lnTo>
                  <a:pt x="15" y="15"/>
                </a:lnTo>
                <a:lnTo>
                  <a:pt x="23" y="8"/>
                </a:lnTo>
                <a:lnTo>
                  <a:pt x="31" y="4"/>
                </a:lnTo>
                <a:lnTo>
                  <a:pt x="42" y="1"/>
                </a:lnTo>
                <a:lnTo>
                  <a:pt x="51" y="0"/>
                </a:lnTo>
                <a:lnTo>
                  <a:pt x="62" y="1"/>
                </a:lnTo>
                <a:lnTo>
                  <a:pt x="71" y="4"/>
                </a:lnTo>
                <a:lnTo>
                  <a:pt x="80" y="8"/>
                </a:lnTo>
                <a:lnTo>
                  <a:pt x="87" y="15"/>
                </a:lnTo>
                <a:lnTo>
                  <a:pt x="93" y="23"/>
                </a:lnTo>
                <a:lnTo>
                  <a:pt x="98" y="32"/>
                </a:lnTo>
                <a:lnTo>
                  <a:pt x="102" y="41"/>
                </a:lnTo>
                <a:lnTo>
                  <a:pt x="103" y="52"/>
                </a:lnTo>
                <a:lnTo>
                  <a:pt x="102" y="62"/>
                </a:lnTo>
                <a:lnTo>
                  <a:pt x="98" y="72"/>
                </a:lnTo>
                <a:lnTo>
                  <a:pt x="93" y="80"/>
                </a:lnTo>
                <a:lnTo>
                  <a:pt x="87" y="88"/>
                </a:lnTo>
                <a:lnTo>
                  <a:pt x="80" y="94"/>
                </a:lnTo>
                <a:lnTo>
                  <a:pt x="71" y="99"/>
                </a:lnTo>
                <a:lnTo>
                  <a:pt x="62" y="101"/>
                </a:lnTo>
                <a:lnTo>
                  <a:pt x="51" y="102"/>
                </a:lnTo>
                <a:lnTo>
                  <a:pt x="42" y="101"/>
                </a:lnTo>
                <a:lnTo>
                  <a:pt x="31" y="99"/>
                </a:lnTo>
                <a:lnTo>
                  <a:pt x="23" y="94"/>
                </a:lnTo>
                <a:lnTo>
                  <a:pt x="15" y="88"/>
                </a:lnTo>
                <a:lnTo>
                  <a:pt x="9" y="80"/>
                </a:lnTo>
                <a:lnTo>
                  <a:pt x="4" y="72"/>
                </a:lnTo>
                <a:lnTo>
                  <a:pt x="1" y="62"/>
                </a:lnTo>
                <a:lnTo>
                  <a:pt x="0" y="52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31" name="Freeform 236"/>
          <p:cNvSpPr>
            <a:spLocks/>
          </p:cNvSpPr>
          <p:nvPr/>
        </p:nvSpPr>
        <p:spPr bwMode="auto">
          <a:xfrm>
            <a:off x="5475933" y="5753141"/>
            <a:ext cx="43901" cy="40524"/>
          </a:xfrm>
          <a:custGeom>
            <a:avLst/>
            <a:gdLst>
              <a:gd name="T0" fmla="*/ 0 w 103"/>
              <a:gd name="T1" fmla="*/ 14561079 h 102"/>
              <a:gd name="T2" fmla="*/ 274591 w 103"/>
              <a:gd name="T3" fmla="*/ 11480800 h 102"/>
              <a:gd name="T4" fmla="*/ 1372956 w 103"/>
              <a:gd name="T5" fmla="*/ 8960379 h 102"/>
              <a:gd name="T6" fmla="*/ 2745913 w 103"/>
              <a:gd name="T7" fmla="*/ 6440488 h 102"/>
              <a:gd name="T8" fmla="*/ 4118869 w 103"/>
              <a:gd name="T9" fmla="*/ 4199996 h 102"/>
              <a:gd name="T10" fmla="*/ 6041532 w 103"/>
              <a:gd name="T11" fmla="*/ 2239963 h 102"/>
              <a:gd name="T12" fmla="*/ 8787444 w 103"/>
              <a:gd name="T13" fmla="*/ 1120246 h 102"/>
              <a:gd name="T14" fmla="*/ 11258766 w 103"/>
              <a:gd name="T15" fmla="*/ 279929 h 102"/>
              <a:gd name="T16" fmla="*/ 14279794 w 103"/>
              <a:gd name="T17" fmla="*/ 0 h 102"/>
              <a:gd name="T18" fmla="*/ 17025706 w 103"/>
              <a:gd name="T19" fmla="*/ 279929 h 102"/>
              <a:gd name="T20" fmla="*/ 19771619 w 103"/>
              <a:gd name="T21" fmla="*/ 1120246 h 102"/>
              <a:gd name="T22" fmla="*/ 21968349 w 103"/>
              <a:gd name="T23" fmla="*/ 2239963 h 102"/>
              <a:gd name="T24" fmla="*/ 24165603 w 103"/>
              <a:gd name="T25" fmla="*/ 4199996 h 102"/>
              <a:gd name="T26" fmla="*/ 25813151 w 103"/>
              <a:gd name="T27" fmla="*/ 6440488 h 102"/>
              <a:gd name="T28" fmla="*/ 27186107 w 103"/>
              <a:gd name="T29" fmla="*/ 8960379 h 102"/>
              <a:gd name="T30" fmla="*/ 28009881 w 103"/>
              <a:gd name="T31" fmla="*/ 11480800 h 102"/>
              <a:gd name="T32" fmla="*/ 28284472 w 103"/>
              <a:gd name="T33" fmla="*/ 14561079 h 102"/>
              <a:gd name="T34" fmla="*/ 28284472 w 103"/>
              <a:gd name="T35" fmla="*/ 14561079 h 102"/>
              <a:gd name="T36" fmla="*/ 28009881 w 103"/>
              <a:gd name="T37" fmla="*/ 17360900 h 102"/>
              <a:gd name="T38" fmla="*/ 27186107 w 103"/>
              <a:gd name="T39" fmla="*/ 20161250 h 102"/>
              <a:gd name="T40" fmla="*/ 25813151 w 103"/>
              <a:gd name="T41" fmla="*/ 22401213 h 102"/>
              <a:gd name="T42" fmla="*/ 24165603 w 103"/>
              <a:gd name="T43" fmla="*/ 24641704 h 102"/>
              <a:gd name="T44" fmla="*/ 21968349 w 103"/>
              <a:gd name="T45" fmla="*/ 26321808 h 102"/>
              <a:gd name="T46" fmla="*/ 19771619 w 103"/>
              <a:gd name="T47" fmla="*/ 27721983 h 102"/>
              <a:gd name="T48" fmla="*/ 17025706 w 103"/>
              <a:gd name="T49" fmla="*/ 28281842 h 102"/>
              <a:gd name="T50" fmla="*/ 14279794 w 103"/>
              <a:gd name="T51" fmla="*/ 28561771 h 102"/>
              <a:gd name="T52" fmla="*/ 11258766 w 103"/>
              <a:gd name="T53" fmla="*/ 28281842 h 102"/>
              <a:gd name="T54" fmla="*/ 8787444 w 103"/>
              <a:gd name="T55" fmla="*/ 27721983 h 102"/>
              <a:gd name="T56" fmla="*/ 6041532 w 103"/>
              <a:gd name="T57" fmla="*/ 26321808 h 102"/>
              <a:gd name="T58" fmla="*/ 4118869 w 103"/>
              <a:gd name="T59" fmla="*/ 24641704 h 102"/>
              <a:gd name="T60" fmla="*/ 2745913 w 103"/>
              <a:gd name="T61" fmla="*/ 22401213 h 102"/>
              <a:gd name="T62" fmla="*/ 1372956 w 103"/>
              <a:gd name="T63" fmla="*/ 20161250 h 102"/>
              <a:gd name="T64" fmla="*/ 274591 w 103"/>
              <a:gd name="T65" fmla="*/ 17360900 h 102"/>
              <a:gd name="T66" fmla="*/ 0 w 103"/>
              <a:gd name="T67" fmla="*/ 14561079 h 10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3"/>
              <a:gd name="T103" fmla="*/ 0 h 102"/>
              <a:gd name="T104" fmla="*/ 103 w 103"/>
              <a:gd name="T105" fmla="*/ 102 h 102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3" h="102">
                <a:moveTo>
                  <a:pt x="0" y="52"/>
                </a:moveTo>
                <a:lnTo>
                  <a:pt x="1" y="41"/>
                </a:lnTo>
                <a:lnTo>
                  <a:pt x="5" y="32"/>
                </a:lnTo>
                <a:lnTo>
                  <a:pt x="10" y="23"/>
                </a:lnTo>
                <a:lnTo>
                  <a:pt x="15" y="15"/>
                </a:lnTo>
                <a:lnTo>
                  <a:pt x="22" y="8"/>
                </a:lnTo>
                <a:lnTo>
                  <a:pt x="32" y="4"/>
                </a:lnTo>
                <a:lnTo>
                  <a:pt x="41" y="1"/>
                </a:lnTo>
                <a:lnTo>
                  <a:pt x="52" y="0"/>
                </a:lnTo>
                <a:lnTo>
                  <a:pt x="62" y="1"/>
                </a:lnTo>
                <a:lnTo>
                  <a:pt x="72" y="4"/>
                </a:lnTo>
                <a:lnTo>
                  <a:pt x="80" y="8"/>
                </a:lnTo>
                <a:lnTo>
                  <a:pt x="88" y="15"/>
                </a:lnTo>
                <a:lnTo>
                  <a:pt x="94" y="23"/>
                </a:lnTo>
                <a:lnTo>
                  <a:pt x="99" y="32"/>
                </a:lnTo>
                <a:lnTo>
                  <a:pt x="102" y="41"/>
                </a:lnTo>
                <a:lnTo>
                  <a:pt x="103" y="52"/>
                </a:lnTo>
                <a:lnTo>
                  <a:pt x="102" y="62"/>
                </a:lnTo>
                <a:lnTo>
                  <a:pt x="99" y="72"/>
                </a:lnTo>
                <a:lnTo>
                  <a:pt x="94" y="80"/>
                </a:lnTo>
                <a:lnTo>
                  <a:pt x="88" y="88"/>
                </a:lnTo>
                <a:lnTo>
                  <a:pt x="80" y="94"/>
                </a:lnTo>
                <a:lnTo>
                  <a:pt x="72" y="99"/>
                </a:lnTo>
                <a:lnTo>
                  <a:pt x="62" y="101"/>
                </a:lnTo>
                <a:lnTo>
                  <a:pt x="52" y="102"/>
                </a:lnTo>
                <a:lnTo>
                  <a:pt x="41" y="101"/>
                </a:lnTo>
                <a:lnTo>
                  <a:pt x="32" y="99"/>
                </a:lnTo>
                <a:lnTo>
                  <a:pt x="22" y="94"/>
                </a:lnTo>
                <a:lnTo>
                  <a:pt x="15" y="88"/>
                </a:lnTo>
                <a:lnTo>
                  <a:pt x="10" y="80"/>
                </a:lnTo>
                <a:lnTo>
                  <a:pt x="5" y="72"/>
                </a:lnTo>
                <a:lnTo>
                  <a:pt x="1" y="62"/>
                </a:lnTo>
                <a:lnTo>
                  <a:pt x="0" y="52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32" name="Freeform 237"/>
          <p:cNvSpPr>
            <a:spLocks/>
          </p:cNvSpPr>
          <p:nvPr/>
        </p:nvSpPr>
        <p:spPr bwMode="auto">
          <a:xfrm>
            <a:off x="5475933" y="5753141"/>
            <a:ext cx="43901" cy="40524"/>
          </a:xfrm>
          <a:custGeom>
            <a:avLst/>
            <a:gdLst>
              <a:gd name="T0" fmla="*/ 0 w 103"/>
              <a:gd name="T1" fmla="*/ 14561079 h 102"/>
              <a:gd name="T2" fmla="*/ 274591 w 103"/>
              <a:gd name="T3" fmla="*/ 11480800 h 102"/>
              <a:gd name="T4" fmla="*/ 1372956 w 103"/>
              <a:gd name="T5" fmla="*/ 8960379 h 102"/>
              <a:gd name="T6" fmla="*/ 2745913 w 103"/>
              <a:gd name="T7" fmla="*/ 6440488 h 102"/>
              <a:gd name="T8" fmla="*/ 4118869 w 103"/>
              <a:gd name="T9" fmla="*/ 4199996 h 102"/>
              <a:gd name="T10" fmla="*/ 6041532 w 103"/>
              <a:gd name="T11" fmla="*/ 2239963 h 102"/>
              <a:gd name="T12" fmla="*/ 8787444 w 103"/>
              <a:gd name="T13" fmla="*/ 1120246 h 102"/>
              <a:gd name="T14" fmla="*/ 11258766 w 103"/>
              <a:gd name="T15" fmla="*/ 279929 h 102"/>
              <a:gd name="T16" fmla="*/ 14279794 w 103"/>
              <a:gd name="T17" fmla="*/ 0 h 102"/>
              <a:gd name="T18" fmla="*/ 17025706 w 103"/>
              <a:gd name="T19" fmla="*/ 279929 h 102"/>
              <a:gd name="T20" fmla="*/ 19771619 w 103"/>
              <a:gd name="T21" fmla="*/ 1120246 h 102"/>
              <a:gd name="T22" fmla="*/ 21968349 w 103"/>
              <a:gd name="T23" fmla="*/ 2239963 h 102"/>
              <a:gd name="T24" fmla="*/ 24165603 w 103"/>
              <a:gd name="T25" fmla="*/ 4199996 h 102"/>
              <a:gd name="T26" fmla="*/ 25813151 w 103"/>
              <a:gd name="T27" fmla="*/ 6440488 h 102"/>
              <a:gd name="T28" fmla="*/ 27186107 w 103"/>
              <a:gd name="T29" fmla="*/ 8960379 h 102"/>
              <a:gd name="T30" fmla="*/ 28009881 w 103"/>
              <a:gd name="T31" fmla="*/ 11480800 h 102"/>
              <a:gd name="T32" fmla="*/ 28284472 w 103"/>
              <a:gd name="T33" fmla="*/ 14561079 h 102"/>
              <a:gd name="T34" fmla="*/ 28284472 w 103"/>
              <a:gd name="T35" fmla="*/ 14561079 h 102"/>
              <a:gd name="T36" fmla="*/ 28009881 w 103"/>
              <a:gd name="T37" fmla="*/ 17360900 h 102"/>
              <a:gd name="T38" fmla="*/ 27186107 w 103"/>
              <a:gd name="T39" fmla="*/ 20161250 h 102"/>
              <a:gd name="T40" fmla="*/ 25813151 w 103"/>
              <a:gd name="T41" fmla="*/ 22401213 h 102"/>
              <a:gd name="T42" fmla="*/ 24165603 w 103"/>
              <a:gd name="T43" fmla="*/ 24641704 h 102"/>
              <a:gd name="T44" fmla="*/ 21968349 w 103"/>
              <a:gd name="T45" fmla="*/ 26321808 h 102"/>
              <a:gd name="T46" fmla="*/ 19771619 w 103"/>
              <a:gd name="T47" fmla="*/ 27721983 h 102"/>
              <a:gd name="T48" fmla="*/ 17025706 w 103"/>
              <a:gd name="T49" fmla="*/ 28281842 h 102"/>
              <a:gd name="T50" fmla="*/ 14279794 w 103"/>
              <a:gd name="T51" fmla="*/ 28561771 h 102"/>
              <a:gd name="T52" fmla="*/ 11258766 w 103"/>
              <a:gd name="T53" fmla="*/ 28281842 h 102"/>
              <a:gd name="T54" fmla="*/ 8787444 w 103"/>
              <a:gd name="T55" fmla="*/ 27721983 h 102"/>
              <a:gd name="T56" fmla="*/ 6041532 w 103"/>
              <a:gd name="T57" fmla="*/ 26321808 h 102"/>
              <a:gd name="T58" fmla="*/ 4118869 w 103"/>
              <a:gd name="T59" fmla="*/ 24641704 h 102"/>
              <a:gd name="T60" fmla="*/ 2745913 w 103"/>
              <a:gd name="T61" fmla="*/ 22401213 h 102"/>
              <a:gd name="T62" fmla="*/ 1372956 w 103"/>
              <a:gd name="T63" fmla="*/ 20161250 h 102"/>
              <a:gd name="T64" fmla="*/ 274591 w 103"/>
              <a:gd name="T65" fmla="*/ 17360900 h 102"/>
              <a:gd name="T66" fmla="*/ 0 w 103"/>
              <a:gd name="T67" fmla="*/ 14561079 h 10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3"/>
              <a:gd name="T103" fmla="*/ 0 h 102"/>
              <a:gd name="T104" fmla="*/ 103 w 103"/>
              <a:gd name="T105" fmla="*/ 102 h 102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3" h="102">
                <a:moveTo>
                  <a:pt x="0" y="52"/>
                </a:moveTo>
                <a:lnTo>
                  <a:pt x="1" y="41"/>
                </a:lnTo>
                <a:lnTo>
                  <a:pt x="5" y="32"/>
                </a:lnTo>
                <a:lnTo>
                  <a:pt x="10" y="23"/>
                </a:lnTo>
                <a:lnTo>
                  <a:pt x="15" y="15"/>
                </a:lnTo>
                <a:lnTo>
                  <a:pt x="22" y="8"/>
                </a:lnTo>
                <a:lnTo>
                  <a:pt x="32" y="4"/>
                </a:lnTo>
                <a:lnTo>
                  <a:pt x="41" y="1"/>
                </a:lnTo>
                <a:lnTo>
                  <a:pt x="52" y="0"/>
                </a:lnTo>
                <a:lnTo>
                  <a:pt x="62" y="1"/>
                </a:lnTo>
                <a:lnTo>
                  <a:pt x="72" y="4"/>
                </a:lnTo>
                <a:lnTo>
                  <a:pt x="80" y="8"/>
                </a:lnTo>
                <a:lnTo>
                  <a:pt x="88" y="15"/>
                </a:lnTo>
                <a:lnTo>
                  <a:pt x="94" y="23"/>
                </a:lnTo>
                <a:lnTo>
                  <a:pt x="99" y="32"/>
                </a:lnTo>
                <a:lnTo>
                  <a:pt x="102" y="41"/>
                </a:lnTo>
                <a:lnTo>
                  <a:pt x="103" y="52"/>
                </a:lnTo>
                <a:lnTo>
                  <a:pt x="102" y="62"/>
                </a:lnTo>
                <a:lnTo>
                  <a:pt x="99" y="72"/>
                </a:lnTo>
                <a:lnTo>
                  <a:pt x="94" y="80"/>
                </a:lnTo>
                <a:lnTo>
                  <a:pt x="88" y="88"/>
                </a:lnTo>
                <a:lnTo>
                  <a:pt x="80" y="94"/>
                </a:lnTo>
                <a:lnTo>
                  <a:pt x="72" y="99"/>
                </a:lnTo>
                <a:lnTo>
                  <a:pt x="62" y="101"/>
                </a:lnTo>
                <a:lnTo>
                  <a:pt x="52" y="102"/>
                </a:lnTo>
                <a:lnTo>
                  <a:pt x="41" y="101"/>
                </a:lnTo>
                <a:lnTo>
                  <a:pt x="32" y="99"/>
                </a:lnTo>
                <a:lnTo>
                  <a:pt x="22" y="94"/>
                </a:lnTo>
                <a:lnTo>
                  <a:pt x="15" y="88"/>
                </a:lnTo>
                <a:lnTo>
                  <a:pt x="10" y="80"/>
                </a:lnTo>
                <a:lnTo>
                  <a:pt x="5" y="72"/>
                </a:lnTo>
                <a:lnTo>
                  <a:pt x="1" y="62"/>
                </a:lnTo>
                <a:lnTo>
                  <a:pt x="0" y="52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33" name="Freeform 238"/>
          <p:cNvSpPr>
            <a:spLocks noEditPoints="1"/>
          </p:cNvSpPr>
          <p:nvPr/>
        </p:nvSpPr>
        <p:spPr bwMode="auto">
          <a:xfrm>
            <a:off x="8792997" y="4897381"/>
            <a:ext cx="1291" cy="419537"/>
          </a:xfrm>
          <a:custGeom>
            <a:avLst/>
            <a:gdLst>
              <a:gd name="T0" fmla="*/ 560564 w 3"/>
              <a:gd name="T1" fmla="*/ 19113717 h 1054"/>
              <a:gd name="T2" fmla="*/ 0 w 3"/>
              <a:gd name="T3" fmla="*/ 18832196 h 1054"/>
              <a:gd name="T4" fmla="*/ 280017 w 3"/>
              <a:gd name="T5" fmla="*/ 0 h 1054"/>
              <a:gd name="T6" fmla="*/ 840581 w 3"/>
              <a:gd name="T7" fmla="*/ 280991 h 1054"/>
              <a:gd name="T8" fmla="*/ 560564 w 3"/>
              <a:gd name="T9" fmla="*/ 48345743 h 1054"/>
              <a:gd name="T10" fmla="*/ 0 w 3"/>
              <a:gd name="T11" fmla="*/ 48064753 h 1054"/>
              <a:gd name="T12" fmla="*/ 280017 w 3"/>
              <a:gd name="T13" fmla="*/ 28951566 h 1054"/>
              <a:gd name="T14" fmla="*/ 840581 w 3"/>
              <a:gd name="T15" fmla="*/ 29513547 h 1054"/>
              <a:gd name="T16" fmla="*/ 560564 w 3"/>
              <a:gd name="T17" fmla="*/ 77578299 h 1054"/>
              <a:gd name="T18" fmla="*/ 0 w 3"/>
              <a:gd name="T19" fmla="*/ 77297309 h 1054"/>
              <a:gd name="T20" fmla="*/ 280017 w 3"/>
              <a:gd name="T21" fmla="*/ 58183592 h 1054"/>
              <a:gd name="T22" fmla="*/ 840581 w 3"/>
              <a:gd name="T23" fmla="*/ 59027094 h 1054"/>
              <a:gd name="T24" fmla="*/ 560564 w 3"/>
              <a:gd name="T25" fmla="*/ 107091846 h 1054"/>
              <a:gd name="T26" fmla="*/ 0 w 3"/>
              <a:gd name="T27" fmla="*/ 106529865 h 1054"/>
              <a:gd name="T28" fmla="*/ 280017 w 3"/>
              <a:gd name="T29" fmla="*/ 87697139 h 1054"/>
              <a:gd name="T30" fmla="*/ 840581 w 3"/>
              <a:gd name="T31" fmla="*/ 88259650 h 1054"/>
              <a:gd name="T32" fmla="*/ 560564 w 3"/>
              <a:gd name="T33" fmla="*/ 136324403 h 1054"/>
              <a:gd name="T34" fmla="*/ 0 w 3"/>
              <a:gd name="T35" fmla="*/ 136043412 h 1054"/>
              <a:gd name="T36" fmla="*/ 280017 w 3"/>
              <a:gd name="T37" fmla="*/ 116929695 h 1054"/>
              <a:gd name="T38" fmla="*/ 840581 w 3"/>
              <a:gd name="T39" fmla="*/ 117491676 h 1054"/>
              <a:gd name="T40" fmla="*/ 560564 w 3"/>
              <a:gd name="T41" fmla="*/ 165275438 h 1054"/>
              <a:gd name="T42" fmla="*/ 0 w 3"/>
              <a:gd name="T43" fmla="*/ 164994448 h 1054"/>
              <a:gd name="T44" fmla="*/ 280017 w 3"/>
              <a:gd name="T45" fmla="*/ 146162252 h 1054"/>
              <a:gd name="T46" fmla="*/ 840581 w 3"/>
              <a:gd name="T47" fmla="*/ 146724233 h 1054"/>
              <a:gd name="T48" fmla="*/ 560564 w 3"/>
              <a:gd name="T49" fmla="*/ 194507995 h 1054"/>
              <a:gd name="T50" fmla="*/ 0 w 3"/>
              <a:gd name="T51" fmla="*/ 194227004 h 1054"/>
              <a:gd name="T52" fmla="*/ 280017 w 3"/>
              <a:gd name="T53" fmla="*/ 175394808 h 1054"/>
              <a:gd name="T54" fmla="*/ 840581 w 3"/>
              <a:gd name="T55" fmla="*/ 176237780 h 1054"/>
              <a:gd name="T56" fmla="*/ 560564 w 3"/>
              <a:gd name="T57" fmla="*/ 224021542 h 1054"/>
              <a:gd name="T58" fmla="*/ 0 w 3"/>
              <a:gd name="T59" fmla="*/ 223459561 h 1054"/>
              <a:gd name="T60" fmla="*/ 280017 w 3"/>
              <a:gd name="T61" fmla="*/ 204907825 h 1054"/>
              <a:gd name="T62" fmla="*/ 840581 w 3"/>
              <a:gd name="T63" fmla="*/ 205470336 h 1054"/>
              <a:gd name="T64" fmla="*/ 560564 w 3"/>
              <a:gd name="T65" fmla="*/ 253254098 h 1054"/>
              <a:gd name="T66" fmla="*/ 0 w 3"/>
              <a:gd name="T67" fmla="*/ 252973107 h 1054"/>
              <a:gd name="T68" fmla="*/ 280017 w 3"/>
              <a:gd name="T69" fmla="*/ 234140381 h 1054"/>
              <a:gd name="T70" fmla="*/ 840581 w 3"/>
              <a:gd name="T71" fmla="*/ 234702892 h 1054"/>
              <a:gd name="T72" fmla="*/ 560564 w 3"/>
              <a:gd name="T73" fmla="*/ 282486654 h 1054"/>
              <a:gd name="T74" fmla="*/ 0 w 3"/>
              <a:gd name="T75" fmla="*/ 282205134 h 1054"/>
              <a:gd name="T76" fmla="*/ 280017 w 3"/>
              <a:gd name="T77" fmla="*/ 263372937 h 1054"/>
              <a:gd name="T78" fmla="*/ 840581 w 3"/>
              <a:gd name="T79" fmla="*/ 263653928 h 1054"/>
              <a:gd name="T80" fmla="*/ 560564 w 3"/>
              <a:gd name="T81" fmla="*/ 295978440 h 1054"/>
              <a:gd name="T82" fmla="*/ 0 w 3"/>
              <a:gd name="T83" fmla="*/ 295697450 h 1054"/>
              <a:gd name="T84" fmla="*/ 280017 w 3"/>
              <a:gd name="T85" fmla="*/ 292605494 h 1054"/>
              <a:gd name="T86" fmla="*/ 840581 w 3"/>
              <a:gd name="T87" fmla="*/ 293167475 h 1054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w 3"/>
              <a:gd name="T133" fmla="*/ 0 h 1054"/>
              <a:gd name="T134" fmla="*/ 3 w 3"/>
              <a:gd name="T135" fmla="*/ 1054 h 1054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T132" t="T133" r="T134" b="T135"/>
            <a:pathLst>
              <a:path w="3" h="1054">
                <a:moveTo>
                  <a:pt x="3" y="1"/>
                </a:moveTo>
                <a:lnTo>
                  <a:pt x="3" y="67"/>
                </a:lnTo>
                <a:lnTo>
                  <a:pt x="2" y="68"/>
                </a:lnTo>
                <a:lnTo>
                  <a:pt x="1" y="69"/>
                </a:lnTo>
                <a:lnTo>
                  <a:pt x="0" y="68"/>
                </a:lnTo>
                <a:lnTo>
                  <a:pt x="0" y="67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3" y="1"/>
                </a:lnTo>
                <a:close/>
                <a:moveTo>
                  <a:pt x="3" y="105"/>
                </a:moveTo>
                <a:lnTo>
                  <a:pt x="3" y="171"/>
                </a:lnTo>
                <a:lnTo>
                  <a:pt x="2" y="172"/>
                </a:lnTo>
                <a:lnTo>
                  <a:pt x="1" y="173"/>
                </a:lnTo>
                <a:lnTo>
                  <a:pt x="0" y="172"/>
                </a:lnTo>
                <a:lnTo>
                  <a:pt x="0" y="171"/>
                </a:lnTo>
                <a:lnTo>
                  <a:pt x="0" y="105"/>
                </a:lnTo>
                <a:lnTo>
                  <a:pt x="0" y="104"/>
                </a:lnTo>
                <a:lnTo>
                  <a:pt x="1" y="103"/>
                </a:lnTo>
                <a:lnTo>
                  <a:pt x="2" y="104"/>
                </a:lnTo>
                <a:lnTo>
                  <a:pt x="3" y="105"/>
                </a:lnTo>
                <a:close/>
                <a:moveTo>
                  <a:pt x="3" y="210"/>
                </a:moveTo>
                <a:lnTo>
                  <a:pt x="3" y="275"/>
                </a:lnTo>
                <a:lnTo>
                  <a:pt x="2" y="276"/>
                </a:lnTo>
                <a:lnTo>
                  <a:pt x="1" y="278"/>
                </a:lnTo>
                <a:lnTo>
                  <a:pt x="0" y="276"/>
                </a:lnTo>
                <a:lnTo>
                  <a:pt x="0" y="275"/>
                </a:lnTo>
                <a:lnTo>
                  <a:pt x="0" y="210"/>
                </a:lnTo>
                <a:lnTo>
                  <a:pt x="0" y="208"/>
                </a:lnTo>
                <a:lnTo>
                  <a:pt x="1" y="207"/>
                </a:lnTo>
                <a:lnTo>
                  <a:pt x="2" y="208"/>
                </a:lnTo>
                <a:lnTo>
                  <a:pt x="3" y="210"/>
                </a:lnTo>
                <a:close/>
                <a:moveTo>
                  <a:pt x="3" y="314"/>
                </a:moveTo>
                <a:lnTo>
                  <a:pt x="3" y="379"/>
                </a:lnTo>
                <a:lnTo>
                  <a:pt x="2" y="381"/>
                </a:lnTo>
                <a:lnTo>
                  <a:pt x="1" y="382"/>
                </a:lnTo>
                <a:lnTo>
                  <a:pt x="0" y="381"/>
                </a:lnTo>
                <a:lnTo>
                  <a:pt x="0" y="379"/>
                </a:lnTo>
                <a:lnTo>
                  <a:pt x="0" y="314"/>
                </a:lnTo>
                <a:lnTo>
                  <a:pt x="0" y="313"/>
                </a:lnTo>
                <a:lnTo>
                  <a:pt x="1" y="312"/>
                </a:lnTo>
                <a:lnTo>
                  <a:pt x="2" y="313"/>
                </a:lnTo>
                <a:lnTo>
                  <a:pt x="3" y="314"/>
                </a:lnTo>
                <a:close/>
                <a:moveTo>
                  <a:pt x="3" y="418"/>
                </a:moveTo>
                <a:lnTo>
                  <a:pt x="3" y="484"/>
                </a:lnTo>
                <a:lnTo>
                  <a:pt x="2" y="485"/>
                </a:lnTo>
                <a:lnTo>
                  <a:pt x="1" y="485"/>
                </a:lnTo>
                <a:lnTo>
                  <a:pt x="0" y="485"/>
                </a:lnTo>
                <a:lnTo>
                  <a:pt x="0" y="484"/>
                </a:lnTo>
                <a:lnTo>
                  <a:pt x="0" y="418"/>
                </a:lnTo>
                <a:lnTo>
                  <a:pt x="0" y="417"/>
                </a:lnTo>
                <a:lnTo>
                  <a:pt x="1" y="416"/>
                </a:lnTo>
                <a:lnTo>
                  <a:pt x="2" y="417"/>
                </a:lnTo>
                <a:lnTo>
                  <a:pt x="3" y="418"/>
                </a:lnTo>
                <a:close/>
                <a:moveTo>
                  <a:pt x="3" y="522"/>
                </a:moveTo>
                <a:lnTo>
                  <a:pt x="3" y="587"/>
                </a:lnTo>
                <a:lnTo>
                  <a:pt x="2" y="588"/>
                </a:lnTo>
                <a:lnTo>
                  <a:pt x="1" y="589"/>
                </a:lnTo>
                <a:lnTo>
                  <a:pt x="0" y="588"/>
                </a:lnTo>
                <a:lnTo>
                  <a:pt x="0" y="587"/>
                </a:lnTo>
                <a:lnTo>
                  <a:pt x="0" y="522"/>
                </a:lnTo>
                <a:lnTo>
                  <a:pt x="0" y="521"/>
                </a:lnTo>
                <a:lnTo>
                  <a:pt x="1" y="520"/>
                </a:lnTo>
                <a:lnTo>
                  <a:pt x="2" y="521"/>
                </a:lnTo>
                <a:lnTo>
                  <a:pt x="3" y="522"/>
                </a:lnTo>
                <a:close/>
                <a:moveTo>
                  <a:pt x="3" y="627"/>
                </a:moveTo>
                <a:lnTo>
                  <a:pt x="3" y="691"/>
                </a:lnTo>
                <a:lnTo>
                  <a:pt x="2" y="692"/>
                </a:lnTo>
                <a:lnTo>
                  <a:pt x="1" y="693"/>
                </a:lnTo>
                <a:lnTo>
                  <a:pt x="0" y="692"/>
                </a:lnTo>
                <a:lnTo>
                  <a:pt x="0" y="691"/>
                </a:lnTo>
                <a:lnTo>
                  <a:pt x="0" y="627"/>
                </a:lnTo>
                <a:lnTo>
                  <a:pt x="0" y="625"/>
                </a:lnTo>
                <a:lnTo>
                  <a:pt x="1" y="624"/>
                </a:lnTo>
                <a:lnTo>
                  <a:pt x="2" y="625"/>
                </a:lnTo>
                <a:lnTo>
                  <a:pt x="3" y="627"/>
                </a:lnTo>
                <a:close/>
                <a:moveTo>
                  <a:pt x="3" y="731"/>
                </a:moveTo>
                <a:lnTo>
                  <a:pt x="3" y="795"/>
                </a:lnTo>
                <a:lnTo>
                  <a:pt x="2" y="797"/>
                </a:lnTo>
                <a:lnTo>
                  <a:pt x="1" y="798"/>
                </a:lnTo>
                <a:lnTo>
                  <a:pt x="0" y="797"/>
                </a:lnTo>
                <a:lnTo>
                  <a:pt x="0" y="795"/>
                </a:lnTo>
                <a:lnTo>
                  <a:pt x="0" y="731"/>
                </a:lnTo>
                <a:lnTo>
                  <a:pt x="0" y="730"/>
                </a:lnTo>
                <a:lnTo>
                  <a:pt x="1" y="729"/>
                </a:lnTo>
                <a:lnTo>
                  <a:pt x="2" y="730"/>
                </a:lnTo>
                <a:lnTo>
                  <a:pt x="3" y="731"/>
                </a:lnTo>
                <a:close/>
                <a:moveTo>
                  <a:pt x="3" y="835"/>
                </a:moveTo>
                <a:lnTo>
                  <a:pt x="3" y="900"/>
                </a:lnTo>
                <a:lnTo>
                  <a:pt x="2" y="901"/>
                </a:lnTo>
                <a:lnTo>
                  <a:pt x="1" y="902"/>
                </a:lnTo>
                <a:lnTo>
                  <a:pt x="0" y="901"/>
                </a:lnTo>
                <a:lnTo>
                  <a:pt x="0" y="900"/>
                </a:lnTo>
                <a:lnTo>
                  <a:pt x="0" y="835"/>
                </a:lnTo>
                <a:lnTo>
                  <a:pt x="0" y="834"/>
                </a:lnTo>
                <a:lnTo>
                  <a:pt x="1" y="833"/>
                </a:lnTo>
                <a:lnTo>
                  <a:pt x="2" y="834"/>
                </a:lnTo>
                <a:lnTo>
                  <a:pt x="3" y="835"/>
                </a:lnTo>
                <a:close/>
                <a:moveTo>
                  <a:pt x="3" y="938"/>
                </a:moveTo>
                <a:lnTo>
                  <a:pt x="3" y="1004"/>
                </a:lnTo>
                <a:lnTo>
                  <a:pt x="2" y="1005"/>
                </a:lnTo>
                <a:lnTo>
                  <a:pt x="1" y="1006"/>
                </a:lnTo>
                <a:lnTo>
                  <a:pt x="0" y="1005"/>
                </a:lnTo>
                <a:lnTo>
                  <a:pt x="0" y="1004"/>
                </a:lnTo>
                <a:lnTo>
                  <a:pt x="0" y="938"/>
                </a:lnTo>
                <a:lnTo>
                  <a:pt x="0" y="937"/>
                </a:lnTo>
                <a:lnTo>
                  <a:pt x="1" y="937"/>
                </a:lnTo>
                <a:lnTo>
                  <a:pt x="2" y="937"/>
                </a:lnTo>
                <a:lnTo>
                  <a:pt x="3" y="938"/>
                </a:lnTo>
                <a:close/>
                <a:moveTo>
                  <a:pt x="3" y="1043"/>
                </a:moveTo>
                <a:lnTo>
                  <a:pt x="3" y="1052"/>
                </a:lnTo>
                <a:lnTo>
                  <a:pt x="2" y="1053"/>
                </a:lnTo>
                <a:lnTo>
                  <a:pt x="1" y="1054"/>
                </a:lnTo>
                <a:lnTo>
                  <a:pt x="0" y="1053"/>
                </a:lnTo>
                <a:lnTo>
                  <a:pt x="0" y="1052"/>
                </a:lnTo>
                <a:lnTo>
                  <a:pt x="0" y="1043"/>
                </a:lnTo>
                <a:lnTo>
                  <a:pt x="0" y="1041"/>
                </a:lnTo>
                <a:lnTo>
                  <a:pt x="1" y="1041"/>
                </a:lnTo>
                <a:lnTo>
                  <a:pt x="2" y="1041"/>
                </a:lnTo>
                <a:lnTo>
                  <a:pt x="3" y="1043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34" name="Line 239"/>
          <p:cNvSpPr>
            <a:spLocks noChangeShapeType="1"/>
          </p:cNvSpPr>
          <p:nvPr/>
        </p:nvSpPr>
        <p:spPr bwMode="auto">
          <a:xfrm flipH="1">
            <a:off x="5453983" y="4898571"/>
            <a:ext cx="3339014" cy="0"/>
          </a:xfrm>
          <a:prstGeom prst="line">
            <a:avLst/>
          </a:prstGeom>
          <a:noFill/>
          <a:ln w="31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35" name="Freeform 240"/>
          <p:cNvSpPr>
            <a:spLocks/>
          </p:cNvSpPr>
          <p:nvPr/>
        </p:nvSpPr>
        <p:spPr bwMode="auto">
          <a:xfrm>
            <a:off x="5438488" y="4884271"/>
            <a:ext cx="30989" cy="28605"/>
          </a:xfrm>
          <a:custGeom>
            <a:avLst/>
            <a:gdLst>
              <a:gd name="T0" fmla="*/ 19616351 w 74"/>
              <a:gd name="T1" fmla="*/ 9543020 h 74"/>
              <a:gd name="T2" fmla="*/ 19616351 w 74"/>
              <a:gd name="T3" fmla="*/ 11663749 h 74"/>
              <a:gd name="T4" fmla="*/ 19086041 w 74"/>
              <a:gd name="T5" fmla="*/ 13519322 h 74"/>
              <a:gd name="T6" fmla="*/ 18025934 w 74"/>
              <a:gd name="T7" fmla="*/ 15109739 h 74"/>
              <a:gd name="T8" fmla="*/ 16965312 w 74"/>
              <a:gd name="T9" fmla="*/ 16700157 h 74"/>
              <a:gd name="T10" fmla="*/ 15374895 w 74"/>
              <a:gd name="T11" fmla="*/ 18025934 h 74"/>
              <a:gd name="T12" fmla="*/ 13784477 w 74"/>
              <a:gd name="T13" fmla="*/ 18820885 h 74"/>
              <a:gd name="T14" fmla="*/ 11928904 w 74"/>
              <a:gd name="T15" fmla="*/ 19616351 h 74"/>
              <a:gd name="T16" fmla="*/ 9808176 w 74"/>
              <a:gd name="T17" fmla="*/ 19616351 h 74"/>
              <a:gd name="T18" fmla="*/ 7952603 w 74"/>
              <a:gd name="T19" fmla="*/ 19616351 h 74"/>
              <a:gd name="T20" fmla="*/ 6097030 w 74"/>
              <a:gd name="T21" fmla="*/ 18820885 h 74"/>
              <a:gd name="T22" fmla="*/ 4506612 w 74"/>
              <a:gd name="T23" fmla="*/ 18025934 h 74"/>
              <a:gd name="T24" fmla="*/ 2916195 w 74"/>
              <a:gd name="T25" fmla="*/ 16700157 h 74"/>
              <a:gd name="T26" fmla="*/ 1590418 w 74"/>
              <a:gd name="T27" fmla="*/ 15109739 h 74"/>
              <a:gd name="T28" fmla="*/ 795466 w 74"/>
              <a:gd name="T29" fmla="*/ 13519322 h 74"/>
              <a:gd name="T30" fmla="*/ 0 w 74"/>
              <a:gd name="T31" fmla="*/ 11663749 h 74"/>
              <a:gd name="T32" fmla="*/ 0 w 74"/>
              <a:gd name="T33" fmla="*/ 9543020 h 74"/>
              <a:gd name="T34" fmla="*/ 0 w 74"/>
              <a:gd name="T35" fmla="*/ 9543020 h 74"/>
              <a:gd name="T36" fmla="*/ 0 w 74"/>
              <a:gd name="T37" fmla="*/ 7687447 h 74"/>
              <a:gd name="T38" fmla="*/ 795466 w 74"/>
              <a:gd name="T39" fmla="*/ 5831874 h 74"/>
              <a:gd name="T40" fmla="*/ 1590418 w 74"/>
              <a:gd name="T41" fmla="*/ 4241457 h 74"/>
              <a:gd name="T42" fmla="*/ 2916195 w 74"/>
              <a:gd name="T43" fmla="*/ 2651039 h 74"/>
              <a:gd name="T44" fmla="*/ 4506612 w 74"/>
              <a:gd name="T45" fmla="*/ 1590418 h 74"/>
              <a:gd name="T46" fmla="*/ 6097030 w 74"/>
              <a:gd name="T47" fmla="*/ 530311 h 74"/>
              <a:gd name="T48" fmla="*/ 7952603 w 74"/>
              <a:gd name="T49" fmla="*/ 0 h 74"/>
              <a:gd name="T50" fmla="*/ 9808176 w 74"/>
              <a:gd name="T51" fmla="*/ 0 h 74"/>
              <a:gd name="T52" fmla="*/ 11928904 w 74"/>
              <a:gd name="T53" fmla="*/ 0 h 74"/>
              <a:gd name="T54" fmla="*/ 13784477 w 74"/>
              <a:gd name="T55" fmla="*/ 530311 h 74"/>
              <a:gd name="T56" fmla="*/ 15374895 w 74"/>
              <a:gd name="T57" fmla="*/ 1590418 h 74"/>
              <a:gd name="T58" fmla="*/ 16965312 w 74"/>
              <a:gd name="T59" fmla="*/ 2651039 h 74"/>
              <a:gd name="T60" fmla="*/ 18025934 w 74"/>
              <a:gd name="T61" fmla="*/ 4241457 h 74"/>
              <a:gd name="T62" fmla="*/ 19086041 w 74"/>
              <a:gd name="T63" fmla="*/ 5831874 h 74"/>
              <a:gd name="T64" fmla="*/ 19616351 w 74"/>
              <a:gd name="T65" fmla="*/ 7687447 h 74"/>
              <a:gd name="T66" fmla="*/ 19616351 w 74"/>
              <a:gd name="T67" fmla="*/ 9543020 h 74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74"/>
              <a:gd name="T103" fmla="*/ 0 h 74"/>
              <a:gd name="T104" fmla="*/ 74 w 74"/>
              <a:gd name="T105" fmla="*/ 74 h 74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74" h="74">
                <a:moveTo>
                  <a:pt x="74" y="36"/>
                </a:moveTo>
                <a:lnTo>
                  <a:pt x="74" y="44"/>
                </a:lnTo>
                <a:lnTo>
                  <a:pt x="72" y="51"/>
                </a:lnTo>
                <a:lnTo>
                  <a:pt x="68" y="57"/>
                </a:lnTo>
                <a:lnTo>
                  <a:pt x="64" y="63"/>
                </a:lnTo>
                <a:lnTo>
                  <a:pt x="58" y="68"/>
                </a:lnTo>
                <a:lnTo>
                  <a:pt x="52" y="71"/>
                </a:lnTo>
                <a:lnTo>
                  <a:pt x="45" y="74"/>
                </a:lnTo>
                <a:lnTo>
                  <a:pt x="37" y="74"/>
                </a:lnTo>
                <a:lnTo>
                  <a:pt x="30" y="74"/>
                </a:lnTo>
                <a:lnTo>
                  <a:pt x="23" y="71"/>
                </a:lnTo>
                <a:lnTo>
                  <a:pt x="17" y="68"/>
                </a:lnTo>
                <a:lnTo>
                  <a:pt x="11" y="63"/>
                </a:lnTo>
                <a:lnTo>
                  <a:pt x="6" y="57"/>
                </a:lnTo>
                <a:lnTo>
                  <a:pt x="3" y="51"/>
                </a:lnTo>
                <a:lnTo>
                  <a:pt x="0" y="44"/>
                </a:lnTo>
                <a:lnTo>
                  <a:pt x="0" y="36"/>
                </a:lnTo>
                <a:lnTo>
                  <a:pt x="0" y="29"/>
                </a:lnTo>
                <a:lnTo>
                  <a:pt x="3" y="22"/>
                </a:lnTo>
                <a:lnTo>
                  <a:pt x="6" y="16"/>
                </a:lnTo>
                <a:lnTo>
                  <a:pt x="11" y="10"/>
                </a:lnTo>
                <a:lnTo>
                  <a:pt x="17" y="6"/>
                </a:lnTo>
                <a:lnTo>
                  <a:pt x="23" y="2"/>
                </a:lnTo>
                <a:lnTo>
                  <a:pt x="30" y="0"/>
                </a:lnTo>
                <a:lnTo>
                  <a:pt x="37" y="0"/>
                </a:lnTo>
                <a:lnTo>
                  <a:pt x="45" y="0"/>
                </a:lnTo>
                <a:lnTo>
                  <a:pt x="52" y="2"/>
                </a:lnTo>
                <a:lnTo>
                  <a:pt x="58" y="6"/>
                </a:lnTo>
                <a:lnTo>
                  <a:pt x="64" y="10"/>
                </a:lnTo>
                <a:lnTo>
                  <a:pt x="68" y="16"/>
                </a:lnTo>
                <a:lnTo>
                  <a:pt x="72" y="22"/>
                </a:lnTo>
                <a:lnTo>
                  <a:pt x="74" y="29"/>
                </a:lnTo>
                <a:lnTo>
                  <a:pt x="74" y="3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39" name="Rectangle 244"/>
          <p:cNvSpPr>
            <a:spLocks noChangeArrowheads="1"/>
          </p:cNvSpPr>
          <p:nvPr/>
        </p:nvSpPr>
        <p:spPr bwMode="auto">
          <a:xfrm>
            <a:off x="5372637" y="5450407"/>
            <a:ext cx="68930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700">
                <a:solidFill>
                  <a:srgbClr val="000000"/>
                </a:solidFill>
              </a:rPr>
              <a:t>N</a:t>
            </a:r>
            <a:endParaRPr lang="en-US" altLang="ko-KR"/>
          </a:p>
        </p:txBody>
      </p:sp>
      <p:sp>
        <p:nvSpPr>
          <p:cNvPr id="240" name="Rectangle 245"/>
          <p:cNvSpPr>
            <a:spLocks noChangeArrowheads="1"/>
          </p:cNvSpPr>
          <p:nvPr/>
        </p:nvSpPr>
        <p:spPr bwMode="auto">
          <a:xfrm>
            <a:off x="5438487" y="5450407"/>
            <a:ext cx="19236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700">
                <a:solidFill>
                  <a:srgbClr val="000000"/>
                </a:solidFill>
              </a:rPr>
              <a:t>.</a:t>
            </a:r>
            <a:endParaRPr lang="en-US" altLang="ko-KR"/>
          </a:p>
        </p:txBody>
      </p:sp>
      <p:sp>
        <p:nvSpPr>
          <p:cNvPr id="241" name="Rectangle 246"/>
          <p:cNvSpPr>
            <a:spLocks noChangeArrowheads="1"/>
          </p:cNvSpPr>
          <p:nvPr/>
        </p:nvSpPr>
        <p:spPr bwMode="auto">
          <a:xfrm>
            <a:off x="5469475" y="5450407"/>
            <a:ext cx="68930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700">
                <a:solidFill>
                  <a:srgbClr val="000000"/>
                </a:solidFill>
              </a:rPr>
              <a:t>O</a:t>
            </a:r>
            <a:endParaRPr lang="en-US" altLang="ko-KR"/>
          </a:p>
        </p:txBody>
      </p:sp>
      <p:sp>
        <p:nvSpPr>
          <p:cNvPr id="242" name="Rectangle 247"/>
          <p:cNvSpPr>
            <a:spLocks noChangeArrowheads="1"/>
          </p:cNvSpPr>
          <p:nvPr/>
        </p:nvSpPr>
        <p:spPr bwMode="auto">
          <a:xfrm>
            <a:off x="5375218" y="5909275"/>
            <a:ext cx="68930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700">
                <a:solidFill>
                  <a:srgbClr val="000000"/>
                </a:solidFill>
              </a:rPr>
              <a:t>N</a:t>
            </a:r>
            <a:endParaRPr lang="en-US" altLang="ko-KR"/>
          </a:p>
        </p:txBody>
      </p:sp>
      <p:sp>
        <p:nvSpPr>
          <p:cNvPr id="243" name="Rectangle 248"/>
          <p:cNvSpPr>
            <a:spLocks noChangeArrowheads="1"/>
          </p:cNvSpPr>
          <p:nvPr/>
        </p:nvSpPr>
        <p:spPr bwMode="auto">
          <a:xfrm>
            <a:off x="5441069" y="5909275"/>
            <a:ext cx="19236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700">
                <a:solidFill>
                  <a:srgbClr val="000000"/>
                </a:solidFill>
              </a:rPr>
              <a:t>.</a:t>
            </a:r>
            <a:endParaRPr lang="en-US" altLang="ko-KR"/>
          </a:p>
        </p:txBody>
      </p:sp>
      <p:sp>
        <p:nvSpPr>
          <p:cNvPr id="244" name="Rectangle 249"/>
          <p:cNvSpPr>
            <a:spLocks noChangeArrowheads="1"/>
          </p:cNvSpPr>
          <p:nvPr/>
        </p:nvSpPr>
        <p:spPr bwMode="auto">
          <a:xfrm>
            <a:off x="5472058" y="5909275"/>
            <a:ext cx="57708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700">
                <a:solidFill>
                  <a:srgbClr val="000000"/>
                </a:solidFill>
              </a:rPr>
              <a:t>C</a:t>
            </a:r>
            <a:endParaRPr lang="en-US" altLang="ko-KR"/>
          </a:p>
        </p:txBody>
      </p:sp>
      <p:sp>
        <p:nvSpPr>
          <p:cNvPr id="245" name="Rectangle 250"/>
          <p:cNvSpPr>
            <a:spLocks noChangeArrowheads="1"/>
          </p:cNvSpPr>
          <p:nvPr/>
        </p:nvSpPr>
        <p:spPr bwMode="auto">
          <a:xfrm>
            <a:off x="6782614" y="5420610"/>
            <a:ext cx="68930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700">
                <a:solidFill>
                  <a:srgbClr val="000000"/>
                </a:solidFill>
              </a:rPr>
              <a:t>N</a:t>
            </a:r>
            <a:endParaRPr lang="en-US" altLang="ko-KR"/>
          </a:p>
        </p:txBody>
      </p:sp>
      <p:sp>
        <p:nvSpPr>
          <p:cNvPr id="246" name="Rectangle 251"/>
          <p:cNvSpPr>
            <a:spLocks noChangeArrowheads="1"/>
          </p:cNvSpPr>
          <p:nvPr/>
        </p:nvSpPr>
        <p:spPr bwMode="auto">
          <a:xfrm>
            <a:off x="6847174" y="5420610"/>
            <a:ext cx="19236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700">
                <a:solidFill>
                  <a:srgbClr val="000000"/>
                </a:solidFill>
              </a:rPr>
              <a:t>.</a:t>
            </a:r>
            <a:endParaRPr lang="en-US" altLang="ko-KR"/>
          </a:p>
        </p:txBody>
      </p:sp>
      <p:sp>
        <p:nvSpPr>
          <p:cNvPr id="247" name="Rectangle 252"/>
          <p:cNvSpPr>
            <a:spLocks noChangeArrowheads="1"/>
          </p:cNvSpPr>
          <p:nvPr/>
        </p:nvSpPr>
        <p:spPr bwMode="auto">
          <a:xfrm>
            <a:off x="6878163" y="5420610"/>
            <a:ext cx="57708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700">
                <a:solidFill>
                  <a:srgbClr val="000000"/>
                </a:solidFill>
              </a:rPr>
              <a:t>C</a:t>
            </a:r>
            <a:endParaRPr lang="en-US" altLang="ko-KR"/>
          </a:p>
        </p:txBody>
      </p:sp>
      <p:sp>
        <p:nvSpPr>
          <p:cNvPr id="248" name="Rectangle 253"/>
          <p:cNvSpPr>
            <a:spLocks noChangeArrowheads="1"/>
          </p:cNvSpPr>
          <p:nvPr/>
        </p:nvSpPr>
        <p:spPr bwMode="auto">
          <a:xfrm>
            <a:off x="7377852" y="5420610"/>
            <a:ext cx="68930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700">
                <a:solidFill>
                  <a:srgbClr val="000000"/>
                </a:solidFill>
              </a:rPr>
              <a:t>N</a:t>
            </a:r>
            <a:endParaRPr lang="en-US" altLang="ko-KR"/>
          </a:p>
        </p:txBody>
      </p:sp>
      <p:sp>
        <p:nvSpPr>
          <p:cNvPr id="249" name="Rectangle 254"/>
          <p:cNvSpPr>
            <a:spLocks noChangeArrowheads="1"/>
          </p:cNvSpPr>
          <p:nvPr/>
        </p:nvSpPr>
        <p:spPr bwMode="auto">
          <a:xfrm>
            <a:off x="7442412" y="5420610"/>
            <a:ext cx="19236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700">
                <a:solidFill>
                  <a:srgbClr val="000000"/>
                </a:solidFill>
              </a:rPr>
              <a:t>.</a:t>
            </a:r>
            <a:endParaRPr lang="en-US" altLang="ko-KR"/>
          </a:p>
        </p:txBody>
      </p:sp>
      <p:sp>
        <p:nvSpPr>
          <p:cNvPr id="250" name="Rectangle 255"/>
          <p:cNvSpPr>
            <a:spLocks noChangeArrowheads="1"/>
          </p:cNvSpPr>
          <p:nvPr/>
        </p:nvSpPr>
        <p:spPr bwMode="auto">
          <a:xfrm>
            <a:off x="7473401" y="5420610"/>
            <a:ext cx="57708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700">
                <a:solidFill>
                  <a:srgbClr val="000000"/>
                </a:solidFill>
              </a:rPr>
              <a:t>C</a:t>
            </a:r>
            <a:endParaRPr lang="en-US" altLang="ko-KR"/>
          </a:p>
        </p:txBody>
      </p:sp>
      <p:sp>
        <p:nvSpPr>
          <p:cNvPr id="251" name="Rectangle 256"/>
          <p:cNvSpPr>
            <a:spLocks noChangeArrowheads="1"/>
          </p:cNvSpPr>
          <p:nvPr/>
        </p:nvSpPr>
        <p:spPr bwMode="auto">
          <a:xfrm>
            <a:off x="8718106" y="5409883"/>
            <a:ext cx="68930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700">
                <a:solidFill>
                  <a:srgbClr val="000000"/>
                </a:solidFill>
              </a:rPr>
              <a:t>N</a:t>
            </a:r>
            <a:endParaRPr lang="en-US" altLang="ko-KR"/>
          </a:p>
        </p:txBody>
      </p:sp>
      <p:sp>
        <p:nvSpPr>
          <p:cNvPr id="252" name="Rectangle 257"/>
          <p:cNvSpPr>
            <a:spLocks noChangeArrowheads="1"/>
          </p:cNvSpPr>
          <p:nvPr/>
        </p:nvSpPr>
        <p:spPr bwMode="auto">
          <a:xfrm>
            <a:off x="8783957" y="5409883"/>
            <a:ext cx="19236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700">
                <a:solidFill>
                  <a:srgbClr val="000000"/>
                </a:solidFill>
              </a:rPr>
              <a:t>.</a:t>
            </a:r>
            <a:endParaRPr lang="en-US" altLang="ko-KR"/>
          </a:p>
        </p:txBody>
      </p:sp>
      <p:sp>
        <p:nvSpPr>
          <p:cNvPr id="253" name="Rectangle 258"/>
          <p:cNvSpPr>
            <a:spLocks noChangeArrowheads="1"/>
          </p:cNvSpPr>
          <p:nvPr/>
        </p:nvSpPr>
        <p:spPr bwMode="auto">
          <a:xfrm>
            <a:off x="8814947" y="5409883"/>
            <a:ext cx="68930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700">
                <a:solidFill>
                  <a:srgbClr val="000000"/>
                </a:solidFill>
              </a:rPr>
              <a:t>O</a:t>
            </a:r>
            <a:endParaRPr lang="en-US" altLang="ko-KR"/>
          </a:p>
        </p:txBody>
      </p:sp>
      <p:sp>
        <p:nvSpPr>
          <p:cNvPr id="254" name="Line 259"/>
          <p:cNvSpPr>
            <a:spLocks noChangeShapeType="1"/>
          </p:cNvSpPr>
          <p:nvPr/>
        </p:nvSpPr>
        <p:spPr bwMode="auto">
          <a:xfrm>
            <a:off x="5392004" y="5885437"/>
            <a:ext cx="109752" cy="0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55" name="Freeform 260"/>
          <p:cNvSpPr>
            <a:spLocks/>
          </p:cNvSpPr>
          <p:nvPr/>
        </p:nvSpPr>
        <p:spPr bwMode="auto">
          <a:xfrm>
            <a:off x="5479807" y="5844914"/>
            <a:ext cx="43901" cy="40524"/>
          </a:xfrm>
          <a:custGeom>
            <a:avLst/>
            <a:gdLst>
              <a:gd name="T0" fmla="*/ 0 w 101"/>
              <a:gd name="T1" fmla="*/ 14561079 h 102"/>
              <a:gd name="T2" fmla="*/ 285373 w 101"/>
              <a:gd name="T3" fmla="*/ 11480800 h 102"/>
              <a:gd name="T4" fmla="*/ 856653 w 101"/>
              <a:gd name="T5" fmla="*/ 8960379 h 102"/>
              <a:gd name="T6" fmla="*/ 2284585 w 101"/>
              <a:gd name="T7" fmla="*/ 6160558 h 102"/>
              <a:gd name="T8" fmla="*/ 4283798 w 101"/>
              <a:gd name="T9" fmla="*/ 4199996 h 102"/>
              <a:gd name="T10" fmla="*/ 6283011 w 101"/>
              <a:gd name="T11" fmla="*/ 2239963 h 102"/>
              <a:gd name="T12" fmla="*/ 8567596 w 101"/>
              <a:gd name="T13" fmla="*/ 1120246 h 102"/>
              <a:gd name="T14" fmla="*/ 11709369 w 101"/>
              <a:gd name="T15" fmla="*/ 279929 h 102"/>
              <a:gd name="T16" fmla="*/ 14279327 w 101"/>
              <a:gd name="T17" fmla="*/ 0 h 102"/>
              <a:gd name="T18" fmla="*/ 17135192 w 101"/>
              <a:gd name="T19" fmla="*/ 279929 h 102"/>
              <a:gd name="T20" fmla="*/ 19991057 w 101"/>
              <a:gd name="T21" fmla="*/ 1120246 h 102"/>
              <a:gd name="T22" fmla="*/ 22561550 w 101"/>
              <a:gd name="T23" fmla="*/ 2239963 h 102"/>
              <a:gd name="T24" fmla="*/ 24560763 w 101"/>
              <a:gd name="T25" fmla="*/ 4199996 h 102"/>
              <a:gd name="T26" fmla="*/ 26559975 w 101"/>
              <a:gd name="T27" fmla="*/ 6160558 h 102"/>
              <a:gd name="T28" fmla="*/ 27987908 w 101"/>
              <a:gd name="T29" fmla="*/ 8960379 h 102"/>
              <a:gd name="T30" fmla="*/ 28559188 w 101"/>
              <a:gd name="T31" fmla="*/ 11480800 h 102"/>
              <a:gd name="T32" fmla="*/ 28844561 w 101"/>
              <a:gd name="T33" fmla="*/ 14561079 h 102"/>
              <a:gd name="T34" fmla="*/ 28844561 w 101"/>
              <a:gd name="T35" fmla="*/ 14561079 h 102"/>
              <a:gd name="T36" fmla="*/ 28559188 w 101"/>
              <a:gd name="T37" fmla="*/ 17360900 h 102"/>
              <a:gd name="T38" fmla="*/ 27987908 w 101"/>
              <a:gd name="T39" fmla="*/ 20161250 h 102"/>
              <a:gd name="T40" fmla="*/ 26559975 w 101"/>
              <a:gd name="T41" fmla="*/ 22401213 h 102"/>
              <a:gd name="T42" fmla="*/ 24560763 w 101"/>
              <a:gd name="T43" fmla="*/ 24641704 h 102"/>
              <a:gd name="T44" fmla="*/ 22561550 w 101"/>
              <a:gd name="T45" fmla="*/ 26321808 h 102"/>
              <a:gd name="T46" fmla="*/ 19991057 w 101"/>
              <a:gd name="T47" fmla="*/ 27441525 h 102"/>
              <a:gd name="T48" fmla="*/ 17135192 w 101"/>
              <a:gd name="T49" fmla="*/ 28281842 h 102"/>
              <a:gd name="T50" fmla="*/ 14279327 w 101"/>
              <a:gd name="T51" fmla="*/ 28561771 h 102"/>
              <a:gd name="T52" fmla="*/ 11709369 w 101"/>
              <a:gd name="T53" fmla="*/ 28281842 h 102"/>
              <a:gd name="T54" fmla="*/ 8567596 w 101"/>
              <a:gd name="T55" fmla="*/ 27441525 h 102"/>
              <a:gd name="T56" fmla="*/ 6283011 w 101"/>
              <a:gd name="T57" fmla="*/ 26321808 h 102"/>
              <a:gd name="T58" fmla="*/ 4283798 w 101"/>
              <a:gd name="T59" fmla="*/ 24641704 h 102"/>
              <a:gd name="T60" fmla="*/ 2284585 w 101"/>
              <a:gd name="T61" fmla="*/ 22401213 h 102"/>
              <a:gd name="T62" fmla="*/ 856653 w 101"/>
              <a:gd name="T63" fmla="*/ 20161250 h 102"/>
              <a:gd name="T64" fmla="*/ 285373 w 101"/>
              <a:gd name="T65" fmla="*/ 17360900 h 102"/>
              <a:gd name="T66" fmla="*/ 0 w 101"/>
              <a:gd name="T67" fmla="*/ 14561079 h 10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1"/>
              <a:gd name="T103" fmla="*/ 0 h 102"/>
              <a:gd name="T104" fmla="*/ 101 w 101"/>
              <a:gd name="T105" fmla="*/ 102 h 102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1" h="102">
                <a:moveTo>
                  <a:pt x="0" y="52"/>
                </a:moveTo>
                <a:lnTo>
                  <a:pt x="1" y="41"/>
                </a:lnTo>
                <a:lnTo>
                  <a:pt x="3" y="32"/>
                </a:lnTo>
                <a:lnTo>
                  <a:pt x="8" y="22"/>
                </a:lnTo>
                <a:lnTo>
                  <a:pt x="15" y="15"/>
                </a:lnTo>
                <a:lnTo>
                  <a:pt x="22" y="8"/>
                </a:lnTo>
                <a:lnTo>
                  <a:pt x="30" y="4"/>
                </a:lnTo>
                <a:lnTo>
                  <a:pt x="41" y="1"/>
                </a:lnTo>
                <a:lnTo>
                  <a:pt x="50" y="0"/>
                </a:lnTo>
                <a:lnTo>
                  <a:pt x="60" y="1"/>
                </a:lnTo>
                <a:lnTo>
                  <a:pt x="70" y="4"/>
                </a:lnTo>
                <a:lnTo>
                  <a:pt x="79" y="8"/>
                </a:lnTo>
                <a:lnTo>
                  <a:pt x="86" y="15"/>
                </a:lnTo>
                <a:lnTo>
                  <a:pt x="93" y="22"/>
                </a:lnTo>
                <a:lnTo>
                  <a:pt x="98" y="32"/>
                </a:lnTo>
                <a:lnTo>
                  <a:pt x="100" y="41"/>
                </a:lnTo>
                <a:lnTo>
                  <a:pt x="101" y="52"/>
                </a:lnTo>
                <a:lnTo>
                  <a:pt x="100" y="62"/>
                </a:lnTo>
                <a:lnTo>
                  <a:pt x="98" y="72"/>
                </a:lnTo>
                <a:lnTo>
                  <a:pt x="93" y="80"/>
                </a:lnTo>
                <a:lnTo>
                  <a:pt x="86" y="88"/>
                </a:lnTo>
                <a:lnTo>
                  <a:pt x="79" y="94"/>
                </a:lnTo>
                <a:lnTo>
                  <a:pt x="70" y="98"/>
                </a:lnTo>
                <a:lnTo>
                  <a:pt x="60" y="101"/>
                </a:lnTo>
                <a:lnTo>
                  <a:pt x="50" y="102"/>
                </a:lnTo>
                <a:lnTo>
                  <a:pt x="41" y="101"/>
                </a:lnTo>
                <a:lnTo>
                  <a:pt x="30" y="98"/>
                </a:lnTo>
                <a:lnTo>
                  <a:pt x="22" y="94"/>
                </a:lnTo>
                <a:lnTo>
                  <a:pt x="15" y="88"/>
                </a:lnTo>
                <a:lnTo>
                  <a:pt x="8" y="80"/>
                </a:lnTo>
                <a:lnTo>
                  <a:pt x="3" y="72"/>
                </a:lnTo>
                <a:lnTo>
                  <a:pt x="1" y="62"/>
                </a:lnTo>
                <a:lnTo>
                  <a:pt x="0" y="52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56" name="Freeform 261"/>
          <p:cNvSpPr>
            <a:spLocks/>
          </p:cNvSpPr>
          <p:nvPr/>
        </p:nvSpPr>
        <p:spPr bwMode="auto">
          <a:xfrm>
            <a:off x="5479807" y="5844914"/>
            <a:ext cx="43901" cy="40524"/>
          </a:xfrm>
          <a:custGeom>
            <a:avLst/>
            <a:gdLst>
              <a:gd name="T0" fmla="*/ 0 w 101"/>
              <a:gd name="T1" fmla="*/ 14561079 h 102"/>
              <a:gd name="T2" fmla="*/ 285373 w 101"/>
              <a:gd name="T3" fmla="*/ 11480800 h 102"/>
              <a:gd name="T4" fmla="*/ 856653 w 101"/>
              <a:gd name="T5" fmla="*/ 8960379 h 102"/>
              <a:gd name="T6" fmla="*/ 2284585 w 101"/>
              <a:gd name="T7" fmla="*/ 6160558 h 102"/>
              <a:gd name="T8" fmla="*/ 4283798 w 101"/>
              <a:gd name="T9" fmla="*/ 4199996 h 102"/>
              <a:gd name="T10" fmla="*/ 6283011 w 101"/>
              <a:gd name="T11" fmla="*/ 2239963 h 102"/>
              <a:gd name="T12" fmla="*/ 8567596 w 101"/>
              <a:gd name="T13" fmla="*/ 1120246 h 102"/>
              <a:gd name="T14" fmla="*/ 11709369 w 101"/>
              <a:gd name="T15" fmla="*/ 279929 h 102"/>
              <a:gd name="T16" fmla="*/ 14279327 w 101"/>
              <a:gd name="T17" fmla="*/ 0 h 102"/>
              <a:gd name="T18" fmla="*/ 17135192 w 101"/>
              <a:gd name="T19" fmla="*/ 279929 h 102"/>
              <a:gd name="T20" fmla="*/ 19991057 w 101"/>
              <a:gd name="T21" fmla="*/ 1120246 h 102"/>
              <a:gd name="T22" fmla="*/ 22561550 w 101"/>
              <a:gd name="T23" fmla="*/ 2239963 h 102"/>
              <a:gd name="T24" fmla="*/ 24560763 w 101"/>
              <a:gd name="T25" fmla="*/ 4199996 h 102"/>
              <a:gd name="T26" fmla="*/ 26559975 w 101"/>
              <a:gd name="T27" fmla="*/ 6160558 h 102"/>
              <a:gd name="T28" fmla="*/ 27987908 w 101"/>
              <a:gd name="T29" fmla="*/ 8960379 h 102"/>
              <a:gd name="T30" fmla="*/ 28559188 w 101"/>
              <a:gd name="T31" fmla="*/ 11480800 h 102"/>
              <a:gd name="T32" fmla="*/ 28844561 w 101"/>
              <a:gd name="T33" fmla="*/ 14561079 h 102"/>
              <a:gd name="T34" fmla="*/ 28844561 w 101"/>
              <a:gd name="T35" fmla="*/ 14561079 h 102"/>
              <a:gd name="T36" fmla="*/ 28559188 w 101"/>
              <a:gd name="T37" fmla="*/ 17360900 h 102"/>
              <a:gd name="T38" fmla="*/ 27987908 w 101"/>
              <a:gd name="T39" fmla="*/ 20161250 h 102"/>
              <a:gd name="T40" fmla="*/ 26559975 w 101"/>
              <a:gd name="T41" fmla="*/ 22401213 h 102"/>
              <a:gd name="T42" fmla="*/ 24560763 w 101"/>
              <a:gd name="T43" fmla="*/ 24641704 h 102"/>
              <a:gd name="T44" fmla="*/ 22561550 w 101"/>
              <a:gd name="T45" fmla="*/ 26321808 h 102"/>
              <a:gd name="T46" fmla="*/ 19991057 w 101"/>
              <a:gd name="T47" fmla="*/ 27441525 h 102"/>
              <a:gd name="T48" fmla="*/ 17135192 w 101"/>
              <a:gd name="T49" fmla="*/ 28281842 h 102"/>
              <a:gd name="T50" fmla="*/ 14279327 w 101"/>
              <a:gd name="T51" fmla="*/ 28561771 h 102"/>
              <a:gd name="T52" fmla="*/ 11709369 w 101"/>
              <a:gd name="T53" fmla="*/ 28281842 h 102"/>
              <a:gd name="T54" fmla="*/ 8567596 w 101"/>
              <a:gd name="T55" fmla="*/ 27441525 h 102"/>
              <a:gd name="T56" fmla="*/ 6283011 w 101"/>
              <a:gd name="T57" fmla="*/ 26321808 h 102"/>
              <a:gd name="T58" fmla="*/ 4283798 w 101"/>
              <a:gd name="T59" fmla="*/ 24641704 h 102"/>
              <a:gd name="T60" fmla="*/ 2284585 w 101"/>
              <a:gd name="T61" fmla="*/ 22401213 h 102"/>
              <a:gd name="T62" fmla="*/ 856653 w 101"/>
              <a:gd name="T63" fmla="*/ 20161250 h 102"/>
              <a:gd name="T64" fmla="*/ 285373 w 101"/>
              <a:gd name="T65" fmla="*/ 17360900 h 102"/>
              <a:gd name="T66" fmla="*/ 0 w 101"/>
              <a:gd name="T67" fmla="*/ 14561079 h 10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1"/>
              <a:gd name="T103" fmla="*/ 0 h 102"/>
              <a:gd name="T104" fmla="*/ 101 w 101"/>
              <a:gd name="T105" fmla="*/ 102 h 102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1" h="102">
                <a:moveTo>
                  <a:pt x="0" y="52"/>
                </a:moveTo>
                <a:lnTo>
                  <a:pt x="1" y="41"/>
                </a:lnTo>
                <a:lnTo>
                  <a:pt x="3" y="32"/>
                </a:lnTo>
                <a:lnTo>
                  <a:pt x="8" y="22"/>
                </a:lnTo>
                <a:lnTo>
                  <a:pt x="15" y="15"/>
                </a:lnTo>
                <a:lnTo>
                  <a:pt x="22" y="8"/>
                </a:lnTo>
                <a:lnTo>
                  <a:pt x="30" y="4"/>
                </a:lnTo>
                <a:lnTo>
                  <a:pt x="41" y="1"/>
                </a:lnTo>
                <a:lnTo>
                  <a:pt x="50" y="0"/>
                </a:lnTo>
                <a:lnTo>
                  <a:pt x="60" y="1"/>
                </a:lnTo>
                <a:lnTo>
                  <a:pt x="70" y="4"/>
                </a:lnTo>
                <a:lnTo>
                  <a:pt x="79" y="8"/>
                </a:lnTo>
                <a:lnTo>
                  <a:pt x="86" y="15"/>
                </a:lnTo>
                <a:lnTo>
                  <a:pt x="93" y="22"/>
                </a:lnTo>
                <a:lnTo>
                  <a:pt x="98" y="32"/>
                </a:lnTo>
                <a:lnTo>
                  <a:pt x="100" y="41"/>
                </a:lnTo>
                <a:lnTo>
                  <a:pt x="101" y="52"/>
                </a:lnTo>
                <a:lnTo>
                  <a:pt x="100" y="62"/>
                </a:lnTo>
                <a:lnTo>
                  <a:pt x="98" y="72"/>
                </a:lnTo>
                <a:lnTo>
                  <a:pt x="93" y="80"/>
                </a:lnTo>
                <a:lnTo>
                  <a:pt x="86" y="88"/>
                </a:lnTo>
                <a:lnTo>
                  <a:pt x="79" y="94"/>
                </a:lnTo>
                <a:lnTo>
                  <a:pt x="70" y="98"/>
                </a:lnTo>
                <a:lnTo>
                  <a:pt x="60" y="101"/>
                </a:lnTo>
                <a:lnTo>
                  <a:pt x="50" y="102"/>
                </a:lnTo>
                <a:lnTo>
                  <a:pt x="41" y="101"/>
                </a:lnTo>
                <a:lnTo>
                  <a:pt x="30" y="98"/>
                </a:lnTo>
                <a:lnTo>
                  <a:pt x="22" y="94"/>
                </a:lnTo>
                <a:lnTo>
                  <a:pt x="15" y="88"/>
                </a:lnTo>
                <a:lnTo>
                  <a:pt x="8" y="80"/>
                </a:lnTo>
                <a:lnTo>
                  <a:pt x="3" y="72"/>
                </a:lnTo>
                <a:lnTo>
                  <a:pt x="1" y="62"/>
                </a:lnTo>
                <a:lnTo>
                  <a:pt x="0" y="52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57" name="Line 262"/>
          <p:cNvSpPr>
            <a:spLocks noChangeShapeType="1"/>
          </p:cNvSpPr>
          <p:nvPr/>
        </p:nvSpPr>
        <p:spPr bwMode="auto">
          <a:xfrm flipH="1">
            <a:off x="5527580" y="5873519"/>
            <a:ext cx="3571428" cy="0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58" name="Line 263"/>
          <p:cNvSpPr>
            <a:spLocks noChangeShapeType="1"/>
          </p:cNvSpPr>
          <p:nvPr/>
        </p:nvSpPr>
        <p:spPr bwMode="auto">
          <a:xfrm flipH="1">
            <a:off x="5522414" y="5399753"/>
            <a:ext cx="1242124" cy="7747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59" name="Freeform 264"/>
          <p:cNvSpPr>
            <a:spLocks/>
          </p:cNvSpPr>
          <p:nvPr/>
        </p:nvSpPr>
        <p:spPr bwMode="auto">
          <a:xfrm>
            <a:off x="5472059" y="5387237"/>
            <a:ext cx="43901" cy="40524"/>
          </a:xfrm>
          <a:custGeom>
            <a:avLst/>
            <a:gdLst>
              <a:gd name="T0" fmla="*/ 28561771 w 102"/>
              <a:gd name="T1" fmla="*/ 14279794 h 103"/>
              <a:gd name="T2" fmla="*/ 28281842 w 102"/>
              <a:gd name="T3" fmla="*/ 17025706 h 103"/>
              <a:gd name="T4" fmla="*/ 27441525 w 102"/>
              <a:gd name="T5" fmla="*/ 19771619 h 103"/>
              <a:gd name="T6" fmla="*/ 26321808 w 102"/>
              <a:gd name="T7" fmla="*/ 22242940 h 103"/>
              <a:gd name="T8" fmla="*/ 24641704 w 102"/>
              <a:gd name="T9" fmla="*/ 24165603 h 103"/>
              <a:gd name="T10" fmla="*/ 22401213 w 102"/>
              <a:gd name="T11" fmla="*/ 25813151 h 103"/>
              <a:gd name="T12" fmla="*/ 19881321 w 102"/>
              <a:gd name="T13" fmla="*/ 27186107 h 103"/>
              <a:gd name="T14" fmla="*/ 17360900 w 102"/>
              <a:gd name="T15" fmla="*/ 28009881 h 103"/>
              <a:gd name="T16" fmla="*/ 14281150 w 102"/>
              <a:gd name="T17" fmla="*/ 28284472 h 103"/>
              <a:gd name="T18" fmla="*/ 11480800 w 102"/>
              <a:gd name="T19" fmla="*/ 28009881 h 103"/>
              <a:gd name="T20" fmla="*/ 8960379 w 102"/>
              <a:gd name="T21" fmla="*/ 27186107 h 103"/>
              <a:gd name="T22" fmla="*/ 6160558 w 102"/>
              <a:gd name="T23" fmla="*/ 25813151 h 103"/>
              <a:gd name="T24" fmla="*/ 4199996 w 102"/>
              <a:gd name="T25" fmla="*/ 24165603 h 103"/>
              <a:gd name="T26" fmla="*/ 2239963 w 102"/>
              <a:gd name="T27" fmla="*/ 22242940 h 103"/>
              <a:gd name="T28" fmla="*/ 840317 w 102"/>
              <a:gd name="T29" fmla="*/ 19771619 h 103"/>
              <a:gd name="T30" fmla="*/ 279929 w 102"/>
              <a:gd name="T31" fmla="*/ 17025706 h 103"/>
              <a:gd name="T32" fmla="*/ 0 w 102"/>
              <a:gd name="T33" fmla="*/ 14279794 h 103"/>
              <a:gd name="T34" fmla="*/ 0 w 102"/>
              <a:gd name="T35" fmla="*/ 14279794 h 103"/>
              <a:gd name="T36" fmla="*/ 279929 w 102"/>
              <a:gd name="T37" fmla="*/ 11533357 h 103"/>
              <a:gd name="T38" fmla="*/ 840317 w 102"/>
              <a:gd name="T39" fmla="*/ 8787444 h 103"/>
              <a:gd name="T40" fmla="*/ 2239963 w 102"/>
              <a:gd name="T41" fmla="*/ 6590714 h 103"/>
              <a:gd name="T42" fmla="*/ 4199996 w 102"/>
              <a:gd name="T43" fmla="*/ 4118869 h 103"/>
              <a:gd name="T44" fmla="*/ 6160558 w 102"/>
              <a:gd name="T45" fmla="*/ 2745913 h 103"/>
              <a:gd name="T46" fmla="*/ 8960379 w 102"/>
              <a:gd name="T47" fmla="*/ 1372956 h 103"/>
              <a:gd name="T48" fmla="*/ 11480800 w 102"/>
              <a:gd name="T49" fmla="*/ 274591 h 103"/>
              <a:gd name="T50" fmla="*/ 14281150 w 102"/>
              <a:gd name="T51" fmla="*/ 0 h 103"/>
              <a:gd name="T52" fmla="*/ 17360900 w 102"/>
              <a:gd name="T53" fmla="*/ 274591 h 103"/>
              <a:gd name="T54" fmla="*/ 19881321 w 102"/>
              <a:gd name="T55" fmla="*/ 1372956 h 103"/>
              <a:gd name="T56" fmla="*/ 22401213 w 102"/>
              <a:gd name="T57" fmla="*/ 2745913 h 103"/>
              <a:gd name="T58" fmla="*/ 24641704 w 102"/>
              <a:gd name="T59" fmla="*/ 4118869 h 103"/>
              <a:gd name="T60" fmla="*/ 26321808 w 102"/>
              <a:gd name="T61" fmla="*/ 6590714 h 103"/>
              <a:gd name="T62" fmla="*/ 27441525 w 102"/>
              <a:gd name="T63" fmla="*/ 8787444 h 103"/>
              <a:gd name="T64" fmla="*/ 28281842 w 102"/>
              <a:gd name="T65" fmla="*/ 11533357 h 103"/>
              <a:gd name="T66" fmla="*/ 28561771 w 102"/>
              <a:gd name="T67" fmla="*/ 14279794 h 10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3"/>
              <a:gd name="T104" fmla="*/ 102 w 102"/>
              <a:gd name="T105" fmla="*/ 103 h 10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3">
                <a:moveTo>
                  <a:pt x="102" y="52"/>
                </a:moveTo>
                <a:lnTo>
                  <a:pt x="101" y="62"/>
                </a:lnTo>
                <a:lnTo>
                  <a:pt x="98" y="72"/>
                </a:lnTo>
                <a:lnTo>
                  <a:pt x="94" y="81"/>
                </a:lnTo>
                <a:lnTo>
                  <a:pt x="88" y="88"/>
                </a:lnTo>
                <a:lnTo>
                  <a:pt x="80" y="94"/>
                </a:lnTo>
                <a:lnTo>
                  <a:pt x="71" y="99"/>
                </a:lnTo>
                <a:lnTo>
                  <a:pt x="62" y="102"/>
                </a:lnTo>
                <a:lnTo>
                  <a:pt x="51" y="103"/>
                </a:lnTo>
                <a:lnTo>
                  <a:pt x="41" y="102"/>
                </a:lnTo>
                <a:lnTo>
                  <a:pt x="32" y="99"/>
                </a:lnTo>
                <a:lnTo>
                  <a:pt x="22" y="94"/>
                </a:lnTo>
                <a:lnTo>
                  <a:pt x="15" y="88"/>
                </a:lnTo>
                <a:lnTo>
                  <a:pt x="8" y="81"/>
                </a:lnTo>
                <a:lnTo>
                  <a:pt x="3" y="72"/>
                </a:lnTo>
                <a:lnTo>
                  <a:pt x="1" y="62"/>
                </a:lnTo>
                <a:lnTo>
                  <a:pt x="0" y="52"/>
                </a:lnTo>
                <a:lnTo>
                  <a:pt x="1" y="42"/>
                </a:lnTo>
                <a:lnTo>
                  <a:pt x="3" y="32"/>
                </a:lnTo>
                <a:lnTo>
                  <a:pt x="8" y="24"/>
                </a:lnTo>
                <a:lnTo>
                  <a:pt x="15" y="15"/>
                </a:lnTo>
                <a:lnTo>
                  <a:pt x="22" y="10"/>
                </a:lnTo>
                <a:lnTo>
                  <a:pt x="32" y="5"/>
                </a:lnTo>
                <a:lnTo>
                  <a:pt x="41" y="1"/>
                </a:lnTo>
                <a:lnTo>
                  <a:pt x="51" y="0"/>
                </a:lnTo>
                <a:lnTo>
                  <a:pt x="62" y="1"/>
                </a:lnTo>
                <a:lnTo>
                  <a:pt x="71" y="5"/>
                </a:lnTo>
                <a:lnTo>
                  <a:pt x="80" y="10"/>
                </a:lnTo>
                <a:lnTo>
                  <a:pt x="88" y="15"/>
                </a:lnTo>
                <a:lnTo>
                  <a:pt x="94" y="24"/>
                </a:lnTo>
                <a:lnTo>
                  <a:pt x="98" y="32"/>
                </a:lnTo>
                <a:lnTo>
                  <a:pt x="101" y="42"/>
                </a:lnTo>
                <a:lnTo>
                  <a:pt x="102" y="52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60" name="Freeform 265"/>
          <p:cNvSpPr>
            <a:spLocks/>
          </p:cNvSpPr>
          <p:nvPr/>
        </p:nvSpPr>
        <p:spPr bwMode="auto">
          <a:xfrm>
            <a:off x="5472059" y="5387237"/>
            <a:ext cx="43901" cy="40524"/>
          </a:xfrm>
          <a:custGeom>
            <a:avLst/>
            <a:gdLst>
              <a:gd name="T0" fmla="*/ 28561771 w 102"/>
              <a:gd name="T1" fmla="*/ 14279794 h 103"/>
              <a:gd name="T2" fmla="*/ 28281842 w 102"/>
              <a:gd name="T3" fmla="*/ 17025706 h 103"/>
              <a:gd name="T4" fmla="*/ 27441525 w 102"/>
              <a:gd name="T5" fmla="*/ 19771619 h 103"/>
              <a:gd name="T6" fmla="*/ 26321808 w 102"/>
              <a:gd name="T7" fmla="*/ 22242940 h 103"/>
              <a:gd name="T8" fmla="*/ 24641704 w 102"/>
              <a:gd name="T9" fmla="*/ 24165603 h 103"/>
              <a:gd name="T10" fmla="*/ 22401213 w 102"/>
              <a:gd name="T11" fmla="*/ 25813151 h 103"/>
              <a:gd name="T12" fmla="*/ 19881321 w 102"/>
              <a:gd name="T13" fmla="*/ 27186107 h 103"/>
              <a:gd name="T14" fmla="*/ 17360900 w 102"/>
              <a:gd name="T15" fmla="*/ 28009881 h 103"/>
              <a:gd name="T16" fmla="*/ 14281150 w 102"/>
              <a:gd name="T17" fmla="*/ 28284472 h 103"/>
              <a:gd name="T18" fmla="*/ 11480800 w 102"/>
              <a:gd name="T19" fmla="*/ 28009881 h 103"/>
              <a:gd name="T20" fmla="*/ 8960379 w 102"/>
              <a:gd name="T21" fmla="*/ 27186107 h 103"/>
              <a:gd name="T22" fmla="*/ 6160558 w 102"/>
              <a:gd name="T23" fmla="*/ 25813151 h 103"/>
              <a:gd name="T24" fmla="*/ 4199996 w 102"/>
              <a:gd name="T25" fmla="*/ 24165603 h 103"/>
              <a:gd name="T26" fmla="*/ 2239963 w 102"/>
              <a:gd name="T27" fmla="*/ 22242940 h 103"/>
              <a:gd name="T28" fmla="*/ 840317 w 102"/>
              <a:gd name="T29" fmla="*/ 19771619 h 103"/>
              <a:gd name="T30" fmla="*/ 279929 w 102"/>
              <a:gd name="T31" fmla="*/ 17025706 h 103"/>
              <a:gd name="T32" fmla="*/ 0 w 102"/>
              <a:gd name="T33" fmla="*/ 14279794 h 103"/>
              <a:gd name="T34" fmla="*/ 0 w 102"/>
              <a:gd name="T35" fmla="*/ 14279794 h 103"/>
              <a:gd name="T36" fmla="*/ 279929 w 102"/>
              <a:gd name="T37" fmla="*/ 11533357 h 103"/>
              <a:gd name="T38" fmla="*/ 840317 w 102"/>
              <a:gd name="T39" fmla="*/ 8787444 h 103"/>
              <a:gd name="T40" fmla="*/ 2239963 w 102"/>
              <a:gd name="T41" fmla="*/ 6590714 h 103"/>
              <a:gd name="T42" fmla="*/ 4199996 w 102"/>
              <a:gd name="T43" fmla="*/ 4118869 h 103"/>
              <a:gd name="T44" fmla="*/ 6160558 w 102"/>
              <a:gd name="T45" fmla="*/ 2745913 h 103"/>
              <a:gd name="T46" fmla="*/ 8960379 w 102"/>
              <a:gd name="T47" fmla="*/ 1372956 h 103"/>
              <a:gd name="T48" fmla="*/ 11480800 w 102"/>
              <a:gd name="T49" fmla="*/ 274591 h 103"/>
              <a:gd name="T50" fmla="*/ 14281150 w 102"/>
              <a:gd name="T51" fmla="*/ 0 h 103"/>
              <a:gd name="T52" fmla="*/ 17360900 w 102"/>
              <a:gd name="T53" fmla="*/ 274591 h 103"/>
              <a:gd name="T54" fmla="*/ 19881321 w 102"/>
              <a:gd name="T55" fmla="*/ 1372956 h 103"/>
              <a:gd name="T56" fmla="*/ 22401213 w 102"/>
              <a:gd name="T57" fmla="*/ 2745913 h 103"/>
              <a:gd name="T58" fmla="*/ 24641704 w 102"/>
              <a:gd name="T59" fmla="*/ 4118869 h 103"/>
              <a:gd name="T60" fmla="*/ 26321808 w 102"/>
              <a:gd name="T61" fmla="*/ 6590714 h 103"/>
              <a:gd name="T62" fmla="*/ 27441525 w 102"/>
              <a:gd name="T63" fmla="*/ 8787444 h 103"/>
              <a:gd name="T64" fmla="*/ 28281842 w 102"/>
              <a:gd name="T65" fmla="*/ 11533357 h 103"/>
              <a:gd name="T66" fmla="*/ 28561771 w 102"/>
              <a:gd name="T67" fmla="*/ 14279794 h 10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3"/>
              <a:gd name="T104" fmla="*/ 102 w 102"/>
              <a:gd name="T105" fmla="*/ 103 h 10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3">
                <a:moveTo>
                  <a:pt x="102" y="52"/>
                </a:moveTo>
                <a:lnTo>
                  <a:pt x="101" y="62"/>
                </a:lnTo>
                <a:lnTo>
                  <a:pt x="98" y="72"/>
                </a:lnTo>
                <a:lnTo>
                  <a:pt x="94" y="81"/>
                </a:lnTo>
                <a:lnTo>
                  <a:pt x="88" y="88"/>
                </a:lnTo>
                <a:lnTo>
                  <a:pt x="80" y="94"/>
                </a:lnTo>
                <a:lnTo>
                  <a:pt x="71" y="99"/>
                </a:lnTo>
                <a:lnTo>
                  <a:pt x="62" y="102"/>
                </a:lnTo>
                <a:lnTo>
                  <a:pt x="51" y="103"/>
                </a:lnTo>
                <a:lnTo>
                  <a:pt x="41" y="102"/>
                </a:lnTo>
                <a:lnTo>
                  <a:pt x="32" y="99"/>
                </a:lnTo>
                <a:lnTo>
                  <a:pt x="22" y="94"/>
                </a:lnTo>
                <a:lnTo>
                  <a:pt x="15" y="88"/>
                </a:lnTo>
                <a:lnTo>
                  <a:pt x="8" y="81"/>
                </a:lnTo>
                <a:lnTo>
                  <a:pt x="3" y="72"/>
                </a:lnTo>
                <a:lnTo>
                  <a:pt x="1" y="62"/>
                </a:lnTo>
                <a:lnTo>
                  <a:pt x="0" y="52"/>
                </a:lnTo>
                <a:lnTo>
                  <a:pt x="1" y="42"/>
                </a:lnTo>
                <a:lnTo>
                  <a:pt x="3" y="32"/>
                </a:lnTo>
                <a:lnTo>
                  <a:pt x="8" y="24"/>
                </a:lnTo>
                <a:lnTo>
                  <a:pt x="15" y="15"/>
                </a:lnTo>
                <a:lnTo>
                  <a:pt x="22" y="10"/>
                </a:lnTo>
                <a:lnTo>
                  <a:pt x="32" y="5"/>
                </a:lnTo>
                <a:lnTo>
                  <a:pt x="41" y="1"/>
                </a:lnTo>
                <a:lnTo>
                  <a:pt x="51" y="0"/>
                </a:lnTo>
                <a:lnTo>
                  <a:pt x="62" y="1"/>
                </a:lnTo>
                <a:lnTo>
                  <a:pt x="71" y="5"/>
                </a:lnTo>
                <a:lnTo>
                  <a:pt x="80" y="10"/>
                </a:lnTo>
                <a:lnTo>
                  <a:pt x="88" y="15"/>
                </a:lnTo>
                <a:lnTo>
                  <a:pt x="94" y="24"/>
                </a:lnTo>
                <a:lnTo>
                  <a:pt x="98" y="32"/>
                </a:lnTo>
                <a:lnTo>
                  <a:pt x="101" y="42"/>
                </a:lnTo>
                <a:lnTo>
                  <a:pt x="102" y="52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61" name="Line 266"/>
          <p:cNvSpPr>
            <a:spLocks noChangeShapeType="1"/>
          </p:cNvSpPr>
          <p:nvPr/>
        </p:nvSpPr>
        <p:spPr bwMode="auto">
          <a:xfrm flipH="1">
            <a:off x="5388132" y="5353864"/>
            <a:ext cx="126536" cy="0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62" name="Line 267"/>
          <p:cNvSpPr>
            <a:spLocks noChangeShapeType="1"/>
          </p:cNvSpPr>
          <p:nvPr/>
        </p:nvSpPr>
        <p:spPr bwMode="auto">
          <a:xfrm>
            <a:off x="5171211" y="5315725"/>
            <a:ext cx="0" cy="550642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63" name="Freeform 268"/>
          <p:cNvSpPr>
            <a:spLocks/>
          </p:cNvSpPr>
          <p:nvPr/>
        </p:nvSpPr>
        <p:spPr bwMode="auto">
          <a:xfrm>
            <a:off x="5144096" y="5290697"/>
            <a:ext cx="54230" cy="50059"/>
          </a:xfrm>
          <a:custGeom>
            <a:avLst/>
            <a:gdLst>
              <a:gd name="T0" fmla="*/ 17640000 w 127"/>
              <a:gd name="T1" fmla="*/ 35004375 h 127"/>
              <a:gd name="T2" fmla="*/ 14056875 w 127"/>
              <a:gd name="T3" fmla="*/ 34728750 h 127"/>
              <a:gd name="T4" fmla="*/ 10749375 w 127"/>
              <a:gd name="T5" fmla="*/ 33350625 h 127"/>
              <a:gd name="T6" fmla="*/ 7717500 w 127"/>
              <a:gd name="T7" fmla="*/ 31972500 h 127"/>
              <a:gd name="T8" fmla="*/ 5236875 w 127"/>
              <a:gd name="T9" fmla="*/ 30043125 h 127"/>
              <a:gd name="T10" fmla="*/ 3031875 w 127"/>
              <a:gd name="T11" fmla="*/ 27286875 h 127"/>
              <a:gd name="T12" fmla="*/ 1378125 w 127"/>
              <a:gd name="T13" fmla="*/ 24255000 h 127"/>
              <a:gd name="T14" fmla="*/ 275625 w 127"/>
              <a:gd name="T15" fmla="*/ 20947500 h 127"/>
              <a:gd name="T16" fmla="*/ 0 w 127"/>
              <a:gd name="T17" fmla="*/ 17364375 h 127"/>
              <a:gd name="T18" fmla="*/ 275625 w 127"/>
              <a:gd name="T19" fmla="*/ 13781250 h 127"/>
              <a:gd name="T20" fmla="*/ 1378125 w 127"/>
              <a:gd name="T21" fmla="*/ 10473750 h 127"/>
              <a:gd name="T22" fmla="*/ 3031875 w 127"/>
              <a:gd name="T23" fmla="*/ 7717500 h 127"/>
              <a:gd name="T24" fmla="*/ 5236875 w 127"/>
              <a:gd name="T25" fmla="*/ 4961250 h 127"/>
              <a:gd name="T26" fmla="*/ 7717500 w 127"/>
              <a:gd name="T27" fmla="*/ 2756250 h 127"/>
              <a:gd name="T28" fmla="*/ 10749375 w 127"/>
              <a:gd name="T29" fmla="*/ 1653750 h 127"/>
              <a:gd name="T30" fmla="*/ 14056875 w 127"/>
              <a:gd name="T31" fmla="*/ 275625 h 127"/>
              <a:gd name="T32" fmla="*/ 17640000 w 127"/>
              <a:gd name="T33" fmla="*/ 0 h 127"/>
              <a:gd name="T34" fmla="*/ 17640000 w 127"/>
              <a:gd name="T35" fmla="*/ 0 h 127"/>
              <a:gd name="T36" fmla="*/ 20947500 w 127"/>
              <a:gd name="T37" fmla="*/ 275625 h 127"/>
              <a:gd name="T38" fmla="*/ 24255000 w 127"/>
              <a:gd name="T39" fmla="*/ 1653750 h 127"/>
              <a:gd name="T40" fmla="*/ 27286875 w 127"/>
              <a:gd name="T41" fmla="*/ 2756250 h 127"/>
              <a:gd name="T42" fmla="*/ 29767500 w 127"/>
              <a:gd name="T43" fmla="*/ 4961250 h 127"/>
              <a:gd name="T44" fmla="*/ 31972500 w 127"/>
              <a:gd name="T45" fmla="*/ 7717500 h 127"/>
              <a:gd name="T46" fmla="*/ 33626250 w 127"/>
              <a:gd name="T47" fmla="*/ 10473750 h 127"/>
              <a:gd name="T48" fmla="*/ 34728750 w 127"/>
              <a:gd name="T49" fmla="*/ 13781250 h 127"/>
              <a:gd name="T50" fmla="*/ 35004375 w 127"/>
              <a:gd name="T51" fmla="*/ 17364375 h 127"/>
              <a:gd name="T52" fmla="*/ 34728750 w 127"/>
              <a:gd name="T53" fmla="*/ 20947500 h 127"/>
              <a:gd name="T54" fmla="*/ 33626250 w 127"/>
              <a:gd name="T55" fmla="*/ 24255000 h 127"/>
              <a:gd name="T56" fmla="*/ 31972500 w 127"/>
              <a:gd name="T57" fmla="*/ 27286875 h 127"/>
              <a:gd name="T58" fmla="*/ 29767500 w 127"/>
              <a:gd name="T59" fmla="*/ 30043125 h 127"/>
              <a:gd name="T60" fmla="*/ 27286875 w 127"/>
              <a:gd name="T61" fmla="*/ 31972500 h 127"/>
              <a:gd name="T62" fmla="*/ 24255000 w 127"/>
              <a:gd name="T63" fmla="*/ 33350625 h 127"/>
              <a:gd name="T64" fmla="*/ 20947500 w 127"/>
              <a:gd name="T65" fmla="*/ 34728750 h 127"/>
              <a:gd name="T66" fmla="*/ 17640000 w 127"/>
              <a:gd name="T67" fmla="*/ 35004375 h 127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27"/>
              <a:gd name="T103" fmla="*/ 0 h 127"/>
              <a:gd name="T104" fmla="*/ 127 w 127"/>
              <a:gd name="T105" fmla="*/ 127 h 127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27" h="127">
                <a:moveTo>
                  <a:pt x="64" y="127"/>
                </a:moveTo>
                <a:lnTo>
                  <a:pt x="51" y="126"/>
                </a:lnTo>
                <a:lnTo>
                  <a:pt x="39" y="121"/>
                </a:lnTo>
                <a:lnTo>
                  <a:pt x="28" y="116"/>
                </a:lnTo>
                <a:lnTo>
                  <a:pt x="19" y="109"/>
                </a:lnTo>
                <a:lnTo>
                  <a:pt x="11" y="99"/>
                </a:lnTo>
                <a:lnTo>
                  <a:pt x="5" y="88"/>
                </a:lnTo>
                <a:lnTo>
                  <a:pt x="1" y="76"/>
                </a:lnTo>
                <a:lnTo>
                  <a:pt x="0" y="63"/>
                </a:lnTo>
                <a:lnTo>
                  <a:pt x="1" y="50"/>
                </a:lnTo>
                <a:lnTo>
                  <a:pt x="5" y="38"/>
                </a:lnTo>
                <a:lnTo>
                  <a:pt x="11" y="28"/>
                </a:lnTo>
                <a:lnTo>
                  <a:pt x="19" y="18"/>
                </a:lnTo>
                <a:lnTo>
                  <a:pt x="28" y="10"/>
                </a:lnTo>
                <a:lnTo>
                  <a:pt x="39" y="6"/>
                </a:lnTo>
                <a:lnTo>
                  <a:pt x="51" y="1"/>
                </a:lnTo>
                <a:lnTo>
                  <a:pt x="64" y="0"/>
                </a:lnTo>
                <a:lnTo>
                  <a:pt x="76" y="1"/>
                </a:lnTo>
                <a:lnTo>
                  <a:pt x="88" y="6"/>
                </a:lnTo>
                <a:lnTo>
                  <a:pt x="99" y="10"/>
                </a:lnTo>
                <a:lnTo>
                  <a:pt x="108" y="18"/>
                </a:lnTo>
                <a:lnTo>
                  <a:pt x="116" y="28"/>
                </a:lnTo>
                <a:lnTo>
                  <a:pt x="122" y="38"/>
                </a:lnTo>
                <a:lnTo>
                  <a:pt x="126" y="50"/>
                </a:lnTo>
                <a:lnTo>
                  <a:pt x="127" y="63"/>
                </a:lnTo>
                <a:lnTo>
                  <a:pt x="126" y="76"/>
                </a:lnTo>
                <a:lnTo>
                  <a:pt x="122" y="88"/>
                </a:lnTo>
                <a:lnTo>
                  <a:pt x="116" y="99"/>
                </a:lnTo>
                <a:lnTo>
                  <a:pt x="108" y="109"/>
                </a:lnTo>
                <a:lnTo>
                  <a:pt x="99" y="116"/>
                </a:lnTo>
                <a:lnTo>
                  <a:pt x="88" y="121"/>
                </a:lnTo>
                <a:lnTo>
                  <a:pt x="76" y="126"/>
                </a:lnTo>
                <a:lnTo>
                  <a:pt x="64" y="12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64" name="Line 269"/>
          <p:cNvSpPr>
            <a:spLocks noChangeShapeType="1"/>
          </p:cNvSpPr>
          <p:nvPr/>
        </p:nvSpPr>
        <p:spPr bwMode="auto">
          <a:xfrm flipH="1">
            <a:off x="5176377" y="5866367"/>
            <a:ext cx="215628" cy="0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65" name="Line 270"/>
          <p:cNvSpPr>
            <a:spLocks noChangeShapeType="1"/>
          </p:cNvSpPr>
          <p:nvPr/>
        </p:nvSpPr>
        <p:spPr bwMode="auto">
          <a:xfrm flipH="1">
            <a:off x="6561823" y="5396771"/>
            <a:ext cx="202718" cy="0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66" name="Line 271"/>
          <p:cNvSpPr>
            <a:spLocks noChangeShapeType="1"/>
          </p:cNvSpPr>
          <p:nvPr/>
        </p:nvSpPr>
        <p:spPr bwMode="auto">
          <a:xfrm>
            <a:off x="6919482" y="5396771"/>
            <a:ext cx="455789" cy="0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67" name="Line 272"/>
          <p:cNvSpPr>
            <a:spLocks noChangeShapeType="1"/>
          </p:cNvSpPr>
          <p:nvPr/>
        </p:nvSpPr>
        <p:spPr bwMode="auto">
          <a:xfrm flipV="1">
            <a:off x="7528923" y="5387238"/>
            <a:ext cx="1174982" cy="9535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68" name="Freeform 273"/>
          <p:cNvSpPr>
            <a:spLocks/>
          </p:cNvSpPr>
          <p:nvPr/>
        </p:nvSpPr>
        <p:spPr bwMode="auto">
          <a:xfrm>
            <a:off x="6764541" y="5377703"/>
            <a:ext cx="43901" cy="39332"/>
          </a:xfrm>
          <a:custGeom>
            <a:avLst/>
            <a:gdLst>
              <a:gd name="T0" fmla="*/ 0 w 103"/>
              <a:gd name="T1" fmla="*/ 13452305 h 101"/>
              <a:gd name="T2" fmla="*/ 274591 w 103"/>
              <a:gd name="T3" fmla="*/ 11030527 h 101"/>
              <a:gd name="T4" fmla="*/ 1098365 w 103"/>
              <a:gd name="T5" fmla="*/ 8071383 h 101"/>
              <a:gd name="T6" fmla="*/ 2471321 w 103"/>
              <a:gd name="T7" fmla="*/ 5918807 h 101"/>
              <a:gd name="T8" fmla="*/ 4118869 w 103"/>
              <a:gd name="T9" fmla="*/ 4035432 h 101"/>
              <a:gd name="T10" fmla="*/ 6316123 w 103"/>
              <a:gd name="T11" fmla="*/ 2152576 h 101"/>
              <a:gd name="T12" fmla="*/ 8512853 w 103"/>
              <a:gd name="T13" fmla="*/ 807086 h 101"/>
              <a:gd name="T14" fmla="*/ 11258766 w 103"/>
              <a:gd name="T15" fmla="*/ 269202 h 101"/>
              <a:gd name="T16" fmla="*/ 14004678 w 103"/>
              <a:gd name="T17" fmla="*/ 0 h 101"/>
              <a:gd name="T18" fmla="*/ 17025706 w 103"/>
              <a:gd name="T19" fmla="*/ 269202 h 101"/>
              <a:gd name="T20" fmla="*/ 19497028 w 103"/>
              <a:gd name="T21" fmla="*/ 807086 h 101"/>
              <a:gd name="T22" fmla="*/ 22242940 w 103"/>
              <a:gd name="T23" fmla="*/ 2152576 h 101"/>
              <a:gd name="T24" fmla="*/ 24165603 w 103"/>
              <a:gd name="T25" fmla="*/ 4035432 h 101"/>
              <a:gd name="T26" fmla="*/ 25538559 w 103"/>
              <a:gd name="T27" fmla="*/ 5918807 h 101"/>
              <a:gd name="T28" fmla="*/ 26911516 w 103"/>
              <a:gd name="T29" fmla="*/ 8071383 h 101"/>
              <a:gd name="T30" fmla="*/ 28009881 w 103"/>
              <a:gd name="T31" fmla="*/ 11030527 h 101"/>
              <a:gd name="T32" fmla="*/ 28284472 w 103"/>
              <a:gd name="T33" fmla="*/ 13452305 h 101"/>
              <a:gd name="T34" fmla="*/ 28284472 w 103"/>
              <a:gd name="T35" fmla="*/ 13452305 h 101"/>
              <a:gd name="T36" fmla="*/ 28009881 w 103"/>
              <a:gd name="T37" fmla="*/ 16142766 h 101"/>
              <a:gd name="T38" fmla="*/ 26911516 w 103"/>
              <a:gd name="T39" fmla="*/ 18833227 h 101"/>
              <a:gd name="T40" fmla="*/ 25538559 w 103"/>
              <a:gd name="T41" fmla="*/ 21254486 h 101"/>
              <a:gd name="T42" fmla="*/ 24165603 w 103"/>
              <a:gd name="T43" fmla="*/ 23137860 h 101"/>
              <a:gd name="T44" fmla="*/ 22242940 w 103"/>
              <a:gd name="T45" fmla="*/ 25020716 h 101"/>
              <a:gd name="T46" fmla="*/ 19497028 w 103"/>
              <a:gd name="T47" fmla="*/ 26366206 h 101"/>
              <a:gd name="T48" fmla="*/ 17025706 w 103"/>
              <a:gd name="T49" fmla="*/ 26904091 h 101"/>
              <a:gd name="T50" fmla="*/ 14004678 w 103"/>
              <a:gd name="T51" fmla="*/ 27173293 h 101"/>
              <a:gd name="T52" fmla="*/ 11258766 w 103"/>
              <a:gd name="T53" fmla="*/ 26904091 h 101"/>
              <a:gd name="T54" fmla="*/ 8512853 w 103"/>
              <a:gd name="T55" fmla="*/ 26366206 h 101"/>
              <a:gd name="T56" fmla="*/ 6316123 w 103"/>
              <a:gd name="T57" fmla="*/ 25020716 h 101"/>
              <a:gd name="T58" fmla="*/ 4118869 w 103"/>
              <a:gd name="T59" fmla="*/ 23137860 h 101"/>
              <a:gd name="T60" fmla="*/ 2471321 w 103"/>
              <a:gd name="T61" fmla="*/ 21254486 h 101"/>
              <a:gd name="T62" fmla="*/ 1098365 w 103"/>
              <a:gd name="T63" fmla="*/ 18833227 h 101"/>
              <a:gd name="T64" fmla="*/ 274591 w 103"/>
              <a:gd name="T65" fmla="*/ 16142766 h 101"/>
              <a:gd name="T66" fmla="*/ 0 w 103"/>
              <a:gd name="T67" fmla="*/ 13452305 h 101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3"/>
              <a:gd name="T103" fmla="*/ 0 h 101"/>
              <a:gd name="T104" fmla="*/ 103 w 103"/>
              <a:gd name="T105" fmla="*/ 101 h 101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3" h="101">
                <a:moveTo>
                  <a:pt x="0" y="50"/>
                </a:moveTo>
                <a:lnTo>
                  <a:pt x="1" y="41"/>
                </a:lnTo>
                <a:lnTo>
                  <a:pt x="4" y="30"/>
                </a:lnTo>
                <a:lnTo>
                  <a:pt x="9" y="22"/>
                </a:lnTo>
                <a:lnTo>
                  <a:pt x="15" y="15"/>
                </a:lnTo>
                <a:lnTo>
                  <a:pt x="23" y="8"/>
                </a:lnTo>
                <a:lnTo>
                  <a:pt x="31" y="3"/>
                </a:lnTo>
                <a:lnTo>
                  <a:pt x="41" y="1"/>
                </a:lnTo>
                <a:lnTo>
                  <a:pt x="51" y="0"/>
                </a:lnTo>
                <a:lnTo>
                  <a:pt x="62" y="1"/>
                </a:lnTo>
                <a:lnTo>
                  <a:pt x="71" y="3"/>
                </a:lnTo>
                <a:lnTo>
                  <a:pt x="81" y="8"/>
                </a:lnTo>
                <a:lnTo>
                  <a:pt x="88" y="15"/>
                </a:lnTo>
                <a:lnTo>
                  <a:pt x="93" y="22"/>
                </a:lnTo>
                <a:lnTo>
                  <a:pt x="98" y="30"/>
                </a:lnTo>
                <a:lnTo>
                  <a:pt x="102" y="41"/>
                </a:lnTo>
                <a:lnTo>
                  <a:pt x="103" y="50"/>
                </a:lnTo>
                <a:lnTo>
                  <a:pt x="102" y="60"/>
                </a:lnTo>
                <a:lnTo>
                  <a:pt x="98" y="70"/>
                </a:lnTo>
                <a:lnTo>
                  <a:pt x="93" y="79"/>
                </a:lnTo>
                <a:lnTo>
                  <a:pt x="88" y="86"/>
                </a:lnTo>
                <a:lnTo>
                  <a:pt x="81" y="93"/>
                </a:lnTo>
                <a:lnTo>
                  <a:pt x="71" y="98"/>
                </a:lnTo>
                <a:lnTo>
                  <a:pt x="62" y="100"/>
                </a:lnTo>
                <a:lnTo>
                  <a:pt x="51" y="101"/>
                </a:lnTo>
                <a:lnTo>
                  <a:pt x="41" y="100"/>
                </a:lnTo>
                <a:lnTo>
                  <a:pt x="31" y="98"/>
                </a:lnTo>
                <a:lnTo>
                  <a:pt x="23" y="93"/>
                </a:lnTo>
                <a:lnTo>
                  <a:pt x="15" y="86"/>
                </a:lnTo>
                <a:lnTo>
                  <a:pt x="9" y="79"/>
                </a:lnTo>
                <a:lnTo>
                  <a:pt x="4" y="70"/>
                </a:lnTo>
                <a:lnTo>
                  <a:pt x="1" y="60"/>
                </a:lnTo>
                <a:lnTo>
                  <a:pt x="0" y="50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69" name="Freeform 274"/>
          <p:cNvSpPr>
            <a:spLocks/>
          </p:cNvSpPr>
          <p:nvPr/>
        </p:nvSpPr>
        <p:spPr bwMode="auto">
          <a:xfrm>
            <a:off x="6764541" y="5377703"/>
            <a:ext cx="43901" cy="39332"/>
          </a:xfrm>
          <a:custGeom>
            <a:avLst/>
            <a:gdLst>
              <a:gd name="T0" fmla="*/ 0 w 103"/>
              <a:gd name="T1" fmla="*/ 13452305 h 101"/>
              <a:gd name="T2" fmla="*/ 274591 w 103"/>
              <a:gd name="T3" fmla="*/ 11030527 h 101"/>
              <a:gd name="T4" fmla="*/ 1098365 w 103"/>
              <a:gd name="T5" fmla="*/ 8071383 h 101"/>
              <a:gd name="T6" fmla="*/ 2471321 w 103"/>
              <a:gd name="T7" fmla="*/ 5918807 h 101"/>
              <a:gd name="T8" fmla="*/ 4118869 w 103"/>
              <a:gd name="T9" fmla="*/ 4035432 h 101"/>
              <a:gd name="T10" fmla="*/ 6316123 w 103"/>
              <a:gd name="T11" fmla="*/ 2152576 h 101"/>
              <a:gd name="T12" fmla="*/ 8512853 w 103"/>
              <a:gd name="T13" fmla="*/ 807086 h 101"/>
              <a:gd name="T14" fmla="*/ 11258766 w 103"/>
              <a:gd name="T15" fmla="*/ 269202 h 101"/>
              <a:gd name="T16" fmla="*/ 14004678 w 103"/>
              <a:gd name="T17" fmla="*/ 0 h 101"/>
              <a:gd name="T18" fmla="*/ 17025706 w 103"/>
              <a:gd name="T19" fmla="*/ 269202 h 101"/>
              <a:gd name="T20" fmla="*/ 19497028 w 103"/>
              <a:gd name="T21" fmla="*/ 807086 h 101"/>
              <a:gd name="T22" fmla="*/ 22242940 w 103"/>
              <a:gd name="T23" fmla="*/ 2152576 h 101"/>
              <a:gd name="T24" fmla="*/ 24165603 w 103"/>
              <a:gd name="T25" fmla="*/ 4035432 h 101"/>
              <a:gd name="T26" fmla="*/ 25538559 w 103"/>
              <a:gd name="T27" fmla="*/ 5918807 h 101"/>
              <a:gd name="T28" fmla="*/ 26911516 w 103"/>
              <a:gd name="T29" fmla="*/ 8071383 h 101"/>
              <a:gd name="T30" fmla="*/ 28009881 w 103"/>
              <a:gd name="T31" fmla="*/ 11030527 h 101"/>
              <a:gd name="T32" fmla="*/ 28284472 w 103"/>
              <a:gd name="T33" fmla="*/ 13452305 h 101"/>
              <a:gd name="T34" fmla="*/ 28284472 w 103"/>
              <a:gd name="T35" fmla="*/ 13452305 h 101"/>
              <a:gd name="T36" fmla="*/ 28009881 w 103"/>
              <a:gd name="T37" fmla="*/ 16142766 h 101"/>
              <a:gd name="T38" fmla="*/ 26911516 w 103"/>
              <a:gd name="T39" fmla="*/ 18833227 h 101"/>
              <a:gd name="T40" fmla="*/ 25538559 w 103"/>
              <a:gd name="T41" fmla="*/ 21254486 h 101"/>
              <a:gd name="T42" fmla="*/ 24165603 w 103"/>
              <a:gd name="T43" fmla="*/ 23137860 h 101"/>
              <a:gd name="T44" fmla="*/ 22242940 w 103"/>
              <a:gd name="T45" fmla="*/ 25020716 h 101"/>
              <a:gd name="T46" fmla="*/ 19497028 w 103"/>
              <a:gd name="T47" fmla="*/ 26366206 h 101"/>
              <a:gd name="T48" fmla="*/ 17025706 w 103"/>
              <a:gd name="T49" fmla="*/ 26904091 h 101"/>
              <a:gd name="T50" fmla="*/ 14004678 w 103"/>
              <a:gd name="T51" fmla="*/ 27173293 h 101"/>
              <a:gd name="T52" fmla="*/ 11258766 w 103"/>
              <a:gd name="T53" fmla="*/ 26904091 h 101"/>
              <a:gd name="T54" fmla="*/ 8512853 w 103"/>
              <a:gd name="T55" fmla="*/ 26366206 h 101"/>
              <a:gd name="T56" fmla="*/ 6316123 w 103"/>
              <a:gd name="T57" fmla="*/ 25020716 h 101"/>
              <a:gd name="T58" fmla="*/ 4118869 w 103"/>
              <a:gd name="T59" fmla="*/ 23137860 h 101"/>
              <a:gd name="T60" fmla="*/ 2471321 w 103"/>
              <a:gd name="T61" fmla="*/ 21254486 h 101"/>
              <a:gd name="T62" fmla="*/ 1098365 w 103"/>
              <a:gd name="T63" fmla="*/ 18833227 h 101"/>
              <a:gd name="T64" fmla="*/ 274591 w 103"/>
              <a:gd name="T65" fmla="*/ 16142766 h 101"/>
              <a:gd name="T66" fmla="*/ 0 w 103"/>
              <a:gd name="T67" fmla="*/ 13452305 h 101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3"/>
              <a:gd name="T103" fmla="*/ 0 h 101"/>
              <a:gd name="T104" fmla="*/ 103 w 103"/>
              <a:gd name="T105" fmla="*/ 101 h 101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3" h="101">
                <a:moveTo>
                  <a:pt x="0" y="50"/>
                </a:moveTo>
                <a:lnTo>
                  <a:pt x="1" y="41"/>
                </a:lnTo>
                <a:lnTo>
                  <a:pt x="4" y="30"/>
                </a:lnTo>
                <a:lnTo>
                  <a:pt x="9" y="22"/>
                </a:lnTo>
                <a:lnTo>
                  <a:pt x="15" y="15"/>
                </a:lnTo>
                <a:lnTo>
                  <a:pt x="23" y="8"/>
                </a:lnTo>
                <a:lnTo>
                  <a:pt x="31" y="3"/>
                </a:lnTo>
                <a:lnTo>
                  <a:pt x="41" y="1"/>
                </a:lnTo>
                <a:lnTo>
                  <a:pt x="51" y="0"/>
                </a:lnTo>
                <a:lnTo>
                  <a:pt x="62" y="1"/>
                </a:lnTo>
                <a:lnTo>
                  <a:pt x="71" y="3"/>
                </a:lnTo>
                <a:lnTo>
                  <a:pt x="81" y="8"/>
                </a:lnTo>
                <a:lnTo>
                  <a:pt x="88" y="15"/>
                </a:lnTo>
                <a:lnTo>
                  <a:pt x="93" y="22"/>
                </a:lnTo>
                <a:lnTo>
                  <a:pt x="98" y="30"/>
                </a:lnTo>
                <a:lnTo>
                  <a:pt x="102" y="41"/>
                </a:lnTo>
                <a:lnTo>
                  <a:pt x="103" y="50"/>
                </a:lnTo>
                <a:lnTo>
                  <a:pt x="102" y="60"/>
                </a:lnTo>
                <a:lnTo>
                  <a:pt x="98" y="70"/>
                </a:lnTo>
                <a:lnTo>
                  <a:pt x="93" y="79"/>
                </a:lnTo>
                <a:lnTo>
                  <a:pt x="88" y="86"/>
                </a:lnTo>
                <a:lnTo>
                  <a:pt x="81" y="93"/>
                </a:lnTo>
                <a:lnTo>
                  <a:pt x="71" y="98"/>
                </a:lnTo>
                <a:lnTo>
                  <a:pt x="62" y="100"/>
                </a:lnTo>
                <a:lnTo>
                  <a:pt x="51" y="101"/>
                </a:lnTo>
                <a:lnTo>
                  <a:pt x="41" y="100"/>
                </a:lnTo>
                <a:lnTo>
                  <a:pt x="31" y="98"/>
                </a:lnTo>
                <a:lnTo>
                  <a:pt x="23" y="93"/>
                </a:lnTo>
                <a:lnTo>
                  <a:pt x="15" y="86"/>
                </a:lnTo>
                <a:lnTo>
                  <a:pt x="9" y="79"/>
                </a:lnTo>
                <a:lnTo>
                  <a:pt x="4" y="70"/>
                </a:lnTo>
                <a:lnTo>
                  <a:pt x="1" y="60"/>
                </a:lnTo>
                <a:lnTo>
                  <a:pt x="0" y="50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70" name="Freeform 275"/>
          <p:cNvSpPr>
            <a:spLocks/>
          </p:cNvSpPr>
          <p:nvPr/>
        </p:nvSpPr>
        <p:spPr bwMode="auto">
          <a:xfrm>
            <a:off x="6874290" y="5377703"/>
            <a:ext cx="45192" cy="39332"/>
          </a:xfrm>
          <a:custGeom>
            <a:avLst/>
            <a:gdLst>
              <a:gd name="T0" fmla="*/ 0 w 103"/>
              <a:gd name="T1" fmla="*/ 13452305 h 101"/>
              <a:gd name="T2" fmla="*/ 290762 w 103"/>
              <a:gd name="T3" fmla="*/ 11030527 h 101"/>
              <a:gd name="T4" fmla="*/ 1454887 w 103"/>
              <a:gd name="T5" fmla="*/ 8071383 h 101"/>
              <a:gd name="T6" fmla="*/ 2909775 w 103"/>
              <a:gd name="T7" fmla="*/ 5918807 h 101"/>
              <a:gd name="T8" fmla="*/ 4655964 w 103"/>
              <a:gd name="T9" fmla="*/ 4035432 h 101"/>
              <a:gd name="T10" fmla="*/ 6692914 w 103"/>
              <a:gd name="T11" fmla="*/ 2152576 h 101"/>
              <a:gd name="T12" fmla="*/ 9311927 w 103"/>
              <a:gd name="T13" fmla="*/ 807086 h 101"/>
              <a:gd name="T14" fmla="*/ 11930940 w 103"/>
              <a:gd name="T15" fmla="*/ 269202 h 101"/>
              <a:gd name="T16" fmla="*/ 15132017 w 103"/>
              <a:gd name="T17" fmla="*/ 0 h 101"/>
              <a:gd name="T18" fmla="*/ 18042331 w 103"/>
              <a:gd name="T19" fmla="*/ 269202 h 101"/>
              <a:gd name="T20" fmla="*/ 20952106 w 103"/>
              <a:gd name="T21" fmla="*/ 807086 h 101"/>
              <a:gd name="T22" fmla="*/ 23280358 w 103"/>
              <a:gd name="T23" fmla="*/ 2152576 h 101"/>
              <a:gd name="T24" fmla="*/ 25608070 w 103"/>
              <a:gd name="T25" fmla="*/ 4035432 h 101"/>
              <a:gd name="T26" fmla="*/ 27354258 w 103"/>
              <a:gd name="T27" fmla="*/ 5918807 h 101"/>
              <a:gd name="T28" fmla="*/ 28809146 w 103"/>
              <a:gd name="T29" fmla="*/ 8071383 h 101"/>
              <a:gd name="T30" fmla="*/ 29682510 w 103"/>
              <a:gd name="T31" fmla="*/ 11030527 h 101"/>
              <a:gd name="T32" fmla="*/ 29973272 w 103"/>
              <a:gd name="T33" fmla="*/ 13452305 h 101"/>
              <a:gd name="T34" fmla="*/ 29973272 w 103"/>
              <a:gd name="T35" fmla="*/ 13452305 h 101"/>
              <a:gd name="T36" fmla="*/ 29682510 w 103"/>
              <a:gd name="T37" fmla="*/ 16142766 h 101"/>
              <a:gd name="T38" fmla="*/ 28809146 w 103"/>
              <a:gd name="T39" fmla="*/ 18833227 h 101"/>
              <a:gd name="T40" fmla="*/ 27354258 w 103"/>
              <a:gd name="T41" fmla="*/ 21254486 h 101"/>
              <a:gd name="T42" fmla="*/ 25608070 w 103"/>
              <a:gd name="T43" fmla="*/ 23137860 h 101"/>
              <a:gd name="T44" fmla="*/ 23280358 w 103"/>
              <a:gd name="T45" fmla="*/ 25020716 h 101"/>
              <a:gd name="T46" fmla="*/ 20952106 w 103"/>
              <a:gd name="T47" fmla="*/ 26366206 h 101"/>
              <a:gd name="T48" fmla="*/ 18042331 w 103"/>
              <a:gd name="T49" fmla="*/ 26904091 h 101"/>
              <a:gd name="T50" fmla="*/ 15132017 w 103"/>
              <a:gd name="T51" fmla="*/ 27173293 h 101"/>
              <a:gd name="T52" fmla="*/ 11930940 w 103"/>
              <a:gd name="T53" fmla="*/ 26904091 h 101"/>
              <a:gd name="T54" fmla="*/ 9311927 w 103"/>
              <a:gd name="T55" fmla="*/ 26366206 h 101"/>
              <a:gd name="T56" fmla="*/ 6692914 w 103"/>
              <a:gd name="T57" fmla="*/ 25020716 h 101"/>
              <a:gd name="T58" fmla="*/ 4655964 w 103"/>
              <a:gd name="T59" fmla="*/ 23137860 h 101"/>
              <a:gd name="T60" fmla="*/ 2909775 w 103"/>
              <a:gd name="T61" fmla="*/ 21254486 h 101"/>
              <a:gd name="T62" fmla="*/ 1454887 w 103"/>
              <a:gd name="T63" fmla="*/ 18833227 h 101"/>
              <a:gd name="T64" fmla="*/ 290762 w 103"/>
              <a:gd name="T65" fmla="*/ 16142766 h 101"/>
              <a:gd name="T66" fmla="*/ 0 w 103"/>
              <a:gd name="T67" fmla="*/ 13452305 h 101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3"/>
              <a:gd name="T103" fmla="*/ 0 h 101"/>
              <a:gd name="T104" fmla="*/ 103 w 103"/>
              <a:gd name="T105" fmla="*/ 101 h 101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3" h="101">
                <a:moveTo>
                  <a:pt x="0" y="50"/>
                </a:moveTo>
                <a:lnTo>
                  <a:pt x="1" y="41"/>
                </a:lnTo>
                <a:lnTo>
                  <a:pt x="5" y="30"/>
                </a:lnTo>
                <a:lnTo>
                  <a:pt x="10" y="22"/>
                </a:lnTo>
                <a:lnTo>
                  <a:pt x="16" y="15"/>
                </a:lnTo>
                <a:lnTo>
                  <a:pt x="23" y="8"/>
                </a:lnTo>
                <a:lnTo>
                  <a:pt x="32" y="3"/>
                </a:lnTo>
                <a:lnTo>
                  <a:pt x="41" y="1"/>
                </a:lnTo>
                <a:lnTo>
                  <a:pt x="52" y="0"/>
                </a:lnTo>
                <a:lnTo>
                  <a:pt x="62" y="1"/>
                </a:lnTo>
                <a:lnTo>
                  <a:pt x="72" y="3"/>
                </a:lnTo>
                <a:lnTo>
                  <a:pt x="80" y="8"/>
                </a:lnTo>
                <a:lnTo>
                  <a:pt x="88" y="15"/>
                </a:lnTo>
                <a:lnTo>
                  <a:pt x="94" y="22"/>
                </a:lnTo>
                <a:lnTo>
                  <a:pt x="99" y="30"/>
                </a:lnTo>
                <a:lnTo>
                  <a:pt x="102" y="41"/>
                </a:lnTo>
                <a:lnTo>
                  <a:pt x="103" y="50"/>
                </a:lnTo>
                <a:lnTo>
                  <a:pt x="102" y="60"/>
                </a:lnTo>
                <a:lnTo>
                  <a:pt x="99" y="70"/>
                </a:lnTo>
                <a:lnTo>
                  <a:pt x="94" y="79"/>
                </a:lnTo>
                <a:lnTo>
                  <a:pt x="88" y="86"/>
                </a:lnTo>
                <a:lnTo>
                  <a:pt x="80" y="93"/>
                </a:lnTo>
                <a:lnTo>
                  <a:pt x="72" y="98"/>
                </a:lnTo>
                <a:lnTo>
                  <a:pt x="62" y="100"/>
                </a:lnTo>
                <a:lnTo>
                  <a:pt x="52" y="101"/>
                </a:lnTo>
                <a:lnTo>
                  <a:pt x="41" y="100"/>
                </a:lnTo>
                <a:lnTo>
                  <a:pt x="32" y="98"/>
                </a:lnTo>
                <a:lnTo>
                  <a:pt x="23" y="93"/>
                </a:lnTo>
                <a:lnTo>
                  <a:pt x="16" y="86"/>
                </a:lnTo>
                <a:lnTo>
                  <a:pt x="10" y="79"/>
                </a:lnTo>
                <a:lnTo>
                  <a:pt x="5" y="70"/>
                </a:lnTo>
                <a:lnTo>
                  <a:pt x="1" y="60"/>
                </a:lnTo>
                <a:lnTo>
                  <a:pt x="0" y="50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71" name="Freeform 276"/>
          <p:cNvSpPr>
            <a:spLocks/>
          </p:cNvSpPr>
          <p:nvPr/>
        </p:nvSpPr>
        <p:spPr bwMode="auto">
          <a:xfrm>
            <a:off x="6874290" y="5377703"/>
            <a:ext cx="45192" cy="39332"/>
          </a:xfrm>
          <a:custGeom>
            <a:avLst/>
            <a:gdLst>
              <a:gd name="T0" fmla="*/ 0 w 103"/>
              <a:gd name="T1" fmla="*/ 13452305 h 101"/>
              <a:gd name="T2" fmla="*/ 290762 w 103"/>
              <a:gd name="T3" fmla="*/ 11030527 h 101"/>
              <a:gd name="T4" fmla="*/ 1454887 w 103"/>
              <a:gd name="T5" fmla="*/ 8071383 h 101"/>
              <a:gd name="T6" fmla="*/ 2909775 w 103"/>
              <a:gd name="T7" fmla="*/ 5918807 h 101"/>
              <a:gd name="T8" fmla="*/ 4655964 w 103"/>
              <a:gd name="T9" fmla="*/ 4035432 h 101"/>
              <a:gd name="T10" fmla="*/ 6692914 w 103"/>
              <a:gd name="T11" fmla="*/ 2152576 h 101"/>
              <a:gd name="T12" fmla="*/ 9311927 w 103"/>
              <a:gd name="T13" fmla="*/ 807086 h 101"/>
              <a:gd name="T14" fmla="*/ 11930940 w 103"/>
              <a:gd name="T15" fmla="*/ 269202 h 101"/>
              <a:gd name="T16" fmla="*/ 15132017 w 103"/>
              <a:gd name="T17" fmla="*/ 0 h 101"/>
              <a:gd name="T18" fmla="*/ 18042331 w 103"/>
              <a:gd name="T19" fmla="*/ 269202 h 101"/>
              <a:gd name="T20" fmla="*/ 20952106 w 103"/>
              <a:gd name="T21" fmla="*/ 807086 h 101"/>
              <a:gd name="T22" fmla="*/ 23280358 w 103"/>
              <a:gd name="T23" fmla="*/ 2152576 h 101"/>
              <a:gd name="T24" fmla="*/ 25608070 w 103"/>
              <a:gd name="T25" fmla="*/ 4035432 h 101"/>
              <a:gd name="T26" fmla="*/ 27354258 w 103"/>
              <a:gd name="T27" fmla="*/ 5918807 h 101"/>
              <a:gd name="T28" fmla="*/ 28809146 w 103"/>
              <a:gd name="T29" fmla="*/ 8071383 h 101"/>
              <a:gd name="T30" fmla="*/ 29682510 w 103"/>
              <a:gd name="T31" fmla="*/ 11030527 h 101"/>
              <a:gd name="T32" fmla="*/ 29973272 w 103"/>
              <a:gd name="T33" fmla="*/ 13452305 h 101"/>
              <a:gd name="T34" fmla="*/ 29973272 w 103"/>
              <a:gd name="T35" fmla="*/ 13452305 h 101"/>
              <a:gd name="T36" fmla="*/ 29682510 w 103"/>
              <a:gd name="T37" fmla="*/ 16142766 h 101"/>
              <a:gd name="T38" fmla="*/ 28809146 w 103"/>
              <a:gd name="T39" fmla="*/ 18833227 h 101"/>
              <a:gd name="T40" fmla="*/ 27354258 w 103"/>
              <a:gd name="T41" fmla="*/ 21254486 h 101"/>
              <a:gd name="T42" fmla="*/ 25608070 w 103"/>
              <a:gd name="T43" fmla="*/ 23137860 h 101"/>
              <a:gd name="T44" fmla="*/ 23280358 w 103"/>
              <a:gd name="T45" fmla="*/ 25020716 h 101"/>
              <a:gd name="T46" fmla="*/ 20952106 w 103"/>
              <a:gd name="T47" fmla="*/ 26366206 h 101"/>
              <a:gd name="T48" fmla="*/ 18042331 w 103"/>
              <a:gd name="T49" fmla="*/ 26904091 h 101"/>
              <a:gd name="T50" fmla="*/ 15132017 w 103"/>
              <a:gd name="T51" fmla="*/ 27173293 h 101"/>
              <a:gd name="T52" fmla="*/ 11930940 w 103"/>
              <a:gd name="T53" fmla="*/ 26904091 h 101"/>
              <a:gd name="T54" fmla="*/ 9311927 w 103"/>
              <a:gd name="T55" fmla="*/ 26366206 h 101"/>
              <a:gd name="T56" fmla="*/ 6692914 w 103"/>
              <a:gd name="T57" fmla="*/ 25020716 h 101"/>
              <a:gd name="T58" fmla="*/ 4655964 w 103"/>
              <a:gd name="T59" fmla="*/ 23137860 h 101"/>
              <a:gd name="T60" fmla="*/ 2909775 w 103"/>
              <a:gd name="T61" fmla="*/ 21254486 h 101"/>
              <a:gd name="T62" fmla="*/ 1454887 w 103"/>
              <a:gd name="T63" fmla="*/ 18833227 h 101"/>
              <a:gd name="T64" fmla="*/ 290762 w 103"/>
              <a:gd name="T65" fmla="*/ 16142766 h 101"/>
              <a:gd name="T66" fmla="*/ 0 w 103"/>
              <a:gd name="T67" fmla="*/ 13452305 h 101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3"/>
              <a:gd name="T103" fmla="*/ 0 h 101"/>
              <a:gd name="T104" fmla="*/ 103 w 103"/>
              <a:gd name="T105" fmla="*/ 101 h 101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3" h="101">
                <a:moveTo>
                  <a:pt x="0" y="50"/>
                </a:moveTo>
                <a:lnTo>
                  <a:pt x="1" y="41"/>
                </a:lnTo>
                <a:lnTo>
                  <a:pt x="5" y="30"/>
                </a:lnTo>
                <a:lnTo>
                  <a:pt x="10" y="22"/>
                </a:lnTo>
                <a:lnTo>
                  <a:pt x="16" y="15"/>
                </a:lnTo>
                <a:lnTo>
                  <a:pt x="23" y="8"/>
                </a:lnTo>
                <a:lnTo>
                  <a:pt x="32" y="3"/>
                </a:lnTo>
                <a:lnTo>
                  <a:pt x="41" y="1"/>
                </a:lnTo>
                <a:lnTo>
                  <a:pt x="52" y="0"/>
                </a:lnTo>
                <a:lnTo>
                  <a:pt x="62" y="1"/>
                </a:lnTo>
                <a:lnTo>
                  <a:pt x="72" y="3"/>
                </a:lnTo>
                <a:lnTo>
                  <a:pt x="80" y="8"/>
                </a:lnTo>
                <a:lnTo>
                  <a:pt x="88" y="15"/>
                </a:lnTo>
                <a:lnTo>
                  <a:pt x="94" y="22"/>
                </a:lnTo>
                <a:lnTo>
                  <a:pt x="99" y="30"/>
                </a:lnTo>
                <a:lnTo>
                  <a:pt x="102" y="41"/>
                </a:lnTo>
                <a:lnTo>
                  <a:pt x="103" y="50"/>
                </a:lnTo>
                <a:lnTo>
                  <a:pt x="102" y="60"/>
                </a:lnTo>
                <a:lnTo>
                  <a:pt x="99" y="70"/>
                </a:lnTo>
                <a:lnTo>
                  <a:pt x="94" y="79"/>
                </a:lnTo>
                <a:lnTo>
                  <a:pt x="88" y="86"/>
                </a:lnTo>
                <a:lnTo>
                  <a:pt x="80" y="93"/>
                </a:lnTo>
                <a:lnTo>
                  <a:pt x="72" y="98"/>
                </a:lnTo>
                <a:lnTo>
                  <a:pt x="62" y="100"/>
                </a:lnTo>
                <a:lnTo>
                  <a:pt x="52" y="101"/>
                </a:lnTo>
                <a:lnTo>
                  <a:pt x="41" y="100"/>
                </a:lnTo>
                <a:lnTo>
                  <a:pt x="32" y="98"/>
                </a:lnTo>
                <a:lnTo>
                  <a:pt x="23" y="93"/>
                </a:lnTo>
                <a:lnTo>
                  <a:pt x="16" y="86"/>
                </a:lnTo>
                <a:lnTo>
                  <a:pt x="10" y="79"/>
                </a:lnTo>
                <a:lnTo>
                  <a:pt x="5" y="70"/>
                </a:lnTo>
                <a:lnTo>
                  <a:pt x="1" y="60"/>
                </a:lnTo>
                <a:lnTo>
                  <a:pt x="0" y="50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72" name="Line 277"/>
          <p:cNvSpPr>
            <a:spLocks noChangeShapeType="1"/>
          </p:cNvSpPr>
          <p:nvPr/>
        </p:nvSpPr>
        <p:spPr bwMode="auto">
          <a:xfrm>
            <a:off x="6776159" y="5421801"/>
            <a:ext cx="126536" cy="0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73" name="Freeform 278"/>
          <p:cNvSpPr>
            <a:spLocks/>
          </p:cNvSpPr>
          <p:nvPr/>
        </p:nvSpPr>
        <p:spPr bwMode="auto">
          <a:xfrm>
            <a:off x="7375272" y="5377703"/>
            <a:ext cx="43901" cy="39332"/>
          </a:xfrm>
          <a:custGeom>
            <a:avLst/>
            <a:gdLst>
              <a:gd name="T0" fmla="*/ 0 w 102"/>
              <a:gd name="T1" fmla="*/ 13452305 h 101"/>
              <a:gd name="T2" fmla="*/ 279929 w 102"/>
              <a:gd name="T3" fmla="*/ 11030527 h 101"/>
              <a:gd name="T4" fmla="*/ 1120246 w 102"/>
              <a:gd name="T5" fmla="*/ 8071383 h 101"/>
              <a:gd name="T6" fmla="*/ 2239963 w 102"/>
              <a:gd name="T7" fmla="*/ 5918807 h 101"/>
              <a:gd name="T8" fmla="*/ 4199996 w 102"/>
              <a:gd name="T9" fmla="*/ 4035432 h 101"/>
              <a:gd name="T10" fmla="*/ 6160558 w 102"/>
              <a:gd name="T11" fmla="*/ 2152576 h 101"/>
              <a:gd name="T12" fmla="*/ 8960379 w 102"/>
              <a:gd name="T13" fmla="*/ 807086 h 101"/>
              <a:gd name="T14" fmla="*/ 11480800 w 102"/>
              <a:gd name="T15" fmla="*/ 269202 h 101"/>
              <a:gd name="T16" fmla="*/ 14561079 w 102"/>
              <a:gd name="T17" fmla="*/ 0 h 101"/>
              <a:gd name="T18" fmla="*/ 17360900 w 102"/>
              <a:gd name="T19" fmla="*/ 269202 h 101"/>
              <a:gd name="T20" fmla="*/ 20161250 w 102"/>
              <a:gd name="T21" fmla="*/ 807086 h 101"/>
              <a:gd name="T22" fmla="*/ 22401213 w 102"/>
              <a:gd name="T23" fmla="*/ 2152576 h 101"/>
              <a:gd name="T24" fmla="*/ 24641704 w 102"/>
              <a:gd name="T25" fmla="*/ 4035432 h 101"/>
              <a:gd name="T26" fmla="*/ 26321808 w 102"/>
              <a:gd name="T27" fmla="*/ 5918807 h 101"/>
              <a:gd name="T28" fmla="*/ 27721983 w 102"/>
              <a:gd name="T29" fmla="*/ 8071383 h 101"/>
              <a:gd name="T30" fmla="*/ 28281842 w 102"/>
              <a:gd name="T31" fmla="*/ 11030527 h 101"/>
              <a:gd name="T32" fmla="*/ 28561771 w 102"/>
              <a:gd name="T33" fmla="*/ 13452305 h 101"/>
              <a:gd name="T34" fmla="*/ 28561771 w 102"/>
              <a:gd name="T35" fmla="*/ 13452305 h 101"/>
              <a:gd name="T36" fmla="*/ 28281842 w 102"/>
              <a:gd name="T37" fmla="*/ 16142766 h 101"/>
              <a:gd name="T38" fmla="*/ 27721983 w 102"/>
              <a:gd name="T39" fmla="*/ 18833227 h 101"/>
              <a:gd name="T40" fmla="*/ 26321808 w 102"/>
              <a:gd name="T41" fmla="*/ 21254486 h 101"/>
              <a:gd name="T42" fmla="*/ 24641704 w 102"/>
              <a:gd name="T43" fmla="*/ 23137860 h 101"/>
              <a:gd name="T44" fmla="*/ 22401213 w 102"/>
              <a:gd name="T45" fmla="*/ 25020716 h 101"/>
              <a:gd name="T46" fmla="*/ 20161250 w 102"/>
              <a:gd name="T47" fmla="*/ 26366206 h 101"/>
              <a:gd name="T48" fmla="*/ 17360900 w 102"/>
              <a:gd name="T49" fmla="*/ 26904091 h 101"/>
              <a:gd name="T50" fmla="*/ 14561079 w 102"/>
              <a:gd name="T51" fmla="*/ 27173293 h 101"/>
              <a:gd name="T52" fmla="*/ 11480800 w 102"/>
              <a:gd name="T53" fmla="*/ 26904091 h 101"/>
              <a:gd name="T54" fmla="*/ 8960379 w 102"/>
              <a:gd name="T55" fmla="*/ 26366206 h 101"/>
              <a:gd name="T56" fmla="*/ 6160558 w 102"/>
              <a:gd name="T57" fmla="*/ 25020716 h 101"/>
              <a:gd name="T58" fmla="*/ 4199996 w 102"/>
              <a:gd name="T59" fmla="*/ 23137860 h 101"/>
              <a:gd name="T60" fmla="*/ 2239963 w 102"/>
              <a:gd name="T61" fmla="*/ 21254486 h 101"/>
              <a:gd name="T62" fmla="*/ 1120246 w 102"/>
              <a:gd name="T63" fmla="*/ 18833227 h 101"/>
              <a:gd name="T64" fmla="*/ 279929 w 102"/>
              <a:gd name="T65" fmla="*/ 16142766 h 101"/>
              <a:gd name="T66" fmla="*/ 0 w 102"/>
              <a:gd name="T67" fmla="*/ 13452305 h 101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1"/>
              <a:gd name="T104" fmla="*/ 102 w 102"/>
              <a:gd name="T105" fmla="*/ 101 h 101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1">
                <a:moveTo>
                  <a:pt x="0" y="50"/>
                </a:moveTo>
                <a:lnTo>
                  <a:pt x="1" y="41"/>
                </a:lnTo>
                <a:lnTo>
                  <a:pt x="4" y="30"/>
                </a:lnTo>
                <a:lnTo>
                  <a:pt x="8" y="22"/>
                </a:lnTo>
                <a:lnTo>
                  <a:pt x="15" y="15"/>
                </a:lnTo>
                <a:lnTo>
                  <a:pt x="22" y="8"/>
                </a:lnTo>
                <a:lnTo>
                  <a:pt x="32" y="3"/>
                </a:lnTo>
                <a:lnTo>
                  <a:pt x="41" y="1"/>
                </a:lnTo>
                <a:lnTo>
                  <a:pt x="52" y="0"/>
                </a:lnTo>
                <a:lnTo>
                  <a:pt x="62" y="1"/>
                </a:lnTo>
                <a:lnTo>
                  <a:pt x="72" y="3"/>
                </a:lnTo>
                <a:lnTo>
                  <a:pt x="80" y="8"/>
                </a:lnTo>
                <a:lnTo>
                  <a:pt x="88" y="15"/>
                </a:lnTo>
                <a:lnTo>
                  <a:pt x="94" y="22"/>
                </a:lnTo>
                <a:lnTo>
                  <a:pt x="99" y="30"/>
                </a:lnTo>
                <a:lnTo>
                  <a:pt x="101" y="41"/>
                </a:lnTo>
                <a:lnTo>
                  <a:pt x="102" y="50"/>
                </a:lnTo>
                <a:lnTo>
                  <a:pt x="101" y="60"/>
                </a:lnTo>
                <a:lnTo>
                  <a:pt x="99" y="70"/>
                </a:lnTo>
                <a:lnTo>
                  <a:pt x="94" y="79"/>
                </a:lnTo>
                <a:lnTo>
                  <a:pt x="88" y="86"/>
                </a:lnTo>
                <a:lnTo>
                  <a:pt x="80" y="93"/>
                </a:lnTo>
                <a:lnTo>
                  <a:pt x="72" y="98"/>
                </a:lnTo>
                <a:lnTo>
                  <a:pt x="62" y="100"/>
                </a:lnTo>
                <a:lnTo>
                  <a:pt x="52" y="101"/>
                </a:lnTo>
                <a:lnTo>
                  <a:pt x="41" y="100"/>
                </a:lnTo>
                <a:lnTo>
                  <a:pt x="32" y="98"/>
                </a:lnTo>
                <a:lnTo>
                  <a:pt x="22" y="93"/>
                </a:lnTo>
                <a:lnTo>
                  <a:pt x="15" y="86"/>
                </a:lnTo>
                <a:lnTo>
                  <a:pt x="8" y="79"/>
                </a:lnTo>
                <a:lnTo>
                  <a:pt x="4" y="70"/>
                </a:lnTo>
                <a:lnTo>
                  <a:pt x="1" y="60"/>
                </a:lnTo>
                <a:lnTo>
                  <a:pt x="0" y="50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74" name="Freeform 279"/>
          <p:cNvSpPr>
            <a:spLocks/>
          </p:cNvSpPr>
          <p:nvPr/>
        </p:nvSpPr>
        <p:spPr bwMode="auto">
          <a:xfrm>
            <a:off x="7375272" y="5377703"/>
            <a:ext cx="43901" cy="39332"/>
          </a:xfrm>
          <a:custGeom>
            <a:avLst/>
            <a:gdLst>
              <a:gd name="T0" fmla="*/ 0 w 102"/>
              <a:gd name="T1" fmla="*/ 13452305 h 101"/>
              <a:gd name="T2" fmla="*/ 279929 w 102"/>
              <a:gd name="T3" fmla="*/ 11030527 h 101"/>
              <a:gd name="T4" fmla="*/ 1120246 w 102"/>
              <a:gd name="T5" fmla="*/ 8071383 h 101"/>
              <a:gd name="T6" fmla="*/ 2239963 w 102"/>
              <a:gd name="T7" fmla="*/ 5918807 h 101"/>
              <a:gd name="T8" fmla="*/ 4199996 w 102"/>
              <a:gd name="T9" fmla="*/ 4035432 h 101"/>
              <a:gd name="T10" fmla="*/ 6160558 w 102"/>
              <a:gd name="T11" fmla="*/ 2152576 h 101"/>
              <a:gd name="T12" fmla="*/ 8960379 w 102"/>
              <a:gd name="T13" fmla="*/ 807086 h 101"/>
              <a:gd name="T14" fmla="*/ 11480800 w 102"/>
              <a:gd name="T15" fmla="*/ 269202 h 101"/>
              <a:gd name="T16" fmla="*/ 14561079 w 102"/>
              <a:gd name="T17" fmla="*/ 0 h 101"/>
              <a:gd name="T18" fmla="*/ 17360900 w 102"/>
              <a:gd name="T19" fmla="*/ 269202 h 101"/>
              <a:gd name="T20" fmla="*/ 20161250 w 102"/>
              <a:gd name="T21" fmla="*/ 807086 h 101"/>
              <a:gd name="T22" fmla="*/ 22401213 w 102"/>
              <a:gd name="T23" fmla="*/ 2152576 h 101"/>
              <a:gd name="T24" fmla="*/ 24641704 w 102"/>
              <a:gd name="T25" fmla="*/ 4035432 h 101"/>
              <a:gd name="T26" fmla="*/ 26321808 w 102"/>
              <a:gd name="T27" fmla="*/ 5918807 h 101"/>
              <a:gd name="T28" fmla="*/ 27721983 w 102"/>
              <a:gd name="T29" fmla="*/ 8071383 h 101"/>
              <a:gd name="T30" fmla="*/ 28281842 w 102"/>
              <a:gd name="T31" fmla="*/ 11030527 h 101"/>
              <a:gd name="T32" fmla="*/ 28561771 w 102"/>
              <a:gd name="T33" fmla="*/ 13452305 h 101"/>
              <a:gd name="T34" fmla="*/ 28561771 w 102"/>
              <a:gd name="T35" fmla="*/ 13452305 h 101"/>
              <a:gd name="T36" fmla="*/ 28281842 w 102"/>
              <a:gd name="T37" fmla="*/ 16142766 h 101"/>
              <a:gd name="T38" fmla="*/ 27721983 w 102"/>
              <a:gd name="T39" fmla="*/ 18833227 h 101"/>
              <a:gd name="T40" fmla="*/ 26321808 w 102"/>
              <a:gd name="T41" fmla="*/ 21254486 h 101"/>
              <a:gd name="T42" fmla="*/ 24641704 w 102"/>
              <a:gd name="T43" fmla="*/ 23137860 h 101"/>
              <a:gd name="T44" fmla="*/ 22401213 w 102"/>
              <a:gd name="T45" fmla="*/ 25020716 h 101"/>
              <a:gd name="T46" fmla="*/ 20161250 w 102"/>
              <a:gd name="T47" fmla="*/ 26366206 h 101"/>
              <a:gd name="T48" fmla="*/ 17360900 w 102"/>
              <a:gd name="T49" fmla="*/ 26904091 h 101"/>
              <a:gd name="T50" fmla="*/ 14561079 w 102"/>
              <a:gd name="T51" fmla="*/ 27173293 h 101"/>
              <a:gd name="T52" fmla="*/ 11480800 w 102"/>
              <a:gd name="T53" fmla="*/ 26904091 h 101"/>
              <a:gd name="T54" fmla="*/ 8960379 w 102"/>
              <a:gd name="T55" fmla="*/ 26366206 h 101"/>
              <a:gd name="T56" fmla="*/ 6160558 w 102"/>
              <a:gd name="T57" fmla="*/ 25020716 h 101"/>
              <a:gd name="T58" fmla="*/ 4199996 w 102"/>
              <a:gd name="T59" fmla="*/ 23137860 h 101"/>
              <a:gd name="T60" fmla="*/ 2239963 w 102"/>
              <a:gd name="T61" fmla="*/ 21254486 h 101"/>
              <a:gd name="T62" fmla="*/ 1120246 w 102"/>
              <a:gd name="T63" fmla="*/ 18833227 h 101"/>
              <a:gd name="T64" fmla="*/ 279929 w 102"/>
              <a:gd name="T65" fmla="*/ 16142766 h 101"/>
              <a:gd name="T66" fmla="*/ 0 w 102"/>
              <a:gd name="T67" fmla="*/ 13452305 h 101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1"/>
              <a:gd name="T104" fmla="*/ 102 w 102"/>
              <a:gd name="T105" fmla="*/ 101 h 101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1">
                <a:moveTo>
                  <a:pt x="0" y="50"/>
                </a:moveTo>
                <a:lnTo>
                  <a:pt x="1" y="41"/>
                </a:lnTo>
                <a:lnTo>
                  <a:pt x="4" y="30"/>
                </a:lnTo>
                <a:lnTo>
                  <a:pt x="8" y="22"/>
                </a:lnTo>
                <a:lnTo>
                  <a:pt x="15" y="15"/>
                </a:lnTo>
                <a:lnTo>
                  <a:pt x="22" y="8"/>
                </a:lnTo>
                <a:lnTo>
                  <a:pt x="32" y="3"/>
                </a:lnTo>
                <a:lnTo>
                  <a:pt x="41" y="1"/>
                </a:lnTo>
                <a:lnTo>
                  <a:pt x="52" y="0"/>
                </a:lnTo>
                <a:lnTo>
                  <a:pt x="62" y="1"/>
                </a:lnTo>
                <a:lnTo>
                  <a:pt x="72" y="3"/>
                </a:lnTo>
                <a:lnTo>
                  <a:pt x="80" y="8"/>
                </a:lnTo>
                <a:lnTo>
                  <a:pt x="88" y="15"/>
                </a:lnTo>
                <a:lnTo>
                  <a:pt x="94" y="22"/>
                </a:lnTo>
                <a:lnTo>
                  <a:pt x="99" y="30"/>
                </a:lnTo>
                <a:lnTo>
                  <a:pt x="101" y="41"/>
                </a:lnTo>
                <a:lnTo>
                  <a:pt x="102" y="50"/>
                </a:lnTo>
                <a:lnTo>
                  <a:pt x="101" y="60"/>
                </a:lnTo>
                <a:lnTo>
                  <a:pt x="99" y="70"/>
                </a:lnTo>
                <a:lnTo>
                  <a:pt x="94" y="79"/>
                </a:lnTo>
                <a:lnTo>
                  <a:pt x="88" y="86"/>
                </a:lnTo>
                <a:lnTo>
                  <a:pt x="80" y="93"/>
                </a:lnTo>
                <a:lnTo>
                  <a:pt x="72" y="98"/>
                </a:lnTo>
                <a:lnTo>
                  <a:pt x="62" y="100"/>
                </a:lnTo>
                <a:lnTo>
                  <a:pt x="52" y="101"/>
                </a:lnTo>
                <a:lnTo>
                  <a:pt x="41" y="100"/>
                </a:lnTo>
                <a:lnTo>
                  <a:pt x="32" y="98"/>
                </a:lnTo>
                <a:lnTo>
                  <a:pt x="22" y="93"/>
                </a:lnTo>
                <a:lnTo>
                  <a:pt x="15" y="86"/>
                </a:lnTo>
                <a:lnTo>
                  <a:pt x="8" y="79"/>
                </a:lnTo>
                <a:lnTo>
                  <a:pt x="4" y="70"/>
                </a:lnTo>
                <a:lnTo>
                  <a:pt x="1" y="60"/>
                </a:lnTo>
                <a:lnTo>
                  <a:pt x="0" y="50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75" name="Freeform 280"/>
          <p:cNvSpPr>
            <a:spLocks/>
          </p:cNvSpPr>
          <p:nvPr/>
        </p:nvSpPr>
        <p:spPr bwMode="auto">
          <a:xfrm>
            <a:off x="7485024" y="5377703"/>
            <a:ext cx="43901" cy="39332"/>
          </a:xfrm>
          <a:custGeom>
            <a:avLst/>
            <a:gdLst>
              <a:gd name="T0" fmla="*/ 0 w 102"/>
              <a:gd name="T1" fmla="*/ 13452305 h 101"/>
              <a:gd name="T2" fmla="*/ 279929 w 102"/>
              <a:gd name="T3" fmla="*/ 11030527 h 101"/>
              <a:gd name="T4" fmla="*/ 840317 w 102"/>
              <a:gd name="T5" fmla="*/ 8071383 h 101"/>
              <a:gd name="T6" fmla="*/ 2239963 w 102"/>
              <a:gd name="T7" fmla="*/ 5918807 h 101"/>
              <a:gd name="T8" fmla="*/ 4199996 w 102"/>
              <a:gd name="T9" fmla="*/ 4035432 h 101"/>
              <a:gd name="T10" fmla="*/ 6160558 w 102"/>
              <a:gd name="T11" fmla="*/ 2152576 h 101"/>
              <a:gd name="T12" fmla="*/ 8400521 w 102"/>
              <a:gd name="T13" fmla="*/ 807086 h 101"/>
              <a:gd name="T14" fmla="*/ 11480800 w 102"/>
              <a:gd name="T15" fmla="*/ 269202 h 101"/>
              <a:gd name="T16" fmla="*/ 14000692 w 102"/>
              <a:gd name="T17" fmla="*/ 0 h 101"/>
              <a:gd name="T18" fmla="*/ 17080971 w 102"/>
              <a:gd name="T19" fmla="*/ 269202 h 101"/>
              <a:gd name="T20" fmla="*/ 19601392 w 102"/>
              <a:gd name="T21" fmla="*/ 807086 h 101"/>
              <a:gd name="T22" fmla="*/ 22121283 w 102"/>
              <a:gd name="T23" fmla="*/ 2152576 h 101"/>
              <a:gd name="T24" fmla="*/ 24081317 w 102"/>
              <a:gd name="T25" fmla="*/ 4035432 h 101"/>
              <a:gd name="T26" fmla="*/ 26041879 w 102"/>
              <a:gd name="T27" fmla="*/ 5918807 h 101"/>
              <a:gd name="T28" fmla="*/ 27441525 w 102"/>
              <a:gd name="T29" fmla="*/ 8071383 h 101"/>
              <a:gd name="T30" fmla="*/ 28001912 w 102"/>
              <a:gd name="T31" fmla="*/ 11030527 h 101"/>
              <a:gd name="T32" fmla="*/ 28561771 w 102"/>
              <a:gd name="T33" fmla="*/ 13452305 h 101"/>
              <a:gd name="T34" fmla="*/ 28561771 w 102"/>
              <a:gd name="T35" fmla="*/ 13452305 h 101"/>
              <a:gd name="T36" fmla="*/ 28001912 w 102"/>
              <a:gd name="T37" fmla="*/ 16142766 h 101"/>
              <a:gd name="T38" fmla="*/ 27441525 w 102"/>
              <a:gd name="T39" fmla="*/ 18833227 h 101"/>
              <a:gd name="T40" fmla="*/ 26041879 w 102"/>
              <a:gd name="T41" fmla="*/ 21254486 h 101"/>
              <a:gd name="T42" fmla="*/ 24081317 w 102"/>
              <a:gd name="T43" fmla="*/ 23137860 h 101"/>
              <a:gd name="T44" fmla="*/ 22121283 w 102"/>
              <a:gd name="T45" fmla="*/ 25020716 h 101"/>
              <a:gd name="T46" fmla="*/ 19601392 w 102"/>
              <a:gd name="T47" fmla="*/ 26366206 h 101"/>
              <a:gd name="T48" fmla="*/ 17080971 w 102"/>
              <a:gd name="T49" fmla="*/ 26904091 h 101"/>
              <a:gd name="T50" fmla="*/ 14000692 w 102"/>
              <a:gd name="T51" fmla="*/ 27173293 h 101"/>
              <a:gd name="T52" fmla="*/ 11480800 w 102"/>
              <a:gd name="T53" fmla="*/ 26904091 h 101"/>
              <a:gd name="T54" fmla="*/ 8400521 w 102"/>
              <a:gd name="T55" fmla="*/ 26366206 h 101"/>
              <a:gd name="T56" fmla="*/ 6160558 w 102"/>
              <a:gd name="T57" fmla="*/ 25020716 h 101"/>
              <a:gd name="T58" fmla="*/ 4199996 w 102"/>
              <a:gd name="T59" fmla="*/ 23137860 h 101"/>
              <a:gd name="T60" fmla="*/ 2239963 w 102"/>
              <a:gd name="T61" fmla="*/ 21254486 h 101"/>
              <a:gd name="T62" fmla="*/ 840317 w 102"/>
              <a:gd name="T63" fmla="*/ 18833227 h 101"/>
              <a:gd name="T64" fmla="*/ 279929 w 102"/>
              <a:gd name="T65" fmla="*/ 16142766 h 101"/>
              <a:gd name="T66" fmla="*/ 0 w 102"/>
              <a:gd name="T67" fmla="*/ 13452305 h 101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1"/>
              <a:gd name="T104" fmla="*/ 102 w 102"/>
              <a:gd name="T105" fmla="*/ 101 h 101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1">
                <a:moveTo>
                  <a:pt x="0" y="50"/>
                </a:moveTo>
                <a:lnTo>
                  <a:pt x="1" y="41"/>
                </a:lnTo>
                <a:lnTo>
                  <a:pt x="3" y="30"/>
                </a:lnTo>
                <a:lnTo>
                  <a:pt x="8" y="22"/>
                </a:lnTo>
                <a:lnTo>
                  <a:pt x="15" y="15"/>
                </a:lnTo>
                <a:lnTo>
                  <a:pt x="22" y="8"/>
                </a:lnTo>
                <a:lnTo>
                  <a:pt x="30" y="3"/>
                </a:lnTo>
                <a:lnTo>
                  <a:pt x="41" y="1"/>
                </a:lnTo>
                <a:lnTo>
                  <a:pt x="50" y="0"/>
                </a:lnTo>
                <a:lnTo>
                  <a:pt x="61" y="1"/>
                </a:lnTo>
                <a:lnTo>
                  <a:pt x="70" y="3"/>
                </a:lnTo>
                <a:lnTo>
                  <a:pt x="79" y="8"/>
                </a:lnTo>
                <a:lnTo>
                  <a:pt x="86" y="15"/>
                </a:lnTo>
                <a:lnTo>
                  <a:pt x="93" y="22"/>
                </a:lnTo>
                <a:lnTo>
                  <a:pt x="98" y="30"/>
                </a:lnTo>
                <a:lnTo>
                  <a:pt x="100" y="41"/>
                </a:lnTo>
                <a:lnTo>
                  <a:pt x="102" y="50"/>
                </a:lnTo>
                <a:lnTo>
                  <a:pt x="100" y="60"/>
                </a:lnTo>
                <a:lnTo>
                  <a:pt x="98" y="70"/>
                </a:lnTo>
                <a:lnTo>
                  <a:pt x="93" y="79"/>
                </a:lnTo>
                <a:lnTo>
                  <a:pt x="86" y="86"/>
                </a:lnTo>
                <a:lnTo>
                  <a:pt x="79" y="93"/>
                </a:lnTo>
                <a:lnTo>
                  <a:pt x="70" y="98"/>
                </a:lnTo>
                <a:lnTo>
                  <a:pt x="61" y="100"/>
                </a:lnTo>
                <a:lnTo>
                  <a:pt x="50" y="101"/>
                </a:lnTo>
                <a:lnTo>
                  <a:pt x="41" y="100"/>
                </a:lnTo>
                <a:lnTo>
                  <a:pt x="30" y="98"/>
                </a:lnTo>
                <a:lnTo>
                  <a:pt x="22" y="93"/>
                </a:lnTo>
                <a:lnTo>
                  <a:pt x="15" y="86"/>
                </a:lnTo>
                <a:lnTo>
                  <a:pt x="8" y="79"/>
                </a:lnTo>
                <a:lnTo>
                  <a:pt x="3" y="70"/>
                </a:lnTo>
                <a:lnTo>
                  <a:pt x="1" y="60"/>
                </a:lnTo>
                <a:lnTo>
                  <a:pt x="0" y="50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76" name="Freeform 281"/>
          <p:cNvSpPr>
            <a:spLocks/>
          </p:cNvSpPr>
          <p:nvPr/>
        </p:nvSpPr>
        <p:spPr bwMode="auto">
          <a:xfrm>
            <a:off x="7485024" y="5377703"/>
            <a:ext cx="43901" cy="39332"/>
          </a:xfrm>
          <a:custGeom>
            <a:avLst/>
            <a:gdLst>
              <a:gd name="T0" fmla="*/ 0 w 102"/>
              <a:gd name="T1" fmla="*/ 13452305 h 101"/>
              <a:gd name="T2" fmla="*/ 279929 w 102"/>
              <a:gd name="T3" fmla="*/ 11030527 h 101"/>
              <a:gd name="T4" fmla="*/ 840317 w 102"/>
              <a:gd name="T5" fmla="*/ 8071383 h 101"/>
              <a:gd name="T6" fmla="*/ 2239963 w 102"/>
              <a:gd name="T7" fmla="*/ 5918807 h 101"/>
              <a:gd name="T8" fmla="*/ 4199996 w 102"/>
              <a:gd name="T9" fmla="*/ 4035432 h 101"/>
              <a:gd name="T10" fmla="*/ 6160558 w 102"/>
              <a:gd name="T11" fmla="*/ 2152576 h 101"/>
              <a:gd name="T12" fmla="*/ 8400521 w 102"/>
              <a:gd name="T13" fmla="*/ 807086 h 101"/>
              <a:gd name="T14" fmla="*/ 11480800 w 102"/>
              <a:gd name="T15" fmla="*/ 269202 h 101"/>
              <a:gd name="T16" fmla="*/ 14000692 w 102"/>
              <a:gd name="T17" fmla="*/ 0 h 101"/>
              <a:gd name="T18" fmla="*/ 17080971 w 102"/>
              <a:gd name="T19" fmla="*/ 269202 h 101"/>
              <a:gd name="T20" fmla="*/ 19601392 w 102"/>
              <a:gd name="T21" fmla="*/ 807086 h 101"/>
              <a:gd name="T22" fmla="*/ 22121283 w 102"/>
              <a:gd name="T23" fmla="*/ 2152576 h 101"/>
              <a:gd name="T24" fmla="*/ 24081317 w 102"/>
              <a:gd name="T25" fmla="*/ 4035432 h 101"/>
              <a:gd name="T26" fmla="*/ 26041879 w 102"/>
              <a:gd name="T27" fmla="*/ 5918807 h 101"/>
              <a:gd name="T28" fmla="*/ 27441525 w 102"/>
              <a:gd name="T29" fmla="*/ 8071383 h 101"/>
              <a:gd name="T30" fmla="*/ 28001912 w 102"/>
              <a:gd name="T31" fmla="*/ 11030527 h 101"/>
              <a:gd name="T32" fmla="*/ 28561771 w 102"/>
              <a:gd name="T33" fmla="*/ 13452305 h 101"/>
              <a:gd name="T34" fmla="*/ 28561771 w 102"/>
              <a:gd name="T35" fmla="*/ 13452305 h 101"/>
              <a:gd name="T36" fmla="*/ 28001912 w 102"/>
              <a:gd name="T37" fmla="*/ 16142766 h 101"/>
              <a:gd name="T38" fmla="*/ 27441525 w 102"/>
              <a:gd name="T39" fmla="*/ 18833227 h 101"/>
              <a:gd name="T40" fmla="*/ 26041879 w 102"/>
              <a:gd name="T41" fmla="*/ 21254486 h 101"/>
              <a:gd name="T42" fmla="*/ 24081317 w 102"/>
              <a:gd name="T43" fmla="*/ 23137860 h 101"/>
              <a:gd name="T44" fmla="*/ 22121283 w 102"/>
              <a:gd name="T45" fmla="*/ 25020716 h 101"/>
              <a:gd name="T46" fmla="*/ 19601392 w 102"/>
              <a:gd name="T47" fmla="*/ 26366206 h 101"/>
              <a:gd name="T48" fmla="*/ 17080971 w 102"/>
              <a:gd name="T49" fmla="*/ 26904091 h 101"/>
              <a:gd name="T50" fmla="*/ 14000692 w 102"/>
              <a:gd name="T51" fmla="*/ 27173293 h 101"/>
              <a:gd name="T52" fmla="*/ 11480800 w 102"/>
              <a:gd name="T53" fmla="*/ 26904091 h 101"/>
              <a:gd name="T54" fmla="*/ 8400521 w 102"/>
              <a:gd name="T55" fmla="*/ 26366206 h 101"/>
              <a:gd name="T56" fmla="*/ 6160558 w 102"/>
              <a:gd name="T57" fmla="*/ 25020716 h 101"/>
              <a:gd name="T58" fmla="*/ 4199996 w 102"/>
              <a:gd name="T59" fmla="*/ 23137860 h 101"/>
              <a:gd name="T60" fmla="*/ 2239963 w 102"/>
              <a:gd name="T61" fmla="*/ 21254486 h 101"/>
              <a:gd name="T62" fmla="*/ 840317 w 102"/>
              <a:gd name="T63" fmla="*/ 18833227 h 101"/>
              <a:gd name="T64" fmla="*/ 279929 w 102"/>
              <a:gd name="T65" fmla="*/ 16142766 h 101"/>
              <a:gd name="T66" fmla="*/ 0 w 102"/>
              <a:gd name="T67" fmla="*/ 13452305 h 101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1"/>
              <a:gd name="T104" fmla="*/ 102 w 102"/>
              <a:gd name="T105" fmla="*/ 101 h 101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1">
                <a:moveTo>
                  <a:pt x="0" y="50"/>
                </a:moveTo>
                <a:lnTo>
                  <a:pt x="1" y="41"/>
                </a:lnTo>
                <a:lnTo>
                  <a:pt x="3" y="30"/>
                </a:lnTo>
                <a:lnTo>
                  <a:pt x="8" y="22"/>
                </a:lnTo>
                <a:lnTo>
                  <a:pt x="15" y="15"/>
                </a:lnTo>
                <a:lnTo>
                  <a:pt x="22" y="8"/>
                </a:lnTo>
                <a:lnTo>
                  <a:pt x="30" y="3"/>
                </a:lnTo>
                <a:lnTo>
                  <a:pt x="41" y="1"/>
                </a:lnTo>
                <a:lnTo>
                  <a:pt x="50" y="0"/>
                </a:lnTo>
                <a:lnTo>
                  <a:pt x="61" y="1"/>
                </a:lnTo>
                <a:lnTo>
                  <a:pt x="70" y="3"/>
                </a:lnTo>
                <a:lnTo>
                  <a:pt x="79" y="8"/>
                </a:lnTo>
                <a:lnTo>
                  <a:pt x="86" y="15"/>
                </a:lnTo>
                <a:lnTo>
                  <a:pt x="93" y="22"/>
                </a:lnTo>
                <a:lnTo>
                  <a:pt x="98" y="30"/>
                </a:lnTo>
                <a:lnTo>
                  <a:pt x="100" y="41"/>
                </a:lnTo>
                <a:lnTo>
                  <a:pt x="102" y="50"/>
                </a:lnTo>
                <a:lnTo>
                  <a:pt x="100" y="60"/>
                </a:lnTo>
                <a:lnTo>
                  <a:pt x="98" y="70"/>
                </a:lnTo>
                <a:lnTo>
                  <a:pt x="93" y="79"/>
                </a:lnTo>
                <a:lnTo>
                  <a:pt x="86" y="86"/>
                </a:lnTo>
                <a:lnTo>
                  <a:pt x="79" y="93"/>
                </a:lnTo>
                <a:lnTo>
                  <a:pt x="70" y="98"/>
                </a:lnTo>
                <a:lnTo>
                  <a:pt x="61" y="100"/>
                </a:lnTo>
                <a:lnTo>
                  <a:pt x="50" y="101"/>
                </a:lnTo>
                <a:lnTo>
                  <a:pt x="41" y="100"/>
                </a:lnTo>
                <a:lnTo>
                  <a:pt x="30" y="98"/>
                </a:lnTo>
                <a:lnTo>
                  <a:pt x="22" y="93"/>
                </a:lnTo>
                <a:lnTo>
                  <a:pt x="15" y="86"/>
                </a:lnTo>
                <a:lnTo>
                  <a:pt x="8" y="79"/>
                </a:lnTo>
                <a:lnTo>
                  <a:pt x="3" y="70"/>
                </a:lnTo>
                <a:lnTo>
                  <a:pt x="1" y="60"/>
                </a:lnTo>
                <a:lnTo>
                  <a:pt x="0" y="50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77" name="Line 282"/>
          <p:cNvSpPr>
            <a:spLocks noChangeShapeType="1"/>
          </p:cNvSpPr>
          <p:nvPr/>
        </p:nvSpPr>
        <p:spPr bwMode="auto">
          <a:xfrm>
            <a:off x="7385600" y="5421801"/>
            <a:ext cx="132993" cy="0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78" name="Line 283"/>
          <p:cNvSpPr>
            <a:spLocks noChangeShapeType="1"/>
          </p:cNvSpPr>
          <p:nvPr/>
        </p:nvSpPr>
        <p:spPr bwMode="auto">
          <a:xfrm>
            <a:off x="7216455" y="3982028"/>
            <a:ext cx="0" cy="1414745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79" name="Freeform 284"/>
          <p:cNvSpPr>
            <a:spLocks/>
          </p:cNvSpPr>
          <p:nvPr/>
        </p:nvSpPr>
        <p:spPr bwMode="auto">
          <a:xfrm>
            <a:off x="7189340" y="5371743"/>
            <a:ext cx="54230" cy="51250"/>
          </a:xfrm>
          <a:custGeom>
            <a:avLst/>
            <a:gdLst>
              <a:gd name="T0" fmla="*/ 17364375 w 127"/>
              <a:gd name="T1" fmla="*/ 0 h 127"/>
              <a:gd name="T2" fmla="*/ 20947500 w 127"/>
              <a:gd name="T3" fmla="*/ 288635 h 127"/>
              <a:gd name="T4" fmla="*/ 24255000 w 127"/>
              <a:gd name="T5" fmla="*/ 1733425 h 127"/>
              <a:gd name="T6" fmla="*/ 27562500 w 127"/>
              <a:gd name="T7" fmla="*/ 2889041 h 127"/>
              <a:gd name="T8" fmla="*/ 30043125 w 127"/>
              <a:gd name="T9" fmla="*/ 5200274 h 127"/>
              <a:gd name="T10" fmla="*/ 31972500 w 127"/>
              <a:gd name="T11" fmla="*/ 8089316 h 127"/>
              <a:gd name="T12" fmla="*/ 33626250 w 127"/>
              <a:gd name="T13" fmla="*/ 10978357 h 127"/>
              <a:gd name="T14" fmla="*/ 34453125 w 127"/>
              <a:gd name="T15" fmla="*/ 14445207 h 127"/>
              <a:gd name="T16" fmla="*/ 35004375 w 127"/>
              <a:gd name="T17" fmla="*/ 18200692 h 127"/>
              <a:gd name="T18" fmla="*/ 34453125 w 127"/>
              <a:gd name="T19" fmla="*/ 21956714 h 127"/>
              <a:gd name="T20" fmla="*/ 33626250 w 127"/>
              <a:gd name="T21" fmla="*/ 25423564 h 127"/>
              <a:gd name="T22" fmla="*/ 31972500 w 127"/>
              <a:gd name="T23" fmla="*/ 28601241 h 127"/>
              <a:gd name="T24" fmla="*/ 30043125 w 127"/>
              <a:gd name="T25" fmla="*/ 31490282 h 127"/>
              <a:gd name="T26" fmla="*/ 27562500 w 127"/>
              <a:gd name="T27" fmla="*/ 33512880 h 127"/>
              <a:gd name="T28" fmla="*/ 24255000 w 127"/>
              <a:gd name="T29" fmla="*/ 34957131 h 127"/>
              <a:gd name="T30" fmla="*/ 20947500 w 127"/>
              <a:gd name="T31" fmla="*/ 36401921 h 127"/>
              <a:gd name="T32" fmla="*/ 17364375 w 127"/>
              <a:gd name="T33" fmla="*/ 36690556 h 127"/>
              <a:gd name="T34" fmla="*/ 17364375 w 127"/>
              <a:gd name="T35" fmla="*/ 36690556 h 127"/>
              <a:gd name="T36" fmla="*/ 13781250 w 127"/>
              <a:gd name="T37" fmla="*/ 36401921 h 127"/>
              <a:gd name="T38" fmla="*/ 10749375 w 127"/>
              <a:gd name="T39" fmla="*/ 34957131 h 127"/>
              <a:gd name="T40" fmla="*/ 7717500 w 127"/>
              <a:gd name="T41" fmla="*/ 33512880 h 127"/>
              <a:gd name="T42" fmla="*/ 5236875 w 127"/>
              <a:gd name="T43" fmla="*/ 31490282 h 127"/>
              <a:gd name="T44" fmla="*/ 3031875 w 127"/>
              <a:gd name="T45" fmla="*/ 28601241 h 127"/>
              <a:gd name="T46" fmla="*/ 1653750 w 127"/>
              <a:gd name="T47" fmla="*/ 25423564 h 127"/>
              <a:gd name="T48" fmla="*/ 275625 w 127"/>
              <a:gd name="T49" fmla="*/ 21956714 h 127"/>
              <a:gd name="T50" fmla="*/ 0 w 127"/>
              <a:gd name="T51" fmla="*/ 18200692 h 127"/>
              <a:gd name="T52" fmla="*/ 275625 w 127"/>
              <a:gd name="T53" fmla="*/ 14445207 h 127"/>
              <a:gd name="T54" fmla="*/ 1653750 w 127"/>
              <a:gd name="T55" fmla="*/ 10978357 h 127"/>
              <a:gd name="T56" fmla="*/ 3031875 w 127"/>
              <a:gd name="T57" fmla="*/ 8089316 h 127"/>
              <a:gd name="T58" fmla="*/ 5236875 w 127"/>
              <a:gd name="T59" fmla="*/ 5200274 h 127"/>
              <a:gd name="T60" fmla="*/ 7717500 w 127"/>
              <a:gd name="T61" fmla="*/ 2889041 h 127"/>
              <a:gd name="T62" fmla="*/ 10749375 w 127"/>
              <a:gd name="T63" fmla="*/ 1733425 h 127"/>
              <a:gd name="T64" fmla="*/ 13781250 w 127"/>
              <a:gd name="T65" fmla="*/ 288635 h 127"/>
              <a:gd name="T66" fmla="*/ 17364375 w 127"/>
              <a:gd name="T67" fmla="*/ 0 h 127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27"/>
              <a:gd name="T103" fmla="*/ 0 h 127"/>
              <a:gd name="T104" fmla="*/ 127 w 127"/>
              <a:gd name="T105" fmla="*/ 127 h 127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27" h="127">
                <a:moveTo>
                  <a:pt x="63" y="0"/>
                </a:moveTo>
                <a:lnTo>
                  <a:pt x="76" y="1"/>
                </a:lnTo>
                <a:lnTo>
                  <a:pt x="88" y="6"/>
                </a:lnTo>
                <a:lnTo>
                  <a:pt x="100" y="10"/>
                </a:lnTo>
                <a:lnTo>
                  <a:pt x="109" y="18"/>
                </a:lnTo>
                <a:lnTo>
                  <a:pt x="116" y="28"/>
                </a:lnTo>
                <a:lnTo>
                  <a:pt x="122" y="38"/>
                </a:lnTo>
                <a:lnTo>
                  <a:pt x="125" y="50"/>
                </a:lnTo>
                <a:lnTo>
                  <a:pt x="127" y="63"/>
                </a:lnTo>
                <a:lnTo>
                  <a:pt x="125" y="76"/>
                </a:lnTo>
                <a:lnTo>
                  <a:pt x="122" y="88"/>
                </a:lnTo>
                <a:lnTo>
                  <a:pt x="116" y="99"/>
                </a:lnTo>
                <a:lnTo>
                  <a:pt x="109" y="109"/>
                </a:lnTo>
                <a:lnTo>
                  <a:pt x="100" y="116"/>
                </a:lnTo>
                <a:lnTo>
                  <a:pt x="88" y="121"/>
                </a:lnTo>
                <a:lnTo>
                  <a:pt x="76" y="126"/>
                </a:lnTo>
                <a:lnTo>
                  <a:pt x="63" y="127"/>
                </a:lnTo>
                <a:lnTo>
                  <a:pt x="50" y="126"/>
                </a:lnTo>
                <a:lnTo>
                  <a:pt x="39" y="121"/>
                </a:lnTo>
                <a:lnTo>
                  <a:pt x="28" y="116"/>
                </a:lnTo>
                <a:lnTo>
                  <a:pt x="19" y="109"/>
                </a:lnTo>
                <a:lnTo>
                  <a:pt x="11" y="99"/>
                </a:lnTo>
                <a:lnTo>
                  <a:pt x="6" y="88"/>
                </a:lnTo>
                <a:lnTo>
                  <a:pt x="1" y="76"/>
                </a:lnTo>
                <a:lnTo>
                  <a:pt x="0" y="63"/>
                </a:lnTo>
                <a:lnTo>
                  <a:pt x="1" y="50"/>
                </a:lnTo>
                <a:lnTo>
                  <a:pt x="6" y="38"/>
                </a:lnTo>
                <a:lnTo>
                  <a:pt x="11" y="28"/>
                </a:lnTo>
                <a:lnTo>
                  <a:pt x="19" y="18"/>
                </a:lnTo>
                <a:lnTo>
                  <a:pt x="28" y="10"/>
                </a:lnTo>
                <a:lnTo>
                  <a:pt x="39" y="6"/>
                </a:lnTo>
                <a:lnTo>
                  <a:pt x="50" y="1"/>
                </a:lnTo>
                <a:lnTo>
                  <a:pt x="63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81" name="Line 286"/>
          <p:cNvSpPr>
            <a:spLocks noChangeShapeType="1"/>
          </p:cNvSpPr>
          <p:nvPr/>
        </p:nvSpPr>
        <p:spPr bwMode="auto">
          <a:xfrm flipH="1">
            <a:off x="8879506" y="5387236"/>
            <a:ext cx="362824" cy="0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82" name="Freeform 287"/>
          <p:cNvSpPr>
            <a:spLocks/>
          </p:cNvSpPr>
          <p:nvPr/>
        </p:nvSpPr>
        <p:spPr bwMode="auto">
          <a:xfrm>
            <a:off x="8703905" y="5366977"/>
            <a:ext cx="43901" cy="40524"/>
          </a:xfrm>
          <a:custGeom>
            <a:avLst/>
            <a:gdLst>
              <a:gd name="T0" fmla="*/ 0 w 102"/>
              <a:gd name="T1" fmla="*/ 14000692 h 102"/>
              <a:gd name="T2" fmla="*/ 559858 w 102"/>
              <a:gd name="T3" fmla="*/ 17080971 h 102"/>
              <a:gd name="T4" fmla="*/ 1120246 w 102"/>
              <a:gd name="T5" fmla="*/ 19601392 h 102"/>
              <a:gd name="T6" fmla="*/ 2520421 w 102"/>
              <a:gd name="T7" fmla="*/ 22121283 h 102"/>
              <a:gd name="T8" fmla="*/ 4480454 w 102"/>
              <a:gd name="T9" fmla="*/ 24081317 h 102"/>
              <a:gd name="T10" fmla="*/ 6440488 w 102"/>
              <a:gd name="T11" fmla="*/ 26041879 h 102"/>
              <a:gd name="T12" fmla="*/ 8960379 w 102"/>
              <a:gd name="T13" fmla="*/ 27441525 h 102"/>
              <a:gd name="T14" fmla="*/ 11480800 w 102"/>
              <a:gd name="T15" fmla="*/ 28281842 h 102"/>
              <a:gd name="T16" fmla="*/ 14561079 w 102"/>
              <a:gd name="T17" fmla="*/ 28561771 h 102"/>
              <a:gd name="T18" fmla="*/ 17640829 w 102"/>
              <a:gd name="T19" fmla="*/ 28281842 h 102"/>
              <a:gd name="T20" fmla="*/ 20161250 w 102"/>
              <a:gd name="T21" fmla="*/ 27441525 h 102"/>
              <a:gd name="T22" fmla="*/ 22401213 w 102"/>
              <a:gd name="T23" fmla="*/ 26041879 h 102"/>
              <a:gd name="T24" fmla="*/ 24641704 w 102"/>
              <a:gd name="T25" fmla="*/ 24081317 h 102"/>
              <a:gd name="T26" fmla="*/ 26321808 w 102"/>
              <a:gd name="T27" fmla="*/ 22121283 h 102"/>
              <a:gd name="T28" fmla="*/ 27721983 w 102"/>
              <a:gd name="T29" fmla="*/ 19601392 h 102"/>
              <a:gd name="T30" fmla="*/ 28281842 w 102"/>
              <a:gd name="T31" fmla="*/ 17080971 h 102"/>
              <a:gd name="T32" fmla="*/ 28561771 w 102"/>
              <a:gd name="T33" fmla="*/ 14000692 h 102"/>
              <a:gd name="T34" fmla="*/ 28561771 w 102"/>
              <a:gd name="T35" fmla="*/ 14000692 h 102"/>
              <a:gd name="T36" fmla="*/ 28281842 w 102"/>
              <a:gd name="T37" fmla="*/ 11480800 h 102"/>
              <a:gd name="T38" fmla="*/ 27721983 w 102"/>
              <a:gd name="T39" fmla="*/ 8400521 h 102"/>
              <a:gd name="T40" fmla="*/ 26321808 w 102"/>
              <a:gd name="T41" fmla="*/ 6160558 h 102"/>
              <a:gd name="T42" fmla="*/ 24641704 w 102"/>
              <a:gd name="T43" fmla="*/ 4199996 h 102"/>
              <a:gd name="T44" fmla="*/ 22401213 w 102"/>
              <a:gd name="T45" fmla="*/ 2239963 h 102"/>
              <a:gd name="T46" fmla="*/ 20161250 w 102"/>
              <a:gd name="T47" fmla="*/ 840317 h 102"/>
              <a:gd name="T48" fmla="*/ 17640829 w 102"/>
              <a:gd name="T49" fmla="*/ 279929 h 102"/>
              <a:gd name="T50" fmla="*/ 14561079 w 102"/>
              <a:gd name="T51" fmla="*/ 0 h 102"/>
              <a:gd name="T52" fmla="*/ 11480800 w 102"/>
              <a:gd name="T53" fmla="*/ 279929 h 102"/>
              <a:gd name="T54" fmla="*/ 8960379 w 102"/>
              <a:gd name="T55" fmla="*/ 840317 h 102"/>
              <a:gd name="T56" fmla="*/ 6440488 w 102"/>
              <a:gd name="T57" fmla="*/ 2239963 h 102"/>
              <a:gd name="T58" fmla="*/ 4480454 w 102"/>
              <a:gd name="T59" fmla="*/ 4199996 h 102"/>
              <a:gd name="T60" fmla="*/ 2520421 w 102"/>
              <a:gd name="T61" fmla="*/ 6160558 h 102"/>
              <a:gd name="T62" fmla="*/ 1120246 w 102"/>
              <a:gd name="T63" fmla="*/ 8400521 h 102"/>
              <a:gd name="T64" fmla="*/ 559858 w 102"/>
              <a:gd name="T65" fmla="*/ 11480800 h 102"/>
              <a:gd name="T66" fmla="*/ 0 w 102"/>
              <a:gd name="T67" fmla="*/ 14000692 h 10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2"/>
              <a:gd name="T104" fmla="*/ 102 w 102"/>
              <a:gd name="T105" fmla="*/ 102 h 102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2">
                <a:moveTo>
                  <a:pt x="0" y="50"/>
                </a:moveTo>
                <a:lnTo>
                  <a:pt x="2" y="61"/>
                </a:lnTo>
                <a:lnTo>
                  <a:pt x="4" y="70"/>
                </a:lnTo>
                <a:lnTo>
                  <a:pt x="9" y="79"/>
                </a:lnTo>
                <a:lnTo>
                  <a:pt x="16" y="86"/>
                </a:lnTo>
                <a:lnTo>
                  <a:pt x="23" y="93"/>
                </a:lnTo>
                <a:lnTo>
                  <a:pt x="32" y="98"/>
                </a:lnTo>
                <a:lnTo>
                  <a:pt x="41" y="101"/>
                </a:lnTo>
                <a:lnTo>
                  <a:pt x="52" y="102"/>
                </a:lnTo>
                <a:lnTo>
                  <a:pt x="63" y="101"/>
                </a:lnTo>
                <a:lnTo>
                  <a:pt x="72" y="98"/>
                </a:lnTo>
                <a:lnTo>
                  <a:pt x="80" y="93"/>
                </a:lnTo>
                <a:lnTo>
                  <a:pt x="88" y="86"/>
                </a:lnTo>
                <a:lnTo>
                  <a:pt x="94" y="79"/>
                </a:lnTo>
                <a:lnTo>
                  <a:pt x="99" y="70"/>
                </a:lnTo>
                <a:lnTo>
                  <a:pt x="101" y="61"/>
                </a:lnTo>
                <a:lnTo>
                  <a:pt x="102" y="50"/>
                </a:lnTo>
                <a:lnTo>
                  <a:pt x="101" y="41"/>
                </a:lnTo>
                <a:lnTo>
                  <a:pt x="99" y="30"/>
                </a:lnTo>
                <a:lnTo>
                  <a:pt x="94" y="22"/>
                </a:lnTo>
                <a:lnTo>
                  <a:pt x="88" y="15"/>
                </a:lnTo>
                <a:lnTo>
                  <a:pt x="80" y="8"/>
                </a:lnTo>
                <a:lnTo>
                  <a:pt x="72" y="3"/>
                </a:lnTo>
                <a:lnTo>
                  <a:pt x="63" y="1"/>
                </a:lnTo>
                <a:lnTo>
                  <a:pt x="52" y="0"/>
                </a:lnTo>
                <a:lnTo>
                  <a:pt x="41" y="1"/>
                </a:lnTo>
                <a:lnTo>
                  <a:pt x="32" y="3"/>
                </a:lnTo>
                <a:lnTo>
                  <a:pt x="23" y="8"/>
                </a:lnTo>
                <a:lnTo>
                  <a:pt x="16" y="15"/>
                </a:lnTo>
                <a:lnTo>
                  <a:pt x="9" y="22"/>
                </a:lnTo>
                <a:lnTo>
                  <a:pt x="4" y="30"/>
                </a:lnTo>
                <a:lnTo>
                  <a:pt x="2" y="41"/>
                </a:lnTo>
                <a:lnTo>
                  <a:pt x="0" y="50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83" name="Freeform 288"/>
          <p:cNvSpPr>
            <a:spLocks/>
          </p:cNvSpPr>
          <p:nvPr/>
        </p:nvSpPr>
        <p:spPr bwMode="auto">
          <a:xfrm>
            <a:off x="8703905" y="5366977"/>
            <a:ext cx="43901" cy="40524"/>
          </a:xfrm>
          <a:custGeom>
            <a:avLst/>
            <a:gdLst>
              <a:gd name="T0" fmla="*/ 0 w 102"/>
              <a:gd name="T1" fmla="*/ 14000692 h 102"/>
              <a:gd name="T2" fmla="*/ 559858 w 102"/>
              <a:gd name="T3" fmla="*/ 17080971 h 102"/>
              <a:gd name="T4" fmla="*/ 1120246 w 102"/>
              <a:gd name="T5" fmla="*/ 19601392 h 102"/>
              <a:gd name="T6" fmla="*/ 2520421 w 102"/>
              <a:gd name="T7" fmla="*/ 22121283 h 102"/>
              <a:gd name="T8" fmla="*/ 4480454 w 102"/>
              <a:gd name="T9" fmla="*/ 24081317 h 102"/>
              <a:gd name="T10" fmla="*/ 6440488 w 102"/>
              <a:gd name="T11" fmla="*/ 26041879 h 102"/>
              <a:gd name="T12" fmla="*/ 8960379 w 102"/>
              <a:gd name="T13" fmla="*/ 27441525 h 102"/>
              <a:gd name="T14" fmla="*/ 11480800 w 102"/>
              <a:gd name="T15" fmla="*/ 28281842 h 102"/>
              <a:gd name="T16" fmla="*/ 14561079 w 102"/>
              <a:gd name="T17" fmla="*/ 28561771 h 102"/>
              <a:gd name="T18" fmla="*/ 17640829 w 102"/>
              <a:gd name="T19" fmla="*/ 28281842 h 102"/>
              <a:gd name="T20" fmla="*/ 20161250 w 102"/>
              <a:gd name="T21" fmla="*/ 27441525 h 102"/>
              <a:gd name="T22" fmla="*/ 22401213 w 102"/>
              <a:gd name="T23" fmla="*/ 26041879 h 102"/>
              <a:gd name="T24" fmla="*/ 24641704 w 102"/>
              <a:gd name="T25" fmla="*/ 24081317 h 102"/>
              <a:gd name="T26" fmla="*/ 26321808 w 102"/>
              <a:gd name="T27" fmla="*/ 22121283 h 102"/>
              <a:gd name="T28" fmla="*/ 27721983 w 102"/>
              <a:gd name="T29" fmla="*/ 19601392 h 102"/>
              <a:gd name="T30" fmla="*/ 28281842 w 102"/>
              <a:gd name="T31" fmla="*/ 17080971 h 102"/>
              <a:gd name="T32" fmla="*/ 28561771 w 102"/>
              <a:gd name="T33" fmla="*/ 14000692 h 102"/>
              <a:gd name="T34" fmla="*/ 28561771 w 102"/>
              <a:gd name="T35" fmla="*/ 14000692 h 102"/>
              <a:gd name="T36" fmla="*/ 28281842 w 102"/>
              <a:gd name="T37" fmla="*/ 11480800 h 102"/>
              <a:gd name="T38" fmla="*/ 27721983 w 102"/>
              <a:gd name="T39" fmla="*/ 8400521 h 102"/>
              <a:gd name="T40" fmla="*/ 26321808 w 102"/>
              <a:gd name="T41" fmla="*/ 6160558 h 102"/>
              <a:gd name="T42" fmla="*/ 24641704 w 102"/>
              <a:gd name="T43" fmla="*/ 4199996 h 102"/>
              <a:gd name="T44" fmla="*/ 22401213 w 102"/>
              <a:gd name="T45" fmla="*/ 2239963 h 102"/>
              <a:gd name="T46" fmla="*/ 20161250 w 102"/>
              <a:gd name="T47" fmla="*/ 840317 h 102"/>
              <a:gd name="T48" fmla="*/ 17640829 w 102"/>
              <a:gd name="T49" fmla="*/ 279929 h 102"/>
              <a:gd name="T50" fmla="*/ 14561079 w 102"/>
              <a:gd name="T51" fmla="*/ 0 h 102"/>
              <a:gd name="T52" fmla="*/ 11480800 w 102"/>
              <a:gd name="T53" fmla="*/ 279929 h 102"/>
              <a:gd name="T54" fmla="*/ 8960379 w 102"/>
              <a:gd name="T55" fmla="*/ 840317 h 102"/>
              <a:gd name="T56" fmla="*/ 6440488 w 102"/>
              <a:gd name="T57" fmla="*/ 2239963 h 102"/>
              <a:gd name="T58" fmla="*/ 4480454 w 102"/>
              <a:gd name="T59" fmla="*/ 4199996 h 102"/>
              <a:gd name="T60" fmla="*/ 2520421 w 102"/>
              <a:gd name="T61" fmla="*/ 6160558 h 102"/>
              <a:gd name="T62" fmla="*/ 1120246 w 102"/>
              <a:gd name="T63" fmla="*/ 8400521 h 102"/>
              <a:gd name="T64" fmla="*/ 559858 w 102"/>
              <a:gd name="T65" fmla="*/ 11480800 h 102"/>
              <a:gd name="T66" fmla="*/ 0 w 102"/>
              <a:gd name="T67" fmla="*/ 14000692 h 10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2"/>
              <a:gd name="T104" fmla="*/ 102 w 102"/>
              <a:gd name="T105" fmla="*/ 102 h 102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2">
                <a:moveTo>
                  <a:pt x="0" y="50"/>
                </a:moveTo>
                <a:lnTo>
                  <a:pt x="2" y="61"/>
                </a:lnTo>
                <a:lnTo>
                  <a:pt x="4" y="70"/>
                </a:lnTo>
                <a:lnTo>
                  <a:pt x="9" y="79"/>
                </a:lnTo>
                <a:lnTo>
                  <a:pt x="16" y="86"/>
                </a:lnTo>
                <a:lnTo>
                  <a:pt x="23" y="93"/>
                </a:lnTo>
                <a:lnTo>
                  <a:pt x="32" y="98"/>
                </a:lnTo>
                <a:lnTo>
                  <a:pt x="41" y="101"/>
                </a:lnTo>
                <a:lnTo>
                  <a:pt x="52" y="102"/>
                </a:lnTo>
                <a:lnTo>
                  <a:pt x="63" y="101"/>
                </a:lnTo>
                <a:lnTo>
                  <a:pt x="72" y="98"/>
                </a:lnTo>
                <a:lnTo>
                  <a:pt x="80" y="93"/>
                </a:lnTo>
                <a:lnTo>
                  <a:pt x="88" y="86"/>
                </a:lnTo>
                <a:lnTo>
                  <a:pt x="94" y="79"/>
                </a:lnTo>
                <a:lnTo>
                  <a:pt x="99" y="70"/>
                </a:lnTo>
                <a:lnTo>
                  <a:pt x="101" y="61"/>
                </a:lnTo>
                <a:lnTo>
                  <a:pt x="102" y="50"/>
                </a:lnTo>
                <a:lnTo>
                  <a:pt x="101" y="41"/>
                </a:lnTo>
                <a:lnTo>
                  <a:pt x="99" y="30"/>
                </a:lnTo>
                <a:lnTo>
                  <a:pt x="94" y="22"/>
                </a:lnTo>
                <a:lnTo>
                  <a:pt x="88" y="15"/>
                </a:lnTo>
                <a:lnTo>
                  <a:pt x="80" y="8"/>
                </a:lnTo>
                <a:lnTo>
                  <a:pt x="72" y="3"/>
                </a:lnTo>
                <a:lnTo>
                  <a:pt x="63" y="1"/>
                </a:lnTo>
                <a:lnTo>
                  <a:pt x="52" y="0"/>
                </a:lnTo>
                <a:lnTo>
                  <a:pt x="41" y="1"/>
                </a:lnTo>
                <a:lnTo>
                  <a:pt x="32" y="3"/>
                </a:lnTo>
                <a:lnTo>
                  <a:pt x="23" y="8"/>
                </a:lnTo>
                <a:lnTo>
                  <a:pt x="16" y="15"/>
                </a:lnTo>
                <a:lnTo>
                  <a:pt x="9" y="22"/>
                </a:lnTo>
                <a:lnTo>
                  <a:pt x="4" y="30"/>
                </a:lnTo>
                <a:lnTo>
                  <a:pt x="2" y="41"/>
                </a:lnTo>
                <a:lnTo>
                  <a:pt x="0" y="50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84" name="Freeform 289"/>
          <p:cNvSpPr>
            <a:spLocks/>
          </p:cNvSpPr>
          <p:nvPr/>
        </p:nvSpPr>
        <p:spPr bwMode="auto">
          <a:xfrm>
            <a:off x="8835607" y="5366977"/>
            <a:ext cx="43901" cy="40524"/>
          </a:xfrm>
          <a:custGeom>
            <a:avLst/>
            <a:gdLst>
              <a:gd name="T0" fmla="*/ 0 w 103"/>
              <a:gd name="T1" fmla="*/ 14000692 h 102"/>
              <a:gd name="T2" fmla="*/ 274591 w 103"/>
              <a:gd name="T3" fmla="*/ 17080971 h 102"/>
              <a:gd name="T4" fmla="*/ 1372956 w 103"/>
              <a:gd name="T5" fmla="*/ 19601392 h 102"/>
              <a:gd name="T6" fmla="*/ 2745913 w 103"/>
              <a:gd name="T7" fmla="*/ 22121283 h 102"/>
              <a:gd name="T8" fmla="*/ 4393460 w 103"/>
              <a:gd name="T9" fmla="*/ 24081317 h 102"/>
              <a:gd name="T10" fmla="*/ 6590714 w 103"/>
              <a:gd name="T11" fmla="*/ 26041879 h 102"/>
              <a:gd name="T12" fmla="*/ 8787444 w 103"/>
              <a:gd name="T13" fmla="*/ 27441525 h 102"/>
              <a:gd name="T14" fmla="*/ 11258766 w 103"/>
              <a:gd name="T15" fmla="*/ 28281842 h 102"/>
              <a:gd name="T16" fmla="*/ 14279794 w 103"/>
              <a:gd name="T17" fmla="*/ 28561771 h 102"/>
              <a:gd name="T18" fmla="*/ 17025706 w 103"/>
              <a:gd name="T19" fmla="*/ 28281842 h 102"/>
              <a:gd name="T20" fmla="*/ 19771619 w 103"/>
              <a:gd name="T21" fmla="*/ 27441525 h 102"/>
              <a:gd name="T22" fmla="*/ 22242940 w 103"/>
              <a:gd name="T23" fmla="*/ 26041879 h 102"/>
              <a:gd name="T24" fmla="*/ 24165603 w 103"/>
              <a:gd name="T25" fmla="*/ 24081317 h 102"/>
              <a:gd name="T26" fmla="*/ 25813151 w 103"/>
              <a:gd name="T27" fmla="*/ 22121283 h 102"/>
              <a:gd name="T28" fmla="*/ 27460698 w 103"/>
              <a:gd name="T29" fmla="*/ 19601392 h 102"/>
              <a:gd name="T30" fmla="*/ 28009881 w 103"/>
              <a:gd name="T31" fmla="*/ 17080971 h 102"/>
              <a:gd name="T32" fmla="*/ 28284472 w 103"/>
              <a:gd name="T33" fmla="*/ 14000692 h 102"/>
              <a:gd name="T34" fmla="*/ 28284472 w 103"/>
              <a:gd name="T35" fmla="*/ 14000692 h 102"/>
              <a:gd name="T36" fmla="*/ 28009881 w 103"/>
              <a:gd name="T37" fmla="*/ 11200871 h 102"/>
              <a:gd name="T38" fmla="*/ 27460698 w 103"/>
              <a:gd name="T39" fmla="*/ 8400521 h 102"/>
              <a:gd name="T40" fmla="*/ 25813151 w 103"/>
              <a:gd name="T41" fmla="*/ 6160558 h 102"/>
              <a:gd name="T42" fmla="*/ 24165603 w 103"/>
              <a:gd name="T43" fmla="*/ 4199996 h 102"/>
              <a:gd name="T44" fmla="*/ 22242940 w 103"/>
              <a:gd name="T45" fmla="*/ 2239963 h 102"/>
              <a:gd name="T46" fmla="*/ 19771619 w 103"/>
              <a:gd name="T47" fmla="*/ 840317 h 102"/>
              <a:gd name="T48" fmla="*/ 17025706 w 103"/>
              <a:gd name="T49" fmla="*/ 279929 h 102"/>
              <a:gd name="T50" fmla="*/ 14279794 w 103"/>
              <a:gd name="T51" fmla="*/ 0 h 102"/>
              <a:gd name="T52" fmla="*/ 11258766 w 103"/>
              <a:gd name="T53" fmla="*/ 279929 h 102"/>
              <a:gd name="T54" fmla="*/ 8787444 w 103"/>
              <a:gd name="T55" fmla="*/ 840317 h 102"/>
              <a:gd name="T56" fmla="*/ 6590714 w 103"/>
              <a:gd name="T57" fmla="*/ 2239963 h 102"/>
              <a:gd name="T58" fmla="*/ 4393460 w 103"/>
              <a:gd name="T59" fmla="*/ 4199996 h 102"/>
              <a:gd name="T60" fmla="*/ 2745913 w 103"/>
              <a:gd name="T61" fmla="*/ 6160558 h 102"/>
              <a:gd name="T62" fmla="*/ 1372956 w 103"/>
              <a:gd name="T63" fmla="*/ 8400521 h 102"/>
              <a:gd name="T64" fmla="*/ 274591 w 103"/>
              <a:gd name="T65" fmla="*/ 11200871 h 102"/>
              <a:gd name="T66" fmla="*/ 0 w 103"/>
              <a:gd name="T67" fmla="*/ 14000692 h 10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3"/>
              <a:gd name="T103" fmla="*/ 0 h 102"/>
              <a:gd name="T104" fmla="*/ 103 w 103"/>
              <a:gd name="T105" fmla="*/ 102 h 102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3" h="102">
                <a:moveTo>
                  <a:pt x="0" y="50"/>
                </a:moveTo>
                <a:lnTo>
                  <a:pt x="1" y="61"/>
                </a:lnTo>
                <a:lnTo>
                  <a:pt x="5" y="70"/>
                </a:lnTo>
                <a:lnTo>
                  <a:pt x="10" y="79"/>
                </a:lnTo>
                <a:lnTo>
                  <a:pt x="16" y="86"/>
                </a:lnTo>
                <a:lnTo>
                  <a:pt x="24" y="93"/>
                </a:lnTo>
                <a:lnTo>
                  <a:pt x="32" y="98"/>
                </a:lnTo>
                <a:lnTo>
                  <a:pt x="41" y="101"/>
                </a:lnTo>
                <a:lnTo>
                  <a:pt x="52" y="102"/>
                </a:lnTo>
                <a:lnTo>
                  <a:pt x="62" y="101"/>
                </a:lnTo>
                <a:lnTo>
                  <a:pt x="72" y="98"/>
                </a:lnTo>
                <a:lnTo>
                  <a:pt x="81" y="93"/>
                </a:lnTo>
                <a:lnTo>
                  <a:pt x="88" y="86"/>
                </a:lnTo>
                <a:lnTo>
                  <a:pt x="94" y="79"/>
                </a:lnTo>
                <a:lnTo>
                  <a:pt x="100" y="70"/>
                </a:lnTo>
                <a:lnTo>
                  <a:pt x="102" y="61"/>
                </a:lnTo>
                <a:lnTo>
                  <a:pt x="103" y="50"/>
                </a:lnTo>
                <a:lnTo>
                  <a:pt x="102" y="40"/>
                </a:lnTo>
                <a:lnTo>
                  <a:pt x="100" y="30"/>
                </a:lnTo>
                <a:lnTo>
                  <a:pt x="94" y="22"/>
                </a:lnTo>
                <a:lnTo>
                  <a:pt x="88" y="15"/>
                </a:lnTo>
                <a:lnTo>
                  <a:pt x="81" y="8"/>
                </a:lnTo>
                <a:lnTo>
                  <a:pt x="72" y="3"/>
                </a:lnTo>
                <a:lnTo>
                  <a:pt x="62" y="1"/>
                </a:lnTo>
                <a:lnTo>
                  <a:pt x="52" y="0"/>
                </a:lnTo>
                <a:lnTo>
                  <a:pt x="41" y="1"/>
                </a:lnTo>
                <a:lnTo>
                  <a:pt x="32" y="3"/>
                </a:lnTo>
                <a:lnTo>
                  <a:pt x="24" y="8"/>
                </a:lnTo>
                <a:lnTo>
                  <a:pt x="16" y="15"/>
                </a:lnTo>
                <a:lnTo>
                  <a:pt x="10" y="22"/>
                </a:lnTo>
                <a:lnTo>
                  <a:pt x="5" y="30"/>
                </a:lnTo>
                <a:lnTo>
                  <a:pt x="1" y="40"/>
                </a:lnTo>
                <a:lnTo>
                  <a:pt x="0" y="50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85" name="Freeform 290"/>
          <p:cNvSpPr>
            <a:spLocks/>
          </p:cNvSpPr>
          <p:nvPr/>
        </p:nvSpPr>
        <p:spPr bwMode="auto">
          <a:xfrm>
            <a:off x="8835607" y="5366977"/>
            <a:ext cx="43901" cy="40524"/>
          </a:xfrm>
          <a:custGeom>
            <a:avLst/>
            <a:gdLst>
              <a:gd name="T0" fmla="*/ 0 w 103"/>
              <a:gd name="T1" fmla="*/ 14000692 h 102"/>
              <a:gd name="T2" fmla="*/ 274591 w 103"/>
              <a:gd name="T3" fmla="*/ 17080971 h 102"/>
              <a:gd name="T4" fmla="*/ 1372956 w 103"/>
              <a:gd name="T5" fmla="*/ 19601392 h 102"/>
              <a:gd name="T6" fmla="*/ 2745913 w 103"/>
              <a:gd name="T7" fmla="*/ 22121283 h 102"/>
              <a:gd name="T8" fmla="*/ 4393460 w 103"/>
              <a:gd name="T9" fmla="*/ 24081317 h 102"/>
              <a:gd name="T10" fmla="*/ 6590714 w 103"/>
              <a:gd name="T11" fmla="*/ 26041879 h 102"/>
              <a:gd name="T12" fmla="*/ 8787444 w 103"/>
              <a:gd name="T13" fmla="*/ 27441525 h 102"/>
              <a:gd name="T14" fmla="*/ 11258766 w 103"/>
              <a:gd name="T15" fmla="*/ 28281842 h 102"/>
              <a:gd name="T16" fmla="*/ 14279794 w 103"/>
              <a:gd name="T17" fmla="*/ 28561771 h 102"/>
              <a:gd name="T18" fmla="*/ 17025706 w 103"/>
              <a:gd name="T19" fmla="*/ 28281842 h 102"/>
              <a:gd name="T20" fmla="*/ 19771619 w 103"/>
              <a:gd name="T21" fmla="*/ 27441525 h 102"/>
              <a:gd name="T22" fmla="*/ 22242940 w 103"/>
              <a:gd name="T23" fmla="*/ 26041879 h 102"/>
              <a:gd name="T24" fmla="*/ 24165603 w 103"/>
              <a:gd name="T25" fmla="*/ 24081317 h 102"/>
              <a:gd name="T26" fmla="*/ 25813151 w 103"/>
              <a:gd name="T27" fmla="*/ 22121283 h 102"/>
              <a:gd name="T28" fmla="*/ 27460698 w 103"/>
              <a:gd name="T29" fmla="*/ 19601392 h 102"/>
              <a:gd name="T30" fmla="*/ 28009881 w 103"/>
              <a:gd name="T31" fmla="*/ 17080971 h 102"/>
              <a:gd name="T32" fmla="*/ 28284472 w 103"/>
              <a:gd name="T33" fmla="*/ 14000692 h 102"/>
              <a:gd name="T34" fmla="*/ 28284472 w 103"/>
              <a:gd name="T35" fmla="*/ 14000692 h 102"/>
              <a:gd name="T36" fmla="*/ 28009881 w 103"/>
              <a:gd name="T37" fmla="*/ 11200871 h 102"/>
              <a:gd name="T38" fmla="*/ 27460698 w 103"/>
              <a:gd name="T39" fmla="*/ 8400521 h 102"/>
              <a:gd name="T40" fmla="*/ 25813151 w 103"/>
              <a:gd name="T41" fmla="*/ 6160558 h 102"/>
              <a:gd name="T42" fmla="*/ 24165603 w 103"/>
              <a:gd name="T43" fmla="*/ 4199996 h 102"/>
              <a:gd name="T44" fmla="*/ 22242940 w 103"/>
              <a:gd name="T45" fmla="*/ 2239963 h 102"/>
              <a:gd name="T46" fmla="*/ 19771619 w 103"/>
              <a:gd name="T47" fmla="*/ 840317 h 102"/>
              <a:gd name="T48" fmla="*/ 17025706 w 103"/>
              <a:gd name="T49" fmla="*/ 279929 h 102"/>
              <a:gd name="T50" fmla="*/ 14279794 w 103"/>
              <a:gd name="T51" fmla="*/ 0 h 102"/>
              <a:gd name="T52" fmla="*/ 11258766 w 103"/>
              <a:gd name="T53" fmla="*/ 279929 h 102"/>
              <a:gd name="T54" fmla="*/ 8787444 w 103"/>
              <a:gd name="T55" fmla="*/ 840317 h 102"/>
              <a:gd name="T56" fmla="*/ 6590714 w 103"/>
              <a:gd name="T57" fmla="*/ 2239963 h 102"/>
              <a:gd name="T58" fmla="*/ 4393460 w 103"/>
              <a:gd name="T59" fmla="*/ 4199996 h 102"/>
              <a:gd name="T60" fmla="*/ 2745913 w 103"/>
              <a:gd name="T61" fmla="*/ 6160558 h 102"/>
              <a:gd name="T62" fmla="*/ 1372956 w 103"/>
              <a:gd name="T63" fmla="*/ 8400521 h 102"/>
              <a:gd name="T64" fmla="*/ 274591 w 103"/>
              <a:gd name="T65" fmla="*/ 11200871 h 102"/>
              <a:gd name="T66" fmla="*/ 0 w 103"/>
              <a:gd name="T67" fmla="*/ 14000692 h 10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3"/>
              <a:gd name="T103" fmla="*/ 0 h 102"/>
              <a:gd name="T104" fmla="*/ 103 w 103"/>
              <a:gd name="T105" fmla="*/ 102 h 102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3" h="102">
                <a:moveTo>
                  <a:pt x="0" y="50"/>
                </a:moveTo>
                <a:lnTo>
                  <a:pt x="1" y="61"/>
                </a:lnTo>
                <a:lnTo>
                  <a:pt x="5" y="70"/>
                </a:lnTo>
                <a:lnTo>
                  <a:pt x="10" y="79"/>
                </a:lnTo>
                <a:lnTo>
                  <a:pt x="16" y="86"/>
                </a:lnTo>
                <a:lnTo>
                  <a:pt x="24" y="93"/>
                </a:lnTo>
                <a:lnTo>
                  <a:pt x="32" y="98"/>
                </a:lnTo>
                <a:lnTo>
                  <a:pt x="41" y="101"/>
                </a:lnTo>
                <a:lnTo>
                  <a:pt x="52" y="102"/>
                </a:lnTo>
                <a:lnTo>
                  <a:pt x="62" y="101"/>
                </a:lnTo>
                <a:lnTo>
                  <a:pt x="72" y="98"/>
                </a:lnTo>
                <a:lnTo>
                  <a:pt x="81" y="93"/>
                </a:lnTo>
                <a:lnTo>
                  <a:pt x="88" y="86"/>
                </a:lnTo>
                <a:lnTo>
                  <a:pt x="94" y="79"/>
                </a:lnTo>
                <a:lnTo>
                  <a:pt x="100" y="70"/>
                </a:lnTo>
                <a:lnTo>
                  <a:pt x="102" y="61"/>
                </a:lnTo>
                <a:lnTo>
                  <a:pt x="103" y="50"/>
                </a:lnTo>
                <a:lnTo>
                  <a:pt x="102" y="40"/>
                </a:lnTo>
                <a:lnTo>
                  <a:pt x="100" y="30"/>
                </a:lnTo>
                <a:lnTo>
                  <a:pt x="94" y="22"/>
                </a:lnTo>
                <a:lnTo>
                  <a:pt x="88" y="15"/>
                </a:lnTo>
                <a:lnTo>
                  <a:pt x="81" y="8"/>
                </a:lnTo>
                <a:lnTo>
                  <a:pt x="72" y="3"/>
                </a:lnTo>
                <a:lnTo>
                  <a:pt x="62" y="1"/>
                </a:lnTo>
                <a:lnTo>
                  <a:pt x="52" y="0"/>
                </a:lnTo>
                <a:lnTo>
                  <a:pt x="41" y="1"/>
                </a:lnTo>
                <a:lnTo>
                  <a:pt x="32" y="3"/>
                </a:lnTo>
                <a:lnTo>
                  <a:pt x="24" y="8"/>
                </a:lnTo>
                <a:lnTo>
                  <a:pt x="16" y="15"/>
                </a:lnTo>
                <a:lnTo>
                  <a:pt x="10" y="22"/>
                </a:lnTo>
                <a:lnTo>
                  <a:pt x="5" y="30"/>
                </a:lnTo>
                <a:lnTo>
                  <a:pt x="1" y="40"/>
                </a:lnTo>
                <a:lnTo>
                  <a:pt x="0" y="50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86" name="Line 291"/>
          <p:cNvSpPr>
            <a:spLocks noChangeShapeType="1"/>
          </p:cNvSpPr>
          <p:nvPr/>
        </p:nvSpPr>
        <p:spPr bwMode="auto">
          <a:xfrm>
            <a:off x="8714235" y="5346714"/>
            <a:ext cx="140739" cy="0"/>
          </a:xfrm>
          <a:prstGeom prst="line">
            <a:avLst/>
          </a:prstGeom>
          <a:noFill/>
          <a:ln w="1111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90" name="Line 295"/>
          <p:cNvSpPr>
            <a:spLocks noChangeShapeType="1"/>
          </p:cNvSpPr>
          <p:nvPr/>
        </p:nvSpPr>
        <p:spPr bwMode="auto">
          <a:xfrm>
            <a:off x="9102882" y="5304999"/>
            <a:ext cx="0" cy="561369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91" name="Freeform 296"/>
          <p:cNvSpPr>
            <a:spLocks/>
          </p:cNvSpPr>
          <p:nvPr/>
        </p:nvSpPr>
        <p:spPr bwMode="auto">
          <a:xfrm>
            <a:off x="9075767" y="5279971"/>
            <a:ext cx="54230" cy="51251"/>
          </a:xfrm>
          <a:custGeom>
            <a:avLst/>
            <a:gdLst>
              <a:gd name="T0" fmla="*/ 17641358 w 126"/>
              <a:gd name="T1" fmla="*/ 36404978 h 128"/>
              <a:gd name="T2" fmla="*/ 14000692 w 126"/>
              <a:gd name="T3" fmla="*/ 35835942 h 128"/>
              <a:gd name="T4" fmla="*/ 10640483 w 126"/>
              <a:gd name="T5" fmla="*/ 34982654 h 128"/>
              <a:gd name="T6" fmla="*/ 7840662 w 126"/>
              <a:gd name="T7" fmla="*/ 33276613 h 128"/>
              <a:gd name="T8" fmla="*/ 5040313 w 126"/>
              <a:gd name="T9" fmla="*/ 31001001 h 128"/>
              <a:gd name="T10" fmla="*/ 2800350 w 126"/>
              <a:gd name="T11" fmla="*/ 28156888 h 128"/>
              <a:gd name="T12" fmla="*/ 1120246 w 126"/>
              <a:gd name="T13" fmla="*/ 25028522 h 128"/>
              <a:gd name="T14" fmla="*/ 279929 w 126"/>
              <a:gd name="T15" fmla="*/ 21615372 h 128"/>
              <a:gd name="T16" fmla="*/ 0 w 126"/>
              <a:gd name="T17" fmla="*/ 17917971 h 128"/>
              <a:gd name="T18" fmla="*/ 279929 w 126"/>
              <a:gd name="T19" fmla="*/ 14220569 h 128"/>
              <a:gd name="T20" fmla="*/ 1120246 w 126"/>
              <a:gd name="T21" fmla="*/ 11092204 h 128"/>
              <a:gd name="T22" fmla="*/ 2800350 w 126"/>
              <a:gd name="T23" fmla="*/ 7963839 h 128"/>
              <a:gd name="T24" fmla="*/ 5040313 w 126"/>
              <a:gd name="T25" fmla="*/ 5403976 h 128"/>
              <a:gd name="T26" fmla="*/ 7840662 w 126"/>
              <a:gd name="T27" fmla="*/ 2844114 h 128"/>
              <a:gd name="T28" fmla="*/ 10640483 w 126"/>
              <a:gd name="T29" fmla="*/ 1422324 h 128"/>
              <a:gd name="T30" fmla="*/ 14000692 w 126"/>
              <a:gd name="T31" fmla="*/ 284251 h 128"/>
              <a:gd name="T32" fmla="*/ 17641358 w 126"/>
              <a:gd name="T33" fmla="*/ 0 h 128"/>
              <a:gd name="T34" fmla="*/ 17641358 w 126"/>
              <a:gd name="T35" fmla="*/ 0 h 128"/>
              <a:gd name="T36" fmla="*/ 21281496 w 126"/>
              <a:gd name="T37" fmla="*/ 284251 h 128"/>
              <a:gd name="T38" fmla="*/ 24361775 w 126"/>
              <a:gd name="T39" fmla="*/ 1422324 h 128"/>
              <a:gd name="T40" fmla="*/ 27441525 w 126"/>
              <a:gd name="T41" fmla="*/ 2844114 h 128"/>
              <a:gd name="T42" fmla="*/ 29961946 w 126"/>
              <a:gd name="T43" fmla="*/ 5403976 h 128"/>
              <a:gd name="T44" fmla="*/ 32481837 w 126"/>
              <a:gd name="T45" fmla="*/ 7963839 h 128"/>
              <a:gd name="T46" fmla="*/ 33882013 w 126"/>
              <a:gd name="T47" fmla="*/ 11092204 h 128"/>
              <a:gd name="T48" fmla="*/ 35002258 w 126"/>
              <a:gd name="T49" fmla="*/ 14220569 h 128"/>
              <a:gd name="T50" fmla="*/ 35282188 w 126"/>
              <a:gd name="T51" fmla="*/ 17917971 h 128"/>
              <a:gd name="T52" fmla="*/ 35002258 w 126"/>
              <a:gd name="T53" fmla="*/ 21615372 h 128"/>
              <a:gd name="T54" fmla="*/ 33882013 w 126"/>
              <a:gd name="T55" fmla="*/ 25028522 h 128"/>
              <a:gd name="T56" fmla="*/ 32481837 w 126"/>
              <a:gd name="T57" fmla="*/ 28156888 h 128"/>
              <a:gd name="T58" fmla="*/ 29961946 w 126"/>
              <a:gd name="T59" fmla="*/ 31001001 h 128"/>
              <a:gd name="T60" fmla="*/ 27441525 w 126"/>
              <a:gd name="T61" fmla="*/ 33276613 h 128"/>
              <a:gd name="T62" fmla="*/ 24361775 w 126"/>
              <a:gd name="T63" fmla="*/ 34982654 h 128"/>
              <a:gd name="T64" fmla="*/ 21281496 w 126"/>
              <a:gd name="T65" fmla="*/ 35835942 h 128"/>
              <a:gd name="T66" fmla="*/ 17641358 w 126"/>
              <a:gd name="T67" fmla="*/ 36404978 h 128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26"/>
              <a:gd name="T103" fmla="*/ 0 h 128"/>
              <a:gd name="T104" fmla="*/ 126 w 126"/>
              <a:gd name="T105" fmla="*/ 128 h 128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26" h="128">
                <a:moveTo>
                  <a:pt x="63" y="128"/>
                </a:moveTo>
                <a:lnTo>
                  <a:pt x="50" y="126"/>
                </a:lnTo>
                <a:lnTo>
                  <a:pt x="38" y="123"/>
                </a:lnTo>
                <a:lnTo>
                  <a:pt x="28" y="117"/>
                </a:lnTo>
                <a:lnTo>
                  <a:pt x="18" y="109"/>
                </a:lnTo>
                <a:lnTo>
                  <a:pt x="10" y="99"/>
                </a:lnTo>
                <a:lnTo>
                  <a:pt x="4" y="88"/>
                </a:lnTo>
                <a:lnTo>
                  <a:pt x="1" y="76"/>
                </a:lnTo>
                <a:lnTo>
                  <a:pt x="0" y="63"/>
                </a:lnTo>
                <a:lnTo>
                  <a:pt x="1" y="50"/>
                </a:lnTo>
                <a:lnTo>
                  <a:pt x="4" y="39"/>
                </a:lnTo>
                <a:lnTo>
                  <a:pt x="10" y="28"/>
                </a:lnTo>
                <a:lnTo>
                  <a:pt x="18" y="19"/>
                </a:lnTo>
                <a:lnTo>
                  <a:pt x="28" y="10"/>
                </a:lnTo>
                <a:lnTo>
                  <a:pt x="38" y="5"/>
                </a:lnTo>
                <a:lnTo>
                  <a:pt x="50" y="1"/>
                </a:lnTo>
                <a:lnTo>
                  <a:pt x="63" y="0"/>
                </a:lnTo>
                <a:lnTo>
                  <a:pt x="76" y="1"/>
                </a:lnTo>
                <a:lnTo>
                  <a:pt x="87" y="5"/>
                </a:lnTo>
                <a:lnTo>
                  <a:pt x="98" y="10"/>
                </a:lnTo>
                <a:lnTo>
                  <a:pt x="107" y="19"/>
                </a:lnTo>
                <a:lnTo>
                  <a:pt x="116" y="28"/>
                </a:lnTo>
                <a:lnTo>
                  <a:pt x="121" y="39"/>
                </a:lnTo>
                <a:lnTo>
                  <a:pt x="125" y="50"/>
                </a:lnTo>
                <a:lnTo>
                  <a:pt x="126" y="63"/>
                </a:lnTo>
                <a:lnTo>
                  <a:pt x="125" y="76"/>
                </a:lnTo>
                <a:lnTo>
                  <a:pt x="121" y="88"/>
                </a:lnTo>
                <a:lnTo>
                  <a:pt x="116" y="99"/>
                </a:lnTo>
                <a:lnTo>
                  <a:pt x="107" y="109"/>
                </a:lnTo>
                <a:lnTo>
                  <a:pt x="98" y="117"/>
                </a:lnTo>
                <a:lnTo>
                  <a:pt x="87" y="123"/>
                </a:lnTo>
                <a:lnTo>
                  <a:pt x="76" y="126"/>
                </a:lnTo>
                <a:lnTo>
                  <a:pt x="63" y="12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95" name="Rectangle 300"/>
          <p:cNvSpPr>
            <a:spLocks noChangeArrowheads="1"/>
          </p:cNvSpPr>
          <p:nvPr/>
        </p:nvSpPr>
        <p:spPr bwMode="auto">
          <a:xfrm>
            <a:off x="1944530" y="2870016"/>
            <a:ext cx="1654013" cy="508927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96" name="Rectangle 301"/>
          <p:cNvSpPr>
            <a:spLocks noChangeArrowheads="1"/>
          </p:cNvSpPr>
          <p:nvPr/>
        </p:nvSpPr>
        <p:spPr bwMode="auto">
          <a:xfrm>
            <a:off x="1944530" y="2870016"/>
            <a:ext cx="1654013" cy="508927"/>
          </a:xfrm>
          <a:prstGeom prst="rect">
            <a:avLst/>
          </a:prstGeom>
          <a:noFill/>
          <a:ln w="63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297" name="Rectangle 302"/>
          <p:cNvSpPr>
            <a:spLocks noChangeArrowheads="1"/>
          </p:cNvSpPr>
          <p:nvPr/>
        </p:nvSpPr>
        <p:spPr bwMode="auto">
          <a:xfrm>
            <a:off x="2185985" y="3028534"/>
            <a:ext cx="1727268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b="1">
                <a:solidFill>
                  <a:srgbClr val="000000"/>
                </a:solidFill>
              </a:rPr>
              <a:t>Married A Car </a:t>
            </a:r>
            <a:endParaRPr lang="en-US" altLang="ko-KR"/>
          </a:p>
        </p:txBody>
      </p:sp>
      <p:sp>
        <p:nvSpPr>
          <p:cNvPr id="298" name="Freeform 303"/>
          <p:cNvSpPr>
            <a:spLocks noEditPoints="1"/>
          </p:cNvSpPr>
          <p:nvPr/>
        </p:nvSpPr>
        <p:spPr bwMode="auto">
          <a:xfrm>
            <a:off x="4874237" y="3098855"/>
            <a:ext cx="6457" cy="3144144"/>
          </a:xfrm>
          <a:custGeom>
            <a:avLst/>
            <a:gdLst>
              <a:gd name="T0" fmla="*/ 745467 w 13"/>
              <a:gd name="T1" fmla="*/ 2147483647 h 7914"/>
              <a:gd name="T2" fmla="*/ 4472805 w 13"/>
              <a:gd name="T3" fmla="*/ 2147483647 h 7914"/>
              <a:gd name="T4" fmla="*/ 4845844 w 13"/>
              <a:gd name="T5" fmla="*/ 2101250454 h 7914"/>
              <a:gd name="T6" fmla="*/ 2609441 w 13"/>
              <a:gd name="T7" fmla="*/ 2055887642 h 7914"/>
              <a:gd name="T8" fmla="*/ 0 w 13"/>
              <a:gd name="T9" fmla="*/ 2013885037 h 7914"/>
              <a:gd name="T10" fmla="*/ 0 w 13"/>
              <a:gd name="T11" fmla="*/ 2039366529 h 7914"/>
              <a:gd name="T12" fmla="*/ 745467 w 13"/>
              <a:gd name="T13" fmla="*/ 1997083996 h 7914"/>
              <a:gd name="T14" fmla="*/ 4472805 w 13"/>
              <a:gd name="T15" fmla="*/ 1953401287 h 7914"/>
              <a:gd name="T16" fmla="*/ 4845844 w 13"/>
              <a:gd name="T17" fmla="*/ 1882556983 h 7914"/>
              <a:gd name="T18" fmla="*/ 2609441 w 13"/>
              <a:gd name="T19" fmla="*/ 1836914242 h 7914"/>
              <a:gd name="T20" fmla="*/ 0 w 13"/>
              <a:gd name="T21" fmla="*/ 1795191567 h 7914"/>
              <a:gd name="T22" fmla="*/ 0 w 13"/>
              <a:gd name="T23" fmla="*/ 1820673058 h 7914"/>
              <a:gd name="T24" fmla="*/ 745467 w 13"/>
              <a:gd name="T25" fmla="*/ 1778390525 h 7914"/>
              <a:gd name="T26" fmla="*/ 4472805 w 13"/>
              <a:gd name="T27" fmla="*/ 1734707817 h 7914"/>
              <a:gd name="T28" fmla="*/ 4845844 w 13"/>
              <a:gd name="T29" fmla="*/ 1664143442 h 7914"/>
              <a:gd name="T30" fmla="*/ 2609441 w 13"/>
              <a:gd name="T31" fmla="*/ 1618500700 h 7914"/>
              <a:gd name="T32" fmla="*/ 0 w 13"/>
              <a:gd name="T33" fmla="*/ 1576498096 h 7914"/>
              <a:gd name="T34" fmla="*/ 0 w 13"/>
              <a:gd name="T35" fmla="*/ 1601979588 h 7914"/>
              <a:gd name="T36" fmla="*/ 745467 w 13"/>
              <a:gd name="T37" fmla="*/ 1559416596 h 7914"/>
              <a:gd name="T38" fmla="*/ 4472805 w 13"/>
              <a:gd name="T39" fmla="*/ 1515733888 h 7914"/>
              <a:gd name="T40" fmla="*/ 4845844 w 13"/>
              <a:gd name="T41" fmla="*/ 1445449971 h 7914"/>
              <a:gd name="T42" fmla="*/ 2609441 w 13"/>
              <a:gd name="T43" fmla="*/ 1399807229 h 7914"/>
              <a:gd name="T44" fmla="*/ 0 w 13"/>
              <a:gd name="T45" fmla="*/ 1357804625 h 7914"/>
              <a:gd name="T46" fmla="*/ 0 w 13"/>
              <a:gd name="T47" fmla="*/ 1383286117 h 7914"/>
              <a:gd name="T48" fmla="*/ 745467 w 13"/>
              <a:gd name="T49" fmla="*/ 1341003583 h 7914"/>
              <a:gd name="T50" fmla="*/ 4472805 w 13"/>
              <a:gd name="T51" fmla="*/ 1297040417 h 7914"/>
              <a:gd name="T52" fmla="*/ 4845844 w 13"/>
              <a:gd name="T53" fmla="*/ 1226476042 h 7914"/>
              <a:gd name="T54" fmla="*/ 2609441 w 13"/>
              <a:gd name="T55" fmla="*/ 1180833300 h 7914"/>
              <a:gd name="T56" fmla="*/ 0 w 13"/>
              <a:gd name="T57" fmla="*/ 1138830696 h 7914"/>
              <a:gd name="T58" fmla="*/ 0 w 13"/>
              <a:gd name="T59" fmla="*/ 1164592646 h 7914"/>
              <a:gd name="T60" fmla="*/ 745467 w 13"/>
              <a:gd name="T61" fmla="*/ 1122309583 h 7914"/>
              <a:gd name="T62" fmla="*/ 4472805 w 13"/>
              <a:gd name="T63" fmla="*/ 1078626875 h 7914"/>
              <a:gd name="T64" fmla="*/ 4845844 w 13"/>
              <a:gd name="T65" fmla="*/ 1007782571 h 7914"/>
              <a:gd name="T66" fmla="*/ 2609441 w 13"/>
              <a:gd name="T67" fmla="*/ 962139829 h 7914"/>
              <a:gd name="T68" fmla="*/ 0 w 13"/>
              <a:gd name="T69" fmla="*/ 920417154 h 7914"/>
              <a:gd name="T70" fmla="*/ 0 w 13"/>
              <a:gd name="T71" fmla="*/ 945618717 h 7914"/>
              <a:gd name="T72" fmla="*/ 745467 w 13"/>
              <a:gd name="T73" fmla="*/ 903336183 h 7914"/>
              <a:gd name="T74" fmla="*/ 4472805 w 13"/>
              <a:gd name="T75" fmla="*/ 859653475 h 7914"/>
              <a:gd name="T76" fmla="*/ 4845844 w 13"/>
              <a:gd name="T77" fmla="*/ 789369029 h 7914"/>
              <a:gd name="T78" fmla="*/ 2609441 w 13"/>
              <a:gd name="T79" fmla="*/ 743726288 h 7914"/>
              <a:gd name="T80" fmla="*/ 0 w 13"/>
              <a:gd name="T81" fmla="*/ 701723683 h 7914"/>
              <a:gd name="T82" fmla="*/ 0 w 13"/>
              <a:gd name="T83" fmla="*/ 727205175 h 7914"/>
              <a:gd name="T84" fmla="*/ 745467 w 13"/>
              <a:gd name="T85" fmla="*/ 684642713 h 7914"/>
              <a:gd name="T86" fmla="*/ 4472805 w 13"/>
              <a:gd name="T87" fmla="*/ 640960004 h 7914"/>
              <a:gd name="T88" fmla="*/ 4845844 w 13"/>
              <a:gd name="T89" fmla="*/ 570395100 h 7914"/>
              <a:gd name="T90" fmla="*/ 2609441 w 13"/>
              <a:gd name="T91" fmla="*/ 524752358 h 7914"/>
              <a:gd name="T92" fmla="*/ 0 w 13"/>
              <a:gd name="T93" fmla="*/ 482749754 h 7914"/>
              <a:gd name="T94" fmla="*/ 0 w 13"/>
              <a:gd name="T95" fmla="*/ 508511704 h 7914"/>
              <a:gd name="T96" fmla="*/ 745467 w 13"/>
              <a:gd name="T97" fmla="*/ 466229171 h 7914"/>
              <a:gd name="T98" fmla="*/ 4472805 w 13"/>
              <a:gd name="T99" fmla="*/ 422266004 h 7914"/>
              <a:gd name="T100" fmla="*/ 4845844 w 13"/>
              <a:gd name="T101" fmla="*/ 351701629 h 7914"/>
              <a:gd name="T102" fmla="*/ 2609441 w 13"/>
              <a:gd name="T103" fmla="*/ 306058888 h 7914"/>
              <a:gd name="T104" fmla="*/ 0 w 13"/>
              <a:gd name="T105" fmla="*/ 264056283 h 7914"/>
              <a:gd name="T106" fmla="*/ 0 w 13"/>
              <a:gd name="T107" fmla="*/ 289537775 h 7914"/>
              <a:gd name="T108" fmla="*/ 745467 w 13"/>
              <a:gd name="T109" fmla="*/ 247255242 h 7914"/>
              <a:gd name="T110" fmla="*/ 4472805 w 13"/>
              <a:gd name="T111" fmla="*/ 203572533 h 7914"/>
              <a:gd name="T112" fmla="*/ 4845844 w 13"/>
              <a:gd name="T113" fmla="*/ 132728229 h 7914"/>
              <a:gd name="T114" fmla="*/ 2609441 w 13"/>
              <a:gd name="T115" fmla="*/ 87365417 h 7914"/>
              <a:gd name="T116" fmla="*/ 0 w 13"/>
              <a:gd name="T117" fmla="*/ 45642742 h 7914"/>
              <a:gd name="T118" fmla="*/ 0 w 13"/>
              <a:gd name="T119" fmla="*/ 70844304 h 7914"/>
              <a:gd name="T120" fmla="*/ 745467 w 13"/>
              <a:gd name="T121" fmla="*/ 28561771 h 7914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w 13"/>
              <a:gd name="T184" fmla="*/ 0 h 7914"/>
              <a:gd name="T185" fmla="*/ 13 w 13"/>
              <a:gd name="T186" fmla="*/ 7914 h 7914"/>
            </a:gdLst>
            <a:ahLst/>
            <a:cxnLst>
              <a:cxn ang="T122">
                <a:pos x="T0" y="T1"/>
              </a:cxn>
              <a:cxn ang="T123">
                <a:pos x="T2" y="T3"/>
              </a:cxn>
              <a:cxn ang="T124">
                <a:pos x="T4" y="T5"/>
              </a:cxn>
              <a:cxn ang="T125">
                <a:pos x="T6" y="T7"/>
              </a:cxn>
              <a:cxn ang="T126">
                <a:pos x="T8" y="T9"/>
              </a:cxn>
              <a:cxn ang="T127">
                <a:pos x="T10" y="T11"/>
              </a:cxn>
              <a:cxn ang="T128">
                <a:pos x="T12" y="T13"/>
              </a:cxn>
              <a:cxn ang="T129">
                <a:pos x="T14" y="T15"/>
              </a:cxn>
              <a:cxn ang="T130">
                <a:pos x="T16" y="T17"/>
              </a:cxn>
              <a:cxn ang="T131">
                <a:pos x="T18" y="T19"/>
              </a:cxn>
              <a:cxn ang="T132">
                <a:pos x="T20" y="T21"/>
              </a:cxn>
              <a:cxn ang="T133">
                <a:pos x="T22" y="T23"/>
              </a:cxn>
              <a:cxn ang="T134">
                <a:pos x="T24" y="T25"/>
              </a:cxn>
              <a:cxn ang="T135">
                <a:pos x="T26" y="T27"/>
              </a:cxn>
              <a:cxn ang="T136">
                <a:pos x="T28" y="T29"/>
              </a:cxn>
              <a:cxn ang="T137">
                <a:pos x="T30" y="T31"/>
              </a:cxn>
              <a:cxn ang="T138">
                <a:pos x="T32" y="T33"/>
              </a:cxn>
              <a:cxn ang="T139">
                <a:pos x="T34" y="T35"/>
              </a:cxn>
              <a:cxn ang="T140">
                <a:pos x="T36" y="T37"/>
              </a:cxn>
              <a:cxn ang="T141">
                <a:pos x="T38" y="T39"/>
              </a:cxn>
              <a:cxn ang="T142">
                <a:pos x="T40" y="T41"/>
              </a:cxn>
              <a:cxn ang="T143">
                <a:pos x="T42" y="T43"/>
              </a:cxn>
              <a:cxn ang="T144">
                <a:pos x="T44" y="T45"/>
              </a:cxn>
              <a:cxn ang="T145">
                <a:pos x="T46" y="T47"/>
              </a:cxn>
              <a:cxn ang="T146">
                <a:pos x="T48" y="T49"/>
              </a:cxn>
              <a:cxn ang="T147">
                <a:pos x="T50" y="T51"/>
              </a:cxn>
              <a:cxn ang="T148">
                <a:pos x="T52" y="T53"/>
              </a:cxn>
              <a:cxn ang="T149">
                <a:pos x="T54" y="T55"/>
              </a:cxn>
              <a:cxn ang="T150">
                <a:pos x="T56" y="T57"/>
              </a:cxn>
              <a:cxn ang="T151">
                <a:pos x="T58" y="T59"/>
              </a:cxn>
              <a:cxn ang="T152">
                <a:pos x="T60" y="T61"/>
              </a:cxn>
              <a:cxn ang="T153">
                <a:pos x="T62" y="T63"/>
              </a:cxn>
              <a:cxn ang="T154">
                <a:pos x="T64" y="T65"/>
              </a:cxn>
              <a:cxn ang="T155">
                <a:pos x="T66" y="T67"/>
              </a:cxn>
              <a:cxn ang="T156">
                <a:pos x="T68" y="T69"/>
              </a:cxn>
              <a:cxn ang="T157">
                <a:pos x="T70" y="T71"/>
              </a:cxn>
              <a:cxn ang="T158">
                <a:pos x="T72" y="T73"/>
              </a:cxn>
              <a:cxn ang="T159">
                <a:pos x="T74" y="T75"/>
              </a:cxn>
              <a:cxn ang="T160">
                <a:pos x="T76" y="T77"/>
              </a:cxn>
              <a:cxn ang="T161">
                <a:pos x="T78" y="T79"/>
              </a:cxn>
              <a:cxn ang="T162">
                <a:pos x="T80" y="T81"/>
              </a:cxn>
              <a:cxn ang="T163">
                <a:pos x="T82" y="T83"/>
              </a:cxn>
              <a:cxn ang="T164">
                <a:pos x="T84" y="T85"/>
              </a:cxn>
              <a:cxn ang="T165">
                <a:pos x="T86" y="T87"/>
              </a:cxn>
              <a:cxn ang="T166">
                <a:pos x="T88" y="T89"/>
              </a:cxn>
              <a:cxn ang="T167">
                <a:pos x="T90" y="T91"/>
              </a:cxn>
              <a:cxn ang="T168">
                <a:pos x="T92" y="T93"/>
              </a:cxn>
              <a:cxn ang="T169">
                <a:pos x="T94" y="T95"/>
              </a:cxn>
              <a:cxn ang="T170">
                <a:pos x="T96" y="T97"/>
              </a:cxn>
              <a:cxn ang="T171">
                <a:pos x="T98" y="T99"/>
              </a:cxn>
              <a:cxn ang="T172">
                <a:pos x="T100" y="T101"/>
              </a:cxn>
              <a:cxn ang="T173">
                <a:pos x="T102" y="T103"/>
              </a:cxn>
              <a:cxn ang="T174">
                <a:pos x="T104" y="T105"/>
              </a:cxn>
              <a:cxn ang="T175">
                <a:pos x="T106" y="T107"/>
              </a:cxn>
              <a:cxn ang="T176">
                <a:pos x="T108" y="T109"/>
              </a:cxn>
              <a:cxn ang="T177">
                <a:pos x="T110" y="T111"/>
              </a:cxn>
              <a:cxn ang="T178">
                <a:pos x="T112" y="T113"/>
              </a:cxn>
              <a:cxn ang="T179">
                <a:pos x="T114" y="T115"/>
              </a:cxn>
              <a:cxn ang="T180">
                <a:pos x="T116" y="T117"/>
              </a:cxn>
              <a:cxn ang="T181">
                <a:pos x="T118" y="T119"/>
              </a:cxn>
              <a:cxn ang="T182">
                <a:pos x="T120" y="T121"/>
              </a:cxn>
            </a:cxnLst>
            <a:rect l="T183" t="T184" r="T185" b="T186"/>
            <a:pathLst>
              <a:path w="13" h="7914">
                <a:moveTo>
                  <a:pt x="0" y="7909"/>
                </a:moveTo>
                <a:lnTo>
                  <a:pt x="0" y="7817"/>
                </a:lnTo>
                <a:lnTo>
                  <a:pt x="2" y="7813"/>
                </a:lnTo>
                <a:lnTo>
                  <a:pt x="7" y="7810"/>
                </a:lnTo>
                <a:lnTo>
                  <a:pt x="12" y="7813"/>
                </a:lnTo>
                <a:lnTo>
                  <a:pt x="13" y="7817"/>
                </a:lnTo>
                <a:lnTo>
                  <a:pt x="13" y="7909"/>
                </a:lnTo>
                <a:lnTo>
                  <a:pt x="12" y="7913"/>
                </a:lnTo>
                <a:lnTo>
                  <a:pt x="7" y="7914"/>
                </a:lnTo>
                <a:lnTo>
                  <a:pt x="2" y="7913"/>
                </a:lnTo>
                <a:lnTo>
                  <a:pt x="0" y="7909"/>
                </a:lnTo>
                <a:close/>
                <a:moveTo>
                  <a:pt x="0" y="7752"/>
                </a:moveTo>
                <a:lnTo>
                  <a:pt x="0" y="7660"/>
                </a:lnTo>
                <a:lnTo>
                  <a:pt x="2" y="7656"/>
                </a:lnTo>
                <a:lnTo>
                  <a:pt x="7" y="7654"/>
                </a:lnTo>
                <a:lnTo>
                  <a:pt x="12" y="7656"/>
                </a:lnTo>
                <a:lnTo>
                  <a:pt x="13" y="7660"/>
                </a:lnTo>
                <a:lnTo>
                  <a:pt x="13" y="7752"/>
                </a:lnTo>
                <a:lnTo>
                  <a:pt x="12" y="7756"/>
                </a:lnTo>
                <a:lnTo>
                  <a:pt x="7" y="7759"/>
                </a:lnTo>
                <a:lnTo>
                  <a:pt x="2" y="7756"/>
                </a:lnTo>
                <a:lnTo>
                  <a:pt x="0" y="7752"/>
                </a:lnTo>
                <a:close/>
                <a:moveTo>
                  <a:pt x="0" y="7596"/>
                </a:moveTo>
                <a:lnTo>
                  <a:pt x="0" y="7504"/>
                </a:lnTo>
                <a:lnTo>
                  <a:pt x="2" y="7500"/>
                </a:lnTo>
                <a:lnTo>
                  <a:pt x="7" y="7499"/>
                </a:lnTo>
                <a:lnTo>
                  <a:pt x="12" y="7500"/>
                </a:lnTo>
                <a:lnTo>
                  <a:pt x="13" y="7504"/>
                </a:lnTo>
                <a:lnTo>
                  <a:pt x="13" y="7596"/>
                </a:lnTo>
                <a:lnTo>
                  <a:pt x="12" y="7601"/>
                </a:lnTo>
                <a:lnTo>
                  <a:pt x="7" y="7602"/>
                </a:lnTo>
                <a:lnTo>
                  <a:pt x="2" y="7601"/>
                </a:lnTo>
                <a:lnTo>
                  <a:pt x="0" y="7596"/>
                </a:lnTo>
                <a:close/>
                <a:moveTo>
                  <a:pt x="0" y="7440"/>
                </a:moveTo>
                <a:lnTo>
                  <a:pt x="0" y="7349"/>
                </a:lnTo>
                <a:lnTo>
                  <a:pt x="2" y="7344"/>
                </a:lnTo>
                <a:lnTo>
                  <a:pt x="7" y="7342"/>
                </a:lnTo>
                <a:lnTo>
                  <a:pt x="12" y="7344"/>
                </a:lnTo>
                <a:lnTo>
                  <a:pt x="13" y="7349"/>
                </a:lnTo>
                <a:lnTo>
                  <a:pt x="13" y="7440"/>
                </a:lnTo>
                <a:lnTo>
                  <a:pt x="12" y="7445"/>
                </a:lnTo>
                <a:lnTo>
                  <a:pt x="7" y="7446"/>
                </a:lnTo>
                <a:lnTo>
                  <a:pt x="2" y="7445"/>
                </a:lnTo>
                <a:lnTo>
                  <a:pt x="0" y="7440"/>
                </a:lnTo>
                <a:close/>
                <a:moveTo>
                  <a:pt x="0" y="7283"/>
                </a:moveTo>
                <a:lnTo>
                  <a:pt x="0" y="7192"/>
                </a:lnTo>
                <a:lnTo>
                  <a:pt x="2" y="7187"/>
                </a:lnTo>
                <a:lnTo>
                  <a:pt x="7" y="7186"/>
                </a:lnTo>
                <a:lnTo>
                  <a:pt x="12" y="7187"/>
                </a:lnTo>
                <a:lnTo>
                  <a:pt x="13" y="7192"/>
                </a:lnTo>
                <a:lnTo>
                  <a:pt x="13" y="7283"/>
                </a:lnTo>
                <a:lnTo>
                  <a:pt x="12" y="7288"/>
                </a:lnTo>
                <a:lnTo>
                  <a:pt x="7" y="7290"/>
                </a:lnTo>
                <a:lnTo>
                  <a:pt x="2" y="7288"/>
                </a:lnTo>
                <a:lnTo>
                  <a:pt x="0" y="7283"/>
                </a:lnTo>
                <a:close/>
                <a:moveTo>
                  <a:pt x="0" y="7127"/>
                </a:moveTo>
                <a:lnTo>
                  <a:pt x="0" y="7036"/>
                </a:lnTo>
                <a:lnTo>
                  <a:pt x="2" y="7031"/>
                </a:lnTo>
                <a:lnTo>
                  <a:pt x="7" y="7029"/>
                </a:lnTo>
                <a:lnTo>
                  <a:pt x="12" y="7031"/>
                </a:lnTo>
                <a:lnTo>
                  <a:pt x="13" y="7036"/>
                </a:lnTo>
                <a:lnTo>
                  <a:pt x="13" y="7127"/>
                </a:lnTo>
                <a:lnTo>
                  <a:pt x="12" y="7132"/>
                </a:lnTo>
                <a:lnTo>
                  <a:pt x="7" y="7133"/>
                </a:lnTo>
                <a:lnTo>
                  <a:pt x="2" y="7132"/>
                </a:lnTo>
                <a:lnTo>
                  <a:pt x="0" y="7127"/>
                </a:lnTo>
                <a:close/>
                <a:moveTo>
                  <a:pt x="0" y="6970"/>
                </a:moveTo>
                <a:lnTo>
                  <a:pt x="0" y="6880"/>
                </a:lnTo>
                <a:lnTo>
                  <a:pt x="2" y="6875"/>
                </a:lnTo>
                <a:lnTo>
                  <a:pt x="7" y="6873"/>
                </a:lnTo>
                <a:lnTo>
                  <a:pt x="12" y="6875"/>
                </a:lnTo>
                <a:lnTo>
                  <a:pt x="13" y="6880"/>
                </a:lnTo>
                <a:lnTo>
                  <a:pt x="13" y="6970"/>
                </a:lnTo>
                <a:lnTo>
                  <a:pt x="12" y="6976"/>
                </a:lnTo>
                <a:lnTo>
                  <a:pt x="7" y="6977"/>
                </a:lnTo>
                <a:lnTo>
                  <a:pt x="2" y="6976"/>
                </a:lnTo>
                <a:lnTo>
                  <a:pt x="0" y="6970"/>
                </a:lnTo>
                <a:close/>
                <a:moveTo>
                  <a:pt x="0" y="6814"/>
                </a:moveTo>
                <a:lnTo>
                  <a:pt x="0" y="6723"/>
                </a:lnTo>
                <a:lnTo>
                  <a:pt x="2" y="6718"/>
                </a:lnTo>
                <a:lnTo>
                  <a:pt x="7" y="6717"/>
                </a:lnTo>
                <a:lnTo>
                  <a:pt x="12" y="6718"/>
                </a:lnTo>
                <a:lnTo>
                  <a:pt x="13" y="6723"/>
                </a:lnTo>
                <a:lnTo>
                  <a:pt x="13" y="6814"/>
                </a:lnTo>
                <a:lnTo>
                  <a:pt x="12" y="6819"/>
                </a:lnTo>
                <a:lnTo>
                  <a:pt x="7" y="6821"/>
                </a:lnTo>
                <a:lnTo>
                  <a:pt x="2" y="6819"/>
                </a:lnTo>
                <a:lnTo>
                  <a:pt x="0" y="6814"/>
                </a:lnTo>
                <a:close/>
                <a:moveTo>
                  <a:pt x="0" y="6659"/>
                </a:moveTo>
                <a:lnTo>
                  <a:pt x="0" y="6567"/>
                </a:lnTo>
                <a:lnTo>
                  <a:pt x="2" y="6563"/>
                </a:lnTo>
                <a:lnTo>
                  <a:pt x="7" y="6560"/>
                </a:lnTo>
                <a:lnTo>
                  <a:pt x="12" y="6563"/>
                </a:lnTo>
                <a:lnTo>
                  <a:pt x="13" y="6567"/>
                </a:lnTo>
                <a:lnTo>
                  <a:pt x="13" y="6659"/>
                </a:lnTo>
                <a:lnTo>
                  <a:pt x="12" y="6663"/>
                </a:lnTo>
                <a:lnTo>
                  <a:pt x="7" y="6665"/>
                </a:lnTo>
                <a:lnTo>
                  <a:pt x="2" y="6663"/>
                </a:lnTo>
                <a:lnTo>
                  <a:pt x="0" y="6659"/>
                </a:lnTo>
                <a:close/>
                <a:moveTo>
                  <a:pt x="0" y="6502"/>
                </a:moveTo>
                <a:lnTo>
                  <a:pt x="0" y="6411"/>
                </a:lnTo>
                <a:lnTo>
                  <a:pt x="2" y="6407"/>
                </a:lnTo>
                <a:lnTo>
                  <a:pt x="7" y="6404"/>
                </a:lnTo>
                <a:lnTo>
                  <a:pt x="12" y="6407"/>
                </a:lnTo>
                <a:lnTo>
                  <a:pt x="13" y="6411"/>
                </a:lnTo>
                <a:lnTo>
                  <a:pt x="13" y="6502"/>
                </a:lnTo>
                <a:lnTo>
                  <a:pt x="12" y="6506"/>
                </a:lnTo>
                <a:lnTo>
                  <a:pt x="7" y="6509"/>
                </a:lnTo>
                <a:lnTo>
                  <a:pt x="2" y="6506"/>
                </a:lnTo>
                <a:lnTo>
                  <a:pt x="0" y="6502"/>
                </a:lnTo>
                <a:close/>
                <a:moveTo>
                  <a:pt x="0" y="6346"/>
                </a:moveTo>
                <a:lnTo>
                  <a:pt x="0" y="6255"/>
                </a:lnTo>
                <a:lnTo>
                  <a:pt x="2" y="6250"/>
                </a:lnTo>
                <a:lnTo>
                  <a:pt x="7" y="6249"/>
                </a:lnTo>
                <a:lnTo>
                  <a:pt x="12" y="6250"/>
                </a:lnTo>
                <a:lnTo>
                  <a:pt x="13" y="6255"/>
                </a:lnTo>
                <a:lnTo>
                  <a:pt x="13" y="6346"/>
                </a:lnTo>
                <a:lnTo>
                  <a:pt x="12" y="6351"/>
                </a:lnTo>
                <a:lnTo>
                  <a:pt x="7" y="6353"/>
                </a:lnTo>
                <a:lnTo>
                  <a:pt x="2" y="6351"/>
                </a:lnTo>
                <a:lnTo>
                  <a:pt x="0" y="6346"/>
                </a:lnTo>
                <a:close/>
                <a:moveTo>
                  <a:pt x="0" y="6190"/>
                </a:moveTo>
                <a:lnTo>
                  <a:pt x="0" y="6099"/>
                </a:lnTo>
                <a:lnTo>
                  <a:pt x="2" y="6094"/>
                </a:lnTo>
                <a:lnTo>
                  <a:pt x="7" y="6092"/>
                </a:lnTo>
                <a:lnTo>
                  <a:pt x="12" y="6094"/>
                </a:lnTo>
                <a:lnTo>
                  <a:pt x="13" y="6099"/>
                </a:lnTo>
                <a:lnTo>
                  <a:pt x="13" y="6190"/>
                </a:lnTo>
                <a:lnTo>
                  <a:pt x="12" y="6195"/>
                </a:lnTo>
                <a:lnTo>
                  <a:pt x="7" y="6196"/>
                </a:lnTo>
                <a:lnTo>
                  <a:pt x="2" y="6195"/>
                </a:lnTo>
                <a:lnTo>
                  <a:pt x="0" y="6190"/>
                </a:lnTo>
                <a:close/>
                <a:moveTo>
                  <a:pt x="0" y="6033"/>
                </a:moveTo>
                <a:lnTo>
                  <a:pt x="0" y="5943"/>
                </a:lnTo>
                <a:lnTo>
                  <a:pt x="2" y="5938"/>
                </a:lnTo>
                <a:lnTo>
                  <a:pt x="7" y="5936"/>
                </a:lnTo>
                <a:lnTo>
                  <a:pt x="12" y="5938"/>
                </a:lnTo>
                <a:lnTo>
                  <a:pt x="13" y="5943"/>
                </a:lnTo>
                <a:lnTo>
                  <a:pt x="13" y="6033"/>
                </a:lnTo>
                <a:lnTo>
                  <a:pt x="12" y="6038"/>
                </a:lnTo>
                <a:lnTo>
                  <a:pt x="7" y="6040"/>
                </a:lnTo>
                <a:lnTo>
                  <a:pt x="2" y="6038"/>
                </a:lnTo>
                <a:lnTo>
                  <a:pt x="0" y="6033"/>
                </a:lnTo>
                <a:close/>
                <a:moveTo>
                  <a:pt x="0" y="5877"/>
                </a:moveTo>
                <a:lnTo>
                  <a:pt x="0" y="5786"/>
                </a:lnTo>
                <a:lnTo>
                  <a:pt x="2" y="5781"/>
                </a:lnTo>
                <a:lnTo>
                  <a:pt x="7" y="5780"/>
                </a:lnTo>
                <a:lnTo>
                  <a:pt x="12" y="5781"/>
                </a:lnTo>
                <a:lnTo>
                  <a:pt x="13" y="5786"/>
                </a:lnTo>
                <a:lnTo>
                  <a:pt x="13" y="5877"/>
                </a:lnTo>
                <a:lnTo>
                  <a:pt x="12" y="5882"/>
                </a:lnTo>
                <a:lnTo>
                  <a:pt x="7" y="5884"/>
                </a:lnTo>
                <a:lnTo>
                  <a:pt x="2" y="5882"/>
                </a:lnTo>
                <a:lnTo>
                  <a:pt x="0" y="5877"/>
                </a:lnTo>
                <a:close/>
                <a:moveTo>
                  <a:pt x="0" y="5721"/>
                </a:moveTo>
                <a:lnTo>
                  <a:pt x="0" y="5630"/>
                </a:lnTo>
                <a:lnTo>
                  <a:pt x="2" y="5625"/>
                </a:lnTo>
                <a:lnTo>
                  <a:pt x="7" y="5623"/>
                </a:lnTo>
                <a:lnTo>
                  <a:pt x="12" y="5625"/>
                </a:lnTo>
                <a:lnTo>
                  <a:pt x="13" y="5630"/>
                </a:lnTo>
                <a:lnTo>
                  <a:pt x="13" y="5721"/>
                </a:lnTo>
                <a:lnTo>
                  <a:pt x="12" y="5726"/>
                </a:lnTo>
                <a:lnTo>
                  <a:pt x="7" y="5727"/>
                </a:lnTo>
                <a:lnTo>
                  <a:pt x="2" y="5726"/>
                </a:lnTo>
                <a:lnTo>
                  <a:pt x="0" y="5721"/>
                </a:lnTo>
                <a:close/>
                <a:moveTo>
                  <a:pt x="0" y="5565"/>
                </a:moveTo>
                <a:lnTo>
                  <a:pt x="0" y="5474"/>
                </a:lnTo>
                <a:lnTo>
                  <a:pt x="2" y="5468"/>
                </a:lnTo>
                <a:lnTo>
                  <a:pt x="7" y="5467"/>
                </a:lnTo>
                <a:lnTo>
                  <a:pt x="12" y="5468"/>
                </a:lnTo>
                <a:lnTo>
                  <a:pt x="13" y="5474"/>
                </a:lnTo>
                <a:lnTo>
                  <a:pt x="13" y="5565"/>
                </a:lnTo>
                <a:lnTo>
                  <a:pt x="12" y="5569"/>
                </a:lnTo>
                <a:lnTo>
                  <a:pt x="7" y="5572"/>
                </a:lnTo>
                <a:lnTo>
                  <a:pt x="2" y="5569"/>
                </a:lnTo>
                <a:lnTo>
                  <a:pt x="0" y="5565"/>
                </a:lnTo>
                <a:close/>
                <a:moveTo>
                  <a:pt x="0" y="5409"/>
                </a:moveTo>
                <a:lnTo>
                  <a:pt x="0" y="5317"/>
                </a:lnTo>
                <a:lnTo>
                  <a:pt x="2" y="5313"/>
                </a:lnTo>
                <a:lnTo>
                  <a:pt x="7" y="5311"/>
                </a:lnTo>
                <a:lnTo>
                  <a:pt x="12" y="5313"/>
                </a:lnTo>
                <a:lnTo>
                  <a:pt x="13" y="5317"/>
                </a:lnTo>
                <a:lnTo>
                  <a:pt x="13" y="5409"/>
                </a:lnTo>
                <a:lnTo>
                  <a:pt x="12" y="5413"/>
                </a:lnTo>
                <a:lnTo>
                  <a:pt x="7" y="5416"/>
                </a:lnTo>
                <a:lnTo>
                  <a:pt x="2" y="5413"/>
                </a:lnTo>
                <a:lnTo>
                  <a:pt x="0" y="5409"/>
                </a:lnTo>
                <a:close/>
                <a:moveTo>
                  <a:pt x="0" y="5253"/>
                </a:moveTo>
                <a:lnTo>
                  <a:pt x="0" y="5162"/>
                </a:lnTo>
                <a:lnTo>
                  <a:pt x="2" y="5157"/>
                </a:lnTo>
                <a:lnTo>
                  <a:pt x="7" y="5154"/>
                </a:lnTo>
                <a:lnTo>
                  <a:pt x="12" y="5157"/>
                </a:lnTo>
                <a:lnTo>
                  <a:pt x="13" y="5162"/>
                </a:lnTo>
                <a:lnTo>
                  <a:pt x="13" y="5253"/>
                </a:lnTo>
                <a:lnTo>
                  <a:pt x="12" y="5258"/>
                </a:lnTo>
                <a:lnTo>
                  <a:pt x="7" y="5259"/>
                </a:lnTo>
                <a:lnTo>
                  <a:pt x="2" y="5258"/>
                </a:lnTo>
                <a:lnTo>
                  <a:pt x="0" y="5253"/>
                </a:lnTo>
                <a:close/>
                <a:moveTo>
                  <a:pt x="0" y="5096"/>
                </a:moveTo>
                <a:lnTo>
                  <a:pt x="0" y="5005"/>
                </a:lnTo>
                <a:lnTo>
                  <a:pt x="2" y="5000"/>
                </a:lnTo>
                <a:lnTo>
                  <a:pt x="7" y="4999"/>
                </a:lnTo>
                <a:lnTo>
                  <a:pt x="12" y="5000"/>
                </a:lnTo>
                <a:lnTo>
                  <a:pt x="13" y="5005"/>
                </a:lnTo>
                <a:lnTo>
                  <a:pt x="13" y="5096"/>
                </a:lnTo>
                <a:lnTo>
                  <a:pt x="12" y="5101"/>
                </a:lnTo>
                <a:lnTo>
                  <a:pt x="7" y="5103"/>
                </a:lnTo>
                <a:lnTo>
                  <a:pt x="2" y="5101"/>
                </a:lnTo>
                <a:lnTo>
                  <a:pt x="0" y="5096"/>
                </a:lnTo>
                <a:close/>
                <a:moveTo>
                  <a:pt x="0" y="4940"/>
                </a:moveTo>
                <a:lnTo>
                  <a:pt x="0" y="4849"/>
                </a:lnTo>
                <a:lnTo>
                  <a:pt x="2" y="4844"/>
                </a:lnTo>
                <a:lnTo>
                  <a:pt x="7" y="4843"/>
                </a:lnTo>
                <a:lnTo>
                  <a:pt x="12" y="4844"/>
                </a:lnTo>
                <a:lnTo>
                  <a:pt x="13" y="4849"/>
                </a:lnTo>
                <a:lnTo>
                  <a:pt x="13" y="4940"/>
                </a:lnTo>
                <a:lnTo>
                  <a:pt x="12" y="4945"/>
                </a:lnTo>
                <a:lnTo>
                  <a:pt x="7" y="4946"/>
                </a:lnTo>
                <a:lnTo>
                  <a:pt x="2" y="4945"/>
                </a:lnTo>
                <a:lnTo>
                  <a:pt x="0" y="4940"/>
                </a:lnTo>
                <a:close/>
                <a:moveTo>
                  <a:pt x="0" y="4784"/>
                </a:moveTo>
                <a:lnTo>
                  <a:pt x="0" y="4693"/>
                </a:lnTo>
                <a:lnTo>
                  <a:pt x="2" y="4688"/>
                </a:lnTo>
                <a:lnTo>
                  <a:pt x="7" y="4686"/>
                </a:lnTo>
                <a:lnTo>
                  <a:pt x="12" y="4688"/>
                </a:lnTo>
                <a:lnTo>
                  <a:pt x="13" y="4693"/>
                </a:lnTo>
                <a:lnTo>
                  <a:pt x="13" y="4784"/>
                </a:lnTo>
                <a:lnTo>
                  <a:pt x="12" y="4789"/>
                </a:lnTo>
                <a:lnTo>
                  <a:pt x="7" y="4790"/>
                </a:lnTo>
                <a:lnTo>
                  <a:pt x="2" y="4789"/>
                </a:lnTo>
                <a:lnTo>
                  <a:pt x="0" y="4784"/>
                </a:lnTo>
                <a:close/>
                <a:moveTo>
                  <a:pt x="0" y="4627"/>
                </a:moveTo>
                <a:lnTo>
                  <a:pt x="0" y="4536"/>
                </a:lnTo>
                <a:lnTo>
                  <a:pt x="2" y="4531"/>
                </a:lnTo>
                <a:lnTo>
                  <a:pt x="7" y="4530"/>
                </a:lnTo>
                <a:lnTo>
                  <a:pt x="12" y="4531"/>
                </a:lnTo>
                <a:lnTo>
                  <a:pt x="13" y="4536"/>
                </a:lnTo>
                <a:lnTo>
                  <a:pt x="13" y="4627"/>
                </a:lnTo>
                <a:lnTo>
                  <a:pt x="12" y="4632"/>
                </a:lnTo>
                <a:lnTo>
                  <a:pt x="7" y="4634"/>
                </a:lnTo>
                <a:lnTo>
                  <a:pt x="2" y="4632"/>
                </a:lnTo>
                <a:lnTo>
                  <a:pt x="0" y="4627"/>
                </a:lnTo>
                <a:close/>
                <a:moveTo>
                  <a:pt x="0" y="4472"/>
                </a:moveTo>
                <a:lnTo>
                  <a:pt x="0" y="4380"/>
                </a:lnTo>
                <a:lnTo>
                  <a:pt x="2" y="4375"/>
                </a:lnTo>
                <a:lnTo>
                  <a:pt x="7" y="4374"/>
                </a:lnTo>
                <a:lnTo>
                  <a:pt x="12" y="4375"/>
                </a:lnTo>
                <a:lnTo>
                  <a:pt x="13" y="4380"/>
                </a:lnTo>
                <a:lnTo>
                  <a:pt x="13" y="4472"/>
                </a:lnTo>
                <a:lnTo>
                  <a:pt x="12" y="4476"/>
                </a:lnTo>
                <a:lnTo>
                  <a:pt x="7" y="4477"/>
                </a:lnTo>
                <a:lnTo>
                  <a:pt x="2" y="4476"/>
                </a:lnTo>
                <a:lnTo>
                  <a:pt x="0" y="4472"/>
                </a:lnTo>
                <a:close/>
                <a:moveTo>
                  <a:pt x="0" y="4316"/>
                </a:moveTo>
                <a:lnTo>
                  <a:pt x="0" y="4224"/>
                </a:lnTo>
                <a:lnTo>
                  <a:pt x="2" y="4220"/>
                </a:lnTo>
                <a:lnTo>
                  <a:pt x="7" y="4217"/>
                </a:lnTo>
                <a:lnTo>
                  <a:pt x="12" y="4220"/>
                </a:lnTo>
                <a:lnTo>
                  <a:pt x="13" y="4224"/>
                </a:lnTo>
                <a:lnTo>
                  <a:pt x="13" y="4316"/>
                </a:lnTo>
                <a:lnTo>
                  <a:pt x="12" y="4320"/>
                </a:lnTo>
                <a:lnTo>
                  <a:pt x="7" y="4322"/>
                </a:lnTo>
                <a:lnTo>
                  <a:pt x="2" y="4320"/>
                </a:lnTo>
                <a:lnTo>
                  <a:pt x="0" y="4316"/>
                </a:lnTo>
                <a:close/>
                <a:moveTo>
                  <a:pt x="0" y="4159"/>
                </a:moveTo>
                <a:lnTo>
                  <a:pt x="0" y="4067"/>
                </a:lnTo>
                <a:lnTo>
                  <a:pt x="2" y="4063"/>
                </a:lnTo>
                <a:lnTo>
                  <a:pt x="7" y="4061"/>
                </a:lnTo>
                <a:lnTo>
                  <a:pt x="12" y="4063"/>
                </a:lnTo>
                <a:lnTo>
                  <a:pt x="13" y="4067"/>
                </a:lnTo>
                <a:lnTo>
                  <a:pt x="13" y="4159"/>
                </a:lnTo>
                <a:lnTo>
                  <a:pt x="12" y="4163"/>
                </a:lnTo>
                <a:lnTo>
                  <a:pt x="7" y="4166"/>
                </a:lnTo>
                <a:lnTo>
                  <a:pt x="2" y="4163"/>
                </a:lnTo>
                <a:lnTo>
                  <a:pt x="0" y="4159"/>
                </a:lnTo>
                <a:close/>
                <a:moveTo>
                  <a:pt x="0" y="4003"/>
                </a:moveTo>
                <a:lnTo>
                  <a:pt x="0" y="3912"/>
                </a:lnTo>
                <a:lnTo>
                  <a:pt x="2" y="3907"/>
                </a:lnTo>
                <a:lnTo>
                  <a:pt x="7" y="3905"/>
                </a:lnTo>
                <a:lnTo>
                  <a:pt x="12" y="3907"/>
                </a:lnTo>
                <a:lnTo>
                  <a:pt x="13" y="3912"/>
                </a:lnTo>
                <a:lnTo>
                  <a:pt x="13" y="4003"/>
                </a:lnTo>
                <a:lnTo>
                  <a:pt x="12" y="4008"/>
                </a:lnTo>
                <a:lnTo>
                  <a:pt x="7" y="4009"/>
                </a:lnTo>
                <a:lnTo>
                  <a:pt x="2" y="4008"/>
                </a:lnTo>
                <a:lnTo>
                  <a:pt x="0" y="4003"/>
                </a:lnTo>
                <a:close/>
                <a:moveTo>
                  <a:pt x="0" y="3846"/>
                </a:moveTo>
                <a:lnTo>
                  <a:pt x="0" y="3756"/>
                </a:lnTo>
                <a:lnTo>
                  <a:pt x="2" y="3751"/>
                </a:lnTo>
                <a:lnTo>
                  <a:pt x="7" y="3749"/>
                </a:lnTo>
                <a:lnTo>
                  <a:pt x="12" y="3751"/>
                </a:lnTo>
                <a:lnTo>
                  <a:pt x="13" y="3756"/>
                </a:lnTo>
                <a:lnTo>
                  <a:pt x="13" y="3846"/>
                </a:lnTo>
                <a:lnTo>
                  <a:pt x="12" y="3852"/>
                </a:lnTo>
                <a:lnTo>
                  <a:pt x="7" y="3853"/>
                </a:lnTo>
                <a:lnTo>
                  <a:pt x="2" y="3852"/>
                </a:lnTo>
                <a:lnTo>
                  <a:pt x="0" y="3846"/>
                </a:lnTo>
                <a:close/>
                <a:moveTo>
                  <a:pt x="0" y="3690"/>
                </a:moveTo>
                <a:lnTo>
                  <a:pt x="0" y="3599"/>
                </a:lnTo>
                <a:lnTo>
                  <a:pt x="2" y="3594"/>
                </a:lnTo>
                <a:lnTo>
                  <a:pt x="7" y="3593"/>
                </a:lnTo>
                <a:lnTo>
                  <a:pt x="12" y="3594"/>
                </a:lnTo>
                <a:lnTo>
                  <a:pt x="13" y="3599"/>
                </a:lnTo>
                <a:lnTo>
                  <a:pt x="13" y="3690"/>
                </a:lnTo>
                <a:lnTo>
                  <a:pt x="12" y="3695"/>
                </a:lnTo>
                <a:lnTo>
                  <a:pt x="7" y="3697"/>
                </a:lnTo>
                <a:lnTo>
                  <a:pt x="2" y="3695"/>
                </a:lnTo>
                <a:lnTo>
                  <a:pt x="0" y="3690"/>
                </a:lnTo>
                <a:close/>
                <a:moveTo>
                  <a:pt x="0" y="3534"/>
                </a:moveTo>
                <a:lnTo>
                  <a:pt x="0" y="3443"/>
                </a:lnTo>
                <a:lnTo>
                  <a:pt x="2" y="3438"/>
                </a:lnTo>
                <a:lnTo>
                  <a:pt x="7" y="3436"/>
                </a:lnTo>
                <a:lnTo>
                  <a:pt x="12" y="3438"/>
                </a:lnTo>
                <a:lnTo>
                  <a:pt x="13" y="3443"/>
                </a:lnTo>
                <a:lnTo>
                  <a:pt x="13" y="3534"/>
                </a:lnTo>
                <a:lnTo>
                  <a:pt x="12" y="3539"/>
                </a:lnTo>
                <a:lnTo>
                  <a:pt x="7" y="3540"/>
                </a:lnTo>
                <a:lnTo>
                  <a:pt x="2" y="3539"/>
                </a:lnTo>
                <a:lnTo>
                  <a:pt x="0" y="3534"/>
                </a:lnTo>
                <a:close/>
                <a:moveTo>
                  <a:pt x="0" y="3377"/>
                </a:moveTo>
                <a:lnTo>
                  <a:pt x="0" y="3287"/>
                </a:lnTo>
                <a:lnTo>
                  <a:pt x="2" y="3282"/>
                </a:lnTo>
                <a:lnTo>
                  <a:pt x="7" y="3280"/>
                </a:lnTo>
                <a:lnTo>
                  <a:pt x="12" y="3282"/>
                </a:lnTo>
                <a:lnTo>
                  <a:pt x="13" y="3287"/>
                </a:lnTo>
                <a:lnTo>
                  <a:pt x="13" y="3377"/>
                </a:lnTo>
                <a:lnTo>
                  <a:pt x="12" y="3382"/>
                </a:lnTo>
                <a:lnTo>
                  <a:pt x="7" y="3384"/>
                </a:lnTo>
                <a:lnTo>
                  <a:pt x="2" y="3382"/>
                </a:lnTo>
                <a:lnTo>
                  <a:pt x="0" y="3377"/>
                </a:lnTo>
                <a:close/>
                <a:moveTo>
                  <a:pt x="0" y="3222"/>
                </a:moveTo>
                <a:lnTo>
                  <a:pt x="0" y="3130"/>
                </a:lnTo>
                <a:lnTo>
                  <a:pt x="2" y="3125"/>
                </a:lnTo>
                <a:lnTo>
                  <a:pt x="7" y="3124"/>
                </a:lnTo>
                <a:lnTo>
                  <a:pt x="12" y="3125"/>
                </a:lnTo>
                <a:lnTo>
                  <a:pt x="13" y="3130"/>
                </a:lnTo>
                <a:lnTo>
                  <a:pt x="13" y="3222"/>
                </a:lnTo>
                <a:lnTo>
                  <a:pt x="12" y="3226"/>
                </a:lnTo>
                <a:lnTo>
                  <a:pt x="7" y="3229"/>
                </a:lnTo>
                <a:lnTo>
                  <a:pt x="2" y="3226"/>
                </a:lnTo>
                <a:lnTo>
                  <a:pt x="0" y="3222"/>
                </a:lnTo>
                <a:close/>
                <a:moveTo>
                  <a:pt x="0" y="3066"/>
                </a:moveTo>
                <a:lnTo>
                  <a:pt x="0" y="2974"/>
                </a:lnTo>
                <a:lnTo>
                  <a:pt x="2" y="2970"/>
                </a:lnTo>
                <a:lnTo>
                  <a:pt x="7" y="2967"/>
                </a:lnTo>
                <a:lnTo>
                  <a:pt x="12" y="2970"/>
                </a:lnTo>
                <a:lnTo>
                  <a:pt x="13" y="2974"/>
                </a:lnTo>
                <a:lnTo>
                  <a:pt x="13" y="3066"/>
                </a:lnTo>
                <a:lnTo>
                  <a:pt x="12" y="3070"/>
                </a:lnTo>
                <a:lnTo>
                  <a:pt x="7" y="3072"/>
                </a:lnTo>
                <a:lnTo>
                  <a:pt x="2" y="3070"/>
                </a:lnTo>
                <a:lnTo>
                  <a:pt x="0" y="3066"/>
                </a:lnTo>
                <a:close/>
                <a:moveTo>
                  <a:pt x="0" y="2909"/>
                </a:moveTo>
                <a:lnTo>
                  <a:pt x="0" y="2819"/>
                </a:lnTo>
                <a:lnTo>
                  <a:pt x="2" y="2814"/>
                </a:lnTo>
                <a:lnTo>
                  <a:pt x="7" y="2812"/>
                </a:lnTo>
                <a:lnTo>
                  <a:pt x="12" y="2814"/>
                </a:lnTo>
                <a:lnTo>
                  <a:pt x="13" y="2819"/>
                </a:lnTo>
                <a:lnTo>
                  <a:pt x="13" y="2909"/>
                </a:lnTo>
                <a:lnTo>
                  <a:pt x="12" y="2913"/>
                </a:lnTo>
                <a:lnTo>
                  <a:pt x="7" y="2916"/>
                </a:lnTo>
                <a:lnTo>
                  <a:pt x="2" y="2913"/>
                </a:lnTo>
                <a:lnTo>
                  <a:pt x="0" y="2909"/>
                </a:lnTo>
                <a:close/>
                <a:moveTo>
                  <a:pt x="0" y="2753"/>
                </a:moveTo>
                <a:lnTo>
                  <a:pt x="0" y="2662"/>
                </a:lnTo>
                <a:lnTo>
                  <a:pt x="2" y="2657"/>
                </a:lnTo>
                <a:lnTo>
                  <a:pt x="7" y="2656"/>
                </a:lnTo>
                <a:lnTo>
                  <a:pt x="12" y="2657"/>
                </a:lnTo>
                <a:lnTo>
                  <a:pt x="13" y="2662"/>
                </a:lnTo>
                <a:lnTo>
                  <a:pt x="13" y="2753"/>
                </a:lnTo>
                <a:lnTo>
                  <a:pt x="12" y="2758"/>
                </a:lnTo>
                <a:lnTo>
                  <a:pt x="7" y="2760"/>
                </a:lnTo>
                <a:lnTo>
                  <a:pt x="2" y="2758"/>
                </a:lnTo>
                <a:lnTo>
                  <a:pt x="0" y="2753"/>
                </a:lnTo>
                <a:close/>
                <a:moveTo>
                  <a:pt x="0" y="2597"/>
                </a:moveTo>
                <a:lnTo>
                  <a:pt x="0" y="2506"/>
                </a:lnTo>
                <a:lnTo>
                  <a:pt x="2" y="2501"/>
                </a:lnTo>
                <a:lnTo>
                  <a:pt x="7" y="2499"/>
                </a:lnTo>
                <a:lnTo>
                  <a:pt x="12" y="2501"/>
                </a:lnTo>
                <a:lnTo>
                  <a:pt x="13" y="2506"/>
                </a:lnTo>
                <a:lnTo>
                  <a:pt x="13" y="2597"/>
                </a:lnTo>
                <a:lnTo>
                  <a:pt x="12" y="2602"/>
                </a:lnTo>
                <a:lnTo>
                  <a:pt x="7" y="2603"/>
                </a:lnTo>
                <a:lnTo>
                  <a:pt x="2" y="2602"/>
                </a:lnTo>
                <a:lnTo>
                  <a:pt x="0" y="2597"/>
                </a:lnTo>
                <a:close/>
                <a:moveTo>
                  <a:pt x="0" y="2440"/>
                </a:moveTo>
                <a:lnTo>
                  <a:pt x="0" y="2350"/>
                </a:lnTo>
                <a:lnTo>
                  <a:pt x="2" y="2344"/>
                </a:lnTo>
                <a:lnTo>
                  <a:pt x="7" y="2343"/>
                </a:lnTo>
                <a:lnTo>
                  <a:pt x="12" y="2344"/>
                </a:lnTo>
                <a:lnTo>
                  <a:pt x="13" y="2350"/>
                </a:lnTo>
                <a:lnTo>
                  <a:pt x="13" y="2440"/>
                </a:lnTo>
                <a:lnTo>
                  <a:pt x="12" y="2445"/>
                </a:lnTo>
                <a:lnTo>
                  <a:pt x="7" y="2447"/>
                </a:lnTo>
                <a:lnTo>
                  <a:pt x="2" y="2445"/>
                </a:lnTo>
                <a:lnTo>
                  <a:pt x="0" y="2440"/>
                </a:lnTo>
                <a:close/>
                <a:moveTo>
                  <a:pt x="0" y="2284"/>
                </a:moveTo>
                <a:lnTo>
                  <a:pt x="0" y="2193"/>
                </a:lnTo>
                <a:lnTo>
                  <a:pt x="2" y="2188"/>
                </a:lnTo>
                <a:lnTo>
                  <a:pt x="7" y="2187"/>
                </a:lnTo>
                <a:lnTo>
                  <a:pt x="12" y="2188"/>
                </a:lnTo>
                <a:lnTo>
                  <a:pt x="13" y="2193"/>
                </a:lnTo>
                <a:lnTo>
                  <a:pt x="13" y="2284"/>
                </a:lnTo>
                <a:lnTo>
                  <a:pt x="12" y="2289"/>
                </a:lnTo>
                <a:lnTo>
                  <a:pt x="7" y="2291"/>
                </a:lnTo>
                <a:lnTo>
                  <a:pt x="2" y="2289"/>
                </a:lnTo>
                <a:lnTo>
                  <a:pt x="0" y="2284"/>
                </a:lnTo>
                <a:close/>
                <a:moveTo>
                  <a:pt x="0" y="2129"/>
                </a:moveTo>
                <a:lnTo>
                  <a:pt x="0" y="2037"/>
                </a:lnTo>
                <a:lnTo>
                  <a:pt x="2" y="2033"/>
                </a:lnTo>
                <a:lnTo>
                  <a:pt x="7" y="2030"/>
                </a:lnTo>
                <a:lnTo>
                  <a:pt x="12" y="2033"/>
                </a:lnTo>
                <a:lnTo>
                  <a:pt x="13" y="2037"/>
                </a:lnTo>
                <a:lnTo>
                  <a:pt x="13" y="2129"/>
                </a:lnTo>
                <a:lnTo>
                  <a:pt x="12" y="2133"/>
                </a:lnTo>
                <a:lnTo>
                  <a:pt x="7" y="2134"/>
                </a:lnTo>
                <a:lnTo>
                  <a:pt x="2" y="2133"/>
                </a:lnTo>
                <a:lnTo>
                  <a:pt x="0" y="2129"/>
                </a:lnTo>
                <a:close/>
                <a:moveTo>
                  <a:pt x="0" y="1972"/>
                </a:moveTo>
                <a:lnTo>
                  <a:pt x="0" y="1880"/>
                </a:lnTo>
                <a:lnTo>
                  <a:pt x="2" y="1876"/>
                </a:lnTo>
                <a:lnTo>
                  <a:pt x="7" y="1874"/>
                </a:lnTo>
                <a:lnTo>
                  <a:pt x="12" y="1876"/>
                </a:lnTo>
                <a:lnTo>
                  <a:pt x="13" y="1880"/>
                </a:lnTo>
                <a:lnTo>
                  <a:pt x="13" y="1972"/>
                </a:lnTo>
                <a:lnTo>
                  <a:pt x="12" y="1976"/>
                </a:lnTo>
                <a:lnTo>
                  <a:pt x="7" y="1979"/>
                </a:lnTo>
                <a:lnTo>
                  <a:pt x="2" y="1976"/>
                </a:lnTo>
                <a:lnTo>
                  <a:pt x="0" y="1972"/>
                </a:lnTo>
                <a:close/>
                <a:moveTo>
                  <a:pt x="0" y="1816"/>
                </a:moveTo>
                <a:lnTo>
                  <a:pt x="0" y="1724"/>
                </a:lnTo>
                <a:lnTo>
                  <a:pt x="2" y="1720"/>
                </a:lnTo>
                <a:lnTo>
                  <a:pt x="7" y="1719"/>
                </a:lnTo>
                <a:lnTo>
                  <a:pt x="12" y="1720"/>
                </a:lnTo>
                <a:lnTo>
                  <a:pt x="13" y="1724"/>
                </a:lnTo>
                <a:lnTo>
                  <a:pt x="13" y="1816"/>
                </a:lnTo>
                <a:lnTo>
                  <a:pt x="12" y="1820"/>
                </a:lnTo>
                <a:lnTo>
                  <a:pt x="7" y="1822"/>
                </a:lnTo>
                <a:lnTo>
                  <a:pt x="2" y="1820"/>
                </a:lnTo>
                <a:lnTo>
                  <a:pt x="0" y="1816"/>
                </a:lnTo>
                <a:close/>
                <a:moveTo>
                  <a:pt x="0" y="1660"/>
                </a:moveTo>
                <a:lnTo>
                  <a:pt x="0" y="1569"/>
                </a:lnTo>
                <a:lnTo>
                  <a:pt x="2" y="1564"/>
                </a:lnTo>
                <a:lnTo>
                  <a:pt x="7" y="1562"/>
                </a:lnTo>
                <a:lnTo>
                  <a:pt x="12" y="1564"/>
                </a:lnTo>
                <a:lnTo>
                  <a:pt x="13" y="1569"/>
                </a:lnTo>
                <a:lnTo>
                  <a:pt x="13" y="1660"/>
                </a:lnTo>
                <a:lnTo>
                  <a:pt x="12" y="1665"/>
                </a:lnTo>
                <a:lnTo>
                  <a:pt x="7" y="1666"/>
                </a:lnTo>
                <a:lnTo>
                  <a:pt x="2" y="1665"/>
                </a:lnTo>
                <a:lnTo>
                  <a:pt x="0" y="1660"/>
                </a:lnTo>
                <a:close/>
                <a:moveTo>
                  <a:pt x="0" y="1503"/>
                </a:moveTo>
                <a:lnTo>
                  <a:pt x="0" y="1412"/>
                </a:lnTo>
                <a:lnTo>
                  <a:pt x="2" y="1407"/>
                </a:lnTo>
                <a:lnTo>
                  <a:pt x="7" y="1406"/>
                </a:lnTo>
                <a:lnTo>
                  <a:pt x="12" y="1407"/>
                </a:lnTo>
                <a:lnTo>
                  <a:pt x="13" y="1412"/>
                </a:lnTo>
                <a:lnTo>
                  <a:pt x="13" y="1503"/>
                </a:lnTo>
                <a:lnTo>
                  <a:pt x="12" y="1508"/>
                </a:lnTo>
                <a:lnTo>
                  <a:pt x="7" y="1510"/>
                </a:lnTo>
                <a:lnTo>
                  <a:pt x="2" y="1508"/>
                </a:lnTo>
                <a:lnTo>
                  <a:pt x="0" y="1503"/>
                </a:lnTo>
                <a:close/>
                <a:moveTo>
                  <a:pt x="0" y="1347"/>
                </a:moveTo>
                <a:lnTo>
                  <a:pt x="0" y="1256"/>
                </a:lnTo>
                <a:lnTo>
                  <a:pt x="2" y="1251"/>
                </a:lnTo>
                <a:lnTo>
                  <a:pt x="7" y="1250"/>
                </a:lnTo>
                <a:lnTo>
                  <a:pt x="12" y="1251"/>
                </a:lnTo>
                <a:lnTo>
                  <a:pt x="13" y="1256"/>
                </a:lnTo>
                <a:lnTo>
                  <a:pt x="13" y="1347"/>
                </a:lnTo>
                <a:lnTo>
                  <a:pt x="12" y="1352"/>
                </a:lnTo>
                <a:lnTo>
                  <a:pt x="7" y="1353"/>
                </a:lnTo>
                <a:lnTo>
                  <a:pt x="2" y="1352"/>
                </a:lnTo>
                <a:lnTo>
                  <a:pt x="0" y="1347"/>
                </a:lnTo>
                <a:close/>
                <a:moveTo>
                  <a:pt x="0" y="1191"/>
                </a:moveTo>
                <a:lnTo>
                  <a:pt x="0" y="1100"/>
                </a:lnTo>
                <a:lnTo>
                  <a:pt x="2" y="1095"/>
                </a:lnTo>
                <a:lnTo>
                  <a:pt x="7" y="1093"/>
                </a:lnTo>
                <a:lnTo>
                  <a:pt x="12" y="1095"/>
                </a:lnTo>
                <a:lnTo>
                  <a:pt x="13" y="1100"/>
                </a:lnTo>
                <a:lnTo>
                  <a:pt x="13" y="1191"/>
                </a:lnTo>
                <a:lnTo>
                  <a:pt x="12" y="1196"/>
                </a:lnTo>
                <a:lnTo>
                  <a:pt x="7" y="1197"/>
                </a:lnTo>
                <a:lnTo>
                  <a:pt x="2" y="1196"/>
                </a:lnTo>
                <a:lnTo>
                  <a:pt x="0" y="1191"/>
                </a:lnTo>
                <a:close/>
                <a:moveTo>
                  <a:pt x="0" y="1034"/>
                </a:moveTo>
                <a:lnTo>
                  <a:pt x="0" y="943"/>
                </a:lnTo>
                <a:lnTo>
                  <a:pt x="2" y="938"/>
                </a:lnTo>
                <a:lnTo>
                  <a:pt x="7" y="937"/>
                </a:lnTo>
                <a:lnTo>
                  <a:pt x="12" y="938"/>
                </a:lnTo>
                <a:lnTo>
                  <a:pt x="13" y="943"/>
                </a:lnTo>
                <a:lnTo>
                  <a:pt x="13" y="1034"/>
                </a:lnTo>
                <a:lnTo>
                  <a:pt x="12" y="1039"/>
                </a:lnTo>
                <a:lnTo>
                  <a:pt x="7" y="1041"/>
                </a:lnTo>
                <a:lnTo>
                  <a:pt x="2" y="1039"/>
                </a:lnTo>
                <a:lnTo>
                  <a:pt x="0" y="1034"/>
                </a:lnTo>
                <a:close/>
                <a:moveTo>
                  <a:pt x="0" y="879"/>
                </a:moveTo>
                <a:lnTo>
                  <a:pt x="0" y="787"/>
                </a:lnTo>
                <a:lnTo>
                  <a:pt x="2" y="783"/>
                </a:lnTo>
                <a:lnTo>
                  <a:pt x="7" y="780"/>
                </a:lnTo>
                <a:lnTo>
                  <a:pt x="12" y="783"/>
                </a:lnTo>
                <a:lnTo>
                  <a:pt x="13" y="787"/>
                </a:lnTo>
                <a:lnTo>
                  <a:pt x="13" y="879"/>
                </a:lnTo>
                <a:lnTo>
                  <a:pt x="12" y="883"/>
                </a:lnTo>
                <a:lnTo>
                  <a:pt x="7" y="884"/>
                </a:lnTo>
                <a:lnTo>
                  <a:pt x="2" y="883"/>
                </a:lnTo>
                <a:lnTo>
                  <a:pt x="0" y="879"/>
                </a:lnTo>
                <a:close/>
                <a:moveTo>
                  <a:pt x="0" y="722"/>
                </a:moveTo>
                <a:lnTo>
                  <a:pt x="0" y="631"/>
                </a:lnTo>
                <a:lnTo>
                  <a:pt x="2" y="627"/>
                </a:lnTo>
                <a:lnTo>
                  <a:pt x="7" y="624"/>
                </a:lnTo>
                <a:lnTo>
                  <a:pt x="12" y="627"/>
                </a:lnTo>
                <a:lnTo>
                  <a:pt x="13" y="631"/>
                </a:lnTo>
                <a:lnTo>
                  <a:pt x="13" y="722"/>
                </a:lnTo>
                <a:lnTo>
                  <a:pt x="12" y="727"/>
                </a:lnTo>
                <a:lnTo>
                  <a:pt x="7" y="729"/>
                </a:lnTo>
                <a:lnTo>
                  <a:pt x="2" y="727"/>
                </a:lnTo>
                <a:lnTo>
                  <a:pt x="0" y="722"/>
                </a:lnTo>
                <a:close/>
                <a:moveTo>
                  <a:pt x="0" y="566"/>
                </a:moveTo>
                <a:lnTo>
                  <a:pt x="0" y="474"/>
                </a:lnTo>
                <a:lnTo>
                  <a:pt x="2" y="470"/>
                </a:lnTo>
                <a:lnTo>
                  <a:pt x="7" y="469"/>
                </a:lnTo>
                <a:lnTo>
                  <a:pt x="12" y="470"/>
                </a:lnTo>
                <a:lnTo>
                  <a:pt x="13" y="474"/>
                </a:lnTo>
                <a:lnTo>
                  <a:pt x="13" y="566"/>
                </a:lnTo>
                <a:lnTo>
                  <a:pt x="12" y="571"/>
                </a:lnTo>
                <a:lnTo>
                  <a:pt x="7" y="573"/>
                </a:lnTo>
                <a:lnTo>
                  <a:pt x="2" y="571"/>
                </a:lnTo>
                <a:lnTo>
                  <a:pt x="0" y="566"/>
                </a:lnTo>
                <a:close/>
                <a:moveTo>
                  <a:pt x="0" y="410"/>
                </a:moveTo>
                <a:lnTo>
                  <a:pt x="0" y="319"/>
                </a:lnTo>
                <a:lnTo>
                  <a:pt x="2" y="314"/>
                </a:lnTo>
                <a:lnTo>
                  <a:pt x="7" y="312"/>
                </a:lnTo>
                <a:lnTo>
                  <a:pt x="12" y="314"/>
                </a:lnTo>
                <a:lnTo>
                  <a:pt x="13" y="319"/>
                </a:lnTo>
                <a:lnTo>
                  <a:pt x="13" y="410"/>
                </a:lnTo>
                <a:lnTo>
                  <a:pt x="12" y="415"/>
                </a:lnTo>
                <a:lnTo>
                  <a:pt x="7" y="416"/>
                </a:lnTo>
                <a:lnTo>
                  <a:pt x="2" y="415"/>
                </a:lnTo>
                <a:lnTo>
                  <a:pt x="0" y="410"/>
                </a:lnTo>
                <a:close/>
                <a:moveTo>
                  <a:pt x="0" y="253"/>
                </a:moveTo>
                <a:lnTo>
                  <a:pt x="0" y="163"/>
                </a:lnTo>
                <a:lnTo>
                  <a:pt x="2" y="158"/>
                </a:lnTo>
                <a:lnTo>
                  <a:pt x="7" y="156"/>
                </a:lnTo>
                <a:lnTo>
                  <a:pt x="12" y="158"/>
                </a:lnTo>
                <a:lnTo>
                  <a:pt x="13" y="163"/>
                </a:lnTo>
                <a:lnTo>
                  <a:pt x="13" y="253"/>
                </a:lnTo>
                <a:lnTo>
                  <a:pt x="12" y="258"/>
                </a:lnTo>
                <a:lnTo>
                  <a:pt x="7" y="260"/>
                </a:lnTo>
                <a:lnTo>
                  <a:pt x="2" y="258"/>
                </a:lnTo>
                <a:lnTo>
                  <a:pt x="0" y="253"/>
                </a:lnTo>
                <a:close/>
                <a:moveTo>
                  <a:pt x="0" y="97"/>
                </a:moveTo>
                <a:lnTo>
                  <a:pt x="0" y="6"/>
                </a:lnTo>
                <a:lnTo>
                  <a:pt x="2" y="1"/>
                </a:lnTo>
                <a:lnTo>
                  <a:pt x="7" y="0"/>
                </a:lnTo>
                <a:lnTo>
                  <a:pt x="12" y="1"/>
                </a:lnTo>
                <a:lnTo>
                  <a:pt x="13" y="6"/>
                </a:lnTo>
                <a:lnTo>
                  <a:pt x="13" y="97"/>
                </a:lnTo>
                <a:lnTo>
                  <a:pt x="12" y="102"/>
                </a:lnTo>
                <a:lnTo>
                  <a:pt x="7" y="104"/>
                </a:lnTo>
                <a:lnTo>
                  <a:pt x="2" y="102"/>
                </a:lnTo>
                <a:lnTo>
                  <a:pt x="0" y="97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305" name="Freeform 310"/>
          <p:cNvSpPr>
            <a:spLocks/>
          </p:cNvSpPr>
          <p:nvPr/>
        </p:nvSpPr>
        <p:spPr bwMode="auto">
          <a:xfrm>
            <a:off x="4789022" y="5293081"/>
            <a:ext cx="43901" cy="41715"/>
          </a:xfrm>
          <a:custGeom>
            <a:avLst/>
            <a:gdLst>
              <a:gd name="T0" fmla="*/ 0 w 102"/>
              <a:gd name="T1" fmla="*/ 14840448 h 103"/>
              <a:gd name="T2" fmla="*/ 279929 w 102"/>
              <a:gd name="T3" fmla="*/ 18041467 h 103"/>
              <a:gd name="T4" fmla="*/ 840317 w 102"/>
              <a:gd name="T5" fmla="*/ 20660433 h 103"/>
              <a:gd name="T6" fmla="*/ 2239963 w 102"/>
              <a:gd name="T7" fmla="*/ 22988643 h 103"/>
              <a:gd name="T8" fmla="*/ 4199996 w 102"/>
              <a:gd name="T9" fmla="*/ 25607069 h 103"/>
              <a:gd name="T10" fmla="*/ 6160558 w 102"/>
              <a:gd name="T11" fmla="*/ 27062470 h 103"/>
              <a:gd name="T12" fmla="*/ 8400521 w 102"/>
              <a:gd name="T13" fmla="*/ 28517331 h 103"/>
              <a:gd name="T14" fmla="*/ 11480800 w 102"/>
              <a:gd name="T15" fmla="*/ 29681436 h 103"/>
              <a:gd name="T16" fmla="*/ 14000692 w 102"/>
              <a:gd name="T17" fmla="*/ 29972193 h 103"/>
              <a:gd name="T18" fmla="*/ 17080971 w 102"/>
              <a:gd name="T19" fmla="*/ 29681436 h 103"/>
              <a:gd name="T20" fmla="*/ 19601392 w 102"/>
              <a:gd name="T21" fmla="*/ 28517331 h 103"/>
              <a:gd name="T22" fmla="*/ 22401213 w 102"/>
              <a:gd name="T23" fmla="*/ 27062470 h 103"/>
              <a:gd name="T24" fmla="*/ 24361775 w 102"/>
              <a:gd name="T25" fmla="*/ 25607069 h 103"/>
              <a:gd name="T26" fmla="*/ 26321808 w 102"/>
              <a:gd name="T27" fmla="*/ 22988643 h 103"/>
              <a:gd name="T28" fmla="*/ 27441525 w 102"/>
              <a:gd name="T29" fmla="*/ 20660433 h 103"/>
              <a:gd name="T30" fmla="*/ 28281842 w 102"/>
              <a:gd name="T31" fmla="*/ 18041467 h 103"/>
              <a:gd name="T32" fmla="*/ 28561771 w 102"/>
              <a:gd name="T33" fmla="*/ 14840448 h 103"/>
              <a:gd name="T34" fmla="*/ 28561771 w 102"/>
              <a:gd name="T35" fmla="*/ 14840448 h 103"/>
              <a:gd name="T36" fmla="*/ 28281842 w 102"/>
              <a:gd name="T37" fmla="*/ 11930726 h 103"/>
              <a:gd name="T38" fmla="*/ 27441525 w 102"/>
              <a:gd name="T39" fmla="*/ 9021003 h 103"/>
              <a:gd name="T40" fmla="*/ 26321808 w 102"/>
              <a:gd name="T41" fmla="*/ 6402037 h 103"/>
              <a:gd name="T42" fmla="*/ 24361775 w 102"/>
              <a:gd name="T43" fmla="*/ 4365123 h 103"/>
              <a:gd name="T44" fmla="*/ 22401213 w 102"/>
              <a:gd name="T45" fmla="*/ 2618966 h 103"/>
              <a:gd name="T46" fmla="*/ 19601392 w 102"/>
              <a:gd name="T47" fmla="*/ 1164105 h 103"/>
              <a:gd name="T48" fmla="*/ 17080971 w 102"/>
              <a:gd name="T49" fmla="*/ 290756 h 103"/>
              <a:gd name="T50" fmla="*/ 14000692 w 102"/>
              <a:gd name="T51" fmla="*/ 0 h 103"/>
              <a:gd name="T52" fmla="*/ 11480800 w 102"/>
              <a:gd name="T53" fmla="*/ 290756 h 103"/>
              <a:gd name="T54" fmla="*/ 8400521 w 102"/>
              <a:gd name="T55" fmla="*/ 1164105 h 103"/>
              <a:gd name="T56" fmla="*/ 6160558 w 102"/>
              <a:gd name="T57" fmla="*/ 2618966 h 103"/>
              <a:gd name="T58" fmla="*/ 4199996 w 102"/>
              <a:gd name="T59" fmla="*/ 4365123 h 103"/>
              <a:gd name="T60" fmla="*/ 2239963 w 102"/>
              <a:gd name="T61" fmla="*/ 6402037 h 103"/>
              <a:gd name="T62" fmla="*/ 840317 w 102"/>
              <a:gd name="T63" fmla="*/ 9021003 h 103"/>
              <a:gd name="T64" fmla="*/ 279929 w 102"/>
              <a:gd name="T65" fmla="*/ 11930726 h 103"/>
              <a:gd name="T66" fmla="*/ 0 w 102"/>
              <a:gd name="T67" fmla="*/ 14840448 h 10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3"/>
              <a:gd name="T104" fmla="*/ 102 w 102"/>
              <a:gd name="T105" fmla="*/ 103 h 10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3">
                <a:moveTo>
                  <a:pt x="0" y="51"/>
                </a:moveTo>
                <a:lnTo>
                  <a:pt x="1" y="62"/>
                </a:lnTo>
                <a:lnTo>
                  <a:pt x="3" y="71"/>
                </a:lnTo>
                <a:lnTo>
                  <a:pt x="8" y="79"/>
                </a:lnTo>
                <a:lnTo>
                  <a:pt x="15" y="88"/>
                </a:lnTo>
                <a:lnTo>
                  <a:pt x="22" y="93"/>
                </a:lnTo>
                <a:lnTo>
                  <a:pt x="30" y="98"/>
                </a:lnTo>
                <a:lnTo>
                  <a:pt x="41" y="102"/>
                </a:lnTo>
                <a:lnTo>
                  <a:pt x="50" y="103"/>
                </a:lnTo>
                <a:lnTo>
                  <a:pt x="61" y="102"/>
                </a:lnTo>
                <a:lnTo>
                  <a:pt x="70" y="98"/>
                </a:lnTo>
                <a:lnTo>
                  <a:pt x="80" y="93"/>
                </a:lnTo>
                <a:lnTo>
                  <a:pt x="87" y="88"/>
                </a:lnTo>
                <a:lnTo>
                  <a:pt x="94" y="79"/>
                </a:lnTo>
                <a:lnTo>
                  <a:pt x="98" y="71"/>
                </a:lnTo>
                <a:lnTo>
                  <a:pt x="101" y="62"/>
                </a:lnTo>
                <a:lnTo>
                  <a:pt x="102" y="51"/>
                </a:lnTo>
                <a:lnTo>
                  <a:pt x="101" y="41"/>
                </a:lnTo>
                <a:lnTo>
                  <a:pt x="98" y="31"/>
                </a:lnTo>
                <a:lnTo>
                  <a:pt x="94" y="22"/>
                </a:lnTo>
                <a:lnTo>
                  <a:pt x="87" y="15"/>
                </a:lnTo>
                <a:lnTo>
                  <a:pt x="80" y="9"/>
                </a:lnTo>
                <a:lnTo>
                  <a:pt x="70" y="4"/>
                </a:lnTo>
                <a:lnTo>
                  <a:pt x="61" y="1"/>
                </a:lnTo>
                <a:lnTo>
                  <a:pt x="50" y="0"/>
                </a:lnTo>
                <a:lnTo>
                  <a:pt x="41" y="1"/>
                </a:lnTo>
                <a:lnTo>
                  <a:pt x="30" y="4"/>
                </a:lnTo>
                <a:lnTo>
                  <a:pt x="22" y="9"/>
                </a:lnTo>
                <a:lnTo>
                  <a:pt x="15" y="15"/>
                </a:lnTo>
                <a:lnTo>
                  <a:pt x="8" y="22"/>
                </a:lnTo>
                <a:lnTo>
                  <a:pt x="3" y="31"/>
                </a:lnTo>
                <a:lnTo>
                  <a:pt x="1" y="41"/>
                </a:lnTo>
                <a:lnTo>
                  <a:pt x="0" y="51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306" name="Freeform 311"/>
          <p:cNvSpPr>
            <a:spLocks/>
          </p:cNvSpPr>
          <p:nvPr/>
        </p:nvSpPr>
        <p:spPr bwMode="auto">
          <a:xfrm>
            <a:off x="4789022" y="5293081"/>
            <a:ext cx="43901" cy="41715"/>
          </a:xfrm>
          <a:custGeom>
            <a:avLst/>
            <a:gdLst>
              <a:gd name="T0" fmla="*/ 0 w 102"/>
              <a:gd name="T1" fmla="*/ 14840448 h 103"/>
              <a:gd name="T2" fmla="*/ 279929 w 102"/>
              <a:gd name="T3" fmla="*/ 18041467 h 103"/>
              <a:gd name="T4" fmla="*/ 840317 w 102"/>
              <a:gd name="T5" fmla="*/ 20660433 h 103"/>
              <a:gd name="T6" fmla="*/ 2239963 w 102"/>
              <a:gd name="T7" fmla="*/ 22988643 h 103"/>
              <a:gd name="T8" fmla="*/ 4199996 w 102"/>
              <a:gd name="T9" fmla="*/ 25607069 h 103"/>
              <a:gd name="T10" fmla="*/ 6160558 w 102"/>
              <a:gd name="T11" fmla="*/ 27062470 h 103"/>
              <a:gd name="T12" fmla="*/ 8400521 w 102"/>
              <a:gd name="T13" fmla="*/ 28517331 h 103"/>
              <a:gd name="T14" fmla="*/ 11480800 w 102"/>
              <a:gd name="T15" fmla="*/ 29681436 h 103"/>
              <a:gd name="T16" fmla="*/ 14000692 w 102"/>
              <a:gd name="T17" fmla="*/ 29972193 h 103"/>
              <a:gd name="T18" fmla="*/ 17080971 w 102"/>
              <a:gd name="T19" fmla="*/ 29681436 h 103"/>
              <a:gd name="T20" fmla="*/ 19601392 w 102"/>
              <a:gd name="T21" fmla="*/ 28517331 h 103"/>
              <a:gd name="T22" fmla="*/ 22401213 w 102"/>
              <a:gd name="T23" fmla="*/ 27062470 h 103"/>
              <a:gd name="T24" fmla="*/ 24361775 w 102"/>
              <a:gd name="T25" fmla="*/ 25607069 h 103"/>
              <a:gd name="T26" fmla="*/ 26321808 w 102"/>
              <a:gd name="T27" fmla="*/ 22988643 h 103"/>
              <a:gd name="T28" fmla="*/ 27441525 w 102"/>
              <a:gd name="T29" fmla="*/ 20660433 h 103"/>
              <a:gd name="T30" fmla="*/ 28281842 w 102"/>
              <a:gd name="T31" fmla="*/ 18041467 h 103"/>
              <a:gd name="T32" fmla="*/ 28561771 w 102"/>
              <a:gd name="T33" fmla="*/ 14840448 h 103"/>
              <a:gd name="T34" fmla="*/ 28561771 w 102"/>
              <a:gd name="T35" fmla="*/ 14840448 h 103"/>
              <a:gd name="T36" fmla="*/ 28281842 w 102"/>
              <a:gd name="T37" fmla="*/ 11930726 h 103"/>
              <a:gd name="T38" fmla="*/ 27441525 w 102"/>
              <a:gd name="T39" fmla="*/ 9021003 h 103"/>
              <a:gd name="T40" fmla="*/ 26321808 w 102"/>
              <a:gd name="T41" fmla="*/ 6402037 h 103"/>
              <a:gd name="T42" fmla="*/ 24361775 w 102"/>
              <a:gd name="T43" fmla="*/ 4365123 h 103"/>
              <a:gd name="T44" fmla="*/ 22401213 w 102"/>
              <a:gd name="T45" fmla="*/ 2618966 h 103"/>
              <a:gd name="T46" fmla="*/ 19601392 w 102"/>
              <a:gd name="T47" fmla="*/ 1164105 h 103"/>
              <a:gd name="T48" fmla="*/ 17080971 w 102"/>
              <a:gd name="T49" fmla="*/ 290756 h 103"/>
              <a:gd name="T50" fmla="*/ 14000692 w 102"/>
              <a:gd name="T51" fmla="*/ 0 h 103"/>
              <a:gd name="T52" fmla="*/ 11480800 w 102"/>
              <a:gd name="T53" fmla="*/ 290756 h 103"/>
              <a:gd name="T54" fmla="*/ 8400521 w 102"/>
              <a:gd name="T55" fmla="*/ 1164105 h 103"/>
              <a:gd name="T56" fmla="*/ 6160558 w 102"/>
              <a:gd name="T57" fmla="*/ 2618966 h 103"/>
              <a:gd name="T58" fmla="*/ 4199996 w 102"/>
              <a:gd name="T59" fmla="*/ 4365123 h 103"/>
              <a:gd name="T60" fmla="*/ 2239963 w 102"/>
              <a:gd name="T61" fmla="*/ 6402037 h 103"/>
              <a:gd name="T62" fmla="*/ 840317 w 102"/>
              <a:gd name="T63" fmla="*/ 9021003 h 103"/>
              <a:gd name="T64" fmla="*/ 279929 w 102"/>
              <a:gd name="T65" fmla="*/ 11930726 h 103"/>
              <a:gd name="T66" fmla="*/ 0 w 102"/>
              <a:gd name="T67" fmla="*/ 14840448 h 10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3"/>
              <a:gd name="T104" fmla="*/ 102 w 102"/>
              <a:gd name="T105" fmla="*/ 103 h 10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3">
                <a:moveTo>
                  <a:pt x="0" y="51"/>
                </a:moveTo>
                <a:lnTo>
                  <a:pt x="1" y="62"/>
                </a:lnTo>
                <a:lnTo>
                  <a:pt x="3" y="71"/>
                </a:lnTo>
                <a:lnTo>
                  <a:pt x="8" y="79"/>
                </a:lnTo>
                <a:lnTo>
                  <a:pt x="15" y="88"/>
                </a:lnTo>
                <a:lnTo>
                  <a:pt x="22" y="93"/>
                </a:lnTo>
                <a:lnTo>
                  <a:pt x="30" y="98"/>
                </a:lnTo>
                <a:lnTo>
                  <a:pt x="41" y="102"/>
                </a:lnTo>
                <a:lnTo>
                  <a:pt x="50" y="103"/>
                </a:lnTo>
                <a:lnTo>
                  <a:pt x="61" y="102"/>
                </a:lnTo>
                <a:lnTo>
                  <a:pt x="70" y="98"/>
                </a:lnTo>
                <a:lnTo>
                  <a:pt x="80" y="93"/>
                </a:lnTo>
                <a:lnTo>
                  <a:pt x="87" y="88"/>
                </a:lnTo>
                <a:lnTo>
                  <a:pt x="94" y="79"/>
                </a:lnTo>
                <a:lnTo>
                  <a:pt x="98" y="71"/>
                </a:lnTo>
                <a:lnTo>
                  <a:pt x="101" y="62"/>
                </a:lnTo>
                <a:lnTo>
                  <a:pt x="102" y="51"/>
                </a:lnTo>
                <a:lnTo>
                  <a:pt x="101" y="41"/>
                </a:lnTo>
                <a:lnTo>
                  <a:pt x="98" y="31"/>
                </a:lnTo>
                <a:lnTo>
                  <a:pt x="94" y="22"/>
                </a:lnTo>
                <a:lnTo>
                  <a:pt x="87" y="15"/>
                </a:lnTo>
                <a:lnTo>
                  <a:pt x="80" y="9"/>
                </a:lnTo>
                <a:lnTo>
                  <a:pt x="70" y="4"/>
                </a:lnTo>
                <a:lnTo>
                  <a:pt x="61" y="1"/>
                </a:lnTo>
                <a:lnTo>
                  <a:pt x="50" y="0"/>
                </a:lnTo>
                <a:lnTo>
                  <a:pt x="41" y="1"/>
                </a:lnTo>
                <a:lnTo>
                  <a:pt x="30" y="4"/>
                </a:lnTo>
                <a:lnTo>
                  <a:pt x="22" y="9"/>
                </a:lnTo>
                <a:lnTo>
                  <a:pt x="15" y="15"/>
                </a:lnTo>
                <a:lnTo>
                  <a:pt x="8" y="22"/>
                </a:lnTo>
                <a:lnTo>
                  <a:pt x="3" y="31"/>
                </a:lnTo>
                <a:lnTo>
                  <a:pt x="1" y="41"/>
                </a:lnTo>
                <a:lnTo>
                  <a:pt x="0" y="51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307" name="Freeform 312"/>
          <p:cNvSpPr>
            <a:spLocks/>
          </p:cNvSpPr>
          <p:nvPr/>
        </p:nvSpPr>
        <p:spPr bwMode="auto">
          <a:xfrm>
            <a:off x="4789022" y="5383663"/>
            <a:ext cx="43901" cy="40524"/>
          </a:xfrm>
          <a:custGeom>
            <a:avLst/>
            <a:gdLst>
              <a:gd name="T0" fmla="*/ 0 w 102"/>
              <a:gd name="T1" fmla="*/ 14000692 h 102"/>
              <a:gd name="T2" fmla="*/ 279929 w 102"/>
              <a:gd name="T3" fmla="*/ 17080971 h 102"/>
              <a:gd name="T4" fmla="*/ 840317 w 102"/>
              <a:gd name="T5" fmla="*/ 19601392 h 102"/>
              <a:gd name="T6" fmla="*/ 2239963 w 102"/>
              <a:gd name="T7" fmla="*/ 22121283 h 102"/>
              <a:gd name="T8" fmla="*/ 4199996 w 102"/>
              <a:gd name="T9" fmla="*/ 24081317 h 102"/>
              <a:gd name="T10" fmla="*/ 6160558 w 102"/>
              <a:gd name="T11" fmla="*/ 26041879 h 102"/>
              <a:gd name="T12" fmla="*/ 8400521 w 102"/>
              <a:gd name="T13" fmla="*/ 27441525 h 102"/>
              <a:gd name="T14" fmla="*/ 11480800 w 102"/>
              <a:gd name="T15" fmla="*/ 28281842 h 102"/>
              <a:gd name="T16" fmla="*/ 14000692 w 102"/>
              <a:gd name="T17" fmla="*/ 28561771 h 102"/>
              <a:gd name="T18" fmla="*/ 17080971 w 102"/>
              <a:gd name="T19" fmla="*/ 28281842 h 102"/>
              <a:gd name="T20" fmla="*/ 19601392 w 102"/>
              <a:gd name="T21" fmla="*/ 27441525 h 102"/>
              <a:gd name="T22" fmla="*/ 22401213 w 102"/>
              <a:gd name="T23" fmla="*/ 26041879 h 102"/>
              <a:gd name="T24" fmla="*/ 24361775 w 102"/>
              <a:gd name="T25" fmla="*/ 24081317 h 102"/>
              <a:gd name="T26" fmla="*/ 26321808 w 102"/>
              <a:gd name="T27" fmla="*/ 22121283 h 102"/>
              <a:gd name="T28" fmla="*/ 27441525 w 102"/>
              <a:gd name="T29" fmla="*/ 19601392 h 102"/>
              <a:gd name="T30" fmla="*/ 28281842 w 102"/>
              <a:gd name="T31" fmla="*/ 17080971 h 102"/>
              <a:gd name="T32" fmla="*/ 28561771 w 102"/>
              <a:gd name="T33" fmla="*/ 14000692 h 102"/>
              <a:gd name="T34" fmla="*/ 28561771 w 102"/>
              <a:gd name="T35" fmla="*/ 14000692 h 102"/>
              <a:gd name="T36" fmla="*/ 28281842 w 102"/>
              <a:gd name="T37" fmla="*/ 11480800 h 102"/>
              <a:gd name="T38" fmla="*/ 27441525 w 102"/>
              <a:gd name="T39" fmla="*/ 8400521 h 102"/>
              <a:gd name="T40" fmla="*/ 26321808 w 102"/>
              <a:gd name="T41" fmla="*/ 6160558 h 102"/>
              <a:gd name="T42" fmla="*/ 24361775 w 102"/>
              <a:gd name="T43" fmla="*/ 4199996 h 102"/>
              <a:gd name="T44" fmla="*/ 22401213 w 102"/>
              <a:gd name="T45" fmla="*/ 2239963 h 102"/>
              <a:gd name="T46" fmla="*/ 19601392 w 102"/>
              <a:gd name="T47" fmla="*/ 840317 h 102"/>
              <a:gd name="T48" fmla="*/ 17080971 w 102"/>
              <a:gd name="T49" fmla="*/ 279929 h 102"/>
              <a:gd name="T50" fmla="*/ 14000692 w 102"/>
              <a:gd name="T51" fmla="*/ 0 h 102"/>
              <a:gd name="T52" fmla="*/ 11480800 w 102"/>
              <a:gd name="T53" fmla="*/ 279929 h 102"/>
              <a:gd name="T54" fmla="*/ 8400521 w 102"/>
              <a:gd name="T55" fmla="*/ 840317 h 102"/>
              <a:gd name="T56" fmla="*/ 6160558 w 102"/>
              <a:gd name="T57" fmla="*/ 2239963 h 102"/>
              <a:gd name="T58" fmla="*/ 4199996 w 102"/>
              <a:gd name="T59" fmla="*/ 4199996 h 102"/>
              <a:gd name="T60" fmla="*/ 2239963 w 102"/>
              <a:gd name="T61" fmla="*/ 6160558 h 102"/>
              <a:gd name="T62" fmla="*/ 840317 w 102"/>
              <a:gd name="T63" fmla="*/ 8400521 h 102"/>
              <a:gd name="T64" fmla="*/ 279929 w 102"/>
              <a:gd name="T65" fmla="*/ 11480800 h 102"/>
              <a:gd name="T66" fmla="*/ 0 w 102"/>
              <a:gd name="T67" fmla="*/ 14000692 h 10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2"/>
              <a:gd name="T104" fmla="*/ 102 w 102"/>
              <a:gd name="T105" fmla="*/ 102 h 102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2">
                <a:moveTo>
                  <a:pt x="0" y="50"/>
                </a:moveTo>
                <a:lnTo>
                  <a:pt x="1" y="61"/>
                </a:lnTo>
                <a:lnTo>
                  <a:pt x="3" y="70"/>
                </a:lnTo>
                <a:lnTo>
                  <a:pt x="8" y="79"/>
                </a:lnTo>
                <a:lnTo>
                  <a:pt x="15" y="86"/>
                </a:lnTo>
                <a:lnTo>
                  <a:pt x="22" y="93"/>
                </a:lnTo>
                <a:lnTo>
                  <a:pt x="30" y="98"/>
                </a:lnTo>
                <a:lnTo>
                  <a:pt x="41" y="101"/>
                </a:lnTo>
                <a:lnTo>
                  <a:pt x="50" y="102"/>
                </a:lnTo>
                <a:lnTo>
                  <a:pt x="61" y="101"/>
                </a:lnTo>
                <a:lnTo>
                  <a:pt x="70" y="98"/>
                </a:lnTo>
                <a:lnTo>
                  <a:pt x="80" y="93"/>
                </a:lnTo>
                <a:lnTo>
                  <a:pt x="87" y="86"/>
                </a:lnTo>
                <a:lnTo>
                  <a:pt x="94" y="79"/>
                </a:lnTo>
                <a:lnTo>
                  <a:pt x="98" y="70"/>
                </a:lnTo>
                <a:lnTo>
                  <a:pt x="101" y="61"/>
                </a:lnTo>
                <a:lnTo>
                  <a:pt x="102" y="50"/>
                </a:lnTo>
                <a:lnTo>
                  <a:pt x="101" y="41"/>
                </a:lnTo>
                <a:lnTo>
                  <a:pt x="98" y="30"/>
                </a:lnTo>
                <a:lnTo>
                  <a:pt x="94" y="22"/>
                </a:lnTo>
                <a:lnTo>
                  <a:pt x="87" y="15"/>
                </a:lnTo>
                <a:lnTo>
                  <a:pt x="80" y="8"/>
                </a:lnTo>
                <a:lnTo>
                  <a:pt x="70" y="3"/>
                </a:lnTo>
                <a:lnTo>
                  <a:pt x="61" y="1"/>
                </a:lnTo>
                <a:lnTo>
                  <a:pt x="50" y="0"/>
                </a:lnTo>
                <a:lnTo>
                  <a:pt x="41" y="1"/>
                </a:lnTo>
                <a:lnTo>
                  <a:pt x="30" y="3"/>
                </a:lnTo>
                <a:lnTo>
                  <a:pt x="22" y="8"/>
                </a:lnTo>
                <a:lnTo>
                  <a:pt x="15" y="15"/>
                </a:lnTo>
                <a:lnTo>
                  <a:pt x="8" y="22"/>
                </a:lnTo>
                <a:lnTo>
                  <a:pt x="3" y="30"/>
                </a:lnTo>
                <a:lnTo>
                  <a:pt x="1" y="41"/>
                </a:lnTo>
                <a:lnTo>
                  <a:pt x="0" y="50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308" name="Freeform 313"/>
          <p:cNvSpPr>
            <a:spLocks/>
          </p:cNvSpPr>
          <p:nvPr/>
        </p:nvSpPr>
        <p:spPr bwMode="auto">
          <a:xfrm>
            <a:off x="4789022" y="5383663"/>
            <a:ext cx="43901" cy="40524"/>
          </a:xfrm>
          <a:custGeom>
            <a:avLst/>
            <a:gdLst>
              <a:gd name="T0" fmla="*/ 0 w 102"/>
              <a:gd name="T1" fmla="*/ 14000692 h 102"/>
              <a:gd name="T2" fmla="*/ 279929 w 102"/>
              <a:gd name="T3" fmla="*/ 17080971 h 102"/>
              <a:gd name="T4" fmla="*/ 840317 w 102"/>
              <a:gd name="T5" fmla="*/ 19601392 h 102"/>
              <a:gd name="T6" fmla="*/ 2239963 w 102"/>
              <a:gd name="T7" fmla="*/ 22121283 h 102"/>
              <a:gd name="T8" fmla="*/ 4199996 w 102"/>
              <a:gd name="T9" fmla="*/ 24081317 h 102"/>
              <a:gd name="T10" fmla="*/ 6160558 w 102"/>
              <a:gd name="T11" fmla="*/ 26041879 h 102"/>
              <a:gd name="T12" fmla="*/ 8400521 w 102"/>
              <a:gd name="T13" fmla="*/ 27441525 h 102"/>
              <a:gd name="T14" fmla="*/ 11480800 w 102"/>
              <a:gd name="T15" fmla="*/ 28281842 h 102"/>
              <a:gd name="T16" fmla="*/ 14000692 w 102"/>
              <a:gd name="T17" fmla="*/ 28561771 h 102"/>
              <a:gd name="T18" fmla="*/ 17080971 w 102"/>
              <a:gd name="T19" fmla="*/ 28281842 h 102"/>
              <a:gd name="T20" fmla="*/ 19601392 w 102"/>
              <a:gd name="T21" fmla="*/ 27441525 h 102"/>
              <a:gd name="T22" fmla="*/ 22401213 w 102"/>
              <a:gd name="T23" fmla="*/ 26041879 h 102"/>
              <a:gd name="T24" fmla="*/ 24361775 w 102"/>
              <a:gd name="T25" fmla="*/ 24081317 h 102"/>
              <a:gd name="T26" fmla="*/ 26321808 w 102"/>
              <a:gd name="T27" fmla="*/ 22121283 h 102"/>
              <a:gd name="T28" fmla="*/ 27441525 w 102"/>
              <a:gd name="T29" fmla="*/ 19601392 h 102"/>
              <a:gd name="T30" fmla="*/ 28281842 w 102"/>
              <a:gd name="T31" fmla="*/ 17080971 h 102"/>
              <a:gd name="T32" fmla="*/ 28561771 w 102"/>
              <a:gd name="T33" fmla="*/ 14000692 h 102"/>
              <a:gd name="T34" fmla="*/ 28561771 w 102"/>
              <a:gd name="T35" fmla="*/ 14000692 h 102"/>
              <a:gd name="T36" fmla="*/ 28281842 w 102"/>
              <a:gd name="T37" fmla="*/ 11480800 h 102"/>
              <a:gd name="T38" fmla="*/ 27441525 w 102"/>
              <a:gd name="T39" fmla="*/ 8400521 h 102"/>
              <a:gd name="T40" fmla="*/ 26321808 w 102"/>
              <a:gd name="T41" fmla="*/ 6160558 h 102"/>
              <a:gd name="T42" fmla="*/ 24361775 w 102"/>
              <a:gd name="T43" fmla="*/ 4199996 h 102"/>
              <a:gd name="T44" fmla="*/ 22401213 w 102"/>
              <a:gd name="T45" fmla="*/ 2239963 h 102"/>
              <a:gd name="T46" fmla="*/ 19601392 w 102"/>
              <a:gd name="T47" fmla="*/ 840317 h 102"/>
              <a:gd name="T48" fmla="*/ 17080971 w 102"/>
              <a:gd name="T49" fmla="*/ 279929 h 102"/>
              <a:gd name="T50" fmla="*/ 14000692 w 102"/>
              <a:gd name="T51" fmla="*/ 0 h 102"/>
              <a:gd name="T52" fmla="*/ 11480800 w 102"/>
              <a:gd name="T53" fmla="*/ 279929 h 102"/>
              <a:gd name="T54" fmla="*/ 8400521 w 102"/>
              <a:gd name="T55" fmla="*/ 840317 h 102"/>
              <a:gd name="T56" fmla="*/ 6160558 w 102"/>
              <a:gd name="T57" fmla="*/ 2239963 h 102"/>
              <a:gd name="T58" fmla="*/ 4199996 w 102"/>
              <a:gd name="T59" fmla="*/ 4199996 h 102"/>
              <a:gd name="T60" fmla="*/ 2239963 w 102"/>
              <a:gd name="T61" fmla="*/ 6160558 h 102"/>
              <a:gd name="T62" fmla="*/ 840317 w 102"/>
              <a:gd name="T63" fmla="*/ 8400521 h 102"/>
              <a:gd name="T64" fmla="*/ 279929 w 102"/>
              <a:gd name="T65" fmla="*/ 11480800 h 102"/>
              <a:gd name="T66" fmla="*/ 0 w 102"/>
              <a:gd name="T67" fmla="*/ 14000692 h 10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2"/>
              <a:gd name="T104" fmla="*/ 102 w 102"/>
              <a:gd name="T105" fmla="*/ 102 h 102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2">
                <a:moveTo>
                  <a:pt x="0" y="50"/>
                </a:moveTo>
                <a:lnTo>
                  <a:pt x="1" y="61"/>
                </a:lnTo>
                <a:lnTo>
                  <a:pt x="3" y="70"/>
                </a:lnTo>
                <a:lnTo>
                  <a:pt x="8" y="79"/>
                </a:lnTo>
                <a:lnTo>
                  <a:pt x="15" y="86"/>
                </a:lnTo>
                <a:lnTo>
                  <a:pt x="22" y="93"/>
                </a:lnTo>
                <a:lnTo>
                  <a:pt x="30" y="98"/>
                </a:lnTo>
                <a:lnTo>
                  <a:pt x="41" y="101"/>
                </a:lnTo>
                <a:lnTo>
                  <a:pt x="50" y="102"/>
                </a:lnTo>
                <a:lnTo>
                  <a:pt x="61" y="101"/>
                </a:lnTo>
                <a:lnTo>
                  <a:pt x="70" y="98"/>
                </a:lnTo>
                <a:lnTo>
                  <a:pt x="80" y="93"/>
                </a:lnTo>
                <a:lnTo>
                  <a:pt x="87" y="86"/>
                </a:lnTo>
                <a:lnTo>
                  <a:pt x="94" y="79"/>
                </a:lnTo>
                <a:lnTo>
                  <a:pt x="98" y="70"/>
                </a:lnTo>
                <a:lnTo>
                  <a:pt x="101" y="61"/>
                </a:lnTo>
                <a:lnTo>
                  <a:pt x="102" y="50"/>
                </a:lnTo>
                <a:lnTo>
                  <a:pt x="101" y="41"/>
                </a:lnTo>
                <a:lnTo>
                  <a:pt x="98" y="30"/>
                </a:lnTo>
                <a:lnTo>
                  <a:pt x="94" y="22"/>
                </a:lnTo>
                <a:lnTo>
                  <a:pt x="87" y="15"/>
                </a:lnTo>
                <a:lnTo>
                  <a:pt x="80" y="8"/>
                </a:lnTo>
                <a:lnTo>
                  <a:pt x="70" y="3"/>
                </a:lnTo>
                <a:lnTo>
                  <a:pt x="61" y="1"/>
                </a:lnTo>
                <a:lnTo>
                  <a:pt x="50" y="0"/>
                </a:lnTo>
                <a:lnTo>
                  <a:pt x="41" y="1"/>
                </a:lnTo>
                <a:lnTo>
                  <a:pt x="30" y="3"/>
                </a:lnTo>
                <a:lnTo>
                  <a:pt x="22" y="8"/>
                </a:lnTo>
                <a:lnTo>
                  <a:pt x="15" y="15"/>
                </a:lnTo>
                <a:lnTo>
                  <a:pt x="8" y="22"/>
                </a:lnTo>
                <a:lnTo>
                  <a:pt x="3" y="30"/>
                </a:lnTo>
                <a:lnTo>
                  <a:pt x="1" y="41"/>
                </a:lnTo>
                <a:lnTo>
                  <a:pt x="0" y="50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309" name="Line 314"/>
          <p:cNvSpPr>
            <a:spLocks noChangeShapeType="1"/>
          </p:cNvSpPr>
          <p:nvPr/>
        </p:nvSpPr>
        <p:spPr bwMode="auto">
          <a:xfrm flipH="1">
            <a:off x="4962040" y="5313341"/>
            <a:ext cx="400269" cy="0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310" name="Freeform 315"/>
          <p:cNvSpPr>
            <a:spLocks/>
          </p:cNvSpPr>
          <p:nvPr/>
        </p:nvSpPr>
        <p:spPr bwMode="auto">
          <a:xfrm>
            <a:off x="4922013" y="5293081"/>
            <a:ext cx="43901" cy="41715"/>
          </a:xfrm>
          <a:custGeom>
            <a:avLst/>
            <a:gdLst>
              <a:gd name="T0" fmla="*/ 0 w 103"/>
              <a:gd name="T1" fmla="*/ 14840448 h 103"/>
              <a:gd name="T2" fmla="*/ 274591 w 103"/>
              <a:gd name="T3" fmla="*/ 18041467 h 103"/>
              <a:gd name="T4" fmla="*/ 1098365 w 103"/>
              <a:gd name="T5" fmla="*/ 20660433 h 103"/>
              <a:gd name="T6" fmla="*/ 2471321 w 103"/>
              <a:gd name="T7" fmla="*/ 22988643 h 103"/>
              <a:gd name="T8" fmla="*/ 4118869 w 103"/>
              <a:gd name="T9" fmla="*/ 25607069 h 103"/>
              <a:gd name="T10" fmla="*/ 6041532 w 103"/>
              <a:gd name="T11" fmla="*/ 27062470 h 103"/>
              <a:gd name="T12" fmla="*/ 8512853 w 103"/>
              <a:gd name="T13" fmla="*/ 28517331 h 103"/>
              <a:gd name="T14" fmla="*/ 11258766 w 103"/>
              <a:gd name="T15" fmla="*/ 29681436 h 103"/>
              <a:gd name="T16" fmla="*/ 14004678 w 103"/>
              <a:gd name="T17" fmla="*/ 29972193 h 103"/>
              <a:gd name="T18" fmla="*/ 17025706 w 103"/>
              <a:gd name="T19" fmla="*/ 29681436 h 103"/>
              <a:gd name="T20" fmla="*/ 19497028 w 103"/>
              <a:gd name="T21" fmla="*/ 28517331 h 103"/>
              <a:gd name="T22" fmla="*/ 21693758 w 103"/>
              <a:gd name="T23" fmla="*/ 27062470 h 103"/>
              <a:gd name="T24" fmla="*/ 24165603 w 103"/>
              <a:gd name="T25" fmla="*/ 25607069 h 103"/>
              <a:gd name="T26" fmla="*/ 25538559 w 103"/>
              <a:gd name="T27" fmla="*/ 22988643 h 103"/>
              <a:gd name="T28" fmla="*/ 26911516 w 103"/>
              <a:gd name="T29" fmla="*/ 20660433 h 103"/>
              <a:gd name="T30" fmla="*/ 28009881 w 103"/>
              <a:gd name="T31" fmla="*/ 18041467 h 103"/>
              <a:gd name="T32" fmla="*/ 28284472 w 103"/>
              <a:gd name="T33" fmla="*/ 14840448 h 103"/>
              <a:gd name="T34" fmla="*/ 28284472 w 103"/>
              <a:gd name="T35" fmla="*/ 14840448 h 103"/>
              <a:gd name="T36" fmla="*/ 28009881 w 103"/>
              <a:gd name="T37" fmla="*/ 11930726 h 103"/>
              <a:gd name="T38" fmla="*/ 26911516 w 103"/>
              <a:gd name="T39" fmla="*/ 9021003 h 103"/>
              <a:gd name="T40" fmla="*/ 25538559 w 103"/>
              <a:gd name="T41" fmla="*/ 6402037 h 103"/>
              <a:gd name="T42" fmla="*/ 24165603 w 103"/>
              <a:gd name="T43" fmla="*/ 4365123 h 103"/>
              <a:gd name="T44" fmla="*/ 21693758 w 103"/>
              <a:gd name="T45" fmla="*/ 2618966 h 103"/>
              <a:gd name="T46" fmla="*/ 19497028 w 103"/>
              <a:gd name="T47" fmla="*/ 1164105 h 103"/>
              <a:gd name="T48" fmla="*/ 17025706 w 103"/>
              <a:gd name="T49" fmla="*/ 290756 h 103"/>
              <a:gd name="T50" fmla="*/ 14004678 w 103"/>
              <a:gd name="T51" fmla="*/ 0 h 103"/>
              <a:gd name="T52" fmla="*/ 11258766 w 103"/>
              <a:gd name="T53" fmla="*/ 290756 h 103"/>
              <a:gd name="T54" fmla="*/ 8512853 w 103"/>
              <a:gd name="T55" fmla="*/ 1164105 h 103"/>
              <a:gd name="T56" fmla="*/ 6041532 w 103"/>
              <a:gd name="T57" fmla="*/ 2618966 h 103"/>
              <a:gd name="T58" fmla="*/ 4118869 w 103"/>
              <a:gd name="T59" fmla="*/ 4365123 h 103"/>
              <a:gd name="T60" fmla="*/ 2471321 w 103"/>
              <a:gd name="T61" fmla="*/ 6402037 h 103"/>
              <a:gd name="T62" fmla="*/ 1098365 w 103"/>
              <a:gd name="T63" fmla="*/ 9021003 h 103"/>
              <a:gd name="T64" fmla="*/ 274591 w 103"/>
              <a:gd name="T65" fmla="*/ 11930726 h 103"/>
              <a:gd name="T66" fmla="*/ 0 w 103"/>
              <a:gd name="T67" fmla="*/ 14840448 h 10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3"/>
              <a:gd name="T103" fmla="*/ 0 h 103"/>
              <a:gd name="T104" fmla="*/ 103 w 103"/>
              <a:gd name="T105" fmla="*/ 103 h 10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3" h="103">
                <a:moveTo>
                  <a:pt x="0" y="51"/>
                </a:moveTo>
                <a:lnTo>
                  <a:pt x="1" y="62"/>
                </a:lnTo>
                <a:lnTo>
                  <a:pt x="4" y="71"/>
                </a:lnTo>
                <a:lnTo>
                  <a:pt x="9" y="79"/>
                </a:lnTo>
                <a:lnTo>
                  <a:pt x="15" y="88"/>
                </a:lnTo>
                <a:lnTo>
                  <a:pt x="22" y="93"/>
                </a:lnTo>
                <a:lnTo>
                  <a:pt x="31" y="98"/>
                </a:lnTo>
                <a:lnTo>
                  <a:pt x="41" y="102"/>
                </a:lnTo>
                <a:lnTo>
                  <a:pt x="51" y="103"/>
                </a:lnTo>
                <a:lnTo>
                  <a:pt x="62" y="102"/>
                </a:lnTo>
                <a:lnTo>
                  <a:pt x="71" y="98"/>
                </a:lnTo>
                <a:lnTo>
                  <a:pt x="79" y="93"/>
                </a:lnTo>
                <a:lnTo>
                  <a:pt x="88" y="88"/>
                </a:lnTo>
                <a:lnTo>
                  <a:pt x="93" y="79"/>
                </a:lnTo>
                <a:lnTo>
                  <a:pt x="98" y="71"/>
                </a:lnTo>
                <a:lnTo>
                  <a:pt x="102" y="62"/>
                </a:lnTo>
                <a:lnTo>
                  <a:pt x="103" y="51"/>
                </a:lnTo>
                <a:lnTo>
                  <a:pt x="102" y="41"/>
                </a:lnTo>
                <a:lnTo>
                  <a:pt x="98" y="31"/>
                </a:lnTo>
                <a:lnTo>
                  <a:pt x="93" y="22"/>
                </a:lnTo>
                <a:lnTo>
                  <a:pt x="88" y="15"/>
                </a:lnTo>
                <a:lnTo>
                  <a:pt x="79" y="9"/>
                </a:lnTo>
                <a:lnTo>
                  <a:pt x="71" y="4"/>
                </a:lnTo>
                <a:lnTo>
                  <a:pt x="62" y="1"/>
                </a:lnTo>
                <a:lnTo>
                  <a:pt x="51" y="0"/>
                </a:lnTo>
                <a:lnTo>
                  <a:pt x="41" y="1"/>
                </a:lnTo>
                <a:lnTo>
                  <a:pt x="31" y="4"/>
                </a:lnTo>
                <a:lnTo>
                  <a:pt x="22" y="9"/>
                </a:lnTo>
                <a:lnTo>
                  <a:pt x="15" y="15"/>
                </a:lnTo>
                <a:lnTo>
                  <a:pt x="9" y="22"/>
                </a:lnTo>
                <a:lnTo>
                  <a:pt x="4" y="31"/>
                </a:lnTo>
                <a:lnTo>
                  <a:pt x="1" y="41"/>
                </a:lnTo>
                <a:lnTo>
                  <a:pt x="0" y="51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311" name="Freeform 316"/>
          <p:cNvSpPr>
            <a:spLocks/>
          </p:cNvSpPr>
          <p:nvPr/>
        </p:nvSpPr>
        <p:spPr bwMode="auto">
          <a:xfrm>
            <a:off x="4922013" y="5293081"/>
            <a:ext cx="43901" cy="41715"/>
          </a:xfrm>
          <a:custGeom>
            <a:avLst/>
            <a:gdLst>
              <a:gd name="T0" fmla="*/ 0 w 103"/>
              <a:gd name="T1" fmla="*/ 14840448 h 103"/>
              <a:gd name="T2" fmla="*/ 274591 w 103"/>
              <a:gd name="T3" fmla="*/ 18041467 h 103"/>
              <a:gd name="T4" fmla="*/ 1098365 w 103"/>
              <a:gd name="T5" fmla="*/ 20660433 h 103"/>
              <a:gd name="T6" fmla="*/ 2471321 w 103"/>
              <a:gd name="T7" fmla="*/ 22988643 h 103"/>
              <a:gd name="T8" fmla="*/ 4118869 w 103"/>
              <a:gd name="T9" fmla="*/ 25607069 h 103"/>
              <a:gd name="T10" fmla="*/ 6041532 w 103"/>
              <a:gd name="T11" fmla="*/ 27062470 h 103"/>
              <a:gd name="T12" fmla="*/ 8512853 w 103"/>
              <a:gd name="T13" fmla="*/ 28517331 h 103"/>
              <a:gd name="T14" fmla="*/ 11258766 w 103"/>
              <a:gd name="T15" fmla="*/ 29681436 h 103"/>
              <a:gd name="T16" fmla="*/ 14004678 w 103"/>
              <a:gd name="T17" fmla="*/ 29972193 h 103"/>
              <a:gd name="T18" fmla="*/ 17025706 w 103"/>
              <a:gd name="T19" fmla="*/ 29681436 h 103"/>
              <a:gd name="T20" fmla="*/ 19497028 w 103"/>
              <a:gd name="T21" fmla="*/ 28517331 h 103"/>
              <a:gd name="T22" fmla="*/ 21693758 w 103"/>
              <a:gd name="T23" fmla="*/ 27062470 h 103"/>
              <a:gd name="T24" fmla="*/ 24165603 w 103"/>
              <a:gd name="T25" fmla="*/ 25607069 h 103"/>
              <a:gd name="T26" fmla="*/ 25538559 w 103"/>
              <a:gd name="T27" fmla="*/ 22988643 h 103"/>
              <a:gd name="T28" fmla="*/ 26911516 w 103"/>
              <a:gd name="T29" fmla="*/ 20660433 h 103"/>
              <a:gd name="T30" fmla="*/ 28009881 w 103"/>
              <a:gd name="T31" fmla="*/ 18041467 h 103"/>
              <a:gd name="T32" fmla="*/ 28284472 w 103"/>
              <a:gd name="T33" fmla="*/ 14840448 h 103"/>
              <a:gd name="T34" fmla="*/ 28284472 w 103"/>
              <a:gd name="T35" fmla="*/ 14840448 h 103"/>
              <a:gd name="T36" fmla="*/ 28009881 w 103"/>
              <a:gd name="T37" fmla="*/ 11930726 h 103"/>
              <a:gd name="T38" fmla="*/ 26911516 w 103"/>
              <a:gd name="T39" fmla="*/ 9021003 h 103"/>
              <a:gd name="T40" fmla="*/ 25538559 w 103"/>
              <a:gd name="T41" fmla="*/ 6402037 h 103"/>
              <a:gd name="T42" fmla="*/ 24165603 w 103"/>
              <a:gd name="T43" fmla="*/ 4365123 h 103"/>
              <a:gd name="T44" fmla="*/ 21693758 w 103"/>
              <a:gd name="T45" fmla="*/ 2618966 h 103"/>
              <a:gd name="T46" fmla="*/ 19497028 w 103"/>
              <a:gd name="T47" fmla="*/ 1164105 h 103"/>
              <a:gd name="T48" fmla="*/ 17025706 w 103"/>
              <a:gd name="T49" fmla="*/ 290756 h 103"/>
              <a:gd name="T50" fmla="*/ 14004678 w 103"/>
              <a:gd name="T51" fmla="*/ 0 h 103"/>
              <a:gd name="T52" fmla="*/ 11258766 w 103"/>
              <a:gd name="T53" fmla="*/ 290756 h 103"/>
              <a:gd name="T54" fmla="*/ 8512853 w 103"/>
              <a:gd name="T55" fmla="*/ 1164105 h 103"/>
              <a:gd name="T56" fmla="*/ 6041532 w 103"/>
              <a:gd name="T57" fmla="*/ 2618966 h 103"/>
              <a:gd name="T58" fmla="*/ 4118869 w 103"/>
              <a:gd name="T59" fmla="*/ 4365123 h 103"/>
              <a:gd name="T60" fmla="*/ 2471321 w 103"/>
              <a:gd name="T61" fmla="*/ 6402037 h 103"/>
              <a:gd name="T62" fmla="*/ 1098365 w 103"/>
              <a:gd name="T63" fmla="*/ 9021003 h 103"/>
              <a:gd name="T64" fmla="*/ 274591 w 103"/>
              <a:gd name="T65" fmla="*/ 11930726 h 103"/>
              <a:gd name="T66" fmla="*/ 0 w 103"/>
              <a:gd name="T67" fmla="*/ 14840448 h 10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3"/>
              <a:gd name="T103" fmla="*/ 0 h 103"/>
              <a:gd name="T104" fmla="*/ 103 w 103"/>
              <a:gd name="T105" fmla="*/ 103 h 10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3" h="103">
                <a:moveTo>
                  <a:pt x="0" y="51"/>
                </a:moveTo>
                <a:lnTo>
                  <a:pt x="1" y="62"/>
                </a:lnTo>
                <a:lnTo>
                  <a:pt x="4" y="71"/>
                </a:lnTo>
                <a:lnTo>
                  <a:pt x="9" y="79"/>
                </a:lnTo>
                <a:lnTo>
                  <a:pt x="15" y="88"/>
                </a:lnTo>
                <a:lnTo>
                  <a:pt x="22" y="93"/>
                </a:lnTo>
                <a:lnTo>
                  <a:pt x="31" y="98"/>
                </a:lnTo>
                <a:lnTo>
                  <a:pt x="41" y="102"/>
                </a:lnTo>
                <a:lnTo>
                  <a:pt x="51" y="103"/>
                </a:lnTo>
                <a:lnTo>
                  <a:pt x="62" y="102"/>
                </a:lnTo>
                <a:lnTo>
                  <a:pt x="71" y="98"/>
                </a:lnTo>
                <a:lnTo>
                  <a:pt x="79" y="93"/>
                </a:lnTo>
                <a:lnTo>
                  <a:pt x="88" y="88"/>
                </a:lnTo>
                <a:lnTo>
                  <a:pt x="93" y="79"/>
                </a:lnTo>
                <a:lnTo>
                  <a:pt x="98" y="71"/>
                </a:lnTo>
                <a:lnTo>
                  <a:pt x="102" y="62"/>
                </a:lnTo>
                <a:lnTo>
                  <a:pt x="103" y="51"/>
                </a:lnTo>
                <a:lnTo>
                  <a:pt x="102" y="41"/>
                </a:lnTo>
                <a:lnTo>
                  <a:pt x="98" y="31"/>
                </a:lnTo>
                <a:lnTo>
                  <a:pt x="93" y="22"/>
                </a:lnTo>
                <a:lnTo>
                  <a:pt x="88" y="15"/>
                </a:lnTo>
                <a:lnTo>
                  <a:pt x="79" y="9"/>
                </a:lnTo>
                <a:lnTo>
                  <a:pt x="71" y="4"/>
                </a:lnTo>
                <a:lnTo>
                  <a:pt x="62" y="1"/>
                </a:lnTo>
                <a:lnTo>
                  <a:pt x="51" y="0"/>
                </a:lnTo>
                <a:lnTo>
                  <a:pt x="41" y="1"/>
                </a:lnTo>
                <a:lnTo>
                  <a:pt x="31" y="4"/>
                </a:lnTo>
                <a:lnTo>
                  <a:pt x="22" y="9"/>
                </a:lnTo>
                <a:lnTo>
                  <a:pt x="15" y="15"/>
                </a:lnTo>
                <a:lnTo>
                  <a:pt x="9" y="22"/>
                </a:lnTo>
                <a:lnTo>
                  <a:pt x="4" y="31"/>
                </a:lnTo>
                <a:lnTo>
                  <a:pt x="1" y="41"/>
                </a:lnTo>
                <a:lnTo>
                  <a:pt x="0" y="51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312" name="Line 317"/>
          <p:cNvSpPr>
            <a:spLocks noChangeShapeType="1"/>
          </p:cNvSpPr>
          <p:nvPr/>
        </p:nvSpPr>
        <p:spPr bwMode="auto">
          <a:xfrm flipH="1">
            <a:off x="4965914" y="5405115"/>
            <a:ext cx="400269" cy="0"/>
          </a:xfrm>
          <a:prstGeom prst="line">
            <a:avLst/>
          </a:prstGeom>
          <a:noFill/>
          <a:ln w="206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313" name="Freeform 318"/>
          <p:cNvSpPr>
            <a:spLocks/>
          </p:cNvSpPr>
          <p:nvPr/>
        </p:nvSpPr>
        <p:spPr bwMode="auto">
          <a:xfrm>
            <a:off x="5362309" y="5387237"/>
            <a:ext cx="43901" cy="40524"/>
          </a:xfrm>
          <a:custGeom>
            <a:avLst/>
            <a:gdLst>
              <a:gd name="T0" fmla="*/ 28012506 w 104"/>
              <a:gd name="T1" fmla="*/ 14279794 h 103"/>
              <a:gd name="T2" fmla="*/ 27473794 w 104"/>
              <a:gd name="T3" fmla="*/ 17025706 h 103"/>
              <a:gd name="T4" fmla="*/ 26665726 w 104"/>
              <a:gd name="T5" fmla="*/ 19771619 h 103"/>
              <a:gd name="T6" fmla="*/ 25318946 w 104"/>
              <a:gd name="T7" fmla="*/ 22242940 h 103"/>
              <a:gd name="T8" fmla="*/ 23702810 w 104"/>
              <a:gd name="T9" fmla="*/ 24165603 h 103"/>
              <a:gd name="T10" fmla="*/ 21547962 w 104"/>
              <a:gd name="T11" fmla="*/ 25813151 h 103"/>
              <a:gd name="T12" fmla="*/ 19393114 w 104"/>
              <a:gd name="T13" fmla="*/ 27186107 h 103"/>
              <a:gd name="T14" fmla="*/ 16968910 w 104"/>
              <a:gd name="T15" fmla="*/ 28009881 h 103"/>
              <a:gd name="T16" fmla="*/ 14006513 w 104"/>
              <a:gd name="T17" fmla="*/ 28284472 h 103"/>
              <a:gd name="T18" fmla="*/ 11043596 w 104"/>
              <a:gd name="T19" fmla="*/ 28009881 h 103"/>
              <a:gd name="T20" fmla="*/ 8619392 w 104"/>
              <a:gd name="T21" fmla="*/ 27186107 h 103"/>
              <a:gd name="T22" fmla="*/ 6195188 w 104"/>
              <a:gd name="T23" fmla="*/ 25813151 h 103"/>
              <a:gd name="T24" fmla="*/ 4309696 w 104"/>
              <a:gd name="T25" fmla="*/ 24165603 h 103"/>
              <a:gd name="T26" fmla="*/ 2693560 w 104"/>
              <a:gd name="T27" fmla="*/ 22242940 h 103"/>
              <a:gd name="T28" fmla="*/ 1346780 w 104"/>
              <a:gd name="T29" fmla="*/ 19771619 h 103"/>
              <a:gd name="T30" fmla="*/ 538712 w 104"/>
              <a:gd name="T31" fmla="*/ 17025706 h 103"/>
              <a:gd name="T32" fmla="*/ 0 w 104"/>
              <a:gd name="T33" fmla="*/ 14279794 h 103"/>
              <a:gd name="T34" fmla="*/ 0 w 104"/>
              <a:gd name="T35" fmla="*/ 14279794 h 103"/>
              <a:gd name="T36" fmla="*/ 538712 w 104"/>
              <a:gd name="T37" fmla="*/ 11533357 h 103"/>
              <a:gd name="T38" fmla="*/ 1346780 w 104"/>
              <a:gd name="T39" fmla="*/ 8787444 h 103"/>
              <a:gd name="T40" fmla="*/ 2693560 w 104"/>
              <a:gd name="T41" fmla="*/ 6590714 h 103"/>
              <a:gd name="T42" fmla="*/ 4309696 w 104"/>
              <a:gd name="T43" fmla="*/ 4118869 h 103"/>
              <a:gd name="T44" fmla="*/ 6195188 w 104"/>
              <a:gd name="T45" fmla="*/ 2745913 h 103"/>
              <a:gd name="T46" fmla="*/ 8619392 w 104"/>
              <a:gd name="T47" fmla="*/ 1372956 h 103"/>
              <a:gd name="T48" fmla="*/ 11043596 w 104"/>
              <a:gd name="T49" fmla="*/ 274591 h 103"/>
              <a:gd name="T50" fmla="*/ 14006513 w 104"/>
              <a:gd name="T51" fmla="*/ 0 h 103"/>
              <a:gd name="T52" fmla="*/ 16968910 w 104"/>
              <a:gd name="T53" fmla="*/ 274591 h 103"/>
              <a:gd name="T54" fmla="*/ 19393114 w 104"/>
              <a:gd name="T55" fmla="*/ 1372956 h 103"/>
              <a:gd name="T56" fmla="*/ 21547962 w 104"/>
              <a:gd name="T57" fmla="*/ 2745913 h 103"/>
              <a:gd name="T58" fmla="*/ 23702810 w 104"/>
              <a:gd name="T59" fmla="*/ 4118869 h 103"/>
              <a:gd name="T60" fmla="*/ 25318946 w 104"/>
              <a:gd name="T61" fmla="*/ 6590714 h 103"/>
              <a:gd name="T62" fmla="*/ 26665726 w 104"/>
              <a:gd name="T63" fmla="*/ 8787444 h 103"/>
              <a:gd name="T64" fmla="*/ 27473794 w 104"/>
              <a:gd name="T65" fmla="*/ 11533357 h 103"/>
              <a:gd name="T66" fmla="*/ 28012506 w 104"/>
              <a:gd name="T67" fmla="*/ 14279794 h 10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4"/>
              <a:gd name="T103" fmla="*/ 0 h 103"/>
              <a:gd name="T104" fmla="*/ 104 w 104"/>
              <a:gd name="T105" fmla="*/ 103 h 10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4" h="103">
                <a:moveTo>
                  <a:pt x="104" y="52"/>
                </a:moveTo>
                <a:lnTo>
                  <a:pt x="102" y="62"/>
                </a:lnTo>
                <a:lnTo>
                  <a:pt x="99" y="72"/>
                </a:lnTo>
                <a:lnTo>
                  <a:pt x="94" y="81"/>
                </a:lnTo>
                <a:lnTo>
                  <a:pt x="88" y="88"/>
                </a:lnTo>
                <a:lnTo>
                  <a:pt x="80" y="94"/>
                </a:lnTo>
                <a:lnTo>
                  <a:pt x="72" y="99"/>
                </a:lnTo>
                <a:lnTo>
                  <a:pt x="63" y="102"/>
                </a:lnTo>
                <a:lnTo>
                  <a:pt x="52" y="103"/>
                </a:lnTo>
                <a:lnTo>
                  <a:pt x="41" y="102"/>
                </a:lnTo>
                <a:lnTo>
                  <a:pt x="32" y="99"/>
                </a:lnTo>
                <a:lnTo>
                  <a:pt x="23" y="94"/>
                </a:lnTo>
                <a:lnTo>
                  <a:pt x="16" y="88"/>
                </a:lnTo>
                <a:lnTo>
                  <a:pt x="10" y="81"/>
                </a:lnTo>
                <a:lnTo>
                  <a:pt x="5" y="72"/>
                </a:lnTo>
                <a:lnTo>
                  <a:pt x="2" y="62"/>
                </a:lnTo>
                <a:lnTo>
                  <a:pt x="0" y="52"/>
                </a:lnTo>
                <a:lnTo>
                  <a:pt x="2" y="42"/>
                </a:lnTo>
                <a:lnTo>
                  <a:pt x="5" y="32"/>
                </a:lnTo>
                <a:lnTo>
                  <a:pt x="10" y="24"/>
                </a:lnTo>
                <a:lnTo>
                  <a:pt x="16" y="15"/>
                </a:lnTo>
                <a:lnTo>
                  <a:pt x="23" y="10"/>
                </a:lnTo>
                <a:lnTo>
                  <a:pt x="32" y="5"/>
                </a:lnTo>
                <a:lnTo>
                  <a:pt x="41" y="1"/>
                </a:lnTo>
                <a:lnTo>
                  <a:pt x="52" y="0"/>
                </a:lnTo>
                <a:lnTo>
                  <a:pt x="63" y="1"/>
                </a:lnTo>
                <a:lnTo>
                  <a:pt x="72" y="5"/>
                </a:lnTo>
                <a:lnTo>
                  <a:pt x="80" y="10"/>
                </a:lnTo>
                <a:lnTo>
                  <a:pt x="88" y="15"/>
                </a:lnTo>
                <a:lnTo>
                  <a:pt x="94" y="24"/>
                </a:lnTo>
                <a:lnTo>
                  <a:pt x="99" y="32"/>
                </a:lnTo>
                <a:lnTo>
                  <a:pt x="102" y="42"/>
                </a:lnTo>
                <a:lnTo>
                  <a:pt x="104" y="52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314" name="Freeform 319"/>
          <p:cNvSpPr>
            <a:spLocks/>
          </p:cNvSpPr>
          <p:nvPr/>
        </p:nvSpPr>
        <p:spPr bwMode="auto">
          <a:xfrm>
            <a:off x="5362309" y="5387237"/>
            <a:ext cx="43901" cy="40524"/>
          </a:xfrm>
          <a:custGeom>
            <a:avLst/>
            <a:gdLst>
              <a:gd name="T0" fmla="*/ 28012506 w 104"/>
              <a:gd name="T1" fmla="*/ 14279794 h 103"/>
              <a:gd name="T2" fmla="*/ 27473794 w 104"/>
              <a:gd name="T3" fmla="*/ 17025706 h 103"/>
              <a:gd name="T4" fmla="*/ 26665726 w 104"/>
              <a:gd name="T5" fmla="*/ 19771619 h 103"/>
              <a:gd name="T6" fmla="*/ 25318946 w 104"/>
              <a:gd name="T7" fmla="*/ 22242940 h 103"/>
              <a:gd name="T8" fmla="*/ 23702810 w 104"/>
              <a:gd name="T9" fmla="*/ 24165603 h 103"/>
              <a:gd name="T10" fmla="*/ 21547962 w 104"/>
              <a:gd name="T11" fmla="*/ 25813151 h 103"/>
              <a:gd name="T12" fmla="*/ 19393114 w 104"/>
              <a:gd name="T13" fmla="*/ 27186107 h 103"/>
              <a:gd name="T14" fmla="*/ 16968910 w 104"/>
              <a:gd name="T15" fmla="*/ 28009881 h 103"/>
              <a:gd name="T16" fmla="*/ 14006513 w 104"/>
              <a:gd name="T17" fmla="*/ 28284472 h 103"/>
              <a:gd name="T18" fmla="*/ 11043596 w 104"/>
              <a:gd name="T19" fmla="*/ 28009881 h 103"/>
              <a:gd name="T20" fmla="*/ 8619392 w 104"/>
              <a:gd name="T21" fmla="*/ 27186107 h 103"/>
              <a:gd name="T22" fmla="*/ 6195188 w 104"/>
              <a:gd name="T23" fmla="*/ 25813151 h 103"/>
              <a:gd name="T24" fmla="*/ 4309696 w 104"/>
              <a:gd name="T25" fmla="*/ 24165603 h 103"/>
              <a:gd name="T26" fmla="*/ 2693560 w 104"/>
              <a:gd name="T27" fmla="*/ 22242940 h 103"/>
              <a:gd name="T28" fmla="*/ 1346780 w 104"/>
              <a:gd name="T29" fmla="*/ 19771619 h 103"/>
              <a:gd name="T30" fmla="*/ 538712 w 104"/>
              <a:gd name="T31" fmla="*/ 17025706 h 103"/>
              <a:gd name="T32" fmla="*/ 0 w 104"/>
              <a:gd name="T33" fmla="*/ 14279794 h 103"/>
              <a:gd name="T34" fmla="*/ 0 w 104"/>
              <a:gd name="T35" fmla="*/ 14279794 h 103"/>
              <a:gd name="T36" fmla="*/ 538712 w 104"/>
              <a:gd name="T37" fmla="*/ 11533357 h 103"/>
              <a:gd name="T38" fmla="*/ 1346780 w 104"/>
              <a:gd name="T39" fmla="*/ 8787444 h 103"/>
              <a:gd name="T40" fmla="*/ 2693560 w 104"/>
              <a:gd name="T41" fmla="*/ 6590714 h 103"/>
              <a:gd name="T42" fmla="*/ 4309696 w 104"/>
              <a:gd name="T43" fmla="*/ 4118869 h 103"/>
              <a:gd name="T44" fmla="*/ 6195188 w 104"/>
              <a:gd name="T45" fmla="*/ 2745913 h 103"/>
              <a:gd name="T46" fmla="*/ 8619392 w 104"/>
              <a:gd name="T47" fmla="*/ 1372956 h 103"/>
              <a:gd name="T48" fmla="*/ 11043596 w 104"/>
              <a:gd name="T49" fmla="*/ 274591 h 103"/>
              <a:gd name="T50" fmla="*/ 14006513 w 104"/>
              <a:gd name="T51" fmla="*/ 0 h 103"/>
              <a:gd name="T52" fmla="*/ 16968910 w 104"/>
              <a:gd name="T53" fmla="*/ 274591 h 103"/>
              <a:gd name="T54" fmla="*/ 19393114 w 104"/>
              <a:gd name="T55" fmla="*/ 1372956 h 103"/>
              <a:gd name="T56" fmla="*/ 21547962 w 104"/>
              <a:gd name="T57" fmla="*/ 2745913 h 103"/>
              <a:gd name="T58" fmla="*/ 23702810 w 104"/>
              <a:gd name="T59" fmla="*/ 4118869 h 103"/>
              <a:gd name="T60" fmla="*/ 25318946 w 104"/>
              <a:gd name="T61" fmla="*/ 6590714 h 103"/>
              <a:gd name="T62" fmla="*/ 26665726 w 104"/>
              <a:gd name="T63" fmla="*/ 8787444 h 103"/>
              <a:gd name="T64" fmla="*/ 27473794 w 104"/>
              <a:gd name="T65" fmla="*/ 11533357 h 103"/>
              <a:gd name="T66" fmla="*/ 28012506 w 104"/>
              <a:gd name="T67" fmla="*/ 14279794 h 103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4"/>
              <a:gd name="T103" fmla="*/ 0 h 103"/>
              <a:gd name="T104" fmla="*/ 104 w 104"/>
              <a:gd name="T105" fmla="*/ 103 h 103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4" h="103">
                <a:moveTo>
                  <a:pt x="104" y="52"/>
                </a:moveTo>
                <a:lnTo>
                  <a:pt x="102" y="62"/>
                </a:lnTo>
                <a:lnTo>
                  <a:pt x="99" y="72"/>
                </a:lnTo>
                <a:lnTo>
                  <a:pt x="94" y="81"/>
                </a:lnTo>
                <a:lnTo>
                  <a:pt x="88" y="88"/>
                </a:lnTo>
                <a:lnTo>
                  <a:pt x="80" y="94"/>
                </a:lnTo>
                <a:lnTo>
                  <a:pt x="72" y="99"/>
                </a:lnTo>
                <a:lnTo>
                  <a:pt x="63" y="102"/>
                </a:lnTo>
                <a:lnTo>
                  <a:pt x="52" y="103"/>
                </a:lnTo>
                <a:lnTo>
                  <a:pt x="41" y="102"/>
                </a:lnTo>
                <a:lnTo>
                  <a:pt x="32" y="99"/>
                </a:lnTo>
                <a:lnTo>
                  <a:pt x="23" y="94"/>
                </a:lnTo>
                <a:lnTo>
                  <a:pt x="16" y="88"/>
                </a:lnTo>
                <a:lnTo>
                  <a:pt x="10" y="81"/>
                </a:lnTo>
                <a:lnTo>
                  <a:pt x="5" y="72"/>
                </a:lnTo>
                <a:lnTo>
                  <a:pt x="2" y="62"/>
                </a:lnTo>
                <a:lnTo>
                  <a:pt x="0" y="52"/>
                </a:lnTo>
                <a:lnTo>
                  <a:pt x="2" y="42"/>
                </a:lnTo>
                <a:lnTo>
                  <a:pt x="5" y="32"/>
                </a:lnTo>
                <a:lnTo>
                  <a:pt x="10" y="24"/>
                </a:lnTo>
                <a:lnTo>
                  <a:pt x="16" y="15"/>
                </a:lnTo>
                <a:lnTo>
                  <a:pt x="23" y="10"/>
                </a:lnTo>
                <a:lnTo>
                  <a:pt x="32" y="5"/>
                </a:lnTo>
                <a:lnTo>
                  <a:pt x="41" y="1"/>
                </a:lnTo>
                <a:lnTo>
                  <a:pt x="52" y="0"/>
                </a:lnTo>
                <a:lnTo>
                  <a:pt x="63" y="1"/>
                </a:lnTo>
                <a:lnTo>
                  <a:pt x="72" y="5"/>
                </a:lnTo>
                <a:lnTo>
                  <a:pt x="80" y="10"/>
                </a:lnTo>
                <a:lnTo>
                  <a:pt x="88" y="15"/>
                </a:lnTo>
                <a:lnTo>
                  <a:pt x="94" y="24"/>
                </a:lnTo>
                <a:lnTo>
                  <a:pt x="99" y="32"/>
                </a:lnTo>
                <a:lnTo>
                  <a:pt x="102" y="42"/>
                </a:lnTo>
                <a:lnTo>
                  <a:pt x="104" y="52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315" name="Freeform 320"/>
          <p:cNvSpPr>
            <a:spLocks/>
          </p:cNvSpPr>
          <p:nvPr/>
        </p:nvSpPr>
        <p:spPr bwMode="auto">
          <a:xfrm>
            <a:off x="4922013" y="5384853"/>
            <a:ext cx="43901" cy="41716"/>
          </a:xfrm>
          <a:custGeom>
            <a:avLst/>
            <a:gdLst>
              <a:gd name="T0" fmla="*/ 0 w 103"/>
              <a:gd name="T1" fmla="*/ 14842266 h 104"/>
              <a:gd name="T2" fmla="*/ 274591 w 103"/>
              <a:gd name="T3" fmla="*/ 17982110 h 104"/>
              <a:gd name="T4" fmla="*/ 1098365 w 103"/>
              <a:gd name="T5" fmla="*/ 20551365 h 104"/>
              <a:gd name="T6" fmla="*/ 2471321 w 103"/>
              <a:gd name="T7" fmla="*/ 22834790 h 104"/>
              <a:gd name="T8" fmla="*/ 4118869 w 103"/>
              <a:gd name="T9" fmla="*/ 25118216 h 104"/>
              <a:gd name="T10" fmla="*/ 6041532 w 103"/>
              <a:gd name="T11" fmla="*/ 26830518 h 104"/>
              <a:gd name="T12" fmla="*/ 8512853 w 103"/>
              <a:gd name="T13" fmla="*/ 28258060 h 104"/>
              <a:gd name="T14" fmla="*/ 11258766 w 103"/>
              <a:gd name="T15" fmla="*/ 29113943 h 104"/>
              <a:gd name="T16" fmla="*/ 14004678 w 103"/>
              <a:gd name="T17" fmla="*/ 29685067 h 104"/>
              <a:gd name="T18" fmla="*/ 17025706 w 103"/>
              <a:gd name="T19" fmla="*/ 29113943 h 104"/>
              <a:gd name="T20" fmla="*/ 19497028 w 103"/>
              <a:gd name="T21" fmla="*/ 28258060 h 104"/>
              <a:gd name="T22" fmla="*/ 21693758 w 103"/>
              <a:gd name="T23" fmla="*/ 26830518 h 104"/>
              <a:gd name="T24" fmla="*/ 24165603 w 103"/>
              <a:gd name="T25" fmla="*/ 25118216 h 104"/>
              <a:gd name="T26" fmla="*/ 25538559 w 103"/>
              <a:gd name="T27" fmla="*/ 22834790 h 104"/>
              <a:gd name="T28" fmla="*/ 26911516 w 103"/>
              <a:gd name="T29" fmla="*/ 20551365 h 104"/>
              <a:gd name="T30" fmla="*/ 28009881 w 103"/>
              <a:gd name="T31" fmla="*/ 17982110 h 104"/>
              <a:gd name="T32" fmla="*/ 28284472 w 103"/>
              <a:gd name="T33" fmla="*/ 14842266 h 104"/>
              <a:gd name="T34" fmla="*/ 28284472 w 103"/>
              <a:gd name="T35" fmla="*/ 14842266 h 104"/>
              <a:gd name="T36" fmla="*/ 28009881 w 103"/>
              <a:gd name="T37" fmla="*/ 11702957 h 104"/>
              <a:gd name="T38" fmla="*/ 26911516 w 103"/>
              <a:gd name="T39" fmla="*/ 9133702 h 104"/>
              <a:gd name="T40" fmla="*/ 25538559 w 103"/>
              <a:gd name="T41" fmla="*/ 6564982 h 104"/>
              <a:gd name="T42" fmla="*/ 24165603 w 103"/>
              <a:gd name="T43" fmla="*/ 4566851 h 104"/>
              <a:gd name="T44" fmla="*/ 21693758 w 103"/>
              <a:gd name="T45" fmla="*/ 2854549 h 104"/>
              <a:gd name="T46" fmla="*/ 19497028 w 103"/>
              <a:gd name="T47" fmla="*/ 1427007 h 104"/>
              <a:gd name="T48" fmla="*/ 17025706 w 103"/>
              <a:gd name="T49" fmla="*/ 571124 h 104"/>
              <a:gd name="T50" fmla="*/ 14004678 w 103"/>
              <a:gd name="T51" fmla="*/ 0 h 104"/>
              <a:gd name="T52" fmla="*/ 11258766 w 103"/>
              <a:gd name="T53" fmla="*/ 571124 h 104"/>
              <a:gd name="T54" fmla="*/ 8512853 w 103"/>
              <a:gd name="T55" fmla="*/ 1427007 h 104"/>
              <a:gd name="T56" fmla="*/ 6041532 w 103"/>
              <a:gd name="T57" fmla="*/ 2854549 h 104"/>
              <a:gd name="T58" fmla="*/ 4118869 w 103"/>
              <a:gd name="T59" fmla="*/ 4566851 h 104"/>
              <a:gd name="T60" fmla="*/ 2471321 w 103"/>
              <a:gd name="T61" fmla="*/ 6564982 h 104"/>
              <a:gd name="T62" fmla="*/ 1098365 w 103"/>
              <a:gd name="T63" fmla="*/ 9133702 h 104"/>
              <a:gd name="T64" fmla="*/ 274591 w 103"/>
              <a:gd name="T65" fmla="*/ 11702957 h 104"/>
              <a:gd name="T66" fmla="*/ 0 w 103"/>
              <a:gd name="T67" fmla="*/ 14842266 h 104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3"/>
              <a:gd name="T103" fmla="*/ 0 h 104"/>
              <a:gd name="T104" fmla="*/ 103 w 103"/>
              <a:gd name="T105" fmla="*/ 104 h 104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3" h="104">
                <a:moveTo>
                  <a:pt x="0" y="52"/>
                </a:moveTo>
                <a:lnTo>
                  <a:pt x="1" y="63"/>
                </a:lnTo>
                <a:lnTo>
                  <a:pt x="4" y="72"/>
                </a:lnTo>
                <a:lnTo>
                  <a:pt x="9" y="80"/>
                </a:lnTo>
                <a:lnTo>
                  <a:pt x="15" y="88"/>
                </a:lnTo>
                <a:lnTo>
                  <a:pt x="22" y="94"/>
                </a:lnTo>
                <a:lnTo>
                  <a:pt x="31" y="99"/>
                </a:lnTo>
                <a:lnTo>
                  <a:pt x="41" y="102"/>
                </a:lnTo>
                <a:lnTo>
                  <a:pt x="51" y="104"/>
                </a:lnTo>
                <a:lnTo>
                  <a:pt x="62" y="102"/>
                </a:lnTo>
                <a:lnTo>
                  <a:pt x="71" y="99"/>
                </a:lnTo>
                <a:lnTo>
                  <a:pt x="79" y="94"/>
                </a:lnTo>
                <a:lnTo>
                  <a:pt x="88" y="88"/>
                </a:lnTo>
                <a:lnTo>
                  <a:pt x="93" y="80"/>
                </a:lnTo>
                <a:lnTo>
                  <a:pt x="98" y="72"/>
                </a:lnTo>
                <a:lnTo>
                  <a:pt x="102" y="63"/>
                </a:lnTo>
                <a:lnTo>
                  <a:pt x="103" y="52"/>
                </a:lnTo>
                <a:lnTo>
                  <a:pt x="102" y="41"/>
                </a:lnTo>
                <a:lnTo>
                  <a:pt x="98" y="32"/>
                </a:lnTo>
                <a:lnTo>
                  <a:pt x="93" y="23"/>
                </a:lnTo>
                <a:lnTo>
                  <a:pt x="88" y="16"/>
                </a:lnTo>
                <a:lnTo>
                  <a:pt x="79" y="10"/>
                </a:lnTo>
                <a:lnTo>
                  <a:pt x="71" y="5"/>
                </a:lnTo>
                <a:lnTo>
                  <a:pt x="62" y="2"/>
                </a:lnTo>
                <a:lnTo>
                  <a:pt x="51" y="0"/>
                </a:lnTo>
                <a:lnTo>
                  <a:pt x="41" y="2"/>
                </a:lnTo>
                <a:lnTo>
                  <a:pt x="31" y="5"/>
                </a:lnTo>
                <a:lnTo>
                  <a:pt x="22" y="10"/>
                </a:lnTo>
                <a:lnTo>
                  <a:pt x="15" y="16"/>
                </a:lnTo>
                <a:lnTo>
                  <a:pt x="9" y="23"/>
                </a:lnTo>
                <a:lnTo>
                  <a:pt x="4" y="32"/>
                </a:lnTo>
                <a:lnTo>
                  <a:pt x="1" y="41"/>
                </a:lnTo>
                <a:lnTo>
                  <a:pt x="0" y="52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316" name="Freeform 321"/>
          <p:cNvSpPr>
            <a:spLocks/>
          </p:cNvSpPr>
          <p:nvPr/>
        </p:nvSpPr>
        <p:spPr bwMode="auto">
          <a:xfrm>
            <a:off x="4922013" y="5384853"/>
            <a:ext cx="43901" cy="41716"/>
          </a:xfrm>
          <a:custGeom>
            <a:avLst/>
            <a:gdLst>
              <a:gd name="T0" fmla="*/ 0 w 103"/>
              <a:gd name="T1" fmla="*/ 14842266 h 104"/>
              <a:gd name="T2" fmla="*/ 274591 w 103"/>
              <a:gd name="T3" fmla="*/ 17982110 h 104"/>
              <a:gd name="T4" fmla="*/ 1098365 w 103"/>
              <a:gd name="T5" fmla="*/ 20551365 h 104"/>
              <a:gd name="T6" fmla="*/ 2471321 w 103"/>
              <a:gd name="T7" fmla="*/ 22834790 h 104"/>
              <a:gd name="T8" fmla="*/ 4118869 w 103"/>
              <a:gd name="T9" fmla="*/ 25118216 h 104"/>
              <a:gd name="T10" fmla="*/ 6041532 w 103"/>
              <a:gd name="T11" fmla="*/ 26830518 h 104"/>
              <a:gd name="T12" fmla="*/ 8512853 w 103"/>
              <a:gd name="T13" fmla="*/ 28258060 h 104"/>
              <a:gd name="T14" fmla="*/ 11258766 w 103"/>
              <a:gd name="T15" fmla="*/ 29113943 h 104"/>
              <a:gd name="T16" fmla="*/ 14004678 w 103"/>
              <a:gd name="T17" fmla="*/ 29685067 h 104"/>
              <a:gd name="T18" fmla="*/ 17025706 w 103"/>
              <a:gd name="T19" fmla="*/ 29113943 h 104"/>
              <a:gd name="T20" fmla="*/ 19497028 w 103"/>
              <a:gd name="T21" fmla="*/ 28258060 h 104"/>
              <a:gd name="T22" fmla="*/ 21693758 w 103"/>
              <a:gd name="T23" fmla="*/ 26830518 h 104"/>
              <a:gd name="T24" fmla="*/ 24165603 w 103"/>
              <a:gd name="T25" fmla="*/ 25118216 h 104"/>
              <a:gd name="T26" fmla="*/ 25538559 w 103"/>
              <a:gd name="T27" fmla="*/ 22834790 h 104"/>
              <a:gd name="T28" fmla="*/ 26911516 w 103"/>
              <a:gd name="T29" fmla="*/ 20551365 h 104"/>
              <a:gd name="T30" fmla="*/ 28009881 w 103"/>
              <a:gd name="T31" fmla="*/ 17982110 h 104"/>
              <a:gd name="T32" fmla="*/ 28284472 w 103"/>
              <a:gd name="T33" fmla="*/ 14842266 h 104"/>
              <a:gd name="T34" fmla="*/ 28284472 w 103"/>
              <a:gd name="T35" fmla="*/ 14842266 h 104"/>
              <a:gd name="T36" fmla="*/ 28009881 w 103"/>
              <a:gd name="T37" fmla="*/ 11702957 h 104"/>
              <a:gd name="T38" fmla="*/ 26911516 w 103"/>
              <a:gd name="T39" fmla="*/ 9133702 h 104"/>
              <a:gd name="T40" fmla="*/ 25538559 w 103"/>
              <a:gd name="T41" fmla="*/ 6564982 h 104"/>
              <a:gd name="T42" fmla="*/ 24165603 w 103"/>
              <a:gd name="T43" fmla="*/ 4566851 h 104"/>
              <a:gd name="T44" fmla="*/ 21693758 w 103"/>
              <a:gd name="T45" fmla="*/ 2854549 h 104"/>
              <a:gd name="T46" fmla="*/ 19497028 w 103"/>
              <a:gd name="T47" fmla="*/ 1427007 h 104"/>
              <a:gd name="T48" fmla="*/ 17025706 w 103"/>
              <a:gd name="T49" fmla="*/ 571124 h 104"/>
              <a:gd name="T50" fmla="*/ 14004678 w 103"/>
              <a:gd name="T51" fmla="*/ 0 h 104"/>
              <a:gd name="T52" fmla="*/ 11258766 w 103"/>
              <a:gd name="T53" fmla="*/ 571124 h 104"/>
              <a:gd name="T54" fmla="*/ 8512853 w 103"/>
              <a:gd name="T55" fmla="*/ 1427007 h 104"/>
              <a:gd name="T56" fmla="*/ 6041532 w 103"/>
              <a:gd name="T57" fmla="*/ 2854549 h 104"/>
              <a:gd name="T58" fmla="*/ 4118869 w 103"/>
              <a:gd name="T59" fmla="*/ 4566851 h 104"/>
              <a:gd name="T60" fmla="*/ 2471321 w 103"/>
              <a:gd name="T61" fmla="*/ 6564982 h 104"/>
              <a:gd name="T62" fmla="*/ 1098365 w 103"/>
              <a:gd name="T63" fmla="*/ 9133702 h 104"/>
              <a:gd name="T64" fmla="*/ 274591 w 103"/>
              <a:gd name="T65" fmla="*/ 11702957 h 104"/>
              <a:gd name="T66" fmla="*/ 0 w 103"/>
              <a:gd name="T67" fmla="*/ 14842266 h 104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3"/>
              <a:gd name="T103" fmla="*/ 0 h 104"/>
              <a:gd name="T104" fmla="*/ 103 w 103"/>
              <a:gd name="T105" fmla="*/ 104 h 104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3" h="104">
                <a:moveTo>
                  <a:pt x="0" y="52"/>
                </a:moveTo>
                <a:lnTo>
                  <a:pt x="1" y="63"/>
                </a:lnTo>
                <a:lnTo>
                  <a:pt x="4" y="72"/>
                </a:lnTo>
                <a:lnTo>
                  <a:pt x="9" y="80"/>
                </a:lnTo>
                <a:lnTo>
                  <a:pt x="15" y="88"/>
                </a:lnTo>
                <a:lnTo>
                  <a:pt x="22" y="94"/>
                </a:lnTo>
                <a:lnTo>
                  <a:pt x="31" y="99"/>
                </a:lnTo>
                <a:lnTo>
                  <a:pt x="41" y="102"/>
                </a:lnTo>
                <a:lnTo>
                  <a:pt x="51" y="104"/>
                </a:lnTo>
                <a:lnTo>
                  <a:pt x="62" y="102"/>
                </a:lnTo>
                <a:lnTo>
                  <a:pt x="71" y="99"/>
                </a:lnTo>
                <a:lnTo>
                  <a:pt x="79" y="94"/>
                </a:lnTo>
                <a:lnTo>
                  <a:pt x="88" y="88"/>
                </a:lnTo>
                <a:lnTo>
                  <a:pt x="93" y="80"/>
                </a:lnTo>
                <a:lnTo>
                  <a:pt x="98" y="72"/>
                </a:lnTo>
                <a:lnTo>
                  <a:pt x="102" y="63"/>
                </a:lnTo>
                <a:lnTo>
                  <a:pt x="103" y="52"/>
                </a:lnTo>
                <a:lnTo>
                  <a:pt x="102" y="41"/>
                </a:lnTo>
                <a:lnTo>
                  <a:pt x="98" y="32"/>
                </a:lnTo>
                <a:lnTo>
                  <a:pt x="93" y="23"/>
                </a:lnTo>
                <a:lnTo>
                  <a:pt x="88" y="16"/>
                </a:lnTo>
                <a:lnTo>
                  <a:pt x="79" y="10"/>
                </a:lnTo>
                <a:lnTo>
                  <a:pt x="71" y="5"/>
                </a:lnTo>
                <a:lnTo>
                  <a:pt x="62" y="2"/>
                </a:lnTo>
                <a:lnTo>
                  <a:pt x="51" y="0"/>
                </a:lnTo>
                <a:lnTo>
                  <a:pt x="41" y="2"/>
                </a:lnTo>
                <a:lnTo>
                  <a:pt x="31" y="5"/>
                </a:lnTo>
                <a:lnTo>
                  <a:pt x="22" y="10"/>
                </a:lnTo>
                <a:lnTo>
                  <a:pt x="15" y="16"/>
                </a:lnTo>
                <a:lnTo>
                  <a:pt x="9" y="23"/>
                </a:lnTo>
                <a:lnTo>
                  <a:pt x="4" y="32"/>
                </a:lnTo>
                <a:lnTo>
                  <a:pt x="1" y="41"/>
                </a:lnTo>
                <a:lnTo>
                  <a:pt x="0" y="52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317" name="Freeform 322"/>
          <p:cNvSpPr>
            <a:spLocks noEditPoints="1"/>
          </p:cNvSpPr>
          <p:nvPr/>
        </p:nvSpPr>
        <p:spPr bwMode="auto">
          <a:xfrm>
            <a:off x="796665" y="3083360"/>
            <a:ext cx="1147867" cy="1191"/>
          </a:xfrm>
          <a:custGeom>
            <a:avLst/>
            <a:gdLst>
              <a:gd name="T0" fmla="*/ 727498877 w 2668"/>
              <a:gd name="T1" fmla="*/ 201549 h 5"/>
              <a:gd name="T2" fmla="*/ 746525861 w 2668"/>
              <a:gd name="T3" fmla="*/ 403098 h 5"/>
              <a:gd name="T4" fmla="*/ 698399281 w 2668"/>
              <a:gd name="T5" fmla="*/ 403098 h 5"/>
              <a:gd name="T6" fmla="*/ 717425736 w 2668"/>
              <a:gd name="T7" fmla="*/ 201549 h 5"/>
              <a:gd name="T8" fmla="*/ 687766493 w 2668"/>
              <a:gd name="T9" fmla="*/ 503714 h 5"/>
              <a:gd name="T10" fmla="*/ 669578981 w 2668"/>
              <a:gd name="T11" fmla="*/ 0 h 5"/>
              <a:gd name="T12" fmla="*/ 687766493 w 2668"/>
              <a:gd name="T13" fmla="*/ 503714 h 5"/>
              <a:gd name="T14" fmla="*/ 639639384 w 2668"/>
              <a:gd name="T15" fmla="*/ 302165 h 5"/>
              <a:gd name="T16" fmla="*/ 659226017 w 2668"/>
              <a:gd name="T17" fmla="*/ 302165 h 5"/>
              <a:gd name="T18" fmla="*/ 611099437 w 2668"/>
              <a:gd name="T19" fmla="*/ 503714 h 5"/>
              <a:gd name="T20" fmla="*/ 629566244 w 2668"/>
              <a:gd name="T21" fmla="*/ 0 h 5"/>
              <a:gd name="T22" fmla="*/ 629566244 w 2668"/>
              <a:gd name="T23" fmla="*/ 503714 h 5"/>
              <a:gd name="T24" fmla="*/ 581719489 w 2668"/>
              <a:gd name="T25" fmla="*/ 201549 h 5"/>
              <a:gd name="T26" fmla="*/ 600746473 w 2668"/>
              <a:gd name="T27" fmla="*/ 403098 h 5"/>
              <a:gd name="T28" fmla="*/ 552339540 w 2668"/>
              <a:gd name="T29" fmla="*/ 403098 h 5"/>
              <a:gd name="T30" fmla="*/ 571646348 w 2668"/>
              <a:gd name="T31" fmla="*/ 201549 h 5"/>
              <a:gd name="T32" fmla="*/ 541986576 w 2668"/>
              <a:gd name="T33" fmla="*/ 503714 h 5"/>
              <a:gd name="T34" fmla="*/ 523799064 w 2668"/>
              <a:gd name="T35" fmla="*/ 0 h 5"/>
              <a:gd name="T36" fmla="*/ 541986576 w 2668"/>
              <a:gd name="T37" fmla="*/ 503714 h 5"/>
              <a:gd name="T38" fmla="*/ 494139821 w 2668"/>
              <a:gd name="T39" fmla="*/ 302165 h 5"/>
              <a:gd name="T40" fmla="*/ 513446100 w 2668"/>
              <a:gd name="T41" fmla="*/ 302165 h 5"/>
              <a:gd name="T42" fmla="*/ 465599345 w 2668"/>
              <a:gd name="T43" fmla="*/ 503714 h 5"/>
              <a:gd name="T44" fmla="*/ 484066680 w 2668"/>
              <a:gd name="T45" fmla="*/ 0 h 5"/>
              <a:gd name="T46" fmla="*/ 484066680 w 2668"/>
              <a:gd name="T47" fmla="*/ 503714 h 5"/>
              <a:gd name="T48" fmla="*/ 436219396 w 2668"/>
              <a:gd name="T49" fmla="*/ 201549 h 5"/>
              <a:gd name="T50" fmla="*/ 455246380 w 2668"/>
              <a:gd name="T51" fmla="*/ 403098 h 5"/>
              <a:gd name="T52" fmla="*/ 406839977 w 2668"/>
              <a:gd name="T53" fmla="*/ 403098 h 5"/>
              <a:gd name="T54" fmla="*/ 425866432 w 2668"/>
              <a:gd name="T55" fmla="*/ 201549 h 5"/>
              <a:gd name="T56" fmla="*/ 396487012 w 2668"/>
              <a:gd name="T57" fmla="*/ 503714 h 5"/>
              <a:gd name="T58" fmla="*/ 378019676 w 2668"/>
              <a:gd name="T59" fmla="*/ 0 h 5"/>
              <a:gd name="T60" fmla="*/ 396487012 w 2668"/>
              <a:gd name="T61" fmla="*/ 503714 h 5"/>
              <a:gd name="T62" fmla="*/ 348639728 w 2668"/>
              <a:gd name="T63" fmla="*/ 302165 h 5"/>
              <a:gd name="T64" fmla="*/ 367946536 w 2668"/>
              <a:gd name="T65" fmla="*/ 302165 h 5"/>
              <a:gd name="T66" fmla="*/ 319819957 w 2668"/>
              <a:gd name="T67" fmla="*/ 503714 h 5"/>
              <a:gd name="T68" fmla="*/ 338007468 w 2668"/>
              <a:gd name="T69" fmla="*/ 0 h 5"/>
              <a:gd name="T70" fmla="*/ 338007468 w 2668"/>
              <a:gd name="T71" fmla="*/ 503714 h 5"/>
              <a:gd name="T72" fmla="*/ 290160184 w 2668"/>
              <a:gd name="T73" fmla="*/ 201549 h 5"/>
              <a:gd name="T74" fmla="*/ 309746816 w 2668"/>
              <a:gd name="T75" fmla="*/ 403098 h 5"/>
              <a:gd name="T76" fmla="*/ 261060060 w 2668"/>
              <a:gd name="T77" fmla="*/ 403098 h 5"/>
              <a:gd name="T78" fmla="*/ 280366868 w 2668"/>
              <a:gd name="T79" fmla="*/ 201549 h 5"/>
              <a:gd name="T80" fmla="*/ 250707095 w 2668"/>
              <a:gd name="T81" fmla="*/ 503714 h 5"/>
              <a:gd name="T82" fmla="*/ 232519584 w 2668"/>
              <a:gd name="T83" fmla="*/ 0 h 5"/>
              <a:gd name="T84" fmla="*/ 250707095 w 2668"/>
              <a:gd name="T85" fmla="*/ 503714 h 5"/>
              <a:gd name="T86" fmla="*/ 202860340 w 2668"/>
              <a:gd name="T87" fmla="*/ 302165 h 5"/>
              <a:gd name="T88" fmla="*/ 222167148 w 2668"/>
              <a:gd name="T89" fmla="*/ 302165 h 5"/>
              <a:gd name="T90" fmla="*/ 174319864 w 2668"/>
              <a:gd name="T91" fmla="*/ 503714 h 5"/>
              <a:gd name="T92" fmla="*/ 192507376 w 2668"/>
              <a:gd name="T93" fmla="*/ 0 h 5"/>
              <a:gd name="T94" fmla="*/ 192507376 w 2668"/>
              <a:gd name="T95" fmla="*/ 503714 h 5"/>
              <a:gd name="T96" fmla="*/ 144660620 w 2668"/>
              <a:gd name="T97" fmla="*/ 201549 h 5"/>
              <a:gd name="T98" fmla="*/ 163687075 w 2668"/>
              <a:gd name="T99" fmla="*/ 403098 h 5"/>
              <a:gd name="T100" fmla="*/ 115560496 w 2668"/>
              <a:gd name="T101" fmla="*/ 403098 h 5"/>
              <a:gd name="T102" fmla="*/ 134587480 w 2668"/>
              <a:gd name="T103" fmla="*/ 201549 h 5"/>
              <a:gd name="T104" fmla="*/ 105207531 w 2668"/>
              <a:gd name="T105" fmla="*/ 503714 h 5"/>
              <a:gd name="T106" fmla="*/ 86740196 w 2668"/>
              <a:gd name="T107" fmla="*/ 0 h 5"/>
              <a:gd name="T108" fmla="*/ 105207531 w 2668"/>
              <a:gd name="T109" fmla="*/ 503714 h 5"/>
              <a:gd name="T110" fmla="*/ 57360247 w 2668"/>
              <a:gd name="T111" fmla="*/ 302165 h 5"/>
              <a:gd name="T112" fmla="*/ 76667055 w 2668"/>
              <a:gd name="T113" fmla="*/ 302165 h 5"/>
              <a:gd name="T114" fmla="*/ 28820300 w 2668"/>
              <a:gd name="T115" fmla="*/ 503714 h 5"/>
              <a:gd name="T116" fmla="*/ 46727988 w 2668"/>
              <a:gd name="T117" fmla="*/ 0 h 5"/>
              <a:gd name="T118" fmla="*/ 46727988 w 2668"/>
              <a:gd name="T119" fmla="*/ 503714 h 5"/>
              <a:gd name="T120" fmla="*/ 0 w 2668"/>
              <a:gd name="T121" fmla="*/ 201549 h 5"/>
              <a:gd name="T122" fmla="*/ 18187512 w 2668"/>
              <a:gd name="T123" fmla="*/ 403098 h 5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  <a:gd name="T186" fmla="*/ 0 w 2668"/>
              <a:gd name="T187" fmla="*/ 0 h 5"/>
              <a:gd name="T188" fmla="*/ 2668 w 2668"/>
              <a:gd name="T189" fmla="*/ 5 h 5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T186" t="T187" r="T188" b="T189"/>
            <a:pathLst>
              <a:path w="2668" h="5">
                <a:moveTo>
                  <a:pt x="2667" y="5"/>
                </a:moveTo>
                <a:lnTo>
                  <a:pt x="2601" y="5"/>
                </a:lnTo>
                <a:lnTo>
                  <a:pt x="2600" y="4"/>
                </a:lnTo>
                <a:lnTo>
                  <a:pt x="2599" y="3"/>
                </a:lnTo>
                <a:lnTo>
                  <a:pt x="2600" y="2"/>
                </a:lnTo>
                <a:lnTo>
                  <a:pt x="2601" y="0"/>
                </a:lnTo>
                <a:lnTo>
                  <a:pt x="2667" y="0"/>
                </a:lnTo>
                <a:lnTo>
                  <a:pt x="2668" y="2"/>
                </a:lnTo>
                <a:lnTo>
                  <a:pt x="2668" y="3"/>
                </a:lnTo>
                <a:lnTo>
                  <a:pt x="2668" y="4"/>
                </a:lnTo>
                <a:lnTo>
                  <a:pt x="2667" y="5"/>
                </a:lnTo>
                <a:close/>
                <a:moveTo>
                  <a:pt x="2562" y="5"/>
                </a:moveTo>
                <a:lnTo>
                  <a:pt x="2497" y="5"/>
                </a:lnTo>
                <a:lnTo>
                  <a:pt x="2496" y="4"/>
                </a:lnTo>
                <a:lnTo>
                  <a:pt x="2494" y="3"/>
                </a:lnTo>
                <a:lnTo>
                  <a:pt x="2496" y="2"/>
                </a:lnTo>
                <a:lnTo>
                  <a:pt x="2497" y="0"/>
                </a:lnTo>
                <a:lnTo>
                  <a:pt x="2562" y="0"/>
                </a:lnTo>
                <a:lnTo>
                  <a:pt x="2564" y="2"/>
                </a:lnTo>
                <a:lnTo>
                  <a:pt x="2564" y="3"/>
                </a:lnTo>
                <a:lnTo>
                  <a:pt x="2564" y="4"/>
                </a:lnTo>
                <a:lnTo>
                  <a:pt x="2562" y="5"/>
                </a:lnTo>
                <a:close/>
                <a:moveTo>
                  <a:pt x="2458" y="5"/>
                </a:moveTo>
                <a:lnTo>
                  <a:pt x="2393" y="5"/>
                </a:lnTo>
                <a:lnTo>
                  <a:pt x="2391" y="4"/>
                </a:lnTo>
                <a:lnTo>
                  <a:pt x="2390" y="3"/>
                </a:lnTo>
                <a:lnTo>
                  <a:pt x="2391" y="2"/>
                </a:lnTo>
                <a:lnTo>
                  <a:pt x="2393" y="0"/>
                </a:lnTo>
                <a:lnTo>
                  <a:pt x="2458" y="0"/>
                </a:lnTo>
                <a:lnTo>
                  <a:pt x="2459" y="2"/>
                </a:lnTo>
                <a:lnTo>
                  <a:pt x="2460" y="3"/>
                </a:lnTo>
                <a:lnTo>
                  <a:pt x="2459" y="4"/>
                </a:lnTo>
                <a:lnTo>
                  <a:pt x="2458" y="5"/>
                </a:lnTo>
                <a:close/>
                <a:moveTo>
                  <a:pt x="2354" y="5"/>
                </a:moveTo>
                <a:lnTo>
                  <a:pt x="2288" y="5"/>
                </a:lnTo>
                <a:lnTo>
                  <a:pt x="2287" y="4"/>
                </a:lnTo>
                <a:lnTo>
                  <a:pt x="2286" y="3"/>
                </a:lnTo>
                <a:lnTo>
                  <a:pt x="2287" y="2"/>
                </a:lnTo>
                <a:lnTo>
                  <a:pt x="2288" y="0"/>
                </a:lnTo>
                <a:lnTo>
                  <a:pt x="2354" y="0"/>
                </a:lnTo>
                <a:lnTo>
                  <a:pt x="2355" y="2"/>
                </a:lnTo>
                <a:lnTo>
                  <a:pt x="2356" y="3"/>
                </a:lnTo>
                <a:lnTo>
                  <a:pt x="2355" y="4"/>
                </a:lnTo>
                <a:lnTo>
                  <a:pt x="2354" y="5"/>
                </a:lnTo>
                <a:close/>
                <a:moveTo>
                  <a:pt x="2250" y="5"/>
                </a:moveTo>
                <a:lnTo>
                  <a:pt x="2184" y="5"/>
                </a:lnTo>
                <a:lnTo>
                  <a:pt x="2183" y="4"/>
                </a:lnTo>
                <a:lnTo>
                  <a:pt x="2183" y="3"/>
                </a:lnTo>
                <a:lnTo>
                  <a:pt x="2183" y="2"/>
                </a:lnTo>
                <a:lnTo>
                  <a:pt x="2184" y="0"/>
                </a:lnTo>
                <a:lnTo>
                  <a:pt x="2250" y="0"/>
                </a:lnTo>
                <a:lnTo>
                  <a:pt x="2251" y="2"/>
                </a:lnTo>
                <a:lnTo>
                  <a:pt x="2252" y="3"/>
                </a:lnTo>
                <a:lnTo>
                  <a:pt x="2251" y="4"/>
                </a:lnTo>
                <a:lnTo>
                  <a:pt x="2250" y="5"/>
                </a:lnTo>
                <a:close/>
                <a:moveTo>
                  <a:pt x="2145" y="5"/>
                </a:moveTo>
                <a:lnTo>
                  <a:pt x="2081" y="5"/>
                </a:lnTo>
                <a:lnTo>
                  <a:pt x="2079" y="4"/>
                </a:lnTo>
                <a:lnTo>
                  <a:pt x="2079" y="3"/>
                </a:lnTo>
                <a:lnTo>
                  <a:pt x="2079" y="2"/>
                </a:lnTo>
                <a:lnTo>
                  <a:pt x="2081" y="0"/>
                </a:lnTo>
                <a:lnTo>
                  <a:pt x="2145" y="0"/>
                </a:lnTo>
                <a:lnTo>
                  <a:pt x="2147" y="2"/>
                </a:lnTo>
                <a:lnTo>
                  <a:pt x="2148" y="3"/>
                </a:lnTo>
                <a:lnTo>
                  <a:pt x="2147" y="4"/>
                </a:lnTo>
                <a:lnTo>
                  <a:pt x="2145" y="5"/>
                </a:lnTo>
                <a:close/>
                <a:moveTo>
                  <a:pt x="2041" y="5"/>
                </a:moveTo>
                <a:lnTo>
                  <a:pt x="1977" y="5"/>
                </a:lnTo>
                <a:lnTo>
                  <a:pt x="1974" y="4"/>
                </a:lnTo>
                <a:lnTo>
                  <a:pt x="1974" y="3"/>
                </a:lnTo>
                <a:lnTo>
                  <a:pt x="1974" y="2"/>
                </a:lnTo>
                <a:lnTo>
                  <a:pt x="1977" y="0"/>
                </a:lnTo>
                <a:lnTo>
                  <a:pt x="2041" y="0"/>
                </a:lnTo>
                <a:lnTo>
                  <a:pt x="2043" y="2"/>
                </a:lnTo>
                <a:lnTo>
                  <a:pt x="2043" y="3"/>
                </a:lnTo>
                <a:lnTo>
                  <a:pt x="2043" y="4"/>
                </a:lnTo>
                <a:lnTo>
                  <a:pt x="2041" y="5"/>
                </a:lnTo>
                <a:close/>
                <a:moveTo>
                  <a:pt x="1937" y="5"/>
                </a:moveTo>
                <a:lnTo>
                  <a:pt x="1872" y="5"/>
                </a:lnTo>
                <a:lnTo>
                  <a:pt x="1870" y="4"/>
                </a:lnTo>
                <a:lnTo>
                  <a:pt x="1870" y="3"/>
                </a:lnTo>
                <a:lnTo>
                  <a:pt x="1870" y="2"/>
                </a:lnTo>
                <a:lnTo>
                  <a:pt x="1872" y="0"/>
                </a:lnTo>
                <a:lnTo>
                  <a:pt x="1937" y="0"/>
                </a:lnTo>
                <a:lnTo>
                  <a:pt x="1939" y="2"/>
                </a:lnTo>
                <a:lnTo>
                  <a:pt x="1939" y="3"/>
                </a:lnTo>
                <a:lnTo>
                  <a:pt x="1939" y="4"/>
                </a:lnTo>
                <a:lnTo>
                  <a:pt x="1937" y="5"/>
                </a:lnTo>
                <a:close/>
                <a:moveTo>
                  <a:pt x="1833" y="5"/>
                </a:moveTo>
                <a:lnTo>
                  <a:pt x="1768" y="5"/>
                </a:lnTo>
                <a:lnTo>
                  <a:pt x="1767" y="4"/>
                </a:lnTo>
                <a:lnTo>
                  <a:pt x="1766" y="3"/>
                </a:lnTo>
                <a:lnTo>
                  <a:pt x="1767" y="2"/>
                </a:lnTo>
                <a:lnTo>
                  <a:pt x="1768" y="0"/>
                </a:lnTo>
                <a:lnTo>
                  <a:pt x="1833" y="0"/>
                </a:lnTo>
                <a:lnTo>
                  <a:pt x="1835" y="2"/>
                </a:lnTo>
                <a:lnTo>
                  <a:pt x="1835" y="3"/>
                </a:lnTo>
                <a:lnTo>
                  <a:pt x="1835" y="4"/>
                </a:lnTo>
                <a:lnTo>
                  <a:pt x="1833" y="5"/>
                </a:lnTo>
                <a:close/>
                <a:moveTo>
                  <a:pt x="1730" y="5"/>
                </a:moveTo>
                <a:lnTo>
                  <a:pt x="1664" y="5"/>
                </a:lnTo>
                <a:lnTo>
                  <a:pt x="1663" y="4"/>
                </a:lnTo>
                <a:lnTo>
                  <a:pt x="1662" y="3"/>
                </a:lnTo>
                <a:lnTo>
                  <a:pt x="1663" y="2"/>
                </a:lnTo>
                <a:lnTo>
                  <a:pt x="1664" y="0"/>
                </a:lnTo>
                <a:lnTo>
                  <a:pt x="1730" y="0"/>
                </a:lnTo>
                <a:lnTo>
                  <a:pt x="1731" y="2"/>
                </a:lnTo>
                <a:lnTo>
                  <a:pt x="1731" y="3"/>
                </a:lnTo>
                <a:lnTo>
                  <a:pt x="1731" y="4"/>
                </a:lnTo>
                <a:lnTo>
                  <a:pt x="1730" y="5"/>
                </a:lnTo>
                <a:close/>
                <a:moveTo>
                  <a:pt x="1625" y="5"/>
                </a:moveTo>
                <a:lnTo>
                  <a:pt x="1560" y="5"/>
                </a:lnTo>
                <a:lnTo>
                  <a:pt x="1559" y="4"/>
                </a:lnTo>
                <a:lnTo>
                  <a:pt x="1557" y="3"/>
                </a:lnTo>
                <a:lnTo>
                  <a:pt x="1559" y="2"/>
                </a:lnTo>
                <a:lnTo>
                  <a:pt x="1560" y="0"/>
                </a:lnTo>
                <a:lnTo>
                  <a:pt x="1625" y="0"/>
                </a:lnTo>
                <a:lnTo>
                  <a:pt x="1627" y="2"/>
                </a:lnTo>
                <a:lnTo>
                  <a:pt x="1627" y="3"/>
                </a:lnTo>
                <a:lnTo>
                  <a:pt x="1627" y="4"/>
                </a:lnTo>
                <a:lnTo>
                  <a:pt x="1625" y="5"/>
                </a:lnTo>
                <a:close/>
                <a:moveTo>
                  <a:pt x="1521" y="5"/>
                </a:moveTo>
                <a:lnTo>
                  <a:pt x="1456" y="5"/>
                </a:lnTo>
                <a:lnTo>
                  <a:pt x="1454" y="4"/>
                </a:lnTo>
                <a:lnTo>
                  <a:pt x="1453" y="3"/>
                </a:lnTo>
                <a:lnTo>
                  <a:pt x="1454" y="2"/>
                </a:lnTo>
                <a:lnTo>
                  <a:pt x="1456" y="0"/>
                </a:lnTo>
                <a:lnTo>
                  <a:pt x="1521" y="0"/>
                </a:lnTo>
                <a:lnTo>
                  <a:pt x="1522" y="2"/>
                </a:lnTo>
                <a:lnTo>
                  <a:pt x="1523" y="3"/>
                </a:lnTo>
                <a:lnTo>
                  <a:pt x="1522" y="4"/>
                </a:lnTo>
                <a:lnTo>
                  <a:pt x="1521" y="5"/>
                </a:lnTo>
                <a:close/>
                <a:moveTo>
                  <a:pt x="1417" y="5"/>
                </a:moveTo>
                <a:lnTo>
                  <a:pt x="1351" y="5"/>
                </a:lnTo>
                <a:lnTo>
                  <a:pt x="1350" y="4"/>
                </a:lnTo>
                <a:lnTo>
                  <a:pt x="1349" y="3"/>
                </a:lnTo>
                <a:lnTo>
                  <a:pt x="1350" y="2"/>
                </a:lnTo>
                <a:lnTo>
                  <a:pt x="1351" y="0"/>
                </a:lnTo>
                <a:lnTo>
                  <a:pt x="1417" y="0"/>
                </a:lnTo>
                <a:lnTo>
                  <a:pt x="1418" y="2"/>
                </a:lnTo>
                <a:lnTo>
                  <a:pt x="1419" y="3"/>
                </a:lnTo>
                <a:lnTo>
                  <a:pt x="1418" y="4"/>
                </a:lnTo>
                <a:lnTo>
                  <a:pt x="1417" y="5"/>
                </a:lnTo>
                <a:close/>
                <a:moveTo>
                  <a:pt x="1313" y="5"/>
                </a:moveTo>
                <a:lnTo>
                  <a:pt x="1247" y="5"/>
                </a:lnTo>
                <a:lnTo>
                  <a:pt x="1246" y="4"/>
                </a:lnTo>
                <a:lnTo>
                  <a:pt x="1246" y="3"/>
                </a:lnTo>
                <a:lnTo>
                  <a:pt x="1246" y="2"/>
                </a:lnTo>
                <a:lnTo>
                  <a:pt x="1247" y="0"/>
                </a:lnTo>
                <a:lnTo>
                  <a:pt x="1313" y="0"/>
                </a:lnTo>
                <a:lnTo>
                  <a:pt x="1314" y="2"/>
                </a:lnTo>
                <a:lnTo>
                  <a:pt x="1315" y="3"/>
                </a:lnTo>
                <a:lnTo>
                  <a:pt x="1314" y="4"/>
                </a:lnTo>
                <a:lnTo>
                  <a:pt x="1313" y="5"/>
                </a:lnTo>
                <a:close/>
                <a:moveTo>
                  <a:pt x="1208" y="5"/>
                </a:moveTo>
                <a:lnTo>
                  <a:pt x="1143" y="5"/>
                </a:lnTo>
                <a:lnTo>
                  <a:pt x="1142" y="4"/>
                </a:lnTo>
                <a:lnTo>
                  <a:pt x="1142" y="3"/>
                </a:lnTo>
                <a:lnTo>
                  <a:pt x="1142" y="2"/>
                </a:lnTo>
                <a:lnTo>
                  <a:pt x="1143" y="0"/>
                </a:lnTo>
                <a:lnTo>
                  <a:pt x="1208" y="0"/>
                </a:lnTo>
                <a:lnTo>
                  <a:pt x="1210" y="2"/>
                </a:lnTo>
                <a:lnTo>
                  <a:pt x="1211" y="3"/>
                </a:lnTo>
                <a:lnTo>
                  <a:pt x="1210" y="4"/>
                </a:lnTo>
                <a:lnTo>
                  <a:pt x="1208" y="5"/>
                </a:lnTo>
                <a:close/>
                <a:moveTo>
                  <a:pt x="1104" y="5"/>
                </a:moveTo>
                <a:lnTo>
                  <a:pt x="1040" y="5"/>
                </a:lnTo>
                <a:lnTo>
                  <a:pt x="1037" y="4"/>
                </a:lnTo>
                <a:lnTo>
                  <a:pt x="1037" y="3"/>
                </a:lnTo>
                <a:lnTo>
                  <a:pt x="1037" y="2"/>
                </a:lnTo>
                <a:lnTo>
                  <a:pt x="1040" y="0"/>
                </a:lnTo>
                <a:lnTo>
                  <a:pt x="1104" y="0"/>
                </a:lnTo>
                <a:lnTo>
                  <a:pt x="1107" y="2"/>
                </a:lnTo>
                <a:lnTo>
                  <a:pt x="1107" y="3"/>
                </a:lnTo>
                <a:lnTo>
                  <a:pt x="1107" y="4"/>
                </a:lnTo>
                <a:lnTo>
                  <a:pt x="1104" y="5"/>
                </a:lnTo>
                <a:close/>
                <a:moveTo>
                  <a:pt x="1000" y="5"/>
                </a:moveTo>
                <a:lnTo>
                  <a:pt x="936" y="5"/>
                </a:lnTo>
                <a:lnTo>
                  <a:pt x="933" y="4"/>
                </a:lnTo>
                <a:lnTo>
                  <a:pt x="933" y="3"/>
                </a:lnTo>
                <a:lnTo>
                  <a:pt x="933" y="2"/>
                </a:lnTo>
                <a:lnTo>
                  <a:pt x="936" y="0"/>
                </a:lnTo>
                <a:lnTo>
                  <a:pt x="1000" y="0"/>
                </a:lnTo>
                <a:lnTo>
                  <a:pt x="1002" y="2"/>
                </a:lnTo>
                <a:lnTo>
                  <a:pt x="1002" y="3"/>
                </a:lnTo>
                <a:lnTo>
                  <a:pt x="1002" y="4"/>
                </a:lnTo>
                <a:lnTo>
                  <a:pt x="1000" y="5"/>
                </a:lnTo>
                <a:close/>
                <a:moveTo>
                  <a:pt x="896" y="5"/>
                </a:moveTo>
                <a:lnTo>
                  <a:pt x="831" y="5"/>
                </a:lnTo>
                <a:lnTo>
                  <a:pt x="830" y="4"/>
                </a:lnTo>
                <a:lnTo>
                  <a:pt x="829" y="3"/>
                </a:lnTo>
                <a:lnTo>
                  <a:pt x="830" y="2"/>
                </a:lnTo>
                <a:lnTo>
                  <a:pt x="831" y="0"/>
                </a:lnTo>
                <a:lnTo>
                  <a:pt x="896" y="0"/>
                </a:lnTo>
                <a:lnTo>
                  <a:pt x="898" y="2"/>
                </a:lnTo>
                <a:lnTo>
                  <a:pt x="898" y="3"/>
                </a:lnTo>
                <a:lnTo>
                  <a:pt x="898" y="4"/>
                </a:lnTo>
                <a:lnTo>
                  <a:pt x="896" y="5"/>
                </a:lnTo>
                <a:close/>
                <a:moveTo>
                  <a:pt x="791" y="5"/>
                </a:moveTo>
                <a:lnTo>
                  <a:pt x="727" y="5"/>
                </a:lnTo>
                <a:lnTo>
                  <a:pt x="726" y="4"/>
                </a:lnTo>
                <a:lnTo>
                  <a:pt x="725" y="3"/>
                </a:lnTo>
                <a:lnTo>
                  <a:pt x="726" y="2"/>
                </a:lnTo>
                <a:lnTo>
                  <a:pt x="727" y="0"/>
                </a:lnTo>
                <a:lnTo>
                  <a:pt x="791" y="0"/>
                </a:lnTo>
                <a:lnTo>
                  <a:pt x="794" y="2"/>
                </a:lnTo>
                <a:lnTo>
                  <a:pt x="794" y="3"/>
                </a:lnTo>
                <a:lnTo>
                  <a:pt x="794" y="4"/>
                </a:lnTo>
                <a:lnTo>
                  <a:pt x="791" y="5"/>
                </a:lnTo>
                <a:close/>
                <a:moveTo>
                  <a:pt x="688" y="5"/>
                </a:moveTo>
                <a:lnTo>
                  <a:pt x="623" y="5"/>
                </a:lnTo>
                <a:lnTo>
                  <a:pt x="622" y="4"/>
                </a:lnTo>
                <a:lnTo>
                  <a:pt x="620" y="3"/>
                </a:lnTo>
                <a:lnTo>
                  <a:pt x="622" y="2"/>
                </a:lnTo>
                <a:lnTo>
                  <a:pt x="623" y="0"/>
                </a:lnTo>
                <a:lnTo>
                  <a:pt x="688" y="0"/>
                </a:lnTo>
                <a:lnTo>
                  <a:pt x="690" y="2"/>
                </a:lnTo>
                <a:lnTo>
                  <a:pt x="690" y="3"/>
                </a:lnTo>
                <a:lnTo>
                  <a:pt x="690" y="4"/>
                </a:lnTo>
                <a:lnTo>
                  <a:pt x="688" y="5"/>
                </a:lnTo>
                <a:close/>
                <a:moveTo>
                  <a:pt x="584" y="5"/>
                </a:moveTo>
                <a:lnTo>
                  <a:pt x="519" y="5"/>
                </a:lnTo>
                <a:lnTo>
                  <a:pt x="517" y="4"/>
                </a:lnTo>
                <a:lnTo>
                  <a:pt x="516" y="3"/>
                </a:lnTo>
                <a:lnTo>
                  <a:pt x="517" y="2"/>
                </a:lnTo>
                <a:lnTo>
                  <a:pt x="519" y="0"/>
                </a:lnTo>
                <a:lnTo>
                  <a:pt x="584" y="0"/>
                </a:lnTo>
                <a:lnTo>
                  <a:pt x="585" y="2"/>
                </a:lnTo>
                <a:lnTo>
                  <a:pt x="586" y="3"/>
                </a:lnTo>
                <a:lnTo>
                  <a:pt x="585" y="4"/>
                </a:lnTo>
                <a:lnTo>
                  <a:pt x="584" y="5"/>
                </a:lnTo>
                <a:close/>
                <a:moveTo>
                  <a:pt x="480" y="5"/>
                </a:moveTo>
                <a:lnTo>
                  <a:pt x="414" y="5"/>
                </a:lnTo>
                <a:lnTo>
                  <a:pt x="413" y="4"/>
                </a:lnTo>
                <a:lnTo>
                  <a:pt x="412" y="3"/>
                </a:lnTo>
                <a:lnTo>
                  <a:pt x="413" y="2"/>
                </a:lnTo>
                <a:lnTo>
                  <a:pt x="414" y="0"/>
                </a:lnTo>
                <a:lnTo>
                  <a:pt x="480" y="0"/>
                </a:lnTo>
                <a:lnTo>
                  <a:pt x="481" y="2"/>
                </a:lnTo>
                <a:lnTo>
                  <a:pt x="482" y="3"/>
                </a:lnTo>
                <a:lnTo>
                  <a:pt x="481" y="4"/>
                </a:lnTo>
                <a:lnTo>
                  <a:pt x="480" y="5"/>
                </a:lnTo>
                <a:close/>
                <a:moveTo>
                  <a:pt x="376" y="5"/>
                </a:moveTo>
                <a:lnTo>
                  <a:pt x="310" y="5"/>
                </a:lnTo>
                <a:lnTo>
                  <a:pt x="309" y="4"/>
                </a:lnTo>
                <a:lnTo>
                  <a:pt x="309" y="3"/>
                </a:lnTo>
                <a:lnTo>
                  <a:pt x="309" y="2"/>
                </a:lnTo>
                <a:lnTo>
                  <a:pt x="310" y="0"/>
                </a:lnTo>
                <a:lnTo>
                  <a:pt x="376" y="0"/>
                </a:lnTo>
                <a:lnTo>
                  <a:pt x="377" y="2"/>
                </a:lnTo>
                <a:lnTo>
                  <a:pt x="378" y="3"/>
                </a:lnTo>
                <a:lnTo>
                  <a:pt x="377" y="4"/>
                </a:lnTo>
                <a:lnTo>
                  <a:pt x="376" y="5"/>
                </a:lnTo>
                <a:close/>
                <a:moveTo>
                  <a:pt x="271" y="5"/>
                </a:moveTo>
                <a:lnTo>
                  <a:pt x="206" y="5"/>
                </a:lnTo>
                <a:lnTo>
                  <a:pt x="205" y="4"/>
                </a:lnTo>
                <a:lnTo>
                  <a:pt x="205" y="3"/>
                </a:lnTo>
                <a:lnTo>
                  <a:pt x="205" y="2"/>
                </a:lnTo>
                <a:lnTo>
                  <a:pt x="206" y="0"/>
                </a:lnTo>
                <a:lnTo>
                  <a:pt x="271" y="0"/>
                </a:lnTo>
                <a:lnTo>
                  <a:pt x="273" y="2"/>
                </a:lnTo>
                <a:lnTo>
                  <a:pt x="274" y="3"/>
                </a:lnTo>
                <a:lnTo>
                  <a:pt x="273" y="4"/>
                </a:lnTo>
                <a:lnTo>
                  <a:pt x="271" y="5"/>
                </a:lnTo>
                <a:close/>
                <a:moveTo>
                  <a:pt x="167" y="5"/>
                </a:moveTo>
                <a:lnTo>
                  <a:pt x="103" y="5"/>
                </a:lnTo>
                <a:lnTo>
                  <a:pt x="100" y="4"/>
                </a:lnTo>
                <a:lnTo>
                  <a:pt x="100" y="3"/>
                </a:lnTo>
                <a:lnTo>
                  <a:pt x="100" y="2"/>
                </a:lnTo>
                <a:lnTo>
                  <a:pt x="103" y="0"/>
                </a:lnTo>
                <a:lnTo>
                  <a:pt x="167" y="0"/>
                </a:lnTo>
                <a:lnTo>
                  <a:pt x="168" y="2"/>
                </a:lnTo>
                <a:lnTo>
                  <a:pt x="170" y="3"/>
                </a:lnTo>
                <a:lnTo>
                  <a:pt x="168" y="4"/>
                </a:lnTo>
                <a:lnTo>
                  <a:pt x="167" y="5"/>
                </a:lnTo>
                <a:close/>
                <a:moveTo>
                  <a:pt x="63" y="5"/>
                </a:moveTo>
                <a:lnTo>
                  <a:pt x="2" y="5"/>
                </a:lnTo>
                <a:lnTo>
                  <a:pt x="0" y="4"/>
                </a:lnTo>
                <a:lnTo>
                  <a:pt x="0" y="3"/>
                </a:lnTo>
                <a:lnTo>
                  <a:pt x="0" y="2"/>
                </a:lnTo>
                <a:lnTo>
                  <a:pt x="2" y="0"/>
                </a:lnTo>
                <a:lnTo>
                  <a:pt x="63" y="0"/>
                </a:lnTo>
                <a:lnTo>
                  <a:pt x="65" y="2"/>
                </a:lnTo>
                <a:lnTo>
                  <a:pt x="65" y="3"/>
                </a:lnTo>
                <a:lnTo>
                  <a:pt x="65" y="4"/>
                </a:lnTo>
                <a:lnTo>
                  <a:pt x="63" y="5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318" name="Line 323"/>
          <p:cNvSpPr>
            <a:spLocks noChangeShapeType="1"/>
          </p:cNvSpPr>
          <p:nvPr/>
        </p:nvSpPr>
        <p:spPr bwMode="auto">
          <a:xfrm>
            <a:off x="797955" y="3084551"/>
            <a:ext cx="5164" cy="3136993"/>
          </a:xfrm>
          <a:prstGeom prst="line">
            <a:avLst/>
          </a:prstGeom>
          <a:noFill/>
          <a:ln w="31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319" name="Rectangle 324"/>
          <p:cNvSpPr>
            <a:spLocks noChangeArrowheads="1"/>
          </p:cNvSpPr>
          <p:nvPr/>
        </p:nvSpPr>
        <p:spPr bwMode="auto">
          <a:xfrm>
            <a:off x="6311331" y="2880743"/>
            <a:ext cx="1654013" cy="508926"/>
          </a:xfrm>
          <a:prstGeom prst="rect">
            <a:avLst/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320" name="Rectangle 325"/>
          <p:cNvSpPr>
            <a:spLocks noChangeArrowheads="1"/>
          </p:cNvSpPr>
          <p:nvPr/>
        </p:nvSpPr>
        <p:spPr bwMode="auto">
          <a:xfrm>
            <a:off x="6311331" y="2880743"/>
            <a:ext cx="1654013" cy="508926"/>
          </a:xfrm>
          <a:prstGeom prst="rect">
            <a:avLst/>
          </a:prstGeom>
          <a:noFill/>
          <a:ln w="63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321" name="Rectangle 326"/>
          <p:cNvSpPr>
            <a:spLocks noChangeArrowheads="1"/>
          </p:cNvSpPr>
          <p:nvPr/>
        </p:nvSpPr>
        <p:spPr bwMode="auto">
          <a:xfrm>
            <a:off x="6550202" y="3038069"/>
            <a:ext cx="1626279" cy="2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b="1">
                <a:solidFill>
                  <a:srgbClr val="000000"/>
                </a:solidFill>
              </a:rPr>
              <a:t>Married B Car</a:t>
            </a:r>
            <a:endParaRPr lang="en-US" altLang="ko-KR"/>
          </a:p>
        </p:txBody>
      </p:sp>
      <p:sp>
        <p:nvSpPr>
          <p:cNvPr id="322" name="Freeform 327"/>
          <p:cNvSpPr>
            <a:spLocks noEditPoints="1"/>
          </p:cNvSpPr>
          <p:nvPr/>
        </p:nvSpPr>
        <p:spPr bwMode="auto">
          <a:xfrm>
            <a:off x="7964051" y="3083360"/>
            <a:ext cx="1147868" cy="1191"/>
          </a:xfrm>
          <a:custGeom>
            <a:avLst/>
            <a:gdLst>
              <a:gd name="T0" fmla="*/ 727499921 w 2668"/>
              <a:gd name="T1" fmla="*/ 201549 h 5"/>
              <a:gd name="T2" fmla="*/ 746526919 w 2668"/>
              <a:gd name="T3" fmla="*/ 403098 h 5"/>
              <a:gd name="T4" fmla="*/ 698399776 w 2668"/>
              <a:gd name="T5" fmla="*/ 403098 h 5"/>
              <a:gd name="T6" fmla="*/ 717426774 w 2668"/>
              <a:gd name="T7" fmla="*/ 201549 h 5"/>
              <a:gd name="T8" fmla="*/ 688047333 w 2668"/>
              <a:gd name="T9" fmla="*/ 503714 h 5"/>
              <a:gd name="T10" fmla="*/ 669579985 w 2668"/>
              <a:gd name="T11" fmla="*/ 0 h 5"/>
              <a:gd name="T12" fmla="*/ 688047333 w 2668"/>
              <a:gd name="T13" fmla="*/ 503714 h 5"/>
              <a:gd name="T14" fmla="*/ 640200015 w 2668"/>
              <a:gd name="T15" fmla="*/ 302165 h 5"/>
              <a:gd name="T16" fmla="*/ 659506837 w 2668"/>
              <a:gd name="T17" fmla="*/ 302165 h 5"/>
              <a:gd name="T18" fmla="*/ 611379695 w 2668"/>
              <a:gd name="T19" fmla="*/ 503714 h 5"/>
              <a:gd name="T20" fmla="*/ 629567219 w 2668"/>
              <a:gd name="T21" fmla="*/ 0 h 5"/>
              <a:gd name="T22" fmla="*/ 629567219 w 2668"/>
              <a:gd name="T23" fmla="*/ 503714 h 5"/>
              <a:gd name="T24" fmla="*/ 582000254 w 2668"/>
              <a:gd name="T25" fmla="*/ 201549 h 5"/>
              <a:gd name="T26" fmla="*/ 600747427 w 2668"/>
              <a:gd name="T27" fmla="*/ 403098 h 5"/>
              <a:gd name="T28" fmla="*/ 552900109 w 2668"/>
              <a:gd name="T29" fmla="*/ 403098 h 5"/>
              <a:gd name="T30" fmla="*/ 571647282 w 2668"/>
              <a:gd name="T31" fmla="*/ 201549 h 5"/>
              <a:gd name="T32" fmla="*/ 541987489 w 2668"/>
              <a:gd name="T33" fmla="*/ 503714 h 5"/>
              <a:gd name="T34" fmla="*/ 524079789 w 2668"/>
              <a:gd name="T35" fmla="*/ 0 h 5"/>
              <a:gd name="T36" fmla="*/ 541987489 w 2668"/>
              <a:gd name="T37" fmla="*/ 503714 h 5"/>
              <a:gd name="T38" fmla="*/ 494140171 w 2668"/>
              <a:gd name="T39" fmla="*/ 302165 h 5"/>
              <a:gd name="T40" fmla="*/ 513726817 w 2668"/>
              <a:gd name="T41" fmla="*/ 302165 h 5"/>
              <a:gd name="T42" fmla="*/ 465880028 w 2668"/>
              <a:gd name="T43" fmla="*/ 503714 h 5"/>
              <a:gd name="T44" fmla="*/ 484067023 w 2668"/>
              <a:gd name="T45" fmla="*/ 0 h 5"/>
              <a:gd name="T46" fmla="*/ 484067023 w 2668"/>
              <a:gd name="T47" fmla="*/ 503714 h 5"/>
              <a:gd name="T48" fmla="*/ 436220234 w 2668"/>
              <a:gd name="T49" fmla="*/ 201549 h 5"/>
              <a:gd name="T50" fmla="*/ 455247232 w 2668"/>
              <a:gd name="T51" fmla="*/ 403098 h 5"/>
              <a:gd name="T52" fmla="*/ 407120089 w 2668"/>
              <a:gd name="T53" fmla="*/ 403098 h 5"/>
              <a:gd name="T54" fmla="*/ 426147087 w 2668"/>
              <a:gd name="T55" fmla="*/ 201549 h 5"/>
              <a:gd name="T56" fmla="*/ 396487293 w 2668"/>
              <a:gd name="T57" fmla="*/ 503714 h 5"/>
              <a:gd name="T58" fmla="*/ 378299769 w 2668"/>
              <a:gd name="T59" fmla="*/ 0 h 5"/>
              <a:gd name="T60" fmla="*/ 396487293 w 2668"/>
              <a:gd name="T61" fmla="*/ 503714 h 5"/>
              <a:gd name="T62" fmla="*/ 348640504 w 2668"/>
              <a:gd name="T63" fmla="*/ 302165 h 5"/>
              <a:gd name="T64" fmla="*/ 368227150 w 2668"/>
              <a:gd name="T65" fmla="*/ 302165 h 5"/>
              <a:gd name="T66" fmla="*/ 320379832 w 2668"/>
              <a:gd name="T67" fmla="*/ 503714 h 5"/>
              <a:gd name="T68" fmla="*/ 338287532 w 2668"/>
              <a:gd name="T69" fmla="*/ 0 h 5"/>
              <a:gd name="T70" fmla="*/ 338287532 w 2668"/>
              <a:gd name="T71" fmla="*/ 503714 h 5"/>
              <a:gd name="T72" fmla="*/ 290720038 w 2668"/>
              <a:gd name="T73" fmla="*/ 201549 h 5"/>
              <a:gd name="T74" fmla="*/ 309467211 w 2668"/>
              <a:gd name="T75" fmla="*/ 403098 h 5"/>
              <a:gd name="T76" fmla="*/ 261620422 w 2668"/>
              <a:gd name="T77" fmla="*/ 403098 h 5"/>
              <a:gd name="T78" fmla="*/ 280367067 w 2668"/>
              <a:gd name="T79" fmla="*/ 201549 h 5"/>
              <a:gd name="T80" fmla="*/ 250707802 w 2668"/>
              <a:gd name="T81" fmla="*/ 503714 h 5"/>
              <a:gd name="T82" fmla="*/ 232800102 w 2668"/>
              <a:gd name="T83" fmla="*/ 0 h 5"/>
              <a:gd name="T84" fmla="*/ 250707802 w 2668"/>
              <a:gd name="T85" fmla="*/ 503714 h 5"/>
              <a:gd name="T86" fmla="*/ 202860484 w 2668"/>
              <a:gd name="T87" fmla="*/ 302165 h 5"/>
              <a:gd name="T88" fmla="*/ 222167306 w 2668"/>
              <a:gd name="T89" fmla="*/ 302165 h 5"/>
              <a:gd name="T90" fmla="*/ 174319987 w 2668"/>
              <a:gd name="T91" fmla="*/ 503714 h 5"/>
              <a:gd name="T92" fmla="*/ 192787336 w 2668"/>
              <a:gd name="T93" fmla="*/ 0 h 5"/>
              <a:gd name="T94" fmla="*/ 192787336 w 2668"/>
              <a:gd name="T95" fmla="*/ 503714 h 5"/>
              <a:gd name="T96" fmla="*/ 144940547 w 2668"/>
              <a:gd name="T97" fmla="*/ 201549 h 5"/>
              <a:gd name="T98" fmla="*/ 163967545 w 2668"/>
              <a:gd name="T99" fmla="*/ 403098 h 5"/>
              <a:gd name="T100" fmla="*/ 115840402 w 2668"/>
              <a:gd name="T101" fmla="*/ 403098 h 5"/>
              <a:gd name="T102" fmla="*/ 134867400 w 2668"/>
              <a:gd name="T103" fmla="*/ 201549 h 5"/>
              <a:gd name="T104" fmla="*/ 105207606 w 2668"/>
              <a:gd name="T105" fmla="*/ 503714 h 5"/>
              <a:gd name="T106" fmla="*/ 87020082 w 2668"/>
              <a:gd name="T107" fmla="*/ 0 h 5"/>
              <a:gd name="T108" fmla="*/ 105207606 w 2668"/>
              <a:gd name="T109" fmla="*/ 503714 h 5"/>
              <a:gd name="T110" fmla="*/ 57360817 w 2668"/>
              <a:gd name="T111" fmla="*/ 302165 h 5"/>
              <a:gd name="T112" fmla="*/ 76667110 w 2668"/>
              <a:gd name="T113" fmla="*/ 302165 h 5"/>
              <a:gd name="T114" fmla="*/ 28820321 w 2668"/>
              <a:gd name="T115" fmla="*/ 503714 h 5"/>
              <a:gd name="T116" fmla="*/ 47007845 w 2668"/>
              <a:gd name="T117" fmla="*/ 0 h 5"/>
              <a:gd name="T118" fmla="*/ 47007845 w 2668"/>
              <a:gd name="T119" fmla="*/ 503714 h 5"/>
              <a:gd name="T120" fmla="*/ 279824 w 2668"/>
              <a:gd name="T121" fmla="*/ 201549 h 5"/>
              <a:gd name="T122" fmla="*/ 18187524 w 2668"/>
              <a:gd name="T123" fmla="*/ 403098 h 5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  <a:gd name="T186" fmla="*/ 0 w 2668"/>
              <a:gd name="T187" fmla="*/ 0 h 5"/>
              <a:gd name="T188" fmla="*/ 2668 w 2668"/>
              <a:gd name="T189" fmla="*/ 5 h 5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T186" t="T187" r="T188" b="T189"/>
            <a:pathLst>
              <a:path w="2668" h="5">
                <a:moveTo>
                  <a:pt x="2667" y="5"/>
                </a:moveTo>
                <a:lnTo>
                  <a:pt x="2602" y="5"/>
                </a:lnTo>
                <a:lnTo>
                  <a:pt x="2600" y="4"/>
                </a:lnTo>
                <a:lnTo>
                  <a:pt x="2599" y="3"/>
                </a:lnTo>
                <a:lnTo>
                  <a:pt x="2600" y="2"/>
                </a:lnTo>
                <a:lnTo>
                  <a:pt x="2602" y="0"/>
                </a:lnTo>
                <a:lnTo>
                  <a:pt x="2667" y="0"/>
                </a:lnTo>
                <a:lnTo>
                  <a:pt x="2668" y="2"/>
                </a:lnTo>
                <a:lnTo>
                  <a:pt x="2668" y="3"/>
                </a:lnTo>
                <a:lnTo>
                  <a:pt x="2668" y="4"/>
                </a:lnTo>
                <a:lnTo>
                  <a:pt x="2667" y="5"/>
                </a:lnTo>
                <a:close/>
                <a:moveTo>
                  <a:pt x="2563" y="5"/>
                </a:moveTo>
                <a:lnTo>
                  <a:pt x="2497" y="5"/>
                </a:lnTo>
                <a:lnTo>
                  <a:pt x="2496" y="4"/>
                </a:lnTo>
                <a:lnTo>
                  <a:pt x="2495" y="3"/>
                </a:lnTo>
                <a:lnTo>
                  <a:pt x="2496" y="2"/>
                </a:lnTo>
                <a:lnTo>
                  <a:pt x="2497" y="0"/>
                </a:lnTo>
                <a:lnTo>
                  <a:pt x="2563" y="0"/>
                </a:lnTo>
                <a:lnTo>
                  <a:pt x="2564" y="2"/>
                </a:lnTo>
                <a:lnTo>
                  <a:pt x="2565" y="3"/>
                </a:lnTo>
                <a:lnTo>
                  <a:pt x="2564" y="4"/>
                </a:lnTo>
                <a:lnTo>
                  <a:pt x="2563" y="5"/>
                </a:lnTo>
                <a:close/>
                <a:moveTo>
                  <a:pt x="2459" y="5"/>
                </a:moveTo>
                <a:lnTo>
                  <a:pt x="2393" y="5"/>
                </a:lnTo>
                <a:lnTo>
                  <a:pt x="2392" y="4"/>
                </a:lnTo>
                <a:lnTo>
                  <a:pt x="2391" y="3"/>
                </a:lnTo>
                <a:lnTo>
                  <a:pt x="2392" y="2"/>
                </a:lnTo>
                <a:lnTo>
                  <a:pt x="2393" y="0"/>
                </a:lnTo>
                <a:lnTo>
                  <a:pt x="2459" y="0"/>
                </a:lnTo>
                <a:lnTo>
                  <a:pt x="2460" y="2"/>
                </a:lnTo>
                <a:lnTo>
                  <a:pt x="2461" y="3"/>
                </a:lnTo>
                <a:lnTo>
                  <a:pt x="2460" y="4"/>
                </a:lnTo>
                <a:lnTo>
                  <a:pt x="2459" y="5"/>
                </a:lnTo>
                <a:close/>
                <a:moveTo>
                  <a:pt x="2354" y="5"/>
                </a:moveTo>
                <a:lnTo>
                  <a:pt x="2289" y="5"/>
                </a:lnTo>
                <a:lnTo>
                  <a:pt x="2288" y="4"/>
                </a:lnTo>
                <a:lnTo>
                  <a:pt x="2288" y="3"/>
                </a:lnTo>
                <a:lnTo>
                  <a:pt x="2288" y="2"/>
                </a:lnTo>
                <a:lnTo>
                  <a:pt x="2289" y="0"/>
                </a:lnTo>
                <a:lnTo>
                  <a:pt x="2354" y="0"/>
                </a:lnTo>
                <a:lnTo>
                  <a:pt x="2356" y="2"/>
                </a:lnTo>
                <a:lnTo>
                  <a:pt x="2357" y="3"/>
                </a:lnTo>
                <a:lnTo>
                  <a:pt x="2356" y="4"/>
                </a:lnTo>
                <a:lnTo>
                  <a:pt x="2354" y="5"/>
                </a:lnTo>
                <a:close/>
                <a:moveTo>
                  <a:pt x="2250" y="5"/>
                </a:moveTo>
                <a:lnTo>
                  <a:pt x="2185" y="5"/>
                </a:lnTo>
                <a:lnTo>
                  <a:pt x="2183" y="4"/>
                </a:lnTo>
                <a:lnTo>
                  <a:pt x="2183" y="3"/>
                </a:lnTo>
                <a:lnTo>
                  <a:pt x="2183" y="2"/>
                </a:lnTo>
                <a:lnTo>
                  <a:pt x="2185" y="0"/>
                </a:lnTo>
                <a:lnTo>
                  <a:pt x="2250" y="0"/>
                </a:lnTo>
                <a:lnTo>
                  <a:pt x="2251" y="2"/>
                </a:lnTo>
                <a:lnTo>
                  <a:pt x="2253" y="3"/>
                </a:lnTo>
                <a:lnTo>
                  <a:pt x="2251" y="4"/>
                </a:lnTo>
                <a:lnTo>
                  <a:pt x="2250" y="5"/>
                </a:lnTo>
                <a:close/>
                <a:moveTo>
                  <a:pt x="2146" y="5"/>
                </a:moveTo>
                <a:lnTo>
                  <a:pt x="2082" y="5"/>
                </a:lnTo>
                <a:lnTo>
                  <a:pt x="2080" y="4"/>
                </a:lnTo>
                <a:lnTo>
                  <a:pt x="2079" y="3"/>
                </a:lnTo>
                <a:lnTo>
                  <a:pt x="2080" y="2"/>
                </a:lnTo>
                <a:lnTo>
                  <a:pt x="2082" y="0"/>
                </a:lnTo>
                <a:lnTo>
                  <a:pt x="2146" y="0"/>
                </a:lnTo>
                <a:lnTo>
                  <a:pt x="2147" y="2"/>
                </a:lnTo>
                <a:lnTo>
                  <a:pt x="2148" y="3"/>
                </a:lnTo>
                <a:lnTo>
                  <a:pt x="2147" y="4"/>
                </a:lnTo>
                <a:lnTo>
                  <a:pt x="2146" y="5"/>
                </a:lnTo>
                <a:close/>
                <a:moveTo>
                  <a:pt x="2042" y="5"/>
                </a:moveTo>
                <a:lnTo>
                  <a:pt x="1977" y="5"/>
                </a:lnTo>
                <a:lnTo>
                  <a:pt x="1976" y="4"/>
                </a:lnTo>
                <a:lnTo>
                  <a:pt x="1975" y="3"/>
                </a:lnTo>
                <a:lnTo>
                  <a:pt x="1976" y="2"/>
                </a:lnTo>
                <a:lnTo>
                  <a:pt x="1977" y="0"/>
                </a:lnTo>
                <a:lnTo>
                  <a:pt x="2042" y="0"/>
                </a:lnTo>
                <a:lnTo>
                  <a:pt x="2043" y="2"/>
                </a:lnTo>
                <a:lnTo>
                  <a:pt x="2044" y="3"/>
                </a:lnTo>
                <a:lnTo>
                  <a:pt x="2043" y="4"/>
                </a:lnTo>
                <a:lnTo>
                  <a:pt x="2042" y="5"/>
                </a:lnTo>
                <a:close/>
                <a:moveTo>
                  <a:pt x="1937" y="5"/>
                </a:moveTo>
                <a:lnTo>
                  <a:pt x="1873" y="5"/>
                </a:lnTo>
                <a:lnTo>
                  <a:pt x="1872" y="4"/>
                </a:lnTo>
                <a:lnTo>
                  <a:pt x="1871" y="3"/>
                </a:lnTo>
                <a:lnTo>
                  <a:pt x="1872" y="2"/>
                </a:lnTo>
                <a:lnTo>
                  <a:pt x="1873" y="0"/>
                </a:lnTo>
                <a:lnTo>
                  <a:pt x="1937" y="0"/>
                </a:lnTo>
                <a:lnTo>
                  <a:pt x="1939" y="2"/>
                </a:lnTo>
                <a:lnTo>
                  <a:pt x="1940" y="3"/>
                </a:lnTo>
                <a:lnTo>
                  <a:pt x="1939" y="4"/>
                </a:lnTo>
                <a:lnTo>
                  <a:pt x="1937" y="5"/>
                </a:lnTo>
                <a:close/>
                <a:moveTo>
                  <a:pt x="1833" y="5"/>
                </a:moveTo>
                <a:lnTo>
                  <a:pt x="1769" y="5"/>
                </a:lnTo>
                <a:lnTo>
                  <a:pt x="1768" y="4"/>
                </a:lnTo>
                <a:lnTo>
                  <a:pt x="1766" y="3"/>
                </a:lnTo>
                <a:lnTo>
                  <a:pt x="1768" y="2"/>
                </a:lnTo>
                <a:lnTo>
                  <a:pt x="1769" y="0"/>
                </a:lnTo>
                <a:lnTo>
                  <a:pt x="1833" y="0"/>
                </a:lnTo>
                <a:lnTo>
                  <a:pt x="1836" y="2"/>
                </a:lnTo>
                <a:lnTo>
                  <a:pt x="1836" y="3"/>
                </a:lnTo>
                <a:lnTo>
                  <a:pt x="1836" y="4"/>
                </a:lnTo>
                <a:lnTo>
                  <a:pt x="1833" y="5"/>
                </a:lnTo>
                <a:close/>
                <a:moveTo>
                  <a:pt x="1730" y="5"/>
                </a:moveTo>
                <a:lnTo>
                  <a:pt x="1665" y="5"/>
                </a:lnTo>
                <a:lnTo>
                  <a:pt x="1663" y="4"/>
                </a:lnTo>
                <a:lnTo>
                  <a:pt x="1662" y="3"/>
                </a:lnTo>
                <a:lnTo>
                  <a:pt x="1663" y="2"/>
                </a:lnTo>
                <a:lnTo>
                  <a:pt x="1665" y="0"/>
                </a:lnTo>
                <a:lnTo>
                  <a:pt x="1730" y="0"/>
                </a:lnTo>
                <a:lnTo>
                  <a:pt x="1731" y="2"/>
                </a:lnTo>
                <a:lnTo>
                  <a:pt x="1731" y="3"/>
                </a:lnTo>
                <a:lnTo>
                  <a:pt x="1731" y="4"/>
                </a:lnTo>
                <a:lnTo>
                  <a:pt x="1730" y="5"/>
                </a:lnTo>
                <a:close/>
                <a:moveTo>
                  <a:pt x="1626" y="5"/>
                </a:moveTo>
                <a:lnTo>
                  <a:pt x="1560" y="5"/>
                </a:lnTo>
                <a:lnTo>
                  <a:pt x="1559" y="4"/>
                </a:lnTo>
                <a:lnTo>
                  <a:pt x="1558" y="3"/>
                </a:lnTo>
                <a:lnTo>
                  <a:pt x="1559" y="2"/>
                </a:lnTo>
                <a:lnTo>
                  <a:pt x="1560" y="0"/>
                </a:lnTo>
                <a:lnTo>
                  <a:pt x="1626" y="0"/>
                </a:lnTo>
                <a:lnTo>
                  <a:pt x="1627" y="2"/>
                </a:lnTo>
                <a:lnTo>
                  <a:pt x="1628" y="3"/>
                </a:lnTo>
                <a:lnTo>
                  <a:pt x="1627" y="4"/>
                </a:lnTo>
                <a:lnTo>
                  <a:pt x="1626" y="5"/>
                </a:lnTo>
                <a:close/>
                <a:moveTo>
                  <a:pt x="1522" y="5"/>
                </a:moveTo>
                <a:lnTo>
                  <a:pt x="1456" y="5"/>
                </a:lnTo>
                <a:lnTo>
                  <a:pt x="1455" y="4"/>
                </a:lnTo>
                <a:lnTo>
                  <a:pt x="1454" y="3"/>
                </a:lnTo>
                <a:lnTo>
                  <a:pt x="1455" y="2"/>
                </a:lnTo>
                <a:lnTo>
                  <a:pt x="1456" y="0"/>
                </a:lnTo>
                <a:lnTo>
                  <a:pt x="1522" y="0"/>
                </a:lnTo>
                <a:lnTo>
                  <a:pt x="1523" y="2"/>
                </a:lnTo>
                <a:lnTo>
                  <a:pt x="1524" y="3"/>
                </a:lnTo>
                <a:lnTo>
                  <a:pt x="1523" y="4"/>
                </a:lnTo>
                <a:lnTo>
                  <a:pt x="1522" y="5"/>
                </a:lnTo>
                <a:close/>
                <a:moveTo>
                  <a:pt x="1417" y="5"/>
                </a:moveTo>
                <a:lnTo>
                  <a:pt x="1352" y="5"/>
                </a:lnTo>
                <a:lnTo>
                  <a:pt x="1351" y="4"/>
                </a:lnTo>
                <a:lnTo>
                  <a:pt x="1351" y="3"/>
                </a:lnTo>
                <a:lnTo>
                  <a:pt x="1351" y="2"/>
                </a:lnTo>
                <a:lnTo>
                  <a:pt x="1352" y="0"/>
                </a:lnTo>
                <a:lnTo>
                  <a:pt x="1417" y="0"/>
                </a:lnTo>
                <a:lnTo>
                  <a:pt x="1419" y="2"/>
                </a:lnTo>
                <a:lnTo>
                  <a:pt x="1420" y="3"/>
                </a:lnTo>
                <a:lnTo>
                  <a:pt x="1419" y="4"/>
                </a:lnTo>
                <a:lnTo>
                  <a:pt x="1417" y="5"/>
                </a:lnTo>
                <a:close/>
                <a:moveTo>
                  <a:pt x="1313" y="5"/>
                </a:moveTo>
                <a:lnTo>
                  <a:pt x="1248" y="5"/>
                </a:lnTo>
                <a:lnTo>
                  <a:pt x="1246" y="4"/>
                </a:lnTo>
                <a:lnTo>
                  <a:pt x="1246" y="3"/>
                </a:lnTo>
                <a:lnTo>
                  <a:pt x="1246" y="2"/>
                </a:lnTo>
                <a:lnTo>
                  <a:pt x="1248" y="0"/>
                </a:lnTo>
                <a:lnTo>
                  <a:pt x="1313" y="0"/>
                </a:lnTo>
                <a:lnTo>
                  <a:pt x="1314" y="2"/>
                </a:lnTo>
                <a:lnTo>
                  <a:pt x="1316" y="3"/>
                </a:lnTo>
                <a:lnTo>
                  <a:pt x="1314" y="4"/>
                </a:lnTo>
                <a:lnTo>
                  <a:pt x="1313" y="5"/>
                </a:lnTo>
                <a:close/>
                <a:moveTo>
                  <a:pt x="1209" y="5"/>
                </a:moveTo>
                <a:lnTo>
                  <a:pt x="1145" y="5"/>
                </a:lnTo>
                <a:lnTo>
                  <a:pt x="1143" y="4"/>
                </a:lnTo>
                <a:lnTo>
                  <a:pt x="1142" y="3"/>
                </a:lnTo>
                <a:lnTo>
                  <a:pt x="1143" y="2"/>
                </a:lnTo>
                <a:lnTo>
                  <a:pt x="1145" y="0"/>
                </a:lnTo>
                <a:lnTo>
                  <a:pt x="1209" y="0"/>
                </a:lnTo>
                <a:lnTo>
                  <a:pt x="1210" y="2"/>
                </a:lnTo>
                <a:lnTo>
                  <a:pt x="1211" y="3"/>
                </a:lnTo>
                <a:lnTo>
                  <a:pt x="1210" y="4"/>
                </a:lnTo>
                <a:lnTo>
                  <a:pt x="1209" y="5"/>
                </a:lnTo>
                <a:close/>
                <a:moveTo>
                  <a:pt x="1105" y="5"/>
                </a:moveTo>
                <a:lnTo>
                  <a:pt x="1040" y="5"/>
                </a:lnTo>
                <a:lnTo>
                  <a:pt x="1039" y="4"/>
                </a:lnTo>
                <a:lnTo>
                  <a:pt x="1038" y="3"/>
                </a:lnTo>
                <a:lnTo>
                  <a:pt x="1039" y="2"/>
                </a:lnTo>
                <a:lnTo>
                  <a:pt x="1040" y="0"/>
                </a:lnTo>
                <a:lnTo>
                  <a:pt x="1105" y="0"/>
                </a:lnTo>
                <a:lnTo>
                  <a:pt x="1106" y="2"/>
                </a:lnTo>
                <a:lnTo>
                  <a:pt x="1107" y="3"/>
                </a:lnTo>
                <a:lnTo>
                  <a:pt x="1106" y="4"/>
                </a:lnTo>
                <a:lnTo>
                  <a:pt x="1105" y="5"/>
                </a:lnTo>
                <a:close/>
                <a:moveTo>
                  <a:pt x="1001" y="5"/>
                </a:moveTo>
                <a:lnTo>
                  <a:pt x="936" y="5"/>
                </a:lnTo>
                <a:lnTo>
                  <a:pt x="935" y="4"/>
                </a:lnTo>
                <a:lnTo>
                  <a:pt x="934" y="3"/>
                </a:lnTo>
                <a:lnTo>
                  <a:pt x="935" y="2"/>
                </a:lnTo>
                <a:lnTo>
                  <a:pt x="936" y="0"/>
                </a:lnTo>
                <a:lnTo>
                  <a:pt x="1001" y="0"/>
                </a:lnTo>
                <a:lnTo>
                  <a:pt x="1002" y="2"/>
                </a:lnTo>
                <a:lnTo>
                  <a:pt x="1003" y="3"/>
                </a:lnTo>
                <a:lnTo>
                  <a:pt x="1002" y="4"/>
                </a:lnTo>
                <a:lnTo>
                  <a:pt x="1001" y="5"/>
                </a:lnTo>
                <a:close/>
                <a:moveTo>
                  <a:pt x="896" y="5"/>
                </a:moveTo>
                <a:lnTo>
                  <a:pt x="832" y="5"/>
                </a:lnTo>
                <a:lnTo>
                  <a:pt x="831" y="4"/>
                </a:lnTo>
                <a:lnTo>
                  <a:pt x="830" y="3"/>
                </a:lnTo>
                <a:lnTo>
                  <a:pt x="831" y="2"/>
                </a:lnTo>
                <a:lnTo>
                  <a:pt x="832" y="0"/>
                </a:lnTo>
                <a:lnTo>
                  <a:pt x="896" y="0"/>
                </a:lnTo>
                <a:lnTo>
                  <a:pt x="897" y="2"/>
                </a:lnTo>
                <a:lnTo>
                  <a:pt x="899" y="3"/>
                </a:lnTo>
                <a:lnTo>
                  <a:pt x="897" y="4"/>
                </a:lnTo>
                <a:lnTo>
                  <a:pt x="896" y="5"/>
                </a:lnTo>
                <a:close/>
                <a:moveTo>
                  <a:pt x="793" y="5"/>
                </a:moveTo>
                <a:lnTo>
                  <a:pt x="728" y="5"/>
                </a:lnTo>
                <a:lnTo>
                  <a:pt x="726" y="4"/>
                </a:lnTo>
                <a:lnTo>
                  <a:pt x="725" y="3"/>
                </a:lnTo>
                <a:lnTo>
                  <a:pt x="726" y="2"/>
                </a:lnTo>
                <a:lnTo>
                  <a:pt x="728" y="0"/>
                </a:lnTo>
                <a:lnTo>
                  <a:pt x="793" y="0"/>
                </a:lnTo>
                <a:lnTo>
                  <a:pt x="794" y="2"/>
                </a:lnTo>
                <a:lnTo>
                  <a:pt x="794" y="3"/>
                </a:lnTo>
                <a:lnTo>
                  <a:pt x="794" y="4"/>
                </a:lnTo>
                <a:lnTo>
                  <a:pt x="793" y="5"/>
                </a:lnTo>
                <a:close/>
                <a:moveTo>
                  <a:pt x="689" y="5"/>
                </a:moveTo>
                <a:lnTo>
                  <a:pt x="623" y="5"/>
                </a:lnTo>
                <a:lnTo>
                  <a:pt x="622" y="4"/>
                </a:lnTo>
                <a:lnTo>
                  <a:pt x="621" y="3"/>
                </a:lnTo>
                <a:lnTo>
                  <a:pt x="622" y="2"/>
                </a:lnTo>
                <a:lnTo>
                  <a:pt x="623" y="0"/>
                </a:lnTo>
                <a:lnTo>
                  <a:pt x="689" y="0"/>
                </a:lnTo>
                <a:lnTo>
                  <a:pt x="690" y="2"/>
                </a:lnTo>
                <a:lnTo>
                  <a:pt x="691" y="3"/>
                </a:lnTo>
                <a:lnTo>
                  <a:pt x="690" y="4"/>
                </a:lnTo>
                <a:lnTo>
                  <a:pt x="689" y="5"/>
                </a:lnTo>
                <a:close/>
                <a:moveTo>
                  <a:pt x="585" y="5"/>
                </a:moveTo>
                <a:lnTo>
                  <a:pt x="519" y="5"/>
                </a:lnTo>
                <a:lnTo>
                  <a:pt x="518" y="4"/>
                </a:lnTo>
                <a:lnTo>
                  <a:pt x="517" y="3"/>
                </a:lnTo>
                <a:lnTo>
                  <a:pt x="518" y="2"/>
                </a:lnTo>
                <a:lnTo>
                  <a:pt x="519" y="0"/>
                </a:lnTo>
                <a:lnTo>
                  <a:pt x="585" y="0"/>
                </a:lnTo>
                <a:lnTo>
                  <a:pt x="586" y="2"/>
                </a:lnTo>
                <a:lnTo>
                  <a:pt x="587" y="3"/>
                </a:lnTo>
                <a:lnTo>
                  <a:pt x="586" y="4"/>
                </a:lnTo>
                <a:lnTo>
                  <a:pt x="585" y="5"/>
                </a:lnTo>
                <a:close/>
                <a:moveTo>
                  <a:pt x="480" y="5"/>
                </a:moveTo>
                <a:lnTo>
                  <a:pt x="415" y="5"/>
                </a:lnTo>
                <a:lnTo>
                  <a:pt x="414" y="4"/>
                </a:lnTo>
                <a:lnTo>
                  <a:pt x="413" y="3"/>
                </a:lnTo>
                <a:lnTo>
                  <a:pt x="414" y="2"/>
                </a:lnTo>
                <a:lnTo>
                  <a:pt x="415" y="0"/>
                </a:lnTo>
                <a:lnTo>
                  <a:pt x="480" y="0"/>
                </a:lnTo>
                <a:lnTo>
                  <a:pt x="482" y="2"/>
                </a:lnTo>
                <a:lnTo>
                  <a:pt x="483" y="3"/>
                </a:lnTo>
                <a:lnTo>
                  <a:pt x="482" y="4"/>
                </a:lnTo>
                <a:lnTo>
                  <a:pt x="480" y="5"/>
                </a:lnTo>
                <a:close/>
                <a:moveTo>
                  <a:pt x="376" y="5"/>
                </a:moveTo>
                <a:lnTo>
                  <a:pt x="311" y="5"/>
                </a:lnTo>
                <a:lnTo>
                  <a:pt x="309" y="4"/>
                </a:lnTo>
                <a:lnTo>
                  <a:pt x="309" y="3"/>
                </a:lnTo>
                <a:lnTo>
                  <a:pt x="309" y="2"/>
                </a:lnTo>
                <a:lnTo>
                  <a:pt x="311" y="0"/>
                </a:lnTo>
                <a:lnTo>
                  <a:pt x="376" y="0"/>
                </a:lnTo>
                <a:lnTo>
                  <a:pt x="377" y="2"/>
                </a:lnTo>
                <a:lnTo>
                  <a:pt x="379" y="3"/>
                </a:lnTo>
                <a:lnTo>
                  <a:pt x="377" y="4"/>
                </a:lnTo>
                <a:lnTo>
                  <a:pt x="376" y="5"/>
                </a:lnTo>
                <a:close/>
                <a:moveTo>
                  <a:pt x="272" y="5"/>
                </a:moveTo>
                <a:lnTo>
                  <a:pt x="208" y="5"/>
                </a:lnTo>
                <a:lnTo>
                  <a:pt x="206" y="4"/>
                </a:lnTo>
                <a:lnTo>
                  <a:pt x="205" y="3"/>
                </a:lnTo>
                <a:lnTo>
                  <a:pt x="206" y="2"/>
                </a:lnTo>
                <a:lnTo>
                  <a:pt x="208" y="0"/>
                </a:lnTo>
                <a:lnTo>
                  <a:pt x="272" y="0"/>
                </a:lnTo>
                <a:lnTo>
                  <a:pt x="273" y="2"/>
                </a:lnTo>
                <a:lnTo>
                  <a:pt x="274" y="3"/>
                </a:lnTo>
                <a:lnTo>
                  <a:pt x="273" y="4"/>
                </a:lnTo>
                <a:lnTo>
                  <a:pt x="272" y="5"/>
                </a:lnTo>
                <a:close/>
                <a:moveTo>
                  <a:pt x="168" y="5"/>
                </a:moveTo>
                <a:lnTo>
                  <a:pt x="103" y="5"/>
                </a:lnTo>
                <a:lnTo>
                  <a:pt x="102" y="4"/>
                </a:lnTo>
                <a:lnTo>
                  <a:pt x="101" y="3"/>
                </a:lnTo>
                <a:lnTo>
                  <a:pt x="102" y="2"/>
                </a:lnTo>
                <a:lnTo>
                  <a:pt x="103" y="0"/>
                </a:lnTo>
                <a:lnTo>
                  <a:pt x="168" y="0"/>
                </a:lnTo>
                <a:lnTo>
                  <a:pt x="169" y="2"/>
                </a:lnTo>
                <a:lnTo>
                  <a:pt x="170" y="3"/>
                </a:lnTo>
                <a:lnTo>
                  <a:pt x="169" y="4"/>
                </a:lnTo>
                <a:lnTo>
                  <a:pt x="168" y="5"/>
                </a:lnTo>
                <a:close/>
                <a:moveTo>
                  <a:pt x="64" y="5"/>
                </a:moveTo>
                <a:lnTo>
                  <a:pt x="3" y="5"/>
                </a:lnTo>
                <a:lnTo>
                  <a:pt x="1" y="4"/>
                </a:lnTo>
                <a:lnTo>
                  <a:pt x="0" y="3"/>
                </a:lnTo>
                <a:lnTo>
                  <a:pt x="1" y="2"/>
                </a:lnTo>
                <a:lnTo>
                  <a:pt x="3" y="0"/>
                </a:lnTo>
                <a:lnTo>
                  <a:pt x="64" y="0"/>
                </a:lnTo>
                <a:lnTo>
                  <a:pt x="65" y="2"/>
                </a:lnTo>
                <a:lnTo>
                  <a:pt x="66" y="3"/>
                </a:lnTo>
                <a:lnTo>
                  <a:pt x="65" y="4"/>
                </a:lnTo>
                <a:lnTo>
                  <a:pt x="64" y="5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323" name="Line 328"/>
          <p:cNvSpPr>
            <a:spLocks noChangeShapeType="1"/>
          </p:cNvSpPr>
          <p:nvPr/>
        </p:nvSpPr>
        <p:spPr bwMode="auto">
          <a:xfrm flipH="1">
            <a:off x="9185519" y="3084551"/>
            <a:ext cx="14203" cy="3136993"/>
          </a:xfrm>
          <a:prstGeom prst="line">
            <a:avLst/>
          </a:prstGeom>
          <a:noFill/>
          <a:ln w="31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324" name="Line 329"/>
          <p:cNvSpPr>
            <a:spLocks noChangeShapeType="1"/>
          </p:cNvSpPr>
          <p:nvPr/>
        </p:nvSpPr>
        <p:spPr bwMode="auto">
          <a:xfrm>
            <a:off x="803120" y="6221544"/>
            <a:ext cx="3830958" cy="0"/>
          </a:xfrm>
          <a:prstGeom prst="line">
            <a:avLst/>
          </a:prstGeom>
          <a:noFill/>
          <a:ln w="31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325" name="Line 330"/>
          <p:cNvSpPr>
            <a:spLocks noChangeShapeType="1"/>
          </p:cNvSpPr>
          <p:nvPr/>
        </p:nvSpPr>
        <p:spPr bwMode="auto">
          <a:xfrm flipH="1">
            <a:off x="5105362" y="3084551"/>
            <a:ext cx="14203" cy="3136993"/>
          </a:xfrm>
          <a:prstGeom prst="line">
            <a:avLst/>
          </a:prstGeom>
          <a:noFill/>
          <a:ln w="31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326" name="Freeform 331"/>
          <p:cNvSpPr>
            <a:spLocks noEditPoints="1"/>
          </p:cNvSpPr>
          <p:nvPr/>
        </p:nvSpPr>
        <p:spPr bwMode="auto">
          <a:xfrm>
            <a:off x="5163466" y="3083360"/>
            <a:ext cx="1147867" cy="1191"/>
          </a:xfrm>
          <a:custGeom>
            <a:avLst/>
            <a:gdLst>
              <a:gd name="T0" fmla="*/ 727219053 w 2668"/>
              <a:gd name="T1" fmla="*/ 201549 h 5"/>
              <a:gd name="T2" fmla="*/ 746525861 w 2668"/>
              <a:gd name="T3" fmla="*/ 503714 h 5"/>
              <a:gd name="T4" fmla="*/ 698399281 w 2668"/>
              <a:gd name="T5" fmla="*/ 503714 h 5"/>
              <a:gd name="T6" fmla="*/ 717425736 w 2668"/>
              <a:gd name="T7" fmla="*/ 201549 h 5"/>
              <a:gd name="T8" fmla="*/ 687766493 w 2668"/>
              <a:gd name="T9" fmla="*/ 503714 h 5"/>
              <a:gd name="T10" fmla="*/ 669578981 w 2668"/>
              <a:gd name="T11" fmla="*/ 0 h 5"/>
              <a:gd name="T12" fmla="*/ 687766493 w 2668"/>
              <a:gd name="T13" fmla="*/ 503714 h 5"/>
              <a:gd name="T14" fmla="*/ 639639384 w 2668"/>
              <a:gd name="T15" fmla="*/ 302165 h 5"/>
              <a:gd name="T16" fmla="*/ 659226017 w 2668"/>
              <a:gd name="T17" fmla="*/ 302165 h 5"/>
              <a:gd name="T18" fmla="*/ 611099437 w 2668"/>
              <a:gd name="T19" fmla="*/ 503714 h 5"/>
              <a:gd name="T20" fmla="*/ 629566244 w 2668"/>
              <a:gd name="T21" fmla="*/ 0 h 5"/>
              <a:gd name="T22" fmla="*/ 629566244 w 2668"/>
              <a:gd name="T23" fmla="*/ 503714 h 5"/>
              <a:gd name="T24" fmla="*/ 581719489 w 2668"/>
              <a:gd name="T25" fmla="*/ 201549 h 5"/>
              <a:gd name="T26" fmla="*/ 600746473 w 2668"/>
              <a:gd name="T27" fmla="*/ 503714 h 5"/>
              <a:gd name="T28" fmla="*/ 552619364 w 2668"/>
              <a:gd name="T29" fmla="*/ 503714 h 5"/>
              <a:gd name="T30" fmla="*/ 571646348 w 2668"/>
              <a:gd name="T31" fmla="*/ 201549 h 5"/>
              <a:gd name="T32" fmla="*/ 541986576 w 2668"/>
              <a:gd name="T33" fmla="*/ 503714 h 5"/>
              <a:gd name="T34" fmla="*/ 524078888 w 2668"/>
              <a:gd name="T35" fmla="*/ 0 h 5"/>
              <a:gd name="T36" fmla="*/ 541986576 w 2668"/>
              <a:gd name="T37" fmla="*/ 503714 h 5"/>
              <a:gd name="T38" fmla="*/ 494139821 w 2668"/>
              <a:gd name="T39" fmla="*/ 302165 h 5"/>
              <a:gd name="T40" fmla="*/ 513446100 w 2668"/>
              <a:gd name="T41" fmla="*/ 302165 h 5"/>
              <a:gd name="T42" fmla="*/ 465599345 w 2668"/>
              <a:gd name="T43" fmla="*/ 503714 h 5"/>
              <a:gd name="T44" fmla="*/ 483786856 w 2668"/>
              <a:gd name="T45" fmla="*/ 0 h 5"/>
              <a:gd name="T46" fmla="*/ 483786856 w 2668"/>
              <a:gd name="T47" fmla="*/ 503714 h 5"/>
              <a:gd name="T48" fmla="*/ 436219396 w 2668"/>
              <a:gd name="T49" fmla="*/ 201549 h 5"/>
              <a:gd name="T50" fmla="*/ 455246380 w 2668"/>
              <a:gd name="T51" fmla="*/ 503714 h 5"/>
              <a:gd name="T52" fmla="*/ 407119801 w 2668"/>
              <a:gd name="T53" fmla="*/ 503714 h 5"/>
              <a:gd name="T54" fmla="*/ 426146256 w 2668"/>
              <a:gd name="T55" fmla="*/ 201549 h 5"/>
              <a:gd name="T56" fmla="*/ 396487012 w 2668"/>
              <a:gd name="T57" fmla="*/ 503714 h 5"/>
              <a:gd name="T58" fmla="*/ 378299501 w 2668"/>
              <a:gd name="T59" fmla="*/ 0 h 5"/>
              <a:gd name="T60" fmla="*/ 396487012 w 2668"/>
              <a:gd name="T61" fmla="*/ 503714 h 5"/>
              <a:gd name="T62" fmla="*/ 348359904 w 2668"/>
              <a:gd name="T63" fmla="*/ 302165 h 5"/>
              <a:gd name="T64" fmla="*/ 367946536 w 2668"/>
              <a:gd name="T65" fmla="*/ 302165 h 5"/>
              <a:gd name="T66" fmla="*/ 319819957 w 2668"/>
              <a:gd name="T67" fmla="*/ 503714 h 5"/>
              <a:gd name="T68" fmla="*/ 338287292 w 2668"/>
              <a:gd name="T69" fmla="*/ 0 h 5"/>
              <a:gd name="T70" fmla="*/ 338287292 w 2668"/>
              <a:gd name="T71" fmla="*/ 503714 h 5"/>
              <a:gd name="T72" fmla="*/ 290440008 w 2668"/>
              <a:gd name="T73" fmla="*/ 201549 h 5"/>
              <a:gd name="T74" fmla="*/ 309466992 w 2668"/>
              <a:gd name="T75" fmla="*/ 503714 h 5"/>
              <a:gd name="T76" fmla="*/ 261060060 w 2668"/>
              <a:gd name="T77" fmla="*/ 503714 h 5"/>
              <a:gd name="T78" fmla="*/ 280087044 w 2668"/>
              <a:gd name="T79" fmla="*/ 201549 h 5"/>
              <a:gd name="T80" fmla="*/ 250707095 w 2668"/>
              <a:gd name="T81" fmla="*/ 503714 h 5"/>
              <a:gd name="T82" fmla="*/ 232799408 w 2668"/>
              <a:gd name="T83" fmla="*/ 0 h 5"/>
              <a:gd name="T84" fmla="*/ 250707095 w 2668"/>
              <a:gd name="T85" fmla="*/ 503714 h 5"/>
              <a:gd name="T86" fmla="*/ 202860340 w 2668"/>
              <a:gd name="T87" fmla="*/ 302165 h 5"/>
              <a:gd name="T88" fmla="*/ 222167148 w 2668"/>
              <a:gd name="T89" fmla="*/ 302165 h 5"/>
              <a:gd name="T90" fmla="*/ 174319864 w 2668"/>
              <a:gd name="T91" fmla="*/ 503714 h 5"/>
              <a:gd name="T92" fmla="*/ 192227551 w 2668"/>
              <a:gd name="T93" fmla="*/ 0 h 5"/>
              <a:gd name="T94" fmla="*/ 192227551 w 2668"/>
              <a:gd name="T95" fmla="*/ 503714 h 5"/>
              <a:gd name="T96" fmla="*/ 144940444 w 2668"/>
              <a:gd name="T97" fmla="*/ 201549 h 5"/>
              <a:gd name="T98" fmla="*/ 163966899 w 2668"/>
              <a:gd name="T99" fmla="*/ 503714 h 5"/>
              <a:gd name="T100" fmla="*/ 115560496 w 2668"/>
              <a:gd name="T101" fmla="*/ 503714 h 5"/>
              <a:gd name="T102" fmla="*/ 134587480 w 2668"/>
              <a:gd name="T103" fmla="*/ 201549 h 5"/>
              <a:gd name="T104" fmla="*/ 105207531 w 2668"/>
              <a:gd name="T105" fmla="*/ 503714 h 5"/>
              <a:gd name="T106" fmla="*/ 86740196 w 2668"/>
              <a:gd name="T107" fmla="*/ 0 h 5"/>
              <a:gd name="T108" fmla="*/ 105207531 w 2668"/>
              <a:gd name="T109" fmla="*/ 503714 h 5"/>
              <a:gd name="T110" fmla="*/ 57080423 w 2668"/>
              <a:gd name="T111" fmla="*/ 302165 h 5"/>
              <a:gd name="T112" fmla="*/ 76667055 w 2668"/>
              <a:gd name="T113" fmla="*/ 302165 h 5"/>
              <a:gd name="T114" fmla="*/ 28540476 w 2668"/>
              <a:gd name="T115" fmla="*/ 503714 h 5"/>
              <a:gd name="T116" fmla="*/ 46727988 w 2668"/>
              <a:gd name="T117" fmla="*/ 0 h 5"/>
              <a:gd name="T118" fmla="*/ 46727988 w 2668"/>
              <a:gd name="T119" fmla="*/ 503714 h 5"/>
              <a:gd name="T120" fmla="*/ 0 w 2668"/>
              <a:gd name="T121" fmla="*/ 201549 h 5"/>
              <a:gd name="T122" fmla="*/ 17907687 w 2668"/>
              <a:gd name="T123" fmla="*/ 503714 h 5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  <a:gd name="T186" fmla="*/ 0 w 2668"/>
              <a:gd name="T187" fmla="*/ 0 h 5"/>
              <a:gd name="T188" fmla="*/ 2668 w 2668"/>
              <a:gd name="T189" fmla="*/ 5 h 5"/>
            </a:gdLst>
            <a:ahLst/>
            <a:cxnLst>
              <a:cxn ang="T124">
                <a:pos x="T0" y="T1"/>
              </a:cxn>
              <a:cxn ang="T125">
                <a:pos x="T2" y="T3"/>
              </a:cxn>
              <a:cxn ang="T126">
                <a:pos x="T4" y="T5"/>
              </a:cxn>
              <a:cxn ang="T127">
                <a:pos x="T6" y="T7"/>
              </a:cxn>
              <a:cxn ang="T128">
                <a:pos x="T8" y="T9"/>
              </a:cxn>
              <a:cxn ang="T129">
                <a:pos x="T10" y="T11"/>
              </a:cxn>
              <a:cxn ang="T130">
                <a:pos x="T12" y="T13"/>
              </a:cxn>
              <a:cxn ang="T131">
                <a:pos x="T14" y="T15"/>
              </a:cxn>
              <a:cxn ang="T132">
                <a:pos x="T16" y="T17"/>
              </a:cxn>
              <a:cxn ang="T133">
                <a:pos x="T18" y="T19"/>
              </a:cxn>
              <a:cxn ang="T134">
                <a:pos x="T20" y="T21"/>
              </a:cxn>
              <a:cxn ang="T135">
                <a:pos x="T22" y="T23"/>
              </a:cxn>
              <a:cxn ang="T136">
                <a:pos x="T24" y="T25"/>
              </a:cxn>
              <a:cxn ang="T137">
                <a:pos x="T26" y="T27"/>
              </a:cxn>
              <a:cxn ang="T138">
                <a:pos x="T28" y="T29"/>
              </a:cxn>
              <a:cxn ang="T139">
                <a:pos x="T30" y="T31"/>
              </a:cxn>
              <a:cxn ang="T140">
                <a:pos x="T32" y="T33"/>
              </a:cxn>
              <a:cxn ang="T141">
                <a:pos x="T34" y="T35"/>
              </a:cxn>
              <a:cxn ang="T142">
                <a:pos x="T36" y="T37"/>
              </a:cxn>
              <a:cxn ang="T143">
                <a:pos x="T38" y="T39"/>
              </a:cxn>
              <a:cxn ang="T144">
                <a:pos x="T40" y="T41"/>
              </a:cxn>
              <a:cxn ang="T145">
                <a:pos x="T42" y="T43"/>
              </a:cxn>
              <a:cxn ang="T146">
                <a:pos x="T44" y="T45"/>
              </a:cxn>
              <a:cxn ang="T147">
                <a:pos x="T46" y="T47"/>
              </a:cxn>
              <a:cxn ang="T148">
                <a:pos x="T48" y="T49"/>
              </a:cxn>
              <a:cxn ang="T149">
                <a:pos x="T50" y="T51"/>
              </a:cxn>
              <a:cxn ang="T150">
                <a:pos x="T52" y="T53"/>
              </a:cxn>
              <a:cxn ang="T151">
                <a:pos x="T54" y="T55"/>
              </a:cxn>
              <a:cxn ang="T152">
                <a:pos x="T56" y="T57"/>
              </a:cxn>
              <a:cxn ang="T153">
                <a:pos x="T58" y="T59"/>
              </a:cxn>
              <a:cxn ang="T154">
                <a:pos x="T60" y="T61"/>
              </a:cxn>
              <a:cxn ang="T155">
                <a:pos x="T62" y="T63"/>
              </a:cxn>
              <a:cxn ang="T156">
                <a:pos x="T64" y="T65"/>
              </a:cxn>
              <a:cxn ang="T157">
                <a:pos x="T66" y="T67"/>
              </a:cxn>
              <a:cxn ang="T158">
                <a:pos x="T68" y="T69"/>
              </a:cxn>
              <a:cxn ang="T159">
                <a:pos x="T70" y="T71"/>
              </a:cxn>
              <a:cxn ang="T160">
                <a:pos x="T72" y="T73"/>
              </a:cxn>
              <a:cxn ang="T161">
                <a:pos x="T74" y="T75"/>
              </a:cxn>
              <a:cxn ang="T162">
                <a:pos x="T76" y="T77"/>
              </a:cxn>
              <a:cxn ang="T163">
                <a:pos x="T78" y="T79"/>
              </a:cxn>
              <a:cxn ang="T164">
                <a:pos x="T80" y="T81"/>
              </a:cxn>
              <a:cxn ang="T165">
                <a:pos x="T82" y="T83"/>
              </a:cxn>
              <a:cxn ang="T166">
                <a:pos x="T84" y="T85"/>
              </a:cxn>
              <a:cxn ang="T167">
                <a:pos x="T86" y="T87"/>
              </a:cxn>
              <a:cxn ang="T168">
                <a:pos x="T88" y="T89"/>
              </a:cxn>
              <a:cxn ang="T169">
                <a:pos x="T90" y="T91"/>
              </a:cxn>
              <a:cxn ang="T170">
                <a:pos x="T92" y="T93"/>
              </a:cxn>
              <a:cxn ang="T171">
                <a:pos x="T94" y="T95"/>
              </a:cxn>
              <a:cxn ang="T172">
                <a:pos x="T96" y="T97"/>
              </a:cxn>
              <a:cxn ang="T173">
                <a:pos x="T98" y="T99"/>
              </a:cxn>
              <a:cxn ang="T174">
                <a:pos x="T100" y="T101"/>
              </a:cxn>
              <a:cxn ang="T175">
                <a:pos x="T102" y="T103"/>
              </a:cxn>
              <a:cxn ang="T176">
                <a:pos x="T104" y="T105"/>
              </a:cxn>
              <a:cxn ang="T177">
                <a:pos x="T106" y="T107"/>
              </a:cxn>
              <a:cxn ang="T178">
                <a:pos x="T108" y="T109"/>
              </a:cxn>
              <a:cxn ang="T179">
                <a:pos x="T110" y="T111"/>
              </a:cxn>
              <a:cxn ang="T180">
                <a:pos x="T112" y="T113"/>
              </a:cxn>
              <a:cxn ang="T181">
                <a:pos x="T114" y="T115"/>
              </a:cxn>
              <a:cxn ang="T182">
                <a:pos x="T116" y="T117"/>
              </a:cxn>
              <a:cxn ang="T183">
                <a:pos x="T118" y="T119"/>
              </a:cxn>
              <a:cxn ang="T184">
                <a:pos x="T120" y="T121"/>
              </a:cxn>
              <a:cxn ang="T185">
                <a:pos x="T122" y="T123"/>
              </a:cxn>
            </a:cxnLst>
            <a:rect l="T186" t="T187" r="T188" b="T189"/>
            <a:pathLst>
              <a:path w="2668" h="5">
                <a:moveTo>
                  <a:pt x="2666" y="5"/>
                </a:moveTo>
                <a:lnTo>
                  <a:pt x="2601" y="5"/>
                </a:lnTo>
                <a:lnTo>
                  <a:pt x="2599" y="5"/>
                </a:lnTo>
                <a:lnTo>
                  <a:pt x="2599" y="3"/>
                </a:lnTo>
                <a:lnTo>
                  <a:pt x="2599" y="2"/>
                </a:lnTo>
                <a:lnTo>
                  <a:pt x="2601" y="0"/>
                </a:lnTo>
                <a:lnTo>
                  <a:pt x="2666" y="0"/>
                </a:lnTo>
                <a:lnTo>
                  <a:pt x="2668" y="2"/>
                </a:lnTo>
                <a:lnTo>
                  <a:pt x="2668" y="3"/>
                </a:lnTo>
                <a:lnTo>
                  <a:pt x="2668" y="5"/>
                </a:lnTo>
                <a:lnTo>
                  <a:pt x="2666" y="5"/>
                </a:lnTo>
                <a:close/>
                <a:moveTo>
                  <a:pt x="2561" y="5"/>
                </a:moveTo>
                <a:lnTo>
                  <a:pt x="2497" y="5"/>
                </a:lnTo>
                <a:lnTo>
                  <a:pt x="2496" y="5"/>
                </a:lnTo>
                <a:lnTo>
                  <a:pt x="2495" y="3"/>
                </a:lnTo>
                <a:lnTo>
                  <a:pt x="2496" y="2"/>
                </a:lnTo>
                <a:lnTo>
                  <a:pt x="2497" y="0"/>
                </a:lnTo>
                <a:lnTo>
                  <a:pt x="2561" y="0"/>
                </a:lnTo>
                <a:lnTo>
                  <a:pt x="2564" y="2"/>
                </a:lnTo>
                <a:lnTo>
                  <a:pt x="2564" y="3"/>
                </a:lnTo>
                <a:lnTo>
                  <a:pt x="2564" y="5"/>
                </a:lnTo>
                <a:lnTo>
                  <a:pt x="2561" y="5"/>
                </a:lnTo>
                <a:close/>
                <a:moveTo>
                  <a:pt x="2458" y="5"/>
                </a:moveTo>
                <a:lnTo>
                  <a:pt x="2393" y="5"/>
                </a:lnTo>
                <a:lnTo>
                  <a:pt x="2392" y="5"/>
                </a:lnTo>
                <a:lnTo>
                  <a:pt x="2390" y="3"/>
                </a:lnTo>
                <a:lnTo>
                  <a:pt x="2392" y="2"/>
                </a:lnTo>
                <a:lnTo>
                  <a:pt x="2393" y="0"/>
                </a:lnTo>
                <a:lnTo>
                  <a:pt x="2458" y="0"/>
                </a:lnTo>
                <a:lnTo>
                  <a:pt x="2460" y="2"/>
                </a:lnTo>
                <a:lnTo>
                  <a:pt x="2460" y="3"/>
                </a:lnTo>
                <a:lnTo>
                  <a:pt x="2460" y="5"/>
                </a:lnTo>
                <a:lnTo>
                  <a:pt x="2458" y="5"/>
                </a:lnTo>
                <a:close/>
                <a:moveTo>
                  <a:pt x="2354" y="5"/>
                </a:moveTo>
                <a:lnTo>
                  <a:pt x="2289" y="5"/>
                </a:lnTo>
                <a:lnTo>
                  <a:pt x="2287" y="5"/>
                </a:lnTo>
                <a:lnTo>
                  <a:pt x="2286" y="3"/>
                </a:lnTo>
                <a:lnTo>
                  <a:pt x="2287" y="2"/>
                </a:lnTo>
                <a:lnTo>
                  <a:pt x="2289" y="0"/>
                </a:lnTo>
                <a:lnTo>
                  <a:pt x="2354" y="0"/>
                </a:lnTo>
                <a:lnTo>
                  <a:pt x="2355" y="2"/>
                </a:lnTo>
                <a:lnTo>
                  <a:pt x="2356" y="3"/>
                </a:lnTo>
                <a:lnTo>
                  <a:pt x="2355" y="5"/>
                </a:lnTo>
                <a:lnTo>
                  <a:pt x="2354" y="5"/>
                </a:lnTo>
                <a:close/>
                <a:moveTo>
                  <a:pt x="2250" y="5"/>
                </a:moveTo>
                <a:lnTo>
                  <a:pt x="2184" y="5"/>
                </a:lnTo>
                <a:lnTo>
                  <a:pt x="2183" y="5"/>
                </a:lnTo>
                <a:lnTo>
                  <a:pt x="2182" y="3"/>
                </a:lnTo>
                <a:lnTo>
                  <a:pt x="2183" y="2"/>
                </a:lnTo>
                <a:lnTo>
                  <a:pt x="2184" y="0"/>
                </a:lnTo>
                <a:lnTo>
                  <a:pt x="2250" y="0"/>
                </a:lnTo>
                <a:lnTo>
                  <a:pt x="2251" y="2"/>
                </a:lnTo>
                <a:lnTo>
                  <a:pt x="2252" y="3"/>
                </a:lnTo>
                <a:lnTo>
                  <a:pt x="2251" y="5"/>
                </a:lnTo>
                <a:lnTo>
                  <a:pt x="2250" y="5"/>
                </a:lnTo>
                <a:close/>
                <a:moveTo>
                  <a:pt x="2146" y="5"/>
                </a:moveTo>
                <a:lnTo>
                  <a:pt x="2080" y="5"/>
                </a:lnTo>
                <a:lnTo>
                  <a:pt x="2079" y="5"/>
                </a:lnTo>
                <a:lnTo>
                  <a:pt x="2079" y="3"/>
                </a:lnTo>
                <a:lnTo>
                  <a:pt x="2079" y="2"/>
                </a:lnTo>
                <a:lnTo>
                  <a:pt x="2080" y="0"/>
                </a:lnTo>
                <a:lnTo>
                  <a:pt x="2146" y="0"/>
                </a:lnTo>
                <a:lnTo>
                  <a:pt x="2147" y="2"/>
                </a:lnTo>
                <a:lnTo>
                  <a:pt x="2148" y="3"/>
                </a:lnTo>
                <a:lnTo>
                  <a:pt x="2147" y="5"/>
                </a:lnTo>
                <a:lnTo>
                  <a:pt x="2146" y="5"/>
                </a:lnTo>
                <a:close/>
                <a:moveTo>
                  <a:pt x="2041" y="5"/>
                </a:moveTo>
                <a:lnTo>
                  <a:pt x="1976" y="5"/>
                </a:lnTo>
                <a:lnTo>
                  <a:pt x="1975" y="5"/>
                </a:lnTo>
                <a:lnTo>
                  <a:pt x="1975" y="3"/>
                </a:lnTo>
                <a:lnTo>
                  <a:pt x="1975" y="2"/>
                </a:lnTo>
                <a:lnTo>
                  <a:pt x="1976" y="0"/>
                </a:lnTo>
                <a:lnTo>
                  <a:pt x="2041" y="0"/>
                </a:lnTo>
                <a:lnTo>
                  <a:pt x="2043" y="2"/>
                </a:lnTo>
                <a:lnTo>
                  <a:pt x="2044" y="3"/>
                </a:lnTo>
                <a:lnTo>
                  <a:pt x="2043" y="5"/>
                </a:lnTo>
                <a:lnTo>
                  <a:pt x="2041" y="5"/>
                </a:lnTo>
                <a:close/>
                <a:moveTo>
                  <a:pt x="1937" y="5"/>
                </a:moveTo>
                <a:lnTo>
                  <a:pt x="1873" y="5"/>
                </a:lnTo>
                <a:lnTo>
                  <a:pt x="1870" y="5"/>
                </a:lnTo>
                <a:lnTo>
                  <a:pt x="1870" y="3"/>
                </a:lnTo>
                <a:lnTo>
                  <a:pt x="1870" y="2"/>
                </a:lnTo>
                <a:lnTo>
                  <a:pt x="1873" y="0"/>
                </a:lnTo>
                <a:lnTo>
                  <a:pt x="1937" y="0"/>
                </a:lnTo>
                <a:lnTo>
                  <a:pt x="1938" y="2"/>
                </a:lnTo>
                <a:lnTo>
                  <a:pt x="1940" y="3"/>
                </a:lnTo>
                <a:lnTo>
                  <a:pt x="1938" y="5"/>
                </a:lnTo>
                <a:lnTo>
                  <a:pt x="1937" y="5"/>
                </a:lnTo>
                <a:close/>
                <a:moveTo>
                  <a:pt x="1833" y="5"/>
                </a:moveTo>
                <a:lnTo>
                  <a:pt x="1769" y="5"/>
                </a:lnTo>
                <a:lnTo>
                  <a:pt x="1766" y="5"/>
                </a:lnTo>
                <a:lnTo>
                  <a:pt x="1766" y="3"/>
                </a:lnTo>
                <a:lnTo>
                  <a:pt x="1766" y="2"/>
                </a:lnTo>
                <a:lnTo>
                  <a:pt x="1769" y="0"/>
                </a:lnTo>
                <a:lnTo>
                  <a:pt x="1833" y="0"/>
                </a:lnTo>
                <a:lnTo>
                  <a:pt x="1835" y="2"/>
                </a:lnTo>
                <a:lnTo>
                  <a:pt x="1835" y="3"/>
                </a:lnTo>
                <a:lnTo>
                  <a:pt x="1835" y="5"/>
                </a:lnTo>
                <a:lnTo>
                  <a:pt x="1833" y="5"/>
                </a:lnTo>
                <a:close/>
                <a:moveTo>
                  <a:pt x="1729" y="5"/>
                </a:moveTo>
                <a:lnTo>
                  <a:pt x="1664" y="5"/>
                </a:lnTo>
                <a:lnTo>
                  <a:pt x="1662" y="5"/>
                </a:lnTo>
                <a:lnTo>
                  <a:pt x="1662" y="3"/>
                </a:lnTo>
                <a:lnTo>
                  <a:pt x="1662" y="2"/>
                </a:lnTo>
                <a:lnTo>
                  <a:pt x="1664" y="0"/>
                </a:lnTo>
                <a:lnTo>
                  <a:pt x="1729" y="0"/>
                </a:lnTo>
                <a:lnTo>
                  <a:pt x="1731" y="2"/>
                </a:lnTo>
                <a:lnTo>
                  <a:pt x="1731" y="3"/>
                </a:lnTo>
                <a:lnTo>
                  <a:pt x="1731" y="5"/>
                </a:lnTo>
                <a:lnTo>
                  <a:pt x="1729" y="5"/>
                </a:lnTo>
                <a:close/>
                <a:moveTo>
                  <a:pt x="1624" y="5"/>
                </a:moveTo>
                <a:lnTo>
                  <a:pt x="1560" y="5"/>
                </a:lnTo>
                <a:lnTo>
                  <a:pt x="1559" y="5"/>
                </a:lnTo>
                <a:lnTo>
                  <a:pt x="1558" y="3"/>
                </a:lnTo>
                <a:lnTo>
                  <a:pt x="1559" y="2"/>
                </a:lnTo>
                <a:lnTo>
                  <a:pt x="1560" y="0"/>
                </a:lnTo>
                <a:lnTo>
                  <a:pt x="1624" y="0"/>
                </a:lnTo>
                <a:lnTo>
                  <a:pt x="1627" y="2"/>
                </a:lnTo>
                <a:lnTo>
                  <a:pt x="1627" y="3"/>
                </a:lnTo>
                <a:lnTo>
                  <a:pt x="1627" y="5"/>
                </a:lnTo>
                <a:lnTo>
                  <a:pt x="1624" y="5"/>
                </a:lnTo>
                <a:close/>
                <a:moveTo>
                  <a:pt x="1521" y="5"/>
                </a:moveTo>
                <a:lnTo>
                  <a:pt x="1456" y="5"/>
                </a:lnTo>
                <a:lnTo>
                  <a:pt x="1455" y="5"/>
                </a:lnTo>
                <a:lnTo>
                  <a:pt x="1453" y="3"/>
                </a:lnTo>
                <a:lnTo>
                  <a:pt x="1455" y="2"/>
                </a:lnTo>
                <a:lnTo>
                  <a:pt x="1456" y="0"/>
                </a:lnTo>
                <a:lnTo>
                  <a:pt x="1521" y="0"/>
                </a:lnTo>
                <a:lnTo>
                  <a:pt x="1523" y="2"/>
                </a:lnTo>
                <a:lnTo>
                  <a:pt x="1523" y="3"/>
                </a:lnTo>
                <a:lnTo>
                  <a:pt x="1523" y="5"/>
                </a:lnTo>
                <a:lnTo>
                  <a:pt x="1521" y="5"/>
                </a:lnTo>
                <a:close/>
                <a:moveTo>
                  <a:pt x="1417" y="5"/>
                </a:moveTo>
                <a:lnTo>
                  <a:pt x="1352" y="5"/>
                </a:lnTo>
                <a:lnTo>
                  <a:pt x="1350" y="5"/>
                </a:lnTo>
                <a:lnTo>
                  <a:pt x="1349" y="3"/>
                </a:lnTo>
                <a:lnTo>
                  <a:pt x="1350" y="2"/>
                </a:lnTo>
                <a:lnTo>
                  <a:pt x="1352" y="0"/>
                </a:lnTo>
                <a:lnTo>
                  <a:pt x="1417" y="0"/>
                </a:lnTo>
                <a:lnTo>
                  <a:pt x="1418" y="2"/>
                </a:lnTo>
                <a:lnTo>
                  <a:pt x="1420" y="3"/>
                </a:lnTo>
                <a:lnTo>
                  <a:pt x="1418" y="5"/>
                </a:lnTo>
                <a:lnTo>
                  <a:pt x="1417" y="5"/>
                </a:lnTo>
                <a:close/>
                <a:moveTo>
                  <a:pt x="1313" y="5"/>
                </a:moveTo>
                <a:lnTo>
                  <a:pt x="1247" y="5"/>
                </a:lnTo>
                <a:lnTo>
                  <a:pt x="1246" y="5"/>
                </a:lnTo>
                <a:lnTo>
                  <a:pt x="1245" y="3"/>
                </a:lnTo>
                <a:lnTo>
                  <a:pt x="1246" y="2"/>
                </a:lnTo>
                <a:lnTo>
                  <a:pt x="1247" y="0"/>
                </a:lnTo>
                <a:lnTo>
                  <a:pt x="1313" y="0"/>
                </a:lnTo>
                <a:lnTo>
                  <a:pt x="1314" y="2"/>
                </a:lnTo>
                <a:lnTo>
                  <a:pt x="1315" y="3"/>
                </a:lnTo>
                <a:lnTo>
                  <a:pt x="1314" y="5"/>
                </a:lnTo>
                <a:lnTo>
                  <a:pt x="1313" y="5"/>
                </a:lnTo>
                <a:close/>
                <a:moveTo>
                  <a:pt x="1209" y="5"/>
                </a:moveTo>
                <a:lnTo>
                  <a:pt x="1143" y="5"/>
                </a:lnTo>
                <a:lnTo>
                  <a:pt x="1142" y="5"/>
                </a:lnTo>
                <a:lnTo>
                  <a:pt x="1141" y="3"/>
                </a:lnTo>
                <a:lnTo>
                  <a:pt x="1142" y="2"/>
                </a:lnTo>
                <a:lnTo>
                  <a:pt x="1143" y="0"/>
                </a:lnTo>
                <a:lnTo>
                  <a:pt x="1209" y="0"/>
                </a:lnTo>
                <a:lnTo>
                  <a:pt x="1210" y="2"/>
                </a:lnTo>
                <a:lnTo>
                  <a:pt x="1211" y="3"/>
                </a:lnTo>
                <a:lnTo>
                  <a:pt x="1210" y="5"/>
                </a:lnTo>
                <a:lnTo>
                  <a:pt x="1209" y="5"/>
                </a:lnTo>
                <a:close/>
                <a:moveTo>
                  <a:pt x="1104" y="5"/>
                </a:moveTo>
                <a:lnTo>
                  <a:pt x="1039" y="5"/>
                </a:lnTo>
                <a:lnTo>
                  <a:pt x="1038" y="5"/>
                </a:lnTo>
                <a:lnTo>
                  <a:pt x="1038" y="3"/>
                </a:lnTo>
                <a:lnTo>
                  <a:pt x="1038" y="2"/>
                </a:lnTo>
                <a:lnTo>
                  <a:pt x="1039" y="0"/>
                </a:lnTo>
                <a:lnTo>
                  <a:pt x="1104" y="0"/>
                </a:lnTo>
                <a:lnTo>
                  <a:pt x="1106" y="2"/>
                </a:lnTo>
                <a:lnTo>
                  <a:pt x="1107" y="3"/>
                </a:lnTo>
                <a:lnTo>
                  <a:pt x="1106" y="5"/>
                </a:lnTo>
                <a:lnTo>
                  <a:pt x="1104" y="5"/>
                </a:lnTo>
                <a:close/>
                <a:moveTo>
                  <a:pt x="1000" y="5"/>
                </a:moveTo>
                <a:lnTo>
                  <a:pt x="936" y="5"/>
                </a:lnTo>
                <a:lnTo>
                  <a:pt x="933" y="5"/>
                </a:lnTo>
                <a:lnTo>
                  <a:pt x="933" y="3"/>
                </a:lnTo>
                <a:lnTo>
                  <a:pt x="933" y="2"/>
                </a:lnTo>
                <a:lnTo>
                  <a:pt x="936" y="0"/>
                </a:lnTo>
                <a:lnTo>
                  <a:pt x="1000" y="0"/>
                </a:lnTo>
                <a:lnTo>
                  <a:pt x="1001" y="2"/>
                </a:lnTo>
                <a:lnTo>
                  <a:pt x="1003" y="3"/>
                </a:lnTo>
                <a:lnTo>
                  <a:pt x="1001" y="5"/>
                </a:lnTo>
                <a:lnTo>
                  <a:pt x="1000" y="5"/>
                </a:lnTo>
                <a:close/>
                <a:moveTo>
                  <a:pt x="896" y="5"/>
                </a:moveTo>
                <a:lnTo>
                  <a:pt x="832" y="5"/>
                </a:lnTo>
                <a:lnTo>
                  <a:pt x="829" y="5"/>
                </a:lnTo>
                <a:lnTo>
                  <a:pt x="829" y="3"/>
                </a:lnTo>
                <a:lnTo>
                  <a:pt x="829" y="2"/>
                </a:lnTo>
                <a:lnTo>
                  <a:pt x="832" y="0"/>
                </a:lnTo>
                <a:lnTo>
                  <a:pt x="896" y="0"/>
                </a:lnTo>
                <a:lnTo>
                  <a:pt x="898" y="2"/>
                </a:lnTo>
                <a:lnTo>
                  <a:pt x="898" y="3"/>
                </a:lnTo>
                <a:lnTo>
                  <a:pt x="898" y="5"/>
                </a:lnTo>
                <a:lnTo>
                  <a:pt x="896" y="5"/>
                </a:lnTo>
                <a:close/>
                <a:moveTo>
                  <a:pt x="792" y="5"/>
                </a:moveTo>
                <a:lnTo>
                  <a:pt x="727" y="5"/>
                </a:lnTo>
                <a:lnTo>
                  <a:pt x="725" y="5"/>
                </a:lnTo>
                <a:lnTo>
                  <a:pt x="725" y="3"/>
                </a:lnTo>
                <a:lnTo>
                  <a:pt x="725" y="2"/>
                </a:lnTo>
                <a:lnTo>
                  <a:pt x="727" y="0"/>
                </a:lnTo>
                <a:lnTo>
                  <a:pt x="792" y="0"/>
                </a:lnTo>
                <a:lnTo>
                  <a:pt x="794" y="2"/>
                </a:lnTo>
                <a:lnTo>
                  <a:pt x="794" y="3"/>
                </a:lnTo>
                <a:lnTo>
                  <a:pt x="794" y="5"/>
                </a:lnTo>
                <a:lnTo>
                  <a:pt x="792" y="5"/>
                </a:lnTo>
                <a:close/>
                <a:moveTo>
                  <a:pt x="687" y="5"/>
                </a:moveTo>
                <a:lnTo>
                  <a:pt x="623" y="5"/>
                </a:lnTo>
                <a:lnTo>
                  <a:pt x="622" y="5"/>
                </a:lnTo>
                <a:lnTo>
                  <a:pt x="621" y="3"/>
                </a:lnTo>
                <a:lnTo>
                  <a:pt x="622" y="2"/>
                </a:lnTo>
                <a:lnTo>
                  <a:pt x="623" y="0"/>
                </a:lnTo>
                <a:lnTo>
                  <a:pt x="687" y="0"/>
                </a:lnTo>
                <a:lnTo>
                  <a:pt x="690" y="2"/>
                </a:lnTo>
                <a:lnTo>
                  <a:pt x="690" y="3"/>
                </a:lnTo>
                <a:lnTo>
                  <a:pt x="690" y="5"/>
                </a:lnTo>
                <a:lnTo>
                  <a:pt x="687" y="5"/>
                </a:lnTo>
                <a:close/>
                <a:moveTo>
                  <a:pt x="584" y="5"/>
                </a:moveTo>
                <a:lnTo>
                  <a:pt x="519" y="5"/>
                </a:lnTo>
                <a:lnTo>
                  <a:pt x="518" y="5"/>
                </a:lnTo>
                <a:lnTo>
                  <a:pt x="516" y="3"/>
                </a:lnTo>
                <a:lnTo>
                  <a:pt x="518" y="2"/>
                </a:lnTo>
                <a:lnTo>
                  <a:pt x="519" y="0"/>
                </a:lnTo>
                <a:lnTo>
                  <a:pt x="584" y="0"/>
                </a:lnTo>
                <a:lnTo>
                  <a:pt x="586" y="2"/>
                </a:lnTo>
                <a:lnTo>
                  <a:pt x="586" y="3"/>
                </a:lnTo>
                <a:lnTo>
                  <a:pt x="586" y="5"/>
                </a:lnTo>
                <a:lnTo>
                  <a:pt x="584" y="5"/>
                </a:lnTo>
                <a:close/>
                <a:moveTo>
                  <a:pt x="480" y="5"/>
                </a:moveTo>
                <a:lnTo>
                  <a:pt x="415" y="5"/>
                </a:lnTo>
                <a:lnTo>
                  <a:pt x="413" y="5"/>
                </a:lnTo>
                <a:lnTo>
                  <a:pt x="412" y="3"/>
                </a:lnTo>
                <a:lnTo>
                  <a:pt x="413" y="2"/>
                </a:lnTo>
                <a:lnTo>
                  <a:pt x="415" y="0"/>
                </a:lnTo>
                <a:lnTo>
                  <a:pt x="480" y="0"/>
                </a:lnTo>
                <a:lnTo>
                  <a:pt x="481" y="2"/>
                </a:lnTo>
                <a:lnTo>
                  <a:pt x="483" y="3"/>
                </a:lnTo>
                <a:lnTo>
                  <a:pt x="481" y="5"/>
                </a:lnTo>
                <a:lnTo>
                  <a:pt x="480" y="5"/>
                </a:lnTo>
                <a:close/>
                <a:moveTo>
                  <a:pt x="376" y="5"/>
                </a:moveTo>
                <a:lnTo>
                  <a:pt x="310" y="5"/>
                </a:lnTo>
                <a:lnTo>
                  <a:pt x="309" y="5"/>
                </a:lnTo>
                <a:lnTo>
                  <a:pt x="308" y="3"/>
                </a:lnTo>
                <a:lnTo>
                  <a:pt x="309" y="2"/>
                </a:lnTo>
                <a:lnTo>
                  <a:pt x="310" y="0"/>
                </a:lnTo>
                <a:lnTo>
                  <a:pt x="376" y="0"/>
                </a:lnTo>
                <a:lnTo>
                  <a:pt x="377" y="2"/>
                </a:lnTo>
                <a:lnTo>
                  <a:pt x="378" y="3"/>
                </a:lnTo>
                <a:lnTo>
                  <a:pt x="377" y="5"/>
                </a:lnTo>
                <a:lnTo>
                  <a:pt x="376" y="5"/>
                </a:lnTo>
                <a:close/>
                <a:moveTo>
                  <a:pt x="272" y="5"/>
                </a:moveTo>
                <a:lnTo>
                  <a:pt x="206" y="5"/>
                </a:lnTo>
                <a:lnTo>
                  <a:pt x="205" y="5"/>
                </a:lnTo>
                <a:lnTo>
                  <a:pt x="204" y="3"/>
                </a:lnTo>
                <a:lnTo>
                  <a:pt x="205" y="2"/>
                </a:lnTo>
                <a:lnTo>
                  <a:pt x="206" y="0"/>
                </a:lnTo>
                <a:lnTo>
                  <a:pt x="272" y="0"/>
                </a:lnTo>
                <a:lnTo>
                  <a:pt x="273" y="2"/>
                </a:lnTo>
                <a:lnTo>
                  <a:pt x="274" y="3"/>
                </a:lnTo>
                <a:lnTo>
                  <a:pt x="273" y="5"/>
                </a:lnTo>
                <a:lnTo>
                  <a:pt x="272" y="5"/>
                </a:lnTo>
                <a:close/>
                <a:moveTo>
                  <a:pt x="167" y="5"/>
                </a:moveTo>
                <a:lnTo>
                  <a:pt x="102" y="5"/>
                </a:lnTo>
                <a:lnTo>
                  <a:pt x="101" y="5"/>
                </a:lnTo>
                <a:lnTo>
                  <a:pt x="101" y="3"/>
                </a:lnTo>
                <a:lnTo>
                  <a:pt x="101" y="2"/>
                </a:lnTo>
                <a:lnTo>
                  <a:pt x="102" y="0"/>
                </a:lnTo>
                <a:lnTo>
                  <a:pt x="167" y="0"/>
                </a:lnTo>
                <a:lnTo>
                  <a:pt x="169" y="2"/>
                </a:lnTo>
                <a:lnTo>
                  <a:pt x="170" y="3"/>
                </a:lnTo>
                <a:lnTo>
                  <a:pt x="169" y="5"/>
                </a:lnTo>
                <a:lnTo>
                  <a:pt x="167" y="5"/>
                </a:lnTo>
                <a:close/>
                <a:moveTo>
                  <a:pt x="63" y="5"/>
                </a:moveTo>
                <a:lnTo>
                  <a:pt x="1" y="5"/>
                </a:lnTo>
                <a:lnTo>
                  <a:pt x="0" y="5"/>
                </a:lnTo>
                <a:lnTo>
                  <a:pt x="0" y="3"/>
                </a:lnTo>
                <a:lnTo>
                  <a:pt x="0" y="2"/>
                </a:lnTo>
                <a:lnTo>
                  <a:pt x="1" y="0"/>
                </a:lnTo>
                <a:lnTo>
                  <a:pt x="63" y="0"/>
                </a:lnTo>
                <a:lnTo>
                  <a:pt x="64" y="2"/>
                </a:lnTo>
                <a:lnTo>
                  <a:pt x="66" y="3"/>
                </a:lnTo>
                <a:lnTo>
                  <a:pt x="64" y="5"/>
                </a:lnTo>
                <a:lnTo>
                  <a:pt x="63" y="5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327" name="Line 332"/>
          <p:cNvSpPr>
            <a:spLocks noChangeShapeType="1"/>
          </p:cNvSpPr>
          <p:nvPr/>
        </p:nvSpPr>
        <p:spPr bwMode="auto">
          <a:xfrm flipH="1">
            <a:off x="4641824" y="3084551"/>
            <a:ext cx="15495" cy="3136993"/>
          </a:xfrm>
          <a:prstGeom prst="line">
            <a:avLst/>
          </a:prstGeom>
          <a:noFill/>
          <a:ln w="31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328" name="Freeform 333"/>
          <p:cNvSpPr>
            <a:spLocks noEditPoints="1"/>
          </p:cNvSpPr>
          <p:nvPr/>
        </p:nvSpPr>
        <p:spPr bwMode="auto">
          <a:xfrm>
            <a:off x="3597252" y="3083360"/>
            <a:ext cx="1060066" cy="1191"/>
          </a:xfrm>
          <a:custGeom>
            <a:avLst/>
            <a:gdLst>
              <a:gd name="T0" fmla="*/ 670097692 w 2464"/>
              <a:gd name="T1" fmla="*/ 201549 h 5"/>
              <a:gd name="T2" fmla="*/ 689123570 w 2464"/>
              <a:gd name="T3" fmla="*/ 503714 h 5"/>
              <a:gd name="T4" fmla="*/ 640999507 w 2464"/>
              <a:gd name="T5" fmla="*/ 503714 h 5"/>
              <a:gd name="T6" fmla="*/ 660305201 w 2464"/>
              <a:gd name="T7" fmla="*/ 201549 h 5"/>
              <a:gd name="T8" fmla="*/ 630367570 w 2464"/>
              <a:gd name="T9" fmla="*/ 503714 h 5"/>
              <a:gd name="T10" fmla="*/ 612460954 w 2464"/>
              <a:gd name="T11" fmla="*/ 0 h 5"/>
              <a:gd name="T12" fmla="*/ 630367570 w 2464"/>
              <a:gd name="T13" fmla="*/ 503714 h 5"/>
              <a:gd name="T14" fmla="*/ 582523322 w 2464"/>
              <a:gd name="T15" fmla="*/ 302165 h 5"/>
              <a:gd name="T16" fmla="*/ 602108832 w 2464"/>
              <a:gd name="T17" fmla="*/ 302165 h 5"/>
              <a:gd name="T18" fmla="*/ 554264585 w 2464"/>
              <a:gd name="T19" fmla="*/ 503714 h 5"/>
              <a:gd name="T20" fmla="*/ 572451016 w 2464"/>
              <a:gd name="T21" fmla="*/ 0 h 5"/>
              <a:gd name="T22" fmla="*/ 572451016 w 2464"/>
              <a:gd name="T23" fmla="*/ 503714 h 5"/>
              <a:gd name="T24" fmla="*/ 524606769 w 2464"/>
              <a:gd name="T25" fmla="*/ 201549 h 5"/>
              <a:gd name="T26" fmla="*/ 543632647 w 2464"/>
              <a:gd name="T27" fmla="*/ 503714 h 5"/>
              <a:gd name="T28" fmla="*/ 495508584 w 2464"/>
              <a:gd name="T29" fmla="*/ 503714 h 5"/>
              <a:gd name="T30" fmla="*/ 514534463 w 2464"/>
              <a:gd name="T31" fmla="*/ 201549 h 5"/>
              <a:gd name="T32" fmla="*/ 484876647 w 2464"/>
              <a:gd name="T33" fmla="*/ 503714 h 5"/>
              <a:gd name="T34" fmla="*/ 466690215 w 2464"/>
              <a:gd name="T35" fmla="*/ 0 h 5"/>
              <a:gd name="T36" fmla="*/ 484876647 w 2464"/>
              <a:gd name="T37" fmla="*/ 503714 h 5"/>
              <a:gd name="T38" fmla="*/ 437032400 w 2464"/>
              <a:gd name="T39" fmla="*/ 302165 h 5"/>
              <a:gd name="T40" fmla="*/ 456617909 w 2464"/>
              <a:gd name="T41" fmla="*/ 302165 h 5"/>
              <a:gd name="T42" fmla="*/ 408773662 w 2464"/>
              <a:gd name="T43" fmla="*/ 503714 h 5"/>
              <a:gd name="T44" fmla="*/ 426680278 w 2464"/>
              <a:gd name="T45" fmla="*/ 0 h 5"/>
              <a:gd name="T46" fmla="*/ 426680278 w 2464"/>
              <a:gd name="T47" fmla="*/ 503714 h 5"/>
              <a:gd name="T48" fmla="*/ 378836030 w 2464"/>
              <a:gd name="T49" fmla="*/ 201549 h 5"/>
              <a:gd name="T50" fmla="*/ 398141725 w 2464"/>
              <a:gd name="T51" fmla="*/ 503714 h 5"/>
              <a:gd name="T52" fmla="*/ 349737846 w 2464"/>
              <a:gd name="T53" fmla="*/ 503714 h 5"/>
              <a:gd name="T54" fmla="*/ 369043540 w 2464"/>
              <a:gd name="T55" fmla="*/ 201549 h 5"/>
              <a:gd name="T56" fmla="*/ 339105908 w 2464"/>
              <a:gd name="T57" fmla="*/ 503714 h 5"/>
              <a:gd name="T58" fmla="*/ 321199293 w 2464"/>
              <a:gd name="T59" fmla="*/ 0 h 5"/>
              <a:gd name="T60" fmla="*/ 339105908 w 2464"/>
              <a:gd name="T61" fmla="*/ 503714 h 5"/>
              <a:gd name="T62" fmla="*/ 291261661 w 2464"/>
              <a:gd name="T63" fmla="*/ 302165 h 5"/>
              <a:gd name="T64" fmla="*/ 310567355 w 2464"/>
              <a:gd name="T65" fmla="*/ 302165 h 5"/>
              <a:gd name="T66" fmla="*/ 262723108 w 2464"/>
              <a:gd name="T67" fmla="*/ 503714 h 5"/>
              <a:gd name="T68" fmla="*/ 281189355 w 2464"/>
              <a:gd name="T69" fmla="*/ 0 h 5"/>
              <a:gd name="T70" fmla="*/ 281189355 w 2464"/>
              <a:gd name="T71" fmla="*/ 503714 h 5"/>
              <a:gd name="T72" fmla="*/ 233345108 w 2464"/>
              <a:gd name="T73" fmla="*/ 201549 h 5"/>
              <a:gd name="T74" fmla="*/ 252370986 w 2464"/>
              <a:gd name="T75" fmla="*/ 503714 h 5"/>
              <a:gd name="T76" fmla="*/ 204246923 w 2464"/>
              <a:gd name="T77" fmla="*/ 503714 h 5"/>
              <a:gd name="T78" fmla="*/ 223272802 w 2464"/>
              <a:gd name="T79" fmla="*/ 201549 h 5"/>
              <a:gd name="T80" fmla="*/ 193614986 w 2464"/>
              <a:gd name="T81" fmla="*/ 503714 h 5"/>
              <a:gd name="T82" fmla="*/ 175428554 w 2464"/>
              <a:gd name="T83" fmla="*/ 0 h 5"/>
              <a:gd name="T84" fmla="*/ 193614986 w 2464"/>
              <a:gd name="T85" fmla="*/ 503714 h 5"/>
              <a:gd name="T86" fmla="*/ 145770738 w 2464"/>
              <a:gd name="T87" fmla="*/ 302165 h 5"/>
              <a:gd name="T88" fmla="*/ 165076433 w 2464"/>
              <a:gd name="T89" fmla="*/ 302165 h 5"/>
              <a:gd name="T90" fmla="*/ 117232185 w 2464"/>
              <a:gd name="T91" fmla="*/ 503714 h 5"/>
              <a:gd name="T92" fmla="*/ 135418617 w 2464"/>
              <a:gd name="T93" fmla="*/ 0 h 5"/>
              <a:gd name="T94" fmla="*/ 135418617 w 2464"/>
              <a:gd name="T95" fmla="*/ 503714 h 5"/>
              <a:gd name="T96" fmla="*/ 87574369 w 2464"/>
              <a:gd name="T97" fmla="*/ 201549 h 5"/>
              <a:gd name="T98" fmla="*/ 106880063 w 2464"/>
              <a:gd name="T99" fmla="*/ 503714 h 5"/>
              <a:gd name="T100" fmla="*/ 58756000 w 2464"/>
              <a:gd name="T101" fmla="*/ 503714 h 5"/>
              <a:gd name="T102" fmla="*/ 77781879 w 2464"/>
              <a:gd name="T103" fmla="*/ 201549 h 5"/>
              <a:gd name="T104" fmla="*/ 48124063 w 2464"/>
              <a:gd name="T105" fmla="*/ 503714 h 5"/>
              <a:gd name="T106" fmla="*/ 29937632 w 2464"/>
              <a:gd name="T107" fmla="*/ 0 h 5"/>
              <a:gd name="T108" fmla="*/ 48124063 w 2464"/>
              <a:gd name="T109" fmla="*/ 503714 h 5"/>
              <a:gd name="T110" fmla="*/ 0 w 2464"/>
              <a:gd name="T111" fmla="*/ 302165 h 5"/>
              <a:gd name="T112" fmla="*/ 19305694 w 2464"/>
              <a:gd name="T113" fmla="*/ 302165 h 5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w 2464"/>
              <a:gd name="T172" fmla="*/ 0 h 5"/>
              <a:gd name="T173" fmla="*/ 2464 w 2464"/>
              <a:gd name="T174" fmla="*/ 5 h 5"/>
            </a:gdLst>
            <a:ahLst/>
            <a:cxnLst>
              <a:cxn ang="T114">
                <a:pos x="T0" y="T1"/>
              </a:cxn>
              <a:cxn ang="T115">
                <a:pos x="T2" y="T3"/>
              </a:cxn>
              <a:cxn ang="T116">
                <a:pos x="T4" y="T5"/>
              </a:cxn>
              <a:cxn ang="T117">
                <a:pos x="T6" y="T7"/>
              </a:cxn>
              <a:cxn ang="T118">
                <a:pos x="T8" y="T9"/>
              </a:cxn>
              <a:cxn ang="T119">
                <a:pos x="T10" y="T11"/>
              </a:cxn>
              <a:cxn ang="T120">
                <a:pos x="T12" y="T13"/>
              </a:cxn>
              <a:cxn ang="T121">
                <a:pos x="T14" y="T15"/>
              </a:cxn>
              <a:cxn ang="T122">
                <a:pos x="T16" y="T17"/>
              </a:cxn>
              <a:cxn ang="T123">
                <a:pos x="T18" y="T19"/>
              </a:cxn>
              <a:cxn ang="T124">
                <a:pos x="T20" y="T21"/>
              </a:cxn>
              <a:cxn ang="T125">
                <a:pos x="T22" y="T23"/>
              </a:cxn>
              <a:cxn ang="T126">
                <a:pos x="T24" y="T25"/>
              </a:cxn>
              <a:cxn ang="T127">
                <a:pos x="T26" y="T27"/>
              </a:cxn>
              <a:cxn ang="T128">
                <a:pos x="T28" y="T29"/>
              </a:cxn>
              <a:cxn ang="T129">
                <a:pos x="T30" y="T31"/>
              </a:cxn>
              <a:cxn ang="T130">
                <a:pos x="T32" y="T33"/>
              </a:cxn>
              <a:cxn ang="T131">
                <a:pos x="T34" y="T35"/>
              </a:cxn>
              <a:cxn ang="T132">
                <a:pos x="T36" y="T37"/>
              </a:cxn>
              <a:cxn ang="T133">
                <a:pos x="T38" y="T39"/>
              </a:cxn>
              <a:cxn ang="T134">
                <a:pos x="T40" y="T41"/>
              </a:cxn>
              <a:cxn ang="T135">
                <a:pos x="T42" y="T43"/>
              </a:cxn>
              <a:cxn ang="T136">
                <a:pos x="T44" y="T45"/>
              </a:cxn>
              <a:cxn ang="T137">
                <a:pos x="T46" y="T47"/>
              </a:cxn>
              <a:cxn ang="T138">
                <a:pos x="T48" y="T49"/>
              </a:cxn>
              <a:cxn ang="T139">
                <a:pos x="T50" y="T51"/>
              </a:cxn>
              <a:cxn ang="T140">
                <a:pos x="T52" y="T53"/>
              </a:cxn>
              <a:cxn ang="T141">
                <a:pos x="T54" y="T55"/>
              </a:cxn>
              <a:cxn ang="T142">
                <a:pos x="T56" y="T57"/>
              </a:cxn>
              <a:cxn ang="T143">
                <a:pos x="T58" y="T59"/>
              </a:cxn>
              <a:cxn ang="T144">
                <a:pos x="T60" y="T61"/>
              </a:cxn>
              <a:cxn ang="T145">
                <a:pos x="T62" y="T63"/>
              </a:cxn>
              <a:cxn ang="T146">
                <a:pos x="T64" y="T65"/>
              </a:cxn>
              <a:cxn ang="T147">
                <a:pos x="T66" y="T67"/>
              </a:cxn>
              <a:cxn ang="T148">
                <a:pos x="T68" y="T69"/>
              </a:cxn>
              <a:cxn ang="T149">
                <a:pos x="T70" y="T71"/>
              </a:cxn>
              <a:cxn ang="T150">
                <a:pos x="T72" y="T73"/>
              </a:cxn>
              <a:cxn ang="T151">
                <a:pos x="T74" y="T75"/>
              </a:cxn>
              <a:cxn ang="T152">
                <a:pos x="T76" y="T77"/>
              </a:cxn>
              <a:cxn ang="T153">
                <a:pos x="T78" y="T79"/>
              </a:cxn>
              <a:cxn ang="T154">
                <a:pos x="T80" y="T81"/>
              </a:cxn>
              <a:cxn ang="T155">
                <a:pos x="T82" y="T83"/>
              </a:cxn>
              <a:cxn ang="T156">
                <a:pos x="T84" y="T85"/>
              </a:cxn>
              <a:cxn ang="T157">
                <a:pos x="T86" y="T87"/>
              </a:cxn>
              <a:cxn ang="T158">
                <a:pos x="T88" y="T89"/>
              </a:cxn>
              <a:cxn ang="T159">
                <a:pos x="T90" y="T91"/>
              </a:cxn>
              <a:cxn ang="T160">
                <a:pos x="T92" y="T93"/>
              </a:cxn>
              <a:cxn ang="T161">
                <a:pos x="T94" y="T95"/>
              </a:cxn>
              <a:cxn ang="T162">
                <a:pos x="T96" y="T97"/>
              </a:cxn>
              <a:cxn ang="T163">
                <a:pos x="T98" y="T99"/>
              </a:cxn>
              <a:cxn ang="T164">
                <a:pos x="T100" y="T101"/>
              </a:cxn>
              <a:cxn ang="T165">
                <a:pos x="T102" y="T103"/>
              </a:cxn>
              <a:cxn ang="T166">
                <a:pos x="T104" y="T105"/>
              </a:cxn>
              <a:cxn ang="T167">
                <a:pos x="T106" y="T107"/>
              </a:cxn>
              <a:cxn ang="T168">
                <a:pos x="T108" y="T109"/>
              </a:cxn>
              <a:cxn ang="T169">
                <a:pos x="T110" y="T111"/>
              </a:cxn>
              <a:cxn ang="T170">
                <a:pos x="T112" y="T113"/>
              </a:cxn>
            </a:cxnLst>
            <a:rect l="T171" t="T172" r="T173" b="T174"/>
            <a:pathLst>
              <a:path w="2464" h="5">
                <a:moveTo>
                  <a:pt x="2462" y="5"/>
                </a:moveTo>
                <a:lnTo>
                  <a:pt x="2397" y="5"/>
                </a:lnTo>
                <a:lnTo>
                  <a:pt x="2395" y="5"/>
                </a:lnTo>
                <a:lnTo>
                  <a:pt x="2395" y="3"/>
                </a:lnTo>
                <a:lnTo>
                  <a:pt x="2395" y="2"/>
                </a:lnTo>
                <a:lnTo>
                  <a:pt x="2397" y="0"/>
                </a:lnTo>
                <a:lnTo>
                  <a:pt x="2462" y="0"/>
                </a:lnTo>
                <a:lnTo>
                  <a:pt x="2463" y="2"/>
                </a:lnTo>
                <a:lnTo>
                  <a:pt x="2464" y="3"/>
                </a:lnTo>
                <a:lnTo>
                  <a:pt x="2463" y="5"/>
                </a:lnTo>
                <a:lnTo>
                  <a:pt x="2462" y="5"/>
                </a:lnTo>
                <a:close/>
                <a:moveTo>
                  <a:pt x="2358" y="5"/>
                </a:moveTo>
                <a:lnTo>
                  <a:pt x="2293" y="5"/>
                </a:lnTo>
                <a:lnTo>
                  <a:pt x="2291" y="5"/>
                </a:lnTo>
                <a:lnTo>
                  <a:pt x="2291" y="3"/>
                </a:lnTo>
                <a:lnTo>
                  <a:pt x="2291" y="2"/>
                </a:lnTo>
                <a:lnTo>
                  <a:pt x="2293" y="0"/>
                </a:lnTo>
                <a:lnTo>
                  <a:pt x="2358" y="0"/>
                </a:lnTo>
                <a:lnTo>
                  <a:pt x="2360" y="2"/>
                </a:lnTo>
                <a:lnTo>
                  <a:pt x="2360" y="3"/>
                </a:lnTo>
                <a:lnTo>
                  <a:pt x="2360" y="5"/>
                </a:lnTo>
                <a:lnTo>
                  <a:pt x="2358" y="5"/>
                </a:lnTo>
                <a:close/>
                <a:moveTo>
                  <a:pt x="2253" y="5"/>
                </a:moveTo>
                <a:lnTo>
                  <a:pt x="2189" y="5"/>
                </a:lnTo>
                <a:lnTo>
                  <a:pt x="2187" y="5"/>
                </a:lnTo>
                <a:lnTo>
                  <a:pt x="2187" y="3"/>
                </a:lnTo>
                <a:lnTo>
                  <a:pt x="2187" y="2"/>
                </a:lnTo>
                <a:lnTo>
                  <a:pt x="2189" y="0"/>
                </a:lnTo>
                <a:lnTo>
                  <a:pt x="2253" y="0"/>
                </a:lnTo>
                <a:lnTo>
                  <a:pt x="2256" y="2"/>
                </a:lnTo>
                <a:lnTo>
                  <a:pt x="2256" y="3"/>
                </a:lnTo>
                <a:lnTo>
                  <a:pt x="2256" y="5"/>
                </a:lnTo>
                <a:lnTo>
                  <a:pt x="2253" y="5"/>
                </a:lnTo>
                <a:close/>
                <a:moveTo>
                  <a:pt x="2149" y="5"/>
                </a:moveTo>
                <a:lnTo>
                  <a:pt x="2085" y="5"/>
                </a:lnTo>
                <a:lnTo>
                  <a:pt x="2084" y="5"/>
                </a:lnTo>
                <a:lnTo>
                  <a:pt x="2082" y="3"/>
                </a:lnTo>
                <a:lnTo>
                  <a:pt x="2084" y="2"/>
                </a:lnTo>
                <a:lnTo>
                  <a:pt x="2085" y="0"/>
                </a:lnTo>
                <a:lnTo>
                  <a:pt x="2149" y="0"/>
                </a:lnTo>
                <a:lnTo>
                  <a:pt x="2152" y="2"/>
                </a:lnTo>
                <a:lnTo>
                  <a:pt x="2152" y="3"/>
                </a:lnTo>
                <a:lnTo>
                  <a:pt x="2152" y="5"/>
                </a:lnTo>
                <a:lnTo>
                  <a:pt x="2149" y="5"/>
                </a:lnTo>
                <a:close/>
                <a:moveTo>
                  <a:pt x="2046" y="5"/>
                </a:moveTo>
                <a:lnTo>
                  <a:pt x="1981" y="5"/>
                </a:lnTo>
                <a:lnTo>
                  <a:pt x="1979" y="5"/>
                </a:lnTo>
                <a:lnTo>
                  <a:pt x="1978" y="3"/>
                </a:lnTo>
                <a:lnTo>
                  <a:pt x="1979" y="2"/>
                </a:lnTo>
                <a:lnTo>
                  <a:pt x="1981" y="0"/>
                </a:lnTo>
                <a:lnTo>
                  <a:pt x="2046" y="0"/>
                </a:lnTo>
                <a:lnTo>
                  <a:pt x="2047" y="2"/>
                </a:lnTo>
                <a:lnTo>
                  <a:pt x="2047" y="3"/>
                </a:lnTo>
                <a:lnTo>
                  <a:pt x="2047" y="5"/>
                </a:lnTo>
                <a:lnTo>
                  <a:pt x="2046" y="5"/>
                </a:lnTo>
                <a:close/>
                <a:moveTo>
                  <a:pt x="1942" y="5"/>
                </a:moveTo>
                <a:lnTo>
                  <a:pt x="1876" y="5"/>
                </a:lnTo>
                <a:lnTo>
                  <a:pt x="1875" y="5"/>
                </a:lnTo>
                <a:lnTo>
                  <a:pt x="1874" y="3"/>
                </a:lnTo>
                <a:lnTo>
                  <a:pt x="1875" y="2"/>
                </a:lnTo>
                <a:lnTo>
                  <a:pt x="1876" y="0"/>
                </a:lnTo>
                <a:lnTo>
                  <a:pt x="1942" y="0"/>
                </a:lnTo>
                <a:lnTo>
                  <a:pt x="1943" y="2"/>
                </a:lnTo>
                <a:lnTo>
                  <a:pt x="1944" y="3"/>
                </a:lnTo>
                <a:lnTo>
                  <a:pt x="1943" y="5"/>
                </a:lnTo>
                <a:lnTo>
                  <a:pt x="1942" y="5"/>
                </a:lnTo>
                <a:close/>
                <a:moveTo>
                  <a:pt x="1838" y="5"/>
                </a:moveTo>
                <a:lnTo>
                  <a:pt x="1772" y="5"/>
                </a:lnTo>
                <a:lnTo>
                  <a:pt x="1771" y="5"/>
                </a:lnTo>
                <a:lnTo>
                  <a:pt x="1770" y="3"/>
                </a:lnTo>
                <a:lnTo>
                  <a:pt x="1771" y="2"/>
                </a:lnTo>
                <a:lnTo>
                  <a:pt x="1772" y="0"/>
                </a:lnTo>
                <a:lnTo>
                  <a:pt x="1838" y="0"/>
                </a:lnTo>
                <a:lnTo>
                  <a:pt x="1839" y="2"/>
                </a:lnTo>
                <a:lnTo>
                  <a:pt x="1840" y="3"/>
                </a:lnTo>
                <a:lnTo>
                  <a:pt x="1839" y="5"/>
                </a:lnTo>
                <a:lnTo>
                  <a:pt x="1838" y="5"/>
                </a:lnTo>
                <a:close/>
                <a:moveTo>
                  <a:pt x="1733" y="5"/>
                </a:moveTo>
                <a:lnTo>
                  <a:pt x="1668" y="5"/>
                </a:lnTo>
                <a:lnTo>
                  <a:pt x="1667" y="5"/>
                </a:lnTo>
                <a:lnTo>
                  <a:pt x="1665" y="3"/>
                </a:lnTo>
                <a:lnTo>
                  <a:pt x="1667" y="2"/>
                </a:lnTo>
                <a:lnTo>
                  <a:pt x="1668" y="0"/>
                </a:lnTo>
                <a:lnTo>
                  <a:pt x="1733" y="0"/>
                </a:lnTo>
                <a:lnTo>
                  <a:pt x="1735" y="2"/>
                </a:lnTo>
                <a:lnTo>
                  <a:pt x="1736" y="3"/>
                </a:lnTo>
                <a:lnTo>
                  <a:pt x="1735" y="5"/>
                </a:lnTo>
                <a:lnTo>
                  <a:pt x="1733" y="5"/>
                </a:lnTo>
                <a:close/>
                <a:moveTo>
                  <a:pt x="1629" y="5"/>
                </a:moveTo>
                <a:lnTo>
                  <a:pt x="1564" y="5"/>
                </a:lnTo>
                <a:lnTo>
                  <a:pt x="1562" y="5"/>
                </a:lnTo>
                <a:lnTo>
                  <a:pt x="1562" y="3"/>
                </a:lnTo>
                <a:lnTo>
                  <a:pt x="1562" y="2"/>
                </a:lnTo>
                <a:lnTo>
                  <a:pt x="1564" y="0"/>
                </a:lnTo>
                <a:lnTo>
                  <a:pt x="1629" y="0"/>
                </a:lnTo>
                <a:lnTo>
                  <a:pt x="1630" y="2"/>
                </a:lnTo>
                <a:lnTo>
                  <a:pt x="1632" y="3"/>
                </a:lnTo>
                <a:lnTo>
                  <a:pt x="1630" y="5"/>
                </a:lnTo>
                <a:lnTo>
                  <a:pt x="1629" y="5"/>
                </a:lnTo>
                <a:close/>
                <a:moveTo>
                  <a:pt x="1525" y="5"/>
                </a:moveTo>
                <a:lnTo>
                  <a:pt x="1461" y="5"/>
                </a:lnTo>
                <a:lnTo>
                  <a:pt x="1458" y="5"/>
                </a:lnTo>
                <a:lnTo>
                  <a:pt x="1458" y="3"/>
                </a:lnTo>
                <a:lnTo>
                  <a:pt x="1458" y="2"/>
                </a:lnTo>
                <a:lnTo>
                  <a:pt x="1461" y="0"/>
                </a:lnTo>
                <a:lnTo>
                  <a:pt x="1525" y="0"/>
                </a:lnTo>
                <a:lnTo>
                  <a:pt x="1526" y="2"/>
                </a:lnTo>
                <a:lnTo>
                  <a:pt x="1527" y="3"/>
                </a:lnTo>
                <a:lnTo>
                  <a:pt x="1526" y="5"/>
                </a:lnTo>
                <a:lnTo>
                  <a:pt x="1525" y="5"/>
                </a:lnTo>
                <a:close/>
                <a:moveTo>
                  <a:pt x="1421" y="5"/>
                </a:moveTo>
                <a:lnTo>
                  <a:pt x="1356" y="5"/>
                </a:lnTo>
                <a:lnTo>
                  <a:pt x="1354" y="5"/>
                </a:lnTo>
                <a:lnTo>
                  <a:pt x="1354" y="3"/>
                </a:lnTo>
                <a:lnTo>
                  <a:pt x="1354" y="2"/>
                </a:lnTo>
                <a:lnTo>
                  <a:pt x="1356" y="0"/>
                </a:lnTo>
                <a:lnTo>
                  <a:pt x="1421" y="0"/>
                </a:lnTo>
                <a:lnTo>
                  <a:pt x="1423" y="2"/>
                </a:lnTo>
                <a:lnTo>
                  <a:pt x="1423" y="3"/>
                </a:lnTo>
                <a:lnTo>
                  <a:pt x="1423" y="5"/>
                </a:lnTo>
                <a:lnTo>
                  <a:pt x="1421" y="5"/>
                </a:lnTo>
                <a:close/>
                <a:moveTo>
                  <a:pt x="1316" y="5"/>
                </a:moveTo>
                <a:lnTo>
                  <a:pt x="1252" y="5"/>
                </a:lnTo>
                <a:lnTo>
                  <a:pt x="1250" y="5"/>
                </a:lnTo>
                <a:lnTo>
                  <a:pt x="1250" y="3"/>
                </a:lnTo>
                <a:lnTo>
                  <a:pt x="1250" y="2"/>
                </a:lnTo>
                <a:lnTo>
                  <a:pt x="1252" y="0"/>
                </a:lnTo>
                <a:lnTo>
                  <a:pt x="1316" y="0"/>
                </a:lnTo>
                <a:lnTo>
                  <a:pt x="1319" y="2"/>
                </a:lnTo>
                <a:lnTo>
                  <a:pt x="1319" y="3"/>
                </a:lnTo>
                <a:lnTo>
                  <a:pt x="1319" y="5"/>
                </a:lnTo>
                <a:lnTo>
                  <a:pt x="1316" y="5"/>
                </a:lnTo>
                <a:close/>
                <a:moveTo>
                  <a:pt x="1212" y="5"/>
                </a:moveTo>
                <a:lnTo>
                  <a:pt x="1148" y="5"/>
                </a:lnTo>
                <a:lnTo>
                  <a:pt x="1147" y="5"/>
                </a:lnTo>
                <a:lnTo>
                  <a:pt x="1145" y="3"/>
                </a:lnTo>
                <a:lnTo>
                  <a:pt x="1147" y="2"/>
                </a:lnTo>
                <a:lnTo>
                  <a:pt x="1148" y="0"/>
                </a:lnTo>
                <a:lnTo>
                  <a:pt x="1212" y="0"/>
                </a:lnTo>
                <a:lnTo>
                  <a:pt x="1215" y="2"/>
                </a:lnTo>
                <a:lnTo>
                  <a:pt x="1215" y="3"/>
                </a:lnTo>
                <a:lnTo>
                  <a:pt x="1215" y="5"/>
                </a:lnTo>
                <a:lnTo>
                  <a:pt x="1212" y="5"/>
                </a:lnTo>
                <a:close/>
                <a:moveTo>
                  <a:pt x="1109" y="5"/>
                </a:moveTo>
                <a:lnTo>
                  <a:pt x="1044" y="5"/>
                </a:lnTo>
                <a:lnTo>
                  <a:pt x="1042" y="5"/>
                </a:lnTo>
                <a:lnTo>
                  <a:pt x="1041" y="3"/>
                </a:lnTo>
                <a:lnTo>
                  <a:pt x="1042" y="2"/>
                </a:lnTo>
                <a:lnTo>
                  <a:pt x="1044" y="0"/>
                </a:lnTo>
                <a:lnTo>
                  <a:pt x="1109" y="0"/>
                </a:lnTo>
                <a:lnTo>
                  <a:pt x="1110" y="2"/>
                </a:lnTo>
                <a:lnTo>
                  <a:pt x="1110" y="3"/>
                </a:lnTo>
                <a:lnTo>
                  <a:pt x="1110" y="5"/>
                </a:lnTo>
                <a:lnTo>
                  <a:pt x="1109" y="5"/>
                </a:lnTo>
                <a:close/>
                <a:moveTo>
                  <a:pt x="1005" y="5"/>
                </a:moveTo>
                <a:lnTo>
                  <a:pt x="939" y="5"/>
                </a:lnTo>
                <a:lnTo>
                  <a:pt x="938" y="5"/>
                </a:lnTo>
                <a:lnTo>
                  <a:pt x="937" y="3"/>
                </a:lnTo>
                <a:lnTo>
                  <a:pt x="938" y="2"/>
                </a:lnTo>
                <a:lnTo>
                  <a:pt x="939" y="0"/>
                </a:lnTo>
                <a:lnTo>
                  <a:pt x="1005" y="0"/>
                </a:lnTo>
                <a:lnTo>
                  <a:pt x="1006" y="2"/>
                </a:lnTo>
                <a:lnTo>
                  <a:pt x="1007" y="3"/>
                </a:lnTo>
                <a:lnTo>
                  <a:pt x="1006" y="5"/>
                </a:lnTo>
                <a:lnTo>
                  <a:pt x="1005" y="5"/>
                </a:lnTo>
                <a:close/>
                <a:moveTo>
                  <a:pt x="901" y="5"/>
                </a:moveTo>
                <a:lnTo>
                  <a:pt x="835" y="5"/>
                </a:lnTo>
                <a:lnTo>
                  <a:pt x="834" y="5"/>
                </a:lnTo>
                <a:lnTo>
                  <a:pt x="833" y="3"/>
                </a:lnTo>
                <a:lnTo>
                  <a:pt x="834" y="2"/>
                </a:lnTo>
                <a:lnTo>
                  <a:pt x="835" y="0"/>
                </a:lnTo>
                <a:lnTo>
                  <a:pt x="901" y="0"/>
                </a:lnTo>
                <a:lnTo>
                  <a:pt x="902" y="2"/>
                </a:lnTo>
                <a:lnTo>
                  <a:pt x="903" y="3"/>
                </a:lnTo>
                <a:lnTo>
                  <a:pt x="902" y="5"/>
                </a:lnTo>
                <a:lnTo>
                  <a:pt x="901" y="5"/>
                </a:lnTo>
                <a:close/>
                <a:moveTo>
                  <a:pt x="796" y="5"/>
                </a:moveTo>
                <a:lnTo>
                  <a:pt x="731" y="5"/>
                </a:lnTo>
                <a:lnTo>
                  <a:pt x="730" y="5"/>
                </a:lnTo>
                <a:lnTo>
                  <a:pt x="729" y="3"/>
                </a:lnTo>
                <a:lnTo>
                  <a:pt x="730" y="2"/>
                </a:lnTo>
                <a:lnTo>
                  <a:pt x="731" y="0"/>
                </a:lnTo>
                <a:lnTo>
                  <a:pt x="796" y="0"/>
                </a:lnTo>
                <a:lnTo>
                  <a:pt x="798" y="2"/>
                </a:lnTo>
                <a:lnTo>
                  <a:pt x="799" y="3"/>
                </a:lnTo>
                <a:lnTo>
                  <a:pt x="798" y="5"/>
                </a:lnTo>
                <a:lnTo>
                  <a:pt x="796" y="5"/>
                </a:lnTo>
                <a:close/>
                <a:moveTo>
                  <a:pt x="692" y="5"/>
                </a:moveTo>
                <a:lnTo>
                  <a:pt x="627" y="5"/>
                </a:lnTo>
                <a:lnTo>
                  <a:pt x="625" y="5"/>
                </a:lnTo>
                <a:lnTo>
                  <a:pt x="625" y="3"/>
                </a:lnTo>
                <a:lnTo>
                  <a:pt x="625" y="2"/>
                </a:lnTo>
                <a:lnTo>
                  <a:pt x="627" y="0"/>
                </a:lnTo>
                <a:lnTo>
                  <a:pt x="692" y="0"/>
                </a:lnTo>
                <a:lnTo>
                  <a:pt x="693" y="2"/>
                </a:lnTo>
                <a:lnTo>
                  <a:pt x="695" y="3"/>
                </a:lnTo>
                <a:lnTo>
                  <a:pt x="693" y="5"/>
                </a:lnTo>
                <a:lnTo>
                  <a:pt x="692" y="5"/>
                </a:lnTo>
                <a:close/>
                <a:moveTo>
                  <a:pt x="588" y="5"/>
                </a:moveTo>
                <a:lnTo>
                  <a:pt x="524" y="5"/>
                </a:lnTo>
                <a:lnTo>
                  <a:pt x="521" y="5"/>
                </a:lnTo>
                <a:lnTo>
                  <a:pt x="521" y="3"/>
                </a:lnTo>
                <a:lnTo>
                  <a:pt x="521" y="2"/>
                </a:lnTo>
                <a:lnTo>
                  <a:pt x="524" y="0"/>
                </a:lnTo>
                <a:lnTo>
                  <a:pt x="588" y="0"/>
                </a:lnTo>
                <a:lnTo>
                  <a:pt x="589" y="2"/>
                </a:lnTo>
                <a:lnTo>
                  <a:pt x="590" y="3"/>
                </a:lnTo>
                <a:lnTo>
                  <a:pt x="589" y="5"/>
                </a:lnTo>
                <a:lnTo>
                  <a:pt x="588" y="5"/>
                </a:lnTo>
                <a:close/>
                <a:moveTo>
                  <a:pt x="484" y="5"/>
                </a:moveTo>
                <a:lnTo>
                  <a:pt x="419" y="5"/>
                </a:lnTo>
                <a:lnTo>
                  <a:pt x="417" y="5"/>
                </a:lnTo>
                <a:lnTo>
                  <a:pt x="417" y="3"/>
                </a:lnTo>
                <a:lnTo>
                  <a:pt x="417" y="2"/>
                </a:lnTo>
                <a:lnTo>
                  <a:pt x="419" y="0"/>
                </a:lnTo>
                <a:lnTo>
                  <a:pt x="484" y="0"/>
                </a:lnTo>
                <a:lnTo>
                  <a:pt x="486" y="2"/>
                </a:lnTo>
                <a:lnTo>
                  <a:pt x="486" y="3"/>
                </a:lnTo>
                <a:lnTo>
                  <a:pt x="486" y="5"/>
                </a:lnTo>
                <a:lnTo>
                  <a:pt x="484" y="5"/>
                </a:lnTo>
                <a:close/>
                <a:moveTo>
                  <a:pt x="379" y="5"/>
                </a:moveTo>
                <a:lnTo>
                  <a:pt x="315" y="5"/>
                </a:lnTo>
                <a:lnTo>
                  <a:pt x="313" y="5"/>
                </a:lnTo>
                <a:lnTo>
                  <a:pt x="313" y="3"/>
                </a:lnTo>
                <a:lnTo>
                  <a:pt x="313" y="2"/>
                </a:lnTo>
                <a:lnTo>
                  <a:pt x="315" y="0"/>
                </a:lnTo>
                <a:lnTo>
                  <a:pt x="379" y="0"/>
                </a:lnTo>
                <a:lnTo>
                  <a:pt x="382" y="2"/>
                </a:lnTo>
                <a:lnTo>
                  <a:pt x="382" y="3"/>
                </a:lnTo>
                <a:lnTo>
                  <a:pt x="382" y="5"/>
                </a:lnTo>
                <a:lnTo>
                  <a:pt x="379" y="5"/>
                </a:lnTo>
                <a:close/>
                <a:moveTo>
                  <a:pt x="275" y="5"/>
                </a:moveTo>
                <a:lnTo>
                  <a:pt x="211" y="5"/>
                </a:lnTo>
                <a:lnTo>
                  <a:pt x="210" y="5"/>
                </a:lnTo>
                <a:lnTo>
                  <a:pt x="208" y="3"/>
                </a:lnTo>
                <a:lnTo>
                  <a:pt x="210" y="2"/>
                </a:lnTo>
                <a:lnTo>
                  <a:pt x="211" y="0"/>
                </a:lnTo>
                <a:lnTo>
                  <a:pt x="275" y="0"/>
                </a:lnTo>
                <a:lnTo>
                  <a:pt x="278" y="2"/>
                </a:lnTo>
                <a:lnTo>
                  <a:pt x="278" y="3"/>
                </a:lnTo>
                <a:lnTo>
                  <a:pt x="278" y="5"/>
                </a:lnTo>
                <a:lnTo>
                  <a:pt x="275" y="5"/>
                </a:lnTo>
                <a:close/>
                <a:moveTo>
                  <a:pt x="172" y="5"/>
                </a:moveTo>
                <a:lnTo>
                  <a:pt x="107" y="5"/>
                </a:lnTo>
                <a:lnTo>
                  <a:pt x="105" y="5"/>
                </a:lnTo>
                <a:lnTo>
                  <a:pt x="104" y="3"/>
                </a:lnTo>
                <a:lnTo>
                  <a:pt x="105" y="2"/>
                </a:lnTo>
                <a:lnTo>
                  <a:pt x="107" y="0"/>
                </a:lnTo>
                <a:lnTo>
                  <a:pt x="172" y="0"/>
                </a:lnTo>
                <a:lnTo>
                  <a:pt x="173" y="2"/>
                </a:lnTo>
                <a:lnTo>
                  <a:pt x="173" y="3"/>
                </a:lnTo>
                <a:lnTo>
                  <a:pt x="173" y="5"/>
                </a:lnTo>
                <a:lnTo>
                  <a:pt x="172" y="5"/>
                </a:lnTo>
                <a:close/>
                <a:moveTo>
                  <a:pt x="68" y="5"/>
                </a:moveTo>
                <a:lnTo>
                  <a:pt x="2" y="5"/>
                </a:lnTo>
                <a:lnTo>
                  <a:pt x="1" y="5"/>
                </a:lnTo>
                <a:lnTo>
                  <a:pt x="0" y="3"/>
                </a:lnTo>
                <a:lnTo>
                  <a:pt x="1" y="2"/>
                </a:lnTo>
                <a:lnTo>
                  <a:pt x="2" y="0"/>
                </a:lnTo>
                <a:lnTo>
                  <a:pt x="68" y="0"/>
                </a:lnTo>
                <a:lnTo>
                  <a:pt x="69" y="2"/>
                </a:lnTo>
                <a:lnTo>
                  <a:pt x="69" y="3"/>
                </a:lnTo>
                <a:lnTo>
                  <a:pt x="69" y="5"/>
                </a:lnTo>
                <a:lnTo>
                  <a:pt x="68" y="5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329" name="Line 334"/>
          <p:cNvSpPr>
            <a:spLocks noChangeShapeType="1"/>
          </p:cNvSpPr>
          <p:nvPr/>
        </p:nvSpPr>
        <p:spPr bwMode="auto">
          <a:xfrm>
            <a:off x="5105360" y="6221544"/>
            <a:ext cx="4080157" cy="0"/>
          </a:xfrm>
          <a:prstGeom prst="line">
            <a:avLst/>
          </a:prstGeom>
          <a:noFill/>
          <a:ln w="31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330" name="Freeform 335"/>
          <p:cNvSpPr>
            <a:spLocks/>
          </p:cNvSpPr>
          <p:nvPr/>
        </p:nvSpPr>
        <p:spPr bwMode="auto">
          <a:xfrm>
            <a:off x="5370057" y="5844914"/>
            <a:ext cx="43901" cy="40524"/>
          </a:xfrm>
          <a:custGeom>
            <a:avLst/>
            <a:gdLst>
              <a:gd name="T0" fmla="*/ 0 w 102"/>
              <a:gd name="T1" fmla="*/ 14561079 h 102"/>
              <a:gd name="T2" fmla="*/ 279929 w 102"/>
              <a:gd name="T3" fmla="*/ 11480800 h 102"/>
              <a:gd name="T4" fmla="*/ 1120246 w 102"/>
              <a:gd name="T5" fmla="*/ 8960379 h 102"/>
              <a:gd name="T6" fmla="*/ 2239963 w 102"/>
              <a:gd name="T7" fmla="*/ 6160558 h 102"/>
              <a:gd name="T8" fmla="*/ 4199996 w 102"/>
              <a:gd name="T9" fmla="*/ 4199996 h 102"/>
              <a:gd name="T10" fmla="*/ 6160558 w 102"/>
              <a:gd name="T11" fmla="*/ 2239963 h 102"/>
              <a:gd name="T12" fmla="*/ 8960379 w 102"/>
              <a:gd name="T13" fmla="*/ 1120246 h 102"/>
              <a:gd name="T14" fmla="*/ 11480800 w 102"/>
              <a:gd name="T15" fmla="*/ 279929 h 102"/>
              <a:gd name="T16" fmla="*/ 14561079 w 102"/>
              <a:gd name="T17" fmla="*/ 0 h 102"/>
              <a:gd name="T18" fmla="*/ 17360900 w 102"/>
              <a:gd name="T19" fmla="*/ 279929 h 102"/>
              <a:gd name="T20" fmla="*/ 19881321 w 102"/>
              <a:gd name="T21" fmla="*/ 1120246 h 102"/>
              <a:gd name="T22" fmla="*/ 22401213 w 102"/>
              <a:gd name="T23" fmla="*/ 2239963 h 102"/>
              <a:gd name="T24" fmla="*/ 24641704 w 102"/>
              <a:gd name="T25" fmla="*/ 4199996 h 102"/>
              <a:gd name="T26" fmla="*/ 26321808 w 102"/>
              <a:gd name="T27" fmla="*/ 6160558 h 102"/>
              <a:gd name="T28" fmla="*/ 27441525 w 102"/>
              <a:gd name="T29" fmla="*/ 8960379 h 102"/>
              <a:gd name="T30" fmla="*/ 28281842 w 102"/>
              <a:gd name="T31" fmla="*/ 11480800 h 102"/>
              <a:gd name="T32" fmla="*/ 28561771 w 102"/>
              <a:gd name="T33" fmla="*/ 14561079 h 102"/>
              <a:gd name="T34" fmla="*/ 28561771 w 102"/>
              <a:gd name="T35" fmla="*/ 14561079 h 102"/>
              <a:gd name="T36" fmla="*/ 28281842 w 102"/>
              <a:gd name="T37" fmla="*/ 17360900 h 102"/>
              <a:gd name="T38" fmla="*/ 27441525 w 102"/>
              <a:gd name="T39" fmla="*/ 20161250 h 102"/>
              <a:gd name="T40" fmla="*/ 26321808 w 102"/>
              <a:gd name="T41" fmla="*/ 22401213 h 102"/>
              <a:gd name="T42" fmla="*/ 24641704 w 102"/>
              <a:gd name="T43" fmla="*/ 24641704 h 102"/>
              <a:gd name="T44" fmla="*/ 22401213 w 102"/>
              <a:gd name="T45" fmla="*/ 26321808 h 102"/>
              <a:gd name="T46" fmla="*/ 19881321 w 102"/>
              <a:gd name="T47" fmla="*/ 27441525 h 102"/>
              <a:gd name="T48" fmla="*/ 17360900 w 102"/>
              <a:gd name="T49" fmla="*/ 28281842 h 102"/>
              <a:gd name="T50" fmla="*/ 14561079 w 102"/>
              <a:gd name="T51" fmla="*/ 28561771 h 102"/>
              <a:gd name="T52" fmla="*/ 11480800 w 102"/>
              <a:gd name="T53" fmla="*/ 28281842 h 102"/>
              <a:gd name="T54" fmla="*/ 8960379 w 102"/>
              <a:gd name="T55" fmla="*/ 27441525 h 102"/>
              <a:gd name="T56" fmla="*/ 6160558 w 102"/>
              <a:gd name="T57" fmla="*/ 26321808 h 102"/>
              <a:gd name="T58" fmla="*/ 4199996 w 102"/>
              <a:gd name="T59" fmla="*/ 24641704 h 102"/>
              <a:gd name="T60" fmla="*/ 2239963 w 102"/>
              <a:gd name="T61" fmla="*/ 22401213 h 102"/>
              <a:gd name="T62" fmla="*/ 1120246 w 102"/>
              <a:gd name="T63" fmla="*/ 20161250 h 102"/>
              <a:gd name="T64" fmla="*/ 279929 w 102"/>
              <a:gd name="T65" fmla="*/ 17360900 h 102"/>
              <a:gd name="T66" fmla="*/ 0 w 102"/>
              <a:gd name="T67" fmla="*/ 14561079 h 10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2"/>
              <a:gd name="T104" fmla="*/ 102 w 102"/>
              <a:gd name="T105" fmla="*/ 102 h 102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2">
                <a:moveTo>
                  <a:pt x="0" y="52"/>
                </a:moveTo>
                <a:lnTo>
                  <a:pt x="1" y="41"/>
                </a:lnTo>
                <a:lnTo>
                  <a:pt x="4" y="32"/>
                </a:lnTo>
                <a:lnTo>
                  <a:pt x="8" y="22"/>
                </a:lnTo>
                <a:lnTo>
                  <a:pt x="15" y="15"/>
                </a:lnTo>
                <a:lnTo>
                  <a:pt x="22" y="8"/>
                </a:lnTo>
                <a:lnTo>
                  <a:pt x="32" y="4"/>
                </a:lnTo>
                <a:lnTo>
                  <a:pt x="41" y="1"/>
                </a:lnTo>
                <a:lnTo>
                  <a:pt x="52" y="0"/>
                </a:lnTo>
                <a:lnTo>
                  <a:pt x="62" y="1"/>
                </a:lnTo>
                <a:lnTo>
                  <a:pt x="71" y="4"/>
                </a:lnTo>
                <a:lnTo>
                  <a:pt x="80" y="8"/>
                </a:lnTo>
                <a:lnTo>
                  <a:pt x="88" y="15"/>
                </a:lnTo>
                <a:lnTo>
                  <a:pt x="94" y="22"/>
                </a:lnTo>
                <a:lnTo>
                  <a:pt x="98" y="32"/>
                </a:lnTo>
                <a:lnTo>
                  <a:pt x="101" y="41"/>
                </a:lnTo>
                <a:lnTo>
                  <a:pt x="102" y="52"/>
                </a:lnTo>
                <a:lnTo>
                  <a:pt x="101" y="62"/>
                </a:lnTo>
                <a:lnTo>
                  <a:pt x="98" y="72"/>
                </a:lnTo>
                <a:lnTo>
                  <a:pt x="94" y="80"/>
                </a:lnTo>
                <a:lnTo>
                  <a:pt x="88" y="88"/>
                </a:lnTo>
                <a:lnTo>
                  <a:pt x="80" y="94"/>
                </a:lnTo>
                <a:lnTo>
                  <a:pt x="71" y="98"/>
                </a:lnTo>
                <a:lnTo>
                  <a:pt x="62" y="101"/>
                </a:lnTo>
                <a:lnTo>
                  <a:pt x="52" y="102"/>
                </a:lnTo>
                <a:lnTo>
                  <a:pt x="41" y="101"/>
                </a:lnTo>
                <a:lnTo>
                  <a:pt x="32" y="98"/>
                </a:lnTo>
                <a:lnTo>
                  <a:pt x="22" y="94"/>
                </a:lnTo>
                <a:lnTo>
                  <a:pt x="15" y="88"/>
                </a:lnTo>
                <a:lnTo>
                  <a:pt x="8" y="80"/>
                </a:lnTo>
                <a:lnTo>
                  <a:pt x="4" y="72"/>
                </a:lnTo>
                <a:lnTo>
                  <a:pt x="1" y="62"/>
                </a:lnTo>
                <a:lnTo>
                  <a:pt x="0" y="52"/>
                </a:lnTo>
                <a:close/>
              </a:path>
            </a:pathLst>
          </a:custGeom>
          <a:solidFill>
            <a:srgbClr val="E8EE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331" name="Freeform 336"/>
          <p:cNvSpPr>
            <a:spLocks/>
          </p:cNvSpPr>
          <p:nvPr/>
        </p:nvSpPr>
        <p:spPr bwMode="auto">
          <a:xfrm>
            <a:off x="5370057" y="5844914"/>
            <a:ext cx="43901" cy="40524"/>
          </a:xfrm>
          <a:custGeom>
            <a:avLst/>
            <a:gdLst>
              <a:gd name="T0" fmla="*/ 0 w 102"/>
              <a:gd name="T1" fmla="*/ 14561079 h 102"/>
              <a:gd name="T2" fmla="*/ 279929 w 102"/>
              <a:gd name="T3" fmla="*/ 11480800 h 102"/>
              <a:gd name="T4" fmla="*/ 1120246 w 102"/>
              <a:gd name="T5" fmla="*/ 8960379 h 102"/>
              <a:gd name="T6" fmla="*/ 2239963 w 102"/>
              <a:gd name="T7" fmla="*/ 6160558 h 102"/>
              <a:gd name="T8" fmla="*/ 4199996 w 102"/>
              <a:gd name="T9" fmla="*/ 4199996 h 102"/>
              <a:gd name="T10" fmla="*/ 6160558 w 102"/>
              <a:gd name="T11" fmla="*/ 2239963 h 102"/>
              <a:gd name="T12" fmla="*/ 8960379 w 102"/>
              <a:gd name="T13" fmla="*/ 1120246 h 102"/>
              <a:gd name="T14" fmla="*/ 11480800 w 102"/>
              <a:gd name="T15" fmla="*/ 279929 h 102"/>
              <a:gd name="T16" fmla="*/ 14561079 w 102"/>
              <a:gd name="T17" fmla="*/ 0 h 102"/>
              <a:gd name="T18" fmla="*/ 17360900 w 102"/>
              <a:gd name="T19" fmla="*/ 279929 h 102"/>
              <a:gd name="T20" fmla="*/ 19881321 w 102"/>
              <a:gd name="T21" fmla="*/ 1120246 h 102"/>
              <a:gd name="T22" fmla="*/ 22401213 w 102"/>
              <a:gd name="T23" fmla="*/ 2239963 h 102"/>
              <a:gd name="T24" fmla="*/ 24641704 w 102"/>
              <a:gd name="T25" fmla="*/ 4199996 h 102"/>
              <a:gd name="T26" fmla="*/ 26321808 w 102"/>
              <a:gd name="T27" fmla="*/ 6160558 h 102"/>
              <a:gd name="T28" fmla="*/ 27441525 w 102"/>
              <a:gd name="T29" fmla="*/ 8960379 h 102"/>
              <a:gd name="T30" fmla="*/ 28281842 w 102"/>
              <a:gd name="T31" fmla="*/ 11480800 h 102"/>
              <a:gd name="T32" fmla="*/ 28561771 w 102"/>
              <a:gd name="T33" fmla="*/ 14561079 h 102"/>
              <a:gd name="T34" fmla="*/ 28561771 w 102"/>
              <a:gd name="T35" fmla="*/ 14561079 h 102"/>
              <a:gd name="T36" fmla="*/ 28281842 w 102"/>
              <a:gd name="T37" fmla="*/ 17360900 h 102"/>
              <a:gd name="T38" fmla="*/ 27441525 w 102"/>
              <a:gd name="T39" fmla="*/ 20161250 h 102"/>
              <a:gd name="T40" fmla="*/ 26321808 w 102"/>
              <a:gd name="T41" fmla="*/ 22401213 h 102"/>
              <a:gd name="T42" fmla="*/ 24641704 w 102"/>
              <a:gd name="T43" fmla="*/ 24641704 h 102"/>
              <a:gd name="T44" fmla="*/ 22401213 w 102"/>
              <a:gd name="T45" fmla="*/ 26321808 h 102"/>
              <a:gd name="T46" fmla="*/ 19881321 w 102"/>
              <a:gd name="T47" fmla="*/ 27441525 h 102"/>
              <a:gd name="T48" fmla="*/ 17360900 w 102"/>
              <a:gd name="T49" fmla="*/ 28281842 h 102"/>
              <a:gd name="T50" fmla="*/ 14561079 w 102"/>
              <a:gd name="T51" fmla="*/ 28561771 h 102"/>
              <a:gd name="T52" fmla="*/ 11480800 w 102"/>
              <a:gd name="T53" fmla="*/ 28281842 h 102"/>
              <a:gd name="T54" fmla="*/ 8960379 w 102"/>
              <a:gd name="T55" fmla="*/ 27441525 h 102"/>
              <a:gd name="T56" fmla="*/ 6160558 w 102"/>
              <a:gd name="T57" fmla="*/ 26321808 h 102"/>
              <a:gd name="T58" fmla="*/ 4199996 w 102"/>
              <a:gd name="T59" fmla="*/ 24641704 h 102"/>
              <a:gd name="T60" fmla="*/ 2239963 w 102"/>
              <a:gd name="T61" fmla="*/ 22401213 h 102"/>
              <a:gd name="T62" fmla="*/ 1120246 w 102"/>
              <a:gd name="T63" fmla="*/ 20161250 h 102"/>
              <a:gd name="T64" fmla="*/ 279929 w 102"/>
              <a:gd name="T65" fmla="*/ 17360900 h 102"/>
              <a:gd name="T66" fmla="*/ 0 w 102"/>
              <a:gd name="T67" fmla="*/ 14561079 h 102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w 102"/>
              <a:gd name="T103" fmla="*/ 0 h 102"/>
              <a:gd name="T104" fmla="*/ 102 w 102"/>
              <a:gd name="T105" fmla="*/ 102 h 102"/>
            </a:gdLst>
            <a:ahLst/>
            <a:cxnLst>
              <a:cxn ang="T68">
                <a:pos x="T0" y="T1"/>
              </a:cxn>
              <a:cxn ang="T69">
                <a:pos x="T2" y="T3"/>
              </a:cxn>
              <a:cxn ang="T70">
                <a:pos x="T4" y="T5"/>
              </a:cxn>
              <a:cxn ang="T71">
                <a:pos x="T6" y="T7"/>
              </a:cxn>
              <a:cxn ang="T72">
                <a:pos x="T8" y="T9"/>
              </a:cxn>
              <a:cxn ang="T73">
                <a:pos x="T10" y="T11"/>
              </a:cxn>
              <a:cxn ang="T74">
                <a:pos x="T12" y="T13"/>
              </a:cxn>
              <a:cxn ang="T75">
                <a:pos x="T14" y="T15"/>
              </a:cxn>
              <a:cxn ang="T76">
                <a:pos x="T16" y="T17"/>
              </a:cxn>
              <a:cxn ang="T77">
                <a:pos x="T18" y="T19"/>
              </a:cxn>
              <a:cxn ang="T78">
                <a:pos x="T20" y="T21"/>
              </a:cxn>
              <a:cxn ang="T79">
                <a:pos x="T22" y="T23"/>
              </a:cxn>
              <a:cxn ang="T80">
                <a:pos x="T24" y="T25"/>
              </a:cxn>
              <a:cxn ang="T81">
                <a:pos x="T26" y="T27"/>
              </a:cxn>
              <a:cxn ang="T82">
                <a:pos x="T28" y="T29"/>
              </a:cxn>
              <a:cxn ang="T83">
                <a:pos x="T30" y="T31"/>
              </a:cxn>
              <a:cxn ang="T84">
                <a:pos x="T32" y="T33"/>
              </a:cxn>
              <a:cxn ang="T85">
                <a:pos x="T34" y="T35"/>
              </a:cxn>
              <a:cxn ang="T86">
                <a:pos x="T36" y="T37"/>
              </a:cxn>
              <a:cxn ang="T87">
                <a:pos x="T38" y="T39"/>
              </a:cxn>
              <a:cxn ang="T88">
                <a:pos x="T40" y="T41"/>
              </a:cxn>
              <a:cxn ang="T89">
                <a:pos x="T42" y="T43"/>
              </a:cxn>
              <a:cxn ang="T90">
                <a:pos x="T44" y="T45"/>
              </a:cxn>
              <a:cxn ang="T91">
                <a:pos x="T46" y="T47"/>
              </a:cxn>
              <a:cxn ang="T92">
                <a:pos x="T48" y="T49"/>
              </a:cxn>
              <a:cxn ang="T93">
                <a:pos x="T50" y="T51"/>
              </a:cxn>
              <a:cxn ang="T94">
                <a:pos x="T52" y="T53"/>
              </a:cxn>
              <a:cxn ang="T95">
                <a:pos x="T54" y="T55"/>
              </a:cxn>
              <a:cxn ang="T96">
                <a:pos x="T56" y="T57"/>
              </a:cxn>
              <a:cxn ang="T97">
                <a:pos x="T58" y="T59"/>
              </a:cxn>
              <a:cxn ang="T98">
                <a:pos x="T60" y="T61"/>
              </a:cxn>
              <a:cxn ang="T99">
                <a:pos x="T62" y="T63"/>
              </a:cxn>
              <a:cxn ang="T100">
                <a:pos x="T64" y="T65"/>
              </a:cxn>
              <a:cxn ang="T101">
                <a:pos x="T66" y="T67"/>
              </a:cxn>
            </a:cxnLst>
            <a:rect l="T102" t="T103" r="T104" b="T105"/>
            <a:pathLst>
              <a:path w="102" h="102">
                <a:moveTo>
                  <a:pt x="0" y="52"/>
                </a:moveTo>
                <a:lnTo>
                  <a:pt x="1" y="41"/>
                </a:lnTo>
                <a:lnTo>
                  <a:pt x="4" y="32"/>
                </a:lnTo>
                <a:lnTo>
                  <a:pt x="8" y="22"/>
                </a:lnTo>
                <a:lnTo>
                  <a:pt x="15" y="15"/>
                </a:lnTo>
                <a:lnTo>
                  <a:pt x="22" y="8"/>
                </a:lnTo>
                <a:lnTo>
                  <a:pt x="32" y="4"/>
                </a:lnTo>
                <a:lnTo>
                  <a:pt x="41" y="1"/>
                </a:lnTo>
                <a:lnTo>
                  <a:pt x="52" y="0"/>
                </a:lnTo>
                <a:lnTo>
                  <a:pt x="62" y="1"/>
                </a:lnTo>
                <a:lnTo>
                  <a:pt x="71" y="4"/>
                </a:lnTo>
                <a:lnTo>
                  <a:pt x="80" y="8"/>
                </a:lnTo>
                <a:lnTo>
                  <a:pt x="88" y="15"/>
                </a:lnTo>
                <a:lnTo>
                  <a:pt x="94" y="22"/>
                </a:lnTo>
                <a:lnTo>
                  <a:pt x="98" y="32"/>
                </a:lnTo>
                <a:lnTo>
                  <a:pt x="101" y="41"/>
                </a:lnTo>
                <a:lnTo>
                  <a:pt x="102" y="52"/>
                </a:lnTo>
                <a:lnTo>
                  <a:pt x="101" y="62"/>
                </a:lnTo>
                <a:lnTo>
                  <a:pt x="98" y="72"/>
                </a:lnTo>
                <a:lnTo>
                  <a:pt x="94" y="80"/>
                </a:lnTo>
                <a:lnTo>
                  <a:pt x="88" y="88"/>
                </a:lnTo>
                <a:lnTo>
                  <a:pt x="80" y="94"/>
                </a:lnTo>
                <a:lnTo>
                  <a:pt x="71" y="98"/>
                </a:lnTo>
                <a:lnTo>
                  <a:pt x="62" y="101"/>
                </a:lnTo>
                <a:lnTo>
                  <a:pt x="52" y="102"/>
                </a:lnTo>
                <a:lnTo>
                  <a:pt x="41" y="101"/>
                </a:lnTo>
                <a:lnTo>
                  <a:pt x="32" y="98"/>
                </a:lnTo>
                <a:lnTo>
                  <a:pt x="22" y="94"/>
                </a:lnTo>
                <a:lnTo>
                  <a:pt x="15" y="88"/>
                </a:lnTo>
                <a:lnTo>
                  <a:pt x="8" y="80"/>
                </a:lnTo>
                <a:lnTo>
                  <a:pt x="4" y="72"/>
                </a:lnTo>
                <a:lnTo>
                  <a:pt x="1" y="62"/>
                </a:lnTo>
                <a:lnTo>
                  <a:pt x="0" y="52"/>
                </a:lnTo>
              </a:path>
            </a:pathLst>
          </a:custGeom>
          <a:noFill/>
          <a:ln w="3175">
            <a:solidFill>
              <a:srgbClr val="00000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71904" tIns="35953" rIns="71904" bIns="35953"/>
          <a:lstStyle/>
          <a:p>
            <a:endParaRPr lang="ko-KR" altLang="en-US"/>
          </a:p>
        </p:txBody>
      </p:sp>
      <p:sp>
        <p:nvSpPr>
          <p:cNvPr id="332" name="Rectangle 337"/>
          <p:cNvSpPr>
            <a:spLocks noChangeArrowheads="1"/>
          </p:cNvSpPr>
          <p:nvPr/>
        </p:nvSpPr>
        <p:spPr bwMode="auto">
          <a:xfrm>
            <a:off x="2384828" y="5562442"/>
            <a:ext cx="633187" cy="76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500">
                <a:solidFill>
                  <a:srgbClr val="000000"/>
                </a:solidFill>
              </a:rPr>
              <a:t>Relay for train consist</a:t>
            </a:r>
            <a:endParaRPr lang="en-US" altLang="ko-KR"/>
          </a:p>
        </p:txBody>
      </p:sp>
      <p:sp>
        <p:nvSpPr>
          <p:cNvPr id="333" name="Rectangle 338"/>
          <p:cNvSpPr>
            <a:spLocks noChangeArrowheads="1"/>
          </p:cNvSpPr>
          <p:nvPr/>
        </p:nvSpPr>
        <p:spPr bwMode="auto">
          <a:xfrm>
            <a:off x="6791656" y="5562442"/>
            <a:ext cx="633187" cy="769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ko-KR" sz="500">
                <a:solidFill>
                  <a:srgbClr val="000000"/>
                </a:solidFill>
              </a:rPr>
              <a:t>Relay for train consist</a:t>
            </a:r>
            <a:endParaRPr lang="en-US" altLang="ko-KR"/>
          </a:p>
        </p:txBody>
      </p:sp>
      <p:sp>
        <p:nvSpPr>
          <p:cNvPr id="334" name="Freeform 339"/>
          <p:cNvSpPr>
            <a:spLocks noEditPoints="1"/>
          </p:cNvSpPr>
          <p:nvPr/>
        </p:nvSpPr>
        <p:spPr bwMode="auto">
          <a:xfrm>
            <a:off x="1190477" y="4775811"/>
            <a:ext cx="1291" cy="1101285"/>
          </a:xfrm>
          <a:custGeom>
            <a:avLst/>
            <a:gdLst>
              <a:gd name="T0" fmla="*/ 0 w 3"/>
              <a:gd name="T1" fmla="*/ 19041004 h 2772"/>
              <a:gd name="T2" fmla="*/ 840581 w 3"/>
              <a:gd name="T3" fmla="*/ 559858 h 2772"/>
              <a:gd name="T4" fmla="*/ 0 w 3"/>
              <a:gd name="T5" fmla="*/ 48443092 h 2772"/>
              <a:gd name="T6" fmla="*/ 840581 w 3"/>
              <a:gd name="T7" fmla="*/ 29121629 h 2772"/>
              <a:gd name="T8" fmla="*/ 840581 w 3"/>
              <a:gd name="T9" fmla="*/ 77564721 h 2772"/>
              <a:gd name="T10" fmla="*/ 0 w 3"/>
              <a:gd name="T11" fmla="*/ 58243787 h 2772"/>
              <a:gd name="T12" fmla="*/ 840581 w 3"/>
              <a:gd name="T13" fmla="*/ 88205733 h 2772"/>
              <a:gd name="T14" fmla="*/ 0 w 3"/>
              <a:gd name="T15" fmla="*/ 106126492 h 2772"/>
              <a:gd name="T16" fmla="*/ 840581 w 3"/>
              <a:gd name="T17" fmla="*/ 88205733 h 2772"/>
              <a:gd name="T18" fmla="*/ 0 w 3"/>
              <a:gd name="T19" fmla="*/ 135808508 h 2772"/>
              <a:gd name="T20" fmla="*/ 840581 w 3"/>
              <a:gd name="T21" fmla="*/ 116766975 h 2772"/>
              <a:gd name="T22" fmla="*/ 840581 w 3"/>
              <a:gd name="T23" fmla="*/ 164930138 h 2772"/>
              <a:gd name="T24" fmla="*/ 0 w 3"/>
              <a:gd name="T25" fmla="*/ 145889133 h 2772"/>
              <a:gd name="T26" fmla="*/ 840581 w 3"/>
              <a:gd name="T27" fmla="*/ 193771838 h 2772"/>
              <a:gd name="T28" fmla="*/ 0 w 3"/>
              <a:gd name="T29" fmla="*/ 175571150 h 2772"/>
              <a:gd name="T30" fmla="*/ 840581 w 3"/>
              <a:gd name="T31" fmla="*/ 175571150 h 2772"/>
              <a:gd name="T32" fmla="*/ 0 w 3"/>
              <a:gd name="T33" fmla="*/ 223453854 h 2772"/>
              <a:gd name="T34" fmla="*/ 840581 w 3"/>
              <a:gd name="T35" fmla="*/ 204412850 h 2772"/>
              <a:gd name="T36" fmla="*/ 560564 w 3"/>
              <a:gd name="T37" fmla="*/ 252575483 h 2772"/>
              <a:gd name="T38" fmla="*/ 560564 w 3"/>
              <a:gd name="T39" fmla="*/ 233254550 h 2772"/>
              <a:gd name="T40" fmla="*/ 840581 w 3"/>
              <a:gd name="T41" fmla="*/ 281417183 h 2772"/>
              <a:gd name="T42" fmla="*/ 0 w 3"/>
              <a:gd name="T43" fmla="*/ 262656108 h 2772"/>
              <a:gd name="T44" fmla="*/ 840581 w 3"/>
              <a:gd name="T45" fmla="*/ 310259413 h 2772"/>
              <a:gd name="T46" fmla="*/ 0 w 3"/>
              <a:gd name="T47" fmla="*/ 292338125 h 2772"/>
              <a:gd name="T48" fmla="*/ 840581 w 3"/>
              <a:gd name="T49" fmla="*/ 321459754 h 2772"/>
              <a:gd name="T50" fmla="*/ 0 w 3"/>
              <a:gd name="T51" fmla="*/ 339381042 h 2772"/>
              <a:gd name="T52" fmla="*/ 840581 w 3"/>
              <a:gd name="T53" fmla="*/ 321459754 h 2772"/>
              <a:gd name="T54" fmla="*/ 560564 w 3"/>
              <a:gd name="T55" fmla="*/ 369342988 h 2772"/>
              <a:gd name="T56" fmla="*/ 560564 w 3"/>
              <a:gd name="T57" fmla="*/ 350021525 h 2772"/>
              <a:gd name="T58" fmla="*/ 840581 w 3"/>
              <a:gd name="T59" fmla="*/ 397904758 h 2772"/>
              <a:gd name="T60" fmla="*/ 0 w 3"/>
              <a:gd name="T61" fmla="*/ 379143683 h 2772"/>
              <a:gd name="T62" fmla="*/ 840581 w 3"/>
              <a:gd name="T63" fmla="*/ 408545242 h 2772"/>
              <a:gd name="T64" fmla="*/ 0 w 3"/>
              <a:gd name="T65" fmla="*/ 427026387 h 2772"/>
              <a:gd name="T66" fmla="*/ 840581 w 3"/>
              <a:gd name="T67" fmla="*/ 408545242 h 2772"/>
              <a:gd name="T68" fmla="*/ 0 w 3"/>
              <a:gd name="T69" fmla="*/ 456708404 h 2772"/>
              <a:gd name="T70" fmla="*/ 840581 w 3"/>
              <a:gd name="T71" fmla="*/ 437666871 h 2772"/>
              <a:gd name="T72" fmla="*/ 840581 w 3"/>
              <a:gd name="T73" fmla="*/ 485830033 h 2772"/>
              <a:gd name="T74" fmla="*/ 0 w 3"/>
              <a:gd name="T75" fmla="*/ 466789029 h 2772"/>
              <a:gd name="T76" fmla="*/ 840581 w 3"/>
              <a:gd name="T77" fmla="*/ 496190587 h 2772"/>
              <a:gd name="T78" fmla="*/ 0 w 3"/>
              <a:gd name="T79" fmla="*/ 514671733 h 2772"/>
              <a:gd name="T80" fmla="*/ 840581 w 3"/>
              <a:gd name="T81" fmla="*/ 496190587 h 2772"/>
              <a:gd name="T82" fmla="*/ 0 w 3"/>
              <a:gd name="T83" fmla="*/ 544073821 h 2772"/>
              <a:gd name="T84" fmla="*/ 840581 w 3"/>
              <a:gd name="T85" fmla="*/ 525592675 h 2772"/>
              <a:gd name="T86" fmla="*/ 560564 w 3"/>
              <a:gd name="T87" fmla="*/ 573475379 h 2772"/>
              <a:gd name="T88" fmla="*/ 560564 w 3"/>
              <a:gd name="T89" fmla="*/ 553874517 h 2772"/>
              <a:gd name="T90" fmla="*/ 840581 w 3"/>
              <a:gd name="T91" fmla="*/ 602597538 h 2772"/>
              <a:gd name="T92" fmla="*/ 0 w 3"/>
              <a:gd name="T93" fmla="*/ 583276075 h 2772"/>
              <a:gd name="T94" fmla="*/ 840581 w 3"/>
              <a:gd name="T95" fmla="*/ 612958092 h 2772"/>
              <a:gd name="T96" fmla="*/ 0 w 3"/>
              <a:gd name="T97" fmla="*/ 631159308 h 2772"/>
              <a:gd name="T98" fmla="*/ 840581 w 3"/>
              <a:gd name="T99" fmla="*/ 612958092 h 2772"/>
              <a:gd name="T100" fmla="*/ 0 w 3"/>
              <a:gd name="T101" fmla="*/ 660560867 h 2772"/>
              <a:gd name="T102" fmla="*/ 840581 w 3"/>
              <a:gd name="T103" fmla="*/ 641519863 h 2772"/>
              <a:gd name="T104" fmla="*/ 560564 w 3"/>
              <a:gd name="T105" fmla="*/ 690242883 h 2772"/>
              <a:gd name="T106" fmla="*/ 560564 w 3"/>
              <a:gd name="T107" fmla="*/ 670641492 h 2772"/>
              <a:gd name="T108" fmla="*/ 840581 w 3"/>
              <a:gd name="T109" fmla="*/ 719084583 h 2772"/>
              <a:gd name="T110" fmla="*/ 0 w 3"/>
              <a:gd name="T111" fmla="*/ 700043579 h 2772"/>
              <a:gd name="T112" fmla="*/ 840581 w 3"/>
              <a:gd name="T113" fmla="*/ 729445138 h 2772"/>
              <a:gd name="T114" fmla="*/ 0 w 3"/>
              <a:gd name="T115" fmla="*/ 747926283 h 2772"/>
              <a:gd name="T116" fmla="*/ 840581 w 3"/>
              <a:gd name="T117" fmla="*/ 729445138 h 2772"/>
              <a:gd name="T118" fmla="*/ 560564 w 3"/>
              <a:gd name="T119" fmla="*/ 776208125 h 2772"/>
              <a:gd name="T120" fmla="*/ 560564 w 3"/>
              <a:gd name="T121" fmla="*/ 758006908 h 2772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w 3"/>
              <a:gd name="T184" fmla="*/ 0 h 2772"/>
              <a:gd name="T185" fmla="*/ 3 w 3"/>
              <a:gd name="T186" fmla="*/ 2772 h 2772"/>
            </a:gdLst>
            <a:ahLst/>
            <a:cxnLst>
              <a:cxn ang="T122">
                <a:pos x="T0" y="T1"/>
              </a:cxn>
              <a:cxn ang="T123">
                <a:pos x="T2" y="T3"/>
              </a:cxn>
              <a:cxn ang="T124">
                <a:pos x="T4" y="T5"/>
              </a:cxn>
              <a:cxn ang="T125">
                <a:pos x="T6" y="T7"/>
              </a:cxn>
              <a:cxn ang="T126">
                <a:pos x="T8" y="T9"/>
              </a:cxn>
              <a:cxn ang="T127">
                <a:pos x="T10" y="T11"/>
              </a:cxn>
              <a:cxn ang="T128">
                <a:pos x="T12" y="T13"/>
              </a:cxn>
              <a:cxn ang="T129">
                <a:pos x="T14" y="T15"/>
              </a:cxn>
              <a:cxn ang="T130">
                <a:pos x="T16" y="T17"/>
              </a:cxn>
              <a:cxn ang="T131">
                <a:pos x="T18" y="T19"/>
              </a:cxn>
              <a:cxn ang="T132">
                <a:pos x="T20" y="T21"/>
              </a:cxn>
              <a:cxn ang="T133">
                <a:pos x="T22" y="T23"/>
              </a:cxn>
              <a:cxn ang="T134">
                <a:pos x="T24" y="T25"/>
              </a:cxn>
              <a:cxn ang="T135">
                <a:pos x="T26" y="T27"/>
              </a:cxn>
              <a:cxn ang="T136">
                <a:pos x="T28" y="T29"/>
              </a:cxn>
              <a:cxn ang="T137">
                <a:pos x="T30" y="T31"/>
              </a:cxn>
              <a:cxn ang="T138">
                <a:pos x="T32" y="T33"/>
              </a:cxn>
              <a:cxn ang="T139">
                <a:pos x="T34" y="T35"/>
              </a:cxn>
              <a:cxn ang="T140">
                <a:pos x="T36" y="T37"/>
              </a:cxn>
              <a:cxn ang="T141">
                <a:pos x="T38" y="T39"/>
              </a:cxn>
              <a:cxn ang="T142">
                <a:pos x="T40" y="T41"/>
              </a:cxn>
              <a:cxn ang="T143">
                <a:pos x="T42" y="T43"/>
              </a:cxn>
              <a:cxn ang="T144">
                <a:pos x="T44" y="T45"/>
              </a:cxn>
              <a:cxn ang="T145">
                <a:pos x="T46" y="T47"/>
              </a:cxn>
              <a:cxn ang="T146">
                <a:pos x="T48" y="T49"/>
              </a:cxn>
              <a:cxn ang="T147">
                <a:pos x="T50" y="T51"/>
              </a:cxn>
              <a:cxn ang="T148">
                <a:pos x="T52" y="T53"/>
              </a:cxn>
              <a:cxn ang="T149">
                <a:pos x="T54" y="T55"/>
              </a:cxn>
              <a:cxn ang="T150">
                <a:pos x="T56" y="T57"/>
              </a:cxn>
              <a:cxn ang="T151">
                <a:pos x="T58" y="T59"/>
              </a:cxn>
              <a:cxn ang="T152">
                <a:pos x="T60" y="T61"/>
              </a:cxn>
              <a:cxn ang="T153">
                <a:pos x="T62" y="T63"/>
              </a:cxn>
              <a:cxn ang="T154">
                <a:pos x="T64" y="T65"/>
              </a:cxn>
              <a:cxn ang="T155">
                <a:pos x="T66" y="T67"/>
              </a:cxn>
              <a:cxn ang="T156">
                <a:pos x="T68" y="T69"/>
              </a:cxn>
              <a:cxn ang="T157">
                <a:pos x="T70" y="T71"/>
              </a:cxn>
              <a:cxn ang="T158">
                <a:pos x="T72" y="T73"/>
              </a:cxn>
              <a:cxn ang="T159">
                <a:pos x="T74" y="T75"/>
              </a:cxn>
              <a:cxn ang="T160">
                <a:pos x="T76" y="T77"/>
              </a:cxn>
              <a:cxn ang="T161">
                <a:pos x="T78" y="T79"/>
              </a:cxn>
              <a:cxn ang="T162">
                <a:pos x="T80" y="T81"/>
              </a:cxn>
              <a:cxn ang="T163">
                <a:pos x="T82" y="T83"/>
              </a:cxn>
              <a:cxn ang="T164">
                <a:pos x="T84" y="T85"/>
              </a:cxn>
              <a:cxn ang="T165">
                <a:pos x="T86" y="T87"/>
              </a:cxn>
              <a:cxn ang="T166">
                <a:pos x="T88" y="T89"/>
              </a:cxn>
              <a:cxn ang="T167">
                <a:pos x="T90" y="T91"/>
              </a:cxn>
              <a:cxn ang="T168">
                <a:pos x="T92" y="T93"/>
              </a:cxn>
              <a:cxn ang="T169">
                <a:pos x="T94" y="T95"/>
              </a:cxn>
              <a:cxn ang="T170">
                <a:pos x="T96" y="T97"/>
              </a:cxn>
              <a:cxn ang="T171">
                <a:pos x="T98" y="T99"/>
              </a:cxn>
              <a:cxn ang="T172">
                <a:pos x="T100" y="T101"/>
              </a:cxn>
              <a:cxn ang="T173">
                <a:pos x="T102" y="T103"/>
              </a:cxn>
              <a:cxn ang="T174">
                <a:pos x="T104" y="T105"/>
              </a:cxn>
              <a:cxn ang="T175">
                <a:pos x="T106" y="T107"/>
              </a:cxn>
              <a:cxn ang="T176">
                <a:pos x="T108" y="T109"/>
              </a:cxn>
              <a:cxn ang="T177">
                <a:pos x="T110" y="T111"/>
              </a:cxn>
              <a:cxn ang="T178">
                <a:pos x="T112" y="T113"/>
              </a:cxn>
              <a:cxn ang="T179">
                <a:pos x="T114" y="T115"/>
              </a:cxn>
              <a:cxn ang="T180">
                <a:pos x="T116" y="T117"/>
              </a:cxn>
              <a:cxn ang="T181">
                <a:pos x="T118" y="T119"/>
              </a:cxn>
              <a:cxn ang="T182">
                <a:pos x="T120" y="T121"/>
              </a:cxn>
            </a:cxnLst>
            <a:rect l="T183" t="T184" r="T185" b="T186"/>
            <a:pathLst>
              <a:path w="3" h="2772">
                <a:moveTo>
                  <a:pt x="3" y="2"/>
                </a:moveTo>
                <a:lnTo>
                  <a:pt x="3" y="68"/>
                </a:lnTo>
                <a:lnTo>
                  <a:pt x="2" y="69"/>
                </a:lnTo>
                <a:lnTo>
                  <a:pt x="0" y="69"/>
                </a:lnTo>
                <a:lnTo>
                  <a:pt x="0" y="68"/>
                </a:lnTo>
                <a:lnTo>
                  <a:pt x="0" y="2"/>
                </a:lnTo>
                <a:lnTo>
                  <a:pt x="0" y="1"/>
                </a:lnTo>
                <a:lnTo>
                  <a:pt x="2" y="0"/>
                </a:lnTo>
                <a:lnTo>
                  <a:pt x="3" y="2"/>
                </a:lnTo>
                <a:close/>
                <a:moveTo>
                  <a:pt x="3" y="106"/>
                </a:moveTo>
                <a:lnTo>
                  <a:pt x="3" y="171"/>
                </a:lnTo>
                <a:lnTo>
                  <a:pt x="3" y="173"/>
                </a:lnTo>
                <a:lnTo>
                  <a:pt x="2" y="173"/>
                </a:lnTo>
                <a:lnTo>
                  <a:pt x="0" y="173"/>
                </a:lnTo>
                <a:lnTo>
                  <a:pt x="0" y="171"/>
                </a:lnTo>
                <a:lnTo>
                  <a:pt x="0" y="106"/>
                </a:lnTo>
                <a:lnTo>
                  <a:pt x="0" y="104"/>
                </a:lnTo>
                <a:lnTo>
                  <a:pt x="2" y="104"/>
                </a:lnTo>
                <a:lnTo>
                  <a:pt x="3" y="104"/>
                </a:lnTo>
                <a:lnTo>
                  <a:pt x="3" y="106"/>
                </a:lnTo>
                <a:close/>
                <a:moveTo>
                  <a:pt x="3" y="211"/>
                </a:moveTo>
                <a:lnTo>
                  <a:pt x="3" y="275"/>
                </a:lnTo>
                <a:lnTo>
                  <a:pt x="3" y="277"/>
                </a:lnTo>
                <a:lnTo>
                  <a:pt x="2" y="277"/>
                </a:lnTo>
                <a:lnTo>
                  <a:pt x="0" y="277"/>
                </a:lnTo>
                <a:lnTo>
                  <a:pt x="0" y="275"/>
                </a:lnTo>
                <a:lnTo>
                  <a:pt x="0" y="211"/>
                </a:lnTo>
                <a:lnTo>
                  <a:pt x="0" y="208"/>
                </a:lnTo>
                <a:lnTo>
                  <a:pt x="2" y="208"/>
                </a:lnTo>
                <a:lnTo>
                  <a:pt x="3" y="208"/>
                </a:lnTo>
                <a:lnTo>
                  <a:pt x="3" y="211"/>
                </a:lnTo>
                <a:close/>
                <a:moveTo>
                  <a:pt x="3" y="315"/>
                </a:moveTo>
                <a:lnTo>
                  <a:pt x="3" y="379"/>
                </a:lnTo>
                <a:lnTo>
                  <a:pt x="3" y="382"/>
                </a:lnTo>
                <a:lnTo>
                  <a:pt x="2" y="382"/>
                </a:lnTo>
                <a:lnTo>
                  <a:pt x="0" y="382"/>
                </a:lnTo>
                <a:lnTo>
                  <a:pt x="0" y="379"/>
                </a:lnTo>
                <a:lnTo>
                  <a:pt x="0" y="315"/>
                </a:lnTo>
                <a:lnTo>
                  <a:pt x="0" y="313"/>
                </a:lnTo>
                <a:lnTo>
                  <a:pt x="2" y="313"/>
                </a:lnTo>
                <a:lnTo>
                  <a:pt x="3" y="313"/>
                </a:lnTo>
                <a:lnTo>
                  <a:pt x="3" y="315"/>
                </a:lnTo>
                <a:close/>
                <a:moveTo>
                  <a:pt x="3" y="419"/>
                </a:moveTo>
                <a:lnTo>
                  <a:pt x="3" y="484"/>
                </a:lnTo>
                <a:lnTo>
                  <a:pt x="2" y="486"/>
                </a:lnTo>
                <a:lnTo>
                  <a:pt x="0" y="485"/>
                </a:lnTo>
                <a:lnTo>
                  <a:pt x="0" y="484"/>
                </a:lnTo>
                <a:lnTo>
                  <a:pt x="0" y="419"/>
                </a:lnTo>
                <a:lnTo>
                  <a:pt x="0" y="417"/>
                </a:lnTo>
                <a:lnTo>
                  <a:pt x="2" y="417"/>
                </a:lnTo>
                <a:lnTo>
                  <a:pt x="3" y="417"/>
                </a:lnTo>
                <a:lnTo>
                  <a:pt x="3" y="419"/>
                </a:lnTo>
                <a:close/>
                <a:moveTo>
                  <a:pt x="3" y="522"/>
                </a:moveTo>
                <a:lnTo>
                  <a:pt x="3" y="588"/>
                </a:lnTo>
                <a:lnTo>
                  <a:pt x="3" y="589"/>
                </a:lnTo>
                <a:lnTo>
                  <a:pt x="2" y="590"/>
                </a:lnTo>
                <a:lnTo>
                  <a:pt x="0" y="589"/>
                </a:lnTo>
                <a:lnTo>
                  <a:pt x="0" y="588"/>
                </a:lnTo>
                <a:lnTo>
                  <a:pt x="0" y="522"/>
                </a:lnTo>
                <a:lnTo>
                  <a:pt x="0" y="521"/>
                </a:lnTo>
                <a:lnTo>
                  <a:pt x="2" y="521"/>
                </a:lnTo>
                <a:lnTo>
                  <a:pt x="3" y="522"/>
                </a:lnTo>
                <a:close/>
                <a:moveTo>
                  <a:pt x="3" y="627"/>
                </a:moveTo>
                <a:lnTo>
                  <a:pt x="3" y="692"/>
                </a:lnTo>
                <a:lnTo>
                  <a:pt x="3" y="693"/>
                </a:lnTo>
                <a:lnTo>
                  <a:pt x="2" y="695"/>
                </a:lnTo>
                <a:lnTo>
                  <a:pt x="0" y="693"/>
                </a:lnTo>
                <a:lnTo>
                  <a:pt x="0" y="692"/>
                </a:lnTo>
                <a:lnTo>
                  <a:pt x="0" y="627"/>
                </a:lnTo>
                <a:lnTo>
                  <a:pt x="0" y="625"/>
                </a:lnTo>
                <a:lnTo>
                  <a:pt x="2" y="624"/>
                </a:lnTo>
                <a:lnTo>
                  <a:pt x="3" y="625"/>
                </a:lnTo>
                <a:lnTo>
                  <a:pt x="3" y="627"/>
                </a:lnTo>
                <a:close/>
                <a:moveTo>
                  <a:pt x="3" y="731"/>
                </a:moveTo>
                <a:lnTo>
                  <a:pt x="3" y="796"/>
                </a:lnTo>
                <a:lnTo>
                  <a:pt x="3" y="798"/>
                </a:lnTo>
                <a:lnTo>
                  <a:pt x="2" y="799"/>
                </a:lnTo>
                <a:lnTo>
                  <a:pt x="0" y="798"/>
                </a:lnTo>
                <a:lnTo>
                  <a:pt x="0" y="796"/>
                </a:lnTo>
                <a:lnTo>
                  <a:pt x="0" y="731"/>
                </a:lnTo>
                <a:lnTo>
                  <a:pt x="0" y="730"/>
                </a:lnTo>
                <a:lnTo>
                  <a:pt x="2" y="728"/>
                </a:lnTo>
                <a:lnTo>
                  <a:pt x="3" y="730"/>
                </a:lnTo>
                <a:lnTo>
                  <a:pt x="3" y="731"/>
                </a:lnTo>
                <a:close/>
                <a:moveTo>
                  <a:pt x="3" y="835"/>
                </a:moveTo>
                <a:lnTo>
                  <a:pt x="3" y="901"/>
                </a:lnTo>
                <a:lnTo>
                  <a:pt x="2" y="902"/>
                </a:lnTo>
                <a:lnTo>
                  <a:pt x="0" y="902"/>
                </a:lnTo>
                <a:lnTo>
                  <a:pt x="0" y="901"/>
                </a:lnTo>
                <a:lnTo>
                  <a:pt x="0" y="835"/>
                </a:lnTo>
                <a:lnTo>
                  <a:pt x="0" y="834"/>
                </a:lnTo>
                <a:lnTo>
                  <a:pt x="2" y="833"/>
                </a:lnTo>
                <a:lnTo>
                  <a:pt x="3" y="834"/>
                </a:lnTo>
                <a:lnTo>
                  <a:pt x="3" y="835"/>
                </a:lnTo>
                <a:close/>
                <a:moveTo>
                  <a:pt x="3" y="939"/>
                </a:moveTo>
                <a:lnTo>
                  <a:pt x="3" y="1005"/>
                </a:lnTo>
                <a:lnTo>
                  <a:pt x="2" y="1006"/>
                </a:lnTo>
                <a:lnTo>
                  <a:pt x="0" y="1006"/>
                </a:lnTo>
                <a:lnTo>
                  <a:pt x="0" y="1005"/>
                </a:lnTo>
                <a:lnTo>
                  <a:pt x="0" y="939"/>
                </a:lnTo>
                <a:lnTo>
                  <a:pt x="0" y="938"/>
                </a:lnTo>
                <a:lnTo>
                  <a:pt x="2" y="937"/>
                </a:lnTo>
                <a:lnTo>
                  <a:pt x="3" y="939"/>
                </a:lnTo>
                <a:close/>
                <a:moveTo>
                  <a:pt x="3" y="1044"/>
                </a:moveTo>
                <a:lnTo>
                  <a:pt x="3" y="1108"/>
                </a:lnTo>
                <a:lnTo>
                  <a:pt x="3" y="1110"/>
                </a:lnTo>
                <a:lnTo>
                  <a:pt x="2" y="1110"/>
                </a:lnTo>
                <a:lnTo>
                  <a:pt x="0" y="1110"/>
                </a:lnTo>
                <a:lnTo>
                  <a:pt x="0" y="1108"/>
                </a:lnTo>
                <a:lnTo>
                  <a:pt x="0" y="1044"/>
                </a:lnTo>
                <a:lnTo>
                  <a:pt x="0" y="1042"/>
                </a:lnTo>
                <a:lnTo>
                  <a:pt x="2" y="1041"/>
                </a:lnTo>
                <a:lnTo>
                  <a:pt x="3" y="1044"/>
                </a:lnTo>
                <a:close/>
                <a:moveTo>
                  <a:pt x="3" y="1148"/>
                </a:moveTo>
                <a:lnTo>
                  <a:pt x="3" y="1212"/>
                </a:lnTo>
                <a:lnTo>
                  <a:pt x="3" y="1215"/>
                </a:lnTo>
                <a:lnTo>
                  <a:pt x="2" y="1215"/>
                </a:lnTo>
                <a:lnTo>
                  <a:pt x="0" y="1215"/>
                </a:lnTo>
                <a:lnTo>
                  <a:pt x="0" y="1212"/>
                </a:lnTo>
                <a:lnTo>
                  <a:pt x="0" y="1148"/>
                </a:lnTo>
                <a:lnTo>
                  <a:pt x="0" y="1146"/>
                </a:lnTo>
                <a:lnTo>
                  <a:pt x="2" y="1146"/>
                </a:lnTo>
                <a:lnTo>
                  <a:pt x="3" y="1146"/>
                </a:lnTo>
                <a:lnTo>
                  <a:pt x="3" y="1148"/>
                </a:lnTo>
                <a:close/>
                <a:moveTo>
                  <a:pt x="3" y="1252"/>
                </a:moveTo>
                <a:lnTo>
                  <a:pt x="3" y="1317"/>
                </a:lnTo>
                <a:lnTo>
                  <a:pt x="3" y="1319"/>
                </a:lnTo>
                <a:lnTo>
                  <a:pt x="2" y="1319"/>
                </a:lnTo>
                <a:lnTo>
                  <a:pt x="0" y="1319"/>
                </a:lnTo>
                <a:lnTo>
                  <a:pt x="0" y="1317"/>
                </a:lnTo>
                <a:lnTo>
                  <a:pt x="0" y="1252"/>
                </a:lnTo>
                <a:lnTo>
                  <a:pt x="0" y="1250"/>
                </a:lnTo>
                <a:lnTo>
                  <a:pt x="2" y="1250"/>
                </a:lnTo>
                <a:lnTo>
                  <a:pt x="3" y="1250"/>
                </a:lnTo>
                <a:lnTo>
                  <a:pt x="3" y="1252"/>
                </a:lnTo>
                <a:close/>
                <a:moveTo>
                  <a:pt x="3" y="1356"/>
                </a:moveTo>
                <a:lnTo>
                  <a:pt x="3" y="1421"/>
                </a:lnTo>
                <a:lnTo>
                  <a:pt x="2" y="1423"/>
                </a:lnTo>
                <a:lnTo>
                  <a:pt x="0" y="1422"/>
                </a:lnTo>
                <a:lnTo>
                  <a:pt x="0" y="1421"/>
                </a:lnTo>
                <a:lnTo>
                  <a:pt x="0" y="1356"/>
                </a:lnTo>
                <a:lnTo>
                  <a:pt x="0" y="1354"/>
                </a:lnTo>
                <a:lnTo>
                  <a:pt x="2" y="1354"/>
                </a:lnTo>
                <a:lnTo>
                  <a:pt x="3" y="1354"/>
                </a:lnTo>
                <a:lnTo>
                  <a:pt x="3" y="1356"/>
                </a:lnTo>
                <a:close/>
                <a:moveTo>
                  <a:pt x="3" y="1459"/>
                </a:moveTo>
                <a:lnTo>
                  <a:pt x="3" y="1525"/>
                </a:lnTo>
                <a:lnTo>
                  <a:pt x="3" y="1526"/>
                </a:lnTo>
                <a:lnTo>
                  <a:pt x="2" y="1527"/>
                </a:lnTo>
                <a:lnTo>
                  <a:pt x="0" y="1526"/>
                </a:lnTo>
                <a:lnTo>
                  <a:pt x="0" y="1525"/>
                </a:lnTo>
                <a:lnTo>
                  <a:pt x="0" y="1459"/>
                </a:lnTo>
                <a:lnTo>
                  <a:pt x="0" y="1458"/>
                </a:lnTo>
                <a:lnTo>
                  <a:pt x="2" y="1458"/>
                </a:lnTo>
                <a:lnTo>
                  <a:pt x="3" y="1459"/>
                </a:lnTo>
                <a:close/>
                <a:moveTo>
                  <a:pt x="3" y="1564"/>
                </a:moveTo>
                <a:lnTo>
                  <a:pt x="3" y="1629"/>
                </a:lnTo>
                <a:lnTo>
                  <a:pt x="3" y="1631"/>
                </a:lnTo>
                <a:lnTo>
                  <a:pt x="2" y="1632"/>
                </a:lnTo>
                <a:lnTo>
                  <a:pt x="0" y="1631"/>
                </a:lnTo>
                <a:lnTo>
                  <a:pt x="0" y="1629"/>
                </a:lnTo>
                <a:lnTo>
                  <a:pt x="0" y="1564"/>
                </a:lnTo>
                <a:lnTo>
                  <a:pt x="0" y="1563"/>
                </a:lnTo>
                <a:lnTo>
                  <a:pt x="2" y="1561"/>
                </a:lnTo>
                <a:lnTo>
                  <a:pt x="3" y="1563"/>
                </a:lnTo>
                <a:lnTo>
                  <a:pt x="3" y="1564"/>
                </a:lnTo>
                <a:close/>
                <a:moveTo>
                  <a:pt x="3" y="1668"/>
                </a:moveTo>
                <a:lnTo>
                  <a:pt x="3" y="1734"/>
                </a:lnTo>
                <a:lnTo>
                  <a:pt x="3" y="1735"/>
                </a:lnTo>
                <a:lnTo>
                  <a:pt x="2" y="1736"/>
                </a:lnTo>
                <a:lnTo>
                  <a:pt x="0" y="1735"/>
                </a:lnTo>
                <a:lnTo>
                  <a:pt x="0" y="1734"/>
                </a:lnTo>
                <a:lnTo>
                  <a:pt x="0" y="1668"/>
                </a:lnTo>
                <a:lnTo>
                  <a:pt x="0" y="1667"/>
                </a:lnTo>
                <a:lnTo>
                  <a:pt x="2" y="1666"/>
                </a:lnTo>
                <a:lnTo>
                  <a:pt x="3" y="1667"/>
                </a:lnTo>
                <a:lnTo>
                  <a:pt x="3" y="1668"/>
                </a:lnTo>
                <a:close/>
                <a:moveTo>
                  <a:pt x="3" y="1772"/>
                </a:moveTo>
                <a:lnTo>
                  <a:pt x="3" y="1838"/>
                </a:lnTo>
                <a:lnTo>
                  <a:pt x="3" y="1839"/>
                </a:lnTo>
                <a:lnTo>
                  <a:pt x="2" y="1840"/>
                </a:lnTo>
                <a:lnTo>
                  <a:pt x="0" y="1839"/>
                </a:lnTo>
                <a:lnTo>
                  <a:pt x="0" y="1838"/>
                </a:lnTo>
                <a:lnTo>
                  <a:pt x="0" y="1772"/>
                </a:lnTo>
                <a:lnTo>
                  <a:pt x="0" y="1771"/>
                </a:lnTo>
                <a:lnTo>
                  <a:pt x="2" y="1770"/>
                </a:lnTo>
                <a:lnTo>
                  <a:pt x="3" y="1771"/>
                </a:lnTo>
                <a:lnTo>
                  <a:pt x="3" y="1772"/>
                </a:lnTo>
                <a:close/>
                <a:moveTo>
                  <a:pt x="3" y="1877"/>
                </a:moveTo>
                <a:lnTo>
                  <a:pt x="3" y="1942"/>
                </a:lnTo>
                <a:lnTo>
                  <a:pt x="2" y="1943"/>
                </a:lnTo>
                <a:lnTo>
                  <a:pt x="0" y="1943"/>
                </a:lnTo>
                <a:lnTo>
                  <a:pt x="0" y="1942"/>
                </a:lnTo>
                <a:lnTo>
                  <a:pt x="0" y="1877"/>
                </a:lnTo>
                <a:lnTo>
                  <a:pt x="0" y="1875"/>
                </a:lnTo>
                <a:lnTo>
                  <a:pt x="2" y="1874"/>
                </a:lnTo>
                <a:lnTo>
                  <a:pt x="3" y="1877"/>
                </a:lnTo>
                <a:close/>
                <a:moveTo>
                  <a:pt x="3" y="1981"/>
                </a:moveTo>
                <a:lnTo>
                  <a:pt x="3" y="2045"/>
                </a:lnTo>
                <a:lnTo>
                  <a:pt x="3" y="2048"/>
                </a:lnTo>
                <a:lnTo>
                  <a:pt x="2" y="2048"/>
                </a:lnTo>
                <a:lnTo>
                  <a:pt x="0" y="2048"/>
                </a:lnTo>
                <a:lnTo>
                  <a:pt x="0" y="2045"/>
                </a:lnTo>
                <a:lnTo>
                  <a:pt x="0" y="1981"/>
                </a:lnTo>
                <a:lnTo>
                  <a:pt x="0" y="1980"/>
                </a:lnTo>
                <a:lnTo>
                  <a:pt x="2" y="1978"/>
                </a:lnTo>
                <a:lnTo>
                  <a:pt x="3" y="1981"/>
                </a:lnTo>
                <a:close/>
                <a:moveTo>
                  <a:pt x="3" y="2085"/>
                </a:moveTo>
                <a:lnTo>
                  <a:pt x="3" y="2149"/>
                </a:lnTo>
                <a:lnTo>
                  <a:pt x="3" y="2152"/>
                </a:lnTo>
                <a:lnTo>
                  <a:pt x="2" y="2152"/>
                </a:lnTo>
                <a:lnTo>
                  <a:pt x="0" y="2152"/>
                </a:lnTo>
                <a:lnTo>
                  <a:pt x="0" y="2149"/>
                </a:lnTo>
                <a:lnTo>
                  <a:pt x="0" y="2085"/>
                </a:lnTo>
                <a:lnTo>
                  <a:pt x="0" y="2083"/>
                </a:lnTo>
                <a:lnTo>
                  <a:pt x="2" y="2083"/>
                </a:lnTo>
                <a:lnTo>
                  <a:pt x="3" y="2083"/>
                </a:lnTo>
                <a:lnTo>
                  <a:pt x="3" y="2085"/>
                </a:lnTo>
                <a:close/>
                <a:moveTo>
                  <a:pt x="3" y="2189"/>
                </a:moveTo>
                <a:lnTo>
                  <a:pt x="3" y="2254"/>
                </a:lnTo>
                <a:lnTo>
                  <a:pt x="3" y="2256"/>
                </a:lnTo>
                <a:lnTo>
                  <a:pt x="2" y="2256"/>
                </a:lnTo>
                <a:lnTo>
                  <a:pt x="0" y="2256"/>
                </a:lnTo>
                <a:lnTo>
                  <a:pt x="0" y="2254"/>
                </a:lnTo>
                <a:lnTo>
                  <a:pt x="0" y="2189"/>
                </a:lnTo>
                <a:lnTo>
                  <a:pt x="0" y="2187"/>
                </a:lnTo>
                <a:lnTo>
                  <a:pt x="2" y="2187"/>
                </a:lnTo>
                <a:lnTo>
                  <a:pt x="3" y="2187"/>
                </a:lnTo>
                <a:lnTo>
                  <a:pt x="3" y="2189"/>
                </a:lnTo>
                <a:close/>
                <a:moveTo>
                  <a:pt x="3" y="2294"/>
                </a:moveTo>
                <a:lnTo>
                  <a:pt x="3" y="2358"/>
                </a:lnTo>
                <a:lnTo>
                  <a:pt x="2" y="2360"/>
                </a:lnTo>
                <a:lnTo>
                  <a:pt x="0" y="2359"/>
                </a:lnTo>
                <a:lnTo>
                  <a:pt x="0" y="2358"/>
                </a:lnTo>
                <a:lnTo>
                  <a:pt x="0" y="2294"/>
                </a:lnTo>
                <a:lnTo>
                  <a:pt x="0" y="2291"/>
                </a:lnTo>
                <a:lnTo>
                  <a:pt x="2" y="2291"/>
                </a:lnTo>
                <a:lnTo>
                  <a:pt x="3" y="2291"/>
                </a:lnTo>
                <a:lnTo>
                  <a:pt x="3" y="2294"/>
                </a:lnTo>
                <a:close/>
                <a:moveTo>
                  <a:pt x="3" y="2397"/>
                </a:moveTo>
                <a:lnTo>
                  <a:pt x="3" y="2462"/>
                </a:lnTo>
                <a:lnTo>
                  <a:pt x="2" y="2465"/>
                </a:lnTo>
                <a:lnTo>
                  <a:pt x="0" y="2463"/>
                </a:lnTo>
                <a:lnTo>
                  <a:pt x="0" y="2462"/>
                </a:lnTo>
                <a:lnTo>
                  <a:pt x="0" y="2397"/>
                </a:lnTo>
                <a:lnTo>
                  <a:pt x="0" y="2395"/>
                </a:lnTo>
                <a:lnTo>
                  <a:pt x="2" y="2395"/>
                </a:lnTo>
                <a:lnTo>
                  <a:pt x="3" y="2397"/>
                </a:lnTo>
                <a:close/>
                <a:moveTo>
                  <a:pt x="3" y="2501"/>
                </a:moveTo>
                <a:lnTo>
                  <a:pt x="3" y="2567"/>
                </a:lnTo>
                <a:lnTo>
                  <a:pt x="3" y="2568"/>
                </a:lnTo>
                <a:lnTo>
                  <a:pt x="2" y="2569"/>
                </a:lnTo>
                <a:lnTo>
                  <a:pt x="0" y="2568"/>
                </a:lnTo>
                <a:lnTo>
                  <a:pt x="0" y="2567"/>
                </a:lnTo>
                <a:lnTo>
                  <a:pt x="0" y="2501"/>
                </a:lnTo>
                <a:lnTo>
                  <a:pt x="0" y="2500"/>
                </a:lnTo>
                <a:lnTo>
                  <a:pt x="2" y="2499"/>
                </a:lnTo>
                <a:lnTo>
                  <a:pt x="3" y="2500"/>
                </a:lnTo>
                <a:lnTo>
                  <a:pt x="3" y="2501"/>
                </a:lnTo>
                <a:close/>
                <a:moveTo>
                  <a:pt x="3" y="2605"/>
                </a:moveTo>
                <a:lnTo>
                  <a:pt x="3" y="2671"/>
                </a:lnTo>
                <a:lnTo>
                  <a:pt x="3" y="2672"/>
                </a:lnTo>
                <a:lnTo>
                  <a:pt x="2" y="2673"/>
                </a:lnTo>
                <a:lnTo>
                  <a:pt x="0" y="2672"/>
                </a:lnTo>
                <a:lnTo>
                  <a:pt x="0" y="2671"/>
                </a:lnTo>
                <a:lnTo>
                  <a:pt x="0" y="2605"/>
                </a:lnTo>
                <a:lnTo>
                  <a:pt x="0" y="2604"/>
                </a:lnTo>
                <a:lnTo>
                  <a:pt x="2" y="2603"/>
                </a:lnTo>
                <a:lnTo>
                  <a:pt x="3" y="2604"/>
                </a:lnTo>
                <a:lnTo>
                  <a:pt x="3" y="2605"/>
                </a:lnTo>
                <a:close/>
                <a:moveTo>
                  <a:pt x="3" y="2709"/>
                </a:moveTo>
                <a:lnTo>
                  <a:pt x="3" y="2769"/>
                </a:lnTo>
                <a:lnTo>
                  <a:pt x="3" y="2772"/>
                </a:lnTo>
                <a:lnTo>
                  <a:pt x="2" y="2772"/>
                </a:lnTo>
                <a:lnTo>
                  <a:pt x="0" y="2772"/>
                </a:lnTo>
                <a:lnTo>
                  <a:pt x="0" y="2769"/>
                </a:lnTo>
                <a:lnTo>
                  <a:pt x="0" y="2709"/>
                </a:lnTo>
                <a:lnTo>
                  <a:pt x="0" y="2708"/>
                </a:lnTo>
                <a:lnTo>
                  <a:pt x="2" y="2707"/>
                </a:lnTo>
                <a:lnTo>
                  <a:pt x="3" y="2708"/>
                </a:lnTo>
                <a:lnTo>
                  <a:pt x="3" y="2709"/>
                </a:lnTo>
                <a:close/>
              </a:path>
            </a:pathLst>
          </a:custGeom>
          <a:solidFill>
            <a:srgbClr val="000000"/>
          </a:solidFill>
          <a:ln w="0">
            <a:solidFill>
              <a:srgbClr val="000000"/>
            </a:solidFill>
            <a:prstDash val="solid"/>
            <a:round/>
            <a:headEnd/>
            <a:tailEnd/>
          </a:ln>
        </p:spPr>
        <p:txBody>
          <a:bodyPr lIns="71904" tIns="35953" rIns="71904" bIns="35953"/>
          <a:lstStyle/>
          <a:p>
            <a:endParaRPr lang="ko-KR" altLang="en-US"/>
          </a:p>
        </p:txBody>
      </p:sp>
      <p:grpSp>
        <p:nvGrpSpPr>
          <p:cNvPr id="337" name="그룹 336"/>
          <p:cNvGrpSpPr/>
          <p:nvPr/>
        </p:nvGrpSpPr>
        <p:grpSpPr>
          <a:xfrm rot="5400000">
            <a:off x="2418496" y="4411024"/>
            <a:ext cx="671021" cy="220793"/>
            <a:chOff x="1793875" y="7011988"/>
            <a:chExt cx="893763" cy="271462"/>
          </a:xfrm>
        </p:grpSpPr>
        <p:sp>
          <p:nvSpPr>
            <p:cNvPr id="338" name="Rectangle 43"/>
            <p:cNvSpPr>
              <a:spLocks noChangeArrowheads="1"/>
            </p:cNvSpPr>
            <p:nvPr/>
          </p:nvSpPr>
          <p:spPr bwMode="auto">
            <a:xfrm>
              <a:off x="1997075" y="7011988"/>
              <a:ext cx="487363" cy="271462"/>
            </a:xfrm>
            <a:prstGeom prst="rect">
              <a:avLst/>
            </a:prstGeom>
            <a:solidFill>
              <a:srgbClr val="FDEF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39" name="Rectangle 44"/>
            <p:cNvSpPr>
              <a:spLocks noChangeArrowheads="1"/>
            </p:cNvSpPr>
            <p:nvPr/>
          </p:nvSpPr>
          <p:spPr bwMode="auto">
            <a:xfrm>
              <a:off x="1997075" y="7011988"/>
              <a:ext cx="487363" cy="271462"/>
            </a:xfrm>
            <a:prstGeom prst="rect">
              <a:avLst/>
            </a:prstGeom>
            <a:noFill/>
            <a:ln w="63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40" name="Rectangle 45"/>
            <p:cNvSpPr>
              <a:spLocks noChangeArrowheads="1"/>
            </p:cNvSpPr>
            <p:nvPr/>
          </p:nvSpPr>
          <p:spPr bwMode="auto">
            <a:xfrm>
              <a:off x="2047529" y="7085467"/>
              <a:ext cx="386456" cy="13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700" b="1" dirty="0">
                  <a:solidFill>
                    <a:srgbClr val="000000"/>
                  </a:solidFill>
                  <a:latin typeface="돋움" pitchFamily="50" charset="-127"/>
                  <a:ea typeface="돋움" pitchFamily="50" charset="-127"/>
                </a:rPr>
                <a:t>Repeat</a:t>
              </a:r>
              <a:endParaRPr lang="en-US" altLang="ko-KR" dirty="0"/>
            </a:p>
          </p:txBody>
        </p:sp>
        <p:sp>
          <p:nvSpPr>
            <p:cNvPr id="341" name="Rectangle 46"/>
            <p:cNvSpPr>
              <a:spLocks noChangeArrowheads="1"/>
            </p:cNvSpPr>
            <p:nvPr/>
          </p:nvSpPr>
          <p:spPr bwMode="auto">
            <a:xfrm>
              <a:off x="2484438" y="7011988"/>
              <a:ext cx="203200" cy="271462"/>
            </a:xfrm>
            <a:prstGeom prst="rect">
              <a:avLst/>
            </a:prstGeom>
            <a:solidFill>
              <a:srgbClr val="BFB1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42" name="Rectangle 47"/>
            <p:cNvSpPr>
              <a:spLocks noChangeArrowheads="1"/>
            </p:cNvSpPr>
            <p:nvPr/>
          </p:nvSpPr>
          <p:spPr bwMode="auto">
            <a:xfrm>
              <a:off x="2484438" y="7011988"/>
              <a:ext cx="203200" cy="271462"/>
            </a:xfrm>
            <a:prstGeom prst="rect">
              <a:avLst/>
            </a:prstGeom>
            <a:noFill/>
            <a:ln w="63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43" name="Rectangle 48"/>
            <p:cNvSpPr>
              <a:spLocks noChangeArrowheads="1"/>
            </p:cNvSpPr>
            <p:nvPr/>
          </p:nvSpPr>
          <p:spPr bwMode="auto">
            <a:xfrm>
              <a:off x="2539036" y="7098897"/>
              <a:ext cx="100351" cy="1135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600" b="1">
                  <a:solidFill>
                    <a:srgbClr val="000000"/>
                  </a:solidFill>
                  <a:latin typeface="돋움" pitchFamily="50" charset="-127"/>
                  <a:ea typeface="돋움" pitchFamily="50" charset="-127"/>
                </a:rPr>
                <a:t>Rt</a:t>
              </a:r>
              <a:endParaRPr lang="en-US" altLang="ko-KR"/>
            </a:p>
          </p:txBody>
        </p:sp>
        <p:sp>
          <p:nvSpPr>
            <p:cNvPr id="344" name="Rectangle 49"/>
            <p:cNvSpPr>
              <a:spLocks noChangeArrowheads="1"/>
            </p:cNvSpPr>
            <p:nvPr/>
          </p:nvSpPr>
          <p:spPr bwMode="auto">
            <a:xfrm>
              <a:off x="1793875" y="7011988"/>
              <a:ext cx="203200" cy="271462"/>
            </a:xfrm>
            <a:prstGeom prst="rect">
              <a:avLst/>
            </a:prstGeom>
            <a:solidFill>
              <a:srgbClr val="BFB1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45" name="Rectangle 50"/>
            <p:cNvSpPr>
              <a:spLocks noChangeArrowheads="1"/>
            </p:cNvSpPr>
            <p:nvPr/>
          </p:nvSpPr>
          <p:spPr bwMode="auto">
            <a:xfrm>
              <a:off x="1793875" y="7011988"/>
              <a:ext cx="203200" cy="271462"/>
            </a:xfrm>
            <a:prstGeom prst="rect">
              <a:avLst/>
            </a:prstGeom>
            <a:noFill/>
            <a:ln w="63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46" name="Rectangle 51"/>
            <p:cNvSpPr>
              <a:spLocks noChangeArrowheads="1"/>
            </p:cNvSpPr>
            <p:nvPr/>
          </p:nvSpPr>
          <p:spPr bwMode="auto">
            <a:xfrm>
              <a:off x="1848476" y="7098897"/>
              <a:ext cx="100351" cy="1135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600" b="1">
                  <a:solidFill>
                    <a:srgbClr val="000000"/>
                  </a:solidFill>
                  <a:latin typeface="돋움" pitchFamily="50" charset="-127"/>
                  <a:ea typeface="돋움" pitchFamily="50" charset="-127"/>
                </a:rPr>
                <a:t>Rt</a:t>
              </a:r>
              <a:endParaRPr lang="en-US" altLang="ko-KR"/>
            </a:p>
          </p:txBody>
        </p:sp>
      </p:grpSp>
      <p:grpSp>
        <p:nvGrpSpPr>
          <p:cNvPr id="347" name="그룹 346"/>
          <p:cNvGrpSpPr/>
          <p:nvPr/>
        </p:nvGrpSpPr>
        <p:grpSpPr>
          <a:xfrm rot="5400000">
            <a:off x="6824234" y="4411025"/>
            <a:ext cx="671021" cy="220793"/>
            <a:chOff x="1793875" y="7011988"/>
            <a:chExt cx="893763" cy="271462"/>
          </a:xfrm>
        </p:grpSpPr>
        <p:sp>
          <p:nvSpPr>
            <p:cNvPr id="348" name="Rectangle 43"/>
            <p:cNvSpPr>
              <a:spLocks noChangeArrowheads="1"/>
            </p:cNvSpPr>
            <p:nvPr/>
          </p:nvSpPr>
          <p:spPr bwMode="auto">
            <a:xfrm>
              <a:off x="1997075" y="7011988"/>
              <a:ext cx="487363" cy="271462"/>
            </a:xfrm>
            <a:prstGeom prst="rect">
              <a:avLst/>
            </a:prstGeom>
            <a:solidFill>
              <a:srgbClr val="FDEF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49" name="Rectangle 44"/>
            <p:cNvSpPr>
              <a:spLocks noChangeArrowheads="1"/>
            </p:cNvSpPr>
            <p:nvPr/>
          </p:nvSpPr>
          <p:spPr bwMode="auto">
            <a:xfrm>
              <a:off x="1997075" y="7011988"/>
              <a:ext cx="487363" cy="271462"/>
            </a:xfrm>
            <a:prstGeom prst="rect">
              <a:avLst/>
            </a:prstGeom>
            <a:noFill/>
            <a:ln w="63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50" name="Rectangle 45"/>
            <p:cNvSpPr>
              <a:spLocks noChangeArrowheads="1"/>
            </p:cNvSpPr>
            <p:nvPr/>
          </p:nvSpPr>
          <p:spPr bwMode="auto">
            <a:xfrm>
              <a:off x="2047529" y="7085467"/>
              <a:ext cx="386456" cy="13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700" b="1" dirty="0">
                  <a:solidFill>
                    <a:srgbClr val="000000"/>
                  </a:solidFill>
                  <a:latin typeface="돋움" pitchFamily="50" charset="-127"/>
                  <a:ea typeface="돋움" pitchFamily="50" charset="-127"/>
                </a:rPr>
                <a:t>Repeat</a:t>
              </a:r>
              <a:endParaRPr lang="en-US" altLang="ko-KR" dirty="0"/>
            </a:p>
          </p:txBody>
        </p:sp>
        <p:sp>
          <p:nvSpPr>
            <p:cNvPr id="351" name="Rectangle 46"/>
            <p:cNvSpPr>
              <a:spLocks noChangeArrowheads="1"/>
            </p:cNvSpPr>
            <p:nvPr/>
          </p:nvSpPr>
          <p:spPr bwMode="auto">
            <a:xfrm>
              <a:off x="2484438" y="7011988"/>
              <a:ext cx="203200" cy="271462"/>
            </a:xfrm>
            <a:prstGeom prst="rect">
              <a:avLst/>
            </a:prstGeom>
            <a:solidFill>
              <a:srgbClr val="BFB1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52" name="Rectangle 47"/>
            <p:cNvSpPr>
              <a:spLocks noChangeArrowheads="1"/>
            </p:cNvSpPr>
            <p:nvPr/>
          </p:nvSpPr>
          <p:spPr bwMode="auto">
            <a:xfrm>
              <a:off x="2484438" y="7011988"/>
              <a:ext cx="203200" cy="271462"/>
            </a:xfrm>
            <a:prstGeom prst="rect">
              <a:avLst/>
            </a:prstGeom>
            <a:noFill/>
            <a:ln w="63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53" name="Rectangle 48"/>
            <p:cNvSpPr>
              <a:spLocks noChangeArrowheads="1"/>
            </p:cNvSpPr>
            <p:nvPr/>
          </p:nvSpPr>
          <p:spPr bwMode="auto">
            <a:xfrm>
              <a:off x="2539036" y="7098897"/>
              <a:ext cx="100351" cy="1135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600" b="1">
                  <a:solidFill>
                    <a:srgbClr val="000000"/>
                  </a:solidFill>
                  <a:latin typeface="돋움" pitchFamily="50" charset="-127"/>
                  <a:ea typeface="돋움" pitchFamily="50" charset="-127"/>
                </a:rPr>
                <a:t>Rt</a:t>
              </a:r>
              <a:endParaRPr lang="en-US" altLang="ko-KR"/>
            </a:p>
          </p:txBody>
        </p:sp>
        <p:sp>
          <p:nvSpPr>
            <p:cNvPr id="354" name="Rectangle 49"/>
            <p:cNvSpPr>
              <a:spLocks noChangeArrowheads="1"/>
            </p:cNvSpPr>
            <p:nvPr/>
          </p:nvSpPr>
          <p:spPr bwMode="auto">
            <a:xfrm>
              <a:off x="1793875" y="7011988"/>
              <a:ext cx="203200" cy="271462"/>
            </a:xfrm>
            <a:prstGeom prst="rect">
              <a:avLst/>
            </a:prstGeom>
            <a:solidFill>
              <a:srgbClr val="BFB1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55" name="Rectangle 50"/>
            <p:cNvSpPr>
              <a:spLocks noChangeArrowheads="1"/>
            </p:cNvSpPr>
            <p:nvPr/>
          </p:nvSpPr>
          <p:spPr bwMode="auto">
            <a:xfrm>
              <a:off x="1793875" y="7011988"/>
              <a:ext cx="203200" cy="271462"/>
            </a:xfrm>
            <a:prstGeom prst="rect">
              <a:avLst/>
            </a:prstGeom>
            <a:noFill/>
            <a:ln w="63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56" name="Rectangle 51"/>
            <p:cNvSpPr>
              <a:spLocks noChangeArrowheads="1"/>
            </p:cNvSpPr>
            <p:nvPr/>
          </p:nvSpPr>
          <p:spPr bwMode="auto">
            <a:xfrm>
              <a:off x="1848476" y="7098897"/>
              <a:ext cx="100351" cy="1135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ko-KR" sz="600" b="1">
                  <a:solidFill>
                    <a:srgbClr val="000000"/>
                  </a:solidFill>
                  <a:latin typeface="돋움" pitchFamily="50" charset="-127"/>
                  <a:ea typeface="돋움" pitchFamily="50" charset="-127"/>
                </a:rPr>
                <a:t>Rt</a:t>
              </a:r>
              <a:endParaRPr lang="en-US" altLang="ko-KR"/>
            </a:p>
          </p:txBody>
        </p:sp>
      </p:grpSp>
    </p:spTree>
    <p:extLst>
      <p:ext uri="{BB962C8B-B14F-4D97-AF65-F5344CB8AC3E}">
        <p14:creationId xmlns:p14="http://schemas.microsoft.com/office/powerpoint/2010/main" val="2495948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Line 220"/>
          <p:cNvSpPr>
            <a:spLocks noChangeShapeType="1"/>
          </p:cNvSpPr>
          <p:nvPr/>
        </p:nvSpPr>
        <p:spPr bwMode="auto">
          <a:xfrm>
            <a:off x="7204835" y="2725799"/>
            <a:ext cx="841855" cy="0"/>
          </a:xfrm>
          <a:prstGeom prst="line">
            <a:avLst/>
          </a:prstGeom>
          <a:noFill/>
          <a:ln w="15875">
            <a:solidFill>
              <a:srgbClr val="009900"/>
            </a:solidFill>
            <a:round/>
            <a:headEnd/>
            <a:tailEnd type="triangle" w="med" len="med"/>
          </a:ln>
        </p:spPr>
        <p:txBody>
          <a:bodyPr lIns="79807" tIns="39904" rIns="79807" bIns="39904"/>
          <a:lstStyle/>
          <a:p>
            <a:endParaRPr lang="ko-KR" altLang="en-US"/>
          </a:p>
        </p:txBody>
      </p:sp>
      <p:sp>
        <p:nvSpPr>
          <p:cNvPr id="8195" name="직사각형 109"/>
          <p:cNvSpPr>
            <a:spLocks noChangeArrowheads="1"/>
          </p:cNvSpPr>
          <p:nvPr/>
        </p:nvSpPr>
        <p:spPr bwMode="auto">
          <a:xfrm>
            <a:off x="2726992" y="401660"/>
            <a:ext cx="4770944" cy="457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1904" tIns="35953" rIns="71904" bIns="35953">
            <a:spAutoFit/>
          </a:bodyPr>
          <a:lstStyle/>
          <a:p>
            <a:r>
              <a:rPr lang="en-US" altLang="ja-JP" sz="2500">
                <a:latin typeface="Arial" charset="0"/>
              </a:rPr>
              <a:t>Ether net VoIP </a:t>
            </a:r>
            <a:r>
              <a:rPr lang="en-US" altLang="ko-KR" sz="2500">
                <a:latin typeface="Arial" charset="0"/>
                <a:cs typeface="Arial" charset="0"/>
              </a:rPr>
              <a:t>Block Diagram </a:t>
            </a:r>
            <a:endParaRPr lang="ko-KR" altLang="en-US" sz="2500"/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442879" y="887941"/>
            <a:ext cx="9020244" cy="556840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71904" tIns="35953" rIns="71904" bIns="35953" anchor="ctr"/>
          <a:lstStyle/>
          <a:p>
            <a:endParaRPr lang="en-US" altLang="ko-KR"/>
          </a:p>
        </p:txBody>
      </p:sp>
      <p:sp>
        <p:nvSpPr>
          <p:cNvPr id="136" name="Rectangle 48"/>
          <p:cNvSpPr>
            <a:spLocks noChangeArrowheads="1"/>
          </p:cNvSpPr>
          <p:nvPr/>
        </p:nvSpPr>
        <p:spPr bwMode="auto">
          <a:xfrm>
            <a:off x="1673382" y="1429048"/>
            <a:ext cx="3982026" cy="3784176"/>
          </a:xfrm>
          <a:prstGeom prst="rect">
            <a:avLst/>
          </a:prstGeom>
          <a:solidFill>
            <a:schemeClr val="accent2">
              <a:lumMod val="60000"/>
              <a:lumOff val="40000"/>
              <a:alpha val="48000"/>
            </a:schemeClr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wrap="none" lIns="95770" tIns="47885" rIns="95770" bIns="47885" anchor="ctr"/>
          <a:lstStyle/>
          <a:p>
            <a:pPr>
              <a:defRPr/>
            </a:pPr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42" name="Rectangle 59"/>
          <p:cNvSpPr>
            <a:spLocks noChangeArrowheads="1"/>
          </p:cNvSpPr>
          <p:nvPr/>
        </p:nvSpPr>
        <p:spPr bwMode="auto">
          <a:xfrm>
            <a:off x="1848983" y="1698411"/>
            <a:ext cx="930947" cy="589974"/>
          </a:xfrm>
          <a:prstGeom prst="rect">
            <a:avLst/>
          </a:prstGeom>
          <a:solidFill>
            <a:schemeClr val="hlink">
              <a:alpha val="50000"/>
            </a:schemeClr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lIns="95770" tIns="47885" rIns="95770" bIns="47885" anchor="ctr"/>
          <a:lstStyle/>
          <a:p>
            <a:pPr algn="ctr">
              <a:defRPr/>
            </a:pPr>
            <a:r>
              <a:rPr lang="en-US" altLang="ja-JP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34" charset="0"/>
              </a:rPr>
              <a:t>SPI</a:t>
            </a:r>
          </a:p>
        </p:txBody>
      </p:sp>
      <p:sp>
        <p:nvSpPr>
          <p:cNvPr id="8200" name="Rectangle 61"/>
          <p:cNvSpPr>
            <a:spLocks noChangeArrowheads="1"/>
          </p:cNvSpPr>
          <p:nvPr/>
        </p:nvSpPr>
        <p:spPr bwMode="auto">
          <a:xfrm>
            <a:off x="1848983" y="5591048"/>
            <a:ext cx="878008" cy="541107"/>
          </a:xfrm>
          <a:prstGeom prst="rect">
            <a:avLst/>
          </a:prstGeom>
          <a:solidFill>
            <a:schemeClr val="accent1">
              <a:alpha val="50195"/>
            </a:schemeClr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lIns="95770" tIns="47885" rIns="95770" bIns="47885" anchor="ctr"/>
          <a:lstStyle/>
          <a:p>
            <a:r>
              <a:rPr lang="en-US" altLang="ko-KR" sz="1300" b="1"/>
              <a:t>Ethernet</a:t>
            </a:r>
          </a:p>
          <a:p>
            <a:endParaRPr lang="en-US" altLang="ko-KR" sz="1300" b="1"/>
          </a:p>
        </p:txBody>
      </p:sp>
      <p:sp>
        <p:nvSpPr>
          <p:cNvPr id="144" name="Rectangle 63"/>
          <p:cNvSpPr>
            <a:spLocks noChangeArrowheads="1"/>
          </p:cNvSpPr>
          <p:nvPr/>
        </p:nvSpPr>
        <p:spPr bwMode="auto">
          <a:xfrm>
            <a:off x="8046690" y="2593503"/>
            <a:ext cx="1346710" cy="294391"/>
          </a:xfrm>
          <a:prstGeom prst="rect">
            <a:avLst/>
          </a:prstGeom>
          <a:solidFill>
            <a:schemeClr val="accent1">
              <a:alpha val="50000"/>
            </a:schemeClr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lIns="95770" tIns="47885" rIns="95770" bIns="47885" anchor="ctr"/>
          <a:lstStyle/>
          <a:p>
            <a:pPr algn="ctr">
              <a:defRPr/>
            </a:pPr>
            <a:r>
              <a:rPr lang="en-US" altLang="ja-JP" sz="11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34" charset="0"/>
              </a:rPr>
              <a:t>TO RX AUDIO</a:t>
            </a:r>
          </a:p>
        </p:txBody>
      </p:sp>
      <p:sp>
        <p:nvSpPr>
          <p:cNvPr id="151" name="Rectangle 63"/>
          <p:cNvSpPr>
            <a:spLocks noChangeArrowheads="1"/>
          </p:cNvSpPr>
          <p:nvPr/>
        </p:nvSpPr>
        <p:spPr bwMode="auto">
          <a:xfrm>
            <a:off x="2902592" y="5645872"/>
            <a:ext cx="903832" cy="456484"/>
          </a:xfrm>
          <a:prstGeom prst="rect">
            <a:avLst/>
          </a:prstGeom>
          <a:solidFill>
            <a:schemeClr val="accent1">
              <a:alpha val="50000"/>
            </a:schemeClr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lIns="95770" tIns="47885" rIns="95770" bIns="47885" anchor="ctr"/>
          <a:lstStyle/>
          <a:p>
            <a:pPr algn="ctr">
              <a:defRPr/>
            </a:pPr>
            <a:r>
              <a:rPr lang="en-US" altLang="ja-JP" sz="15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34" charset="0"/>
              </a:rPr>
              <a:t>SDRAM</a:t>
            </a:r>
          </a:p>
        </p:txBody>
      </p:sp>
      <p:sp>
        <p:nvSpPr>
          <p:cNvPr id="8203" name="Rectangle 63"/>
          <p:cNvSpPr>
            <a:spLocks noChangeArrowheads="1"/>
          </p:cNvSpPr>
          <p:nvPr/>
        </p:nvSpPr>
        <p:spPr bwMode="auto">
          <a:xfrm>
            <a:off x="8045399" y="1806870"/>
            <a:ext cx="1348000" cy="324188"/>
          </a:xfrm>
          <a:prstGeom prst="rect">
            <a:avLst/>
          </a:prstGeom>
          <a:solidFill>
            <a:schemeClr val="accent1">
              <a:alpha val="50195"/>
            </a:schemeClr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lIns="95770" tIns="47885" rIns="95770" bIns="47885" anchor="ctr"/>
          <a:lstStyle/>
          <a:p>
            <a:pPr algn="ctr"/>
            <a:r>
              <a:rPr lang="en-US" altLang="ko-KR" sz="1100" b="1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To Recording</a:t>
            </a:r>
          </a:p>
        </p:txBody>
      </p:sp>
      <p:sp>
        <p:nvSpPr>
          <p:cNvPr id="154" name="Rectangle 63"/>
          <p:cNvSpPr>
            <a:spLocks noChangeArrowheads="1"/>
          </p:cNvSpPr>
          <p:nvPr/>
        </p:nvSpPr>
        <p:spPr bwMode="auto">
          <a:xfrm>
            <a:off x="1848985" y="4672117"/>
            <a:ext cx="937403" cy="379014"/>
          </a:xfrm>
          <a:prstGeom prst="rect">
            <a:avLst/>
          </a:prstGeom>
          <a:solidFill>
            <a:srgbClr val="92D050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lIns="95770" tIns="47885" rIns="95770" bIns="47885" anchor="ctr"/>
          <a:lstStyle/>
          <a:p>
            <a:pPr algn="ctr">
              <a:defRPr/>
            </a:pPr>
            <a:r>
              <a:rPr lang="en-US" altLang="ja-JP" b="1" dirty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34" charset="0"/>
              </a:rPr>
              <a:t>RMII</a:t>
            </a:r>
          </a:p>
        </p:txBody>
      </p:sp>
      <p:sp>
        <p:nvSpPr>
          <p:cNvPr id="175" name="Rectangle 159"/>
          <p:cNvSpPr>
            <a:spLocks noChangeArrowheads="1"/>
          </p:cNvSpPr>
          <p:nvPr/>
        </p:nvSpPr>
        <p:spPr bwMode="auto">
          <a:xfrm>
            <a:off x="1029079" y="5753140"/>
            <a:ext cx="351204" cy="21692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79807" tIns="39904" rIns="79807" bIns="39904" anchor="ctr"/>
          <a:lstStyle/>
          <a:p>
            <a:pPr algn="ctr">
              <a:defRPr/>
            </a:pPr>
            <a:r>
              <a:rPr lang="en-US" altLang="ko-KR" sz="900" b="1" dirty="0">
                <a:latin typeface="Arial" charset="0"/>
                <a:ea typeface="굴림" pitchFamily="50" charset="-127"/>
                <a:cs typeface="Arial" charset="0"/>
              </a:rPr>
              <a:t>RJ45</a:t>
            </a:r>
          </a:p>
        </p:txBody>
      </p:sp>
      <p:sp>
        <p:nvSpPr>
          <p:cNvPr id="177" name="Rectangle 63"/>
          <p:cNvSpPr>
            <a:spLocks noChangeArrowheads="1"/>
          </p:cNvSpPr>
          <p:nvPr/>
        </p:nvSpPr>
        <p:spPr bwMode="auto">
          <a:xfrm>
            <a:off x="1848985" y="4077377"/>
            <a:ext cx="937403" cy="379014"/>
          </a:xfrm>
          <a:prstGeom prst="rect">
            <a:avLst/>
          </a:prstGeom>
          <a:solidFill>
            <a:srgbClr val="92D050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lIns="95770" tIns="47885" rIns="95770" bIns="47885" anchor="ctr"/>
          <a:lstStyle/>
          <a:p>
            <a:pPr algn="ctr">
              <a:defRPr/>
            </a:pPr>
            <a:r>
              <a:rPr lang="en-US" altLang="ja-JP" b="1" dirty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34" charset="0"/>
              </a:rPr>
              <a:t>UART</a:t>
            </a:r>
          </a:p>
        </p:txBody>
      </p:sp>
      <p:sp>
        <p:nvSpPr>
          <p:cNvPr id="178" name="Rectangle 56"/>
          <p:cNvSpPr>
            <a:spLocks noChangeArrowheads="1"/>
          </p:cNvSpPr>
          <p:nvPr/>
        </p:nvSpPr>
        <p:spPr bwMode="auto">
          <a:xfrm>
            <a:off x="3137589" y="2618531"/>
            <a:ext cx="1113005" cy="1081023"/>
          </a:xfrm>
          <a:prstGeom prst="rect">
            <a:avLst/>
          </a:prstGeom>
          <a:solidFill>
            <a:schemeClr val="accent1">
              <a:alpha val="50000"/>
            </a:schemeClr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lIns="95770" tIns="47885" rIns="95770" bIns="47885" anchor="ctr"/>
          <a:lstStyle/>
          <a:p>
            <a:pPr algn="ctr">
              <a:defRPr/>
            </a:pPr>
            <a:r>
              <a:rPr lang="en-US" altLang="ja-JP" b="1" dirty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34" charset="0"/>
              </a:rPr>
              <a:t>DSP</a:t>
            </a:r>
          </a:p>
        </p:txBody>
      </p:sp>
      <p:sp>
        <p:nvSpPr>
          <p:cNvPr id="179" name="Rectangle 56"/>
          <p:cNvSpPr>
            <a:spLocks noChangeArrowheads="1"/>
          </p:cNvSpPr>
          <p:nvPr/>
        </p:nvSpPr>
        <p:spPr bwMode="auto">
          <a:xfrm>
            <a:off x="4426197" y="2618531"/>
            <a:ext cx="1113005" cy="1081023"/>
          </a:xfrm>
          <a:prstGeom prst="rect">
            <a:avLst/>
          </a:prstGeom>
          <a:solidFill>
            <a:schemeClr val="accent1">
              <a:alpha val="50000"/>
            </a:schemeClr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lIns="95770" tIns="47885" rIns="95770" bIns="47885" anchor="ctr"/>
          <a:lstStyle/>
          <a:p>
            <a:pPr algn="ctr">
              <a:defRPr/>
            </a:pPr>
            <a:r>
              <a:rPr lang="en-US" altLang="ja-JP" b="1" dirty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34" charset="0"/>
              </a:rPr>
              <a:t>BMP</a:t>
            </a:r>
          </a:p>
        </p:txBody>
      </p:sp>
      <p:sp>
        <p:nvSpPr>
          <p:cNvPr id="180" name="Rectangle 63"/>
          <p:cNvSpPr>
            <a:spLocks noChangeArrowheads="1"/>
          </p:cNvSpPr>
          <p:nvPr/>
        </p:nvSpPr>
        <p:spPr bwMode="auto">
          <a:xfrm>
            <a:off x="2902594" y="4672117"/>
            <a:ext cx="937403" cy="379014"/>
          </a:xfrm>
          <a:prstGeom prst="rect">
            <a:avLst/>
          </a:prstGeom>
          <a:solidFill>
            <a:srgbClr val="92D050"/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lIns="95770" tIns="47885" rIns="95770" bIns="47885" anchor="ctr"/>
          <a:lstStyle/>
          <a:p>
            <a:pPr algn="ctr">
              <a:defRPr/>
            </a:pPr>
            <a:r>
              <a:rPr lang="en-US" altLang="ja-JP" b="1" dirty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34" charset="0"/>
              </a:rPr>
              <a:t>SDI</a:t>
            </a:r>
          </a:p>
        </p:txBody>
      </p:sp>
      <p:sp>
        <p:nvSpPr>
          <p:cNvPr id="185" name="Rectangle 57"/>
          <p:cNvSpPr>
            <a:spLocks noChangeArrowheads="1"/>
          </p:cNvSpPr>
          <p:nvPr/>
        </p:nvSpPr>
        <p:spPr bwMode="auto">
          <a:xfrm>
            <a:off x="4366801" y="4618483"/>
            <a:ext cx="853476" cy="427880"/>
          </a:xfrm>
          <a:prstGeom prst="rect">
            <a:avLst/>
          </a:prstGeom>
          <a:solidFill>
            <a:schemeClr val="accent1">
              <a:alpha val="50000"/>
            </a:schemeClr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lIns="95770" tIns="47885" rIns="95770" bIns="47885" anchor="ctr"/>
          <a:lstStyle/>
          <a:p>
            <a:pPr algn="ctr">
              <a:defRPr/>
            </a:pPr>
            <a:r>
              <a:rPr lang="en-US" altLang="ja-JP" b="1" dirty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34" charset="0"/>
              </a:rPr>
              <a:t>LDO</a:t>
            </a:r>
          </a:p>
        </p:txBody>
      </p:sp>
      <p:sp>
        <p:nvSpPr>
          <p:cNvPr id="8211" name="Line 227"/>
          <p:cNvSpPr>
            <a:spLocks noChangeShapeType="1"/>
          </p:cNvSpPr>
          <p:nvPr/>
        </p:nvSpPr>
        <p:spPr bwMode="auto">
          <a:xfrm flipH="1">
            <a:off x="7823314" y="5861599"/>
            <a:ext cx="526805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</p:spPr>
        <p:txBody>
          <a:bodyPr lIns="95770" tIns="47885" rIns="95770" bIns="47885"/>
          <a:lstStyle/>
          <a:p>
            <a:endParaRPr lang="ko-KR" altLang="en-US"/>
          </a:p>
        </p:txBody>
      </p:sp>
      <p:sp>
        <p:nvSpPr>
          <p:cNvPr id="182" name="Oval 231"/>
          <p:cNvSpPr>
            <a:spLocks noChangeArrowheads="1"/>
          </p:cNvSpPr>
          <p:nvPr/>
        </p:nvSpPr>
        <p:spPr bwMode="auto">
          <a:xfrm>
            <a:off x="8311384" y="5680438"/>
            <a:ext cx="389939" cy="359944"/>
          </a:xfrm>
          <a:prstGeom prst="ellipse">
            <a:avLst/>
          </a:prstGeom>
          <a:solidFill>
            <a:schemeClr val="accent5"/>
          </a:solidFill>
          <a:ln w="9525">
            <a:solidFill>
              <a:srgbClr val="FF0000"/>
            </a:solidFill>
            <a:round/>
            <a:headEnd/>
            <a:tailEnd/>
          </a:ln>
          <a:effectLst/>
        </p:spPr>
        <p:txBody>
          <a:bodyPr wrap="none" lIns="95770" tIns="47885" rIns="95770" bIns="47885" anchor="ctr"/>
          <a:lstStyle/>
          <a:p>
            <a:pPr algn="ctr">
              <a:defRPr/>
            </a:pPr>
            <a:r>
              <a:rPr lang="en-US" altLang="ko-KR" sz="1300" b="1" dirty="0">
                <a:solidFill>
                  <a:srgbClr val="FF0000"/>
                </a:solidFill>
                <a:latin typeface="굴림" pitchFamily="50" charset="-127"/>
                <a:ea typeface="굴림" pitchFamily="50" charset="-127"/>
              </a:rPr>
              <a:t>12V</a:t>
            </a:r>
          </a:p>
        </p:txBody>
      </p:sp>
      <p:sp>
        <p:nvSpPr>
          <p:cNvPr id="8213" name="Line 220"/>
          <p:cNvSpPr>
            <a:spLocks noChangeShapeType="1"/>
          </p:cNvSpPr>
          <p:nvPr/>
        </p:nvSpPr>
        <p:spPr bwMode="auto">
          <a:xfrm>
            <a:off x="7204835" y="1968964"/>
            <a:ext cx="841855" cy="0"/>
          </a:xfrm>
          <a:prstGeom prst="line">
            <a:avLst/>
          </a:prstGeom>
          <a:noFill/>
          <a:ln w="15875">
            <a:solidFill>
              <a:srgbClr val="009900"/>
            </a:solidFill>
            <a:round/>
            <a:headEnd/>
            <a:tailEnd type="triangle" w="med" len="med"/>
          </a:ln>
        </p:spPr>
        <p:txBody>
          <a:bodyPr lIns="79807" tIns="39904" rIns="79807" bIns="39904"/>
          <a:lstStyle/>
          <a:p>
            <a:endParaRPr lang="ko-KR" altLang="en-US"/>
          </a:p>
        </p:txBody>
      </p:sp>
      <p:sp>
        <p:nvSpPr>
          <p:cNvPr id="8214" name="Isosceles Triangle 271"/>
          <p:cNvSpPr>
            <a:spLocks noChangeArrowheads="1"/>
          </p:cNvSpPr>
          <p:nvPr/>
        </p:nvSpPr>
        <p:spPr bwMode="auto">
          <a:xfrm rot="5400000">
            <a:off x="7700451" y="1910365"/>
            <a:ext cx="119186" cy="129119"/>
          </a:xfrm>
          <a:prstGeom prst="triangle">
            <a:avLst>
              <a:gd name="adj" fmla="val 50000"/>
            </a:avLst>
          </a:prstGeom>
          <a:solidFill>
            <a:srgbClr val="0099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79807" tIns="39904" rIns="79807" bIns="39904"/>
          <a:lstStyle/>
          <a:p>
            <a:endParaRPr lang="en-US" altLang="ko-KR"/>
          </a:p>
        </p:txBody>
      </p:sp>
      <p:sp>
        <p:nvSpPr>
          <p:cNvPr id="176" name="Rectangle 48"/>
          <p:cNvSpPr>
            <a:spLocks noChangeArrowheads="1"/>
          </p:cNvSpPr>
          <p:nvPr/>
        </p:nvSpPr>
        <p:spPr bwMode="auto">
          <a:xfrm>
            <a:off x="5996282" y="1429048"/>
            <a:ext cx="1406105" cy="378417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wrap="none" lIns="95770" tIns="47885" rIns="95770" bIns="47885" anchor="ctr"/>
          <a:lstStyle/>
          <a:p>
            <a:pPr>
              <a:defRPr/>
            </a:pPr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140" name="Rectangle 57"/>
          <p:cNvSpPr>
            <a:spLocks noChangeArrowheads="1"/>
          </p:cNvSpPr>
          <p:nvPr/>
        </p:nvSpPr>
        <p:spPr bwMode="auto">
          <a:xfrm>
            <a:off x="6289381" y="4618483"/>
            <a:ext cx="852185" cy="427880"/>
          </a:xfrm>
          <a:prstGeom prst="rect">
            <a:avLst/>
          </a:prstGeom>
          <a:solidFill>
            <a:schemeClr val="accent1">
              <a:alpha val="50000"/>
            </a:schemeClr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lIns="95770" tIns="47885" rIns="95770" bIns="47885" anchor="ctr"/>
          <a:lstStyle/>
          <a:p>
            <a:pPr algn="ctr">
              <a:defRPr/>
            </a:pPr>
            <a:r>
              <a:rPr lang="en-US" altLang="ja-JP" b="1" dirty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34" charset="0"/>
              </a:rPr>
              <a:t>LDO</a:t>
            </a:r>
          </a:p>
        </p:txBody>
      </p:sp>
      <p:sp>
        <p:nvSpPr>
          <p:cNvPr id="8217" name="Rectangle 58"/>
          <p:cNvSpPr>
            <a:spLocks noChangeArrowheads="1"/>
          </p:cNvSpPr>
          <p:nvPr/>
        </p:nvSpPr>
        <p:spPr bwMode="auto">
          <a:xfrm>
            <a:off x="6173174" y="1753236"/>
            <a:ext cx="1053610" cy="432647"/>
          </a:xfrm>
          <a:prstGeom prst="rect">
            <a:avLst/>
          </a:prstGeom>
          <a:solidFill>
            <a:schemeClr val="accent1">
              <a:alpha val="50195"/>
            </a:schemeClr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lIns="95770" tIns="47885" rIns="95770" bIns="47885" anchor="ctr"/>
          <a:lstStyle/>
          <a:p>
            <a:pPr algn="ctr"/>
            <a:r>
              <a:rPr lang="en-US" altLang="ko-KR" sz="1000" b="1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Recording</a:t>
            </a:r>
          </a:p>
          <a:p>
            <a:pPr algn="ctr"/>
            <a:r>
              <a:rPr lang="en-US" altLang="ko-KR" sz="1000" b="1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AUDIO</a:t>
            </a:r>
          </a:p>
        </p:txBody>
      </p:sp>
      <p:sp>
        <p:nvSpPr>
          <p:cNvPr id="191" name="Rectangle 59"/>
          <p:cNvSpPr>
            <a:spLocks noChangeArrowheads="1"/>
          </p:cNvSpPr>
          <p:nvPr/>
        </p:nvSpPr>
        <p:spPr bwMode="auto">
          <a:xfrm>
            <a:off x="1848922" y="2888377"/>
            <a:ext cx="930947" cy="589974"/>
          </a:xfrm>
          <a:prstGeom prst="rect">
            <a:avLst/>
          </a:prstGeom>
          <a:solidFill>
            <a:schemeClr val="hlink">
              <a:alpha val="50000"/>
            </a:schemeClr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lIns="95770" tIns="47885" rIns="95770" bIns="47885" anchor="ctr"/>
          <a:lstStyle/>
          <a:p>
            <a:pPr algn="ctr">
              <a:defRPr/>
            </a:pPr>
            <a:r>
              <a:rPr lang="en-US" altLang="ja-JP" sz="15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Helvetica" pitchFamily="34" charset="0"/>
              </a:rPr>
              <a:t>GPIO</a:t>
            </a:r>
          </a:p>
        </p:txBody>
      </p:sp>
      <p:sp>
        <p:nvSpPr>
          <p:cNvPr id="8219" name="Rectangle 58"/>
          <p:cNvSpPr>
            <a:spLocks noChangeArrowheads="1"/>
          </p:cNvSpPr>
          <p:nvPr/>
        </p:nvSpPr>
        <p:spPr bwMode="auto">
          <a:xfrm>
            <a:off x="6173174" y="2563706"/>
            <a:ext cx="1053610" cy="432647"/>
          </a:xfrm>
          <a:prstGeom prst="rect">
            <a:avLst/>
          </a:prstGeom>
          <a:solidFill>
            <a:schemeClr val="accent1">
              <a:alpha val="50195"/>
            </a:schemeClr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lIns="95770" tIns="47885" rIns="95770" bIns="47885" anchor="ctr"/>
          <a:lstStyle/>
          <a:p>
            <a:pPr algn="ctr"/>
            <a:r>
              <a:rPr lang="en-US" altLang="ko-KR" sz="1000" b="1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RX AMP</a:t>
            </a:r>
          </a:p>
        </p:txBody>
      </p:sp>
      <p:sp>
        <p:nvSpPr>
          <p:cNvPr id="8220" name="Rectangle 58"/>
          <p:cNvSpPr>
            <a:spLocks noChangeArrowheads="1"/>
          </p:cNvSpPr>
          <p:nvPr/>
        </p:nvSpPr>
        <p:spPr bwMode="auto">
          <a:xfrm>
            <a:off x="6173174" y="3104814"/>
            <a:ext cx="1053610" cy="432647"/>
          </a:xfrm>
          <a:prstGeom prst="rect">
            <a:avLst/>
          </a:prstGeom>
          <a:solidFill>
            <a:schemeClr val="accent1">
              <a:alpha val="50195"/>
            </a:schemeClr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lIns="95770" tIns="47885" rIns="95770" bIns="47885" anchor="ctr"/>
          <a:lstStyle/>
          <a:p>
            <a:pPr algn="ctr"/>
            <a:r>
              <a:rPr lang="en-US" altLang="ko-KR" sz="1000" b="1"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  <a:t>TX AMP</a:t>
            </a:r>
          </a:p>
        </p:txBody>
      </p:sp>
      <p:sp>
        <p:nvSpPr>
          <p:cNvPr id="8221" name="Isosceles Triangle 271"/>
          <p:cNvSpPr>
            <a:spLocks noChangeArrowheads="1"/>
          </p:cNvSpPr>
          <p:nvPr/>
        </p:nvSpPr>
        <p:spPr bwMode="auto">
          <a:xfrm rot="5400000">
            <a:off x="7683666" y="2667199"/>
            <a:ext cx="119186" cy="129119"/>
          </a:xfrm>
          <a:prstGeom prst="triangle">
            <a:avLst>
              <a:gd name="adj" fmla="val 50000"/>
            </a:avLst>
          </a:prstGeom>
          <a:solidFill>
            <a:srgbClr val="0099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79807" tIns="39904" rIns="79807" bIns="39904"/>
          <a:lstStyle/>
          <a:p>
            <a:endParaRPr lang="en-US" altLang="ko-KR"/>
          </a:p>
        </p:txBody>
      </p:sp>
      <p:sp>
        <p:nvSpPr>
          <p:cNvPr id="8222" name="Line 220"/>
          <p:cNvSpPr>
            <a:spLocks noChangeShapeType="1"/>
          </p:cNvSpPr>
          <p:nvPr/>
        </p:nvSpPr>
        <p:spPr bwMode="auto">
          <a:xfrm flipH="1">
            <a:off x="7424336" y="3301470"/>
            <a:ext cx="622353" cy="0"/>
          </a:xfrm>
          <a:prstGeom prst="line">
            <a:avLst/>
          </a:prstGeom>
          <a:noFill/>
          <a:ln w="15875">
            <a:solidFill>
              <a:srgbClr val="FFC000"/>
            </a:solidFill>
            <a:round/>
            <a:headEnd/>
            <a:tailEnd type="triangle" w="med" len="med"/>
          </a:ln>
        </p:spPr>
        <p:txBody>
          <a:bodyPr lIns="79807" tIns="39904" rIns="79807" bIns="39904"/>
          <a:lstStyle/>
          <a:p>
            <a:endParaRPr lang="ko-KR" altLang="en-US"/>
          </a:p>
        </p:txBody>
      </p:sp>
      <p:sp>
        <p:nvSpPr>
          <p:cNvPr id="8223" name="Isosceles Triangle 271"/>
          <p:cNvSpPr>
            <a:spLocks noChangeArrowheads="1"/>
          </p:cNvSpPr>
          <p:nvPr/>
        </p:nvSpPr>
        <p:spPr bwMode="auto">
          <a:xfrm rot="-5400000">
            <a:off x="7635099" y="3236217"/>
            <a:ext cx="162094" cy="116207"/>
          </a:xfrm>
          <a:prstGeom prst="triangle">
            <a:avLst>
              <a:gd name="adj" fmla="val 50000"/>
            </a:avLst>
          </a:prstGeom>
          <a:solidFill>
            <a:srgbClr val="FFC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79807" tIns="39904" rIns="79807" bIns="39904"/>
          <a:lstStyle/>
          <a:p>
            <a:endParaRPr lang="en-US" altLang="ko-KR"/>
          </a:p>
        </p:txBody>
      </p:sp>
      <p:sp>
        <p:nvSpPr>
          <p:cNvPr id="190" name="Rectangle 63"/>
          <p:cNvSpPr>
            <a:spLocks noChangeArrowheads="1"/>
          </p:cNvSpPr>
          <p:nvPr/>
        </p:nvSpPr>
        <p:spPr bwMode="auto">
          <a:xfrm>
            <a:off x="8046690" y="3158448"/>
            <a:ext cx="1346710" cy="294391"/>
          </a:xfrm>
          <a:prstGeom prst="rect">
            <a:avLst/>
          </a:prstGeom>
          <a:solidFill>
            <a:schemeClr val="accent1">
              <a:alpha val="50000"/>
            </a:schemeClr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lIns="95770" tIns="47885" rIns="95770" bIns="47885" anchor="ctr"/>
          <a:lstStyle/>
          <a:p>
            <a:pPr algn="ctr">
              <a:defRPr/>
            </a:pPr>
            <a:r>
              <a:rPr lang="en-US" altLang="ja-JP" sz="11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34" charset="0"/>
              </a:rPr>
              <a:t>TO TX AUDIO</a:t>
            </a:r>
          </a:p>
        </p:txBody>
      </p:sp>
      <p:sp>
        <p:nvSpPr>
          <p:cNvPr id="8225" name="Line 208"/>
          <p:cNvSpPr>
            <a:spLocks noChangeShapeType="1"/>
          </p:cNvSpPr>
          <p:nvPr/>
        </p:nvSpPr>
        <p:spPr bwMode="auto">
          <a:xfrm flipH="1" flipV="1">
            <a:off x="6650914" y="5266860"/>
            <a:ext cx="0" cy="649567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</p:spPr>
        <p:txBody>
          <a:bodyPr lIns="79807" tIns="39904" rIns="79807" bIns="39904"/>
          <a:lstStyle/>
          <a:p>
            <a:endParaRPr lang="ko-KR" altLang="en-US"/>
          </a:p>
        </p:txBody>
      </p:sp>
      <p:sp>
        <p:nvSpPr>
          <p:cNvPr id="8226" name="Line 208"/>
          <p:cNvSpPr>
            <a:spLocks noChangeShapeType="1"/>
          </p:cNvSpPr>
          <p:nvPr/>
        </p:nvSpPr>
        <p:spPr bwMode="auto">
          <a:xfrm flipH="1" flipV="1">
            <a:off x="4835502" y="5266860"/>
            <a:ext cx="0" cy="649567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 type="triangle" w="med" len="med"/>
          </a:ln>
        </p:spPr>
        <p:txBody>
          <a:bodyPr lIns="79807" tIns="39904" rIns="79807" bIns="39904"/>
          <a:lstStyle/>
          <a:p>
            <a:endParaRPr lang="ko-KR" altLang="en-US"/>
          </a:p>
        </p:txBody>
      </p:sp>
      <p:cxnSp>
        <p:nvCxnSpPr>
          <p:cNvPr id="8227" name="Straight Arrow Connector 123"/>
          <p:cNvCxnSpPr>
            <a:cxnSpLocks noChangeShapeType="1"/>
          </p:cNvCxnSpPr>
          <p:nvPr/>
        </p:nvCxnSpPr>
        <p:spPr bwMode="auto">
          <a:xfrm rot="10800000">
            <a:off x="4825175" y="5916426"/>
            <a:ext cx="2250541" cy="2384"/>
          </a:xfrm>
          <a:prstGeom prst="straightConnector1">
            <a:avLst/>
          </a:prstGeom>
          <a:noFill/>
          <a:ln w="19050" algn="ctr">
            <a:solidFill>
              <a:srgbClr val="FF0000"/>
            </a:solidFill>
            <a:round/>
            <a:headEnd/>
            <a:tailEnd/>
          </a:ln>
        </p:spPr>
      </p:cxnSp>
      <p:sp>
        <p:nvSpPr>
          <p:cNvPr id="181" name="Rectangle 211"/>
          <p:cNvSpPr>
            <a:spLocks noChangeArrowheads="1"/>
          </p:cNvSpPr>
          <p:nvPr/>
        </p:nvSpPr>
        <p:spPr bwMode="auto">
          <a:xfrm>
            <a:off x="7040854" y="5699506"/>
            <a:ext cx="781169" cy="358752"/>
          </a:xfrm>
          <a:prstGeom prst="rect">
            <a:avLst/>
          </a:prstGeom>
          <a:solidFill>
            <a:schemeClr val="accent5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5770" tIns="47885" rIns="95770" bIns="47885" anchor="ctr"/>
          <a:lstStyle/>
          <a:p>
            <a:pPr algn="ctr">
              <a:defRPr/>
            </a:pPr>
            <a:r>
              <a:rPr lang="en-US" altLang="ko-KR" sz="1200" b="1" dirty="0">
                <a:latin typeface="굴림" pitchFamily="50" charset="-127"/>
                <a:ea typeface="굴림" pitchFamily="50" charset="-127"/>
              </a:rPr>
              <a:t>Regulator</a:t>
            </a:r>
          </a:p>
        </p:txBody>
      </p:sp>
      <p:sp>
        <p:nvSpPr>
          <p:cNvPr id="137" name="Rectangle 54"/>
          <p:cNvSpPr>
            <a:spLocks noChangeArrowheads="1"/>
          </p:cNvSpPr>
          <p:nvPr/>
        </p:nvSpPr>
        <p:spPr bwMode="auto">
          <a:xfrm>
            <a:off x="1848983" y="5916426"/>
            <a:ext cx="351204" cy="215729"/>
          </a:xfrm>
          <a:prstGeom prst="rect">
            <a:avLst/>
          </a:prstGeom>
          <a:solidFill>
            <a:schemeClr val="hlink">
              <a:alpha val="50000"/>
            </a:schemeClr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lIns="95770" tIns="47885" rIns="95770" bIns="47885" anchor="ctr"/>
          <a:lstStyle/>
          <a:p>
            <a:pPr algn="ctr">
              <a:defRPr/>
            </a:pPr>
            <a:r>
              <a:rPr lang="en-US" altLang="ja-JP" sz="10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34" charset="0"/>
              </a:rPr>
              <a:t>Mac</a:t>
            </a:r>
          </a:p>
        </p:txBody>
      </p:sp>
      <p:sp>
        <p:nvSpPr>
          <p:cNvPr id="150" name="Rectangle 63"/>
          <p:cNvSpPr>
            <a:spLocks noChangeArrowheads="1"/>
          </p:cNvSpPr>
          <p:nvPr/>
        </p:nvSpPr>
        <p:spPr bwMode="auto">
          <a:xfrm>
            <a:off x="593947" y="1729399"/>
            <a:ext cx="903832" cy="456484"/>
          </a:xfrm>
          <a:prstGeom prst="rect">
            <a:avLst/>
          </a:prstGeom>
          <a:solidFill>
            <a:schemeClr val="accent1">
              <a:alpha val="50000"/>
            </a:schemeClr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lIns="95770" tIns="47885" rIns="95770" bIns="47885" anchor="ctr"/>
          <a:lstStyle/>
          <a:p>
            <a:pPr algn="ctr">
              <a:defRPr/>
            </a:pPr>
            <a:r>
              <a:rPr lang="en-US" altLang="ja-JP" sz="1500" b="1" dirty="0">
                <a:effectLst>
                  <a:outerShdw blurRad="38100" dist="38100" dir="2700000" algn="tl">
                    <a:srgbClr val="FFFFFF"/>
                  </a:outerShdw>
                </a:effectLst>
                <a:latin typeface="Helvetica" pitchFamily="34" charset="0"/>
              </a:rPr>
              <a:t>FLASH</a:t>
            </a:r>
          </a:p>
        </p:txBody>
      </p:sp>
      <p:sp>
        <p:nvSpPr>
          <p:cNvPr id="8231" name="Line 50"/>
          <p:cNvSpPr>
            <a:spLocks noChangeShapeType="1"/>
          </p:cNvSpPr>
          <p:nvPr/>
        </p:nvSpPr>
        <p:spPr bwMode="auto">
          <a:xfrm>
            <a:off x="1380283" y="5861599"/>
            <a:ext cx="46870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lIns="79807" tIns="39904" rIns="79807" bIns="39904"/>
          <a:lstStyle/>
          <a:p>
            <a:endParaRPr lang="ko-KR" altLang="en-US"/>
          </a:p>
        </p:txBody>
      </p:sp>
      <p:sp>
        <p:nvSpPr>
          <p:cNvPr id="8232" name="Line 50"/>
          <p:cNvSpPr>
            <a:spLocks noChangeShapeType="1"/>
          </p:cNvSpPr>
          <p:nvPr/>
        </p:nvSpPr>
        <p:spPr bwMode="auto">
          <a:xfrm>
            <a:off x="1497779" y="1968964"/>
            <a:ext cx="175601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lIns="79807" tIns="39904" rIns="79807" bIns="39904"/>
          <a:lstStyle/>
          <a:p>
            <a:endParaRPr lang="ko-KR" altLang="en-US"/>
          </a:p>
        </p:txBody>
      </p:sp>
      <p:sp>
        <p:nvSpPr>
          <p:cNvPr id="8233" name="Line 61"/>
          <p:cNvSpPr>
            <a:spLocks noChangeShapeType="1"/>
          </p:cNvSpPr>
          <p:nvPr/>
        </p:nvSpPr>
        <p:spPr bwMode="auto">
          <a:xfrm flipV="1">
            <a:off x="2258291" y="5213225"/>
            <a:ext cx="0" cy="37782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lIns="79807" tIns="39904" rIns="79807" bIns="39904"/>
          <a:lstStyle/>
          <a:p>
            <a:endParaRPr lang="ko-KR" altLang="en-US"/>
          </a:p>
        </p:txBody>
      </p:sp>
      <p:sp>
        <p:nvSpPr>
          <p:cNvPr id="8234" name="Line 61"/>
          <p:cNvSpPr>
            <a:spLocks noChangeShapeType="1"/>
          </p:cNvSpPr>
          <p:nvPr/>
        </p:nvSpPr>
        <p:spPr bwMode="auto">
          <a:xfrm flipV="1">
            <a:off x="3313190" y="5213225"/>
            <a:ext cx="0" cy="43264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lIns="79807" tIns="39904" rIns="79807" bIns="39904"/>
          <a:lstStyle/>
          <a:p>
            <a:endParaRPr lang="ko-KR" altLang="en-US"/>
          </a:p>
        </p:txBody>
      </p:sp>
      <p:sp>
        <p:nvSpPr>
          <p:cNvPr id="8235" name="Line 12"/>
          <p:cNvSpPr>
            <a:spLocks noChangeShapeType="1"/>
          </p:cNvSpPr>
          <p:nvPr/>
        </p:nvSpPr>
        <p:spPr bwMode="auto">
          <a:xfrm>
            <a:off x="560377" y="4294296"/>
            <a:ext cx="111300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</p:spPr>
        <p:txBody>
          <a:bodyPr lIns="79807" tIns="39904" rIns="79807" bIns="39904"/>
          <a:lstStyle/>
          <a:p>
            <a:endParaRPr lang="ko-KR" altLang="en-US"/>
          </a:p>
        </p:txBody>
      </p:sp>
      <p:sp>
        <p:nvSpPr>
          <p:cNvPr id="8236" name="Text Box 96"/>
          <p:cNvSpPr txBox="1">
            <a:spLocks noChangeArrowheads="1"/>
          </p:cNvSpPr>
          <p:nvPr/>
        </p:nvSpPr>
        <p:spPr bwMode="auto">
          <a:xfrm>
            <a:off x="547466" y="4102106"/>
            <a:ext cx="1419016" cy="2036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9807" tIns="39904" rIns="79807" bIns="39904">
            <a:spAutoFit/>
          </a:bodyPr>
          <a:lstStyle/>
          <a:p>
            <a:r>
              <a:rPr lang="en-US" altLang="ko-KR" sz="800" b="1" dirty="0">
                <a:latin typeface="Arial" charset="0"/>
                <a:cs typeface="Arial" charset="0"/>
              </a:rPr>
              <a:t>TO RS-485 Car Line</a:t>
            </a:r>
          </a:p>
        </p:txBody>
      </p:sp>
      <p:sp>
        <p:nvSpPr>
          <p:cNvPr id="8237" name="Line 208"/>
          <p:cNvSpPr>
            <a:spLocks noChangeShapeType="1"/>
          </p:cNvSpPr>
          <p:nvPr/>
        </p:nvSpPr>
        <p:spPr bwMode="auto">
          <a:xfrm>
            <a:off x="5682523" y="3375366"/>
            <a:ext cx="313758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79807" tIns="39904" rIns="79807" bIns="39904"/>
          <a:lstStyle/>
          <a:p>
            <a:endParaRPr lang="ko-KR" altLang="en-US"/>
          </a:p>
        </p:txBody>
      </p:sp>
      <p:sp>
        <p:nvSpPr>
          <p:cNvPr id="8238" name="Line 208"/>
          <p:cNvSpPr>
            <a:spLocks noChangeShapeType="1"/>
          </p:cNvSpPr>
          <p:nvPr/>
        </p:nvSpPr>
        <p:spPr bwMode="auto">
          <a:xfrm flipH="1">
            <a:off x="5655406" y="2834259"/>
            <a:ext cx="351204" cy="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 type="triangle" w="med" len="med"/>
          </a:ln>
        </p:spPr>
        <p:txBody>
          <a:bodyPr lIns="79807" tIns="39904" rIns="79807" bIns="39904"/>
          <a:lstStyle/>
          <a:p>
            <a:endParaRPr lang="ko-KR" altLang="en-US"/>
          </a:p>
        </p:txBody>
      </p:sp>
      <p:sp>
        <p:nvSpPr>
          <p:cNvPr id="8239" name="Rectangle 126"/>
          <p:cNvSpPr>
            <a:spLocks noChangeArrowheads="1"/>
          </p:cNvSpPr>
          <p:nvPr/>
        </p:nvSpPr>
        <p:spPr bwMode="auto">
          <a:xfrm>
            <a:off x="7102831" y="6668494"/>
            <a:ext cx="3004596" cy="1957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1904" tIns="35953" rIns="71904" bIns="35953">
            <a:spAutoFit/>
          </a:bodyPr>
          <a:lstStyle/>
          <a:p>
            <a:r>
              <a:rPr lang="en-US" altLang="ja-JP" sz="800">
                <a:latin typeface="Arial" charset="0"/>
              </a:rPr>
              <a:t>Ether net VoIP Control</a:t>
            </a:r>
            <a:r>
              <a:rPr lang="en-US" altLang="ja-JP" sz="800" b="1"/>
              <a:t> </a:t>
            </a:r>
            <a:r>
              <a:rPr lang="en-US" altLang="ko-KR" sz="800">
                <a:latin typeface="Arial" charset="0"/>
                <a:cs typeface="Arial" charset="0"/>
              </a:rPr>
              <a:t>Block Diagram-R01 - 20110228.ppt</a:t>
            </a:r>
          </a:p>
        </p:txBody>
      </p:sp>
      <p:sp>
        <p:nvSpPr>
          <p:cNvPr id="48" name="Line 12"/>
          <p:cNvSpPr>
            <a:spLocks noChangeShapeType="1"/>
          </p:cNvSpPr>
          <p:nvPr/>
        </p:nvSpPr>
        <p:spPr bwMode="auto">
          <a:xfrm>
            <a:off x="560437" y="3212751"/>
            <a:ext cx="1113005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/>
          </a:ln>
        </p:spPr>
        <p:txBody>
          <a:bodyPr lIns="79807" tIns="39904" rIns="79807" bIns="39904"/>
          <a:lstStyle/>
          <a:p>
            <a:endParaRPr lang="ko-KR" altLang="en-US"/>
          </a:p>
        </p:txBody>
      </p:sp>
      <p:sp>
        <p:nvSpPr>
          <p:cNvPr id="49" name="Text Box 96"/>
          <p:cNvSpPr txBox="1">
            <a:spLocks noChangeArrowheads="1"/>
          </p:cNvSpPr>
          <p:nvPr/>
        </p:nvSpPr>
        <p:spPr bwMode="auto">
          <a:xfrm>
            <a:off x="722744" y="2996502"/>
            <a:ext cx="1419016" cy="2036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9807" tIns="39904" rIns="79807" bIns="39904">
            <a:spAutoFit/>
          </a:bodyPr>
          <a:lstStyle/>
          <a:p>
            <a:r>
              <a:rPr lang="en-US" altLang="ko-KR" sz="800" b="1" dirty="0">
                <a:latin typeface="Arial" charset="0"/>
                <a:cs typeface="Arial" charset="0"/>
              </a:rPr>
              <a:t>TO MCU I/O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" grpId="0" animBg="1"/>
      <p:bldP spid="17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그룹 72"/>
          <p:cNvGrpSpPr/>
          <p:nvPr/>
        </p:nvGrpSpPr>
        <p:grpSpPr>
          <a:xfrm>
            <a:off x="1087544" y="239323"/>
            <a:ext cx="7438074" cy="5162951"/>
            <a:chOff x="1337122" y="318765"/>
            <a:chExt cx="9145016" cy="6876764"/>
          </a:xfrm>
        </p:grpSpPr>
        <p:sp>
          <p:nvSpPr>
            <p:cNvPr id="4" name="직사각형 3"/>
            <p:cNvSpPr/>
            <p:nvPr/>
          </p:nvSpPr>
          <p:spPr>
            <a:xfrm>
              <a:off x="3641378" y="2980424"/>
              <a:ext cx="1152128" cy="252291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>
                  <a:solidFill>
                    <a:schemeClr val="tx1"/>
                  </a:solidFill>
                </a:rPr>
                <a:t>CRA/</a:t>
              </a:r>
            </a:p>
            <a:p>
              <a:pPr algn="ctr"/>
              <a:r>
                <a:rPr lang="en-US" altLang="ko-KR" dirty="0" smtClean="0">
                  <a:solidFill>
                    <a:schemeClr val="tx1"/>
                  </a:solidFill>
                </a:rPr>
                <a:t>CRB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5729610" y="1902941"/>
              <a:ext cx="1152128" cy="54006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>
                  <a:solidFill>
                    <a:schemeClr val="tx1"/>
                  </a:solidFill>
                </a:rPr>
                <a:t>CCP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6" name="직사각형 5"/>
            <p:cNvSpPr/>
            <p:nvPr/>
          </p:nvSpPr>
          <p:spPr>
            <a:xfrm>
              <a:off x="3137322" y="1182861"/>
              <a:ext cx="1152128" cy="54006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>
                  <a:solidFill>
                    <a:schemeClr val="tx1"/>
                  </a:solidFill>
                </a:rPr>
                <a:t>TRIC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5729610" y="3397107"/>
              <a:ext cx="1152128" cy="54006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>
                  <a:solidFill>
                    <a:schemeClr val="tx1"/>
                  </a:solidFill>
                </a:rPr>
                <a:t>FDI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7601818" y="3397107"/>
              <a:ext cx="1152128" cy="54006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S</a:t>
              </a:r>
              <a:r>
                <a:rPr lang="en-US" altLang="ko-KR" dirty="0" smtClean="0">
                  <a:solidFill>
                    <a:schemeClr val="tx1"/>
                  </a:solidFill>
                </a:rPr>
                <a:t>DI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9330010" y="3397107"/>
              <a:ext cx="1152128" cy="54006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>
                  <a:solidFill>
                    <a:schemeClr val="tx1"/>
                  </a:solidFill>
                </a:rPr>
                <a:t>PII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5729610" y="4297207"/>
              <a:ext cx="1152128" cy="54006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>
                  <a:solidFill>
                    <a:schemeClr val="tx1"/>
                  </a:solidFill>
                </a:rPr>
                <a:t>PID1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7601818" y="4297207"/>
              <a:ext cx="1152128" cy="54006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>
                  <a:solidFill>
                    <a:schemeClr val="tx1"/>
                  </a:solidFill>
                </a:rPr>
                <a:t>PID2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3650322" y="6655469"/>
              <a:ext cx="1152128" cy="54006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>
                  <a:solidFill>
                    <a:schemeClr val="tx1"/>
                  </a:solidFill>
                </a:rPr>
                <a:t>DPO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5487537" y="6655469"/>
              <a:ext cx="1152128" cy="54006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C</a:t>
              </a:r>
              <a:r>
                <a:rPr lang="en-US" altLang="ko-KR" dirty="0" smtClean="0">
                  <a:solidFill>
                    <a:schemeClr val="tx1"/>
                  </a:solidFill>
                </a:rPr>
                <a:t>PO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직사각형 13"/>
            <p:cNvSpPr/>
            <p:nvPr/>
          </p:nvSpPr>
          <p:spPr>
            <a:xfrm>
              <a:off x="7241778" y="6655469"/>
              <a:ext cx="1152128" cy="54006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smtClean="0">
                  <a:solidFill>
                    <a:schemeClr val="tx1"/>
                  </a:solidFill>
                </a:rPr>
                <a:t>PEI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16" name="Group 476"/>
            <p:cNvGrpSpPr>
              <a:grpSpLocks/>
            </p:cNvGrpSpPr>
            <p:nvPr/>
          </p:nvGrpSpPr>
          <p:grpSpPr bwMode="auto">
            <a:xfrm rot="16200000">
              <a:off x="1812062" y="5008337"/>
              <a:ext cx="515938" cy="258762"/>
              <a:chOff x="1477" y="3739"/>
              <a:chExt cx="227" cy="91"/>
            </a:xfrm>
          </p:grpSpPr>
          <p:sp>
            <p:nvSpPr>
              <p:cNvPr id="17" name="AutoShape 474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0C0C0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18" name="Rectangle 475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C0C0C0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grpSp>
          <p:nvGrpSpPr>
            <p:cNvPr id="22" name="Group 476"/>
            <p:cNvGrpSpPr>
              <a:grpSpLocks/>
            </p:cNvGrpSpPr>
            <p:nvPr/>
          </p:nvGrpSpPr>
          <p:grpSpPr bwMode="auto">
            <a:xfrm rot="5400000">
              <a:off x="5601022" y="1323510"/>
              <a:ext cx="515938" cy="258762"/>
              <a:chOff x="1477" y="3739"/>
              <a:chExt cx="227" cy="91"/>
            </a:xfrm>
          </p:grpSpPr>
          <p:sp>
            <p:nvSpPr>
              <p:cNvPr id="23" name="AutoShape 474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0C0C0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/>
              </a:p>
            </p:txBody>
          </p:sp>
          <p:sp>
            <p:nvSpPr>
              <p:cNvPr id="24" name="Rectangle 475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C0C0C0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ko-KR" altLang="ko-KR"/>
              </a:p>
            </p:txBody>
          </p:sp>
        </p:grpSp>
        <p:cxnSp>
          <p:nvCxnSpPr>
            <p:cNvPr id="28" name="직선 연결선 27"/>
            <p:cNvCxnSpPr>
              <a:stCxn id="6" idx="3"/>
              <a:endCxn id="24" idx="2"/>
            </p:cNvCxnSpPr>
            <p:nvPr/>
          </p:nvCxnSpPr>
          <p:spPr>
            <a:xfrm>
              <a:off x="4289450" y="1452891"/>
              <a:ext cx="1440160" cy="113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꺾인 연결선 30"/>
            <p:cNvCxnSpPr>
              <a:stCxn id="6" idx="2"/>
            </p:cNvCxnSpPr>
            <p:nvPr/>
          </p:nvCxnSpPr>
          <p:spPr>
            <a:xfrm rot="16200000" flipH="1">
              <a:off x="3156642" y="2279665"/>
              <a:ext cx="1257505" cy="144016"/>
            </a:xfrm>
            <a:prstGeom prst="bentConnector3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이등변 삼각형 37"/>
            <p:cNvSpPr/>
            <p:nvPr/>
          </p:nvSpPr>
          <p:spPr>
            <a:xfrm rot="10800000">
              <a:off x="1337122" y="318765"/>
              <a:ext cx="432048" cy="415183"/>
            </a:xfrm>
            <a:prstGeom prst="triangl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1" name="꺾인 연결선 40"/>
            <p:cNvCxnSpPr>
              <a:stCxn id="38" idx="0"/>
              <a:endCxn id="6" idx="0"/>
            </p:cNvCxnSpPr>
            <p:nvPr/>
          </p:nvCxnSpPr>
          <p:spPr>
            <a:xfrm rot="16200000" flipH="1">
              <a:off x="2408810" y="-121716"/>
              <a:ext cx="448913" cy="2160240"/>
            </a:xfrm>
            <a:prstGeom prst="bentConnector3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꺾인 연결선 42"/>
            <p:cNvCxnSpPr>
              <a:stCxn id="38" idx="0"/>
              <a:endCxn id="4" idx="1"/>
            </p:cNvCxnSpPr>
            <p:nvPr/>
          </p:nvCxnSpPr>
          <p:spPr>
            <a:xfrm rot="16200000" flipH="1">
              <a:off x="843295" y="1443799"/>
              <a:ext cx="3507935" cy="2088232"/>
            </a:xfrm>
            <a:prstGeom prst="bent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꺾인 연결선 44"/>
            <p:cNvCxnSpPr>
              <a:stCxn id="4" idx="2"/>
              <a:endCxn id="12" idx="0"/>
            </p:cNvCxnSpPr>
            <p:nvPr/>
          </p:nvCxnSpPr>
          <p:spPr>
            <a:xfrm rot="16200000" flipH="1">
              <a:off x="3645850" y="6074933"/>
              <a:ext cx="1152128" cy="8944"/>
            </a:xfrm>
            <a:prstGeom prst="bentConnector3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꺾인 연결선 46"/>
            <p:cNvCxnSpPr>
              <a:stCxn id="4" idx="2"/>
              <a:endCxn id="13" idx="0"/>
            </p:cNvCxnSpPr>
            <p:nvPr/>
          </p:nvCxnSpPr>
          <p:spPr>
            <a:xfrm rot="16200000" flipH="1">
              <a:off x="4564457" y="5156325"/>
              <a:ext cx="1152128" cy="1846159"/>
            </a:xfrm>
            <a:prstGeom prst="bentConnector3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꺾인 연결선 48"/>
            <p:cNvCxnSpPr>
              <a:stCxn id="4" idx="2"/>
              <a:endCxn id="14" idx="0"/>
            </p:cNvCxnSpPr>
            <p:nvPr/>
          </p:nvCxnSpPr>
          <p:spPr>
            <a:xfrm rot="16200000" flipH="1">
              <a:off x="5441578" y="4279205"/>
              <a:ext cx="1152128" cy="3600400"/>
            </a:xfrm>
            <a:prstGeom prst="bentConnector3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꺾인 연결선 50"/>
            <p:cNvCxnSpPr>
              <a:stCxn id="4" idx="0"/>
              <a:endCxn id="5" idx="1"/>
            </p:cNvCxnSpPr>
            <p:nvPr/>
          </p:nvCxnSpPr>
          <p:spPr>
            <a:xfrm rot="5400000" flipH="1" flipV="1">
              <a:off x="4569800" y="1820614"/>
              <a:ext cx="807453" cy="1512168"/>
            </a:xfrm>
            <a:prstGeom prst="bent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꺾인 연결선 52"/>
            <p:cNvCxnSpPr>
              <a:endCxn id="11" idx="2"/>
            </p:cNvCxnSpPr>
            <p:nvPr/>
          </p:nvCxnSpPr>
          <p:spPr>
            <a:xfrm flipV="1">
              <a:off x="4793506" y="4837267"/>
              <a:ext cx="3384376" cy="234026"/>
            </a:xfrm>
            <a:prstGeom prst="bent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꺾인 연결선 54"/>
            <p:cNvCxnSpPr>
              <a:endCxn id="10" idx="2"/>
            </p:cNvCxnSpPr>
            <p:nvPr/>
          </p:nvCxnSpPr>
          <p:spPr>
            <a:xfrm flipV="1">
              <a:off x="4793506" y="4837267"/>
              <a:ext cx="1512168" cy="234026"/>
            </a:xfrm>
            <a:prstGeom prst="bent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꺾인 연결선 57"/>
            <p:cNvCxnSpPr>
              <a:endCxn id="9" idx="0"/>
            </p:cNvCxnSpPr>
            <p:nvPr/>
          </p:nvCxnSpPr>
          <p:spPr>
            <a:xfrm>
              <a:off x="4793506" y="3199085"/>
              <a:ext cx="5112568" cy="198022"/>
            </a:xfrm>
            <a:prstGeom prst="bent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꺾인 연결선 59"/>
            <p:cNvCxnSpPr>
              <a:endCxn id="8" idx="0"/>
            </p:cNvCxnSpPr>
            <p:nvPr/>
          </p:nvCxnSpPr>
          <p:spPr>
            <a:xfrm>
              <a:off x="4793506" y="3199085"/>
              <a:ext cx="3384376" cy="198022"/>
            </a:xfrm>
            <a:prstGeom prst="bent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꺾인 연결선 61"/>
            <p:cNvCxnSpPr>
              <a:endCxn id="7" idx="0"/>
            </p:cNvCxnSpPr>
            <p:nvPr/>
          </p:nvCxnSpPr>
          <p:spPr>
            <a:xfrm>
              <a:off x="4793506" y="3199085"/>
              <a:ext cx="1512168" cy="198022"/>
            </a:xfrm>
            <a:prstGeom prst="bentConnector2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Box 62"/>
            <p:cNvSpPr txBox="1"/>
            <p:nvPr/>
          </p:nvSpPr>
          <p:spPr>
            <a:xfrm>
              <a:off x="1785366" y="403245"/>
              <a:ext cx="828093" cy="2869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/>
                <a:t>ANTENNA</a:t>
              </a:r>
              <a:endParaRPr lang="ko-KR" altLang="en-US" sz="800" dirty="0"/>
            </a:p>
          </p:txBody>
        </p:sp>
        <p:cxnSp>
          <p:nvCxnSpPr>
            <p:cNvPr id="65" name="꺾인 연결선 64"/>
            <p:cNvCxnSpPr>
              <a:endCxn id="18" idx="2"/>
            </p:cNvCxnSpPr>
            <p:nvPr/>
          </p:nvCxnSpPr>
          <p:spPr>
            <a:xfrm rot="10800000" flipV="1">
              <a:off x="2199413" y="5136580"/>
              <a:ext cx="1441966" cy="1"/>
            </a:xfrm>
            <a:prstGeom prst="bentConnector3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Box 67"/>
            <p:cNvSpPr txBox="1"/>
            <p:nvPr/>
          </p:nvSpPr>
          <p:spPr>
            <a:xfrm>
              <a:off x="5069262" y="4816856"/>
              <a:ext cx="948380" cy="2869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/>
                <a:t>Video Data</a:t>
              </a:r>
              <a:endParaRPr lang="ko-KR" altLang="en-US" sz="800" dirty="0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433466" y="5822930"/>
              <a:ext cx="948380" cy="2869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/>
                <a:t>Voice Data</a:t>
              </a:r>
              <a:endParaRPr lang="ko-KR" altLang="en-US" sz="800" dirty="0"/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5039990" y="2956019"/>
              <a:ext cx="1265683" cy="4509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/>
                <a:t>Station Code Data</a:t>
              </a:r>
              <a:endParaRPr lang="ko-KR" altLang="en-US" sz="800" dirty="0"/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4277769" y="1926750"/>
              <a:ext cx="1265683" cy="2869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/>
                <a:t>Screen Data</a:t>
              </a:r>
              <a:endParaRPr lang="ko-KR" altLang="en-US" sz="800" dirty="0"/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2287555" y="4891027"/>
              <a:ext cx="1641856" cy="4509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/>
                <a:t>INTERNAL/EXTERNAL SPEAKERS</a:t>
              </a:r>
              <a:endParaRPr lang="ko-KR" altLang="en-US" sz="800" dirty="0"/>
            </a:p>
          </p:txBody>
        </p:sp>
      </p:grpSp>
    </p:spTree>
    <p:extLst>
      <p:ext uri="{BB962C8B-B14F-4D97-AF65-F5344CB8AC3E}">
        <p14:creationId xmlns:p14="http://schemas.microsoft.com/office/powerpoint/2010/main" val="1499293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그룹 57"/>
          <p:cNvGrpSpPr/>
          <p:nvPr/>
        </p:nvGrpSpPr>
        <p:grpSpPr>
          <a:xfrm>
            <a:off x="77473" y="1143001"/>
            <a:ext cx="9518643" cy="5219183"/>
            <a:chOff x="77473" y="1143001"/>
            <a:chExt cx="9518643" cy="5219183"/>
          </a:xfrm>
        </p:grpSpPr>
        <p:grpSp>
          <p:nvGrpSpPr>
            <p:cNvPr id="4" name="그룹 100"/>
            <p:cNvGrpSpPr>
              <a:grpSpLocks/>
            </p:cNvGrpSpPr>
            <p:nvPr/>
          </p:nvGrpSpPr>
          <p:grpSpPr bwMode="auto">
            <a:xfrm>
              <a:off x="464830" y="1143001"/>
              <a:ext cx="1629480" cy="1506519"/>
              <a:chOff x="142844" y="857232"/>
              <a:chExt cx="1505464" cy="1505812"/>
            </a:xfrm>
          </p:grpSpPr>
          <p:pic>
            <p:nvPicPr>
              <p:cNvPr id="5" name="Picture 3" descr="C:\Documents and Settings\이정화\Local Settings\Temporary Internet Files\Content.IE5\XFSVAN6K\MCj04289490000[1].wmf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2844" y="857232"/>
                <a:ext cx="862522" cy="1077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" name="Picture 3" descr="C:\Documents and Settings\이정화\Local Settings\Temporary Internet Files\Content.IE5\XFSVAN6K\MCj04289490000[1].wmf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85786" y="1285860"/>
                <a:ext cx="862522" cy="1077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12" name="원통 11"/>
            <p:cNvSpPr/>
            <p:nvPr/>
          </p:nvSpPr>
          <p:spPr>
            <a:xfrm>
              <a:off x="2553973" y="1856929"/>
              <a:ext cx="309885" cy="3858072"/>
            </a:xfrm>
            <a:prstGeom prst="can">
              <a:avLst/>
            </a:prstGeom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121782" tIns="60891" rIns="121782" bIns="60891" anchor="ctr"/>
            <a:lstStyle/>
            <a:p>
              <a:pPr algn="ctr">
                <a:defRPr/>
              </a:pPr>
              <a:endParaRPr kumimoji="0" lang="ko-KR" altLang="en-US" dirty="0"/>
            </a:p>
          </p:txBody>
        </p:sp>
        <p:sp>
          <p:nvSpPr>
            <p:cNvPr id="13" name="구름 12"/>
            <p:cNvSpPr/>
            <p:nvPr/>
          </p:nvSpPr>
          <p:spPr>
            <a:xfrm>
              <a:off x="5185415" y="1785417"/>
              <a:ext cx="1701787" cy="1500560"/>
            </a:xfrm>
            <a:prstGeom prst="cloud">
              <a:avLst/>
            </a:prstGeom>
            <a:solidFill>
              <a:schemeClr val="bg1"/>
            </a:solidFill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lIns="0" tIns="0" rIns="0" bIns="0" anchor="ctr"/>
            <a:lstStyle/>
            <a:p>
              <a:pPr algn="ctr">
                <a:defRPr/>
              </a:pPr>
              <a:endParaRPr lang="en-US" altLang="ko-KR" sz="1100" dirty="0"/>
            </a:p>
            <a:p>
              <a:pPr algn="ctr">
                <a:defRPr/>
              </a:pPr>
              <a:endParaRPr lang="en-US" altLang="ko-KR" sz="1100" dirty="0"/>
            </a:p>
            <a:p>
              <a:pPr algn="ctr">
                <a:defRPr/>
              </a:pPr>
              <a:r>
                <a:rPr lang="en-US" altLang="ko-KR" sz="1100" dirty="0"/>
                <a:t>     DENVER</a:t>
              </a:r>
            </a:p>
            <a:p>
              <a:pPr>
                <a:defRPr/>
              </a:pPr>
              <a:r>
                <a:rPr lang="en-US" altLang="ko-KR" sz="1100" dirty="0"/>
                <a:t> </a:t>
              </a:r>
              <a:r>
                <a:rPr lang="en-US" altLang="ko-KR" sz="1100" dirty="0" err="1"/>
                <a:t>Wimax</a:t>
              </a:r>
              <a:r>
                <a:rPr lang="en-US" altLang="ko-KR" sz="1100" dirty="0"/>
                <a:t> Network</a:t>
              </a:r>
            </a:p>
            <a:p>
              <a:pPr algn="ctr">
                <a:defRPr/>
              </a:pPr>
              <a:r>
                <a:rPr lang="en-US" altLang="ko-KR" sz="1100" dirty="0"/>
                <a:t> </a:t>
              </a:r>
            </a:p>
            <a:p>
              <a:pPr algn="ctr">
                <a:defRPr/>
              </a:pPr>
              <a:endParaRPr lang="en-US" altLang="ko-KR" sz="1100" dirty="0"/>
            </a:p>
            <a:p>
              <a:pPr algn="ctr">
                <a:defRPr/>
              </a:pPr>
              <a:endParaRPr lang="en-US" altLang="ko-KR" sz="1100" dirty="0"/>
            </a:p>
            <a:p>
              <a:pPr algn="ctr">
                <a:defRPr/>
              </a:pPr>
              <a:endParaRPr lang="en-US" altLang="ko-KR" sz="1100" dirty="0"/>
            </a:p>
            <a:p>
              <a:pPr algn="ctr">
                <a:defRPr/>
              </a:pPr>
              <a:endParaRPr lang="en-US" altLang="ko-KR" sz="1100" dirty="0"/>
            </a:p>
            <a:p>
              <a:pPr algn="ctr">
                <a:defRPr/>
              </a:pPr>
              <a:endParaRPr lang="en-US" altLang="ko-KR" sz="1100" dirty="0"/>
            </a:p>
            <a:p>
              <a:pPr algn="ctr">
                <a:defRPr/>
              </a:pPr>
              <a:endParaRPr lang="ko-KR" altLang="en-US" sz="1100" dirty="0"/>
            </a:p>
          </p:txBody>
        </p:sp>
        <p:pic>
          <p:nvPicPr>
            <p:cNvPr id="15" name="Picture 9" descr="C:\Documents and Settings\이정화\Local Settings\Temporary Internet Files\Content.IE5\IGWOY5ID\MCj03842100000[1].wmf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74559" y="1643585"/>
              <a:ext cx="570705" cy="5422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" name="Picture 10" descr="C:\Documents and Settings\이정화\Local Settings\Temporary Internet Files\Content.IE5\IGWOY5ID\MCj03842100000[1].wmf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79723" y="2605421"/>
              <a:ext cx="570705" cy="542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" name="직사각형 16"/>
            <p:cNvSpPr/>
            <p:nvPr/>
          </p:nvSpPr>
          <p:spPr>
            <a:xfrm>
              <a:off x="5571481" y="4858048"/>
              <a:ext cx="4024635" cy="1234774"/>
            </a:xfrm>
            <a:prstGeom prst="rect">
              <a:avLst/>
            </a:prstGeom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121782" tIns="60891" rIns="121782" bIns="60891" anchor="ctr"/>
            <a:lstStyle/>
            <a:p>
              <a:pPr algn="ctr">
                <a:defRPr/>
              </a:pPr>
              <a:endParaRPr kumimoji="0" lang="ko-KR" altLang="en-US" dirty="0"/>
            </a:p>
          </p:txBody>
        </p:sp>
        <p:grpSp>
          <p:nvGrpSpPr>
            <p:cNvPr id="18" name="Group 476"/>
            <p:cNvGrpSpPr>
              <a:grpSpLocks/>
            </p:cNvGrpSpPr>
            <p:nvPr/>
          </p:nvGrpSpPr>
          <p:grpSpPr bwMode="auto">
            <a:xfrm rot="10800000">
              <a:off x="6036309" y="5355057"/>
              <a:ext cx="467410" cy="216920"/>
              <a:chOff x="1477" y="3739"/>
              <a:chExt cx="227" cy="91"/>
            </a:xfrm>
          </p:grpSpPr>
          <p:sp>
            <p:nvSpPr>
              <p:cNvPr id="19" name="AutoShape 474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0C0C0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vert="eaVert" wrap="none" anchor="ctr"/>
              <a:lstStyle/>
              <a:p>
                <a:endParaRPr lang="ko-KR" altLang="en-US"/>
              </a:p>
            </p:txBody>
          </p:sp>
          <p:sp>
            <p:nvSpPr>
              <p:cNvPr id="20" name="Rectangle 475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C0C0C0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vert="eaVert" wrap="none" anchor="ctr"/>
              <a:lstStyle/>
              <a:p>
                <a:pPr algn="ctr"/>
                <a:endParaRPr lang="ko-KR" altLang="ko-KR"/>
              </a:p>
            </p:txBody>
          </p:sp>
        </p:grpSp>
        <p:grpSp>
          <p:nvGrpSpPr>
            <p:cNvPr id="21" name="Group 476"/>
            <p:cNvGrpSpPr>
              <a:grpSpLocks/>
            </p:cNvGrpSpPr>
            <p:nvPr/>
          </p:nvGrpSpPr>
          <p:grpSpPr bwMode="auto">
            <a:xfrm rot="10800000">
              <a:off x="6574734" y="5355057"/>
              <a:ext cx="467410" cy="216920"/>
              <a:chOff x="1477" y="3739"/>
              <a:chExt cx="227" cy="91"/>
            </a:xfrm>
          </p:grpSpPr>
          <p:sp>
            <p:nvSpPr>
              <p:cNvPr id="22" name="AutoShape 474"/>
              <p:cNvSpPr>
                <a:spLocks noChangeArrowheads="1"/>
              </p:cNvSpPr>
              <p:nvPr/>
            </p:nvSpPr>
            <p:spPr bwMode="auto">
              <a:xfrm>
                <a:off x="1477" y="3739"/>
                <a:ext cx="227" cy="45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4472 w 21600"/>
                  <a:gd name="T13" fmla="*/ 4320 h 21600"/>
                  <a:gd name="T14" fmla="*/ 17128 w 21600"/>
                  <a:gd name="T15" fmla="*/ 17280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5400" y="21600"/>
                    </a:lnTo>
                    <a:lnTo>
                      <a:pt x="16200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0C0C0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vert="eaVert" wrap="none" anchor="ctr"/>
              <a:lstStyle/>
              <a:p>
                <a:endParaRPr lang="ko-KR" altLang="en-US"/>
              </a:p>
            </p:txBody>
          </p:sp>
          <p:sp>
            <p:nvSpPr>
              <p:cNvPr id="23" name="Rectangle 475"/>
              <p:cNvSpPr>
                <a:spLocks noChangeArrowheads="1"/>
              </p:cNvSpPr>
              <p:nvPr/>
            </p:nvSpPr>
            <p:spPr bwMode="auto">
              <a:xfrm>
                <a:off x="1523" y="3784"/>
                <a:ext cx="136" cy="46"/>
              </a:xfrm>
              <a:prstGeom prst="rect">
                <a:avLst/>
              </a:prstGeom>
              <a:solidFill>
                <a:srgbClr val="C0C0C0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vert="eaVert" wrap="none" anchor="ctr"/>
              <a:lstStyle/>
              <a:p>
                <a:pPr algn="ctr"/>
                <a:endParaRPr lang="ko-KR" altLang="ko-KR"/>
              </a:p>
            </p:txBody>
          </p:sp>
        </p:grpSp>
        <p:sp>
          <p:nvSpPr>
            <p:cNvPr id="24" name="이등변 삼각형 23"/>
            <p:cNvSpPr/>
            <p:nvPr/>
          </p:nvSpPr>
          <p:spPr>
            <a:xfrm rot="16200000">
              <a:off x="7906198" y="5060715"/>
              <a:ext cx="284856" cy="308595"/>
            </a:xfrm>
            <a:prstGeom prst="triangle">
              <a:avLst/>
            </a:prstGeom>
            <a:noFill/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121782" tIns="60891" rIns="121782" bIns="60891" anchor="ctr"/>
            <a:lstStyle/>
            <a:p>
              <a:pPr algn="ctr">
                <a:defRPr/>
              </a:pPr>
              <a:endParaRPr kumimoji="0" lang="ko-KR" altLang="en-US" dirty="0"/>
            </a:p>
          </p:txBody>
        </p:sp>
        <p:sp>
          <p:nvSpPr>
            <p:cNvPr id="25" name="직사각형 24"/>
            <p:cNvSpPr/>
            <p:nvPr/>
          </p:nvSpPr>
          <p:spPr>
            <a:xfrm>
              <a:off x="8667752" y="5001072"/>
              <a:ext cx="850893" cy="928464"/>
            </a:xfrm>
            <a:prstGeom prst="rect">
              <a:avLst/>
            </a:prstGeom>
            <a:noFill/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121782" tIns="60891" rIns="121782" bIns="60891" anchor="ctr"/>
            <a:lstStyle/>
            <a:p>
              <a:pPr algn="ctr">
                <a:defRPr/>
              </a:pPr>
              <a:r>
                <a:rPr lang="en-US" altLang="ko-KR" sz="1000">
                  <a:solidFill>
                    <a:srgbClr val="000000"/>
                  </a:solidFill>
                </a:rPr>
                <a:t>Comm</a:t>
              </a:r>
            </a:p>
            <a:p>
              <a:pPr algn="ctr">
                <a:defRPr/>
              </a:pPr>
              <a:r>
                <a:rPr lang="en-US" altLang="ko-KR" sz="1000">
                  <a:solidFill>
                    <a:srgbClr val="000000"/>
                  </a:solidFill>
                </a:rPr>
                <a:t>Rack</a:t>
              </a:r>
              <a:endParaRPr lang="ko-KR" altLang="en-US" sz="1000">
                <a:solidFill>
                  <a:srgbClr val="000000"/>
                </a:solidFill>
              </a:endParaRPr>
            </a:p>
          </p:txBody>
        </p:sp>
        <p:sp>
          <p:nvSpPr>
            <p:cNvPr id="26" name="타원 25"/>
            <p:cNvSpPr/>
            <p:nvPr/>
          </p:nvSpPr>
          <p:spPr>
            <a:xfrm>
              <a:off x="8745223" y="6089247"/>
              <a:ext cx="309885" cy="265786"/>
            </a:xfrm>
            <a:prstGeom prst="ellipse">
              <a:avLst/>
            </a:prstGeom>
            <a:noFill/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121782" tIns="60891" rIns="121782" bIns="60891" anchor="ctr"/>
            <a:lstStyle/>
            <a:p>
              <a:pPr algn="ctr">
                <a:defRPr/>
              </a:pPr>
              <a:endParaRPr lang="ko-KR" altLang="en-US" sz="1000" dirty="0"/>
            </a:p>
          </p:txBody>
        </p:sp>
        <p:sp>
          <p:nvSpPr>
            <p:cNvPr id="27" name="타원 26"/>
            <p:cNvSpPr/>
            <p:nvPr/>
          </p:nvSpPr>
          <p:spPr>
            <a:xfrm>
              <a:off x="9132580" y="6089247"/>
              <a:ext cx="308594" cy="265786"/>
            </a:xfrm>
            <a:prstGeom prst="ellipse">
              <a:avLst/>
            </a:prstGeom>
            <a:noFill/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121782" tIns="60891" rIns="121782" bIns="60891" anchor="ctr"/>
            <a:lstStyle/>
            <a:p>
              <a:pPr algn="ctr">
                <a:defRPr/>
              </a:pPr>
              <a:endParaRPr lang="ko-KR" altLang="en-US" sz="1000" dirty="0"/>
            </a:p>
          </p:txBody>
        </p:sp>
        <p:sp>
          <p:nvSpPr>
            <p:cNvPr id="28" name="타원 27"/>
            <p:cNvSpPr/>
            <p:nvPr/>
          </p:nvSpPr>
          <p:spPr>
            <a:xfrm>
              <a:off x="5881367" y="6097590"/>
              <a:ext cx="309885" cy="264594"/>
            </a:xfrm>
            <a:prstGeom prst="ellipse">
              <a:avLst/>
            </a:prstGeom>
            <a:noFill/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121782" tIns="60891" rIns="121782" bIns="60891" anchor="ctr"/>
            <a:lstStyle/>
            <a:p>
              <a:pPr algn="ctr">
                <a:defRPr/>
              </a:pPr>
              <a:endParaRPr lang="ko-KR" altLang="en-US" sz="1000" dirty="0"/>
            </a:p>
          </p:txBody>
        </p:sp>
        <p:sp>
          <p:nvSpPr>
            <p:cNvPr id="29" name="타원 28"/>
            <p:cNvSpPr/>
            <p:nvPr/>
          </p:nvSpPr>
          <p:spPr>
            <a:xfrm>
              <a:off x="6268723" y="6097590"/>
              <a:ext cx="309885" cy="264594"/>
            </a:xfrm>
            <a:prstGeom prst="ellipse">
              <a:avLst/>
            </a:prstGeom>
            <a:noFill/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121782" tIns="60891" rIns="121782" bIns="60891" anchor="ctr"/>
            <a:lstStyle/>
            <a:p>
              <a:pPr algn="ctr">
                <a:defRPr/>
              </a:pPr>
              <a:endParaRPr lang="ko-KR" altLang="en-US" sz="1000" dirty="0"/>
            </a:p>
          </p:txBody>
        </p:sp>
        <p:cxnSp>
          <p:nvCxnSpPr>
            <p:cNvPr id="30" name="직선 연결선 29"/>
            <p:cNvCxnSpPr/>
            <p:nvPr/>
          </p:nvCxnSpPr>
          <p:spPr>
            <a:xfrm rot="16200000" flipV="1">
              <a:off x="8742243" y="4752569"/>
              <a:ext cx="780673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이등변 삼각형 30"/>
            <p:cNvSpPr/>
            <p:nvPr/>
          </p:nvSpPr>
          <p:spPr>
            <a:xfrm rot="10800000">
              <a:off x="8977637" y="4357465"/>
              <a:ext cx="309885" cy="214536"/>
            </a:xfrm>
            <a:prstGeom prst="triangle">
              <a:avLst/>
            </a:prstGeom>
            <a:noFill/>
            <a:ln w="31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121782" tIns="60891" rIns="121782" bIns="60891" anchor="ctr"/>
            <a:lstStyle/>
            <a:p>
              <a:pPr algn="ctr">
                <a:defRPr/>
              </a:pPr>
              <a:endParaRPr lang="ko-KR" altLang="en-US" sz="1000" dirty="0"/>
            </a:p>
          </p:txBody>
        </p:sp>
        <p:sp>
          <p:nvSpPr>
            <p:cNvPr id="32" name="번개 31"/>
            <p:cNvSpPr/>
            <p:nvPr/>
          </p:nvSpPr>
          <p:spPr>
            <a:xfrm rot="5400000" flipH="1">
              <a:off x="8650470" y="3577388"/>
              <a:ext cx="499392" cy="774713"/>
            </a:xfrm>
            <a:prstGeom prst="lightningBolt">
              <a:avLst/>
            </a:prstGeom>
            <a:ln>
              <a:noFill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lIns="121782" tIns="60891" rIns="121782" bIns="60891" anchor="ctr"/>
            <a:lstStyle/>
            <a:p>
              <a:pPr algn="ctr">
                <a:defRPr/>
              </a:pPr>
              <a:endParaRPr lang="ko-KR" altLang="en-US" sz="1000" dirty="0"/>
            </a:p>
          </p:txBody>
        </p:sp>
        <p:sp>
          <p:nvSpPr>
            <p:cNvPr id="33" name="정육면체 32"/>
            <p:cNvSpPr/>
            <p:nvPr/>
          </p:nvSpPr>
          <p:spPr>
            <a:xfrm>
              <a:off x="849604" y="3928989"/>
              <a:ext cx="1162070" cy="427880"/>
            </a:xfrm>
            <a:prstGeom prst="cube">
              <a:avLst>
                <a:gd name="adj" fmla="val 13889"/>
              </a:avLst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121782" tIns="60891" rIns="121782" bIns="60891" anchor="ctr"/>
            <a:lstStyle/>
            <a:p>
              <a:pPr algn="ctr">
                <a:defRPr/>
              </a:pPr>
              <a:endParaRPr lang="ko-KR" altLang="en-US" sz="1000" dirty="0"/>
            </a:p>
          </p:txBody>
        </p:sp>
        <p:sp>
          <p:nvSpPr>
            <p:cNvPr id="34" name="직사각형 33"/>
            <p:cNvSpPr/>
            <p:nvPr/>
          </p:nvSpPr>
          <p:spPr>
            <a:xfrm>
              <a:off x="937405" y="4072013"/>
              <a:ext cx="697242" cy="70320"/>
            </a:xfrm>
            <a:prstGeom prst="rect">
              <a:avLst/>
            </a:prstGeom>
            <a:noFill/>
            <a:ln w="3175">
              <a:solidFill>
                <a:schemeClr val="tx2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121782" tIns="60891" rIns="121782" bIns="60891" anchor="ctr"/>
            <a:lstStyle/>
            <a:p>
              <a:pPr algn="ctr">
                <a:defRPr/>
              </a:pPr>
              <a:endParaRPr lang="ko-KR" altLang="en-US" sz="1000" dirty="0"/>
            </a:p>
          </p:txBody>
        </p:sp>
        <p:sp>
          <p:nvSpPr>
            <p:cNvPr id="35" name="직사각형 34"/>
            <p:cNvSpPr/>
            <p:nvPr/>
          </p:nvSpPr>
          <p:spPr>
            <a:xfrm>
              <a:off x="937405" y="4223380"/>
              <a:ext cx="697242" cy="71512"/>
            </a:xfrm>
            <a:prstGeom prst="rect">
              <a:avLst/>
            </a:prstGeom>
            <a:noFill/>
            <a:ln w="3175">
              <a:solidFill>
                <a:schemeClr val="tx2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121782" tIns="60891" rIns="121782" bIns="60891" anchor="ctr"/>
            <a:lstStyle/>
            <a:p>
              <a:pPr algn="ctr">
                <a:defRPr/>
              </a:pPr>
              <a:endParaRPr lang="ko-KR" altLang="en-US" sz="1000" dirty="0"/>
            </a:p>
          </p:txBody>
        </p:sp>
        <p:sp>
          <p:nvSpPr>
            <p:cNvPr id="36" name="직사각형 35"/>
            <p:cNvSpPr/>
            <p:nvPr/>
          </p:nvSpPr>
          <p:spPr>
            <a:xfrm>
              <a:off x="77473" y="1643585"/>
              <a:ext cx="309885" cy="71512"/>
            </a:xfrm>
            <a:prstGeom prst="rect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121782" tIns="60891" rIns="121782" bIns="60891" anchor="ctr"/>
            <a:lstStyle/>
            <a:p>
              <a:pPr algn="ctr">
                <a:defRPr/>
              </a:pPr>
              <a:endParaRPr lang="ko-KR" altLang="en-US" sz="1000" dirty="0"/>
            </a:p>
          </p:txBody>
        </p:sp>
        <p:sp>
          <p:nvSpPr>
            <p:cNvPr id="37" name="사다리꼴 36"/>
            <p:cNvSpPr/>
            <p:nvPr/>
          </p:nvSpPr>
          <p:spPr>
            <a:xfrm>
              <a:off x="154944" y="1429049"/>
              <a:ext cx="154943" cy="214536"/>
            </a:xfrm>
            <a:prstGeom prst="trapezoid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121782" tIns="60891" rIns="121782" bIns="60891" anchor="ctr"/>
            <a:lstStyle/>
            <a:p>
              <a:pPr algn="ctr">
                <a:defRPr/>
              </a:pPr>
              <a:endParaRPr lang="ko-KR" altLang="en-US" sz="1000" dirty="0"/>
            </a:p>
          </p:txBody>
        </p:sp>
        <p:sp>
          <p:nvSpPr>
            <p:cNvPr id="38" name="사다리꼴 37"/>
            <p:cNvSpPr/>
            <p:nvPr/>
          </p:nvSpPr>
          <p:spPr>
            <a:xfrm>
              <a:off x="154944" y="1286025"/>
              <a:ext cx="154943" cy="143024"/>
            </a:xfrm>
            <a:prstGeom prst="trapezoid">
              <a:avLst/>
            </a:prstGeom>
            <a:noFill/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121782" tIns="60891" rIns="121782" bIns="60891" anchor="ctr"/>
            <a:lstStyle/>
            <a:p>
              <a:pPr algn="ctr">
                <a:defRPr/>
              </a:pPr>
              <a:endParaRPr lang="ko-KR" altLang="en-US" sz="1000" dirty="0"/>
            </a:p>
          </p:txBody>
        </p:sp>
        <p:cxnSp>
          <p:nvCxnSpPr>
            <p:cNvPr id="42" name="직선 연결선 41"/>
            <p:cNvCxnSpPr>
              <a:stCxn id="37" idx="3"/>
            </p:cNvCxnSpPr>
            <p:nvPr/>
          </p:nvCxnSpPr>
          <p:spPr>
            <a:xfrm flipV="1">
              <a:off x="290520" y="1500561"/>
              <a:ext cx="482905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hape 142"/>
            <p:cNvCxnSpPr/>
            <p:nvPr/>
          </p:nvCxnSpPr>
          <p:spPr>
            <a:xfrm rot="16200000" flipH="1">
              <a:off x="1402828" y="2801085"/>
              <a:ext cx="1997572" cy="614607"/>
            </a:xfrm>
            <a:prstGeom prst="bentConnector3">
              <a:avLst>
                <a:gd name="adj1" fmla="val 728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직선 연결선 47"/>
            <p:cNvCxnSpPr>
              <a:stCxn id="33" idx="5"/>
            </p:cNvCxnSpPr>
            <p:nvPr/>
          </p:nvCxnSpPr>
          <p:spPr>
            <a:xfrm flipV="1">
              <a:off x="2011674" y="4107173"/>
              <a:ext cx="696596" cy="6042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직사각형 50"/>
            <p:cNvSpPr/>
            <p:nvPr/>
          </p:nvSpPr>
          <p:spPr>
            <a:xfrm>
              <a:off x="3018801" y="2120332"/>
              <a:ext cx="1391901" cy="286048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anchor="ctr"/>
            <a:lstStyle/>
            <a:p>
              <a:pPr algn="ctr">
                <a:defRPr/>
              </a:pPr>
              <a:r>
                <a:rPr lang="en-US" altLang="ko-KR" sz="1000" dirty="0"/>
                <a:t>Voice Gateways</a:t>
              </a:r>
            </a:p>
            <a:p>
              <a:pPr algn="ctr">
                <a:defRPr/>
              </a:pPr>
              <a:r>
                <a:rPr lang="en-US" altLang="ko-KR" sz="1000" dirty="0"/>
                <a:t>(VOIP</a:t>
              </a:r>
              <a:endParaRPr lang="ko-KR" altLang="en-US" sz="1000" dirty="0"/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706282" y="4460561"/>
              <a:ext cx="1391901" cy="286048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anchor="ctr"/>
            <a:lstStyle/>
            <a:p>
              <a:pPr algn="ctr">
                <a:defRPr/>
              </a:pPr>
              <a:r>
                <a:rPr lang="en-US" altLang="ko-KR" sz="1000" dirty="0"/>
                <a:t>Application Server for.</a:t>
              </a:r>
            </a:p>
            <a:p>
              <a:pPr algn="ctr">
                <a:buFont typeface="Arial" pitchFamily="34" charset="0"/>
                <a:buChar char="•"/>
                <a:defRPr/>
              </a:pPr>
              <a:r>
                <a:rPr lang="en-US" altLang="ko-KR" sz="1000" dirty="0"/>
                <a:t>Text Messaging</a:t>
              </a:r>
            </a:p>
            <a:p>
              <a:pPr algn="ctr">
                <a:buFont typeface="Arial" pitchFamily="34" charset="0"/>
                <a:buChar char="•"/>
                <a:defRPr/>
              </a:pPr>
              <a:r>
                <a:rPr lang="en-US" altLang="ko-KR" sz="1000" dirty="0"/>
                <a:t>Control Center PA</a:t>
              </a:r>
              <a:endParaRPr lang="ko-KR" altLang="en-US" sz="1000" dirty="0"/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542301" y="2643561"/>
              <a:ext cx="1391901" cy="284856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anchor="ctr"/>
            <a:lstStyle/>
            <a:p>
              <a:pPr algn="ctr">
                <a:defRPr/>
              </a:pPr>
              <a:r>
                <a:rPr lang="en-US" altLang="ko-KR" sz="1000" dirty="0"/>
                <a:t>Dispatcher</a:t>
              </a:r>
            </a:p>
          </p:txBody>
        </p:sp>
        <p:cxnSp>
          <p:nvCxnSpPr>
            <p:cNvPr id="59" name="직선 연결선 58"/>
            <p:cNvCxnSpPr>
              <a:stCxn id="24" idx="3"/>
            </p:cNvCxnSpPr>
            <p:nvPr/>
          </p:nvCxnSpPr>
          <p:spPr>
            <a:xfrm>
              <a:off x="8202924" y="5214417"/>
              <a:ext cx="464828" cy="23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hape 157"/>
            <p:cNvCxnSpPr/>
            <p:nvPr/>
          </p:nvCxnSpPr>
          <p:spPr>
            <a:xfrm rot="10800000" flipV="1">
              <a:off x="6268723" y="5214417"/>
              <a:ext cx="1625606" cy="140640"/>
            </a:xfrm>
            <a:prstGeom prst="bentConnector2">
              <a:avLst/>
            </a:prstGeom>
            <a:ln>
              <a:solidFill>
                <a:schemeClr val="bg1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직선 화살표 연결선 60"/>
            <p:cNvCxnSpPr/>
            <p:nvPr/>
          </p:nvCxnSpPr>
          <p:spPr>
            <a:xfrm rot="5400000">
              <a:off x="6738765" y="5282800"/>
              <a:ext cx="140640" cy="3874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직선 화살표 연결선 61"/>
            <p:cNvCxnSpPr/>
            <p:nvPr/>
          </p:nvCxnSpPr>
          <p:spPr>
            <a:xfrm rot="10800000" flipV="1">
              <a:off x="7816858" y="5816309"/>
              <a:ext cx="850894" cy="0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직사각형 62"/>
            <p:cNvSpPr/>
            <p:nvPr/>
          </p:nvSpPr>
          <p:spPr>
            <a:xfrm>
              <a:off x="6346194" y="5001072"/>
              <a:ext cx="1393192" cy="284856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anchor="ctr"/>
            <a:lstStyle/>
            <a:p>
              <a:pPr algn="ctr">
                <a:defRPr/>
              </a:pPr>
              <a:r>
                <a:rPr lang="en-US" altLang="ko-KR" sz="1000" dirty="0"/>
                <a:t>Public Address Audio</a:t>
              </a:r>
              <a:endParaRPr lang="ko-KR" altLang="en-US" sz="1000" dirty="0"/>
            </a:p>
          </p:txBody>
        </p:sp>
        <p:sp>
          <p:nvSpPr>
            <p:cNvPr id="64" name="직사각형 63"/>
            <p:cNvSpPr/>
            <p:nvPr/>
          </p:nvSpPr>
          <p:spPr>
            <a:xfrm>
              <a:off x="7584444" y="5571977"/>
              <a:ext cx="1393193" cy="286048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anchor="ctr"/>
            <a:lstStyle/>
            <a:p>
              <a:pPr algn="ctr">
                <a:defRPr/>
              </a:pPr>
              <a:r>
                <a:rPr lang="en-US" altLang="ko-KR" sz="1000" dirty="0"/>
                <a:t>TEXT DATA</a:t>
              </a:r>
              <a:endParaRPr lang="ko-KR" altLang="en-US" sz="1000" dirty="0"/>
            </a:p>
          </p:txBody>
        </p:sp>
        <p:sp>
          <p:nvSpPr>
            <p:cNvPr id="66" name="직사각형 65"/>
            <p:cNvSpPr/>
            <p:nvPr/>
          </p:nvSpPr>
          <p:spPr>
            <a:xfrm>
              <a:off x="7042145" y="6072561"/>
              <a:ext cx="1393193" cy="284856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anchor="ctr"/>
            <a:lstStyle/>
            <a:p>
              <a:pPr algn="ctr">
                <a:defRPr/>
              </a:pPr>
              <a:r>
                <a:rPr lang="en-US" altLang="ko-KR" sz="1000" dirty="0"/>
                <a:t>DENVER RTD</a:t>
              </a:r>
              <a:endParaRPr lang="ko-KR" altLang="en-US" sz="1000" dirty="0"/>
            </a:p>
          </p:txBody>
        </p:sp>
        <p:cxnSp>
          <p:nvCxnSpPr>
            <p:cNvPr id="67" name="직선 연결선 66"/>
            <p:cNvCxnSpPr/>
            <p:nvPr/>
          </p:nvCxnSpPr>
          <p:spPr>
            <a:xfrm>
              <a:off x="2708916" y="2772282"/>
              <a:ext cx="4582429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꺾인 연결선 68"/>
            <p:cNvCxnSpPr/>
            <p:nvPr/>
          </p:nvCxnSpPr>
          <p:spPr>
            <a:xfrm flipV="1">
              <a:off x="2708916" y="1914138"/>
              <a:ext cx="4565643" cy="657910"/>
            </a:xfrm>
            <a:prstGeom prst="bentConnector3">
              <a:avLst>
                <a:gd name="adj1" fmla="val 93992"/>
              </a:avLst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정육면체 69"/>
            <p:cNvSpPr/>
            <p:nvPr/>
          </p:nvSpPr>
          <p:spPr>
            <a:xfrm>
              <a:off x="3162123" y="2429025"/>
              <a:ext cx="1162070" cy="214536"/>
            </a:xfrm>
            <a:prstGeom prst="cube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121782" tIns="60891" rIns="121782" bIns="60891" anchor="ctr"/>
            <a:lstStyle/>
            <a:p>
              <a:pPr algn="ctr">
                <a:defRPr/>
              </a:pPr>
              <a:endParaRPr lang="ko-KR" altLang="en-US" sz="1000" dirty="0"/>
            </a:p>
          </p:txBody>
        </p:sp>
        <p:sp>
          <p:nvSpPr>
            <p:cNvPr id="71" name="직사각형 70"/>
            <p:cNvSpPr/>
            <p:nvPr/>
          </p:nvSpPr>
          <p:spPr>
            <a:xfrm>
              <a:off x="3229265" y="2533909"/>
              <a:ext cx="77471" cy="7151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121782" tIns="60891" rIns="121782" bIns="60891" anchor="ctr"/>
            <a:lstStyle/>
            <a:p>
              <a:pPr algn="ctr">
                <a:defRPr/>
              </a:pPr>
              <a:endParaRPr lang="ko-KR" altLang="en-US" sz="1000" dirty="0"/>
            </a:p>
          </p:txBody>
        </p:sp>
        <p:sp>
          <p:nvSpPr>
            <p:cNvPr id="72" name="정육면체 71"/>
            <p:cNvSpPr/>
            <p:nvPr/>
          </p:nvSpPr>
          <p:spPr>
            <a:xfrm>
              <a:off x="3162123" y="2673358"/>
              <a:ext cx="1162070" cy="214536"/>
            </a:xfrm>
            <a:prstGeom prst="cube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121782" tIns="60891" rIns="121782" bIns="60891" anchor="ctr"/>
            <a:lstStyle/>
            <a:p>
              <a:pPr algn="ctr">
                <a:defRPr/>
              </a:pPr>
              <a:endParaRPr lang="ko-KR" altLang="en-US" sz="1000" dirty="0"/>
            </a:p>
          </p:txBody>
        </p:sp>
        <p:sp>
          <p:nvSpPr>
            <p:cNvPr id="73" name="직사각형 72"/>
            <p:cNvSpPr/>
            <p:nvPr/>
          </p:nvSpPr>
          <p:spPr>
            <a:xfrm>
              <a:off x="3229265" y="2778242"/>
              <a:ext cx="77471" cy="71512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121782" tIns="60891" rIns="121782" bIns="60891" anchor="ctr"/>
            <a:lstStyle/>
            <a:p>
              <a:pPr algn="ctr">
                <a:defRPr/>
              </a:pPr>
              <a:endParaRPr lang="ko-KR" altLang="en-US" sz="1000" dirty="0"/>
            </a:p>
          </p:txBody>
        </p:sp>
        <p:sp>
          <p:nvSpPr>
            <p:cNvPr id="85" name="직사각형 84"/>
            <p:cNvSpPr/>
            <p:nvPr/>
          </p:nvSpPr>
          <p:spPr>
            <a:xfrm>
              <a:off x="2011674" y="5715001"/>
              <a:ext cx="1393193" cy="286048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anchor="ctr"/>
            <a:lstStyle/>
            <a:p>
              <a:pPr algn="ctr">
                <a:defRPr/>
              </a:pPr>
              <a:r>
                <a:rPr lang="en-US" altLang="ko-KR" sz="1000" dirty="0"/>
                <a:t>Ethernet</a:t>
              </a:r>
              <a:endParaRPr lang="ko-KR" altLang="en-US" sz="1000" dirty="0"/>
            </a:p>
          </p:txBody>
        </p:sp>
        <p:sp>
          <p:nvSpPr>
            <p:cNvPr id="88" name="직사각형 87"/>
            <p:cNvSpPr/>
            <p:nvPr/>
          </p:nvSpPr>
          <p:spPr>
            <a:xfrm>
              <a:off x="7971801" y="4001097"/>
              <a:ext cx="1391901" cy="284856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anchor="ctr"/>
            <a:lstStyle/>
            <a:p>
              <a:pPr algn="ctr">
                <a:defRPr/>
              </a:pPr>
              <a:r>
                <a:rPr lang="en-US" altLang="ko-KR" sz="1000" dirty="0"/>
                <a:t>VIOP</a:t>
              </a:r>
              <a:endParaRPr lang="ko-KR" altLang="en-US" sz="1000" dirty="0"/>
            </a:p>
          </p:txBody>
        </p:sp>
        <p:sp>
          <p:nvSpPr>
            <p:cNvPr id="94" name="직사각형 93"/>
            <p:cNvSpPr/>
            <p:nvPr/>
          </p:nvSpPr>
          <p:spPr>
            <a:xfrm>
              <a:off x="7081526" y="5715001"/>
              <a:ext cx="657860" cy="286048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>
                  <a:solidFill>
                    <a:schemeClr val="tx1"/>
                  </a:solidFill>
                  <a:latin typeface="Arial Unicode MS" pitchFamily="50" charset="-127"/>
                  <a:ea typeface="Arial Unicode MS" pitchFamily="50" charset="-127"/>
                  <a:cs typeface="Arial Unicode MS" pitchFamily="50" charset="-127"/>
                </a:rPr>
                <a:t>LED / LCD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761728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8" name="그룹 767"/>
          <p:cNvGrpSpPr/>
          <p:nvPr/>
        </p:nvGrpSpPr>
        <p:grpSpPr>
          <a:xfrm>
            <a:off x="-4331837" y="-46760"/>
            <a:ext cx="16782766" cy="6814221"/>
            <a:chOff x="-5598066" y="-65464"/>
            <a:chExt cx="21688497" cy="9539910"/>
          </a:xfrm>
        </p:grpSpPr>
        <p:grpSp>
          <p:nvGrpSpPr>
            <p:cNvPr id="4" name="그룹 3"/>
            <p:cNvGrpSpPr/>
            <p:nvPr/>
          </p:nvGrpSpPr>
          <p:grpSpPr>
            <a:xfrm>
              <a:off x="-5598066" y="-63349"/>
              <a:ext cx="10902719" cy="9537795"/>
              <a:chOff x="401638" y="30163"/>
              <a:chExt cx="10372726" cy="9074152"/>
            </a:xfrm>
          </p:grpSpPr>
          <p:sp>
            <p:nvSpPr>
              <p:cNvPr id="5" name="Line 46"/>
              <p:cNvSpPr>
                <a:spLocks noChangeShapeType="1"/>
              </p:cNvSpPr>
              <p:nvPr/>
            </p:nvSpPr>
            <p:spPr bwMode="auto">
              <a:xfrm>
                <a:off x="1536913" y="3726287"/>
                <a:ext cx="1743927" cy="907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 type="arrow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6" name="Line 46"/>
              <p:cNvSpPr>
                <a:spLocks noChangeShapeType="1"/>
              </p:cNvSpPr>
              <p:nvPr/>
            </p:nvSpPr>
            <p:spPr bwMode="auto">
              <a:xfrm>
                <a:off x="1557627" y="3871279"/>
                <a:ext cx="1743927" cy="907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 type="arrow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grpSp>
            <p:nvGrpSpPr>
              <p:cNvPr id="7" name="그룹 6"/>
              <p:cNvGrpSpPr/>
              <p:nvPr/>
            </p:nvGrpSpPr>
            <p:grpSpPr>
              <a:xfrm>
                <a:off x="10267430" y="4494404"/>
                <a:ext cx="498476" cy="109539"/>
                <a:chOff x="7706444" y="3562784"/>
                <a:chExt cx="374247" cy="82240"/>
              </a:xfrm>
            </p:grpSpPr>
            <p:sp>
              <p:nvSpPr>
                <p:cNvPr id="384" name="Freeform 553"/>
                <p:cNvSpPr>
                  <a:spLocks/>
                </p:cNvSpPr>
                <p:nvPr/>
              </p:nvSpPr>
              <p:spPr bwMode="auto">
                <a:xfrm flipH="1">
                  <a:off x="7706444" y="3590198"/>
                  <a:ext cx="343258" cy="54826"/>
                </a:xfrm>
                <a:custGeom>
                  <a:avLst/>
                  <a:gdLst>
                    <a:gd name="T0" fmla="*/ 765684263 w 273"/>
                    <a:gd name="T1" fmla="*/ 0 h 46"/>
                    <a:gd name="T2" fmla="*/ 381440387 w 273"/>
                    <a:gd name="T3" fmla="*/ 115927199 h 46"/>
                    <a:gd name="T4" fmla="*/ 0 w 273"/>
                    <a:gd name="T5" fmla="*/ 0 h 46"/>
                    <a:gd name="T6" fmla="*/ 0 60000 65536"/>
                    <a:gd name="T7" fmla="*/ 0 60000 65536"/>
                    <a:gd name="T8" fmla="*/ 0 60000 65536"/>
                    <a:gd name="T9" fmla="*/ 0 w 273"/>
                    <a:gd name="T10" fmla="*/ 0 h 46"/>
                    <a:gd name="T11" fmla="*/ 273 w 273"/>
                    <a:gd name="T12" fmla="*/ 46 h 4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73" h="46">
                      <a:moveTo>
                        <a:pt x="273" y="0"/>
                      </a:moveTo>
                      <a:cubicBezTo>
                        <a:pt x="227" y="23"/>
                        <a:pt x="181" y="46"/>
                        <a:pt x="136" y="46"/>
                      </a:cubicBezTo>
                      <a:cubicBezTo>
                        <a:pt x="91" y="46"/>
                        <a:pt x="30" y="15"/>
                        <a:pt x="0" y="0"/>
                      </a:cubicBezTo>
                    </a:path>
                  </a:pathLst>
                </a:custGeom>
                <a:noFill/>
                <a:ln w="9525">
                  <a:solidFill>
                    <a:srgbClr val="C0C0C0"/>
                  </a:solidFill>
                  <a:round/>
                  <a:headEnd/>
                  <a:tailEnd/>
                </a:ln>
              </p:spPr>
              <p:txBody>
                <a:bodyPr lIns="68644" tIns="34322" rIns="68644" bIns="34322"/>
                <a:lstStyle/>
                <a:p>
                  <a:endParaRPr lang="ko-KR" altLang="en-US"/>
                </a:p>
              </p:txBody>
            </p:sp>
            <p:sp>
              <p:nvSpPr>
                <p:cNvPr id="385" name="Oval 557"/>
                <p:cNvSpPr>
                  <a:spLocks noChangeArrowheads="1"/>
                </p:cNvSpPr>
                <p:nvPr/>
              </p:nvSpPr>
              <p:spPr bwMode="auto">
                <a:xfrm flipH="1">
                  <a:off x="8023481" y="3562784"/>
                  <a:ext cx="57210" cy="53634"/>
                </a:xfrm>
                <a:prstGeom prst="ellipse">
                  <a:avLst/>
                </a:prstGeom>
                <a:solidFill>
                  <a:srgbClr val="969696"/>
                </a:solidFill>
                <a:ln w="9525">
                  <a:solidFill>
                    <a:srgbClr val="969696"/>
                  </a:solidFill>
                  <a:round/>
                  <a:headEnd/>
                  <a:tailEnd/>
                </a:ln>
              </p:spPr>
              <p:txBody>
                <a:bodyPr wrap="none" lIns="68644" tIns="34322" rIns="68644" bIns="34322" anchor="ctr"/>
                <a:lstStyle/>
                <a:p>
                  <a:pPr algn="ctr"/>
                  <a:endParaRPr lang="ko-KR" altLang="ko-KR"/>
                </a:p>
              </p:txBody>
            </p:sp>
          </p:grpSp>
          <p:grpSp>
            <p:nvGrpSpPr>
              <p:cNvPr id="8" name="그룹 7"/>
              <p:cNvGrpSpPr/>
              <p:nvPr/>
            </p:nvGrpSpPr>
            <p:grpSpPr>
              <a:xfrm>
                <a:off x="10275888" y="4649520"/>
                <a:ext cx="498476" cy="109539"/>
                <a:chOff x="7706444" y="3562784"/>
                <a:chExt cx="374247" cy="82240"/>
              </a:xfrm>
            </p:grpSpPr>
            <p:sp>
              <p:nvSpPr>
                <p:cNvPr id="382" name="Freeform 553"/>
                <p:cNvSpPr>
                  <a:spLocks/>
                </p:cNvSpPr>
                <p:nvPr/>
              </p:nvSpPr>
              <p:spPr bwMode="auto">
                <a:xfrm flipH="1">
                  <a:off x="7706444" y="3590198"/>
                  <a:ext cx="343258" cy="54826"/>
                </a:xfrm>
                <a:custGeom>
                  <a:avLst/>
                  <a:gdLst>
                    <a:gd name="T0" fmla="*/ 765684263 w 273"/>
                    <a:gd name="T1" fmla="*/ 0 h 46"/>
                    <a:gd name="T2" fmla="*/ 381440387 w 273"/>
                    <a:gd name="T3" fmla="*/ 115927199 h 46"/>
                    <a:gd name="T4" fmla="*/ 0 w 273"/>
                    <a:gd name="T5" fmla="*/ 0 h 46"/>
                    <a:gd name="T6" fmla="*/ 0 60000 65536"/>
                    <a:gd name="T7" fmla="*/ 0 60000 65536"/>
                    <a:gd name="T8" fmla="*/ 0 60000 65536"/>
                    <a:gd name="T9" fmla="*/ 0 w 273"/>
                    <a:gd name="T10" fmla="*/ 0 h 46"/>
                    <a:gd name="T11" fmla="*/ 273 w 273"/>
                    <a:gd name="T12" fmla="*/ 46 h 4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73" h="46">
                      <a:moveTo>
                        <a:pt x="273" y="0"/>
                      </a:moveTo>
                      <a:cubicBezTo>
                        <a:pt x="227" y="23"/>
                        <a:pt x="181" y="46"/>
                        <a:pt x="136" y="46"/>
                      </a:cubicBezTo>
                      <a:cubicBezTo>
                        <a:pt x="91" y="46"/>
                        <a:pt x="30" y="15"/>
                        <a:pt x="0" y="0"/>
                      </a:cubicBezTo>
                    </a:path>
                  </a:pathLst>
                </a:custGeom>
                <a:noFill/>
                <a:ln w="9525">
                  <a:solidFill>
                    <a:srgbClr val="C0C0C0"/>
                  </a:solidFill>
                  <a:round/>
                  <a:headEnd/>
                  <a:tailEnd/>
                </a:ln>
              </p:spPr>
              <p:txBody>
                <a:bodyPr lIns="68644" tIns="34322" rIns="68644" bIns="34322"/>
                <a:lstStyle/>
                <a:p>
                  <a:endParaRPr lang="ko-KR" altLang="en-US"/>
                </a:p>
              </p:txBody>
            </p:sp>
            <p:sp>
              <p:nvSpPr>
                <p:cNvPr id="383" name="Oval 557"/>
                <p:cNvSpPr>
                  <a:spLocks noChangeArrowheads="1"/>
                </p:cNvSpPr>
                <p:nvPr/>
              </p:nvSpPr>
              <p:spPr bwMode="auto">
                <a:xfrm flipH="1">
                  <a:off x="8023481" y="3562784"/>
                  <a:ext cx="57210" cy="53634"/>
                </a:xfrm>
                <a:prstGeom prst="ellipse">
                  <a:avLst/>
                </a:prstGeom>
                <a:solidFill>
                  <a:srgbClr val="969696"/>
                </a:solidFill>
                <a:ln w="9525">
                  <a:solidFill>
                    <a:srgbClr val="969696"/>
                  </a:solidFill>
                  <a:round/>
                  <a:headEnd/>
                  <a:tailEnd/>
                </a:ln>
              </p:spPr>
              <p:txBody>
                <a:bodyPr wrap="none" lIns="68644" tIns="34322" rIns="68644" bIns="34322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9" name="Line 429"/>
              <p:cNvSpPr>
                <a:spLocks noChangeShapeType="1"/>
              </p:cNvSpPr>
              <p:nvPr/>
            </p:nvSpPr>
            <p:spPr bwMode="auto">
              <a:xfrm flipV="1">
                <a:off x="2964693" y="6423972"/>
                <a:ext cx="215900" cy="0"/>
              </a:xfrm>
              <a:prstGeom prst="line">
                <a:avLst/>
              </a:prstGeom>
              <a:noFill/>
              <a:ln w="25400">
                <a:solidFill>
                  <a:srgbClr val="FFCC00"/>
                </a:solidFill>
                <a:round/>
                <a:headEnd/>
                <a:tailEnd type="arrow" w="sm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0" name="Line 430"/>
              <p:cNvSpPr>
                <a:spLocks noChangeShapeType="1"/>
              </p:cNvSpPr>
              <p:nvPr/>
            </p:nvSpPr>
            <p:spPr bwMode="auto">
              <a:xfrm flipH="1" flipV="1">
                <a:off x="2973150" y="4990132"/>
                <a:ext cx="0" cy="1433842"/>
              </a:xfrm>
              <a:prstGeom prst="line">
                <a:avLst/>
              </a:prstGeom>
              <a:noFill/>
              <a:ln w="25400">
                <a:solidFill>
                  <a:srgbClr val="FFCC0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1" name="Line 431"/>
              <p:cNvSpPr>
                <a:spLocks noChangeShapeType="1"/>
              </p:cNvSpPr>
              <p:nvPr/>
            </p:nvSpPr>
            <p:spPr bwMode="auto">
              <a:xfrm flipH="1" flipV="1">
                <a:off x="2973150" y="4990130"/>
                <a:ext cx="443820" cy="0"/>
              </a:xfrm>
              <a:prstGeom prst="line">
                <a:avLst/>
              </a:prstGeom>
              <a:noFill/>
              <a:ln w="25400">
                <a:solidFill>
                  <a:srgbClr val="FFCC0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2" name="Rectangle 494"/>
              <p:cNvSpPr>
                <a:spLocks noChangeArrowheads="1"/>
              </p:cNvSpPr>
              <p:nvPr/>
            </p:nvSpPr>
            <p:spPr bwMode="auto">
              <a:xfrm rot="16200000">
                <a:off x="2314090" y="5710972"/>
                <a:ext cx="1460197" cy="144461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MUTE</a:t>
                </a:r>
                <a:endParaRPr lang="ko-KR" altLang="ko-KR" dirty="0"/>
              </a:p>
            </p:txBody>
          </p:sp>
          <p:sp>
            <p:nvSpPr>
              <p:cNvPr id="13" name="Line 176"/>
              <p:cNvSpPr>
                <a:spLocks noChangeShapeType="1"/>
              </p:cNvSpPr>
              <p:nvPr/>
            </p:nvSpPr>
            <p:spPr bwMode="auto">
              <a:xfrm>
                <a:off x="3948828" y="4496700"/>
                <a:ext cx="986" cy="358104"/>
              </a:xfrm>
              <a:prstGeom prst="line">
                <a:avLst/>
              </a:prstGeom>
              <a:noFill/>
              <a:ln w="25400">
                <a:solidFill>
                  <a:srgbClr val="FFCC00"/>
                </a:solidFill>
                <a:round/>
                <a:headEnd type="oval" w="med" len="med"/>
                <a:tailEnd type="none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4" name="Line 176"/>
              <p:cNvSpPr>
                <a:spLocks noChangeShapeType="1"/>
              </p:cNvSpPr>
              <p:nvPr/>
            </p:nvSpPr>
            <p:spPr bwMode="auto">
              <a:xfrm flipH="1">
                <a:off x="4301181" y="5503864"/>
                <a:ext cx="11504" cy="374340"/>
              </a:xfrm>
              <a:prstGeom prst="line">
                <a:avLst/>
              </a:prstGeom>
              <a:noFill/>
              <a:ln w="25400">
                <a:solidFill>
                  <a:srgbClr val="FFCC00"/>
                </a:solidFill>
                <a:round/>
                <a:headEnd type="oval" w="med" len="med"/>
                <a:tailEnd type="none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5" name="Line 377"/>
              <p:cNvSpPr>
                <a:spLocks noChangeShapeType="1"/>
              </p:cNvSpPr>
              <p:nvPr/>
            </p:nvSpPr>
            <p:spPr bwMode="auto">
              <a:xfrm flipH="1">
                <a:off x="7519523" y="5503864"/>
                <a:ext cx="2591" cy="365882"/>
              </a:xfrm>
              <a:prstGeom prst="line">
                <a:avLst/>
              </a:prstGeom>
              <a:noFill/>
              <a:ln w="25400">
                <a:solidFill>
                  <a:srgbClr val="FFCC00"/>
                </a:solidFill>
                <a:round/>
                <a:headEnd type="oval" w="med" len="med"/>
                <a:tailEnd type="none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grpSp>
            <p:nvGrpSpPr>
              <p:cNvPr id="16" name="그룹 15"/>
              <p:cNvGrpSpPr/>
              <p:nvPr/>
            </p:nvGrpSpPr>
            <p:grpSpPr>
              <a:xfrm>
                <a:off x="6064671" y="3224488"/>
                <a:ext cx="504534" cy="328841"/>
                <a:chOff x="3219450" y="2420888"/>
                <a:chExt cx="378795" cy="246888"/>
              </a:xfrm>
            </p:grpSpPr>
            <p:sp>
              <p:nvSpPr>
                <p:cNvPr id="379" name="Rectangle 523"/>
                <p:cNvSpPr>
                  <a:spLocks noChangeArrowheads="1"/>
                </p:cNvSpPr>
                <p:nvPr/>
              </p:nvSpPr>
              <p:spPr bwMode="auto">
                <a:xfrm>
                  <a:off x="3268098" y="2420888"/>
                  <a:ext cx="330147" cy="108459"/>
                </a:xfrm>
                <a:prstGeom prst="rect">
                  <a:avLst/>
                </a:prstGeom>
                <a:noFill/>
                <a:ln w="6350">
                  <a:noFill/>
                  <a:miter lim="800000"/>
                  <a:headEnd/>
                  <a:tailEnd/>
                </a:ln>
              </p:spPr>
              <p:txBody>
                <a:bodyPr wrap="none" lIns="91427" tIns="45713" rIns="91427" bIns="45713" anchor="ctr"/>
                <a:lstStyle/>
                <a:p>
                  <a:pPr algn="ctr"/>
                  <a:r>
                    <a:rPr lang="en-US" altLang="ko-KR" sz="600" dirty="0">
                      <a:latin typeface="Arial" charset="0"/>
                    </a:rPr>
                    <a:t>DC 37.5V</a:t>
                  </a:r>
                  <a:endParaRPr lang="ko-KR" altLang="ko-KR" dirty="0"/>
                </a:p>
              </p:txBody>
            </p:sp>
            <p:sp>
              <p:nvSpPr>
                <p:cNvPr id="380" name="Line 524"/>
                <p:cNvSpPr>
                  <a:spLocks noChangeShapeType="1"/>
                </p:cNvSpPr>
                <p:nvPr/>
              </p:nvSpPr>
              <p:spPr bwMode="auto">
                <a:xfrm flipV="1">
                  <a:off x="3220423" y="2524584"/>
                  <a:ext cx="377822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 type="none" w="med" len="lg"/>
                </a:ln>
              </p:spPr>
              <p:txBody>
                <a:bodyPr lIns="68644" tIns="34322" rIns="68644" bIns="34322"/>
                <a:lstStyle/>
                <a:p>
                  <a:endParaRPr lang="ko-KR" altLang="en-US"/>
                </a:p>
              </p:txBody>
            </p:sp>
            <p:sp>
              <p:nvSpPr>
                <p:cNvPr id="381" name="Line 525"/>
                <p:cNvSpPr>
                  <a:spLocks noChangeShapeType="1"/>
                </p:cNvSpPr>
                <p:nvPr/>
              </p:nvSpPr>
              <p:spPr bwMode="auto">
                <a:xfrm flipH="1" flipV="1">
                  <a:off x="3219450" y="2514600"/>
                  <a:ext cx="973" cy="153176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 type="arrow" w="med" len="med"/>
                  <a:tailEnd type="none" w="med" len="lg"/>
                </a:ln>
              </p:spPr>
              <p:txBody>
                <a:bodyPr lIns="68644" tIns="34322" rIns="68644" bIns="34322"/>
                <a:lstStyle/>
                <a:p>
                  <a:endParaRPr lang="ko-KR" altLang="en-US"/>
                </a:p>
              </p:txBody>
            </p:sp>
          </p:grpSp>
          <p:sp>
            <p:nvSpPr>
              <p:cNvPr id="17" name="Freeform 548"/>
              <p:cNvSpPr>
                <a:spLocks/>
              </p:cNvSpPr>
              <p:nvPr/>
            </p:nvSpPr>
            <p:spPr bwMode="auto">
              <a:xfrm flipH="1">
                <a:off x="10240045" y="8241072"/>
                <a:ext cx="457201" cy="73025"/>
              </a:xfrm>
              <a:custGeom>
                <a:avLst/>
                <a:gdLst>
                  <a:gd name="T0" fmla="*/ 765684263 w 273"/>
                  <a:gd name="T1" fmla="*/ 0 h 46"/>
                  <a:gd name="T2" fmla="*/ 381440387 w 273"/>
                  <a:gd name="T3" fmla="*/ 115927199 h 46"/>
                  <a:gd name="T4" fmla="*/ 0 w 273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46"/>
                  <a:gd name="T11" fmla="*/ 273 w 273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46">
                    <a:moveTo>
                      <a:pt x="273" y="0"/>
                    </a:moveTo>
                    <a:cubicBezTo>
                      <a:pt x="227" y="23"/>
                      <a:pt x="181" y="46"/>
                      <a:pt x="136" y="46"/>
                    </a:cubicBezTo>
                    <a:cubicBezTo>
                      <a:pt x="91" y="46"/>
                      <a:pt x="30" y="15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8" name="Freeform 548"/>
              <p:cNvSpPr>
                <a:spLocks/>
              </p:cNvSpPr>
              <p:nvPr/>
            </p:nvSpPr>
            <p:spPr bwMode="auto">
              <a:xfrm flipH="1">
                <a:off x="10258966" y="8535148"/>
                <a:ext cx="457201" cy="73025"/>
              </a:xfrm>
              <a:custGeom>
                <a:avLst/>
                <a:gdLst>
                  <a:gd name="T0" fmla="*/ 765684263 w 273"/>
                  <a:gd name="T1" fmla="*/ 0 h 46"/>
                  <a:gd name="T2" fmla="*/ 381440387 w 273"/>
                  <a:gd name="T3" fmla="*/ 115927199 h 46"/>
                  <a:gd name="T4" fmla="*/ 0 w 273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46"/>
                  <a:gd name="T11" fmla="*/ 273 w 273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46">
                    <a:moveTo>
                      <a:pt x="273" y="0"/>
                    </a:moveTo>
                    <a:cubicBezTo>
                      <a:pt x="227" y="23"/>
                      <a:pt x="181" y="46"/>
                      <a:pt x="136" y="46"/>
                    </a:cubicBezTo>
                    <a:cubicBezTo>
                      <a:pt x="91" y="46"/>
                      <a:pt x="30" y="15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9" name="Line 560"/>
              <p:cNvSpPr>
                <a:spLocks noChangeShapeType="1"/>
              </p:cNvSpPr>
              <p:nvPr/>
            </p:nvSpPr>
            <p:spPr bwMode="auto">
              <a:xfrm flipH="1">
                <a:off x="10496549" y="4422777"/>
                <a:ext cx="0" cy="4681538"/>
              </a:xfrm>
              <a:prstGeom prst="line">
                <a:avLst/>
              </a:prstGeom>
              <a:noFill/>
              <a:ln w="12700">
                <a:solidFill>
                  <a:srgbClr val="808000"/>
                </a:solidFill>
                <a:prstDash val="lgDashDot"/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20" name="Rectangle 33"/>
              <p:cNvSpPr>
                <a:spLocks noChangeArrowheads="1"/>
              </p:cNvSpPr>
              <p:nvPr/>
            </p:nvSpPr>
            <p:spPr bwMode="auto">
              <a:xfrm>
                <a:off x="550866" y="30163"/>
                <a:ext cx="1317625" cy="163512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b="1" dirty="0">
                    <a:latin typeface="Arial" charset="0"/>
                  </a:rPr>
                  <a:t>Communication Rack-A </a:t>
                </a:r>
                <a:endParaRPr lang="ko-KR" altLang="ko-KR" dirty="0"/>
              </a:p>
            </p:txBody>
          </p:sp>
          <p:sp>
            <p:nvSpPr>
              <p:cNvPr id="21" name="Freeform 542"/>
              <p:cNvSpPr>
                <a:spLocks/>
              </p:cNvSpPr>
              <p:nvPr/>
            </p:nvSpPr>
            <p:spPr bwMode="auto">
              <a:xfrm flipH="1">
                <a:off x="10266364" y="6869113"/>
                <a:ext cx="457201" cy="73025"/>
              </a:xfrm>
              <a:custGeom>
                <a:avLst/>
                <a:gdLst>
                  <a:gd name="T0" fmla="*/ 765684263 w 273"/>
                  <a:gd name="T1" fmla="*/ 0 h 46"/>
                  <a:gd name="T2" fmla="*/ 381440387 w 273"/>
                  <a:gd name="T3" fmla="*/ 115927199 h 46"/>
                  <a:gd name="T4" fmla="*/ 0 w 273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46"/>
                  <a:gd name="T11" fmla="*/ 273 w 273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46">
                    <a:moveTo>
                      <a:pt x="273" y="0"/>
                    </a:moveTo>
                    <a:cubicBezTo>
                      <a:pt x="227" y="23"/>
                      <a:pt x="181" y="46"/>
                      <a:pt x="136" y="46"/>
                    </a:cubicBezTo>
                    <a:cubicBezTo>
                      <a:pt x="91" y="46"/>
                      <a:pt x="30" y="15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22" name="Freeform 543"/>
              <p:cNvSpPr>
                <a:spLocks/>
              </p:cNvSpPr>
              <p:nvPr/>
            </p:nvSpPr>
            <p:spPr bwMode="auto">
              <a:xfrm flipH="1">
                <a:off x="10266364" y="7013576"/>
                <a:ext cx="457201" cy="73025"/>
              </a:xfrm>
              <a:custGeom>
                <a:avLst/>
                <a:gdLst>
                  <a:gd name="T0" fmla="*/ 765684263 w 273"/>
                  <a:gd name="T1" fmla="*/ 0 h 46"/>
                  <a:gd name="T2" fmla="*/ 381440387 w 273"/>
                  <a:gd name="T3" fmla="*/ 115927199 h 46"/>
                  <a:gd name="T4" fmla="*/ 0 w 273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46"/>
                  <a:gd name="T11" fmla="*/ 273 w 273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46">
                    <a:moveTo>
                      <a:pt x="273" y="0"/>
                    </a:moveTo>
                    <a:cubicBezTo>
                      <a:pt x="227" y="23"/>
                      <a:pt x="181" y="46"/>
                      <a:pt x="136" y="46"/>
                    </a:cubicBezTo>
                    <a:cubicBezTo>
                      <a:pt x="91" y="46"/>
                      <a:pt x="30" y="15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23" name="Freeform 544"/>
              <p:cNvSpPr>
                <a:spLocks/>
              </p:cNvSpPr>
              <p:nvPr/>
            </p:nvSpPr>
            <p:spPr bwMode="auto">
              <a:xfrm flipH="1">
                <a:off x="10266364" y="8710139"/>
                <a:ext cx="457201" cy="73025"/>
              </a:xfrm>
              <a:custGeom>
                <a:avLst/>
                <a:gdLst>
                  <a:gd name="T0" fmla="*/ 765684263 w 273"/>
                  <a:gd name="T1" fmla="*/ 0 h 46"/>
                  <a:gd name="T2" fmla="*/ 381440387 w 273"/>
                  <a:gd name="T3" fmla="*/ 115927199 h 46"/>
                  <a:gd name="T4" fmla="*/ 0 w 273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46"/>
                  <a:gd name="T11" fmla="*/ 273 w 273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46">
                    <a:moveTo>
                      <a:pt x="273" y="0"/>
                    </a:moveTo>
                    <a:cubicBezTo>
                      <a:pt x="227" y="23"/>
                      <a:pt x="181" y="46"/>
                      <a:pt x="136" y="46"/>
                    </a:cubicBezTo>
                    <a:cubicBezTo>
                      <a:pt x="91" y="46"/>
                      <a:pt x="30" y="15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24" name="Freeform 545"/>
              <p:cNvSpPr>
                <a:spLocks/>
              </p:cNvSpPr>
              <p:nvPr/>
            </p:nvSpPr>
            <p:spPr bwMode="auto">
              <a:xfrm flipH="1">
                <a:off x="10266364" y="8854600"/>
                <a:ext cx="457201" cy="73025"/>
              </a:xfrm>
              <a:custGeom>
                <a:avLst/>
                <a:gdLst>
                  <a:gd name="T0" fmla="*/ 765684263 w 273"/>
                  <a:gd name="T1" fmla="*/ 0 h 46"/>
                  <a:gd name="T2" fmla="*/ 381440387 w 273"/>
                  <a:gd name="T3" fmla="*/ 115927199 h 46"/>
                  <a:gd name="T4" fmla="*/ 0 w 273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46"/>
                  <a:gd name="T11" fmla="*/ 273 w 273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46">
                    <a:moveTo>
                      <a:pt x="273" y="0"/>
                    </a:moveTo>
                    <a:cubicBezTo>
                      <a:pt x="227" y="23"/>
                      <a:pt x="181" y="46"/>
                      <a:pt x="136" y="46"/>
                    </a:cubicBezTo>
                    <a:cubicBezTo>
                      <a:pt x="91" y="46"/>
                      <a:pt x="30" y="15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25" name="Freeform 548"/>
              <p:cNvSpPr>
                <a:spLocks/>
              </p:cNvSpPr>
              <p:nvPr/>
            </p:nvSpPr>
            <p:spPr bwMode="auto">
              <a:xfrm flipH="1">
                <a:off x="10260018" y="8377815"/>
                <a:ext cx="457201" cy="73025"/>
              </a:xfrm>
              <a:custGeom>
                <a:avLst/>
                <a:gdLst>
                  <a:gd name="T0" fmla="*/ 765684263 w 273"/>
                  <a:gd name="T1" fmla="*/ 0 h 46"/>
                  <a:gd name="T2" fmla="*/ 381440387 w 273"/>
                  <a:gd name="T3" fmla="*/ 115927199 h 46"/>
                  <a:gd name="T4" fmla="*/ 0 w 273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46"/>
                  <a:gd name="T11" fmla="*/ 273 w 273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46">
                    <a:moveTo>
                      <a:pt x="273" y="0"/>
                    </a:moveTo>
                    <a:cubicBezTo>
                      <a:pt x="227" y="23"/>
                      <a:pt x="181" y="46"/>
                      <a:pt x="136" y="46"/>
                    </a:cubicBezTo>
                    <a:cubicBezTo>
                      <a:pt x="91" y="46"/>
                      <a:pt x="30" y="15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26" name="Freeform 550"/>
              <p:cNvSpPr>
                <a:spLocks/>
              </p:cNvSpPr>
              <p:nvPr/>
            </p:nvSpPr>
            <p:spPr bwMode="auto">
              <a:xfrm flipH="1">
                <a:off x="10271125" y="7954964"/>
                <a:ext cx="458788" cy="73025"/>
              </a:xfrm>
              <a:custGeom>
                <a:avLst/>
                <a:gdLst>
                  <a:gd name="T0" fmla="*/ 771012426 w 273"/>
                  <a:gd name="T1" fmla="*/ 0 h 46"/>
                  <a:gd name="T2" fmla="*/ 384094558 w 273"/>
                  <a:gd name="T3" fmla="*/ 115927199 h 46"/>
                  <a:gd name="T4" fmla="*/ 0 w 273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46"/>
                  <a:gd name="T11" fmla="*/ 273 w 273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46">
                    <a:moveTo>
                      <a:pt x="273" y="0"/>
                    </a:moveTo>
                    <a:cubicBezTo>
                      <a:pt x="227" y="23"/>
                      <a:pt x="181" y="46"/>
                      <a:pt x="136" y="46"/>
                    </a:cubicBezTo>
                    <a:cubicBezTo>
                      <a:pt x="91" y="46"/>
                      <a:pt x="30" y="15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27" name="Freeform 551"/>
              <p:cNvSpPr>
                <a:spLocks/>
              </p:cNvSpPr>
              <p:nvPr/>
            </p:nvSpPr>
            <p:spPr bwMode="auto">
              <a:xfrm flipH="1">
                <a:off x="10266364" y="7349353"/>
                <a:ext cx="457201" cy="73025"/>
              </a:xfrm>
              <a:custGeom>
                <a:avLst/>
                <a:gdLst>
                  <a:gd name="T0" fmla="*/ 765684263 w 273"/>
                  <a:gd name="T1" fmla="*/ 0 h 46"/>
                  <a:gd name="T2" fmla="*/ 381440387 w 273"/>
                  <a:gd name="T3" fmla="*/ 115927199 h 46"/>
                  <a:gd name="T4" fmla="*/ 0 w 273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46"/>
                  <a:gd name="T11" fmla="*/ 273 w 273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46">
                    <a:moveTo>
                      <a:pt x="273" y="0"/>
                    </a:moveTo>
                    <a:cubicBezTo>
                      <a:pt x="227" y="23"/>
                      <a:pt x="181" y="46"/>
                      <a:pt x="136" y="46"/>
                    </a:cubicBezTo>
                    <a:cubicBezTo>
                      <a:pt x="91" y="46"/>
                      <a:pt x="30" y="15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28" name="Freeform 552"/>
              <p:cNvSpPr>
                <a:spLocks/>
              </p:cNvSpPr>
              <p:nvPr/>
            </p:nvSpPr>
            <p:spPr bwMode="auto">
              <a:xfrm flipH="1">
                <a:off x="10262667" y="4061823"/>
                <a:ext cx="458788" cy="73025"/>
              </a:xfrm>
              <a:custGeom>
                <a:avLst/>
                <a:gdLst>
                  <a:gd name="T0" fmla="*/ 771012426 w 273"/>
                  <a:gd name="T1" fmla="*/ 0 h 46"/>
                  <a:gd name="T2" fmla="*/ 384094558 w 273"/>
                  <a:gd name="T3" fmla="*/ 115927199 h 46"/>
                  <a:gd name="T4" fmla="*/ 0 w 273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46"/>
                  <a:gd name="T11" fmla="*/ 273 w 273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46">
                    <a:moveTo>
                      <a:pt x="273" y="0"/>
                    </a:moveTo>
                    <a:cubicBezTo>
                      <a:pt x="227" y="23"/>
                      <a:pt x="181" y="46"/>
                      <a:pt x="136" y="46"/>
                    </a:cubicBezTo>
                    <a:cubicBezTo>
                      <a:pt x="91" y="46"/>
                      <a:pt x="30" y="15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29" name="Freeform 553"/>
              <p:cNvSpPr>
                <a:spLocks/>
              </p:cNvSpPr>
              <p:nvPr/>
            </p:nvSpPr>
            <p:spPr bwMode="auto">
              <a:xfrm flipH="1">
                <a:off x="10257906" y="4209461"/>
                <a:ext cx="457201" cy="73025"/>
              </a:xfrm>
              <a:custGeom>
                <a:avLst/>
                <a:gdLst>
                  <a:gd name="T0" fmla="*/ 765684263 w 273"/>
                  <a:gd name="T1" fmla="*/ 0 h 46"/>
                  <a:gd name="T2" fmla="*/ 381440387 w 273"/>
                  <a:gd name="T3" fmla="*/ 115927199 h 46"/>
                  <a:gd name="T4" fmla="*/ 0 w 273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46"/>
                  <a:gd name="T11" fmla="*/ 273 w 273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46">
                    <a:moveTo>
                      <a:pt x="273" y="0"/>
                    </a:moveTo>
                    <a:cubicBezTo>
                      <a:pt x="227" y="23"/>
                      <a:pt x="181" y="46"/>
                      <a:pt x="136" y="46"/>
                    </a:cubicBezTo>
                    <a:cubicBezTo>
                      <a:pt x="91" y="46"/>
                      <a:pt x="30" y="15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30" name="Freeform 554"/>
              <p:cNvSpPr>
                <a:spLocks/>
              </p:cNvSpPr>
              <p:nvPr/>
            </p:nvSpPr>
            <p:spPr bwMode="auto">
              <a:xfrm flipH="1">
                <a:off x="10266364" y="5357813"/>
                <a:ext cx="457201" cy="73025"/>
              </a:xfrm>
              <a:custGeom>
                <a:avLst/>
                <a:gdLst>
                  <a:gd name="T0" fmla="*/ 765684263 w 273"/>
                  <a:gd name="T1" fmla="*/ 0 h 46"/>
                  <a:gd name="T2" fmla="*/ 381440387 w 273"/>
                  <a:gd name="T3" fmla="*/ 115927199 h 46"/>
                  <a:gd name="T4" fmla="*/ 0 w 273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46"/>
                  <a:gd name="T11" fmla="*/ 273 w 273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46">
                    <a:moveTo>
                      <a:pt x="273" y="0"/>
                    </a:moveTo>
                    <a:cubicBezTo>
                      <a:pt x="227" y="23"/>
                      <a:pt x="181" y="46"/>
                      <a:pt x="136" y="46"/>
                    </a:cubicBezTo>
                    <a:cubicBezTo>
                      <a:pt x="91" y="46"/>
                      <a:pt x="30" y="15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31" name="Freeform 555"/>
              <p:cNvSpPr>
                <a:spLocks/>
              </p:cNvSpPr>
              <p:nvPr/>
            </p:nvSpPr>
            <p:spPr bwMode="auto">
              <a:xfrm flipH="1">
                <a:off x="10266364" y="5502276"/>
                <a:ext cx="457201" cy="73025"/>
              </a:xfrm>
              <a:custGeom>
                <a:avLst/>
                <a:gdLst>
                  <a:gd name="T0" fmla="*/ 765684263 w 273"/>
                  <a:gd name="T1" fmla="*/ 0 h 46"/>
                  <a:gd name="T2" fmla="*/ 381440387 w 273"/>
                  <a:gd name="T3" fmla="*/ 115927199 h 46"/>
                  <a:gd name="T4" fmla="*/ 0 w 273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46"/>
                  <a:gd name="T11" fmla="*/ 273 w 273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46">
                    <a:moveTo>
                      <a:pt x="273" y="0"/>
                    </a:moveTo>
                    <a:cubicBezTo>
                      <a:pt x="227" y="23"/>
                      <a:pt x="181" y="46"/>
                      <a:pt x="136" y="46"/>
                    </a:cubicBezTo>
                    <a:cubicBezTo>
                      <a:pt x="91" y="46"/>
                      <a:pt x="30" y="15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32" name="Oval 556"/>
              <p:cNvSpPr>
                <a:spLocks noChangeArrowheads="1"/>
              </p:cNvSpPr>
              <p:nvPr/>
            </p:nvSpPr>
            <p:spPr bwMode="auto">
              <a:xfrm flipH="1">
                <a:off x="10688638" y="3994654"/>
                <a:ext cx="76201" cy="71438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 wrap="none" lIns="91416" tIns="45708" rIns="91416" bIns="45708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33" name="Oval 557"/>
              <p:cNvSpPr>
                <a:spLocks noChangeArrowheads="1"/>
              </p:cNvSpPr>
              <p:nvPr/>
            </p:nvSpPr>
            <p:spPr bwMode="auto">
              <a:xfrm flipH="1">
                <a:off x="10688638" y="4139116"/>
                <a:ext cx="76201" cy="71438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 wrap="none" lIns="91416" tIns="45708" rIns="91416" bIns="45708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34" name="Oval 558"/>
              <p:cNvSpPr>
                <a:spLocks noChangeArrowheads="1"/>
              </p:cNvSpPr>
              <p:nvPr/>
            </p:nvSpPr>
            <p:spPr bwMode="auto">
              <a:xfrm flipH="1">
                <a:off x="10688638" y="5316539"/>
                <a:ext cx="76201" cy="71438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 wrap="none" lIns="91416" tIns="45708" rIns="91416" bIns="45708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35" name="Oval 559"/>
              <p:cNvSpPr>
                <a:spLocks noChangeArrowheads="1"/>
              </p:cNvSpPr>
              <p:nvPr/>
            </p:nvSpPr>
            <p:spPr bwMode="auto">
              <a:xfrm flipH="1">
                <a:off x="10688638" y="5461000"/>
                <a:ext cx="76201" cy="71438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 wrap="none" lIns="91416" tIns="45708" rIns="91416" bIns="45708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36" name="Oval 561"/>
              <p:cNvSpPr>
                <a:spLocks noChangeArrowheads="1"/>
              </p:cNvSpPr>
              <p:nvPr/>
            </p:nvSpPr>
            <p:spPr bwMode="auto">
              <a:xfrm flipH="1">
                <a:off x="10688638" y="6827837"/>
                <a:ext cx="76201" cy="71438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 wrap="none" lIns="91416" tIns="45708" rIns="91416" bIns="45708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37" name="Oval 562"/>
              <p:cNvSpPr>
                <a:spLocks noChangeArrowheads="1"/>
              </p:cNvSpPr>
              <p:nvPr/>
            </p:nvSpPr>
            <p:spPr bwMode="auto">
              <a:xfrm flipH="1">
                <a:off x="10688638" y="6972300"/>
                <a:ext cx="76201" cy="71438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 wrap="none" lIns="91416" tIns="45708" rIns="91416" bIns="45708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38" name="Oval 563"/>
              <p:cNvSpPr>
                <a:spLocks noChangeArrowheads="1"/>
              </p:cNvSpPr>
              <p:nvPr/>
            </p:nvSpPr>
            <p:spPr bwMode="auto">
              <a:xfrm flipH="1">
                <a:off x="10688638" y="8668863"/>
                <a:ext cx="76201" cy="71438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 wrap="none" lIns="91416" tIns="45708" rIns="91416" bIns="45708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39" name="Oval 564"/>
              <p:cNvSpPr>
                <a:spLocks noChangeArrowheads="1"/>
              </p:cNvSpPr>
              <p:nvPr/>
            </p:nvSpPr>
            <p:spPr bwMode="auto">
              <a:xfrm flipH="1">
                <a:off x="10688638" y="8813324"/>
                <a:ext cx="76201" cy="71438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 wrap="none" lIns="91416" tIns="45708" rIns="91416" bIns="45708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40" name="Oval 567"/>
              <p:cNvSpPr>
                <a:spLocks noChangeArrowheads="1"/>
              </p:cNvSpPr>
              <p:nvPr/>
            </p:nvSpPr>
            <p:spPr bwMode="auto">
              <a:xfrm flipH="1">
                <a:off x="10682294" y="8336540"/>
                <a:ext cx="76201" cy="71438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 wrap="none" lIns="91416" tIns="45708" rIns="91416" bIns="45708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41" name="Oval 569"/>
              <p:cNvSpPr>
                <a:spLocks noChangeArrowheads="1"/>
              </p:cNvSpPr>
              <p:nvPr/>
            </p:nvSpPr>
            <p:spPr bwMode="auto">
              <a:xfrm flipH="1">
                <a:off x="10693400" y="7913688"/>
                <a:ext cx="76201" cy="71438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 wrap="none" lIns="91416" tIns="45708" rIns="91416" bIns="45708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42" name="Oval 570"/>
              <p:cNvSpPr>
                <a:spLocks noChangeArrowheads="1"/>
              </p:cNvSpPr>
              <p:nvPr/>
            </p:nvSpPr>
            <p:spPr bwMode="auto">
              <a:xfrm flipH="1">
                <a:off x="10688638" y="7308077"/>
                <a:ext cx="76201" cy="71438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 wrap="none" lIns="91416" tIns="45708" rIns="91416" bIns="45708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43" name="Rectangle 2"/>
              <p:cNvSpPr>
                <a:spLocks noChangeArrowheads="1"/>
              </p:cNvSpPr>
              <p:nvPr/>
            </p:nvSpPr>
            <p:spPr bwMode="auto">
              <a:xfrm flipH="1">
                <a:off x="401638" y="246063"/>
                <a:ext cx="1655761" cy="7862888"/>
              </a:xfrm>
              <a:prstGeom prst="rect">
                <a:avLst/>
              </a:prstGeom>
              <a:solidFill>
                <a:srgbClr val="FFFF99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1416" tIns="45708" rIns="91416" bIns="45708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44" name="Rectangle 5"/>
              <p:cNvSpPr>
                <a:spLocks noChangeArrowheads="1"/>
              </p:cNvSpPr>
              <p:nvPr/>
            </p:nvSpPr>
            <p:spPr bwMode="auto">
              <a:xfrm>
                <a:off x="5322367" y="347169"/>
                <a:ext cx="1317625" cy="28733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 err="1">
                    <a:latin typeface="Arial" charset="0"/>
                  </a:rPr>
                  <a:t>Wimx</a:t>
                </a:r>
                <a:endParaRPr lang="ko-KR" altLang="ko-KR" dirty="0"/>
              </a:p>
            </p:txBody>
          </p:sp>
          <p:sp>
            <p:nvSpPr>
              <p:cNvPr id="45" name="Line 6"/>
              <p:cNvSpPr>
                <a:spLocks noChangeShapeType="1"/>
              </p:cNvSpPr>
              <p:nvPr/>
            </p:nvSpPr>
            <p:spPr bwMode="auto">
              <a:xfrm flipH="1" flipV="1">
                <a:off x="1985963" y="5356225"/>
                <a:ext cx="8280400" cy="0"/>
              </a:xfrm>
              <a:prstGeom prst="line">
                <a:avLst/>
              </a:prstGeom>
              <a:noFill/>
              <a:ln w="25400">
                <a:solidFill>
                  <a:srgbClr val="808000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6" name="Line 7"/>
              <p:cNvSpPr>
                <a:spLocks noChangeShapeType="1"/>
              </p:cNvSpPr>
              <p:nvPr/>
            </p:nvSpPr>
            <p:spPr bwMode="auto">
              <a:xfrm flipH="1" flipV="1">
                <a:off x="1985963" y="5500688"/>
                <a:ext cx="8280400" cy="0"/>
              </a:xfrm>
              <a:prstGeom prst="line">
                <a:avLst/>
              </a:prstGeom>
              <a:noFill/>
              <a:ln w="25400">
                <a:solidFill>
                  <a:srgbClr val="FFCC00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7" name="Rectangle 10"/>
              <p:cNvSpPr>
                <a:spLocks noChangeArrowheads="1"/>
              </p:cNvSpPr>
              <p:nvPr/>
            </p:nvSpPr>
            <p:spPr bwMode="auto">
              <a:xfrm>
                <a:off x="5554664" y="5394326"/>
                <a:ext cx="655638" cy="9683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CPO ADDRESS, ACT</a:t>
                </a:r>
                <a:endParaRPr lang="ko-KR" altLang="ko-KR" dirty="0"/>
              </a:p>
            </p:txBody>
          </p:sp>
          <p:sp>
            <p:nvSpPr>
              <p:cNvPr id="48" name="Rectangle 11"/>
              <p:cNvSpPr>
                <a:spLocks noChangeArrowheads="1"/>
              </p:cNvSpPr>
              <p:nvPr/>
            </p:nvSpPr>
            <p:spPr bwMode="auto">
              <a:xfrm>
                <a:off x="5446716" y="5251450"/>
                <a:ext cx="1081087" cy="7143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IC Audio &amp; Signal, PA Audio</a:t>
                </a:r>
                <a:endParaRPr lang="ko-KR" altLang="ko-KR" dirty="0"/>
              </a:p>
            </p:txBody>
          </p:sp>
          <p:grpSp>
            <p:nvGrpSpPr>
              <p:cNvPr id="49" name="Group 12"/>
              <p:cNvGrpSpPr>
                <a:grpSpLocks/>
              </p:cNvGrpSpPr>
              <p:nvPr/>
            </p:nvGrpSpPr>
            <p:grpSpPr bwMode="auto">
              <a:xfrm>
                <a:off x="5297488" y="606425"/>
                <a:ext cx="1263650" cy="431800"/>
                <a:chOff x="5877" y="427"/>
                <a:chExt cx="953" cy="318"/>
              </a:xfrm>
            </p:grpSpPr>
            <p:sp>
              <p:nvSpPr>
                <p:cNvPr id="377" name="Freeform 13"/>
                <p:cNvSpPr>
                  <a:spLocks/>
                </p:cNvSpPr>
                <p:nvPr/>
              </p:nvSpPr>
              <p:spPr bwMode="auto">
                <a:xfrm>
                  <a:off x="5968" y="427"/>
                  <a:ext cx="816" cy="272"/>
                </a:xfrm>
                <a:custGeom>
                  <a:avLst/>
                  <a:gdLst>
                    <a:gd name="T0" fmla="*/ 0 w 771"/>
                    <a:gd name="T1" fmla="*/ 326 h 227"/>
                    <a:gd name="T2" fmla="*/ 203 w 771"/>
                    <a:gd name="T3" fmla="*/ 131 h 227"/>
                    <a:gd name="T4" fmla="*/ 305 w 771"/>
                    <a:gd name="T5" fmla="*/ 65 h 227"/>
                    <a:gd name="T6" fmla="*/ 457 w 771"/>
                    <a:gd name="T7" fmla="*/ 0 h 227"/>
                    <a:gd name="T8" fmla="*/ 559 w 771"/>
                    <a:gd name="T9" fmla="*/ 0 h 227"/>
                    <a:gd name="T10" fmla="*/ 659 w 771"/>
                    <a:gd name="T11" fmla="*/ 131 h 227"/>
                    <a:gd name="T12" fmla="*/ 711 w 771"/>
                    <a:gd name="T13" fmla="*/ 195 h 227"/>
                    <a:gd name="T14" fmla="*/ 812 w 771"/>
                    <a:gd name="T15" fmla="*/ 260 h 227"/>
                    <a:gd name="T16" fmla="*/ 864 w 771"/>
                    <a:gd name="T17" fmla="*/ 326 h 227"/>
                    <a:gd name="T18" fmla="*/ 0 w 771"/>
                    <a:gd name="T19" fmla="*/ 326 h 227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771"/>
                    <a:gd name="T31" fmla="*/ 0 h 227"/>
                    <a:gd name="T32" fmla="*/ 771 w 771"/>
                    <a:gd name="T33" fmla="*/ 227 h 227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771" h="227">
                      <a:moveTo>
                        <a:pt x="0" y="227"/>
                      </a:moveTo>
                      <a:lnTo>
                        <a:pt x="181" y="91"/>
                      </a:lnTo>
                      <a:lnTo>
                        <a:pt x="272" y="45"/>
                      </a:lnTo>
                      <a:lnTo>
                        <a:pt x="408" y="0"/>
                      </a:lnTo>
                      <a:lnTo>
                        <a:pt x="499" y="0"/>
                      </a:lnTo>
                      <a:lnTo>
                        <a:pt x="589" y="91"/>
                      </a:lnTo>
                      <a:lnTo>
                        <a:pt x="635" y="136"/>
                      </a:lnTo>
                      <a:lnTo>
                        <a:pt x="725" y="181"/>
                      </a:lnTo>
                      <a:lnTo>
                        <a:pt x="771" y="227"/>
                      </a:lnTo>
                      <a:lnTo>
                        <a:pt x="0" y="227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DDDDDD"/>
                    </a:gs>
                  </a:gsLst>
                  <a:lin ang="5400000" scaled="1"/>
                </a:gradFill>
                <a:ln w="63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378" name="Rectangle 14"/>
                <p:cNvSpPr>
                  <a:spLocks noChangeArrowheads="1"/>
                </p:cNvSpPr>
                <p:nvPr/>
              </p:nvSpPr>
              <p:spPr bwMode="auto">
                <a:xfrm rot="10800000">
                  <a:off x="5877" y="695"/>
                  <a:ext cx="953" cy="50"/>
                </a:xfrm>
                <a:prstGeom prst="rect">
                  <a:avLst/>
                </a:prstGeom>
                <a:gradFill rotWithShape="1">
                  <a:gsLst>
                    <a:gs pos="0">
                      <a:srgbClr val="808080"/>
                    </a:gs>
                    <a:gs pos="50000">
                      <a:srgbClr val="DDDDDD"/>
                    </a:gs>
                    <a:gs pos="100000">
                      <a:srgbClr val="808080"/>
                    </a:gs>
                  </a:gsLst>
                  <a:lin ang="0" scaled="1"/>
                </a:gra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50" name="Line 15"/>
              <p:cNvSpPr>
                <a:spLocks noChangeShapeType="1"/>
              </p:cNvSpPr>
              <p:nvPr/>
            </p:nvSpPr>
            <p:spPr bwMode="auto">
              <a:xfrm flipH="1">
                <a:off x="5969266" y="939802"/>
                <a:ext cx="1588" cy="401639"/>
              </a:xfrm>
              <a:prstGeom prst="line">
                <a:avLst/>
              </a:prstGeom>
              <a:noFill/>
              <a:ln w="25400">
                <a:solidFill>
                  <a:srgbClr val="3366FF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51" name="Oval 17"/>
              <p:cNvSpPr>
                <a:spLocks noChangeArrowheads="1"/>
              </p:cNvSpPr>
              <p:nvPr/>
            </p:nvSpPr>
            <p:spPr bwMode="auto">
              <a:xfrm>
                <a:off x="5897831" y="1204915"/>
                <a:ext cx="144461" cy="144461"/>
              </a:xfrm>
              <a:prstGeom prst="ellipse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91416" tIns="45708" rIns="91416" bIns="45708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A</a:t>
                </a:r>
                <a:endParaRPr lang="ko-KR" altLang="ko-KR" dirty="0"/>
              </a:p>
            </p:txBody>
          </p:sp>
          <p:grpSp>
            <p:nvGrpSpPr>
              <p:cNvPr id="52" name="Group 22"/>
              <p:cNvGrpSpPr>
                <a:grpSpLocks/>
              </p:cNvGrpSpPr>
              <p:nvPr/>
            </p:nvGrpSpPr>
            <p:grpSpPr bwMode="auto">
              <a:xfrm>
                <a:off x="5934340" y="801688"/>
                <a:ext cx="71438" cy="138112"/>
                <a:chOff x="3016" y="2523"/>
                <a:chExt cx="91" cy="46"/>
              </a:xfrm>
            </p:grpSpPr>
            <p:sp>
              <p:nvSpPr>
                <p:cNvPr id="375" name="Line 23"/>
                <p:cNvSpPr>
                  <a:spLocks noChangeShapeType="1"/>
                </p:cNvSpPr>
                <p:nvPr/>
              </p:nvSpPr>
              <p:spPr bwMode="auto">
                <a:xfrm>
                  <a:off x="3016" y="2523"/>
                  <a:ext cx="46" cy="46"/>
                </a:xfrm>
                <a:prstGeom prst="line">
                  <a:avLst/>
                </a:prstGeom>
                <a:noFill/>
                <a:ln w="25400">
                  <a:solidFill>
                    <a:srgbClr val="3366FF"/>
                  </a:solidFill>
                  <a:round/>
                  <a:headEnd/>
                  <a:tailEnd type="none" w="med" len="lg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376" name="Line 24"/>
                <p:cNvSpPr>
                  <a:spLocks noChangeShapeType="1"/>
                </p:cNvSpPr>
                <p:nvPr/>
              </p:nvSpPr>
              <p:spPr bwMode="auto">
                <a:xfrm flipH="1">
                  <a:off x="3062" y="2523"/>
                  <a:ext cx="45" cy="46"/>
                </a:xfrm>
                <a:prstGeom prst="line">
                  <a:avLst/>
                </a:prstGeom>
                <a:noFill/>
                <a:ln w="25400">
                  <a:solidFill>
                    <a:srgbClr val="3366FF"/>
                  </a:solidFill>
                  <a:round/>
                  <a:headEnd/>
                  <a:tailEnd type="none" w="med" len="lg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sp>
            <p:nvSpPr>
              <p:cNvPr id="53" name="Rectangle 27"/>
              <p:cNvSpPr>
                <a:spLocks noChangeArrowheads="1"/>
              </p:cNvSpPr>
              <p:nvPr/>
            </p:nvSpPr>
            <p:spPr bwMode="auto">
              <a:xfrm>
                <a:off x="6450014" y="3913692"/>
                <a:ext cx="657225" cy="87313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PEI ADDRESS, CALL</a:t>
                </a:r>
                <a:endParaRPr lang="ko-KR" altLang="ko-KR" dirty="0"/>
              </a:p>
            </p:txBody>
          </p:sp>
          <p:sp>
            <p:nvSpPr>
              <p:cNvPr id="54" name="Rectangle 32"/>
              <p:cNvSpPr>
                <a:spLocks noChangeArrowheads="1"/>
              </p:cNvSpPr>
              <p:nvPr/>
            </p:nvSpPr>
            <p:spPr bwMode="auto">
              <a:xfrm rot="16200000" flipH="1">
                <a:off x="-92074" y="3740151"/>
                <a:ext cx="1203325" cy="69850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BACK PLAN BOARD</a:t>
                </a:r>
                <a:endParaRPr lang="ko-KR" altLang="ko-KR" dirty="0"/>
              </a:p>
            </p:txBody>
          </p:sp>
          <p:sp>
            <p:nvSpPr>
              <p:cNvPr id="55" name="Rectangle 34"/>
              <p:cNvSpPr>
                <a:spLocks noChangeArrowheads="1"/>
              </p:cNvSpPr>
              <p:nvPr/>
            </p:nvSpPr>
            <p:spPr bwMode="auto">
              <a:xfrm>
                <a:off x="2214566" y="1947865"/>
                <a:ext cx="693737" cy="16827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Digital Video Signal</a:t>
                </a:r>
                <a:endParaRPr lang="ko-KR" altLang="ko-KR" dirty="0"/>
              </a:p>
            </p:txBody>
          </p:sp>
          <p:sp>
            <p:nvSpPr>
              <p:cNvPr id="56" name="Line 35"/>
              <p:cNvSpPr>
                <a:spLocks noChangeShapeType="1"/>
              </p:cNvSpPr>
              <p:nvPr/>
            </p:nvSpPr>
            <p:spPr bwMode="auto">
              <a:xfrm flipV="1">
                <a:off x="1985964" y="2092325"/>
                <a:ext cx="1295400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arrow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57" name="Rectangle 40"/>
              <p:cNvSpPr>
                <a:spLocks noChangeArrowheads="1"/>
              </p:cNvSpPr>
              <p:nvPr/>
            </p:nvSpPr>
            <p:spPr bwMode="auto">
              <a:xfrm>
                <a:off x="2017713" y="336550"/>
                <a:ext cx="695326" cy="215900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DC 37.5V</a:t>
                </a:r>
                <a:endParaRPr lang="ko-KR" altLang="ko-KR" dirty="0"/>
              </a:p>
            </p:txBody>
          </p:sp>
          <p:sp>
            <p:nvSpPr>
              <p:cNvPr id="58" name="Line 41"/>
              <p:cNvSpPr>
                <a:spLocks noChangeShapeType="1"/>
              </p:cNvSpPr>
              <p:nvPr/>
            </p:nvSpPr>
            <p:spPr bwMode="auto">
              <a:xfrm>
                <a:off x="1979615" y="533400"/>
                <a:ext cx="696912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 type="arrow" w="med" len="med"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59" name="Line 49"/>
              <p:cNvSpPr>
                <a:spLocks noChangeShapeType="1"/>
              </p:cNvSpPr>
              <p:nvPr/>
            </p:nvSpPr>
            <p:spPr bwMode="auto">
              <a:xfrm flipH="1" flipV="1">
                <a:off x="1985963" y="6438900"/>
                <a:ext cx="215900" cy="0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60" name="Line 50"/>
              <p:cNvSpPr>
                <a:spLocks noChangeShapeType="1"/>
              </p:cNvSpPr>
              <p:nvPr/>
            </p:nvSpPr>
            <p:spPr bwMode="auto">
              <a:xfrm>
                <a:off x="1985964" y="6294438"/>
                <a:ext cx="358775" cy="0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 type="arrow" w="med" len="med"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61" name="Line 53"/>
              <p:cNvSpPr>
                <a:spLocks noChangeShapeType="1"/>
              </p:cNvSpPr>
              <p:nvPr/>
            </p:nvSpPr>
            <p:spPr bwMode="auto">
              <a:xfrm flipH="1" flipV="1">
                <a:off x="2201863" y="6438903"/>
                <a:ext cx="0" cy="1800225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62" name="Line 54"/>
              <p:cNvSpPr>
                <a:spLocks noChangeShapeType="1"/>
              </p:cNvSpPr>
              <p:nvPr/>
            </p:nvSpPr>
            <p:spPr bwMode="auto">
              <a:xfrm flipH="1" flipV="1">
                <a:off x="2344738" y="6296026"/>
                <a:ext cx="0" cy="1943100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63" name="Rectangle 59"/>
              <p:cNvSpPr>
                <a:spLocks noChangeArrowheads="1"/>
              </p:cNvSpPr>
              <p:nvPr/>
            </p:nvSpPr>
            <p:spPr bwMode="auto">
              <a:xfrm flipH="1">
                <a:off x="1481138" y="2955928"/>
                <a:ext cx="504826" cy="3817255"/>
              </a:xfrm>
              <a:prstGeom prst="rect">
                <a:avLst/>
              </a:prstGeom>
              <a:solidFill>
                <a:srgbClr val="FF0000">
                  <a:alpha val="3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PAC</a:t>
                </a:r>
                <a:endParaRPr lang="ko-KR" altLang="ko-KR" dirty="0"/>
              </a:p>
            </p:txBody>
          </p:sp>
          <p:sp>
            <p:nvSpPr>
              <p:cNvPr id="64" name="Line 60"/>
              <p:cNvSpPr>
                <a:spLocks noChangeShapeType="1"/>
              </p:cNvSpPr>
              <p:nvPr/>
            </p:nvSpPr>
            <p:spPr bwMode="auto">
              <a:xfrm flipH="1">
                <a:off x="1985963" y="1762019"/>
                <a:ext cx="215900" cy="0"/>
              </a:xfrm>
              <a:prstGeom prst="line">
                <a:avLst/>
              </a:prstGeom>
              <a:noFill/>
              <a:ln w="25400">
                <a:solidFill>
                  <a:srgbClr val="99CCFF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65" name="Oval 61"/>
              <p:cNvSpPr>
                <a:spLocks noChangeArrowheads="1"/>
              </p:cNvSpPr>
              <p:nvPr/>
            </p:nvSpPr>
            <p:spPr bwMode="auto">
              <a:xfrm>
                <a:off x="2128841" y="1684235"/>
                <a:ext cx="144461" cy="155575"/>
              </a:xfrm>
              <a:prstGeom prst="ellipse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91416" tIns="45708" rIns="91416" bIns="45708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A</a:t>
                </a:r>
                <a:endParaRPr lang="ko-KR" altLang="ko-KR" dirty="0"/>
              </a:p>
            </p:txBody>
          </p:sp>
          <p:sp>
            <p:nvSpPr>
              <p:cNvPr id="66" name="Rectangle 64"/>
              <p:cNvSpPr>
                <a:spLocks noChangeArrowheads="1"/>
              </p:cNvSpPr>
              <p:nvPr/>
            </p:nvSpPr>
            <p:spPr bwMode="auto">
              <a:xfrm>
                <a:off x="2057401" y="3213100"/>
                <a:ext cx="657225" cy="74613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ODMETER</a:t>
                </a:r>
                <a:endParaRPr lang="ko-KR" altLang="ko-KR" dirty="0"/>
              </a:p>
            </p:txBody>
          </p:sp>
          <p:sp>
            <p:nvSpPr>
              <p:cNvPr id="67" name="Line 65"/>
              <p:cNvSpPr>
                <a:spLocks noChangeShapeType="1"/>
              </p:cNvSpPr>
              <p:nvPr/>
            </p:nvSpPr>
            <p:spPr bwMode="auto">
              <a:xfrm>
                <a:off x="1985966" y="3316289"/>
                <a:ext cx="719137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 type="arrow" w="med" len="med"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68" name="Rectangle 66"/>
              <p:cNvSpPr>
                <a:spLocks noChangeArrowheads="1"/>
              </p:cNvSpPr>
              <p:nvPr/>
            </p:nvSpPr>
            <p:spPr bwMode="auto">
              <a:xfrm>
                <a:off x="2057401" y="3054351"/>
                <a:ext cx="657225" cy="119063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Door &amp; F/R</a:t>
                </a:r>
                <a:endParaRPr lang="ko-KR" altLang="ko-KR" dirty="0"/>
              </a:p>
            </p:txBody>
          </p:sp>
          <p:sp>
            <p:nvSpPr>
              <p:cNvPr id="69" name="Line 67"/>
              <p:cNvSpPr>
                <a:spLocks noChangeShapeType="1"/>
              </p:cNvSpPr>
              <p:nvPr/>
            </p:nvSpPr>
            <p:spPr bwMode="auto">
              <a:xfrm>
                <a:off x="1985966" y="3173414"/>
                <a:ext cx="719137" cy="0"/>
              </a:xfrm>
              <a:prstGeom prst="line">
                <a:avLst/>
              </a:prstGeom>
              <a:noFill/>
              <a:ln w="25400">
                <a:solidFill>
                  <a:srgbClr val="FFCC00"/>
                </a:solidFill>
                <a:round/>
                <a:headEnd type="arrow" w="med" len="med"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70" name="Rectangle 68"/>
              <p:cNvSpPr>
                <a:spLocks noChangeArrowheads="1"/>
              </p:cNvSpPr>
              <p:nvPr/>
            </p:nvSpPr>
            <p:spPr bwMode="auto">
              <a:xfrm>
                <a:off x="1998665" y="2903541"/>
                <a:ext cx="657225" cy="128587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CAB ON</a:t>
                </a:r>
                <a:endParaRPr lang="ko-KR" altLang="ko-KR" dirty="0"/>
              </a:p>
            </p:txBody>
          </p:sp>
          <p:sp>
            <p:nvSpPr>
              <p:cNvPr id="71" name="Line 69"/>
              <p:cNvSpPr>
                <a:spLocks noChangeShapeType="1"/>
              </p:cNvSpPr>
              <p:nvPr/>
            </p:nvSpPr>
            <p:spPr bwMode="auto">
              <a:xfrm>
                <a:off x="1985966" y="3028950"/>
                <a:ext cx="719137" cy="0"/>
              </a:xfrm>
              <a:prstGeom prst="line">
                <a:avLst/>
              </a:prstGeom>
              <a:noFill/>
              <a:ln w="25400">
                <a:solidFill>
                  <a:srgbClr val="808000"/>
                </a:solidFill>
                <a:round/>
                <a:headEnd type="arrow" w="med" len="med"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72" name="Rectangle 70"/>
              <p:cNvSpPr>
                <a:spLocks noChangeArrowheads="1"/>
              </p:cNvSpPr>
              <p:nvPr/>
            </p:nvSpPr>
            <p:spPr bwMode="auto">
              <a:xfrm>
                <a:off x="2214563" y="1301752"/>
                <a:ext cx="850899" cy="14287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LONWORKS for MDS</a:t>
                </a:r>
                <a:endParaRPr lang="ko-KR" altLang="ko-KR" dirty="0"/>
              </a:p>
            </p:txBody>
          </p:sp>
          <p:sp>
            <p:nvSpPr>
              <p:cNvPr id="73" name="Line 71"/>
              <p:cNvSpPr>
                <a:spLocks noChangeShapeType="1"/>
              </p:cNvSpPr>
              <p:nvPr/>
            </p:nvSpPr>
            <p:spPr bwMode="auto">
              <a:xfrm flipV="1">
                <a:off x="1985964" y="1444626"/>
                <a:ext cx="1295400" cy="0"/>
              </a:xfrm>
              <a:prstGeom prst="line">
                <a:avLst/>
              </a:prstGeom>
              <a:noFill/>
              <a:ln w="25400">
                <a:solidFill>
                  <a:srgbClr val="993366"/>
                </a:solidFill>
                <a:round/>
                <a:headEnd/>
                <a:tailEnd type="arrow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74" name="Rectangle 72"/>
              <p:cNvSpPr>
                <a:spLocks noChangeArrowheads="1"/>
              </p:cNvSpPr>
              <p:nvPr/>
            </p:nvSpPr>
            <p:spPr bwMode="auto">
              <a:xfrm>
                <a:off x="2214566" y="2092325"/>
                <a:ext cx="693737" cy="16668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Digital Video Signal</a:t>
                </a:r>
                <a:endParaRPr lang="ko-KR" altLang="ko-KR" dirty="0"/>
              </a:p>
            </p:txBody>
          </p:sp>
          <p:sp>
            <p:nvSpPr>
              <p:cNvPr id="75" name="Line 73"/>
              <p:cNvSpPr>
                <a:spLocks noChangeShapeType="1"/>
              </p:cNvSpPr>
              <p:nvPr/>
            </p:nvSpPr>
            <p:spPr bwMode="auto">
              <a:xfrm flipV="1">
                <a:off x="1985964" y="2235200"/>
                <a:ext cx="1295400" cy="1588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 type="arrow" w="med" len="med"/>
                <a:tailEnd type="none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76" name="Rectangle 74"/>
              <p:cNvSpPr>
                <a:spLocks noChangeArrowheads="1"/>
              </p:cNvSpPr>
              <p:nvPr/>
            </p:nvSpPr>
            <p:spPr bwMode="auto">
              <a:xfrm>
                <a:off x="1998136" y="3608131"/>
                <a:ext cx="695326" cy="93664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RS485</a:t>
                </a:r>
                <a:endParaRPr lang="ko-KR" altLang="ko-KR" dirty="0"/>
              </a:p>
            </p:txBody>
          </p:sp>
          <p:sp>
            <p:nvSpPr>
              <p:cNvPr id="77" name="Rectangle 81"/>
              <p:cNvSpPr>
                <a:spLocks noChangeArrowheads="1"/>
              </p:cNvSpPr>
              <p:nvPr/>
            </p:nvSpPr>
            <p:spPr bwMode="auto">
              <a:xfrm>
                <a:off x="677862" y="7154865"/>
                <a:ext cx="658812" cy="149224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DC 37.5V</a:t>
                </a:r>
                <a:endParaRPr lang="ko-KR" altLang="ko-KR" dirty="0"/>
              </a:p>
            </p:txBody>
          </p:sp>
          <p:sp>
            <p:nvSpPr>
              <p:cNvPr id="78" name="Line 82"/>
              <p:cNvSpPr>
                <a:spLocks noChangeShapeType="1"/>
              </p:cNvSpPr>
              <p:nvPr/>
            </p:nvSpPr>
            <p:spPr bwMode="auto">
              <a:xfrm flipV="1">
                <a:off x="617541" y="7304088"/>
                <a:ext cx="863599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79" name="Rectangle 83"/>
              <p:cNvSpPr>
                <a:spLocks noChangeArrowheads="1"/>
              </p:cNvSpPr>
              <p:nvPr/>
            </p:nvSpPr>
            <p:spPr bwMode="auto">
              <a:xfrm>
                <a:off x="3497265" y="6754816"/>
                <a:ext cx="696912" cy="101599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Interior Speaker CH1</a:t>
                </a:r>
                <a:endParaRPr lang="ko-KR" altLang="ko-KR" dirty="0"/>
              </a:p>
            </p:txBody>
          </p:sp>
          <p:sp>
            <p:nvSpPr>
              <p:cNvPr id="80" name="Line 84"/>
              <p:cNvSpPr>
                <a:spLocks noChangeShapeType="1"/>
              </p:cNvSpPr>
              <p:nvPr/>
            </p:nvSpPr>
            <p:spPr bwMode="auto">
              <a:xfrm>
                <a:off x="1985963" y="6870700"/>
                <a:ext cx="8280400" cy="0"/>
              </a:xfrm>
              <a:prstGeom prst="line">
                <a:avLst/>
              </a:prstGeom>
              <a:noFill/>
              <a:ln w="25400">
                <a:solidFill>
                  <a:srgbClr val="CC99FF"/>
                </a:solidFill>
                <a:round/>
                <a:headEnd type="diamond" w="med" len="med"/>
                <a:tailEnd type="oval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81" name="Line 85"/>
              <p:cNvSpPr>
                <a:spLocks noChangeShapeType="1"/>
              </p:cNvSpPr>
              <p:nvPr/>
            </p:nvSpPr>
            <p:spPr bwMode="auto">
              <a:xfrm>
                <a:off x="1985963" y="7015164"/>
                <a:ext cx="8280400" cy="0"/>
              </a:xfrm>
              <a:prstGeom prst="line">
                <a:avLst/>
              </a:prstGeom>
              <a:noFill/>
              <a:ln w="25400">
                <a:solidFill>
                  <a:srgbClr val="CC99FF"/>
                </a:solidFill>
                <a:round/>
                <a:headEnd type="diamond" w="med" len="lg"/>
                <a:tailEnd type="oval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82" name="Rectangle 86"/>
              <p:cNvSpPr>
                <a:spLocks noChangeArrowheads="1"/>
              </p:cNvSpPr>
              <p:nvPr/>
            </p:nvSpPr>
            <p:spPr bwMode="auto">
              <a:xfrm>
                <a:off x="3500439" y="6899277"/>
                <a:ext cx="695326" cy="10318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Interior Speaker CH2</a:t>
                </a:r>
                <a:endParaRPr lang="ko-KR" altLang="ko-KR" dirty="0"/>
              </a:p>
            </p:txBody>
          </p:sp>
          <p:sp>
            <p:nvSpPr>
              <p:cNvPr id="83" name="Rectangle 87"/>
              <p:cNvSpPr>
                <a:spLocks noChangeArrowheads="1"/>
              </p:cNvSpPr>
              <p:nvPr/>
            </p:nvSpPr>
            <p:spPr bwMode="auto">
              <a:xfrm>
                <a:off x="3387436" y="7840664"/>
                <a:ext cx="696912" cy="69850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RIGHT Side Exterior Speaker PA</a:t>
                </a:r>
                <a:endParaRPr lang="ko-KR" altLang="ko-KR" dirty="0"/>
              </a:p>
            </p:txBody>
          </p:sp>
          <p:sp>
            <p:nvSpPr>
              <p:cNvPr id="84" name="Line 88"/>
              <p:cNvSpPr>
                <a:spLocks noChangeShapeType="1"/>
              </p:cNvSpPr>
              <p:nvPr/>
            </p:nvSpPr>
            <p:spPr bwMode="auto">
              <a:xfrm flipV="1">
                <a:off x="1985963" y="7349352"/>
                <a:ext cx="8280400" cy="0"/>
              </a:xfrm>
              <a:prstGeom prst="line">
                <a:avLst/>
              </a:prstGeom>
              <a:noFill/>
              <a:ln w="25400">
                <a:solidFill>
                  <a:srgbClr val="993366"/>
                </a:solidFill>
                <a:round/>
                <a:headEnd type="diamond" w="med" len="med"/>
                <a:tailEnd type="oval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85" name="Line 89"/>
              <p:cNvSpPr>
                <a:spLocks noChangeShapeType="1"/>
              </p:cNvSpPr>
              <p:nvPr/>
            </p:nvSpPr>
            <p:spPr bwMode="auto">
              <a:xfrm flipV="1">
                <a:off x="1985963" y="7951788"/>
                <a:ext cx="8280400" cy="0"/>
              </a:xfrm>
              <a:prstGeom prst="line">
                <a:avLst/>
              </a:prstGeom>
              <a:noFill/>
              <a:ln w="25400">
                <a:solidFill>
                  <a:srgbClr val="993366"/>
                </a:solidFill>
                <a:round/>
                <a:headEnd type="diamond" w="med" len="med"/>
                <a:tailEnd type="oval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86" name="Rectangle 90"/>
              <p:cNvSpPr>
                <a:spLocks noChangeArrowheads="1"/>
              </p:cNvSpPr>
              <p:nvPr/>
            </p:nvSpPr>
            <p:spPr bwMode="auto">
              <a:xfrm>
                <a:off x="3368284" y="7227116"/>
                <a:ext cx="695326" cy="7143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LEFT Side Exterior Speaker PA</a:t>
                </a:r>
                <a:endParaRPr lang="ko-KR" altLang="ko-KR" dirty="0"/>
              </a:p>
            </p:txBody>
          </p:sp>
          <p:sp>
            <p:nvSpPr>
              <p:cNvPr id="87" name="Rectangle 91"/>
              <p:cNvSpPr>
                <a:spLocks noChangeArrowheads="1"/>
              </p:cNvSpPr>
              <p:nvPr/>
            </p:nvSpPr>
            <p:spPr bwMode="auto">
              <a:xfrm flipH="1">
                <a:off x="4217990" y="5721350"/>
                <a:ext cx="719137" cy="3603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Passenger </a:t>
                </a:r>
              </a:p>
              <a:p>
                <a:pPr algn="ctr"/>
                <a:r>
                  <a:rPr lang="en-US" altLang="ko-KR" sz="600" dirty="0">
                    <a:latin typeface="Arial" charset="0"/>
                  </a:rPr>
                  <a:t>Emergency</a:t>
                </a:r>
              </a:p>
              <a:p>
                <a:pPr algn="ctr"/>
                <a:r>
                  <a:rPr lang="en-US" altLang="ko-KR" sz="600" dirty="0">
                    <a:latin typeface="Arial" charset="0"/>
                  </a:rPr>
                  <a:t>Intercom</a:t>
                </a:r>
                <a:endParaRPr lang="ko-KR" altLang="ko-KR" sz="600" dirty="0"/>
              </a:p>
            </p:txBody>
          </p:sp>
          <p:sp>
            <p:nvSpPr>
              <p:cNvPr id="88" name="Rectangle 93"/>
              <p:cNvSpPr>
                <a:spLocks noChangeArrowheads="1"/>
              </p:cNvSpPr>
              <p:nvPr/>
            </p:nvSpPr>
            <p:spPr bwMode="auto">
              <a:xfrm>
                <a:off x="2143127" y="5375277"/>
                <a:ext cx="922338" cy="127000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CPO ADDRESS, ACT</a:t>
                </a:r>
                <a:endParaRPr lang="ko-KR" altLang="ko-KR" dirty="0"/>
              </a:p>
            </p:txBody>
          </p:sp>
          <p:sp>
            <p:nvSpPr>
              <p:cNvPr id="89" name="Rectangle 94"/>
              <p:cNvSpPr>
                <a:spLocks noChangeArrowheads="1"/>
              </p:cNvSpPr>
              <p:nvPr/>
            </p:nvSpPr>
            <p:spPr bwMode="auto">
              <a:xfrm>
                <a:off x="2209801" y="5218116"/>
                <a:ext cx="1071563" cy="144461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IC Audio &amp; Signal, PA Audio</a:t>
                </a:r>
                <a:endParaRPr lang="ko-KR" altLang="ko-KR" dirty="0"/>
              </a:p>
            </p:txBody>
          </p:sp>
          <p:sp>
            <p:nvSpPr>
              <p:cNvPr id="90" name="Rectangle 106"/>
              <p:cNvSpPr>
                <a:spLocks noChangeArrowheads="1"/>
              </p:cNvSpPr>
              <p:nvPr/>
            </p:nvSpPr>
            <p:spPr bwMode="auto">
              <a:xfrm>
                <a:off x="1997077" y="5575303"/>
                <a:ext cx="657225" cy="8572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PEI TL</a:t>
                </a:r>
                <a:endParaRPr lang="ko-KR" altLang="ko-KR" dirty="0"/>
              </a:p>
            </p:txBody>
          </p:sp>
          <p:sp>
            <p:nvSpPr>
              <p:cNvPr id="91" name="Line 107"/>
              <p:cNvSpPr>
                <a:spLocks noChangeShapeType="1"/>
              </p:cNvSpPr>
              <p:nvPr/>
            </p:nvSpPr>
            <p:spPr bwMode="auto">
              <a:xfrm flipH="1" flipV="1">
                <a:off x="1985966" y="5676900"/>
                <a:ext cx="935037" cy="0"/>
              </a:xfrm>
              <a:prstGeom prst="line">
                <a:avLst/>
              </a:prstGeom>
              <a:noFill/>
              <a:ln w="25400">
                <a:solidFill>
                  <a:srgbClr val="FF99CC"/>
                </a:solidFill>
                <a:round/>
                <a:headEnd type="none" w="med" len="lg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92" name="Rectangle 108"/>
              <p:cNvSpPr>
                <a:spLocks noChangeArrowheads="1"/>
              </p:cNvSpPr>
              <p:nvPr/>
            </p:nvSpPr>
            <p:spPr bwMode="auto">
              <a:xfrm>
                <a:off x="1997077" y="5710241"/>
                <a:ext cx="657225" cy="8572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IC TL</a:t>
                </a:r>
                <a:endParaRPr lang="ko-KR" altLang="ko-KR" dirty="0"/>
              </a:p>
            </p:txBody>
          </p:sp>
          <p:sp>
            <p:nvSpPr>
              <p:cNvPr id="93" name="Line 109"/>
              <p:cNvSpPr>
                <a:spLocks noChangeShapeType="1"/>
              </p:cNvSpPr>
              <p:nvPr/>
            </p:nvSpPr>
            <p:spPr bwMode="auto">
              <a:xfrm flipH="1" flipV="1">
                <a:off x="1985964" y="5821363"/>
                <a:ext cx="790576" cy="0"/>
              </a:xfrm>
              <a:prstGeom prst="line">
                <a:avLst/>
              </a:prstGeom>
              <a:noFill/>
              <a:ln w="25400">
                <a:solidFill>
                  <a:srgbClr val="808000"/>
                </a:solidFill>
                <a:round/>
                <a:headEnd type="none" w="med" len="lg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94" name="Rectangle 112"/>
              <p:cNvSpPr>
                <a:spLocks noChangeArrowheads="1"/>
              </p:cNvSpPr>
              <p:nvPr/>
            </p:nvSpPr>
            <p:spPr bwMode="auto">
              <a:xfrm rot="16200000" flipH="1">
                <a:off x="-1614940" y="3677104"/>
                <a:ext cx="5399994" cy="792163"/>
              </a:xfrm>
              <a:prstGeom prst="rect">
                <a:avLst/>
              </a:prstGeom>
              <a:gradFill rotWithShape="1">
                <a:gsLst>
                  <a:gs pos="0">
                    <a:srgbClr val="FFCC00"/>
                  </a:gs>
                  <a:gs pos="100000">
                    <a:srgbClr val="FFCC99">
                      <a:alpha val="43999"/>
                    </a:srgbClr>
                  </a:gs>
                </a:gsLst>
                <a:lin ang="5400000" scaled="1"/>
              </a:gradFill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DC 12V</a:t>
                </a:r>
                <a:endParaRPr lang="ko-KR" altLang="ko-KR" dirty="0"/>
              </a:p>
            </p:txBody>
          </p:sp>
          <p:sp>
            <p:nvSpPr>
              <p:cNvPr id="95" name="Rectangle 115"/>
              <p:cNvSpPr>
                <a:spLocks noChangeArrowheads="1"/>
              </p:cNvSpPr>
              <p:nvPr/>
            </p:nvSpPr>
            <p:spPr bwMode="auto">
              <a:xfrm>
                <a:off x="717552" y="511178"/>
                <a:ext cx="658813" cy="149224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DC 12V</a:t>
                </a:r>
                <a:endParaRPr lang="ko-KR" altLang="ko-KR" dirty="0"/>
              </a:p>
            </p:txBody>
          </p:sp>
          <p:sp>
            <p:nvSpPr>
              <p:cNvPr id="96" name="Line 116"/>
              <p:cNvSpPr>
                <a:spLocks noChangeShapeType="1"/>
              </p:cNvSpPr>
              <p:nvPr/>
            </p:nvSpPr>
            <p:spPr bwMode="auto">
              <a:xfrm>
                <a:off x="760416" y="652464"/>
                <a:ext cx="720724" cy="0"/>
              </a:xfrm>
              <a:prstGeom prst="line">
                <a:avLst/>
              </a:prstGeom>
              <a:noFill/>
              <a:ln w="254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97" name="Line 118"/>
              <p:cNvSpPr>
                <a:spLocks noChangeShapeType="1"/>
              </p:cNvSpPr>
              <p:nvPr/>
            </p:nvSpPr>
            <p:spPr bwMode="auto">
              <a:xfrm flipV="1">
                <a:off x="760412" y="652466"/>
                <a:ext cx="0" cy="720724"/>
              </a:xfrm>
              <a:prstGeom prst="line">
                <a:avLst/>
              </a:prstGeom>
              <a:noFill/>
              <a:ln w="25400">
                <a:solidFill>
                  <a:srgbClr val="FF9900"/>
                </a:solidFill>
                <a:round/>
                <a:headEnd type="arrow" w="med" len="med"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98" name="Line 128"/>
              <p:cNvSpPr>
                <a:spLocks noChangeShapeType="1"/>
              </p:cNvSpPr>
              <p:nvPr/>
            </p:nvSpPr>
            <p:spPr bwMode="auto">
              <a:xfrm flipV="1">
                <a:off x="2774176" y="5830885"/>
                <a:ext cx="2364" cy="2855324"/>
              </a:xfrm>
              <a:prstGeom prst="line">
                <a:avLst/>
              </a:prstGeom>
              <a:noFill/>
              <a:ln w="25400">
                <a:solidFill>
                  <a:srgbClr val="808000"/>
                </a:solidFill>
                <a:round/>
                <a:headEnd type="oval" w="med" len="med"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99" name="Line 129"/>
              <p:cNvSpPr>
                <a:spLocks noChangeShapeType="1"/>
              </p:cNvSpPr>
              <p:nvPr/>
            </p:nvSpPr>
            <p:spPr bwMode="auto">
              <a:xfrm flipH="1" flipV="1">
                <a:off x="2920999" y="5691186"/>
                <a:ext cx="5416" cy="3121893"/>
              </a:xfrm>
              <a:prstGeom prst="line">
                <a:avLst/>
              </a:prstGeom>
              <a:noFill/>
              <a:ln w="25400">
                <a:solidFill>
                  <a:srgbClr val="FF99CC"/>
                </a:solidFill>
                <a:round/>
                <a:headEnd type="oval" w="med" len="med"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00" name="Rectangle 157"/>
              <p:cNvSpPr>
                <a:spLocks noChangeArrowheads="1"/>
              </p:cNvSpPr>
              <p:nvPr/>
            </p:nvSpPr>
            <p:spPr bwMode="auto">
              <a:xfrm>
                <a:off x="3640141" y="5718176"/>
                <a:ext cx="439737" cy="144463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DC 37.5V</a:t>
                </a:r>
                <a:endParaRPr lang="ko-KR" altLang="ko-KR" dirty="0"/>
              </a:p>
            </p:txBody>
          </p:sp>
          <p:sp>
            <p:nvSpPr>
              <p:cNvPr id="101" name="Line 158"/>
              <p:cNvSpPr>
                <a:spLocks noChangeShapeType="1"/>
              </p:cNvSpPr>
              <p:nvPr/>
            </p:nvSpPr>
            <p:spPr bwMode="auto">
              <a:xfrm flipH="1" flipV="1">
                <a:off x="3640139" y="5862637"/>
                <a:ext cx="576262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 type="arrow" w="med" len="med"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02" name="Line 175"/>
              <p:cNvSpPr>
                <a:spLocks noChangeShapeType="1"/>
              </p:cNvSpPr>
              <p:nvPr/>
            </p:nvSpPr>
            <p:spPr bwMode="auto">
              <a:xfrm>
                <a:off x="4459169" y="5359399"/>
                <a:ext cx="0" cy="361951"/>
              </a:xfrm>
              <a:prstGeom prst="line">
                <a:avLst/>
              </a:prstGeom>
              <a:noFill/>
              <a:ln w="25400">
                <a:solidFill>
                  <a:srgbClr val="808000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03" name="Rectangle 182"/>
              <p:cNvSpPr>
                <a:spLocks noChangeArrowheads="1"/>
              </p:cNvSpPr>
              <p:nvPr/>
            </p:nvSpPr>
            <p:spPr bwMode="auto">
              <a:xfrm flipH="1">
                <a:off x="1481138" y="365126"/>
                <a:ext cx="504826" cy="358775"/>
              </a:xfrm>
              <a:prstGeom prst="rect">
                <a:avLst/>
              </a:prstGeom>
              <a:solidFill>
                <a:srgbClr val="FFCC00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PSA</a:t>
                </a:r>
                <a:endParaRPr lang="ko-KR" altLang="ko-KR" dirty="0"/>
              </a:p>
            </p:txBody>
          </p:sp>
          <p:sp>
            <p:nvSpPr>
              <p:cNvPr id="104" name="Rectangle 183"/>
              <p:cNvSpPr>
                <a:spLocks noChangeArrowheads="1"/>
              </p:cNvSpPr>
              <p:nvPr/>
            </p:nvSpPr>
            <p:spPr bwMode="auto">
              <a:xfrm flipH="1">
                <a:off x="1481138" y="1373188"/>
                <a:ext cx="504826" cy="215900"/>
              </a:xfrm>
              <a:prstGeom prst="rect">
                <a:avLst/>
              </a:prstGeom>
              <a:solidFill>
                <a:srgbClr val="CC99FF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LIC</a:t>
                </a:r>
                <a:endParaRPr lang="ko-KR" altLang="ko-KR" dirty="0"/>
              </a:p>
            </p:txBody>
          </p:sp>
          <p:sp>
            <p:nvSpPr>
              <p:cNvPr id="105" name="Rectangle 185"/>
              <p:cNvSpPr>
                <a:spLocks noChangeArrowheads="1"/>
              </p:cNvSpPr>
              <p:nvPr/>
            </p:nvSpPr>
            <p:spPr bwMode="auto">
              <a:xfrm flipH="1">
                <a:off x="1481138" y="1947864"/>
                <a:ext cx="504826" cy="360362"/>
              </a:xfrm>
              <a:prstGeom prst="rect">
                <a:avLst/>
              </a:prstGeom>
              <a:solidFill>
                <a:srgbClr val="99CC00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 VTX</a:t>
                </a:r>
                <a:endParaRPr lang="ko-KR" altLang="ko-KR" dirty="0"/>
              </a:p>
            </p:txBody>
          </p:sp>
          <p:sp>
            <p:nvSpPr>
              <p:cNvPr id="106" name="Rectangle 186"/>
              <p:cNvSpPr>
                <a:spLocks noChangeArrowheads="1"/>
              </p:cNvSpPr>
              <p:nvPr/>
            </p:nvSpPr>
            <p:spPr bwMode="auto">
              <a:xfrm flipH="1">
                <a:off x="1481138" y="2740026"/>
                <a:ext cx="504826" cy="215900"/>
              </a:xfrm>
              <a:prstGeom prst="rect">
                <a:avLst/>
              </a:prstGeom>
              <a:solidFill>
                <a:srgbClr val="C0C0C0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 HDD</a:t>
                </a:r>
                <a:endParaRPr lang="ko-KR" altLang="ko-KR" dirty="0"/>
              </a:p>
            </p:txBody>
          </p:sp>
          <p:sp>
            <p:nvSpPr>
              <p:cNvPr id="107" name="Rectangle 187"/>
              <p:cNvSpPr>
                <a:spLocks noChangeArrowheads="1"/>
              </p:cNvSpPr>
              <p:nvPr/>
            </p:nvSpPr>
            <p:spPr bwMode="auto">
              <a:xfrm flipH="1">
                <a:off x="1481138" y="723900"/>
                <a:ext cx="504826" cy="649288"/>
              </a:xfrm>
              <a:prstGeom prst="rect">
                <a:avLst/>
              </a:prstGeom>
              <a:solidFill>
                <a:srgbClr val="C0C0C0">
                  <a:alpha val="7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SCB</a:t>
                </a:r>
                <a:endParaRPr lang="ko-KR" altLang="ko-KR" dirty="0"/>
              </a:p>
            </p:txBody>
          </p:sp>
          <p:sp>
            <p:nvSpPr>
              <p:cNvPr id="108" name="Rectangle 188"/>
              <p:cNvSpPr>
                <a:spLocks noChangeArrowheads="1"/>
              </p:cNvSpPr>
              <p:nvPr/>
            </p:nvSpPr>
            <p:spPr bwMode="auto">
              <a:xfrm flipH="1">
                <a:off x="1481138" y="2308227"/>
                <a:ext cx="504826" cy="431800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  CNCS</a:t>
                </a:r>
                <a:endParaRPr lang="ko-KR" altLang="ko-KR" dirty="0"/>
              </a:p>
            </p:txBody>
          </p:sp>
          <p:sp>
            <p:nvSpPr>
              <p:cNvPr id="109" name="Line 190"/>
              <p:cNvSpPr>
                <a:spLocks noChangeShapeType="1"/>
              </p:cNvSpPr>
              <p:nvPr/>
            </p:nvSpPr>
            <p:spPr bwMode="auto">
              <a:xfrm flipH="1" flipV="1">
                <a:off x="1193800" y="1804990"/>
                <a:ext cx="0" cy="503237"/>
              </a:xfrm>
              <a:prstGeom prst="line">
                <a:avLst/>
              </a:prstGeom>
              <a:noFill/>
              <a:ln w="25400">
                <a:solidFill>
                  <a:srgbClr val="00CCFF"/>
                </a:solidFill>
                <a:round/>
                <a:headEnd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10" name="Line 191"/>
              <p:cNvSpPr>
                <a:spLocks noChangeShapeType="1"/>
              </p:cNvSpPr>
              <p:nvPr/>
            </p:nvSpPr>
            <p:spPr bwMode="auto">
              <a:xfrm flipV="1">
                <a:off x="1193802" y="1685926"/>
                <a:ext cx="290513" cy="119063"/>
              </a:xfrm>
              <a:prstGeom prst="line">
                <a:avLst/>
              </a:prstGeom>
              <a:noFill/>
              <a:ln w="25400">
                <a:solidFill>
                  <a:srgbClr val="00CCFF"/>
                </a:solidFill>
                <a:round/>
                <a:headEnd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11" name="Line 192"/>
              <p:cNvSpPr>
                <a:spLocks noChangeShapeType="1"/>
              </p:cNvSpPr>
              <p:nvPr/>
            </p:nvSpPr>
            <p:spPr bwMode="auto">
              <a:xfrm>
                <a:off x="1193801" y="2308225"/>
                <a:ext cx="292099" cy="147638"/>
              </a:xfrm>
              <a:prstGeom prst="line">
                <a:avLst/>
              </a:prstGeom>
              <a:noFill/>
              <a:ln w="25400">
                <a:solidFill>
                  <a:srgbClr val="00CCFF"/>
                </a:solidFill>
                <a:round/>
                <a:headEnd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12" name="Rectangle 193"/>
              <p:cNvSpPr>
                <a:spLocks noChangeArrowheads="1"/>
              </p:cNvSpPr>
              <p:nvPr/>
            </p:nvSpPr>
            <p:spPr bwMode="auto">
              <a:xfrm flipH="1">
                <a:off x="1481138" y="1589087"/>
                <a:ext cx="504826" cy="358333"/>
              </a:xfrm>
              <a:prstGeom prst="rect">
                <a:avLst/>
              </a:prstGeom>
              <a:solidFill>
                <a:srgbClr val="CCFFFF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WLR</a:t>
                </a:r>
                <a:endParaRPr lang="ko-KR" altLang="ko-KR" dirty="0"/>
              </a:p>
            </p:txBody>
          </p:sp>
          <p:sp>
            <p:nvSpPr>
              <p:cNvPr id="113" name="Line 195"/>
              <p:cNvSpPr>
                <a:spLocks noChangeShapeType="1"/>
              </p:cNvSpPr>
              <p:nvPr/>
            </p:nvSpPr>
            <p:spPr bwMode="auto">
              <a:xfrm flipH="1" flipV="1">
                <a:off x="1320802" y="2981326"/>
                <a:ext cx="163513" cy="73025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14" name="Line 197"/>
              <p:cNvSpPr>
                <a:spLocks noChangeShapeType="1"/>
              </p:cNvSpPr>
              <p:nvPr/>
            </p:nvSpPr>
            <p:spPr bwMode="auto">
              <a:xfrm flipH="1" flipV="1">
                <a:off x="1336678" y="2524125"/>
                <a:ext cx="149224" cy="73025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15" name="Line 198"/>
              <p:cNvSpPr>
                <a:spLocks noChangeShapeType="1"/>
              </p:cNvSpPr>
              <p:nvPr/>
            </p:nvSpPr>
            <p:spPr bwMode="auto">
              <a:xfrm flipH="1" flipV="1">
                <a:off x="1336678" y="2020891"/>
                <a:ext cx="149224" cy="96836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16" name="Line 199"/>
              <p:cNvSpPr>
                <a:spLocks noChangeShapeType="1"/>
              </p:cNvSpPr>
              <p:nvPr/>
            </p:nvSpPr>
            <p:spPr bwMode="auto">
              <a:xfrm flipH="1">
                <a:off x="1336676" y="2117725"/>
                <a:ext cx="147638" cy="47625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17" name="Line 200"/>
              <p:cNvSpPr>
                <a:spLocks noChangeShapeType="1"/>
              </p:cNvSpPr>
              <p:nvPr/>
            </p:nvSpPr>
            <p:spPr bwMode="auto">
              <a:xfrm flipH="1">
                <a:off x="1320800" y="2597151"/>
                <a:ext cx="165100" cy="73025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18" name="Line 201"/>
              <p:cNvSpPr>
                <a:spLocks noChangeShapeType="1"/>
              </p:cNvSpPr>
              <p:nvPr/>
            </p:nvSpPr>
            <p:spPr bwMode="auto">
              <a:xfrm flipH="1" flipV="1">
                <a:off x="1336676" y="2165350"/>
                <a:ext cx="0" cy="358775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19" name="Line 202"/>
              <p:cNvSpPr>
                <a:spLocks noChangeShapeType="1"/>
              </p:cNvSpPr>
              <p:nvPr/>
            </p:nvSpPr>
            <p:spPr bwMode="auto">
              <a:xfrm flipV="1">
                <a:off x="1320800" y="2668590"/>
                <a:ext cx="0" cy="312737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20" name="Rectangle 203"/>
              <p:cNvSpPr>
                <a:spLocks noChangeArrowheads="1"/>
              </p:cNvSpPr>
              <p:nvPr/>
            </p:nvSpPr>
            <p:spPr bwMode="auto">
              <a:xfrm rot="-5400000">
                <a:off x="919164" y="1914525"/>
                <a:ext cx="431800" cy="165100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solidFill>
                      <a:srgbClr val="0099FF"/>
                    </a:solidFill>
                    <a:latin typeface="Arial" charset="0"/>
                  </a:rPr>
                  <a:t>LAN</a:t>
                </a:r>
                <a:endParaRPr lang="ko-KR" altLang="ko-KR" dirty="0"/>
              </a:p>
            </p:txBody>
          </p:sp>
          <p:sp>
            <p:nvSpPr>
              <p:cNvPr id="121" name="Rectangle 204"/>
              <p:cNvSpPr>
                <a:spLocks noChangeArrowheads="1"/>
              </p:cNvSpPr>
              <p:nvPr/>
            </p:nvSpPr>
            <p:spPr bwMode="auto">
              <a:xfrm rot="-5400000">
                <a:off x="1391445" y="2682084"/>
                <a:ext cx="287338" cy="111125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ATA</a:t>
                </a:r>
                <a:endParaRPr lang="ko-KR" altLang="ko-KR" dirty="0"/>
              </a:p>
            </p:txBody>
          </p:sp>
          <p:sp>
            <p:nvSpPr>
              <p:cNvPr id="122" name="Rectangle 205"/>
              <p:cNvSpPr>
                <a:spLocks noChangeArrowheads="1"/>
              </p:cNvSpPr>
              <p:nvPr/>
            </p:nvSpPr>
            <p:spPr bwMode="auto">
              <a:xfrm rot="-5400000">
                <a:off x="1329533" y="2251871"/>
                <a:ext cx="415925" cy="115888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LVDS</a:t>
                </a:r>
                <a:endParaRPr lang="ko-KR" altLang="ko-KR" dirty="0"/>
              </a:p>
            </p:txBody>
          </p:sp>
          <p:sp>
            <p:nvSpPr>
              <p:cNvPr id="123" name="Line 207"/>
              <p:cNvSpPr>
                <a:spLocks noChangeShapeType="1"/>
              </p:cNvSpPr>
              <p:nvPr/>
            </p:nvSpPr>
            <p:spPr bwMode="auto">
              <a:xfrm flipH="1">
                <a:off x="1336678" y="1444625"/>
                <a:ext cx="149224" cy="71438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24" name="Line 208"/>
              <p:cNvSpPr>
                <a:spLocks noChangeShapeType="1"/>
              </p:cNvSpPr>
              <p:nvPr/>
            </p:nvSpPr>
            <p:spPr bwMode="auto">
              <a:xfrm flipV="1">
                <a:off x="1335283" y="1516061"/>
                <a:ext cx="1392" cy="497965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25" name="Rectangle 210"/>
              <p:cNvSpPr>
                <a:spLocks noChangeArrowheads="1"/>
              </p:cNvSpPr>
              <p:nvPr/>
            </p:nvSpPr>
            <p:spPr bwMode="auto">
              <a:xfrm rot="16200000" flipH="1">
                <a:off x="-1614940" y="3677104"/>
                <a:ext cx="5399994" cy="792163"/>
              </a:xfrm>
              <a:prstGeom prst="rect">
                <a:avLst/>
              </a:prstGeom>
              <a:noFill/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vert="eaVert" wrap="none" lIns="121757" tIns="60877" rIns="121757" bIns="60877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126" name="Rectangle 259"/>
              <p:cNvSpPr>
                <a:spLocks noChangeArrowheads="1"/>
              </p:cNvSpPr>
              <p:nvPr/>
            </p:nvSpPr>
            <p:spPr bwMode="auto">
              <a:xfrm flipH="1">
                <a:off x="6718300" y="6745290"/>
                <a:ext cx="696913" cy="101599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Interior Speaker CH1</a:t>
                </a:r>
                <a:endParaRPr lang="ko-KR" altLang="ko-KR" dirty="0"/>
              </a:p>
            </p:txBody>
          </p:sp>
          <p:sp>
            <p:nvSpPr>
              <p:cNvPr id="127" name="Rectangle 260"/>
              <p:cNvSpPr>
                <a:spLocks noChangeArrowheads="1"/>
              </p:cNvSpPr>
              <p:nvPr/>
            </p:nvSpPr>
            <p:spPr bwMode="auto">
              <a:xfrm flipH="1">
                <a:off x="6716713" y="6899277"/>
                <a:ext cx="695326" cy="10318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Interior Speaker CH2</a:t>
                </a:r>
                <a:endParaRPr lang="ko-KR" altLang="ko-KR" dirty="0"/>
              </a:p>
            </p:txBody>
          </p:sp>
          <p:sp>
            <p:nvSpPr>
              <p:cNvPr id="128" name="Rectangle 264"/>
              <p:cNvSpPr>
                <a:spLocks noChangeArrowheads="1"/>
              </p:cNvSpPr>
              <p:nvPr/>
            </p:nvSpPr>
            <p:spPr bwMode="auto">
              <a:xfrm flipH="1">
                <a:off x="9340853" y="5375277"/>
                <a:ext cx="922338" cy="127000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r"/>
                <a:r>
                  <a:rPr lang="en-US" altLang="ko-KR" sz="600" dirty="0">
                    <a:latin typeface="Arial" charset="0"/>
                  </a:rPr>
                  <a:t>CPO ADDRESS, ACT</a:t>
                </a:r>
                <a:endParaRPr lang="ko-KR" altLang="ko-KR" dirty="0"/>
              </a:p>
            </p:txBody>
          </p:sp>
          <p:sp>
            <p:nvSpPr>
              <p:cNvPr id="129" name="Line 8"/>
              <p:cNvSpPr>
                <a:spLocks noChangeShapeType="1"/>
              </p:cNvSpPr>
              <p:nvPr/>
            </p:nvSpPr>
            <p:spPr bwMode="auto">
              <a:xfrm flipH="1" flipV="1">
                <a:off x="1985963" y="4056566"/>
                <a:ext cx="8280400" cy="0"/>
              </a:xfrm>
              <a:prstGeom prst="line">
                <a:avLst/>
              </a:prstGeom>
              <a:noFill/>
              <a:ln w="25400">
                <a:solidFill>
                  <a:srgbClr val="FFCC00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30" name="Line 26"/>
              <p:cNvSpPr>
                <a:spLocks noChangeShapeType="1"/>
              </p:cNvSpPr>
              <p:nvPr/>
            </p:nvSpPr>
            <p:spPr bwMode="auto">
              <a:xfrm flipH="1">
                <a:off x="6127256" y="3697791"/>
                <a:ext cx="0" cy="358775"/>
              </a:xfrm>
              <a:prstGeom prst="line">
                <a:avLst/>
              </a:prstGeom>
              <a:noFill/>
              <a:ln w="25400">
                <a:solidFill>
                  <a:srgbClr val="FFCC00"/>
                </a:solidFill>
                <a:round/>
                <a:headEnd/>
                <a:tailEnd type="oval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31" name="Rectangle 101"/>
              <p:cNvSpPr>
                <a:spLocks noChangeArrowheads="1"/>
              </p:cNvSpPr>
              <p:nvPr/>
            </p:nvSpPr>
            <p:spPr bwMode="auto">
              <a:xfrm>
                <a:off x="2263778" y="3959731"/>
                <a:ext cx="657225" cy="87312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PEI ADDRESS, CALL</a:t>
                </a:r>
                <a:endParaRPr lang="ko-KR" altLang="ko-KR" dirty="0"/>
              </a:p>
            </p:txBody>
          </p:sp>
          <p:sp>
            <p:nvSpPr>
              <p:cNvPr id="132" name="Line 174"/>
              <p:cNvSpPr>
                <a:spLocks noChangeShapeType="1"/>
              </p:cNvSpPr>
              <p:nvPr/>
            </p:nvSpPr>
            <p:spPr bwMode="auto">
              <a:xfrm flipH="1">
                <a:off x="4259369" y="3697791"/>
                <a:ext cx="0" cy="358775"/>
              </a:xfrm>
              <a:prstGeom prst="line">
                <a:avLst/>
              </a:prstGeom>
              <a:noFill/>
              <a:ln w="25400">
                <a:solidFill>
                  <a:srgbClr val="FFCC00"/>
                </a:solidFill>
                <a:round/>
                <a:headEnd/>
                <a:tailEnd type="oval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33" name="Rectangle 265"/>
              <p:cNvSpPr>
                <a:spLocks noChangeArrowheads="1"/>
              </p:cNvSpPr>
              <p:nvPr/>
            </p:nvSpPr>
            <p:spPr bwMode="auto">
              <a:xfrm flipH="1">
                <a:off x="9190037" y="5218116"/>
                <a:ext cx="1071563" cy="144461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r"/>
                <a:r>
                  <a:rPr lang="en-US" altLang="ko-KR" sz="600" dirty="0">
                    <a:latin typeface="Arial" charset="0"/>
                  </a:rPr>
                  <a:t>IC Audio &amp; Signal, PA Audio</a:t>
                </a:r>
                <a:endParaRPr lang="ko-KR" altLang="ko-KR" dirty="0"/>
              </a:p>
            </p:txBody>
          </p:sp>
          <p:sp>
            <p:nvSpPr>
              <p:cNvPr id="134" name="Line 9"/>
              <p:cNvSpPr>
                <a:spLocks noChangeShapeType="1"/>
              </p:cNvSpPr>
              <p:nvPr/>
            </p:nvSpPr>
            <p:spPr bwMode="auto">
              <a:xfrm flipH="1" flipV="1">
                <a:off x="1985963" y="4199441"/>
                <a:ext cx="8280400" cy="1588"/>
              </a:xfrm>
              <a:prstGeom prst="line">
                <a:avLst/>
              </a:prstGeom>
              <a:noFill/>
              <a:ln w="25400">
                <a:solidFill>
                  <a:srgbClr val="FF99CC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35" name="Rectangle 28"/>
              <p:cNvSpPr>
                <a:spLocks noChangeArrowheads="1"/>
              </p:cNvSpPr>
              <p:nvPr/>
            </p:nvSpPr>
            <p:spPr bwMode="auto">
              <a:xfrm>
                <a:off x="6305550" y="4050217"/>
                <a:ext cx="1066800" cy="150813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PEI Audio &amp; Signal</a:t>
                </a:r>
                <a:endParaRPr lang="ko-KR" altLang="ko-KR" dirty="0"/>
              </a:p>
            </p:txBody>
          </p:sp>
          <p:sp>
            <p:nvSpPr>
              <p:cNvPr id="136" name="Rectangle 102"/>
              <p:cNvSpPr>
                <a:spLocks noChangeArrowheads="1"/>
              </p:cNvSpPr>
              <p:nvPr/>
            </p:nvSpPr>
            <p:spPr bwMode="auto">
              <a:xfrm>
                <a:off x="1998662" y="4069266"/>
                <a:ext cx="1066800" cy="150813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PEI Audio &amp; Signal</a:t>
                </a:r>
                <a:endParaRPr lang="ko-KR" altLang="ko-KR" dirty="0"/>
              </a:p>
            </p:txBody>
          </p:sp>
          <p:sp>
            <p:nvSpPr>
              <p:cNvPr id="137" name="Line 173"/>
              <p:cNvSpPr>
                <a:spLocks noChangeShapeType="1"/>
              </p:cNvSpPr>
              <p:nvPr/>
            </p:nvSpPr>
            <p:spPr bwMode="auto">
              <a:xfrm>
                <a:off x="4099578" y="3849125"/>
                <a:ext cx="0" cy="360363"/>
              </a:xfrm>
              <a:prstGeom prst="line">
                <a:avLst/>
              </a:prstGeom>
              <a:noFill/>
              <a:ln w="25400">
                <a:solidFill>
                  <a:srgbClr val="FF99CC"/>
                </a:solidFill>
                <a:round/>
                <a:headEnd type="arrow" w="med" len="med"/>
                <a:tailEnd type="oval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38" name="Line 211"/>
              <p:cNvSpPr>
                <a:spLocks noChangeShapeType="1"/>
              </p:cNvSpPr>
              <p:nvPr/>
            </p:nvSpPr>
            <p:spPr bwMode="auto">
              <a:xfrm>
                <a:off x="5959008" y="3840667"/>
                <a:ext cx="0" cy="360363"/>
              </a:xfrm>
              <a:prstGeom prst="line">
                <a:avLst/>
              </a:prstGeom>
              <a:noFill/>
              <a:ln w="25400">
                <a:solidFill>
                  <a:srgbClr val="FF99CC"/>
                </a:solidFill>
                <a:round/>
                <a:headEnd type="arrow" w="med" len="med"/>
                <a:tailEnd type="oval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39" name="Rectangle 375"/>
              <p:cNvSpPr>
                <a:spLocks noChangeArrowheads="1"/>
              </p:cNvSpPr>
              <p:nvPr/>
            </p:nvSpPr>
            <p:spPr bwMode="auto">
              <a:xfrm flipH="1">
                <a:off x="7456491" y="5721350"/>
                <a:ext cx="719137" cy="3603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Passenger </a:t>
                </a:r>
              </a:p>
              <a:p>
                <a:pPr algn="ctr"/>
                <a:r>
                  <a:rPr lang="en-US" altLang="ko-KR" sz="600" dirty="0">
                    <a:latin typeface="Arial" charset="0"/>
                  </a:rPr>
                  <a:t>Emergency</a:t>
                </a:r>
              </a:p>
              <a:p>
                <a:pPr algn="ctr"/>
                <a:r>
                  <a:rPr lang="en-US" altLang="ko-KR" sz="600" dirty="0">
                    <a:latin typeface="Arial" charset="0"/>
                  </a:rPr>
                  <a:t>Intercom</a:t>
                </a:r>
                <a:endParaRPr lang="ko-KR" altLang="ko-KR" sz="600" dirty="0"/>
              </a:p>
            </p:txBody>
          </p:sp>
          <p:sp>
            <p:nvSpPr>
              <p:cNvPr id="140" name="Line 376"/>
              <p:cNvSpPr>
                <a:spLocks noChangeShapeType="1"/>
              </p:cNvSpPr>
              <p:nvPr/>
            </p:nvSpPr>
            <p:spPr bwMode="auto">
              <a:xfrm>
                <a:off x="7640808" y="5359399"/>
                <a:ext cx="1586" cy="361951"/>
              </a:xfrm>
              <a:prstGeom prst="line">
                <a:avLst/>
              </a:prstGeom>
              <a:noFill/>
              <a:ln w="25400">
                <a:solidFill>
                  <a:srgbClr val="808000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41" name="Rectangle 380"/>
              <p:cNvSpPr>
                <a:spLocks noChangeArrowheads="1"/>
              </p:cNvSpPr>
              <p:nvPr/>
            </p:nvSpPr>
            <p:spPr bwMode="auto">
              <a:xfrm flipH="1">
                <a:off x="5502278" y="3553332"/>
                <a:ext cx="1152525" cy="287336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Passenger Emergency</a:t>
                </a:r>
              </a:p>
              <a:p>
                <a:pPr algn="ctr"/>
                <a:r>
                  <a:rPr lang="en-US" altLang="ko-KR" sz="600" dirty="0">
                    <a:latin typeface="Arial" charset="0"/>
                  </a:rPr>
                  <a:t>Intercom</a:t>
                </a:r>
                <a:endParaRPr lang="ko-KR" altLang="ko-KR" dirty="0"/>
              </a:p>
            </p:txBody>
          </p:sp>
          <p:sp>
            <p:nvSpPr>
              <p:cNvPr id="142" name="Rectangle 381"/>
              <p:cNvSpPr>
                <a:spLocks noChangeArrowheads="1"/>
              </p:cNvSpPr>
              <p:nvPr/>
            </p:nvSpPr>
            <p:spPr bwMode="auto">
              <a:xfrm flipH="1">
                <a:off x="3713166" y="3553332"/>
                <a:ext cx="1152525" cy="287336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Passenger Emergency</a:t>
                </a:r>
              </a:p>
              <a:p>
                <a:pPr algn="ctr"/>
                <a:r>
                  <a:rPr lang="en-US" altLang="ko-KR" sz="600" dirty="0">
                    <a:latin typeface="Arial" charset="0"/>
                  </a:rPr>
                  <a:t>Intercom</a:t>
                </a:r>
                <a:endParaRPr lang="ko-KR" altLang="ko-KR" dirty="0"/>
              </a:p>
            </p:txBody>
          </p:sp>
          <p:grpSp>
            <p:nvGrpSpPr>
              <p:cNvPr id="143" name="Group 382"/>
              <p:cNvGrpSpPr>
                <a:grpSpLocks/>
              </p:cNvGrpSpPr>
              <p:nvPr/>
            </p:nvGrpSpPr>
            <p:grpSpPr bwMode="auto">
              <a:xfrm rot="10800000" flipV="1">
                <a:off x="4291012" y="7431903"/>
                <a:ext cx="431800" cy="214313"/>
                <a:chOff x="1477" y="3739"/>
                <a:chExt cx="227" cy="91"/>
              </a:xfrm>
            </p:grpSpPr>
            <p:sp>
              <p:nvSpPr>
                <p:cNvPr id="373" name="AutoShape 383"/>
                <p:cNvSpPr>
                  <a:spLocks noChangeArrowheads="1"/>
                </p:cNvSpPr>
                <p:nvPr/>
              </p:nvSpPr>
              <p:spPr bwMode="auto">
                <a:xfrm>
                  <a:off x="1477" y="3739"/>
                  <a:ext cx="227" cy="4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472 w 21600"/>
                    <a:gd name="T13" fmla="*/ 4320 h 21600"/>
                    <a:gd name="T14" fmla="*/ 17128 w 21600"/>
                    <a:gd name="T15" fmla="*/ 1728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808000">
                    <a:alpha val="39999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374" name="Rectangle 384"/>
                <p:cNvSpPr>
                  <a:spLocks noChangeArrowheads="1"/>
                </p:cNvSpPr>
                <p:nvPr/>
              </p:nvSpPr>
              <p:spPr bwMode="auto">
                <a:xfrm>
                  <a:off x="1523" y="3784"/>
                  <a:ext cx="136" cy="46"/>
                </a:xfrm>
                <a:prstGeom prst="rect">
                  <a:avLst/>
                </a:prstGeom>
                <a:solidFill>
                  <a:srgbClr val="808000">
                    <a:alpha val="39999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 sz="900" dirty="0">
                    <a:latin typeface="Gill Sans MT" pitchFamily="34" charset="0"/>
                    <a:cs typeface="Latha" pitchFamily="2"/>
                  </a:endParaRPr>
                </a:p>
              </p:txBody>
            </p:sp>
          </p:grpSp>
          <p:sp>
            <p:nvSpPr>
              <p:cNvPr id="144" name="Rectangle 385"/>
              <p:cNvSpPr>
                <a:spLocks noChangeArrowheads="1"/>
              </p:cNvSpPr>
              <p:nvPr/>
            </p:nvSpPr>
            <p:spPr bwMode="auto">
              <a:xfrm rot="10800000" flipH="1" flipV="1">
                <a:off x="3930651" y="7431903"/>
                <a:ext cx="288925" cy="214313"/>
              </a:xfrm>
              <a:prstGeom prst="rect">
                <a:avLst/>
              </a:prstGeom>
              <a:solidFill>
                <a:srgbClr val="C0C0C0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TRF</a:t>
                </a:r>
                <a:endParaRPr lang="ko-KR" altLang="ko-KR" dirty="0"/>
              </a:p>
            </p:txBody>
          </p:sp>
          <p:sp>
            <p:nvSpPr>
              <p:cNvPr id="145" name="Line 386"/>
              <p:cNvSpPr>
                <a:spLocks noChangeShapeType="1"/>
              </p:cNvSpPr>
              <p:nvPr/>
            </p:nvSpPr>
            <p:spPr bwMode="auto">
              <a:xfrm flipV="1">
                <a:off x="4506912" y="7646217"/>
                <a:ext cx="0" cy="14446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46" name="Line 387"/>
              <p:cNvSpPr>
                <a:spLocks noChangeShapeType="1"/>
              </p:cNvSpPr>
              <p:nvPr/>
            </p:nvSpPr>
            <p:spPr bwMode="auto">
              <a:xfrm>
                <a:off x="4075116" y="7790678"/>
                <a:ext cx="430211" cy="0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47" name="Line 388"/>
              <p:cNvSpPr>
                <a:spLocks noChangeShapeType="1"/>
              </p:cNvSpPr>
              <p:nvPr/>
            </p:nvSpPr>
            <p:spPr bwMode="auto">
              <a:xfrm>
                <a:off x="4075113" y="7646217"/>
                <a:ext cx="0" cy="14446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48" name="Line 389"/>
              <p:cNvSpPr>
                <a:spLocks noChangeShapeType="1"/>
              </p:cNvSpPr>
              <p:nvPr/>
            </p:nvSpPr>
            <p:spPr bwMode="auto">
              <a:xfrm flipH="1">
                <a:off x="3641725" y="7349354"/>
                <a:ext cx="0" cy="225425"/>
              </a:xfrm>
              <a:prstGeom prst="line">
                <a:avLst/>
              </a:prstGeom>
              <a:noFill/>
              <a:ln w="25400">
                <a:solidFill>
                  <a:srgbClr val="993366"/>
                </a:solidFill>
                <a:round/>
                <a:headEnd type="oval" w="med" len="med"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49" name="Line 390"/>
              <p:cNvSpPr>
                <a:spLocks noChangeShapeType="1"/>
              </p:cNvSpPr>
              <p:nvPr/>
            </p:nvSpPr>
            <p:spPr bwMode="auto">
              <a:xfrm flipV="1">
                <a:off x="3641725" y="7574777"/>
                <a:ext cx="285750" cy="0"/>
              </a:xfrm>
              <a:prstGeom prst="line">
                <a:avLst/>
              </a:prstGeom>
              <a:noFill/>
              <a:ln w="254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50" name="Line 391"/>
              <p:cNvSpPr>
                <a:spLocks noChangeShapeType="1"/>
              </p:cNvSpPr>
              <p:nvPr/>
            </p:nvSpPr>
            <p:spPr bwMode="auto">
              <a:xfrm flipH="1" flipV="1">
                <a:off x="4794250" y="7734300"/>
                <a:ext cx="0" cy="217488"/>
              </a:xfrm>
              <a:prstGeom prst="line">
                <a:avLst/>
              </a:prstGeom>
              <a:noFill/>
              <a:ln w="25400">
                <a:solidFill>
                  <a:srgbClr val="993366"/>
                </a:solidFill>
                <a:round/>
                <a:headEnd type="oval" w="med" len="med"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51" name="Line 392"/>
              <p:cNvSpPr>
                <a:spLocks noChangeShapeType="1"/>
              </p:cNvSpPr>
              <p:nvPr/>
            </p:nvSpPr>
            <p:spPr bwMode="auto">
              <a:xfrm flipV="1">
                <a:off x="4794250" y="7734300"/>
                <a:ext cx="288925" cy="0"/>
              </a:xfrm>
              <a:prstGeom prst="line">
                <a:avLst/>
              </a:prstGeom>
              <a:noFill/>
              <a:ln w="254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grpSp>
            <p:nvGrpSpPr>
              <p:cNvPr id="152" name="Group 393"/>
              <p:cNvGrpSpPr>
                <a:grpSpLocks/>
              </p:cNvGrpSpPr>
              <p:nvPr/>
            </p:nvGrpSpPr>
            <p:grpSpPr bwMode="auto">
              <a:xfrm>
                <a:off x="5081590" y="7446963"/>
                <a:ext cx="792162" cy="360362"/>
                <a:chOff x="2747" y="4827"/>
                <a:chExt cx="499" cy="227"/>
              </a:xfrm>
            </p:grpSpPr>
            <p:grpSp>
              <p:nvGrpSpPr>
                <p:cNvPr id="366" name="Group 394"/>
                <p:cNvGrpSpPr>
                  <a:grpSpLocks/>
                </p:cNvGrpSpPr>
                <p:nvPr/>
              </p:nvGrpSpPr>
              <p:grpSpPr bwMode="auto">
                <a:xfrm rot="10800000">
                  <a:off x="2974" y="4918"/>
                  <a:ext cx="272" cy="136"/>
                  <a:chOff x="1477" y="3739"/>
                  <a:chExt cx="227" cy="91"/>
                </a:xfrm>
              </p:grpSpPr>
              <p:sp>
                <p:nvSpPr>
                  <p:cNvPr id="371" name="AutoShape 395"/>
                  <p:cNvSpPr>
                    <a:spLocks noChangeArrowheads="1"/>
                  </p:cNvSpPr>
                  <p:nvPr/>
                </p:nvSpPr>
                <p:spPr bwMode="auto">
                  <a:xfrm>
                    <a:off x="1477" y="3739"/>
                    <a:ext cx="227" cy="45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w 21600"/>
                      <a:gd name="T7" fmla="*/ 0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4472 w 21600"/>
                      <a:gd name="T13" fmla="*/ 4320 h 21600"/>
                      <a:gd name="T14" fmla="*/ 17128 w 21600"/>
                      <a:gd name="T15" fmla="*/ 17280 h 2160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600" h="21600">
                        <a:moveTo>
                          <a:pt x="0" y="0"/>
                        </a:moveTo>
                        <a:lnTo>
                          <a:pt x="5400" y="21600"/>
                        </a:lnTo>
                        <a:lnTo>
                          <a:pt x="16200" y="21600"/>
                        </a:lnTo>
                        <a:lnTo>
                          <a:pt x="21600" y="0"/>
                        </a:lnTo>
                        <a:close/>
                      </a:path>
                    </a:pathLst>
                  </a:custGeom>
                  <a:solidFill>
                    <a:srgbClr val="808000">
                      <a:alpha val="39999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372" name="Rectangle 396"/>
                  <p:cNvSpPr>
                    <a:spLocks noChangeArrowheads="1"/>
                  </p:cNvSpPr>
                  <p:nvPr/>
                </p:nvSpPr>
                <p:spPr bwMode="auto">
                  <a:xfrm>
                    <a:off x="1523" y="3784"/>
                    <a:ext cx="136" cy="46"/>
                  </a:xfrm>
                  <a:prstGeom prst="rect">
                    <a:avLst/>
                  </a:prstGeom>
                  <a:solidFill>
                    <a:srgbClr val="808000">
                      <a:alpha val="39999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/>
                    <a:endParaRPr lang="ko-KR" altLang="ko-KR" dirty="0"/>
                  </a:p>
                </p:txBody>
              </p:sp>
            </p:grpSp>
            <p:sp>
              <p:nvSpPr>
                <p:cNvPr id="367" name="Rectangle 397"/>
                <p:cNvSpPr>
                  <a:spLocks noChangeArrowheads="1"/>
                </p:cNvSpPr>
                <p:nvPr/>
              </p:nvSpPr>
              <p:spPr bwMode="auto">
                <a:xfrm flipH="1">
                  <a:off x="2747" y="4918"/>
                  <a:ext cx="182" cy="136"/>
                </a:xfrm>
                <a:prstGeom prst="rect">
                  <a:avLst/>
                </a:prstGeom>
                <a:solidFill>
                  <a:srgbClr val="C0C0C0">
                    <a:alpha val="50195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121789" tIns="60894" rIns="121789" bIns="60894" anchor="ctr"/>
                <a:lstStyle/>
                <a:p>
                  <a:pPr algn="ctr"/>
                  <a:r>
                    <a:rPr lang="en-US" altLang="ko-KR" sz="600" dirty="0">
                      <a:latin typeface="Arial" charset="0"/>
                    </a:rPr>
                    <a:t>TRF</a:t>
                  </a:r>
                  <a:endParaRPr lang="ko-KR" altLang="ko-KR" dirty="0"/>
                </a:p>
              </p:txBody>
            </p:sp>
            <p:sp>
              <p:nvSpPr>
                <p:cNvPr id="368" name="Line 398"/>
                <p:cNvSpPr>
                  <a:spLocks noChangeShapeType="1"/>
                </p:cNvSpPr>
                <p:nvPr/>
              </p:nvSpPr>
              <p:spPr bwMode="auto">
                <a:xfrm>
                  <a:off x="3110" y="4827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 type="arrow" w="med" len="med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369" name="Line 399"/>
                <p:cNvSpPr>
                  <a:spLocks noChangeShapeType="1"/>
                </p:cNvSpPr>
                <p:nvPr/>
              </p:nvSpPr>
              <p:spPr bwMode="auto">
                <a:xfrm flipV="1">
                  <a:off x="2838" y="4827"/>
                  <a:ext cx="272" cy="0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370" name="Line 400"/>
                <p:cNvSpPr>
                  <a:spLocks noChangeShapeType="1"/>
                </p:cNvSpPr>
                <p:nvPr/>
              </p:nvSpPr>
              <p:spPr bwMode="auto">
                <a:xfrm flipV="1">
                  <a:off x="2838" y="4827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153" name="Group 401"/>
              <p:cNvGrpSpPr>
                <a:grpSpLocks/>
              </p:cNvGrpSpPr>
              <p:nvPr/>
            </p:nvGrpSpPr>
            <p:grpSpPr bwMode="auto">
              <a:xfrm rot="10800000" flipV="1">
                <a:off x="7243763" y="7441428"/>
                <a:ext cx="431800" cy="214313"/>
                <a:chOff x="1477" y="3739"/>
                <a:chExt cx="227" cy="91"/>
              </a:xfrm>
            </p:grpSpPr>
            <p:sp>
              <p:nvSpPr>
                <p:cNvPr id="364" name="AutoShape 402"/>
                <p:cNvSpPr>
                  <a:spLocks noChangeArrowheads="1"/>
                </p:cNvSpPr>
                <p:nvPr/>
              </p:nvSpPr>
              <p:spPr bwMode="auto">
                <a:xfrm>
                  <a:off x="1477" y="3739"/>
                  <a:ext cx="227" cy="4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472 w 21600"/>
                    <a:gd name="T13" fmla="*/ 4320 h 21600"/>
                    <a:gd name="T14" fmla="*/ 17128 w 21600"/>
                    <a:gd name="T15" fmla="*/ 1728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808000">
                    <a:alpha val="39999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365" name="Rectangle 403"/>
                <p:cNvSpPr>
                  <a:spLocks noChangeArrowheads="1"/>
                </p:cNvSpPr>
                <p:nvPr/>
              </p:nvSpPr>
              <p:spPr bwMode="auto">
                <a:xfrm>
                  <a:off x="1523" y="3784"/>
                  <a:ext cx="136" cy="46"/>
                </a:xfrm>
                <a:prstGeom prst="rect">
                  <a:avLst/>
                </a:prstGeom>
                <a:solidFill>
                  <a:srgbClr val="808000">
                    <a:alpha val="39999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154" name="Rectangle 404"/>
              <p:cNvSpPr>
                <a:spLocks noChangeArrowheads="1"/>
              </p:cNvSpPr>
              <p:nvPr/>
            </p:nvSpPr>
            <p:spPr bwMode="auto">
              <a:xfrm rot="10800000" flipH="1" flipV="1">
                <a:off x="6883400" y="7441428"/>
                <a:ext cx="288925" cy="214313"/>
              </a:xfrm>
              <a:prstGeom prst="rect">
                <a:avLst/>
              </a:prstGeom>
              <a:solidFill>
                <a:srgbClr val="C0C0C0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TRF</a:t>
                </a:r>
                <a:endParaRPr lang="ko-KR" altLang="ko-KR" dirty="0"/>
              </a:p>
            </p:txBody>
          </p:sp>
          <p:sp>
            <p:nvSpPr>
              <p:cNvPr id="155" name="Line 405"/>
              <p:cNvSpPr>
                <a:spLocks noChangeShapeType="1"/>
              </p:cNvSpPr>
              <p:nvPr/>
            </p:nvSpPr>
            <p:spPr bwMode="auto">
              <a:xfrm flipV="1">
                <a:off x="7459663" y="7655743"/>
                <a:ext cx="0" cy="14446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56" name="Line 406"/>
              <p:cNvSpPr>
                <a:spLocks noChangeShapeType="1"/>
              </p:cNvSpPr>
              <p:nvPr/>
            </p:nvSpPr>
            <p:spPr bwMode="auto">
              <a:xfrm>
                <a:off x="7027866" y="7800202"/>
                <a:ext cx="430211" cy="0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57" name="Line 407"/>
              <p:cNvSpPr>
                <a:spLocks noChangeShapeType="1"/>
              </p:cNvSpPr>
              <p:nvPr/>
            </p:nvSpPr>
            <p:spPr bwMode="auto">
              <a:xfrm>
                <a:off x="7027862" y="7655743"/>
                <a:ext cx="0" cy="14446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58" name="Line 408"/>
              <p:cNvSpPr>
                <a:spLocks noChangeShapeType="1"/>
              </p:cNvSpPr>
              <p:nvPr/>
            </p:nvSpPr>
            <p:spPr bwMode="auto">
              <a:xfrm flipH="1">
                <a:off x="6594476" y="7358879"/>
                <a:ext cx="0" cy="225425"/>
              </a:xfrm>
              <a:prstGeom prst="line">
                <a:avLst/>
              </a:prstGeom>
              <a:noFill/>
              <a:ln w="25400">
                <a:solidFill>
                  <a:srgbClr val="993366"/>
                </a:solidFill>
                <a:round/>
                <a:headEnd type="oval" w="med" len="med"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59" name="Line 409"/>
              <p:cNvSpPr>
                <a:spLocks noChangeShapeType="1"/>
              </p:cNvSpPr>
              <p:nvPr/>
            </p:nvSpPr>
            <p:spPr bwMode="auto">
              <a:xfrm flipV="1">
                <a:off x="6594477" y="7584302"/>
                <a:ext cx="287338" cy="0"/>
              </a:xfrm>
              <a:prstGeom prst="line">
                <a:avLst/>
              </a:prstGeom>
              <a:noFill/>
              <a:ln w="254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60" name="Line 410"/>
              <p:cNvSpPr>
                <a:spLocks noChangeShapeType="1"/>
              </p:cNvSpPr>
              <p:nvPr/>
            </p:nvSpPr>
            <p:spPr bwMode="auto">
              <a:xfrm flipH="1" flipV="1">
                <a:off x="7747000" y="7743825"/>
                <a:ext cx="0" cy="217488"/>
              </a:xfrm>
              <a:prstGeom prst="line">
                <a:avLst/>
              </a:prstGeom>
              <a:noFill/>
              <a:ln w="25400">
                <a:solidFill>
                  <a:srgbClr val="993366"/>
                </a:solidFill>
                <a:round/>
                <a:headEnd type="oval" w="med" len="med"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61" name="Line 411"/>
              <p:cNvSpPr>
                <a:spLocks noChangeShapeType="1"/>
              </p:cNvSpPr>
              <p:nvPr/>
            </p:nvSpPr>
            <p:spPr bwMode="auto">
              <a:xfrm flipV="1">
                <a:off x="7747001" y="7743825"/>
                <a:ext cx="288925" cy="0"/>
              </a:xfrm>
              <a:prstGeom prst="line">
                <a:avLst/>
              </a:prstGeom>
              <a:noFill/>
              <a:ln w="254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grpSp>
            <p:nvGrpSpPr>
              <p:cNvPr id="162" name="Group 412"/>
              <p:cNvGrpSpPr>
                <a:grpSpLocks/>
              </p:cNvGrpSpPr>
              <p:nvPr/>
            </p:nvGrpSpPr>
            <p:grpSpPr bwMode="auto">
              <a:xfrm>
                <a:off x="8034340" y="7456491"/>
                <a:ext cx="792162" cy="360362"/>
                <a:chOff x="2747" y="4827"/>
                <a:chExt cx="499" cy="227"/>
              </a:xfrm>
            </p:grpSpPr>
            <p:grpSp>
              <p:nvGrpSpPr>
                <p:cNvPr id="357" name="Group 413"/>
                <p:cNvGrpSpPr>
                  <a:grpSpLocks/>
                </p:cNvGrpSpPr>
                <p:nvPr/>
              </p:nvGrpSpPr>
              <p:grpSpPr bwMode="auto">
                <a:xfrm rot="10800000">
                  <a:off x="2974" y="4918"/>
                  <a:ext cx="272" cy="136"/>
                  <a:chOff x="1477" y="3739"/>
                  <a:chExt cx="227" cy="91"/>
                </a:xfrm>
              </p:grpSpPr>
              <p:sp>
                <p:nvSpPr>
                  <p:cNvPr id="362" name="AutoShape 414"/>
                  <p:cNvSpPr>
                    <a:spLocks noChangeArrowheads="1"/>
                  </p:cNvSpPr>
                  <p:nvPr/>
                </p:nvSpPr>
                <p:spPr bwMode="auto">
                  <a:xfrm>
                    <a:off x="1477" y="3739"/>
                    <a:ext cx="227" cy="45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w 21600"/>
                      <a:gd name="T7" fmla="*/ 0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4472 w 21600"/>
                      <a:gd name="T13" fmla="*/ 4320 h 21600"/>
                      <a:gd name="T14" fmla="*/ 17128 w 21600"/>
                      <a:gd name="T15" fmla="*/ 17280 h 2160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600" h="21600">
                        <a:moveTo>
                          <a:pt x="0" y="0"/>
                        </a:moveTo>
                        <a:lnTo>
                          <a:pt x="5400" y="21600"/>
                        </a:lnTo>
                        <a:lnTo>
                          <a:pt x="16200" y="21600"/>
                        </a:lnTo>
                        <a:lnTo>
                          <a:pt x="21600" y="0"/>
                        </a:lnTo>
                        <a:close/>
                      </a:path>
                    </a:pathLst>
                  </a:custGeom>
                  <a:solidFill>
                    <a:srgbClr val="808000">
                      <a:alpha val="39999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363" name="Rectangle 415"/>
                  <p:cNvSpPr>
                    <a:spLocks noChangeArrowheads="1"/>
                  </p:cNvSpPr>
                  <p:nvPr/>
                </p:nvSpPr>
                <p:spPr bwMode="auto">
                  <a:xfrm>
                    <a:off x="1523" y="3784"/>
                    <a:ext cx="136" cy="46"/>
                  </a:xfrm>
                  <a:prstGeom prst="rect">
                    <a:avLst/>
                  </a:prstGeom>
                  <a:solidFill>
                    <a:srgbClr val="808000">
                      <a:alpha val="39999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/>
                    <a:endParaRPr lang="ko-KR" altLang="ko-KR"/>
                  </a:p>
                </p:txBody>
              </p:sp>
            </p:grpSp>
            <p:sp>
              <p:nvSpPr>
                <p:cNvPr id="358" name="Rectangle 416"/>
                <p:cNvSpPr>
                  <a:spLocks noChangeArrowheads="1"/>
                </p:cNvSpPr>
                <p:nvPr/>
              </p:nvSpPr>
              <p:spPr bwMode="auto">
                <a:xfrm flipH="1">
                  <a:off x="2747" y="4918"/>
                  <a:ext cx="182" cy="136"/>
                </a:xfrm>
                <a:prstGeom prst="rect">
                  <a:avLst/>
                </a:prstGeom>
                <a:solidFill>
                  <a:srgbClr val="C0C0C0">
                    <a:alpha val="50195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121789" tIns="60894" rIns="121789" bIns="60894" anchor="ctr"/>
                <a:lstStyle/>
                <a:p>
                  <a:pPr algn="ctr"/>
                  <a:r>
                    <a:rPr lang="en-US" altLang="ko-KR" sz="600" dirty="0">
                      <a:latin typeface="Arial" charset="0"/>
                    </a:rPr>
                    <a:t>TRF</a:t>
                  </a:r>
                  <a:endParaRPr lang="ko-KR" altLang="ko-KR" dirty="0"/>
                </a:p>
              </p:txBody>
            </p:sp>
            <p:sp>
              <p:nvSpPr>
                <p:cNvPr id="359" name="Line 417"/>
                <p:cNvSpPr>
                  <a:spLocks noChangeShapeType="1"/>
                </p:cNvSpPr>
                <p:nvPr/>
              </p:nvSpPr>
              <p:spPr bwMode="auto">
                <a:xfrm>
                  <a:off x="3110" y="4827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 type="arrow" w="med" len="med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360" name="Line 418"/>
                <p:cNvSpPr>
                  <a:spLocks noChangeShapeType="1"/>
                </p:cNvSpPr>
                <p:nvPr/>
              </p:nvSpPr>
              <p:spPr bwMode="auto">
                <a:xfrm flipV="1">
                  <a:off x="2838" y="4827"/>
                  <a:ext cx="272" cy="0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361" name="Line 419"/>
                <p:cNvSpPr>
                  <a:spLocks noChangeShapeType="1"/>
                </p:cNvSpPr>
                <p:nvPr/>
              </p:nvSpPr>
              <p:spPr bwMode="auto">
                <a:xfrm flipV="1">
                  <a:off x="2838" y="4827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163" name="Group 420"/>
              <p:cNvGrpSpPr>
                <a:grpSpLocks/>
              </p:cNvGrpSpPr>
              <p:nvPr/>
            </p:nvGrpSpPr>
            <p:grpSpPr bwMode="auto">
              <a:xfrm>
                <a:off x="4216401" y="6223000"/>
                <a:ext cx="792163" cy="360363"/>
                <a:chOff x="2475" y="3875"/>
                <a:chExt cx="499" cy="227"/>
              </a:xfrm>
            </p:grpSpPr>
            <p:grpSp>
              <p:nvGrpSpPr>
                <p:cNvPr id="350" name="Group 421"/>
                <p:cNvGrpSpPr>
                  <a:grpSpLocks/>
                </p:cNvGrpSpPr>
                <p:nvPr/>
              </p:nvGrpSpPr>
              <p:grpSpPr bwMode="auto">
                <a:xfrm rot="10800000">
                  <a:off x="2702" y="3966"/>
                  <a:ext cx="272" cy="136"/>
                  <a:chOff x="1477" y="3739"/>
                  <a:chExt cx="227" cy="91"/>
                </a:xfrm>
              </p:grpSpPr>
              <p:sp>
                <p:nvSpPr>
                  <p:cNvPr id="355" name="AutoShape 422"/>
                  <p:cNvSpPr>
                    <a:spLocks noChangeArrowheads="1"/>
                  </p:cNvSpPr>
                  <p:nvPr/>
                </p:nvSpPr>
                <p:spPr bwMode="auto">
                  <a:xfrm>
                    <a:off x="1477" y="3739"/>
                    <a:ext cx="227" cy="45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w 21600"/>
                      <a:gd name="T7" fmla="*/ 0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4472 w 21600"/>
                      <a:gd name="T13" fmla="*/ 4320 h 21600"/>
                      <a:gd name="T14" fmla="*/ 17128 w 21600"/>
                      <a:gd name="T15" fmla="*/ 17280 h 2160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600" h="21600">
                        <a:moveTo>
                          <a:pt x="0" y="0"/>
                        </a:moveTo>
                        <a:lnTo>
                          <a:pt x="5400" y="21600"/>
                        </a:lnTo>
                        <a:lnTo>
                          <a:pt x="16200" y="21600"/>
                        </a:lnTo>
                        <a:lnTo>
                          <a:pt x="21600" y="0"/>
                        </a:lnTo>
                        <a:close/>
                      </a:path>
                    </a:pathLst>
                  </a:custGeom>
                  <a:solidFill>
                    <a:srgbClr val="808000">
                      <a:alpha val="10196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356" name="Rectangle 423"/>
                  <p:cNvSpPr>
                    <a:spLocks noChangeArrowheads="1"/>
                  </p:cNvSpPr>
                  <p:nvPr/>
                </p:nvSpPr>
                <p:spPr bwMode="auto">
                  <a:xfrm>
                    <a:off x="1523" y="3784"/>
                    <a:ext cx="136" cy="46"/>
                  </a:xfrm>
                  <a:prstGeom prst="rect">
                    <a:avLst/>
                  </a:prstGeom>
                  <a:solidFill>
                    <a:srgbClr val="808000">
                      <a:alpha val="10196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/>
                    <a:endParaRPr lang="ko-KR" altLang="ko-KR"/>
                  </a:p>
                </p:txBody>
              </p:sp>
            </p:grpSp>
            <p:sp>
              <p:nvSpPr>
                <p:cNvPr id="351" name="Rectangle 424"/>
                <p:cNvSpPr>
                  <a:spLocks noChangeArrowheads="1"/>
                </p:cNvSpPr>
                <p:nvPr/>
              </p:nvSpPr>
              <p:spPr bwMode="auto">
                <a:xfrm flipH="1">
                  <a:off x="2475" y="3966"/>
                  <a:ext cx="182" cy="136"/>
                </a:xfrm>
                <a:prstGeom prst="rect">
                  <a:avLst/>
                </a:prstGeom>
                <a:solidFill>
                  <a:srgbClr val="FFCC99">
                    <a:alpha val="50195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121789" tIns="60894" rIns="121789" bIns="60894" anchor="ctr"/>
                <a:lstStyle/>
                <a:p>
                  <a:pPr algn="ctr"/>
                  <a:r>
                    <a:rPr lang="en-US" altLang="ko-KR" sz="600" dirty="0">
                      <a:latin typeface="Arial" charset="0"/>
                    </a:rPr>
                    <a:t>TRF</a:t>
                  </a:r>
                  <a:endParaRPr lang="ko-KR" altLang="ko-KR" dirty="0"/>
                </a:p>
              </p:txBody>
            </p:sp>
            <p:sp>
              <p:nvSpPr>
                <p:cNvPr id="352" name="Line 425"/>
                <p:cNvSpPr>
                  <a:spLocks noChangeShapeType="1"/>
                </p:cNvSpPr>
                <p:nvPr/>
              </p:nvSpPr>
              <p:spPr bwMode="auto">
                <a:xfrm>
                  <a:off x="2838" y="3875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 type="arrow" w="med" len="med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353" name="Line 426"/>
                <p:cNvSpPr>
                  <a:spLocks noChangeShapeType="1"/>
                </p:cNvSpPr>
                <p:nvPr/>
              </p:nvSpPr>
              <p:spPr bwMode="auto">
                <a:xfrm flipV="1">
                  <a:off x="2566" y="3875"/>
                  <a:ext cx="272" cy="0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354" name="Line 427"/>
                <p:cNvSpPr>
                  <a:spLocks noChangeShapeType="1"/>
                </p:cNvSpPr>
                <p:nvPr/>
              </p:nvSpPr>
              <p:spPr bwMode="auto">
                <a:xfrm flipV="1">
                  <a:off x="2566" y="3875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sp>
            <p:nvSpPr>
              <p:cNvPr id="164" name="Line 428"/>
              <p:cNvSpPr>
                <a:spLocks noChangeShapeType="1"/>
              </p:cNvSpPr>
              <p:nvPr/>
            </p:nvSpPr>
            <p:spPr bwMode="auto">
              <a:xfrm flipV="1">
                <a:off x="5226454" y="6583365"/>
                <a:ext cx="0" cy="287336"/>
              </a:xfrm>
              <a:prstGeom prst="line">
                <a:avLst/>
              </a:prstGeom>
              <a:noFill/>
              <a:ln w="25400">
                <a:solidFill>
                  <a:srgbClr val="CC99FF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grpSp>
            <p:nvGrpSpPr>
              <p:cNvPr id="165" name="Group 432"/>
              <p:cNvGrpSpPr>
                <a:grpSpLocks/>
              </p:cNvGrpSpPr>
              <p:nvPr/>
            </p:nvGrpSpPr>
            <p:grpSpPr bwMode="auto">
              <a:xfrm>
                <a:off x="7456489" y="6223000"/>
                <a:ext cx="792162" cy="360363"/>
                <a:chOff x="2475" y="3875"/>
                <a:chExt cx="499" cy="227"/>
              </a:xfrm>
            </p:grpSpPr>
            <p:grpSp>
              <p:nvGrpSpPr>
                <p:cNvPr id="343" name="Group 433"/>
                <p:cNvGrpSpPr>
                  <a:grpSpLocks/>
                </p:cNvGrpSpPr>
                <p:nvPr/>
              </p:nvGrpSpPr>
              <p:grpSpPr bwMode="auto">
                <a:xfrm rot="10800000">
                  <a:off x="2702" y="3966"/>
                  <a:ext cx="272" cy="136"/>
                  <a:chOff x="1477" y="3739"/>
                  <a:chExt cx="227" cy="91"/>
                </a:xfrm>
              </p:grpSpPr>
              <p:sp>
                <p:nvSpPr>
                  <p:cNvPr id="348" name="AutoShape 434"/>
                  <p:cNvSpPr>
                    <a:spLocks noChangeArrowheads="1"/>
                  </p:cNvSpPr>
                  <p:nvPr/>
                </p:nvSpPr>
                <p:spPr bwMode="auto">
                  <a:xfrm>
                    <a:off x="1477" y="3739"/>
                    <a:ext cx="227" cy="45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w 21600"/>
                      <a:gd name="T7" fmla="*/ 0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4472 w 21600"/>
                      <a:gd name="T13" fmla="*/ 4320 h 21600"/>
                      <a:gd name="T14" fmla="*/ 17128 w 21600"/>
                      <a:gd name="T15" fmla="*/ 17280 h 2160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600" h="21600">
                        <a:moveTo>
                          <a:pt x="0" y="0"/>
                        </a:moveTo>
                        <a:lnTo>
                          <a:pt x="5400" y="21600"/>
                        </a:lnTo>
                        <a:lnTo>
                          <a:pt x="16200" y="21600"/>
                        </a:lnTo>
                        <a:lnTo>
                          <a:pt x="21600" y="0"/>
                        </a:lnTo>
                        <a:close/>
                      </a:path>
                    </a:pathLst>
                  </a:custGeom>
                  <a:solidFill>
                    <a:srgbClr val="808000">
                      <a:alpha val="10196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349" name="Rectangle 435"/>
                  <p:cNvSpPr>
                    <a:spLocks noChangeArrowheads="1"/>
                  </p:cNvSpPr>
                  <p:nvPr/>
                </p:nvSpPr>
                <p:spPr bwMode="auto">
                  <a:xfrm>
                    <a:off x="1523" y="3784"/>
                    <a:ext cx="136" cy="46"/>
                  </a:xfrm>
                  <a:prstGeom prst="rect">
                    <a:avLst/>
                  </a:prstGeom>
                  <a:solidFill>
                    <a:srgbClr val="808000">
                      <a:alpha val="10196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/>
                    <a:endParaRPr lang="ko-KR" altLang="ko-KR"/>
                  </a:p>
                </p:txBody>
              </p:sp>
            </p:grpSp>
            <p:sp>
              <p:nvSpPr>
                <p:cNvPr id="344" name="Rectangle 436"/>
                <p:cNvSpPr>
                  <a:spLocks noChangeArrowheads="1"/>
                </p:cNvSpPr>
                <p:nvPr/>
              </p:nvSpPr>
              <p:spPr bwMode="auto">
                <a:xfrm flipH="1">
                  <a:off x="2475" y="3966"/>
                  <a:ext cx="182" cy="136"/>
                </a:xfrm>
                <a:prstGeom prst="rect">
                  <a:avLst/>
                </a:prstGeom>
                <a:solidFill>
                  <a:srgbClr val="FFCC99">
                    <a:alpha val="50195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121789" tIns="60894" rIns="121789" bIns="60894" anchor="ctr"/>
                <a:lstStyle/>
                <a:p>
                  <a:pPr algn="ctr"/>
                  <a:r>
                    <a:rPr lang="en-US" altLang="ko-KR" sz="600" dirty="0">
                      <a:latin typeface="Arial" charset="0"/>
                    </a:rPr>
                    <a:t>TRF</a:t>
                  </a:r>
                  <a:endParaRPr lang="ko-KR" altLang="ko-KR" dirty="0"/>
                </a:p>
              </p:txBody>
            </p:sp>
            <p:sp>
              <p:nvSpPr>
                <p:cNvPr id="345" name="Line 437"/>
                <p:cNvSpPr>
                  <a:spLocks noChangeShapeType="1"/>
                </p:cNvSpPr>
                <p:nvPr/>
              </p:nvSpPr>
              <p:spPr bwMode="auto">
                <a:xfrm>
                  <a:off x="2838" y="3875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 type="arrow" w="med" len="med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346" name="Line 438"/>
                <p:cNvSpPr>
                  <a:spLocks noChangeShapeType="1"/>
                </p:cNvSpPr>
                <p:nvPr/>
              </p:nvSpPr>
              <p:spPr bwMode="auto">
                <a:xfrm flipV="1">
                  <a:off x="2566" y="3875"/>
                  <a:ext cx="272" cy="0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347" name="Line 439"/>
                <p:cNvSpPr>
                  <a:spLocks noChangeShapeType="1"/>
                </p:cNvSpPr>
                <p:nvPr/>
              </p:nvSpPr>
              <p:spPr bwMode="auto">
                <a:xfrm flipV="1">
                  <a:off x="2566" y="3875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sp>
            <p:nvSpPr>
              <p:cNvPr id="166" name="Line 440"/>
              <p:cNvSpPr>
                <a:spLocks noChangeShapeType="1"/>
              </p:cNvSpPr>
              <p:nvPr/>
            </p:nvSpPr>
            <p:spPr bwMode="auto">
              <a:xfrm flipH="1" flipV="1">
                <a:off x="6525619" y="6583365"/>
                <a:ext cx="1588" cy="431800"/>
              </a:xfrm>
              <a:prstGeom prst="line">
                <a:avLst/>
              </a:prstGeom>
              <a:noFill/>
              <a:ln w="25400">
                <a:solidFill>
                  <a:srgbClr val="CC99FF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grpSp>
            <p:nvGrpSpPr>
              <p:cNvPr id="167" name="Group 441"/>
              <p:cNvGrpSpPr>
                <a:grpSpLocks/>
              </p:cNvGrpSpPr>
              <p:nvPr/>
            </p:nvGrpSpPr>
            <p:grpSpPr bwMode="auto">
              <a:xfrm>
                <a:off x="3136902" y="6223000"/>
                <a:ext cx="792163" cy="360363"/>
                <a:chOff x="2475" y="3875"/>
                <a:chExt cx="499" cy="227"/>
              </a:xfrm>
            </p:grpSpPr>
            <p:grpSp>
              <p:nvGrpSpPr>
                <p:cNvPr id="336" name="Group 442"/>
                <p:cNvGrpSpPr>
                  <a:grpSpLocks/>
                </p:cNvGrpSpPr>
                <p:nvPr/>
              </p:nvGrpSpPr>
              <p:grpSpPr bwMode="auto">
                <a:xfrm rot="10800000">
                  <a:off x="2702" y="3966"/>
                  <a:ext cx="272" cy="136"/>
                  <a:chOff x="1477" y="3739"/>
                  <a:chExt cx="227" cy="91"/>
                </a:xfrm>
              </p:grpSpPr>
              <p:sp>
                <p:nvSpPr>
                  <p:cNvPr id="341" name="AutoShape 443"/>
                  <p:cNvSpPr>
                    <a:spLocks noChangeArrowheads="1"/>
                  </p:cNvSpPr>
                  <p:nvPr/>
                </p:nvSpPr>
                <p:spPr bwMode="auto">
                  <a:xfrm>
                    <a:off x="1477" y="3739"/>
                    <a:ext cx="227" cy="45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w 21600"/>
                      <a:gd name="T7" fmla="*/ 0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4472 w 21600"/>
                      <a:gd name="T13" fmla="*/ 4320 h 21600"/>
                      <a:gd name="T14" fmla="*/ 17128 w 21600"/>
                      <a:gd name="T15" fmla="*/ 17280 h 2160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600" h="21600">
                        <a:moveTo>
                          <a:pt x="0" y="0"/>
                        </a:moveTo>
                        <a:lnTo>
                          <a:pt x="5400" y="21600"/>
                        </a:lnTo>
                        <a:lnTo>
                          <a:pt x="16200" y="21600"/>
                        </a:lnTo>
                        <a:lnTo>
                          <a:pt x="21600" y="0"/>
                        </a:lnTo>
                        <a:close/>
                      </a:path>
                    </a:pathLst>
                  </a:custGeom>
                  <a:solidFill>
                    <a:srgbClr val="808000">
                      <a:alpha val="10196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342" name="Rectangle 444"/>
                  <p:cNvSpPr>
                    <a:spLocks noChangeArrowheads="1"/>
                  </p:cNvSpPr>
                  <p:nvPr/>
                </p:nvSpPr>
                <p:spPr bwMode="auto">
                  <a:xfrm>
                    <a:off x="1523" y="3784"/>
                    <a:ext cx="136" cy="46"/>
                  </a:xfrm>
                  <a:prstGeom prst="rect">
                    <a:avLst/>
                  </a:prstGeom>
                  <a:solidFill>
                    <a:srgbClr val="808000">
                      <a:alpha val="10196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/>
                    <a:endParaRPr lang="ko-KR" altLang="ko-KR"/>
                  </a:p>
                </p:txBody>
              </p:sp>
            </p:grpSp>
            <p:sp>
              <p:nvSpPr>
                <p:cNvPr id="337" name="Rectangle 445"/>
                <p:cNvSpPr>
                  <a:spLocks noChangeArrowheads="1"/>
                </p:cNvSpPr>
                <p:nvPr/>
              </p:nvSpPr>
              <p:spPr bwMode="auto">
                <a:xfrm flipH="1">
                  <a:off x="2475" y="3966"/>
                  <a:ext cx="182" cy="136"/>
                </a:xfrm>
                <a:prstGeom prst="rect">
                  <a:avLst/>
                </a:prstGeom>
                <a:solidFill>
                  <a:srgbClr val="FFCC99">
                    <a:alpha val="50195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121789" tIns="60894" rIns="121789" bIns="60894" anchor="ctr"/>
                <a:lstStyle/>
                <a:p>
                  <a:pPr algn="ctr"/>
                  <a:r>
                    <a:rPr lang="en-US" altLang="ko-KR" sz="600" dirty="0">
                      <a:latin typeface="Arial" charset="0"/>
                    </a:rPr>
                    <a:t>TRF</a:t>
                  </a:r>
                  <a:endParaRPr lang="ko-KR" altLang="ko-KR" dirty="0"/>
                </a:p>
              </p:txBody>
            </p:sp>
            <p:sp>
              <p:nvSpPr>
                <p:cNvPr id="338" name="Line 446"/>
                <p:cNvSpPr>
                  <a:spLocks noChangeShapeType="1"/>
                </p:cNvSpPr>
                <p:nvPr/>
              </p:nvSpPr>
              <p:spPr bwMode="auto">
                <a:xfrm>
                  <a:off x="2838" y="3875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 type="arrow" w="med" len="med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339" name="Line 447"/>
                <p:cNvSpPr>
                  <a:spLocks noChangeShapeType="1"/>
                </p:cNvSpPr>
                <p:nvPr/>
              </p:nvSpPr>
              <p:spPr bwMode="auto">
                <a:xfrm flipV="1">
                  <a:off x="2566" y="3875"/>
                  <a:ext cx="272" cy="0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340" name="Line 448"/>
                <p:cNvSpPr>
                  <a:spLocks noChangeShapeType="1"/>
                </p:cNvSpPr>
                <p:nvPr/>
              </p:nvSpPr>
              <p:spPr bwMode="auto">
                <a:xfrm flipV="1">
                  <a:off x="2566" y="3875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sp>
            <p:nvSpPr>
              <p:cNvPr id="168" name="Line 449"/>
              <p:cNvSpPr>
                <a:spLocks noChangeShapeType="1"/>
              </p:cNvSpPr>
              <p:nvPr/>
            </p:nvSpPr>
            <p:spPr bwMode="auto">
              <a:xfrm flipV="1">
                <a:off x="3281362" y="6583365"/>
                <a:ext cx="0" cy="287336"/>
              </a:xfrm>
              <a:prstGeom prst="line">
                <a:avLst/>
              </a:prstGeom>
              <a:noFill/>
              <a:ln w="25400">
                <a:solidFill>
                  <a:srgbClr val="CC99FF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grpSp>
            <p:nvGrpSpPr>
              <p:cNvPr id="169" name="Group 450"/>
              <p:cNvGrpSpPr>
                <a:grpSpLocks/>
              </p:cNvGrpSpPr>
              <p:nvPr/>
            </p:nvGrpSpPr>
            <p:grpSpPr bwMode="auto">
              <a:xfrm>
                <a:off x="8321676" y="6223000"/>
                <a:ext cx="792163" cy="360363"/>
                <a:chOff x="2475" y="3875"/>
                <a:chExt cx="499" cy="227"/>
              </a:xfrm>
            </p:grpSpPr>
            <p:grpSp>
              <p:nvGrpSpPr>
                <p:cNvPr id="329" name="Group 451"/>
                <p:cNvGrpSpPr>
                  <a:grpSpLocks/>
                </p:cNvGrpSpPr>
                <p:nvPr/>
              </p:nvGrpSpPr>
              <p:grpSpPr bwMode="auto">
                <a:xfrm rot="10800000">
                  <a:off x="2702" y="3966"/>
                  <a:ext cx="272" cy="136"/>
                  <a:chOff x="1477" y="3739"/>
                  <a:chExt cx="227" cy="91"/>
                </a:xfrm>
              </p:grpSpPr>
              <p:sp>
                <p:nvSpPr>
                  <p:cNvPr id="334" name="AutoShape 452"/>
                  <p:cNvSpPr>
                    <a:spLocks noChangeArrowheads="1"/>
                  </p:cNvSpPr>
                  <p:nvPr/>
                </p:nvSpPr>
                <p:spPr bwMode="auto">
                  <a:xfrm>
                    <a:off x="1477" y="3739"/>
                    <a:ext cx="227" cy="45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w 21600"/>
                      <a:gd name="T7" fmla="*/ 0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4472 w 21600"/>
                      <a:gd name="T13" fmla="*/ 4320 h 21600"/>
                      <a:gd name="T14" fmla="*/ 17128 w 21600"/>
                      <a:gd name="T15" fmla="*/ 17280 h 2160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600" h="21600">
                        <a:moveTo>
                          <a:pt x="0" y="0"/>
                        </a:moveTo>
                        <a:lnTo>
                          <a:pt x="5400" y="21600"/>
                        </a:lnTo>
                        <a:lnTo>
                          <a:pt x="16200" y="21600"/>
                        </a:lnTo>
                        <a:lnTo>
                          <a:pt x="21600" y="0"/>
                        </a:lnTo>
                        <a:close/>
                      </a:path>
                    </a:pathLst>
                  </a:custGeom>
                  <a:solidFill>
                    <a:srgbClr val="808000">
                      <a:alpha val="10196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335" name="Rectangle 453"/>
                  <p:cNvSpPr>
                    <a:spLocks noChangeArrowheads="1"/>
                  </p:cNvSpPr>
                  <p:nvPr/>
                </p:nvSpPr>
                <p:spPr bwMode="auto">
                  <a:xfrm>
                    <a:off x="1523" y="3784"/>
                    <a:ext cx="136" cy="46"/>
                  </a:xfrm>
                  <a:prstGeom prst="rect">
                    <a:avLst/>
                  </a:prstGeom>
                  <a:solidFill>
                    <a:srgbClr val="808000">
                      <a:alpha val="10196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/>
                    <a:endParaRPr lang="ko-KR" altLang="ko-KR"/>
                  </a:p>
                </p:txBody>
              </p:sp>
            </p:grpSp>
            <p:sp>
              <p:nvSpPr>
                <p:cNvPr id="330" name="Rectangle 454"/>
                <p:cNvSpPr>
                  <a:spLocks noChangeArrowheads="1"/>
                </p:cNvSpPr>
                <p:nvPr/>
              </p:nvSpPr>
              <p:spPr bwMode="auto">
                <a:xfrm flipH="1">
                  <a:off x="2475" y="3966"/>
                  <a:ext cx="182" cy="136"/>
                </a:xfrm>
                <a:prstGeom prst="rect">
                  <a:avLst/>
                </a:prstGeom>
                <a:solidFill>
                  <a:srgbClr val="FFCC99">
                    <a:alpha val="50195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121789" tIns="60894" rIns="121789" bIns="60894" anchor="ctr"/>
                <a:lstStyle/>
                <a:p>
                  <a:pPr algn="ctr"/>
                  <a:r>
                    <a:rPr lang="en-US" altLang="ko-KR" sz="600" dirty="0">
                      <a:latin typeface="Arial" charset="0"/>
                    </a:rPr>
                    <a:t>TRF</a:t>
                  </a:r>
                  <a:endParaRPr lang="ko-KR" altLang="ko-KR" dirty="0"/>
                </a:p>
              </p:txBody>
            </p:sp>
            <p:sp>
              <p:nvSpPr>
                <p:cNvPr id="331" name="Line 455"/>
                <p:cNvSpPr>
                  <a:spLocks noChangeShapeType="1"/>
                </p:cNvSpPr>
                <p:nvPr/>
              </p:nvSpPr>
              <p:spPr bwMode="auto">
                <a:xfrm>
                  <a:off x="2838" y="3875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 type="arrow" w="med" len="med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332" name="Line 456"/>
                <p:cNvSpPr>
                  <a:spLocks noChangeShapeType="1"/>
                </p:cNvSpPr>
                <p:nvPr/>
              </p:nvSpPr>
              <p:spPr bwMode="auto">
                <a:xfrm flipV="1">
                  <a:off x="2566" y="3875"/>
                  <a:ext cx="272" cy="0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333" name="Line 457"/>
                <p:cNvSpPr>
                  <a:spLocks noChangeShapeType="1"/>
                </p:cNvSpPr>
                <p:nvPr/>
              </p:nvSpPr>
              <p:spPr bwMode="auto">
                <a:xfrm flipV="1">
                  <a:off x="2566" y="3875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sp>
            <p:nvSpPr>
              <p:cNvPr id="170" name="Line 458"/>
              <p:cNvSpPr>
                <a:spLocks noChangeShapeType="1"/>
              </p:cNvSpPr>
              <p:nvPr/>
            </p:nvSpPr>
            <p:spPr bwMode="auto">
              <a:xfrm flipV="1">
                <a:off x="8466139" y="6583365"/>
                <a:ext cx="0" cy="431800"/>
              </a:xfrm>
              <a:prstGeom prst="line">
                <a:avLst/>
              </a:prstGeom>
              <a:noFill/>
              <a:ln w="25400">
                <a:solidFill>
                  <a:srgbClr val="CC99FF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grpSp>
            <p:nvGrpSpPr>
              <p:cNvPr id="171" name="Group 459"/>
              <p:cNvGrpSpPr>
                <a:grpSpLocks/>
              </p:cNvGrpSpPr>
              <p:nvPr/>
            </p:nvGrpSpPr>
            <p:grpSpPr bwMode="auto">
              <a:xfrm>
                <a:off x="6376990" y="6223000"/>
                <a:ext cx="792162" cy="360363"/>
                <a:chOff x="2475" y="3875"/>
                <a:chExt cx="499" cy="227"/>
              </a:xfrm>
            </p:grpSpPr>
            <p:grpSp>
              <p:nvGrpSpPr>
                <p:cNvPr id="322" name="Group 460"/>
                <p:cNvGrpSpPr>
                  <a:grpSpLocks/>
                </p:cNvGrpSpPr>
                <p:nvPr/>
              </p:nvGrpSpPr>
              <p:grpSpPr bwMode="auto">
                <a:xfrm rot="10800000">
                  <a:off x="2702" y="3966"/>
                  <a:ext cx="272" cy="136"/>
                  <a:chOff x="1477" y="3739"/>
                  <a:chExt cx="227" cy="91"/>
                </a:xfrm>
              </p:grpSpPr>
              <p:sp>
                <p:nvSpPr>
                  <p:cNvPr id="327" name="AutoShape 461"/>
                  <p:cNvSpPr>
                    <a:spLocks noChangeArrowheads="1"/>
                  </p:cNvSpPr>
                  <p:nvPr/>
                </p:nvSpPr>
                <p:spPr bwMode="auto">
                  <a:xfrm>
                    <a:off x="1477" y="3739"/>
                    <a:ext cx="227" cy="45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w 21600"/>
                      <a:gd name="T7" fmla="*/ 0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4472 w 21600"/>
                      <a:gd name="T13" fmla="*/ 4320 h 21600"/>
                      <a:gd name="T14" fmla="*/ 17128 w 21600"/>
                      <a:gd name="T15" fmla="*/ 17280 h 2160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600" h="21600">
                        <a:moveTo>
                          <a:pt x="0" y="0"/>
                        </a:moveTo>
                        <a:lnTo>
                          <a:pt x="5400" y="21600"/>
                        </a:lnTo>
                        <a:lnTo>
                          <a:pt x="16200" y="21600"/>
                        </a:lnTo>
                        <a:lnTo>
                          <a:pt x="21600" y="0"/>
                        </a:lnTo>
                        <a:close/>
                      </a:path>
                    </a:pathLst>
                  </a:custGeom>
                  <a:solidFill>
                    <a:srgbClr val="808000">
                      <a:alpha val="10196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328" name="Rectangle 462"/>
                  <p:cNvSpPr>
                    <a:spLocks noChangeArrowheads="1"/>
                  </p:cNvSpPr>
                  <p:nvPr/>
                </p:nvSpPr>
                <p:spPr bwMode="auto">
                  <a:xfrm>
                    <a:off x="1523" y="3784"/>
                    <a:ext cx="136" cy="46"/>
                  </a:xfrm>
                  <a:prstGeom prst="rect">
                    <a:avLst/>
                  </a:prstGeom>
                  <a:solidFill>
                    <a:srgbClr val="808000">
                      <a:alpha val="10196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/>
                    <a:endParaRPr lang="ko-KR" altLang="ko-KR"/>
                  </a:p>
                </p:txBody>
              </p:sp>
            </p:grpSp>
            <p:sp>
              <p:nvSpPr>
                <p:cNvPr id="323" name="Rectangle 463"/>
                <p:cNvSpPr>
                  <a:spLocks noChangeArrowheads="1"/>
                </p:cNvSpPr>
                <p:nvPr/>
              </p:nvSpPr>
              <p:spPr bwMode="auto">
                <a:xfrm flipH="1">
                  <a:off x="2475" y="3966"/>
                  <a:ext cx="182" cy="136"/>
                </a:xfrm>
                <a:prstGeom prst="rect">
                  <a:avLst/>
                </a:prstGeom>
                <a:solidFill>
                  <a:srgbClr val="FFCC99">
                    <a:alpha val="50195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121789" tIns="60894" rIns="121789" bIns="60894" anchor="ctr"/>
                <a:lstStyle/>
                <a:p>
                  <a:pPr algn="ctr"/>
                  <a:r>
                    <a:rPr lang="en-US" altLang="ko-KR" sz="600" dirty="0">
                      <a:latin typeface="Arial" charset="0"/>
                    </a:rPr>
                    <a:t>TRF</a:t>
                  </a:r>
                  <a:endParaRPr lang="ko-KR" altLang="ko-KR" dirty="0"/>
                </a:p>
              </p:txBody>
            </p:sp>
            <p:sp>
              <p:nvSpPr>
                <p:cNvPr id="324" name="Line 464"/>
                <p:cNvSpPr>
                  <a:spLocks noChangeShapeType="1"/>
                </p:cNvSpPr>
                <p:nvPr/>
              </p:nvSpPr>
              <p:spPr bwMode="auto">
                <a:xfrm>
                  <a:off x="2838" y="3875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 type="arrow" w="med" len="med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325" name="Line 465"/>
                <p:cNvSpPr>
                  <a:spLocks noChangeShapeType="1"/>
                </p:cNvSpPr>
                <p:nvPr/>
              </p:nvSpPr>
              <p:spPr bwMode="auto">
                <a:xfrm flipV="1">
                  <a:off x="2566" y="3875"/>
                  <a:ext cx="272" cy="0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326" name="Line 466"/>
                <p:cNvSpPr>
                  <a:spLocks noChangeShapeType="1"/>
                </p:cNvSpPr>
                <p:nvPr/>
              </p:nvSpPr>
              <p:spPr bwMode="auto">
                <a:xfrm flipV="1">
                  <a:off x="2566" y="3875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sp>
            <p:nvSpPr>
              <p:cNvPr id="172" name="Line 467"/>
              <p:cNvSpPr>
                <a:spLocks noChangeShapeType="1"/>
              </p:cNvSpPr>
              <p:nvPr/>
            </p:nvSpPr>
            <p:spPr bwMode="auto">
              <a:xfrm flipV="1">
                <a:off x="7622140" y="6583365"/>
                <a:ext cx="0" cy="287336"/>
              </a:xfrm>
              <a:prstGeom prst="line">
                <a:avLst/>
              </a:prstGeom>
              <a:noFill/>
              <a:ln w="25400">
                <a:solidFill>
                  <a:srgbClr val="CC99FF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grpSp>
            <p:nvGrpSpPr>
              <p:cNvPr id="173" name="Group 468"/>
              <p:cNvGrpSpPr>
                <a:grpSpLocks/>
              </p:cNvGrpSpPr>
              <p:nvPr/>
            </p:nvGrpSpPr>
            <p:grpSpPr bwMode="auto">
              <a:xfrm>
                <a:off x="5080000" y="6223000"/>
                <a:ext cx="792163" cy="360363"/>
                <a:chOff x="2475" y="3875"/>
                <a:chExt cx="499" cy="227"/>
              </a:xfrm>
            </p:grpSpPr>
            <p:grpSp>
              <p:nvGrpSpPr>
                <p:cNvPr id="315" name="Group 469"/>
                <p:cNvGrpSpPr>
                  <a:grpSpLocks/>
                </p:cNvGrpSpPr>
                <p:nvPr/>
              </p:nvGrpSpPr>
              <p:grpSpPr bwMode="auto">
                <a:xfrm rot="10800000">
                  <a:off x="2702" y="3966"/>
                  <a:ext cx="272" cy="136"/>
                  <a:chOff x="1477" y="3739"/>
                  <a:chExt cx="227" cy="91"/>
                </a:xfrm>
              </p:grpSpPr>
              <p:sp>
                <p:nvSpPr>
                  <p:cNvPr id="320" name="AutoShape 470"/>
                  <p:cNvSpPr>
                    <a:spLocks noChangeArrowheads="1"/>
                  </p:cNvSpPr>
                  <p:nvPr/>
                </p:nvSpPr>
                <p:spPr bwMode="auto">
                  <a:xfrm>
                    <a:off x="1477" y="3739"/>
                    <a:ext cx="227" cy="45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w 21600"/>
                      <a:gd name="T7" fmla="*/ 0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4472 w 21600"/>
                      <a:gd name="T13" fmla="*/ 4320 h 21600"/>
                      <a:gd name="T14" fmla="*/ 17128 w 21600"/>
                      <a:gd name="T15" fmla="*/ 17280 h 2160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600" h="21600">
                        <a:moveTo>
                          <a:pt x="0" y="0"/>
                        </a:moveTo>
                        <a:lnTo>
                          <a:pt x="5400" y="21600"/>
                        </a:lnTo>
                        <a:lnTo>
                          <a:pt x="16200" y="21600"/>
                        </a:lnTo>
                        <a:lnTo>
                          <a:pt x="21600" y="0"/>
                        </a:lnTo>
                        <a:close/>
                      </a:path>
                    </a:pathLst>
                  </a:custGeom>
                  <a:solidFill>
                    <a:srgbClr val="808000">
                      <a:alpha val="10196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321" name="Rectangle 471"/>
                  <p:cNvSpPr>
                    <a:spLocks noChangeArrowheads="1"/>
                  </p:cNvSpPr>
                  <p:nvPr/>
                </p:nvSpPr>
                <p:spPr bwMode="auto">
                  <a:xfrm>
                    <a:off x="1523" y="3784"/>
                    <a:ext cx="136" cy="46"/>
                  </a:xfrm>
                  <a:prstGeom prst="rect">
                    <a:avLst/>
                  </a:prstGeom>
                  <a:solidFill>
                    <a:srgbClr val="808000">
                      <a:alpha val="10196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/>
                    <a:endParaRPr lang="ko-KR" altLang="ko-KR"/>
                  </a:p>
                </p:txBody>
              </p:sp>
            </p:grpSp>
            <p:sp>
              <p:nvSpPr>
                <p:cNvPr id="316" name="Rectangle 472"/>
                <p:cNvSpPr>
                  <a:spLocks noChangeArrowheads="1"/>
                </p:cNvSpPr>
                <p:nvPr/>
              </p:nvSpPr>
              <p:spPr bwMode="auto">
                <a:xfrm flipH="1">
                  <a:off x="2475" y="3966"/>
                  <a:ext cx="182" cy="136"/>
                </a:xfrm>
                <a:prstGeom prst="rect">
                  <a:avLst/>
                </a:prstGeom>
                <a:solidFill>
                  <a:srgbClr val="FFCC99">
                    <a:alpha val="50195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121789" tIns="60894" rIns="121789" bIns="60894" anchor="ctr"/>
                <a:lstStyle/>
                <a:p>
                  <a:pPr algn="ctr"/>
                  <a:r>
                    <a:rPr lang="en-US" altLang="ko-KR" sz="600" dirty="0">
                      <a:latin typeface="Arial" charset="0"/>
                    </a:rPr>
                    <a:t>TRF</a:t>
                  </a:r>
                  <a:endParaRPr lang="ko-KR" altLang="ko-KR" dirty="0"/>
                </a:p>
              </p:txBody>
            </p:sp>
            <p:sp>
              <p:nvSpPr>
                <p:cNvPr id="317" name="Line 473"/>
                <p:cNvSpPr>
                  <a:spLocks noChangeShapeType="1"/>
                </p:cNvSpPr>
                <p:nvPr/>
              </p:nvSpPr>
              <p:spPr bwMode="auto">
                <a:xfrm>
                  <a:off x="2838" y="3875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 type="arrow" w="med" len="med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318" name="Line 474"/>
                <p:cNvSpPr>
                  <a:spLocks noChangeShapeType="1"/>
                </p:cNvSpPr>
                <p:nvPr/>
              </p:nvSpPr>
              <p:spPr bwMode="auto">
                <a:xfrm flipV="1">
                  <a:off x="2566" y="3875"/>
                  <a:ext cx="272" cy="0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319" name="Line 475"/>
                <p:cNvSpPr>
                  <a:spLocks noChangeShapeType="1"/>
                </p:cNvSpPr>
                <p:nvPr/>
              </p:nvSpPr>
              <p:spPr bwMode="auto">
                <a:xfrm flipV="1">
                  <a:off x="2566" y="3875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sp>
            <p:nvSpPr>
              <p:cNvPr id="174" name="Line 476"/>
              <p:cNvSpPr>
                <a:spLocks noChangeShapeType="1"/>
              </p:cNvSpPr>
              <p:nvPr/>
            </p:nvSpPr>
            <p:spPr bwMode="auto">
              <a:xfrm flipV="1">
                <a:off x="4363258" y="6583365"/>
                <a:ext cx="1588" cy="431800"/>
              </a:xfrm>
              <a:prstGeom prst="line">
                <a:avLst/>
              </a:prstGeom>
              <a:noFill/>
              <a:ln w="25400">
                <a:solidFill>
                  <a:srgbClr val="CC99FF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grpSp>
            <p:nvGrpSpPr>
              <p:cNvPr id="175" name="Group 477"/>
              <p:cNvGrpSpPr>
                <a:grpSpLocks/>
              </p:cNvGrpSpPr>
              <p:nvPr/>
            </p:nvGrpSpPr>
            <p:grpSpPr bwMode="auto">
              <a:xfrm>
                <a:off x="6165851" y="5718176"/>
                <a:ext cx="792163" cy="360363"/>
                <a:chOff x="2475" y="3875"/>
                <a:chExt cx="499" cy="227"/>
              </a:xfrm>
            </p:grpSpPr>
            <p:grpSp>
              <p:nvGrpSpPr>
                <p:cNvPr id="308" name="Group 478"/>
                <p:cNvGrpSpPr>
                  <a:grpSpLocks/>
                </p:cNvGrpSpPr>
                <p:nvPr/>
              </p:nvGrpSpPr>
              <p:grpSpPr bwMode="auto">
                <a:xfrm rot="10800000">
                  <a:off x="2702" y="3966"/>
                  <a:ext cx="272" cy="136"/>
                  <a:chOff x="1477" y="3739"/>
                  <a:chExt cx="227" cy="91"/>
                </a:xfrm>
              </p:grpSpPr>
              <p:sp>
                <p:nvSpPr>
                  <p:cNvPr id="313" name="AutoShape 479"/>
                  <p:cNvSpPr>
                    <a:spLocks noChangeArrowheads="1"/>
                  </p:cNvSpPr>
                  <p:nvPr/>
                </p:nvSpPr>
                <p:spPr bwMode="auto">
                  <a:xfrm>
                    <a:off x="1477" y="3739"/>
                    <a:ext cx="227" cy="45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w 21600"/>
                      <a:gd name="T7" fmla="*/ 0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4472 w 21600"/>
                      <a:gd name="T13" fmla="*/ 4320 h 21600"/>
                      <a:gd name="T14" fmla="*/ 17128 w 21600"/>
                      <a:gd name="T15" fmla="*/ 17280 h 2160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600" h="21600">
                        <a:moveTo>
                          <a:pt x="0" y="0"/>
                        </a:moveTo>
                        <a:lnTo>
                          <a:pt x="5400" y="21600"/>
                        </a:lnTo>
                        <a:lnTo>
                          <a:pt x="16200" y="21600"/>
                        </a:lnTo>
                        <a:lnTo>
                          <a:pt x="21600" y="0"/>
                        </a:lnTo>
                        <a:close/>
                      </a:path>
                    </a:pathLst>
                  </a:custGeom>
                  <a:solidFill>
                    <a:srgbClr val="808000">
                      <a:alpha val="10196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314" name="Rectangle 480"/>
                  <p:cNvSpPr>
                    <a:spLocks noChangeArrowheads="1"/>
                  </p:cNvSpPr>
                  <p:nvPr/>
                </p:nvSpPr>
                <p:spPr bwMode="auto">
                  <a:xfrm>
                    <a:off x="1523" y="3784"/>
                    <a:ext cx="136" cy="46"/>
                  </a:xfrm>
                  <a:prstGeom prst="rect">
                    <a:avLst/>
                  </a:prstGeom>
                  <a:solidFill>
                    <a:srgbClr val="808000">
                      <a:alpha val="10196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/>
                    <a:endParaRPr lang="ko-KR" altLang="ko-KR"/>
                  </a:p>
                </p:txBody>
              </p:sp>
            </p:grpSp>
            <p:sp>
              <p:nvSpPr>
                <p:cNvPr id="309" name="Rectangle 481"/>
                <p:cNvSpPr>
                  <a:spLocks noChangeArrowheads="1"/>
                </p:cNvSpPr>
                <p:nvPr/>
              </p:nvSpPr>
              <p:spPr bwMode="auto">
                <a:xfrm flipH="1">
                  <a:off x="2475" y="3966"/>
                  <a:ext cx="182" cy="136"/>
                </a:xfrm>
                <a:prstGeom prst="rect">
                  <a:avLst/>
                </a:prstGeom>
                <a:solidFill>
                  <a:srgbClr val="FFCC99">
                    <a:alpha val="50195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121789" tIns="60894" rIns="121789" bIns="60894" anchor="ctr"/>
                <a:lstStyle/>
                <a:p>
                  <a:pPr algn="ctr"/>
                  <a:r>
                    <a:rPr lang="en-US" altLang="ko-KR" sz="600" dirty="0">
                      <a:latin typeface="Arial" charset="0"/>
                    </a:rPr>
                    <a:t>TRF</a:t>
                  </a:r>
                  <a:endParaRPr lang="ko-KR" altLang="ko-KR" dirty="0"/>
                </a:p>
              </p:txBody>
            </p:sp>
            <p:sp>
              <p:nvSpPr>
                <p:cNvPr id="310" name="Line 482"/>
                <p:cNvSpPr>
                  <a:spLocks noChangeShapeType="1"/>
                </p:cNvSpPr>
                <p:nvPr/>
              </p:nvSpPr>
              <p:spPr bwMode="auto">
                <a:xfrm>
                  <a:off x="2838" y="3875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 type="arrow" w="med" len="med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311" name="Line 483"/>
                <p:cNvSpPr>
                  <a:spLocks noChangeShapeType="1"/>
                </p:cNvSpPr>
                <p:nvPr/>
              </p:nvSpPr>
              <p:spPr bwMode="auto">
                <a:xfrm flipV="1">
                  <a:off x="2566" y="3875"/>
                  <a:ext cx="272" cy="0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312" name="Line 484"/>
                <p:cNvSpPr>
                  <a:spLocks noChangeShapeType="1"/>
                </p:cNvSpPr>
                <p:nvPr/>
              </p:nvSpPr>
              <p:spPr bwMode="auto">
                <a:xfrm flipV="1">
                  <a:off x="2566" y="3875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sp>
            <p:nvSpPr>
              <p:cNvPr id="176" name="Line 485"/>
              <p:cNvSpPr>
                <a:spLocks noChangeShapeType="1"/>
              </p:cNvSpPr>
              <p:nvPr/>
            </p:nvSpPr>
            <p:spPr bwMode="auto">
              <a:xfrm flipV="1">
                <a:off x="5965742" y="6078541"/>
                <a:ext cx="0" cy="936625"/>
              </a:xfrm>
              <a:prstGeom prst="line">
                <a:avLst/>
              </a:prstGeom>
              <a:noFill/>
              <a:ln w="25400">
                <a:solidFill>
                  <a:srgbClr val="CC99FF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grpSp>
            <p:nvGrpSpPr>
              <p:cNvPr id="177" name="Group 486"/>
              <p:cNvGrpSpPr>
                <a:grpSpLocks/>
              </p:cNvGrpSpPr>
              <p:nvPr/>
            </p:nvGrpSpPr>
            <p:grpSpPr bwMode="auto">
              <a:xfrm flipH="1">
                <a:off x="5302251" y="5718176"/>
                <a:ext cx="792163" cy="360363"/>
                <a:chOff x="2475" y="3875"/>
                <a:chExt cx="499" cy="227"/>
              </a:xfrm>
            </p:grpSpPr>
            <p:grpSp>
              <p:nvGrpSpPr>
                <p:cNvPr id="301" name="Group 487"/>
                <p:cNvGrpSpPr>
                  <a:grpSpLocks/>
                </p:cNvGrpSpPr>
                <p:nvPr/>
              </p:nvGrpSpPr>
              <p:grpSpPr bwMode="auto">
                <a:xfrm rot="10800000">
                  <a:off x="2702" y="3966"/>
                  <a:ext cx="272" cy="136"/>
                  <a:chOff x="1477" y="3739"/>
                  <a:chExt cx="227" cy="91"/>
                </a:xfrm>
              </p:grpSpPr>
              <p:sp>
                <p:nvSpPr>
                  <p:cNvPr id="306" name="AutoShape 488"/>
                  <p:cNvSpPr>
                    <a:spLocks noChangeArrowheads="1"/>
                  </p:cNvSpPr>
                  <p:nvPr/>
                </p:nvSpPr>
                <p:spPr bwMode="auto">
                  <a:xfrm>
                    <a:off x="1477" y="3739"/>
                    <a:ext cx="227" cy="45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w 21600"/>
                      <a:gd name="T7" fmla="*/ 0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4472 w 21600"/>
                      <a:gd name="T13" fmla="*/ 4320 h 21600"/>
                      <a:gd name="T14" fmla="*/ 17128 w 21600"/>
                      <a:gd name="T15" fmla="*/ 17280 h 2160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600" h="21600">
                        <a:moveTo>
                          <a:pt x="0" y="0"/>
                        </a:moveTo>
                        <a:lnTo>
                          <a:pt x="5400" y="21600"/>
                        </a:lnTo>
                        <a:lnTo>
                          <a:pt x="16200" y="21600"/>
                        </a:lnTo>
                        <a:lnTo>
                          <a:pt x="21600" y="0"/>
                        </a:lnTo>
                        <a:close/>
                      </a:path>
                    </a:pathLst>
                  </a:custGeom>
                  <a:solidFill>
                    <a:srgbClr val="808000">
                      <a:alpha val="10196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307" name="Rectangle 489"/>
                  <p:cNvSpPr>
                    <a:spLocks noChangeArrowheads="1"/>
                  </p:cNvSpPr>
                  <p:nvPr/>
                </p:nvSpPr>
                <p:spPr bwMode="auto">
                  <a:xfrm>
                    <a:off x="1523" y="3784"/>
                    <a:ext cx="136" cy="46"/>
                  </a:xfrm>
                  <a:prstGeom prst="rect">
                    <a:avLst/>
                  </a:prstGeom>
                  <a:solidFill>
                    <a:srgbClr val="808000">
                      <a:alpha val="10196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/>
                    <a:endParaRPr lang="ko-KR" altLang="ko-KR"/>
                  </a:p>
                </p:txBody>
              </p:sp>
            </p:grpSp>
            <p:sp>
              <p:nvSpPr>
                <p:cNvPr id="302" name="Rectangle 490"/>
                <p:cNvSpPr>
                  <a:spLocks noChangeArrowheads="1"/>
                </p:cNvSpPr>
                <p:nvPr/>
              </p:nvSpPr>
              <p:spPr bwMode="auto">
                <a:xfrm flipH="1">
                  <a:off x="2475" y="3966"/>
                  <a:ext cx="182" cy="136"/>
                </a:xfrm>
                <a:prstGeom prst="rect">
                  <a:avLst/>
                </a:prstGeom>
                <a:solidFill>
                  <a:srgbClr val="FFCC99">
                    <a:alpha val="50195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121789" tIns="60894" rIns="121789" bIns="60894" anchor="ctr"/>
                <a:lstStyle/>
                <a:p>
                  <a:pPr algn="ctr"/>
                  <a:r>
                    <a:rPr lang="en-US" altLang="ko-KR" sz="600" dirty="0">
                      <a:latin typeface="Arial" charset="0"/>
                    </a:rPr>
                    <a:t>TRF</a:t>
                  </a:r>
                  <a:endParaRPr lang="ko-KR" altLang="ko-KR" dirty="0"/>
                </a:p>
              </p:txBody>
            </p:sp>
            <p:sp>
              <p:nvSpPr>
                <p:cNvPr id="303" name="Line 491"/>
                <p:cNvSpPr>
                  <a:spLocks noChangeShapeType="1"/>
                </p:cNvSpPr>
                <p:nvPr/>
              </p:nvSpPr>
              <p:spPr bwMode="auto">
                <a:xfrm>
                  <a:off x="2838" y="3875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 type="arrow" w="med" len="med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304" name="Line 492"/>
                <p:cNvSpPr>
                  <a:spLocks noChangeShapeType="1"/>
                </p:cNvSpPr>
                <p:nvPr/>
              </p:nvSpPr>
              <p:spPr bwMode="auto">
                <a:xfrm flipV="1">
                  <a:off x="2566" y="3875"/>
                  <a:ext cx="272" cy="0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305" name="Line 493"/>
                <p:cNvSpPr>
                  <a:spLocks noChangeShapeType="1"/>
                </p:cNvSpPr>
                <p:nvPr/>
              </p:nvSpPr>
              <p:spPr bwMode="auto">
                <a:xfrm flipV="1">
                  <a:off x="2566" y="3875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sp>
            <p:nvSpPr>
              <p:cNvPr id="178" name="Rectangle 499"/>
              <p:cNvSpPr>
                <a:spLocks noChangeArrowheads="1"/>
              </p:cNvSpPr>
              <p:nvPr/>
            </p:nvSpPr>
            <p:spPr bwMode="auto">
              <a:xfrm>
                <a:off x="8312152" y="5718176"/>
                <a:ext cx="439737" cy="144463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DC 37.5V</a:t>
                </a:r>
                <a:endParaRPr lang="ko-KR" altLang="ko-KR" dirty="0"/>
              </a:p>
            </p:txBody>
          </p:sp>
          <p:sp>
            <p:nvSpPr>
              <p:cNvPr id="179" name="Line 500"/>
              <p:cNvSpPr>
                <a:spLocks noChangeShapeType="1"/>
              </p:cNvSpPr>
              <p:nvPr/>
            </p:nvSpPr>
            <p:spPr bwMode="auto">
              <a:xfrm flipH="1" flipV="1">
                <a:off x="8177215" y="5862637"/>
                <a:ext cx="576262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80" name="Line 501"/>
              <p:cNvSpPr>
                <a:spLocks noChangeShapeType="1"/>
              </p:cNvSpPr>
              <p:nvPr/>
            </p:nvSpPr>
            <p:spPr bwMode="auto">
              <a:xfrm flipV="1">
                <a:off x="6279887" y="6078540"/>
                <a:ext cx="1586" cy="792162"/>
              </a:xfrm>
              <a:prstGeom prst="line">
                <a:avLst/>
              </a:prstGeom>
              <a:noFill/>
              <a:ln w="25400">
                <a:solidFill>
                  <a:srgbClr val="CC99FF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grpSp>
            <p:nvGrpSpPr>
              <p:cNvPr id="181" name="그룹 180"/>
              <p:cNvGrpSpPr/>
              <p:nvPr/>
            </p:nvGrpSpPr>
            <p:grpSpPr>
              <a:xfrm>
                <a:off x="4288130" y="3224488"/>
                <a:ext cx="504534" cy="328841"/>
                <a:chOff x="3219450" y="2420888"/>
                <a:chExt cx="378795" cy="246888"/>
              </a:xfrm>
            </p:grpSpPr>
            <p:sp>
              <p:nvSpPr>
                <p:cNvPr id="298" name="Rectangle 523"/>
                <p:cNvSpPr>
                  <a:spLocks noChangeArrowheads="1"/>
                </p:cNvSpPr>
                <p:nvPr/>
              </p:nvSpPr>
              <p:spPr bwMode="auto">
                <a:xfrm>
                  <a:off x="3268098" y="2420888"/>
                  <a:ext cx="330147" cy="108459"/>
                </a:xfrm>
                <a:prstGeom prst="rect">
                  <a:avLst/>
                </a:prstGeom>
                <a:noFill/>
                <a:ln w="6350">
                  <a:noFill/>
                  <a:miter lim="800000"/>
                  <a:headEnd/>
                  <a:tailEnd/>
                </a:ln>
              </p:spPr>
              <p:txBody>
                <a:bodyPr wrap="none" lIns="91427" tIns="45713" rIns="91427" bIns="45713" anchor="ctr"/>
                <a:lstStyle/>
                <a:p>
                  <a:pPr algn="ctr"/>
                  <a:r>
                    <a:rPr lang="en-US" altLang="ko-KR" sz="600" dirty="0">
                      <a:latin typeface="Arial" charset="0"/>
                    </a:rPr>
                    <a:t>DC 37.5V</a:t>
                  </a:r>
                  <a:endParaRPr lang="ko-KR" altLang="ko-KR" dirty="0"/>
                </a:p>
              </p:txBody>
            </p:sp>
            <p:sp>
              <p:nvSpPr>
                <p:cNvPr id="299" name="Line 524"/>
                <p:cNvSpPr>
                  <a:spLocks noChangeShapeType="1"/>
                </p:cNvSpPr>
                <p:nvPr/>
              </p:nvSpPr>
              <p:spPr bwMode="auto">
                <a:xfrm flipV="1">
                  <a:off x="3220423" y="2524584"/>
                  <a:ext cx="377822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 type="none" w="med" len="lg"/>
                </a:ln>
              </p:spPr>
              <p:txBody>
                <a:bodyPr lIns="68644" tIns="34322" rIns="68644" bIns="34322"/>
                <a:lstStyle/>
                <a:p>
                  <a:endParaRPr lang="ko-KR" altLang="en-US"/>
                </a:p>
              </p:txBody>
            </p:sp>
            <p:sp>
              <p:nvSpPr>
                <p:cNvPr id="300" name="Line 525"/>
                <p:cNvSpPr>
                  <a:spLocks noChangeShapeType="1"/>
                </p:cNvSpPr>
                <p:nvPr/>
              </p:nvSpPr>
              <p:spPr bwMode="auto">
                <a:xfrm flipH="1" flipV="1">
                  <a:off x="3219450" y="2514600"/>
                  <a:ext cx="973" cy="153176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 type="arrow" w="med" len="med"/>
                  <a:tailEnd type="none" w="med" len="lg"/>
                </a:ln>
              </p:spPr>
              <p:txBody>
                <a:bodyPr lIns="68644" tIns="34322" rIns="68644" bIns="34322"/>
                <a:lstStyle/>
                <a:p>
                  <a:endParaRPr lang="ko-KR" altLang="en-US"/>
                </a:p>
              </p:txBody>
            </p:sp>
          </p:grpSp>
          <p:sp>
            <p:nvSpPr>
              <p:cNvPr id="182" name="Rectangle 527"/>
              <p:cNvSpPr>
                <a:spLocks noChangeArrowheads="1"/>
              </p:cNvSpPr>
              <p:nvPr/>
            </p:nvSpPr>
            <p:spPr bwMode="auto">
              <a:xfrm flipH="1">
                <a:off x="1481138" y="6773183"/>
                <a:ext cx="504826" cy="1250043"/>
              </a:xfrm>
              <a:prstGeom prst="rect">
                <a:avLst/>
              </a:prstGeom>
              <a:solidFill>
                <a:srgbClr val="FFCC00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AAB</a:t>
                </a:r>
                <a:endParaRPr lang="ko-KR" altLang="ko-KR" dirty="0"/>
              </a:p>
            </p:txBody>
          </p:sp>
          <p:sp>
            <p:nvSpPr>
              <p:cNvPr id="183" name="Rectangle 571"/>
              <p:cNvSpPr>
                <a:spLocks noChangeArrowheads="1"/>
              </p:cNvSpPr>
              <p:nvPr/>
            </p:nvSpPr>
            <p:spPr bwMode="auto">
              <a:xfrm>
                <a:off x="5019148" y="3890227"/>
                <a:ext cx="412117" cy="6089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ANSM</a:t>
                </a:r>
                <a:endParaRPr lang="ko-KR" altLang="ko-KR" dirty="0"/>
              </a:p>
            </p:txBody>
          </p:sp>
          <p:sp>
            <p:nvSpPr>
              <p:cNvPr id="184" name="Line 572"/>
              <p:cNvSpPr>
                <a:spLocks noChangeShapeType="1"/>
              </p:cNvSpPr>
              <p:nvPr/>
            </p:nvSpPr>
            <p:spPr bwMode="auto">
              <a:xfrm rot="-5400000" flipH="1" flipV="1">
                <a:off x="5139531" y="3528066"/>
                <a:ext cx="142875" cy="0"/>
              </a:xfrm>
              <a:prstGeom prst="line">
                <a:avLst/>
              </a:prstGeom>
              <a:noFill/>
              <a:ln w="25400">
                <a:solidFill>
                  <a:srgbClr val="808000"/>
                </a:solidFill>
                <a:round/>
                <a:headEnd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85" name="Line 573"/>
              <p:cNvSpPr>
                <a:spLocks noChangeShapeType="1"/>
              </p:cNvSpPr>
              <p:nvPr/>
            </p:nvSpPr>
            <p:spPr bwMode="auto">
              <a:xfrm flipV="1">
                <a:off x="1979136" y="3456626"/>
                <a:ext cx="3247318" cy="3207"/>
              </a:xfrm>
              <a:prstGeom prst="line">
                <a:avLst/>
              </a:prstGeom>
              <a:noFill/>
              <a:ln w="25400">
                <a:solidFill>
                  <a:srgbClr val="808000"/>
                </a:solidFill>
                <a:round/>
                <a:headEnd type="arrow" w="med" len="med"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grpSp>
            <p:nvGrpSpPr>
              <p:cNvPr id="186" name="Group 574"/>
              <p:cNvGrpSpPr>
                <a:grpSpLocks/>
              </p:cNvGrpSpPr>
              <p:nvPr/>
            </p:nvGrpSpPr>
            <p:grpSpPr bwMode="auto">
              <a:xfrm rot="5400000">
                <a:off x="5111037" y="3667959"/>
                <a:ext cx="215900" cy="107950"/>
                <a:chOff x="3609" y="1970"/>
                <a:chExt cx="197" cy="91"/>
              </a:xfrm>
            </p:grpSpPr>
            <p:sp>
              <p:nvSpPr>
                <p:cNvPr id="296" name="Rectangle 575" descr="60%"/>
                <p:cNvSpPr>
                  <a:spLocks noChangeArrowheads="1"/>
                </p:cNvSpPr>
                <p:nvPr/>
              </p:nvSpPr>
              <p:spPr bwMode="auto">
                <a:xfrm rot="5400000">
                  <a:off x="3730" y="1985"/>
                  <a:ext cx="91" cy="61"/>
                </a:xfrm>
                <a:prstGeom prst="rect">
                  <a:avLst/>
                </a:prstGeom>
                <a:pattFill prst="pct60">
                  <a:fgClr>
                    <a:srgbClr val="333333"/>
                  </a:fgClr>
                  <a:bgClr>
                    <a:schemeClr val="bg1"/>
                  </a:bgClr>
                </a:patt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  <p:sp>
              <p:nvSpPr>
                <p:cNvPr id="297" name="Rectangle 576"/>
                <p:cNvSpPr>
                  <a:spLocks noChangeArrowheads="1"/>
                </p:cNvSpPr>
                <p:nvPr/>
              </p:nvSpPr>
              <p:spPr bwMode="auto">
                <a:xfrm rot="5400000">
                  <a:off x="3631" y="1948"/>
                  <a:ext cx="91" cy="136"/>
                </a:xfrm>
                <a:prstGeom prst="rect">
                  <a:avLst/>
                </a:prstGeom>
                <a:solidFill>
                  <a:srgbClr val="969696">
                    <a:alpha val="45882"/>
                  </a:srgb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187" name="Rectangle 75"/>
              <p:cNvSpPr>
                <a:spLocks noChangeArrowheads="1"/>
              </p:cNvSpPr>
              <p:nvPr/>
            </p:nvSpPr>
            <p:spPr bwMode="auto">
              <a:xfrm flipH="1">
                <a:off x="3425828" y="4854575"/>
                <a:ext cx="708024" cy="314326"/>
              </a:xfrm>
              <a:prstGeom prst="rect">
                <a:avLst/>
              </a:prstGeom>
              <a:solidFill>
                <a:srgbClr val="CCFFFF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Driver PA</a:t>
                </a:r>
              </a:p>
              <a:p>
                <a:pPr algn="ctr"/>
                <a:r>
                  <a:rPr lang="en-US" altLang="ko-KR" sz="600" dirty="0">
                    <a:latin typeface="Arial" charset="0"/>
                  </a:rPr>
                  <a:t>Operation Box</a:t>
                </a:r>
                <a:endParaRPr lang="ko-KR" altLang="ko-KR" dirty="0"/>
              </a:p>
            </p:txBody>
          </p:sp>
          <p:sp>
            <p:nvSpPr>
              <p:cNvPr id="188" name="Rectangle 76"/>
              <p:cNvSpPr>
                <a:spLocks noChangeArrowheads="1"/>
              </p:cNvSpPr>
              <p:nvPr/>
            </p:nvSpPr>
            <p:spPr bwMode="auto">
              <a:xfrm>
                <a:off x="2183725" y="4415510"/>
                <a:ext cx="922338" cy="69850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DPO ADDRESS, ACT</a:t>
                </a:r>
                <a:endParaRPr lang="ko-KR" altLang="ko-KR" dirty="0"/>
              </a:p>
            </p:txBody>
          </p:sp>
          <p:sp>
            <p:nvSpPr>
              <p:cNvPr id="189" name="Line 77"/>
              <p:cNvSpPr>
                <a:spLocks noChangeShapeType="1"/>
              </p:cNvSpPr>
              <p:nvPr/>
            </p:nvSpPr>
            <p:spPr bwMode="auto">
              <a:xfrm flipH="1" flipV="1">
                <a:off x="1985961" y="4505659"/>
                <a:ext cx="8281865" cy="2374"/>
              </a:xfrm>
              <a:prstGeom prst="line">
                <a:avLst/>
              </a:prstGeom>
              <a:noFill/>
              <a:ln w="25400">
                <a:solidFill>
                  <a:srgbClr val="FFCC00"/>
                </a:solidFill>
                <a:round/>
                <a:headEnd type="oval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90" name="Line 594"/>
              <p:cNvSpPr>
                <a:spLocks noChangeShapeType="1"/>
              </p:cNvSpPr>
              <p:nvPr/>
            </p:nvSpPr>
            <p:spPr bwMode="auto">
              <a:xfrm rot="10800000" flipV="1">
                <a:off x="2849565" y="4906171"/>
                <a:ext cx="576263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 type="arrow" w="med" len="med"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91" name="Line 595"/>
              <p:cNvSpPr>
                <a:spLocks noChangeShapeType="1"/>
              </p:cNvSpPr>
              <p:nvPr/>
            </p:nvSpPr>
            <p:spPr bwMode="auto">
              <a:xfrm flipV="1">
                <a:off x="4135440" y="5072063"/>
                <a:ext cx="576262" cy="0"/>
              </a:xfrm>
              <a:prstGeom prst="line">
                <a:avLst/>
              </a:prstGeom>
              <a:noFill/>
              <a:ln w="25400">
                <a:solidFill>
                  <a:srgbClr val="FFCC00"/>
                </a:solidFill>
                <a:round/>
                <a:headEnd type="arrow" w="med" len="med"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92" name="Rectangle 596"/>
              <p:cNvSpPr>
                <a:spLocks noChangeArrowheads="1"/>
              </p:cNvSpPr>
              <p:nvPr/>
            </p:nvSpPr>
            <p:spPr bwMode="auto">
              <a:xfrm>
                <a:off x="5408742" y="5068890"/>
                <a:ext cx="373063" cy="74612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Driver Microphone</a:t>
                </a:r>
                <a:endParaRPr lang="ko-KR" altLang="ko-KR" dirty="0"/>
              </a:p>
            </p:txBody>
          </p:sp>
          <p:sp>
            <p:nvSpPr>
              <p:cNvPr id="193" name="Rectangle 597"/>
              <p:cNvSpPr>
                <a:spLocks noChangeArrowheads="1"/>
              </p:cNvSpPr>
              <p:nvPr/>
            </p:nvSpPr>
            <p:spPr bwMode="auto">
              <a:xfrm>
                <a:off x="2879425" y="4734088"/>
                <a:ext cx="439737" cy="144461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500" dirty="0">
                    <a:latin typeface="Arial" charset="0"/>
                  </a:rPr>
                  <a:t>DC 37.5V</a:t>
                </a:r>
                <a:endParaRPr lang="ko-KR" altLang="ko-KR" dirty="0"/>
              </a:p>
            </p:txBody>
          </p:sp>
          <p:sp>
            <p:nvSpPr>
              <p:cNvPr id="194" name="Rectangle 598"/>
              <p:cNvSpPr>
                <a:spLocks noChangeArrowheads="1"/>
              </p:cNvSpPr>
              <p:nvPr/>
            </p:nvSpPr>
            <p:spPr bwMode="auto">
              <a:xfrm>
                <a:off x="4217990" y="4926015"/>
                <a:ext cx="576262" cy="144461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500" dirty="0">
                    <a:latin typeface="Arial" charset="0"/>
                  </a:rPr>
                  <a:t>DIMMER</a:t>
                </a:r>
                <a:endParaRPr lang="ko-KR" altLang="ko-KR" dirty="0"/>
              </a:p>
            </p:txBody>
          </p:sp>
          <p:sp>
            <p:nvSpPr>
              <p:cNvPr id="195" name="Rectangle 599"/>
              <p:cNvSpPr>
                <a:spLocks noChangeArrowheads="1"/>
              </p:cNvSpPr>
              <p:nvPr/>
            </p:nvSpPr>
            <p:spPr bwMode="auto">
              <a:xfrm>
                <a:off x="3929063" y="5072063"/>
                <a:ext cx="1047750" cy="119063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500" dirty="0">
                    <a:latin typeface="Arial" charset="0"/>
                  </a:rPr>
                  <a:t>Audio</a:t>
                </a:r>
                <a:endParaRPr lang="ko-KR" altLang="ko-KR" dirty="0"/>
              </a:p>
            </p:txBody>
          </p:sp>
          <p:grpSp>
            <p:nvGrpSpPr>
              <p:cNvPr id="196" name="Group 600"/>
              <p:cNvGrpSpPr>
                <a:grpSpLocks/>
              </p:cNvGrpSpPr>
              <p:nvPr/>
            </p:nvGrpSpPr>
            <p:grpSpPr bwMode="auto">
              <a:xfrm>
                <a:off x="5046789" y="4884740"/>
                <a:ext cx="217488" cy="330200"/>
                <a:chOff x="2793" y="3799"/>
                <a:chExt cx="137" cy="208"/>
              </a:xfrm>
            </p:grpSpPr>
            <p:sp>
              <p:nvSpPr>
                <p:cNvPr id="292" name="Freeform 601"/>
                <p:cNvSpPr>
                  <a:spLocks/>
                </p:cNvSpPr>
                <p:nvPr/>
              </p:nvSpPr>
              <p:spPr bwMode="auto">
                <a:xfrm flipH="1">
                  <a:off x="2830" y="3858"/>
                  <a:ext cx="50" cy="140"/>
                </a:xfrm>
                <a:custGeom>
                  <a:avLst/>
                  <a:gdLst>
                    <a:gd name="T0" fmla="*/ 0 w 182"/>
                    <a:gd name="T1" fmla="*/ 0 h 589"/>
                    <a:gd name="T2" fmla="*/ 14 w 182"/>
                    <a:gd name="T3" fmla="*/ 15 h 589"/>
                    <a:gd name="T4" fmla="*/ 14 w 182"/>
                    <a:gd name="T5" fmla="*/ 33 h 589"/>
                    <a:gd name="T6" fmla="*/ 0 60000 65536"/>
                    <a:gd name="T7" fmla="*/ 0 60000 65536"/>
                    <a:gd name="T8" fmla="*/ 0 60000 65536"/>
                    <a:gd name="T9" fmla="*/ 0 w 182"/>
                    <a:gd name="T10" fmla="*/ 0 h 589"/>
                    <a:gd name="T11" fmla="*/ 182 w 182"/>
                    <a:gd name="T12" fmla="*/ 589 h 58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82" h="589">
                      <a:moveTo>
                        <a:pt x="0" y="0"/>
                      </a:moveTo>
                      <a:lnTo>
                        <a:pt x="182" y="272"/>
                      </a:lnTo>
                      <a:lnTo>
                        <a:pt x="182" y="589"/>
                      </a:lnTo>
                    </a:path>
                  </a:pathLst>
                </a:custGeom>
                <a:noFill/>
                <a:ln w="19050">
                  <a:solidFill>
                    <a:srgbClr val="333333"/>
                  </a:solidFill>
                  <a:prstDash val="sysDot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293" name="Rectangle 602" descr="60%"/>
                <p:cNvSpPr>
                  <a:spLocks noChangeArrowheads="1"/>
                </p:cNvSpPr>
                <p:nvPr/>
              </p:nvSpPr>
              <p:spPr bwMode="auto">
                <a:xfrm rot="2256898" flipH="1">
                  <a:off x="2907" y="3799"/>
                  <a:ext cx="23" cy="27"/>
                </a:xfrm>
                <a:prstGeom prst="rect">
                  <a:avLst/>
                </a:prstGeom>
                <a:pattFill prst="pct60">
                  <a:fgClr>
                    <a:srgbClr val="333333"/>
                  </a:fgClr>
                  <a:bgClr>
                    <a:schemeClr val="bg1"/>
                  </a:bgClr>
                </a:patt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  <p:sp>
              <p:nvSpPr>
                <p:cNvPr id="294" name="Rectangle 603"/>
                <p:cNvSpPr>
                  <a:spLocks noChangeArrowheads="1"/>
                </p:cNvSpPr>
                <p:nvPr/>
              </p:nvSpPr>
              <p:spPr bwMode="auto">
                <a:xfrm rot="2256898" flipH="1">
                  <a:off x="2883" y="3819"/>
                  <a:ext cx="24" cy="43"/>
                </a:xfrm>
                <a:prstGeom prst="rect">
                  <a:avLst/>
                </a:prstGeom>
                <a:solidFill>
                  <a:srgbClr val="969696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  <p:sp>
              <p:nvSpPr>
                <p:cNvPr id="295" name="AutoShape 604"/>
                <p:cNvSpPr>
                  <a:spLocks noChangeArrowheads="1"/>
                </p:cNvSpPr>
                <p:nvPr/>
              </p:nvSpPr>
              <p:spPr bwMode="auto">
                <a:xfrm rot="10800000" flipH="1">
                  <a:off x="2793" y="3986"/>
                  <a:ext cx="74" cy="21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378 w 21600"/>
                    <a:gd name="T13" fmla="*/ 4114 h 21600"/>
                    <a:gd name="T14" fmla="*/ 17222 w 21600"/>
                    <a:gd name="T15" fmla="*/ 17486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</p:grpSp>
          <p:sp>
            <p:nvSpPr>
              <p:cNvPr id="197" name="Line 605"/>
              <p:cNvSpPr>
                <a:spLocks noChangeShapeType="1"/>
              </p:cNvSpPr>
              <p:nvPr/>
            </p:nvSpPr>
            <p:spPr bwMode="auto">
              <a:xfrm flipV="1">
                <a:off x="4144963" y="5206651"/>
                <a:ext cx="1041389" cy="8287"/>
              </a:xfrm>
              <a:prstGeom prst="line">
                <a:avLst/>
              </a:prstGeom>
              <a:noFill/>
              <a:ln w="25400">
                <a:solidFill>
                  <a:srgbClr val="808000"/>
                </a:solidFill>
                <a:round/>
                <a:headEnd type="arrow" w="med" len="med"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98" name="Line 613"/>
              <p:cNvSpPr>
                <a:spLocks noChangeShapeType="1"/>
              </p:cNvSpPr>
              <p:nvPr/>
            </p:nvSpPr>
            <p:spPr bwMode="auto">
              <a:xfrm>
                <a:off x="3786188" y="5143499"/>
                <a:ext cx="0" cy="215900"/>
              </a:xfrm>
              <a:prstGeom prst="line">
                <a:avLst/>
              </a:prstGeom>
              <a:noFill/>
              <a:ln w="25400">
                <a:solidFill>
                  <a:srgbClr val="808000"/>
                </a:solidFill>
                <a:round/>
                <a:headEnd type="arrow" w="med" len="med"/>
                <a:tailEnd type="oval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199" name="TextBox 198"/>
              <p:cNvSpPr txBox="1"/>
              <p:nvPr/>
            </p:nvSpPr>
            <p:spPr>
              <a:xfrm>
                <a:off x="8487415" y="443079"/>
                <a:ext cx="2205945" cy="55322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lIns="121774" tIns="60888" rIns="121774" bIns="60888" rtlCol="0">
                <a:spAutoFit/>
              </a:bodyPr>
              <a:lstStyle/>
              <a:p>
                <a:r>
                  <a:rPr lang="en-US" altLang="ko-KR" dirty="0" smtClean="0"/>
                  <a:t>PA System M</a:t>
                </a:r>
                <a:r>
                  <a:rPr lang="en-US" altLang="ko-KR" sz="1000" dirty="0"/>
                  <a:t>A</a:t>
                </a:r>
                <a:endParaRPr lang="ko-KR" altLang="en-US" sz="1000" dirty="0"/>
              </a:p>
            </p:txBody>
          </p:sp>
          <p:sp>
            <p:nvSpPr>
              <p:cNvPr id="200" name="TextBox 199"/>
              <p:cNvSpPr txBox="1"/>
              <p:nvPr/>
            </p:nvSpPr>
            <p:spPr>
              <a:xfrm>
                <a:off x="5481708" y="7510866"/>
                <a:ext cx="479553" cy="348257"/>
              </a:xfrm>
              <a:prstGeom prst="rect">
                <a:avLst/>
              </a:prstGeom>
              <a:noFill/>
            </p:spPr>
            <p:txBody>
              <a:bodyPr wrap="square" lIns="121774" tIns="60888" rIns="121774" bIns="60888" rtlCol="0">
                <a:spAutoFit/>
              </a:bodyPr>
              <a:lstStyle/>
              <a:p>
                <a:r>
                  <a:rPr lang="en-US" altLang="ko-KR" sz="900" dirty="0">
                    <a:latin typeface="안상수2006가는" pitchFamily="18" charset="-127"/>
                    <a:ea typeface="안상수2006가는" pitchFamily="18" charset="-127"/>
                    <a:cs typeface="한컴돋움" pitchFamily="18" charset="2"/>
                  </a:rPr>
                  <a:t>ESP</a:t>
                </a:r>
                <a:endParaRPr lang="ko-KR" altLang="en-US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endParaRPr>
              </a:p>
            </p:txBody>
          </p:sp>
          <p:sp>
            <p:nvSpPr>
              <p:cNvPr id="201" name="TextBox 200"/>
              <p:cNvSpPr txBox="1"/>
              <p:nvPr/>
            </p:nvSpPr>
            <p:spPr>
              <a:xfrm>
                <a:off x="4322323" y="7459418"/>
                <a:ext cx="479553" cy="348257"/>
              </a:xfrm>
              <a:prstGeom prst="rect">
                <a:avLst/>
              </a:prstGeom>
              <a:noFill/>
            </p:spPr>
            <p:txBody>
              <a:bodyPr wrap="square" lIns="121774" tIns="60888" rIns="121774" bIns="60888" rtlCol="0">
                <a:spAutoFit/>
              </a:bodyPr>
              <a:lstStyle/>
              <a:p>
                <a:r>
                  <a:rPr lang="en-US" altLang="ko-KR" sz="900" dirty="0">
                    <a:latin typeface="안상수2006가는" pitchFamily="18" charset="-127"/>
                    <a:ea typeface="안상수2006가는" pitchFamily="18" charset="-127"/>
                    <a:cs typeface="한컴돋움" pitchFamily="18" charset="2"/>
                  </a:rPr>
                  <a:t>ESP</a:t>
                </a:r>
                <a:endParaRPr lang="ko-KR" altLang="en-US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endParaRPr>
              </a:p>
            </p:txBody>
          </p:sp>
          <p:sp>
            <p:nvSpPr>
              <p:cNvPr id="202" name="TextBox 201"/>
              <p:cNvSpPr txBox="1"/>
              <p:nvPr/>
            </p:nvSpPr>
            <p:spPr>
              <a:xfrm>
                <a:off x="7271535" y="7468458"/>
                <a:ext cx="479553" cy="348257"/>
              </a:xfrm>
              <a:prstGeom prst="rect">
                <a:avLst/>
              </a:prstGeom>
              <a:noFill/>
            </p:spPr>
            <p:txBody>
              <a:bodyPr wrap="square" lIns="121774" tIns="60888" rIns="121774" bIns="60888" rtlCol="0">
                <a:spAutoFit/>
              </a:bodyPr>
              <a:lstStyle/>
              <a:p>
                <a:r>
                  <a:rPr lang="en-US" altLang="ko-KR" sz="900" dirty="0">
                    <a:latin typeface="안상수2006가는" pitchFamily="18" charset="-127"/>
                    <a:ea typeface="안상수2006가는" pitchFamily="18" charset="-127"/>
                    <a:cs typeface="한컴돋움" pitchFamily="18" charset="2"/>
                  </a:rPr>
                  <a:t>ESP</a:t>
                </a:r>
                <a:endParaRPr lang="ko-KR" altLang="en-US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endParaRPr>
              </a:p>
            </p:txBody>
          </p:sp>
          <p:sp>
            <p:nvSpPr>
              <p:cNvPr id="203" name="TextBox 202"/>
              <p:cNvSpPr txBox="1"/>
              <p:nvPr/>
            </p:nvSpPr>
            <p:spPr>
              <a:xfrm>
                <a:off x="8425338" y="7520678"/>
                <a:ext cx="479553" cy="348257"/>
              </a:xfrm>
              <a:prstGeom prst="rect">
                <a:avLst/>
              </a:prstGeom>
              <a:noFill/>
            </p:spPr>
            <p:txBody>
              <a:bodyPr wrap="square" lIns="121774" tIns="60888" rIns="121774" bIns="60888" rtlCol="0">
                <a:spAutoFit/>
              </a:bodyPr>
              <a:lstStyle/>
              <a:p>
                <a:r>
                  <a:rPr lang="en-US" altLang="ko-KR" sz="900" dirty="0">
                    <a:latin typeface="안상수2006가는" pitchFamily="18" charset="-127"/>
                    <a:ea typeface="안상수2006가는" pitchFamily="18" charset="-127"/>
                    <a:cs typeface="한컴돋움" pitchFamily="18" charset="2"/>
                  </a:rPr>
                  <a:t>ESP</a:t>
                </a:r>
                <a:endParaRPr lang="ko-KR" altLang="en-US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endParaRPr>
              </a:p>
            </p:txBody>
          </p:sp>
          <p:sp>
            <p:nvSpPr>
              <p:cNvPr id="204" name="TextBox 203"/>
              <p:cNvSpPr txBox="1"/>
              <p:nvPr/>
            </p:nvSpPr>
            <p:spPr>
              <a:xfrm>
                <a:off x="7866789" y="6293630"/>
                <a:ext cx="479553" cy="348257"/>
              </a:xfrm>
              <a:prstGeom prst="rect">
                <a:avLst/>
              </a:prstGeom>
              <a:noFill/>
            </p:spPr>
            <p:txBody>
              <a:bodyPr wrap="square" lIns="121774" tIns="60888" rIns="121774" bIns="60888" rtlCol="0">
                <a:spAutoFit/>
              </a:bodyPr>
              <a:lstStyle/>
              <a:p>
                <a:r>
                  <a:rPr lang="en-US" altLang="ko-KR" sz="900" dirty="0">
                    <a:latin typeface="안상수2006가는" pitchFamily="18" charset="-127"/>
                    <a:ea typeface="안상수2006가는" pitchFamily="18" charset="-127"/>
                    <a:cs typeface="한컴돋움" pitchFamily="18" charset="2"/>
                  </a:rPr>
                  <a:t>ISP</a:t>
                </a:r>
                <a:endParaRPr lang="ko-KR" altLang="en-US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endParaRPr>
              </a:p>
            </p:txBody>
          </p:sp>
          <p:sp>
            <p:nvSpPr>
              <p:cNvPr id="205" name="TextBox 204"/>
              <p:cNvSpPr txBox="1"/>
              <p:nvPr/>
            </p:nvSpPr>
            <p:spPr>
              <a:xfrm>
                <a:off x="4629846" y="6293630"/>
                <a:ext cx="479553" cy="348257"/>
              </a:xfrm>
              <a:prstGeom prst="rect">
                <a:avLst/>
              </a:prstGeom>
              <a:noFill/>
            </p:spPr>
            <p:txBody>
              <a:bodyPr wrap="square" lIns="121774" tIns="60888" rIns="121774" bIns="60888" rtlCol="0">
                <a:spAutoFit/>
              </a:bodyPr>
              <a:lstStyle/>
              <a:p>
                <a:r>
                  <a:rPr lang="en-US" altLang="ko-KR" sz="900" dirty="0">
                    <a:latin typeface="안상수2006가는" pitchFamily="18" charset="-127"/>
                    <a:ea typeface="안상수2006가는" pitchFamily="18" charset="-127"/>
                    <a:cs typeface="한컴돋움" pitchFamily="18" charset="2"/>
                  </a:rPr>
                  <a:t>ISP</a:t>
                </a:r>
                <a:endParaRPr lang="ko-KR" altLang="en-US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endParaRPr>
              </a:p>
            </p:txBody>
          </p:sp>
          <p:sp>
            <p:nvSpPr>
              <p:cNvPr id="206" name="TextBox 205"/>
              <p:cNvSpPr txBox="1"/>
              <p:nvPr/>
            </p:nvSpPr>
            <p:spPr>
              <a:xfrm>
                <a:off x="5501499" y="6293630"/>
                <a:ext cx="479553" cy="348257"/>
              </a:xfrm>
              <a:prstGeom prst="rect">
                <a:avLst/>
              </a:prstGeom>
              <a:noFill/>
            </p:spPr>
            <p:txBody>
              <a:bodyPr wrap="square" lIns="121774" tIns="60888" rIns="121774" bIns="60888" rtlCol="0">
                <a:spAutoFit/>
              </a:bodyPr>
              <a:lstStyle/>
              <a:p>
                <a:r>
                  <a:rPr lang="en-US" altLang="ko-KR" sz="900" dirty="0">
                    <a:latin typeface="안상수2006가는" pitchFamily="18" charset="-127"/>
                    <a:ea typeface="안상수2006가는" pitchFamily="18" charset="-127"/>
                    <a:cs typeface="한컴돋움" pitchFamily="18" charset="2"/>
                  </a:rPr>
                  <a:t>ISP</a:t>
                </a:r>
                <a:endParaRPr lang="ko-KR" altLang="en-US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endParaRPr>
              </a:p>
            </p:txBody>
          </p:sp>
          <p:sp>
            <p:nvSpPr>
              <p:cNvPr id="207" name="TextBox 206"/>
              <p:cNvSpPr txBox="1"/>
              <p:nvPr/>
            </p:nvSpPr>
            <p:spPr>
              <a:xfrm>
                <a:off x="5360425" y="5784474"/>
                <a:ext cx="479553" cy="348257"/>
              </a:xfrm>
              <a:prstGeom prst="rect">
                <a:avLst/>
              </a:prstGeom>
              <a:noFill/>
            </p:spPr>
            <p:txBody>
              <a:bodyPr wrap="square" lIns="121774" tIns="60888" rIns="121774" bIns="60888" rtlCol="0">
                <a:spAutoFit/>
              </a:bodyPr>
              <a:lstStyle/>
              <a:p>
                <a:r>
                  <a:rPr lang="en-US" altLang="ko-KR" sz="900" dirty="0">
                    <a:latin typeface="안상수2006가는" pitchFamily="18" charset="-127"/>
                    <a:ea typeface="안상수2006가는" pitchFamily="18" charset="-127"/>
                    <a:cs typeface="한컴돋움" pitchFamily="18" charset="2"/>
                  </a:rPr>
                  <a:t>ISP</a:t>
                </a:r>
                <a:endParaRPr lang="ko-KR" altLang="en-US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endParaRPr>
              </a:p>
            </p:txBody>
          </p:sp>
          <p:sp>
            <p:nvSpPr>
              <p:cNvPr id="208" name="TextBox 207"/>
              <p:cNvSpPr txBox="1"/>
              <p:nvPr/>
            </p:nvSpPr>
            <p:spPr>
              <a:xfrm>
                <a:off x="6586120" y="5781599"/>
                <a:ext cx="479553" cy="348257"/>
              </a:xfrm>
              <a:prstGeom prst="rect">
                <a:avLst/>
              </a:prstGeom>
              <a:noFill/>
            </p:spPr>
            <p:txBody>
              <a:bodyPr wrap="square" lIns="121774" tIns="60888" rIns="121774" bIns="60888" rtlCol="0">
                <a:spAutoFit/>
              </a:bodyPr>
              <a:lstStyle/>
              <a:p>
                <a:r>
                  <a:rPr lang="en-US" altLang="ko-KR" sz="900" dirty="0">
                    <a:latin typeface="안상수2006가는" pitchFamily="18" charset="-127"/>
                    <a:ea typeface="안상수2006가는" pitchFamily="18" charset="-127"/>
                    <a:cs typeface="한컴돋움" pitchFamily="18" charset="2"/>
                  </a:rPr>
                  <a:t>ISP</a:t>
                </a:r>
                <a:endParaRPr lang="ko-KR" altLang="en-US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endParaRPr>
              </a:p>
            </p:txBody>
          </p:sp>
          <p:sp>
            <p:nvSpPr>
              <p:cNvPr id="209" name="TextBox 208"/>
              <p:cNvSpPr txBox="1"/>
              <p:nvPr/>
            </p:nvSpPr>
            <p:spPr>
              <a:xfrm>
                <a:off x="6794856" y="6293630"/>
                <a:ext cx="479553" cy="348257"/>
              </a:xfrm>
              <a:prstGeom prst="rect">
                <a:avLst/>
              </a:prstGeom>
              <a:noFill/>
            </p:spPr>
            <p:txBody>
              <a:bodyPr wrap="square" lIns="121774" tIns="60888" rIns="121774" bIns="60888" rtlCol="0">
                <a:spAutoFit/>
              </a:bodyPr>
              <a:lstStyle/>
              <a:p>
                <a:r>
                  <a:rPr lang="en-US" altLang="ko-KR" sz="900" dirty="0">
                    <a:latin typeface="안상수2006가는" pitchFamily="18" charset="-127"/>
                    <a:ea typeface="안상수2006가는" pitchFamily="18" charset="-127"/>
                    <a:cs typeface="한컴돋움" pitchFamily="18" charset="2"/>
                  </a:rPr>
                  <a:t>ISP</a:t>
                </a:r>
                <a:endParaRPr lang="ko-KR" altLang="en-US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endParaRPr>
              </a:p>
            </p:txBody>
          </p:sp>
          <p:sp>
            <p:nvSpPr>
              <p:cNvPr id="210" name="TextBox 209"/>
              <p:cNvSpPr txBox="1"/>
              <p:nvPr/>
            </p:nvSpPr>
            <p:spPr>
              <a:xfrm>
                <a:off x="3557508" y="6293630"/>
                <a:ext cx="479553" cy="348257"/>
              </a:xfrm>
              <a:prstGeom prst="rect">
                <a:avLst/>
              </a:prstGeom>
              <a:noFill/>
            </p:spPr>
            <p:txBody>
              <a:bodyPr wrap="square" lIns="121774" tIns="60888" rIns="121774" bIns="60888" rtlCol="0">
                <a:spAutoFit/>
              </a:bodyPr>
              <a:lstStyle/>
              <a:p>
                <a:r>
                  <a:rPr lang="en-US" altLang="ko-KR" sz="900" dirty="0">
                    <a:latin typeface="안상수2006가는" pitchFamily="18" charset="-127"/>
                    <a:ea typeface="안상수2006가는" pitchFamily="18" charset="-127"/>
                    <a:cs typeface="한컴돋움" pitchFamily="18" charset="2"/>
                  </a:rPr>
                  <a:t>ISP</a:t>
                </a:r>
                <a:endParaRPr lang="ko-KR" altLang="en-US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endParaRPr>
              </a:p>
            </p:txBody>
          </p:sp>
          <p:sp>
            <p:nvSpPr>
              <p:cNvPr id="211" name="TextBox 210"/>
              <p:cNvSpPr txBox="1"/>
              <p:nvPr/>
            </p:nvSpPr>
            <p:spPr>
              <a:xfrm>
                <a:off x="8742673" y="6289401"/>
                <a:ext cx="479553" cy="348257"/>
              </a:xfrm>
              <a:prstGeom prst="rect">
                <a:avLst/>
              </a:prstGeom>
              <a:noFill/>
            </p:spPr>
            <p:txBody>
              <a:bodyPr wrap="square" lIns="121774" tIns="60888" rIns="121774" bIns="60888" rtlCol="0">
                <a:spAutoFit/>
              </a:bodyPr>
              <a:lstStyle/>
              <a:p>
                <a:r>
                  <a:rPr lang="en-US" altLang="ko-KR" sz="900" dirty="0">
                    <a:latin typeface="안상수2006가는" pitchFamily="18" charset="-127"/>
                    <a:ea typeface="안상수2006가는" pitchFamily="18" charset="-127"/>
                    <a:cs typeface="한컴돋움" pitchFamily="18" charset="2"/>
                  </a:rPr>
                  <a:t>ISP</a:t>
                </a:r>
                <a:endParaRPr lang="ko-KR" altLang="en-US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endParaRPr>
              </a:p>
            </p:txBody>
          </p:sp>
          <p:sp>
            <p:nvSpPr>
              <p:cNvPr id="212" name="Rectangle 209"/>
              <p:cNvSpPr>
                <a:spLocks noChangeArrowheads="1"/>
              </p:cNvSpPr>
              <p:nvPr/>
            </p:nvSpPr>
            <p:spPr bwMode="auto">
              <a:xfrm flipH="1">
                <a:off x="1485939" y="3978072"/>
                <a:ext cx="287732" cy="383643"/>
              </a:xfrm>
              <a:prstGeom prst="rect">
                <a:avLst/>
              </a:prstGeom>
              <a:solidFill>
                <a:srgbClr val="FF99CC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62192" tIns="81095" rIns="162192" bIns="81095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VOIP</a:t>
                </a:r>
                <a:endParaRPr lang="ko-KR" altLang="ko-KR" sz="600" dirty="0"/>
              </a:p>
            </p:txBody>
          </p:sp>
          <p:sp>
            <p:nvSpPr>
              <p:cNvPr id="213" name="Line 192"/>
              <p:cNvSpPr>
                <a:spLocks noChangeShapeType="1"/>
              </p:cNvSpPr>
              <p:nvPr/>
            </p:nvSpPr>
            <p:spPr bwMode="auto">
              <a:xfrm>
                <a:off x="1185872" y="4008553"/>
                <a:ext cx="292099" cy="147638"/>
              </a:xfrm>
              <a:prstGeom prst="line">
                <a:avLst/>
              </a:prstGeom>
              <a:noFill/>
              <a:ln w="25400">
                <a:solidFill>
                  <a:srgbClr val="00CCFF"/>
                </a:solidFill>
                <a:round/>
                <a:headEnd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214" name="Line 190"/>
              <p:cNvSpPr>
                <a:spLocks noChangeShapeType="1"/>
              </p:cNvSpPr>
              <p:nvPr/>
            </p:nvSpPr>
            <p:spPr bwMode="auto">
              <a:xfrm flipH="1" flipV="1">
                <a:off x="1192974" y="2324353"/>
                <a:ext cx="3207" cy="1687082"/>
              </a:xfrm>
              <a:prstGeom prst="line">
                <a:avLst/>
              </a:prstGeom>
              <a:noFill/>
              <a:ln w="25400">
                <a:solidFill>
                  <a:srgbClr val="00CCFF"/>
                </a:solidFill>
                <a:round/>
                <a:headEnd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215" name="Rectangle 571"/>
              <p:cNvSpPr>
                <a:spLocks noChangeArrowheads="1"/>
              </p:cNvSpPr>
              <p:nvPr/>
            </p:nvSpPr>
            <p:spPr bwMode="auto">
              <a:xfrm>
                <a:off x="8966970" y="3840274"/>
                <a:ext cx="412117" cy="6089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ANSM</a:t>
                </a:r>
                <a:endParaRPr lang="ko-KR" altLang="ko-KR" dirty="0"/>
              </a:p>
            </p:txBody>
          </p:sp>
          <p:grpSp>
            <p:nvGrpSpPr>
              <p:cNvPr id="216" name="Group 574"/>
              <p:cNvGrpSpPr>
                <a:grpSpLocks/>
              </p:cNvGrpSpPr>
              <p:nvPr/>
            </p:nvGrpSpPr>
            <p:grpSpPr bwMode="auto">
              <a:xfrm rot="5400000">
                <a:off x="9058859" y="3618007"/>
                <a:ext cx="215900" cy="107950"/>
                <a:chOff x="3609" y="1970"/>
                <a:chExt cx="197" cy="91"/>
              </a:xfrm>
            </p:grpSpPr>
            <p:sp>
              <p:nvSpPr>
                <p:cNvPr id="290" name="Rectangle 575" descr="60%"/>
                <p:cNvSpPr>
                  <a:spLocks noChangeArrowheads="1"/>
                </p:cNvSpPr>
                <p:nvPr/>
              </p:nvSpPr>
              <p:spPr bwMode="auto">
                <a:xfrm rot="5400000">
                  <a:off x="3730" y="1985"/>
                  <a:ext cx="91" cy="61"/>
                </a:xfrm>
                <a:prstGeom prst="rect">
                  <a:avLst/>
                </a:prstGeom>
                <a:pattFill prst="pct60">
                  <a:fgClr>
                    <a:srgbClr val="333333"/>
                  </a:fgClr>
                  <a:bgClr>
                    <a:schemeClr val="bg1"/>
                  </a:bgClr>
                </a:patt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  <p:sp>
              <p:nvSpPr>
                <p:cNvPr id="291" name="Rectangle 576"/>
                <p:cNvSpPr>
                  <a:spLocks noChangeArrowheads="1"/>
                </p:cNvSpPr>
                <p:nvPr/>
              </p:nvSpPr>
              <p:spPr bwMode="auto">
                <a:xfrm rot="5400000">
                  <a:off x="3631" y="1948"/>
                  <a:ext cx="91" cy="136"/>
                </a:xfrm>
                <a:prstGeom prst="rect">
                  <a:avLst/>
                </a:prstGeom>
                <a:solidFill>
                  <a:srgbClr val="969696">
                    <a:alpha val="45882"/>
                  </a:srgb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217" name="Line 572"/>
              <p:cNvSpPr>
                <a:spLocks noChangeShapeType="1"/>
              </p:cNvSpPr>
              <p:nvPr/>
            </p:nvSpPr>
            <p:spPr bwMode="auto">
              <a:xfrm rot="-5400000" flipH="1" flipV="1">
                <a:off x="9103251" y="3490970"/>
                <a:ext cx="121565" cy="89"/>
              </a:xfrm>
              <a:prstGeom prst="line">
                <a:avLst/>
              </a:prstGeom>
              <a:noFill/>
              <a:ln w="25400">
                <a:solidFill>
                  <a:srgbClr val="808000"/>
                </a:solidFill>
                <a:round/>
                <a:headEnd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218" name="Line 573"/>
              <p:cNvSpPr>
                <a:spLocks noChangeShapeType="1"/>
              </p:cNvSpPr>
              <p:nvPr/>
            </p:nvSpPr>
            <p:spPr bwMode="auto">
              <a:xfrm flipV="1">
                <a:off x="5218492" y="3451375"/>
                <a:ext cx="3941357" cy="12685"/>
              </a:xfrm>
              <a:prstGeom prst="line">
                <a:avLst/>
              </a:prstGeom>
              <a:noFill/>
              <a:ln w="25400">
                <a:solidFill>
                  <a:srgbClr val="808000"/>
                </a:solidFill>
                <a:round/>
                <a:headEnd type="none" w="med" len="med"/>
                <a:tailEnd type="none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cxnSp>
            <p:nvCxnSpPr>
              <p:cNvPr id="219" name="꺾인 연결선 218"/>
              <p:cNvCxnSpPr/>
              <p:nvPr/>
            </p:nvCxnSpPr>
            <p:spPr>
              <a:xfrm>
                <a:off x="723148" y="6698615"/>
                <a:ext cx="762793" cy="362300"/>
              </a:xfrm>
              <a:prstGeom prst="bentConnector3">
                <a:avLst>
                  <a:gd name="adj1" fmla="val 936"/>
                </a:avLst>
              </a:prstGeom>
              <a:ln w="19050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0" name="Rectangle 93"/>
              <p:cNvSpPr>
                <a:spLocks noChangeArrowheads="1"/>
              </p:cNvSpPr>
              <p:nvPr/>
            </p:nvSpPr>
            <p:spPr bwMode="auto">
              <a:xfrm>
                <a:off x="782558" y="6912928"/>
                <a:ext cx="648512" cy="110470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Audio LINE</a:t>
                </a:r>
                <a:endParaRPr lang="ko-KR" altLang="ko-KR" dirty="0"/>
              </a:p>
            </p:txBody>
          </p:sp>
          <p:grpSp>
            <p:nvGrpSpPr>
              <p:cNvPr id="221" name="그룹 220"/>
              <p:cNvGrpSpPr/>
              <p:nvPr/>
            </p:nvGrpSpPr>
            <p:grpSpPr>
              <a:xfrm>
                <a:off x="10264556" y="4304879"/>
                <a:ext cx="498476" cy="109539"/>
                <a:chOff x="7706444" y="3562784"/>
                <a:chExt cx="374247" cy="82240"/>
              </a:xfrm>
            </p:grpSpPr>
            <p:sp>
              <p:nvSpPr>
                <p:cNvPr id="288" name="Freeform 553"/>
                <p:cNvSpPr>
                  <a:spLocks/>
                </p:cNvSpPr>
                <p:nvPr/>
              </p:nvSpPr>
              <p:spPr bwMode="auto">
                <a:xfrm flipH="1">
                  <a:off x="7706444" y="3590198"/>
                  <a:ext cx="343258" cy="54826"/>
                </a:xfrm>
                <a:custGeom>
                  <a:avLst/>
                  <a:gdLst>
                    <a:gd name="T0" fmla="*/ 765684263 w 273"/>
                    <a:gd name="T1" fmla="*/ 0 h 46"/>
                    <a:gd name="T2" fmla="*/ 381440387 w 273"/>
                    <a:gd name="T3" fmla="*/ 115927199 h 46"/>
                    <a:gd name="T4" fmla="*/ 0 w 273"/>
                    <a:gd name="T5" fmla="*/ 0 h 46"/>
                    <a:gd name="T6" fmla="*/ 0 60000 65536"/>
                    <a:gd name="T7" fmla="*/ 0 60000 65536"/>
                    <a:gd name="T8" fmla="*/ 0 60000 65536"/>
                    <a:gd name="T9" fmla="*/ 0 w 273"/>
                    <a:gd name="T10" fmla="*/ 0 h 46"/>
                    <a:gd name="T11" fmla="*/ 273 w 273"/>
                    <a:gd name="T12" fmla="*/ 46 h 4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73" h="46">
                      <a:moveTo>
                        <a:pt x="273" y="0"/>
                      </a:moveTo>
                      <a:cubicBezTo>
                        <a:pt x="227" y="23"/>
                        <a:pt x="181" y="46"/>
                        <a:pt x="136" y="46"/>
                      </a:cubicBezTo>
                      <a:cubicBezTo>
                        <a:pt x="91" y="46"/>
                        <a:pt x="30" y="15"/>
                        <a:pt x="0" y="0"/>
                      </a:cubicBezTo>
                    </a:path>
                  </a:pathLst>
                </a:custGeom>
                <a:noFill/>
                <a:ln w="9525">
                  <a:solidFill>
                    <a:srgbClr val="C0C0C0"/>
                  </a:solidFill>
                  <a:round/>
                  <a:headEnd/>
                  <a:tailEnd/>
                </a:ln>
              </p:spPr>
              <p:txBody>
                <a:bodyPr lIns="68644" tIns="34322" rIns="68644" bIns="34322"/>
                <a:lstStyle/>
                <a:p>
                  <a:endParaRPr lang="ko-KR" altLang="en-US"/>
                </a:p>
              </p:txBody>
            </p:sp>
            <p:sp>
              <p:nvSpPr>
                <p:cNvPr id="289" name="Oval 557"/>
                <p:cNvSpPr>
                  <a:spLocks noChangeArrowheads="1"/>
                </p:cNvSpPr>
                <p:nvPr/>
              </p:nvSpPr>
              <p:spPr bwMode="auto">
                <a:xfrm flipH="1">
                  <a:off x="8023481" y="3562784"/>
                  <a:ext cx="57210" cy="53634"/>
                </a:xfrm>
                <a:prstGeom prst="ellipse">
                  <a:avLst/>
                </a:prstGeom>
                <a:solidFill>
                  <a:srgbClr val="969696"/>
                </a:solidFill>
                <a:ln w="9525">
                  <a:solidFill>
                    <a:srgbClr val="969696"/>
                  </a:solidFill>
                  <a:round/>
                  <a:headEnd/>
                  <a:tailEnd/>
                </a:ln>
              </p:spPr>
              <p:txBody>
                <a:bodyPr wrap="none" lIns="68644" tIns="34322" rIns="68644" bIns="34322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222" name="Line 9"/>
              <p:cNvSpPr>
                <a:spLocks noChangeShapeType="1"/>
              </p:cNvSpPr>
              <p:nvPr/>
            </p:nvSpPr>
            <p:spPr bwMode="auto">
              <a:xfrm flipH="1" flipV="1">
                <a:off x="1985791" y="4349871"/>
                <a:ext cx="8280400" cy="1588"/>
              </a:xfrm>
              <a:prstGeom prst="line">
                <a:avLst/>
              </a:prstGeom>
              <a:noFill/>
              <a:ln w="25400">
                <a:solidFill>
                  <a:srgbClr val="FF6600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223" name="Line 173"/>
              <p:cNvSpPr>
                <a:spLocks noChangeShapeType="1"/>
              </p:cNvSpPr>
              <p:nvPr/>
            </p:nvSpPr>
            <p:spPr bwMode="auto">
              <a:xfrm flipH="1">
                <a:off x="3948123" y="3856779"/>
                <a:ext cx="1692" cy="507806"/>
              </a:xfrm>
              <a:prstGeom prst="line">
                <a:avLst/>
              </a:prstGeom>
              <a:noFill/>
              <a:ln w="25400">
                <a:solidFill>
                  <a:srgbClr val="FF6600"/>
                </a:solidFill>
                <a:round/>
                <a:headEnd type="arrow" w="med" len="med"/>
                <a:tailEnd type="oval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224" name="Line 128"/>
              <p:cNvSpPr>
                <a:spLocks noChangeShapeType="1"/>
              </p:cNvSpPr>
              <p:nvPr/>
            </p:nvSpPr>
            <p:spPr bwMode="auto">
              <a:xfrm flipV="1">
                <a:off x="2596559" y="5954324"/>
                <a:ext cx="8458" cy="2562728"/>
              </a:xfrm>
              <a:prstGeom prst="line">
                <a:avLst/>
              </a:prstGeom>
              <a:noFill/>
              <a:ln w="25400">
                <a:solidFill>
                  <a:srgbClr val="993366"/>
                </a:solidFill>
                <a:round/>
                <a:headEnd type="oval" w="med" len="med"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225" name="Line 109"/>
              <p:cNvSpPr>
                <a:spLocks noChangeShapeType="1"/>
              </p:cNvSpPr>
              <p:nvPr/>
            </p:nvSpPr>
            <p:spPr bwMode="auto">
              <a:xfrm flipH="1">
                <a:off x="1992970" y="5954324"/>
                <a:ext cx="612047" cy="9577"/>
              </a:xfrm>
              <a:prstGeom prst="line">
                <a:avLst/>
              </a:prstGeom>
              <a:noFill/>
              <a:ln w="25400">
                <a:solidFill>
                  <a:srgbClr val="993366"/>
                </a:solidFill>
                <a:round/>
                <a:headEnd type="none" w="med" len="lg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226" name="Line 74"/>
              <p:cNvSpPr>
                <a:spLocks noChangeShapeType="1"/>
              </p:cNvSpPr>
              <p:nvPr/>
            </p:nvSpPr>
            <p:spPr bwMode="auto">
              <a:xfrm>
                <a:off x="416128" y="8231177"/>
                <a:ext cx="1781986" cy="4814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 type="arrow"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227" name="Line 75"/>
              <p:cNvSpPr>
                <a:spLocks noChangeShapeType="1"/>
              </p:cNvSpPr>
              <p:nvPr/>
            </p:nvSpPr>
            <p:spPr bwMode="auto">
              <a:xfrm flipH="1">
                <a:off x="2349134" y="8239125"/>
                <a:ext cx="7921625" cy="0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 type="oval"/>
                <a:tailEnd type="none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228" name="Line 117"/>
              <p:cNvSpPr>
                <a:spLocks noChangeShapeType="1"/>
              </p:cNvSpPr>
              <p:nvPr/>
            </p:nvSpPr>
            <p:spPr bwMode="auto">
              <a:xfrm flipV="1">
                <a:off x="430921" y="8690439"/>
                <a:ext cx="9839020" cy="1125"/>
              </a:xfrm>
              <a:prstGeom prst="line">
                <a:avLst/>
              </a:prstGeom>
              <a:noFill/>
              <a:ln w="25400">
                <a:solidFill>
                  <a:srgbClr val="808000"/>
                </a:solidFill>
                <a:round/>
                <a:headEnd type="arrow" w="med" len="med"/>
                <a:tailEnd type="oval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229" name="Line 118"/>
              <p:cNvSpPr>
                <a:spLocks noChangeShapeType="1"/>
              </p:cNvSpPr>
              <p:nvPr/>
            </p:nvSpPr>
            <p:spPr bwMode="auto">
              <a:xfrm>
                <a:off x="430921" y="8836023"/>
                <a:ext cx="9839020" cy="312"/>
              </a:xfrm>
              <a:prstGeom prst="line">
                <a:avLst/>
              </a:prstGeom>
              <a:noFill/>
              <a:ln w="25400">
                <a:solidFill>
                  <a:srgbClr val="FF99CC"/>
                </a:solidFill>
                <a:round/>
                <a:headEnd type="arrow" w="med" len="med"/>
                <a:tailEnd type="oval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230" name="Line 134"/>
              <p:cNvSpPr>
                <a:spLocks noChangeShapeType="1"/>
              </p:cNvSpPr>
              <p:nvPr/>
            </p:nvSpPr>
            <p:spPr bwMode="auto">
              <a:xfrm flipV="1">
                <a:off x="430923" y="8373269"/>
                <a:ext cx="9832676" cy="10320"/>
              </a:xfrm>
              <a:prstGeom prst="line">
                <a:avLst/>
              </a:prstGeom>
              <a:noFill/>
              <a:ln w="25400">
                <a:solidFill>
                  <a:srgbClr val="FF6600"/>
                </a:solidFill>
                <a:round/>
                <a:headEnd type="arrow" w="med" len="med"/>
                <a:tailEnd type="oval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231" name="Line 135"/>
              <p:cNvSpPr>
                <a:spLocks noChangeShapeType="1"/>
              </p:cNvSpPr>
              <p:nvPr/>
            </p:nvSpPr>
            <p:spPr bwMode="auto">
              <a:xfrm>
                <a:off x="430924" y="8528050"/>
                <a:ext cx="9845363" cy="3805"/>
              </a:xfrm>
              <a:prstGeom prst="line">
                <a:avLst/>
              </a:prstGeom>
              <a:noFill/>
              <a:ln w="25400">
                <a:solidFill>
                  <a:srgbClr val="993366"/>
                </a:solidFill>
                <a:round/>
                <a:headEnd type="arrow" w="med" len="med"/>
                <a:tailEnd type="oval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232" name="Rectangle 207"/>
              <p:cNvSpPr>
                <a:spLocks noChangeArrowheads="1"/>
              </p:cNvSpPr>
              <p:nvPr/>
            </p:nvSpPr>
            <p:spPr bwMode="auto">
              <a:xfrm flipH="1">
                <a:off x="9095498" y="8115301"/>
                <a:ext cx="696912" cy="125413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RS485 TL</a:t>
                </a:r>
                <a:endParaRPr lang="ko-KR" altLang="ko-KR" dirty="0"/>
              </a:p>
            </p:txBody>
          </p:sp>
          <p:sp>
            <p:nvSpPr>
              <p:cNvPr id="233" name="Rectangle 208"/>
              <p:cNvSpPr>
                <a:spLocks noChangeArrowheads="1"/>
              </p:cNvSpPr>
              <p:nvPr/>
            </p:nvSpPr>
            <p:spPr bwMode="auto">
              <a:xfrm flipH="1">
                <a:off x="9109784" y="8275641"/>
                <a:ext cx="655638" cy="8572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/>
                  <a:t>Dual- tone TL</a:t>
                </a:r>
                <a:endParaRPr lang="ko-KR" altLang="ko-KR" sz="600" dirty="0"/>
              </a:p>
            </p:txBody>
          </p:sp>
          <p:sp>
            <p:nvSpPr>
              <p:cNvPr id="234" name="Rectangle 209"/>
              <p:cNvSpPr>
                <a:spLocks noChangeArrowheads="1"/>
              </p:cNvSpPr>
              <p:nvPr/>
            </p:nvSpPr>
            <p:spPr bwMode="auto">
              <a:xfrm flipH="1">
                <a:off x="9114547" y="8420102"/>
                <a:ext cx="655638" cy="8572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 PA Audio TL</a:t>
                </a:r>
                <a:endParaRPr lang="ko-KR" altLang="ko-KR" dirty="0"/>
              </a:p>
            </p:txBody>
          </p:sp>
          <p:sp>
            <p:nvSpPr>
              <p:cNvPr id="235" name="Rectangle 210"/>
              <p:cNvSpPr>
                <a:spLocks noChangeArrowheads="1"/>
              </p:cNvSpPr>
              <p:nvPr/>
            </p:nvSpPr>
            <p:spPr bwMode="auto">
              <a:xfrm flipH="1">
                <a:off x="9112959" y="8575677"/>
                <a:ext cx="655638" cy="8572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IC TL</a:t>
                </a:r>
                <a:endParaRPr lang="ko-KR" altLang="ko-KR" dirty="0"/>
              </a:p>
            </p:txBody>
          </p:sp>
          <p:sp>
            <p:nvSpPr>
              <p:cNvPr id="236" name="Rectangle 211"/>
              <p:cNvSpPr>
                <a:spLocks noChangeArrowheads="1"/>
              </p:cNvSpPr>
              <p:nvPr/>
            </p:nvSpPr>
            <p:spPr bwMode="auto">
              <a:xfrm flipH="1">
                <a:off x="9112959" y="8728077"/>
                <a:ext cx="655638" cy="8572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PEI TL</a:t>
                </a:r>
                <a:endParaRPr lang="ko-KR" altLang="ko-KR" dirty="0"/>
              </a:p>
            </p:txBody>
          </p:sp>
          <p:sp>
            <p:nvSpPr>
              <p:cNvPr id="237" name="Rectangle 228"/>
              <p:cNvSpPr>
                <a:spLocks noChangeArrowheads="1"/>
              </p:cNvSpPr>
              <p:nvPr/>
            </p:nvSpPr>
            <p:spPr bwMode="auto">
              <a:xfrm>
                <a:off x="454733" y="8108951"/>
                <a:ext cx="696913" cy="125413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RS485 TL</a:t>
                </a:r>
                <a:endParaRPr lang="ko-KR" altLang="ko-KR" dirty="0"/>
              </a:p>
            </p:txBody>
          </p:sp>
          <p:sp>
            <p:nvSpPr>
              <p:cNvPr id="238" name="Rectangle 229"/>
              <p:cNvSpPr>
                <a:spLocks noChangeArrowheads="1"/>
              </p:cNvSpPr>
              <p:nvPr/>
            </p:nvSpPr>
            <p:spPr bwMode="auto">
              <a:xfrm>
                <a:off x="587734" y="8269290"/>
                <a:ext cx="655638" cy="8572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/>
                  <a:t>Dual- tone TL</a:t>
                </a:r>
                <a:endParaRPr lang="ko-KR" altLang="ko-KR" sz="600" dirty="0"/>
              </a:p>
            </p:txBody>
          </p:sp>
          <p:sp>
            <p:nvSpPr>
              <p:cNvPr id="239" name="Rectangle 230"/>
              <p:cNvSpPr>
                <a:spLocks noChangeArrowheads="1"/>
              </p:cNvSpPr>
              <p:nvPr/>
            </p:nvSpPr>
            <p:spPr bwMode="auto">
              <a:xfrm>
                <a:off x="542571" y="8413753"/>
                <a:ext cx="655638" cy="8572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 PA Audio TL</a:t>
                </a:r>
                <a:endParaRPr lang="ko-KR" altLang="ko-KR" dirty="0"/>
              </a:p>
            </p:txBody>
          </p:sp>
          <p:sp>
            <p:nvSpPr>
              <p:cNvPr id="240" name="Rectangle 231"/>
              <p:cNvSpPr>
                <a:spLocks noChangeArrowheads="1"/>
              </p:cNvSpPr>
              <p:nvPr/>
            </p:nvSpPr>
            <p:spPr bwMode="auto">
              <a:xfrm>
                <a:off x="478548" y="8569328"/>
                <a:ext cx="655638" cy="8572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IC TL</a:t>
                </a:r>
                <a:endParaRPr lang="ko-KR" altLang="ko-KR" dirty="0"/>
              </a:p>
            </p:txBody>
          </p:sp>
          <p:sp>
            <p:nvSpPr>
              <p:cNvPr id="241" name="Rectangle 232"/>
              <p:cNvSpPr>
                <a:spLocks noChangeArrowheads="1"/>
              </p:cNvSpPr>
              <p:nvPr/>
            </p:nvSpPr>
            <p:spPr bwMode="auto">
              <a:xfrm>
                <a:off x="478548" y="8721728"/>
                <a:ext cx="655638" cy="8572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PEI TL</a:t>
                </a:r>
                <a:endParaRPr lang="ko-KR" altLang="ko-KR" dirty="0"/>
              </a:p>
            </p:txBody>
          </p:sp>
          <p:sp>
            <p:nvSpPr>
              <p:cNvPr id="242" name="Oval 567"/>
              <p:cNvSpPr>
                <a:spLocks noChangeArrowheads="1"/>
              </p:cNvSpPr>
              <p:nvPr/>
            </p:nvSpPr>
            <p:spPr bwMode="auto">
              <a:xfrm flipH="1">
                <a:off x="10681242" y="8493873"/>
                <a:ext cx="76201" cy="71438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 wrap="none" lIns="91416" tIns="45708" rIns="91416" bIns="45708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243" name="Oval 567"/>
              <p:cNvSpPr>
                <a:spLocks noChangeArrowheads="1"/>
              </p:cNvSpPr>
              <p:nvPr/>
            </p:nvSpPr>
            <p:spPr bwMode="auto">
              <a:xfrm flipH="1">
                <a:off x="10662319" y="8199797"/>
                <a:ext cx="76201" cy="71438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 wrap="none" lIns="91416" tIns="45708" rIns="91416" bIns="45708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244" name="Line 109"/>
              <p:cNvSpPr>
                <a:spLocks noChangeShapeType="1"/>
              </p:cNvSpPr>
              <p:nvPr/>
            </p:nvSpPr>
            <p:spPr bwMode="auto">
              <a:xfrm flipH="1">
                <a:off x="1999323" y="6106566"/>
                <a:ext cx="470368" cy="1119"/>
              </a:xfrm>
              <a:prstGeom prst="line">
                <a:avLst/>
              </a:prstGeom>
              <a:noFill/>
              <a:ln w="25400">
                <a:solidFill>
                  <a:srgbClr val="FF6600"/>
                </a:solidFill>
                <a:round/>
                <a:headEnd type="none" w="med" len="lg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245" name="Line 128"/>
              <p:cNvSpPr>
                <a:spLocks noChangeShapeType="1"/>
              </p:cNvSpPr>
              <p:nvPr/>
            </p:nvSpPr>
            <p:spPr bwMode="auto">
              <a:xfrm flipV="1">
                <a:off x="2461961" y="6098108"/>
                <a:ext cx="7731" cy="2287319"/>
              </a:xfrm>
              <a:prstGeom prst="line">
                <a:avLst/>
              </a:prstGeom>
              <a:noFill/>
              <a:ln w="25400">
                <a:solidFill>
                  <a:srgbClr val="FF6600"/>
                </a:solidFill>
                <a:round/>
                <a:headEnd type="oval" w="med" len="med"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246" name="Line 77"/>
              <p:cNvSpPr>
                <a:spLocks noChangeShapeType="1"/>
              </p:cNvSpPr>
              <p:nvPr/>
            </p:nvSpPr>
            <p:spPr bwMode="auto">
              <a:xfrm flipH="1" flipV="1">
                <a:off x="1994022" y="4657900"/>
                <a:ext cx="8281865" cy="2374"/>
              </a:xfrm>
              <a:prstGeom prst="line">
                <a:avLst/>
              </a:prstGeom>
              <a:noFill/>
              <a:ln w="25400">
                <a:solidFill>
                  <a:srgbClr val="993366"/>
                </a:solidFill>
                <a:round/>
                <a:headEnd type="oval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247" name="Rectangle 102"/>
              <p:cNvSpPr>
                <a:spLocks noChangeArrowheads="1"/>
              </p:cNvSpPr>
              <p:nvPr/>
            </p:nvSpPr>
            <p:spPr bwMode="auto">
              <a:xfrm>
                <a:off x="2032494" y="4207689"/>
                <a:ext cx="1066800" cy="150813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Dual - tone</a:t>
                </a:r>
                <a:endParaRPr lang="ko-KR" altLang="ko-KR" dirty="0"/>
              </a:p>
            </p:txBody>
          </p:sp>
          <p:sp>
            <p:nvSpPr>
              <p:cNvPr id="248" name="Rectangle 102"/>
              <p:cNvSpPr>
                <a:spLocks noChangeArrowheads="1"/>
              </p:cNvSpPr>
              <p:nvPr/>
            </p:nvSpPr>
            <p:spPr bwMode="auto">
              <a:xfrm>
                <a:off x="2040952" y="4530532"/>
                <a:ext cx="1066800" cy="150813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PA Audio &amp; Signal</a:t>
                </a:r>
                <a:endParaRPr lang="ko-KR" altLang="ko-KR" dirty="0"/>
              </a:p>
            </p:txBody>
          </p:sp>
          <p:sp>
            <p:nvSpPr>
              <p:cNvPr id="249" name="Line 608"/>
              <p:cNvSpPr>
                <a:spLocks noChangeShapeType="1"/>
              </p:cNvSpPr>
              <p:nvPr/>
            </p:nvSpPr>
            <p:spPr bwMode="auto">
              <a:xfrm>
                <a:off x="3501549" y="4651816"/>
                <a:ext cx="7177" cy="215618"/>
              </a:xfrm>
              <a:prstGeom prst="line">
                <a:avLst/>
              </a:prstGeom>
              <a:noFill/>
              <a:ln w="25400">
                <a:solidFill>
                  <a:srgbClr val="993366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250" name="Line 211"/>
              <p:cNvSpPr>
                <a:spLocks noChangeShapeType="1"/>
              </p:cNvSpPr>
              <p:nvPr/>
            </p:nvSpPr>
            <p:spPr bwMode="auto">
              <a:xfrm>
                <a:off x="5805467" y="3836815"/>
                <a:ext cx="10149" cy="527770"/>
              </a:xfrm>
              <a:prstGeom prst="line">
                <a:avLst/>
              </a:prstGeom>
              <a:noFill/>
              <a:ln w="25400">
                <a:solidFill>
                  <a:srgbClr val="FF6600"/>
                </a:solidFill>
                <a:round/>
                <a:headEnd type="arrow" w="med" len="med"/>
                <a:tailEnd type="oval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251" name="Line 608"/>
              <p:cNvSpPr>
                <a:spLocks noChangeShapeType="1"/>
              </p:cNvSpPr>
              <p:nvPr/>
            </p:nvSpPr>
            <p:spPr bwMode="auto">
              <a:xfrm>
                <a:off x="3652099" y="4354100"/>
                <a:ext cx="3079" cy="500475"/>
              </a:xfrm>
              <a:prstGeom prst="line">
                <a:avLst/>
              </a:prstGeom>
              <a:noFill/>
              <a:ln w="25400">
                <a:solidFill>
                  <a:srgbClr val="FF6600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252" name="Line 608"/>
              <p:cNvSpPr>
                <a:spLocks noChangeShapeType="1"/>
              </p:cNvSpPr>
              <p:nvPr/>
            </p:nvSpPr>
            <p:spPr bwMode="auto">
              <a:xfrm flipH="1">
                <a:off x="3794646" y="4201858"/>
                <a:ext cx="9694" cy="652717"/>
              </a:xfrm>
              <a:prstGeom prst="line">
                <a:avLst/>
              </a:prstGeom>
              <a:noFill/>
              <a:ln w="25400">
                <a:solidFill>
                  <a:srgbClr val="FF99CC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253" name="Line 608"/>
              <p:cNvSpPr>
                <a:spLocks noChangeShapeType="1"/>
              </p:cNvSpPr>
              <p:nvPr/>
            </p:nvSpPr>
            <p:spPr bwMode="auto">
              <a:xfrm>
                <a:off x="7786294" y="4364249"/>
                <a:ext cx="1486" cy="1360022"/>
              </a:xfrm>
              <a:prstGeom prst="line">
                <a:avLst/>
              </a:prstGeom>
              <a:noFill/>
              <a:ln w="25400">
                <a:solidFill>
                  <a:srgbClr val="FF6600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254" name="Line 610"/>
              <p:cNvSpPr>
                <a:spLocks noChangeShapeType="1"/>
              </p:cNvSpPr>
              <p:nvPr/>
            </p:nvSpPr>
            <p:spPr bwMode="auto">
              <a:xfrm>
                <a:off x="7945784" y="4201860"/>
                <a:ext cx="5191" cy="1517904"/>
              </a:xfrm>
              <a:prstGeom prst="line">
                <a:avLst/>
              </a:prstGeom>
              <a:noFill/>
              <a:ln w="25400">
                <a:solidFill>
                  <a:srgbClr val="FF99CC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255" name="Line 608"/>
              <p:cNvSpPr>
                <a:spLocks noChangeShapeType="1"/>
              </p:cNvSpPr>
              <p:nvPr/>
            </p:nvSpPr>
            <p:spPr bwMode="auto">
              <a:xfrm>
                <a:off x="4609527" y="4345642"/>
                <a:ext cx="0" cy="1370171"/>
              </a:xfrm>
              <a:prstGeom prst="line">
                <a:avLst/>
              </a:prstGeom>
              <a:noFill/>
              <a:ln w="25400">
                <a:solidFill>
                  <a:srgbClr val="FF6600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256" name="Line 609"/>
              <p:cNvSpPr>
                <a:spLocks noChangeShapeType="1"/>
              </p:cNvSpPr>
              <p:nvPr/>
            </p:nvSpPr>
            <p:spPr bwMode="auto">
              <a:xfrm>
                <a:off x="4744028" y="4201860"/>
                <a:ext cx="13875" cy="1517904"/>
              </a:xfrm>
              <a:prstGeom prst="line">
                <a:avLst/>
              </a:prstGeom>
              <a:noFill/>
              <a:ln w="25400">
                <a:solidFill>
                  <a:srgbClr val="FF99CC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257" name="Line 608"/>
              <p:cNvSpPr>
                <a:spLocks noChangeShapeType="1"/>
              </p:cNvSpPr>
              <p:nvPr/>
            </p:nvSpPr>
            <p:spPr bwMode="auto">
              <a:xfrm flipH="1">
                <a:off x="4905551" y="4660274"/>
                <a:ext cx="0" cy="1057231"/>
              </a:xfrm>
              <a:prstGeom prst="line">
                <a:avLst/>
              </a:prstGeom>
              <a:noFill/>
              <a:ln w="25400">
                <a:solidFill>
                  <a:srgbClr val="993366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258" name="Line 608"/>
              <p:cNvSpPr>
                <a:spLocks noChangeShapeType="1"/>
              </p:cNvSpPr>
              <p:nvPr/>
            </p:nvSpPr>
            <p:spPr bwMode="auto">
              <a:xfrm flipH="1">
                <a:off x="8103774" y="4663148"/>
                <a:ext cx="0" cy="1057231"/>
              </a:xfrm>
              <a:prstGeom prst="line">
                <a:avLst/>
              </a:prstGeom>
              <a:noFill/>
              <a:ln w="25400">
                <a:solidFill>
                  <a:srgbClr val="993366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grpSp>
            <p:nvGrpSpPr>
              <p:cNvPr id="259" name="그룹 258"/>
              <p:cNvGrpSpPr/>
              <p:nvPr/>
            </p:nvGrpSpPr>
            <p:grpSpPr>
              <a:xfrm>
                <a:off x="9067446" y="3951176"/>
                <a:ext cx="1109089" cy="721616"/>
                <a:chOff x="6893238" y="1628800"/>
                <a:chExt cx="832684" cy="541776"/>
              </a:xfrm>
            </p:grpSpPr>
            <p:sp>
              <p:nvSpPr>
                <p:cNvPr id="283" name="Rectangle 101"/>
                <p:cNvSpPr>
                  <a:spLocks noChangeArrowheads="1"/>
                </p:cNvSpPr>
                <p:nvPr/>
              </p:nvSpPr>
              <p:spPr bwMode="auto">
                <a:xfrm>
                  <a:off x="7092280" y="1628800"/>
                  <a:ext cx="493433" cy="65552"/>
                </a:xfrm>
                <a:prstGeom prst="rect">
                  <a:avLst/>
                </a:prstGeom>
                <a:noFill/>
                <a:ln w="6350">
                  <a:noFill/>
                  <a:miter lim="800000"/>
                  <a:headEnd/>
                  <a:tailEnd/>
                </a:ln>
              </p:spPr>
              <p:txBody>
                <a:bodyPr wrap="none" lIns="91427" tIns="45713" rIns="91427" bIns="45713" anchor="ctr"/>
                <a:lstStyle/>
                <a:p>
                  <a:pPr algn="ctr"/>
                  <a:r>
                    <a:rPr lang="en-US" altLang="ko-KR" sz="600" dirty="0">
                      <a:latin typeface="Arial" charset="0"/>
                    </a:rPr>
                    <a:t>PEI ADDRESS, CALL</a:t>
                  </a:r>
                  <a:endParaRPr lang="ko-KR" altLang="ko-KR" dirty="0"/>
                </a:p>
              </p:txBody>
            </p:sp>
            <p:sp>
              <p:nvSpPr>
                <p:cNvPr id="284" name="Rectangle 102"/>
                <p:cNvSpPr>
                  <a:spLocks noChangeArrowheads="1"/>
                </p:cNvSpPr>
                <p:nvPr/>
              </p:nvSpPr>
              <p:spPr bwMode="auto">
                <a:xfrm>
                  <a:off x="6893238" y="1711038"/>
                  <a:ext cx="800934" cy="113228"/>
                </a:xfrm>
                <a:prstGeom prst="rect">
                  <a:avLst/>
                </a:prstGeom>
                <a:noFill/>
                <a:ln w="6350">
                  <a:noFill/>
                  <a:miter lim="800000"/>
                  <a:headEnd/>
                  <a:tailEnd/>
                </a:ln>
              </p:spPr>
              <p:txBody>
                <a:bodyPr wrap="none" lIns="91427" tIns="45713" rIns="91427" bIns="45713" anchor="ctr"/>
                <a:lstStyle/>
                <a:p>
                  <a:pPr algn="ctr"/>
                  <a:r>
                    <a:rPr lang="en-US" altLang="ko-KR" sz="600" dirty="0">
                      <a:latin typeface="Arial" charset="0"/>
                    </a:rPr>
                    <a:t>PEI Audio &amp; Signal</a:t>
                  </a:r>
                  <a:endParaRPr lang="ko-KR" altLang="ko-KR" dirty="0"/>
                </a:p>
              </p:txBody>
            </p:sp>
            <p:sp>
              <p:nvSpPr>
                <p:cNvPr id="285" name="Rectangle 76"/>
                <p:cNvSpPr>
                  <a:spLocks noChangeArrowheads="1"/>
                </p:cNvSpPr>
                <p:nvPr/>
              </p:nvSpPr>
              <p:spPr bwMode="auto">
                <a:xfrm>
                  <a:off x="7032178" y="1970992"/>
                  <a:ext cx="692475" cy="52442"/>
                </a:xfrm>
                <a:prstGeom prst="rect">
                  <a:avLst/>
                </a:prstGeom>
                <a:noFill/>
                <a:ln w="6350">
                  <a:noFill/>
                  <a:miter lim="800000"/>
                  <a:headEnd/>
                  <a:tailEnd/>
                </a:ln>
              </p:spPr>
              <p:txBody>
                <a:bodyPr wrap="none" lIns="91427" tIns="45713" rIns="91427" bIns="45713" anchor="ctr"/>
                <a:lstStyle/>
                <a:p>
                  <a:pPr algn="ctr"/>
                  <a:r>
                    <a:rPr lang="en-US" altLang="ko-KR" sz="600" dirty="0">
                      <a:latin typeface="Arial" charset="0"/>
                    </a:rPr>
                    <a:t>DPO ADDRESS, ACT</a:t>
                  </a:r>
                  <a:endParaRPr lang="ko-KR" altLang="ko-KR" dirty="0"/>
                </a:p>
              </p:txBody>
            </p:sp>
            <p:sp>
              <p:nvSpPr>
                <p:cNvPr id="286" name="Rectangle 102"/>
                <p:cNvSpPr>
                  <a:spLocks noChangeArrowheads="1"/>
                </p:cNvSpPr>
                <p:nvPr/>
              </p:nvSpPr>
              <p:spPr bwMode="auto">
                <a:xfrm>
                  <a:off x="6918638" y="1814962"/>
                  <a:ext cx="800934" cy="113228"/>
                </a:xfrm>
                <a:prstGeom prst="rect">
                  <a:avLst/>
                </a:prstGeom>
                <a:noFill/>
                <a:ln w="6350">
                  <a:noFill/>
                  <a:miter lim="800000"/>
                  <a:headEnd/>
                  <a:tailEnd/>
                </a:ln>
              </p:spPr>
              <p:txBody>
                <a:bodyPr wrap="none" lIns="91427" tIns="45713" rIns="91427" bIns="45713" anchor="ctr"/>
                <a:lstStyle/>
                <a:p>
                  <a:pPr algn="ctr"/>
                  <a:r>
                    <a:rPr lang="en-US" altLang="ko-KR" sz="600" dirty="0">
                      <a:latin typeface="Arial" charset="0"/>
                    </a:rPr>
                    <a:t>Dual - tone</a:t>
                  </a:r>
                  <a:endParaRPr lang="ko-KR" altLang="ko-KR" dirty="0"/>
                </a:p>
              </p:txBody>
            </p:sp>
            <p:sp>
              <p:nvSpPr>
                <p:cNvPr id="287" name="Rectangle 102"/>
                <p:cNvSpPr>
                  <a:spLocks noChangeArrowheads="1"/>
                </p:cNvSpPr>
                <p:nvPr/>
              </p:nvSpPr>
              <p:spPr bwMode="auto">
                <a:xfrm>
                  <a:off x="6924988" y="2057348"/>
                  <a:ext cx="800934" cy="113228"/>
                </a:xfrm>
                <a:prstGeom prst="rect">
                  <a:avLst/>
                </a:prstGeom>
                <a:noFill/>
                <a:ln w="6350">
                  <a:noFill/>
                  <a:miter lim="800000"/>
                  <a:headEnd/>
                  <a:tailEnd/>
                </a:ln>
              </p:spPr>
              <p:txBody>
                <a:bodyPr wrap="none" lIns="91427" tIns="45713" rIns="91427" bIns="45713" anchor="ctr"/>
                <a:lstStyle/>
                <a:p>
                  <a:pPr algn="ctr"/>
                  <a:r>
                    <a:rPr lang="en-US" altLang="ko-KR" sz="600" dirty="0">
                      <a:latin typeface="Arial" charset="0"/>
                    </a:rPr>
                    <a:t>PA Audio &amp; Signal</a:t>
                  </a:r>
                  <a:endParaRPr lang="ko-KR" altLang="ko-KR" dirty="0"/>
                </a:p>
              </p:txBody>
            </p:sp>
          </p:grpSp>
          <p:sp>
            <p:nvSpPr>
              <p:cNvPr id="260" name="Rectangle 106"/>
              <p:cNvSpPr>
                <a:spLocks noChangeArrowheads="1"/>
              </p:cNvSpPr>
              <p:nvPr/>
            </p:nvSpPr>
            <p:spPr bwMode="auto">
              <a:xfrm>
                <a:off x="2141016" y="5854712"/>
                <a:ext cx="657225" cy="8572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PA Audio TL</a:t>
                </a:r>
                <a:endParaRPr lang="ko-KR" altLang="ko-KR" dirty="0"/>
              </a:p>
            </p:txBody>
          </p:sp>
          <p:sp>
            <p:nvSpPr>
              <p:cNvPr id="261" name="Rectangle 106"/>
              <p:cNvSpPr>
                <a:spLocks noChangeArrowheads="1"/>
              </p:cNvSpPr>
              <p:nvPr/>
            </p:nvSpPr>
            <p:spPr bwMode="auto">
              <a:xfrm>
                <a:off x="2149318" y="6016085"/>
                <a:ext cx="657225" cy="8572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Dual- tone TL</a:t>
                </a:r>
                <a:endParaRPr lang="ko-KR" altLang="ko-KR" dirty="0"/>
              </a:p>
            </p:txBody>
          </p:sp>
          <p:sp>
            <p:nvSpPr>
              <p:cNvPr id="262" name="Rectangle 106"/>
              <p:cNvSpPr>
                <a:spLocks noChangeArrowheads="1"/>
              </p:cNvSpPr>
              <p:nvPr/>
            </p:nvSpPr>
            <p:spPr bwMode="auto">
              <a:xfrm>
                <a:off x="2051254" y="6197721"/>
                <a:ext cx="657225" cy="8572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RS485 TL</a:t>
                </a:r>
                <a:endParaRPr lang="ko-KR" altLang="ko-KR" dirty="0"/>
              </a:p>
            </p:txBody>
          </p:sp>
          <p:sp>
            <p:nvSpPr>
              <p:cNvPr id="263" name="Line 195"/>
              <p:cNvSpPr>
                <a:spLocks noChangeShapeType="1"/>
              </p:cNvSpPr>
              <p:nvPr/>
            </p:nvSpPr>
            <p:spPr bwMode="auto">
              <a:xfrm flipH="1" flipV="1">
                <a:off x="1330366" y="3640036"/>
                <a:ext cx="163513" cy="73025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264" name="Line 202"/>
              <p:cNvSpPr>
                <a:spLocks noChangeShapeType="1"/>
              </p:cNvSpPr>
              <p:nvPr/>
            </p:nvSpPr>
            <p:spPr bwMode="auto">
              <a:xfrm flipH="1" flipV="1">
                <a:off x="1315867" y="2996354"/>
                <a:ext cx="10807" cy="628438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265" name="Rectangle 74"/>
              <p:cNvSpPr>
                <a:spLocks noChangeArrowheads="1"/>
              </p:cNvSpPr>
              <p:nvPr/>
            </p:nvSpPr>
            <p:spPr bwMode="auto">
              <a:xfrm>
                <a:off x="2018852" y="3753123"/>
                <a:ext cx="695326" cy="93664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RS485</a:t>
                </a:r>
                <a:endParaRPr lang="ko-KR" altLang="ko-KR" dirty="0"/>
              </a:p>
            </p:txBody>
          </p:sp>
          <p:sp>
            <p:nvSpPr>
              <p:cNvPr id="266" name="Rectangle 209"/>
              <p:cNvSpPr>
                <a:spLocks noChangeArrowheads="1"/>
              </p:cNvSpPr>
              <p:nvPr/>
            </p:nvSpPr>
            <p:spPr bwMode="auto">
              <a:xfrm flipH="1">
                <a:off x="1485939" y="3594429"/>
                <a:ext cx="287732" cy="383643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62192" tIns="81095" rIns="162192" bIns="81095" anchor="ctr"/>
              <a:lstStyle/>
              <a:p>
                <a:pPr algn="ctr"/>
                <a:r>
                  <a:rPr lang="en-US" altLang="ko-KR" sz="600" dirty="0"/>
                  <a:t>485</a:t>
                </a:r>
              </a:p>
              <a:p>
                <a:pPr algn="ctr"/>
                <a:r>
                  <a:rPr lang="en-US" altLang="ko-KR" sz="600" dirty="0"/>
                  <a:t>Card</a:t>
                </a:r>
                <a:endParaRPr lang="ko-KR" altLang="ko-KR" sz="600" dirty="0"/>
              </a:p>
            </p:txBody>
          </p:sp>
          <p:sp>
            <p:nvSpPr>
              <p:cNvPr id="267" name="Rectangle 75"/>
              <p:cNvSpPr>
                <a:spLocks noChangeArrowheads="1"/>
              </p:cNvSpPr>
              <p:nvPr/>
            </p:nvSpPr>
            <p:spPr bwMode="auto">
              <a:xfrm flipH="1">
                <a:off x="6054728" y="4793458"/>
                <a:ext cx="708024" cy="314326"/>
              </a:xfrm>
              <a:prstGeom prst="rect">
                <a:avLst/>
              </a:prstGeom>
              <a:solidFill>
                <a:srgbClr val="CCFFFF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Driver PA</a:t>
                </a:r>
              </a:p>
              <a:p>
                <a:pPr algn="ctr"/>
                <a:r>
                  <a:rPr lang="en-US" altLang="ko-KR" sz="600" dirty="0" err="1">
                    <a:latin typeface="Arial" charset="0"/>
                  </a:rPr>
                  <a:t>HandSet</a:t>
                </a:r>
                <a:endParaRPr lang="ko-KR" altLang="ko-KR" dirty="0"/>
              </a:p>
            </p:txBody>
          </p:sp>
          <p:cxnSp>
            <p:nvCxnSpPr>
              <p:cNvPr id="268" name="직선 화살표 연결선 267"/>
              <p:cNvCxnSpPr/>
              <p:nvPr/>
            </p:nvCxnSpPr>
            <p:spPr>
              <a:xfrm flipH="1">
                <a:off x="4144964" y="4955855"/>
                <a:ext cx="1860814" cy="0"/>
              </a:xfrm>
              <a:prstGeom prst="straightConnector1">
                <a:avLst/>
              </a:prstGeom>
              <a:ln w="12700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9" name="Line 594"/>
              <p:cNvSpPr>
                <a:spLocks noChangeShapeType="1"/>
              </p:cNvSpPr>
              <p:nvPr/>
            </p:nvSpPr>
            <p:spPr bwMode="auto">
              <a:xfrm rot="10800000" flipV="1">
                <a:off x="4153916" y="4887484"/>
                <a:ext cx="1834198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 type="arrow" w="med" len="med"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270" name="Rectangle 597"/>
              <p:cNvSpPr>
                <a:spLocks noChangeArrowheads="1"/>
              </p:cNvSpPr>
              <p:nvPr/>
            </p:nvSpPr>
            <p:spPr bwMode="auto">
              <a:xfrm>
                <a:off x="5365730" y="4727086"/>
                <a:ext cx="439737" cy="144461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500" dirty="0">
                    <a:latin typeface="Arial" charset="0"/>
                  </a:rPr>
                  <a:t>DC 12V</a:t>
                </a:r>
                <a:endParaRPr lang="ko-KR" altLang="ko-KR" dirty="0"/>
              </a:p>
            </p:txBody>
          </p:sp>
          <p:sp>
            <p:nvSpPr>
              <p:cNvPr id="271" name="Rectangle 599"/>
              <p:cNvSpPr>
                <a:spLocks noChangeArrowheads="1"/>
              </p:cNvSpPr>
              <p:nvPr/>
            </p:nvSpPr>
            <p:spPr bwMode="auto">
              <a:xfrm>
                <a:off x="5424476" y="4847363"/>
                <a:ext cx="423863" cy="119063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500" dirty="0">
                    <a:latin typeface="Arial" charset="0"/>
                  </a:rPr>
                  <a:t>Audio</a:t>
                </a:r>
                <a:endParaRPr lang="ko-KR" altLang="ko-KR" dirty="0"/>
              </a:p>
            </p:txBody>
          </p:sp>
          <p:grpSp>
            <p:nvGrpSpPr>
              <p:cNvPr id="272" name="그룹 271"/>
              <p:cNvGrpSpPr/>
              <p:nvPr/>
            </p:nvGrpSpPr>
            <p:grpSpPr>
              <a:xfrm>
                <a:off x="7243762" y="4808246"/>
                <a:ext cx="294727" cy="256221"/>
                <a:chOff x="6900389" y="2603503"/>
                <a:chExt cx="277936" cy="301941"/>
              </a:xfrm>
            </p:grpSpPr>
            <p:sp>
              <p:nvSpPr>
                <p:cNvPr id="278" name="직사각형 277"/>
                <p:cNvSpPr/>
                <p:nvPr/>
              </p:nvSpPr>
              <p:spPr>
                <a:xfrm>
                  <a:off x="6977112" y="2799558"/>
                  <a:ext cx="161308" cy="45719"/>
                </a:xfrm>
                <a:prstGeom prst="rect">
                  <a:avLst/>
                </a:prstGeom>
                <a:noFill/>
                <a:ln w="952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79" name="직사각형 278"/>
                <p:cNvSpPr/>
                <p:nvPr/>
              </p:nvSpPr>
              <p:spPr>
                <a:xfrm>
                  <a:off x="6977112" y="2603503"/>
                  <a:ext cx="167505" cy="59531"/>
                </a:xfrm>
                <a:prstGeom prst="rect">
                  <a:avLst/>
                </a:prstGeom>
                <a:noFill/>
                <a:ln w="952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80" name="직사각형 279"/>
                <p:cNvSpPr/>
                <p:nvPr/>
              </p:nvSpPr>
              <p:spPr>
                <a:xfrm>
                  <a:off x="6900389" y="2663034"/>
                  <a:ext cx="74615" cy="49807"/>
                </a:xfrm>
                <a:prstGeom prst="rect">
                  <a:avLst/>
                </a:prstGeom>
                <a:noFill/>
                <a:ln w="952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81" name="직사각형 280"/>
                <p:cNvSpPr/>
                <p:nvPr/>
              </p:nvSpPr>
              <p:spPr>
                <a:xfrm>
                  <a:off x="6934652" y="2633268"/>
                  <a:ext cx="243673" cy="159147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accent1">
                        <a:tint val="66000"/>
                        <a:satMod val="160000"/>
                      </a:schemeClr>
                    </a:gs>
                    <a:gs pos="50000">
                      <a:schemeClr val="accent1">
                        <a:tint val="44500"/>
                        <a:satMod val="160000"/>
                      </a:schemeClr>
                    </a:gs>
                    <a:gs pos="100000">
                      <a:schemeClr val="accent1">
                        <a:tint val="23500"/>
                        <a:satMod val="160000"/>
                      </a:schemeClr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ln w="952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82" name="직사각형 281"/>
                <p:cNvSpPr/>
                <p:nvPr/>
              </p:nvSpPr>
              <p:spPr>
                <a:xfrm>
                  <a:off x="7010115" y="2859725"/>
                  <a:ext cx="95302" cy="45719"/>
                </a:xfrm>
                <a:prstGeom prst="rect">
                  <a:avLst/>
                </a:prstGeom>
                <a:noFill/>
                <a:ln w="952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273" name="Line 605"/>
              <p:cNvSpPr>
                <a:spLocks noChangeShapeType="1"/>
              </p:cNvSpPr>
              <p:nvPr/>
            </p:nvSpPr>
            <p:spPr bwMode="auto">
              <a:xfrm flipV="1">
                <a:off x="6756212" y="5041085"/>
                <a:ext cx="486759" cy="0"/>
              </a:xfrm>
              <a:prstGeom prst="line">
                <a:avLst/>
              </a:prstGeom>
              <a:noFill/>
              <a:ln w="25400">
                <a:solidFill>
                  <a:srgbClr val="808000"/>
                </a:solidFill>
                <a:round/>
                <a:headEnd type="arrow" w="med" len="med"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274" name="Rectangle 599"/>
              <p:cNvSpPr>
                <a:spLocks noChangeArrowheads="1"/>
              </p:cNvSpPr>
              <p:nvPr/>
            </p:nvSpPr>
            <p:spPr bwMode="auto">
              <a:xfrm>
                <a:off x="6870513" y="4901280"/>
                <a:ext cx="348579" cy="119063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500" dirty="0">
                    <a:latin typeface="Arial" charset="0"/>
                  </a:rPr>
                  <a:t>Audio</a:t>
                </a:r>
                <a:endParaRPr lang="ko-KR" altLang="ko-KR" dirty="0"/>
              </a:p>
            </p:txBody>
          </p:sp>
          <p:sp>
            <p:nvSpPr>
              <p:cNvPr id="275" name="직사각형 274"/>
              <p:cNvSpPr/>
              <p:nvPr/>
            </p:nvSpPr>
            <p:spPr>
              <a:xfrm>
                <a:off x="2273302" y="4925298"/>
                <a:ext cx="360362" cy="210858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400" dirty="0">
                    <a:solidFill>
                      <a:schemeClr val="tx1"/>
                    </a:solidFill>
                  </a:rPr>
                  <a:t>DPH</a:t>
                </a:r>
                <a:endParaRPr lang="ko-KR" altLang="en-US" sz="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76" name="Line 605"/>
              <p:cNvSpPr>
                <a:spLocks noChangeShapeType="1"/>
              </p:cNvSpPr>
              <p:nvPr/>
            </p:nvSpPr>
            <p:spPr bwMode="auto">
              <a:xfrm rot="10800000">
                <a:off x="2602040" y="5068610"/>
                <a:ext cx="785396" cy="0"/>
              </a:xfrm>
              <a:prstGeom prst="line">
                <a:avLst/>
              </a:prstGeom>
              <a:noFill/>
              <a:ln w="25400">
                <a:solidFill>
                  <a:srgbClr val="808000"/>
                </a:solidFill>
                <a:round/>
                <a:headEnd type="arrow" w="med" len="med"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277" name="Rectangle 599"/>
              <p:cNvSpPr>
                <a:spLocks noChangeArrowheads="1"/>
              </p:cNvSpPr>
              <p:nvPr/>
            </p:nvSpPr>
            <p:spPr bwMode="auto">
              <a:xfrm>
                <a:off x="2636632" y="4929754"/>
                <a:ext cx="348579" cy="119063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500" dirty="0">
                    <a:latin typeface="Arial" charset="0"/>
                  </a:rPr>
                  <a:t>Audio</a:t>
                </a:r>
                <a:endParaRPr lang="ko-KR" altLang="ko-KR" dirty="0"/>
              </a:p>
            </p:txBody>
          </p:sp>
        </p:grpSp>
        <p:grpSp>
          <p:nvGrpSpPr>
            <p:cNvPr id="386" name="그룹 385"/>
            <p:cNvGrpSpPr/>
            <p:nvPr/>
          </p:nvGrpSpPr>
          <p:grpSpPr>
            <a:xfrm flipH="1">
              <a:off x="5187712" y="-65464"/>
              <a:ext cx="10902719" cy="9537795"/>
              <a:chOff x="401638" y="30163"/>
              <a:chExt cx="10372726" cy="9074152"/>
            </a:xfrm>
          </p:grpSpPr>
          <p:sp>
            <p:nvSpPr>
              <p:cNvPr id="387" name="Line 46"/>
              <p:cNvSpPr>
                <a:spLocks noChangeShapeType="1"/>
              </p:cNvSpPr>
              <p:nvPr/>
            </p:nvSpPr>
            <p:spPr bwMode="auto">
              <a:xfrm>
                <a:off x="1536913" y="3726287"/>
                <a:ext cx="1743927" cy="907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 type="arrow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388" name="Line 46"/>
              <p:cNvSpPr>
                <a:spLocks noChangeShapeType="1"/>
              </p:cNvSpPr>
              <p:nvPr/>
            </p:nvSpPr>
            <p:spPr bwMode="auto">
              <a:xfrm>
                <a:off x="1557627" y="3871279"/>
                <a:ext cx="1743927" cy="907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 type="arrow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grpSp>
            <p:nvGrpSpPr>
              <p:cNvPr id="389" name="그룹 388"/>
              <p:cNvGrpSpPr/>
              <p:nvPr/>
            </p:nvGrpSpPr>
            <p:grpSpPr>
              <a:xfrm>
                <a:off x="10267430" y="4494404"/>
                <a:ext cx="498476" cy="109539"/>
                <a:chOff x="7706444" y="3562784"/>
                <a:chExt cx="374247" cy="82240"/>
              </a:xfrm>
            </p:grpSpPr>
            <p:sp>
              <p:nvSpPr>
                <p:cNvPr id="766" name="Freeform 553"/>
                <p:cNvSpPr>
                  <a:spLocks/>
                </p:cNvSpPr>
                <p:nvPr/>
              </p:nvSpPr>
              <p:spPr bwMode="auto">
                <a:xfrm flipH="1">
                  <a:off x="7706444" y="3590198"/>
                  <a:ext cx="343258" cy="54826"/>
                </a:xfrm>
                <a:custGeom>
                  <a:avLst/>
                  <a:gdLst>
                    <a:gd name="T0" fmla="*/ 765684263 w 273"/>
                    <a:gd name="T1" fmla="*/ 0 h 46"/>
                    <a:gd name="T2" fmla="*/ 381440387 w 273"/>
                    <a:gd name="T3" fmla="*/ 115927199 h 46"/>
                    <a:gd name="T4" fmla="*/ 0 w 273"/>
                    <a:gd name="T5" fmla="*/ 0 h 46"/>
                    <a:gd name="T6" fmla="*/ 0 60000 65536"/>
                    <a:gd name="T7" fmla="*/ 0 60000 65536"/>
                    <a:gd name="T8" fmla="*/ 0 60000 65536"/>
                    <a:gd name="T9" fmla="*/ 0 w 273"/>
                    <a:gd name="T10" fmla="*/ 0 h 46"/>
                    <a:gd name="T11" fmla="*/ 273 w 273"/>
                    <a:gd name="T12" fmla="*/ 46 h 4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73" h="46">
                      <a:moveTo>
                        <a:pt x="273" y="0"/>
                      </a:moveTo>
                      <a:cubicBezTo>
                        <a:pt x="227" y="23"/>
                        <a:pt x="181" y="46"/>
                        <a:pt x="136" y="46"/>
                      </a:cubicBezTo>
                      <a:cubicBezTo>
                        <a:pt x="91" y="46"/>
                        <a:pt x="30" y="15"/>
                        <a:pt x="0" y="0"/>
                      </a:cubicBezTo>
                    </a:path>
                  </a:pathLst>
                </a:custGeom>
                <a:noFill/>
                <a:ln w="9525">
                  <a:solidFill>
                    <a:srgbClr val="C0C0C0"/>
                  </a:solidFill>
                  <a:round/>
                  <a:headEnd/>
                  <a:tailEnd/>
                </a:ln>
              </p:spPr>
              <p:txBody>
                <a:bodyPr lIns="68644" tIns="34322" rIns="68644" bIns="34322"/>
                <a:lstStyle/>
                <a:p>
                  <a:endParaRPr lang="ko-KR" altLang="en-US"/>
                </a:p>
              </p:txBody>
            </p:sp>
            <p:sp>
              <p:nvSpPr>
                <p:cNvPr id="767" name="Oval 557"/>
                <p:cNvSpPr>
                  <a:spLocks noChangeArrowheads="1"/>
                </p:cNvSpPr>
                <p:nvPr/>
              </p:nvSpPr>
              <p:spPr bwMode="auto">
                <a:xfrm flipH="1">
                  <a:off x="8023481" y="3562784"/>
                  <a:ext cx="57210" cy="53634"/>
                </a:xfrm>
                <a:prstGeom prst="ellipse">
                  <a:avLst/>
                </a:prstGeom>
                <a:solidFill>
                  <a:srgbClr val="969696"/>
                </a:solidFill>
                <a:ln w="9525">
                  <a:solidFill>
                    <a:srgbClr val="969696"/>
                  </a:solidFill>
                  <a:round/>
                  <a:headEnd/>
                  <a:tailEnd/>
                </a:ln>
              </p:spPr>
              <p:txBody>
                <a:bodyPr wrap="none" lIns="68644" tIns="34322" rIns="68644" bIns="34322" anchor="ctr"/>
                <a:lstStyle/>
                <a:p>
                  <a:pPr algn="ctr"/>
                  <a:endParaRPr lang="ko-KR" altLang="ko-KR"/>
                </a:p>
              </p:txBody>
            </p:sp>
          </p:grpSp>
          <p:grpSp>
            <p:nvGrpSpPr>
              <p:cNvPr id="390" name="그룹 389"/>
              <p:cNvGrpSpPr/>
              <p:nvPr/>
            </p:nvGrpSpPr>
            <p:grpSpPr>
              <a:xfrm>
                <a:off x="10275888" y="4649520"/>
                <a:ext cx="498476" cy="109539"/>
                <a:chOff x="7706444" y="3562784"/>
                <a:chExt cx="374247" cy="82240"/>
              </a:xfrm>
            </p:grpSpPr>
            <p:sp>
              <p:nvSpPr>
                <p:cNvPr id="764" name="Freeform 553"/>
                <p:cNvSpPr>
                  <a:spLocks/>
                </p:cNvSpPr>
                <p:nvPr/>
              </p:nvSpPr>
              <p:spPr bwMode="auto">
                <a:xfrm flipH="1">
                  <a:off x="7706444" y="3590198"/>
                  <a:ext cx="343258" cy="54826"/>
                </a:xfrm>
                <a:custGeom>
                  <a:avLst/>
                  <a:gdLst>
                    <a:gd name="T0" fmla="*/ 765684263 w 273"/>
                    <a:gd name="T1" fmla="*/ 0 h 46"/>
                    <a:gd name="T2" fmla="*/ 381440387 w 273"/>
                    <a:gd name="T3" fmla="*/ 115927199 h 46"/>
                    <a:gd name="T4" fmla="*/ 0 w 273"/>
                    <a:gd name="T5" fmla="*/ 0 h 46"/>
                    <a:gd name="T6" fmla="*/ 0 60000 65536"/>
                    <a:gd name="T7" fmla="*/ 0 60000 65536"/>
                    <a:gd name="T8" fmla="*/ 0 60000 65536"/>
                    <a:gd name="T9" fmla="*/ 0 w 273"/>
                    <a:gd name="T10" fmla="*/ 0 h 46"/>
                    <a:gd name="T11" fmla="*/ 273 w 273"/>
                    <a:gd name="T12" fmla="*/ 46 h 4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73" h="46">
                      <a:moveTo>
                        <a:pt x="273" y="0"/>
                      </a:moveTo>
                      <a:cubicBezTo>
                        <a:pt x="227" y="23"/>
                        <a:pt x="181" y="46"/>
                        <a:pt x="136" y="46"/>
                      </a:cubicBezTo>
                      <a:cubicBezTo>
                        <a:pt x="91" y="46"/>
                        <a:pt x="30" y="15"/>
                        <a:pt x="0" y="0"/>
                      </a:cubicBezTo>
                    </a:path>
                  </a:pathLst>
                </a:custGeom>
                <a:noFill/>
                <a:ln w="9525">
                  <a:solidFill>
                    <a:srgbClr val="C0C0C0"/>
                  </a:solidFill>
                  <a:round/>
                  <a:headEnd/>
                  <a:tailEnd/>
                </a:ln>
              </p:spPr>
              <p:txBody>
                <a:bodyPr lIns="68644" tIns="34322" rIns="68644" bIns="34322"/>
                <a:lstStyle/>
                <a:p>
                  <a:endParaRPr lang="ko-KR" altLang="en-US"/>
                </a:p>
              </p:txBody>
            </p:sp>
            <p:sp>
              <p:nvSpPr>
                <p:cNvPr id="765" name="Oval 557"/>
                <p:cNvSpPr>
                  <a:spLocks noChangeArrowheads="1"/>
                </p:cNvSpPr>
                <p:nvPr/>
              </p:nvSpPr>
              <p:spPr bwMode="auto">
                <a:xfrm flipH="1">
                  <a:off x="8023481" y="3562784"/>
                  <a:ext cx="57210" cy="53634"/>
                </a:xfrm>
                <a:prstGeom prst="ellipse">
                  <a:avLst/>
                </a:prstGeom>
                <a:solidFill>
                  <a:srgbClr val="969696"/>
                </a:solidFill>
                <a:ln w="9525">
                  <a:solidFill>
                    <a:srgbClr val="969696"/>
                  </a:solidFill>
                  <a:round/>
                  <a:headEnd/>
                  <a:tailEnd/>
                </a:ln>
              </p:spPr>
              <p:txBody>
                <a:bodyPr wrap="none" lIns="68644" tIns="34322" rIns="68644" bIns="34322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391" name="Line 429"/>
              <p:cNvSpPr>
                <a:spLocks noChangeShapeType="1"/>
              </p:cNvSpPr>
              <p:nvPr/>
            </p:nvSpPr>
            <p:spPr bwMode="auto">
              <a:xfrm flipV="1">
                <a:off x="2964693" y="6423972"/>
                <a:ext cx="215900" cy="0"/>
              </a:xfrm>
              <a:prstGeom prst="line">
                <a:avLst/>
              </a:prstGeom>
              <a:noFill/>
              <a:ln w="25400">
                <a:solidFill>
                  <a:srgbClr val="FFCC00"/>
                </a:solidFill>
                <a:round/>
                <a:headEnd/>
                <a:tailEnd type="arrow" w="sm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392" name="Line 430"/>
              <p:cNvSpPr>
                <a:spLocks noChangeShapeType="1"/>
              </p:cNvSpPr>
              <p:nvPr/>
            </p:nvSpPr>
            <p:spPr bwMode="auto">
              <a:xfrm flipH="1" flipV="1">
                <a:off x="2973150" y="4990132"/>
                <a:ext cx="0" cy="1433842"/>
              </a:xfrm>
              <a:prstGeom prst="line">
                <a:avLst/>
              </a:prstGeom>
              <a:noFill/>
              <a:ln w="25400">
                <a:solidFill>
                  <a:srgbClr val="FFCC0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393" name="Line 431"/>
              <p:cNvSpPr>
                <a:spLocks noChangeShapeType="1"/>
              </p:cNvSpPr>
              <p:nvPr/>
            </p:nvSpPr>
            <p:spPr bwMode="auto">
              <a:xfrm flipH="1" flipV="1">
                <a:off x="2973150" y="4990130"/>
                <a:ext cx="443820" cy="0"/>
              </a:xfrm>
              <a:prstGeom prst="line">
                <a:avLst/>
              </a:prstGeom>
              <a:noFill/>
              <a:ln w="25400">
                <a:solidFill>
                  <a:srgbClr val="FFCC0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394" name="Rectangle 494"/>
              <p:cNvSpPr>
                <a:spLocks noChangeArrowheads="1"/>
              </p:cNvSpPr>
              <p:nvPr/>
            </p:nvSpPr>
            <p:spPr bwMode="auto">
              <a:xfrm rot="16200000">
                <a:off x="2314090" y="5710972"/>
                <a:ext cx="1460197" cy="144461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MUTE</a:t>
                </a:r>
                <a:endParaRPr lang="ko-KR" altLang="ko-KR" dirty="0"/>
              </a:p>
            </p:txBody>
          </p:sp>
          <p:sp>
            <p:nvSpPr>
              <p:cNvPr id="395" name="Line 176"/>
              <p:cNvSpPr>
                <a:spLocks noChangeShapeType="1"/>
              </p:cNvSpPr>
              <p:nvPr/>
            </p:nvSpPr>
            <p:spPr bwMode="auto">
              <a:xfrm>
                <a:off x="3948828" y="4496700"/>
                <a:ext cx="986" cy="358104"/>
              </a:xfrm>
              <a:prstGeom prst="line">
                <a:avLst/>
              </a:prstGeom>
              <a:noFill/>
              <a:ln w="25400">
                <a:solidFill>
                  <a:srgbClr val="FFCC00"/>
                </a:solidFill>
                <a:round/>
                <a:headEnd type="oval" w="med" len="med"/>
                <a:tailEnd type="none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396" name="Line 176"/>
              <p:cNvSpPr>
                <a:spLocks noChangeShapeType="1"/>
              </p:cNvSpPr>
              <p:nvPr/>
            </p:nvSpPr>
            <p:spPr bwMode="auto">
              <a:xfrm flipH="1">
                <a:off x="4301181" y="5503864"/>
                <a:ext cx="11504" cy="374340"/>
              </a:xfrm>
              <a:prstGeom prst="line">
                <a:avLst/>
              </a:prstGeom>
              <a:noFill/>
              <a:ln w="25400">
                <a:solidFill>
                  <a:srgbClr val="FFCC00"/>
                </a:solidFill>
                <a:round/>
                <a:headEnd type="oval" w="med" len="med"/>
                <a:tailEnd type="none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397" name="Line 377"/>
              <p:cNvSpPr>
                <a:spLocks noChangeShapeType="1"/>
              </p:cNvSpPr>
              <p:nvPr/>
            </p:nvSpPr>
            <p:spPr bwMode="auto">
              <a:xfrm flipH="1">
                <a:off x="7519523" y="5503864"/>
                <a:ext cx="2591" cy="365882"/>
              </a:xfrm>
              <a:prstGeom prst="line">
                <a:avLst/>
              </a:prstGeom>
              <a:noFill/>
              <a:ln w="25400">
                <a:solidFill>
                  <a:srgbClr val="FFCC00"/>
                </a:solidFill>
                <a:round/>
                <a:headEnd type="oval" w="med" len="med"/>
                <a:tailEnd type="none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grpSp>
            <p:nvGrpSpPr>
              <p:cNvPr id="398" name="그룹 397"/>
              <p:cNvGrpSpPr/>
              <p:nvPr/>
            </p:nvGrpSpPr>
            <p:grpSpPr>
              <a:xfrm>
                <a:off x="6064671" y="3224488"/>
                <a:ext cx="504534" cy="328841"/>
                <a:chOff x="3219450" y="2420888"/>
                <a:chExt cx="378795" cy="246888"/>
              </a:xfrm>
            </p:grpSpPr>
            <p:sp>
              <p:nvSpPr>
                <p:cNvPr id="761" name="Rectangle 523"/>
                <p:cNvSpPr>
                  <a:spLocks noChangeArrowheads="1"/>
                </p:cNvSpPr>
                <p:nvPr/>
              </p:nvSpPr>
              <p:spPr bwMode="auto">
                <a:xfrm>
                  <a:off x="3268098" y="2420888"/>
                  <a:ext cx="330147" cy="108459"/>
                </a:xfrm>
                <a:prstGeom prst="rect">
                  <a:avLst/>
                </a:prstGeom>
                <a:noFill/>
                <a:ln w="6350">
                  <a:noFill/>
                  <a:miter lim="800000"/>
                  <a:headEnd/>
                  <a:tailEnd/>
                </a:ln>
              </p:spPr>
              <p:txBody>
                <a:bodyPr wrap="none" lIns="91427" tIns="45713" rIns="91427" bIns="45713" anchor="ctr"/>
                <a:lstStyle/>
                <a:p>
                  <a:pPr algn="ctr"/>
                  <a:r>
                    <a:rPr lang="en-US" altLang="ko-KR" sz="600" dirty="0">
                      <a:latin typeface="Arial" charset="0"/>
                    </a:rPr>
                    <a:t>DC 37.5V</a:t>
                  </a:r>
                  <a:endParaRPr lang="ko-KR" altLang="ko-KR" dirty="0"/>
                </a:p>
              </p:txBody>
            </p:sp>
            <p:sp>
              <p:nvSpPr>
                <p:cNvPr id="762" name="Line 524"/>
                <p:cNvSpPr>
                  <a:spLocks noChangeShapeType="1"/>
                </p:cNvSpPr>
                <p:nvPr/>
              </p:nvSpPr>
              <p:spPr bwMode="auto">
                <a:xfrm flipV="1">
                  <a:off x="3220423" y="2524584"/>
                  <a:ext cx="377822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 type="none" w="med" len="lg"/>
                </a:ln>
              </p:spPr>
              <p:txBody>
                <a:bodyPr lIns="68644" tIns="34322" rIns="68644" bIns="34322"/>
                <a:lstStyle/>
                <a:p>
                  <a:endParaRPr lang="ko-KR" altLang="en-US"/>
                </a:p>
              </p:txBody>
            </p:sp>
            <p:sp>
              <p:nvSpPr>
                <p:cNvPr id="763" name="Line 525"/>
                <p:cNvSpPr>
                  <a:spLocks noChangeShapeType="1"/>
                </p:cNvSpPr>
                <p:nvPr/>
              </p:nvSpPr>
              <p:spPr bwMode="auto">
                <a:xfrm flipH="1" flipV="1">
                  <a:off x="3219450" y="2514600"/>
                  <a:ext cx="973" cy="153176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 type="arrow" w="med" len="med"/>
                  <a:tailEnd type="none" w="med" len="lg"/>
                </a:ln>
              </p:spPr>
              <p:txBody>
                <a:bodyPr lIns="68644" tIns="34322" rIns="68644" bIns="34322"/>
                <a:lstStyle/>
                <a:p>
                  <a:endParaRPr lang="ko-KR" altLang="en-US"/>
                </a:p>
              </p:txBody>
            </p:sp>
          </p:grpSp>
          <p:sp>
            <p:nvSpPr>
              <p:cNvPr id="399" name="Freeform 548"/>
              <p:cNvSpPr>
                <a:spLocks/>
              </p:cNvSpPr>
              <p:nvPr/>
            </p:nvSpPr>
            <p:spPr bwMode="auto">
              <a:xfrm flipH="1">
                <a:off x="10240045" y="8241072"/>
                <a:ext cx="457201" cy="73025"/>
              </a:xfrm>
              <a:custGeom>
                <a:avLst/>
                <a:gdLst>
                  <a:gd name="T0" fmla="*/ 765684263 w 273"/>
                  <a:gd name="T1" fmla="*/ 0 h 46"/>
                  <a:gd name="T2" fmla="*/ 381440387 w 273"/>
                  <a:gd name="T3" fmla="*/ 115927199 h 46"/>
                  <a:gd name="T4" fmla="*/ 0 w 273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46"/>
                  <a:gd name="T11" fmla="*/ 273 w 273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46">
                    <a:moveTo>
                      <a:pt x="273" y="0"/>
                    </a:moveTo>
                    <a:cubicBezTo>
                      <a:pt x="227" y="23"/>
                      <a:pt x="181" y="46"/>
                      <a:pt x="136" y="46"/>
                    </a:cubicBezTo>
                    <a:cubicBezTo>
                      <a:pt x="91" y="46"/>
                      <a:pt x="30" y="15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00" name="Freeform 548"/>
              <p:cNvSpPr>
                <a:spLocks/>
              </p:cNvSpPr>
              <p:nvPr/>
            </p:nvSpPr>
            <p:spPr bwMode="auto">
              <a:xfrm flipH="1">
                <a:off x="10258966" y="8535148"/>
                <a:ext cx="457201" cy="73025"/>
              </a:xfrm>
              <a:custGeom>
                <a:avLst/>
                <a:gdLst>
                  <a:gd name="T0" fmla="*/ 765684263 w 273"/>
                  <a:gd name="T1" fmla="*/ 0 h 46"/>
                  <a:gd name="T2" fmla="*/ 381440387 w 273"/>
                  <a:gd name="T3" fmla="*/ 115927199 h 46"/>
                  <a:gd name="T4" fmla="*/ 0 w 273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46"/>
                  <a:gd name="T11" fmla="*/ 273 w 273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46">
                    <a:moveTo>
                      <a:pt x="273" y="0"/>
                    </a:moveTo>
                    <a:cubicBezTo>
                      <a:pt x="227" y="23"/>
                      <a:pt x="181" y="46"/>
                      <a:pt x="136" y="46"/>
                    </a:cubicBezTo>
                    <a:cubicBezTo>
                      <a:pt x="91" y="46"/>
                      <a:pt x="30" y="15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01" name="Line 560"/>
              <p:cNvSpPr>
                <a:spLocks noChangeShapeType="1"/>
              </p:cNvSpPr>
              <p:nvPr/>
            </p:nvSpPr>
            <p:spPr bwMode="auto">
              <a:xfrm flipH="1">
                <a:off x="10496549" y="4422777"/>
                <a:ext cx="0" cy="4681538"/>
              </a:xfrm>
              <a:prstGeom prst="line">
                <a:avLst/>
              </a:prstGeom>
              <a:noFill/>
              <a:ln w="12700">
                <a:solidFill>
                  <a:srgbClr val="808000"/>
                </a:solidFill>
                <a:prstDash val="lgDashDot"/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02" name="Rectangle 33"/>
              <p:cNvSpPr>
                <a:spLocks noChangeArrowheads="1"/>
              </p:cNvSpPr>
              <p:nvPr/>
            </p:nvSpPr>
            <p:spPr bwMode="auto">
              <a:xfrm>
                <a:off x="550866" y="30163"/>
                <a:ext cx="1317625" cy="163512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b="1" dirty="0">
                    <a:latin typeface="Arial" charset="0"/>
                  </a:rPr>
                  <a:t>Communication Rack-A </a:t>
                </a:r>
                <a:endParaRPr lang="ko-KR" altLang="ko-KR" dirty="0"/>
              </a:p>
            </p:txBody>
          </p:sp>
          <p:sp>
            <p:nvSpPr>
              <p:cNvPr id="403" name="Freeform 542"/>
              <p:cNvSpPr>
                <a:spLocks/>
              </p:cNvSpPr>
              <p:nvPr/>
            </p:nvSpPr>
            <p:spPr bwMode="auto">
              <a:xfrm flipH="1">
                <a:off x="10266364" y="6869113"/>
                <a:ext cx="457201" cy="73025"/>
              </a:xfrm>
              <a:custGeom>
                <a:avLst/>
                <a:gdLst>
                  <a:gd name="T0" fmla="*/ 765684263 w 273"/>
                  <a:gd name="T1" fmla="*/ 0 h 46"/>
                  <a:gd name="T2" fmla="*/ 381440387 w 273"/>
                  <a:gd name="T3" fmla="*/ 115927199 h 46"/>
                  <a:gd name="T4" fmla="*/ 0 w 273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46"/>
                  <a:gd name="T11" fmla="*/ 273 w 273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46">
                    <a:moveTo>
                      <a:pt x="273" y="0"/>
                    </a:moveTo>
                    <a:cubicBezTo>
                      <a:pt x="227" y="23"/>
                      <a:pt x="181" y="46"/>
                      <a:pt x="136" y="46"/>
                    </a:cubicBezTo>
                    <a:cubicBezTo>
                      <a:pt x="91" y="46"/>
                      <a:pt x="30" y="15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04" name="Freeform 543"/>
              <p:cNvSpPr>
                <a:spLocks/>
              </p:cNvSpPr>
              <p:nvPr/>
            </p:nvSpPr>
            <p:spPr bwMode="auto">
              <a:xfrm flipH="1">
                <a:off x="10266364" y="7013576"/>
                <a:ext cx="457201" cy="73025"/>
              </a:xfrm>
              <a:custGeom>
                <a:avLst/>
                <a:gdLst>
                  <a:gd name="T0" fmla="*/ 765684263 w 273"/>
                  <a:gd name="T1" fmla="*/ 0 h 46"/>
                  <a:gd name="T2" fmla="*/ 381440387 w 273"/>
                  <a:gd name="T3" fmla="*/ 115927199 h 46"/>
                  <a:gd name="T4" fmla="*/ 0 w 273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46"/>
                  <a:gd name="T11" fmla="*/ 273 w 273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46">
                    <a:moveTo>
                      <a:pt x="273" y="0"/>
                    </a:moveTo>
                    <a:cubicBezTo>
                      <a:pt x="227" y="23"/>
                      <a:pt x="181" y="46"/>
                      <a:pt x="136" y="46"/>
                    </a:cubicBezTo>
                    <a:cubicBezTo>
                      <a:pt x="91" y="46"/>
                      <a:pt x="30" y="15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05" name="Freeform 544"/>
              <p:cNvSpPr>
                <a:spLocks/>
              </p:cNvSpPr>
              <p:nvPr/>
            </p:nvSpPr>
            <p:spPr bwMode="auto">
              <a:xfrm flipH="1">
                <a:off x="10266364" y="8710139"/>
                <a:ext cx="457201" cy="73025"/>
              </a:xfrm>
              <a:custGeom>
                <a:avLst/>
                <a:gdLst>
                  <a:gd name="T0" fmla="*/ 765684263 w 273"/>
                  <a:gd name="T1" fmla="*/ 0 h 46"/>
                  <a:gd name="T2" fmla="*/ 381440387 w 273"/>
                  <a:gd name="T3" fmla="*/ 115927199 h 46"/>
                  <a:gd name="T4" fmla="*/ 0 w 273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46"/>
                  <a:gd name="T11" fmla="*/ 273 w 273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46">
                    <a:moveTo>
                      <a:pt x="273" y="0"/>
                    </a:moveTo>
                    <a:cubicBezTo>
                      <a:pt x="227" y="23"/>
                      <a:pt x="181" y="46"/>
                      <a:pt x="136" y="46"/>
                    </a:cubicBezTo>
                    <a:cubicBezTo>
                      <a:pt x="91" y="46"/>
                      <a:pt x="30" y="15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06" name="Freeform 545"/>
              <p:cNvSpPr>
                <a:spLocks/>
              </p:cNvSpPr>
              <p:nvPr/>
            </p:nvSpPr>
            <p:spPr bwMode="auto">
              <a:xfrm flipH="1">
                <a:off x="10266364" y="8854600"/>
                <a:ext cx="457201" cy="73025"/>
              </a:xfrm>
              <a:custGeom>
                <a:avLst/>
                <a:gdLst>
                  <a:gd name="T0" fmla="*/ 765684263 w 273"/>
                  <a:gd name="T1" fmla="*/ 0 h 46"/>
                  <a:gd name="T2" fmla="*/ 381440387 w 273"/>
                  <a:gd name="T3" fmla="*/ 115927199 h 46"/>
                  <a:gd name="T4" fmla="*/ 0 w 273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46"/>
                  <a:gd name="T11" fmla="*/ 273 w 273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46">
                    <a:moveTo>
                      <a:pt x="273" y="0"/>
                    </a:moveTo>
                    <a:cubicBezTo>
                      <a:pt x="227" y="23"/>
                      <a:pt x="181" y="46"/>
                      <a:pt x="136" y="46"/>
                    </a:cubicBezTo>
                    <a:cubicBezTo>
                      <a:pt x="91" y="46"/>
                      <a:pt x="30" y="15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07" name="Freeform 548"/>
              <p:cNvSpPr>
                <a:spLocks/>
              </p:cNvSpPr>
              <p:nvPr/>
            </p:nvSpPr>
            <p:spPr bwMode="auto">
              <a:xfrm flipH="1">
                <a:off x="10260018" y="8377815"/>
                <a:ext cx="457201" cy="73025"/>
              </a:xfrm>
              <a:custGeom>
                <a:avLst/>
                <a:gdLst>
                  <a:gd name="T0" fmla="*/ 765684263 w 273"/>
                  <a:gd name="T1" fmla="*/ 0 h 46"/>
                  <a:gd name="T2" fmla="*/ 381440387 w 273"/>
                  <a:gd name="T3" fmla="*/ 115927199 h 46"/>
                  <a:gd name="T4" fmla="*/ 0 w 273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46"/>
                  <a:gd name="T11" fmla="*/ 273 w 273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46">
                    <a:moveTo>
                      <a:pt x="273" y="0"/>
                    </a:moveTo>
                    <a:cubicBezTo>
                      <a:pt x="227" y="23"/>
                      <a:pt x="181" y="46"/>
                      <a:pt x="136" y="46"/>
                    </a:cubicBezTo>
                    <a:cubicBezTo>
                      <a:pt x="91" y="46"/>
                      <a:pt x="30" y="15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08" name="Freeform 550"/>
              <p:cNvSpPr>
                <a:spLocks/>
              </p:cNvSpPr>
              <p:nvPr/>
            </p:nvSpPr>
            <p:spPr bwMode="auto">
              <a:xfrm flipH="1">
                <a:off x="10271125" y="7954964"/>
                <a:ext cx="458788" cy="73025"/>
              </a:xfrm>
              <a:custGeom>
                <a:avLst/>
                <a:gdLst>
                  <a:gd name="T0" fmla="*/ 771012426 w 273"/>
                  <a:gd name="T1" fmla="*/ 0 h 46"/>
                  <a:gd name="T2" fmla="*/ 384094558 w 273"/>
                  <a:gd name="T3" fmla="*/ 115927199 h 46"/>
                  <a:gd name="T4" fmla="*/ 0 w 273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46"/>
                  <a:gd name="T11" fmla="*/ 273 w 273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46">
                    <a:moveTo>
                      <a:pt x="273" y="0"/>
                    </a:moveTo>
                    <a:cubicBezTo>
                      <a:pt x="227" y="23"/>
                      <a:pt x="181" y="46"/>
                      <a:pt x="136" y="46"/>
                    </a:cubicBezTo>
                    <a:cubicBezTo>
                      <a:pt x="91" y="46"/>
                      <a:pt x="30" y="15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09" name="Freeform 551"/>
              <p:cNvSpPr>
                <a:spLocks/>
              </p:cNvSpPr>
              <p:nvPr/>
            </p:nvSpPr>
            <p:spPr bwMode="auto">
              <a:xfrm flipH="1">
                <a:off x="10266364" y="7349353"/>
                <a:ext cx="457201" cy="73025"/>
              </a:xfrm>
              <a:custGeom>
                <a:avLst/>
                <a:gdLst>
                  <a:gd name="T0" fmla="*/ 765684263 w 273"/>
                  <a:gd name="T1" fmla="*/ 0 h 46"/>
                  <a:gd name="T2" fmla="*/ 381440387 w 273"/>
                  <a:gd name="T3" fmla="*/ 115927199 h 46"/>
                  <a:gd name="T4" fmla="*/ 0 w 273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46"/>
                  <a:gd name="T11" fmla="*/ 273 w 273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46">
                    <a:moveTo>
                      <a:pt x="273" y="0"/>
                    </a:moveTo>
                    <a:cubicBezTo>
                      <a:pt x="227" y="23"/>
                      <a:pt x="181" y="46"/>
                      <a:pt x="136" y="46"/>
                    </a:cubicBezTo>
                    <a:cubicBezTo>
                      <a:pt x="91" y="46"/>
                      <a:pt x="30" y="15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10" name="Freeform 552"/>
              <p:cNvSpPr>
                <a:spLocks/>
              </p:cNvSpPr>
              <p:nvPr/>
            </p:nvSpPr>
            <p:spPr bwMode="auto">
              <a:xfrm flipH="1">
                <a:off x="10262667" y="4061823"/>
                <a:ext cx="458788" cy="73025"/>
              </a:xfrm>
              <a:custGeom>
                <a:avLst/>
                <a:gdLst>
                  <a:gd name="T0" fmla="*/ 771012426 w 273"/>
                  <a:gd name="T1" fmla="*/ 0 h 46"/>
                  <a:gd name="T2" fmla="*/ 384094558 w 273"/>
                  <a:gd name="T3" fmla="*/ 115927199 h 46"/>
                  <a:gd name="T4" fmla="*/ 0 w 273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46"/>
                  <a:gd name="T11" fmla="*/ 273 w 273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46">
                    <a:moveTo>
                      <a:pt x="273" y="0"/>
                    </a:moveTo>
                    <a:cubicBezTo>
                      <a:pt x="227" y="23"/>
                      <a:pt x="181" y="46"/>
                      <a:pt x="136" y="46"/>
                    </a:cubicBezTo>
                    <a:cubicBezTo>
                      <a:pt x="91" y="46"/>
                      <a:pt x="30" y="15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11" name="Freeform 553"/>
              <p:cNvSpPr>
                <a:spLocks/>
              </p:cNvSpPr>
              <p:nvPr/>
            </p:nvSpPr>
            <p:spPr bwMode="auto">
              <a:xfrm flipH="1">
                <a:off x="10257906" y="4209461"/>
                <a:ext cx="457201" cy="73025"/>
              </a:xfrm>
              <a:custGeom>
                <a:avLst/>
                <a:gdLst>
                  <a:gd name="T0" fmla="*/ 765684263 w 273"/>
                  <a:gd name="T1" fmla="*/ 0 h 46"/>
                  <a:gd name="T2" fmla="*/ 381440387 w 273"/>
                  <a:gd name="T3" fmla="*/ 115927199 h 46"/>
                  <a:gd name="T4" fmla="*/ 0 w 273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46"/>
                  <a:gd name="T11" fmla="*/ 273 w 273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46">
                    <a:moveTo>
                      <a:pt x="273" y="0"/>
                    </a:moveTo>
                    <a:cubicBezTo>
                      <a:pt x="227" y="23"/>
                      <a:pt x="181" y="46"/>
                      <a:pt x="136" y="46"/>
                    </a:cubicBezTo>
                    <a:cubicBezTo>
                      <a:pt x="91" y="46"/>
                      <a:pt x="30" y="15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12" name="Freeform 554"/>
              <p:cNvSpPr>
                <a:spLocks/>
              </p:cNvSpPr>
              <p:nvPr/>
            </p:nvSpPr>
            <p:spPr bwMode="auto">
              <a:xfrm flipH="1">
                <a:off x="10266364" y="5357813"/>
                <a:ext cx="457201" cy="73025"/>
              </a:xfrm>
              <a:custGeom>
                <a:avLst/>
                <a:gdLst>
                  <a:gd name="T0" fmla="*/ 765684263 w 273"/>
                  <a:gd name="T1" fmla="*/ 0 h 46"/>
                  <a:gd name="T2" fmla="*/ 381440387 w 273"/>
                  <a:gd name="T3" fmla="*/ 115927199 h 46"/>
                  <a:gd name="T4" fmla="*/ 0 w 273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46"/>
                  <a:gd name="T11" fmla="*/ 273 w 273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46">
                    <a:moveTo>
                      <a:pt x="273" y="0"/>
                    </a:moveTo>
                    <a:cubicBezTo>
                      <a:pt x="227" y="23"/>
                      <a:pt x="181" y="46"/>
                      <a:pt x="136" y="46"/>
                    </a:cubicBezTo>
                    <a:cubicBezTo>
                      <a:pt x="91" y="46"/>
                      <a:pt x="30" y="15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13" name="Freeform 555"/>
              <p:cNvSpPr>
                <a:spLocks/>
              </p:cNvSpPr>
              <p:nvPr/>
            </p:nvSpPr>
            <p:spPr bwMode="auto">
              <a:xfrm flipH="1">
                <a:off x="10266364" y="5502276"/>
                <a:ext cx="457201" cy="73025"/>
              </a:xfrm>
              <a:custGeom>
                <a:avLst/>
                <a:gdLst>
                  <a:gd name="T0" fmla="*/ 765684263 w 273"/>
                  <a:gd name="T1" fmla="*/ 0 h 46"/>
                  <a:gd name="T2" fmla="*/ 381440387 w 273"/>
                  <a:gd name="T3" fmla="*/ 115927199 h 46"/>
                  <a:gd name="T4" fmla="*/ 0 w 273"/>
                  <a:gd name="T5" fmla="*/ 0 h 46"/>
                  <a:gd name="T6" fmla="*/ 0 60000 65536"/>
                  <a:gd name="T7" fmla="*/ 0 60000 65536"/>
                  <a:gd name="T8" fmla="*/ 0 60000 65536"/>
                  <a:gd name="T9" fmla="*/ 0 w 273"/>
                  <a:gd name="T10" fmla="*/ 0 h 46"/>
                  <a:gd name="T11" fmla="*/ 273 w 273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" h="46">
                    <a:moveTo>
                      <a:pt x="273" y="0"/>
                    </a:moveTo>
                    <a:cubicBezTo>
                      <a:pt x="227" y="23"/>
                      <a:pt x="181" y="46"/>
                      <a:pt x="136" y="46"/>
                    </a:cubicBezTo>
                    <a:cubicBezTo>
                      <a:pt x="91" y="46"/>
                      <a:pt x="30" y="15"/>
                      <a:pt x="0" y="0"/>
                    </a:cubicBezTo>
                  </a:path>
                </a:pathLst>
              </a:custGeom>
              <a:noFill/>
              <a:ln w="9525">
                <a:solidFill>
                  <a:srgbClr val="C0C0C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14" name="Oval 556"/>
              <p:cNvSpPr>
                <a:spLocks noChangeArrowheads="1"/>
              </p:cNvSpPr>
              <p:nvPr/>
            </p:nvSpPr>
            <p:spPr bwMode="auto">
              <a:xfrm flipH="1">
                <a:off x="10688638" y="3994654"/>
                <a:ext cx="76201" cy="71438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 wrap="none" lIns="91416" tIns="45708" rIns="91416" bIns="45708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415" name="Oval 557"/>
              <p:cNvSpPr>
                <a:spLocks noChangeArrowheads="1"/>
              </p:cNvSpPr>
              <p:nvPr/>
            </p:nvSpPr>
            <p:spPr bwMode="auto">
              <a:xfrm flipH="1">
                <a:off x="10688638" y="4139116"/>
                <a:ext cx="76201" cy="71438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 wrap="none" lIns="91416" tIns="45708" rIns="91416" bIns="45708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416" name="Oval 558"/>
              <p:cNvSpPr>
                <a:spLocks noChangeArrowheads="1"/>
              </p:cNvSpPr>
              <p:nvPr/>
            </p:nvSpPr>
            <p:spPr bwMode="auto">
              <a:xfrm flipH="1">
                <a:off x="10688638" y="5316539"/>
                <a:ext cx="76201" cy="71438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 wrap="none" lIns="91416" tIns="45708" rIns="91416" bIns="45708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417" name="Oval 559"/>
              <p:cNvSpPr>
                <a:spLocks noChangeArrowheads="1"/>
              </p:cNvSpPr>
              <p:nvPr/>
            </p:nvSpPr>
            <p:spPr bwMode="auto">
              <a:xfrm flipH="1">
                <a:off x="10688638" y="5461000"/>
                <a:ext cx="76201" cy="71438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 wrap="none" lIns="91416" tIns="45708" rIns="91416" bIns="45708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418" name="Oval 561"/>
              <p:cNvSpPr>
                <a:spLocks noChangeArrowheads="1"/>
              </p:cNvSpPr>
              <p:nvPr/>
            </p:nvSpPr>
            <p:spPr bwMode="auto">
              <a:xfrm flipH="1">
                <a:off x="10688638" y="6827837"/>
                <a:ext cx="76201" cy="71438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 wrap="none" lIns="91416" tIns="45708" rIns="91416" bIns="45708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419" name="Oval 562"/>
              <p:cNvSpPr>
                <a:spLocks noChangeArrowheads="1"/>
              </p:cNvSpPr>
              <p:nvPr/>
            </p:nvSpPr>
            <p:spPr bwMode="auto">
              <a:xfrm flipH="1">
                <a:off x="10688638" y="6972300"/>
                <a:ext cx="76201" cy="71438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 wrap="none" lIns="91416" tIns="45708" rIns="91416" bIns="45708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420" name="Oval 563"/>
              <p:cNvSpPr>
                <a:spLocks noChangeArrowheads="1"/>
              </p:cNvSpPr>
              <p:nvPr/>
            </p:nvSpPr>
            <p:spPr bwMode="auto">
              <a:xfrm flipH="1">
                <a:off x="10688638" y="8668863"/>
                <a:ext cx="76201" cy="71438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 wrap="none" lIns="91416" tIns="45708" rIns="91416" bIns="45708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421" name="Oval 564"/>
              <p:cNvSpPr>
                <a:spLocks noChangeArrowheads="1"/>
              </p:cNvSpPr>
              <p:nvPr/>
            </p:nvSpPr>
            <p:spPr bwMode="auto">
              <a:xfrm flipH="1">
                <a:off x="10688638" y="8813324"/>
                <a:ext cx="76201" cy="71438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 wrap="none" lIns="91416" tIns="45708" rIns="91416" bIns="45708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422" name="Oval 567"/>
              <p:cNvSpPr>
                <a:spLocks noChangeArrowheads="1"/>
              </p:cNvSpPr>
              <p:nvPr/>
            </p:nvSpPr>
            <p:spPr bwMode="auto">
              <a:xfrm flipH="1">
                <a:off x="10682294" y="8336540"/>
                <a:ext cx="76201" cy="71438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 wrap="none" lIns="91416" tIns="45708" rIns="91416" bIns="45708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423" name="Oval 569"/>
              <p:cNvSpPr>
                <a:spLocks noChangeArrowheads="1"/>
              </p:cNvSpPr>
              <p:nvPr/>
            </p:nvSpPr>
            <p:spPr bwMode="auto">
              <a:xfrm flipH="1">
                <a:off x="10693400" y="7913688"/>
                <a:ext cx="76201" cy="71438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 wrap="none" lIns="91416" tIns="45708" rIns="91416" bIns="45708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424" name="Oval 570"/>
              <p:cNvSpPr>
                <a:spLocks noChangeArrowheads="1"/>
              </p:cNvSpPr>
              <p:nvPr/>
            </p:nvSpPr>
            <p:spPr bwMode="auto">
              <a:xfrm flipH="1">
                <a:off x="10688638" y="7308077"/>
                <a:ext cx="76201" cy="71438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 wrap="none" lIns="91416" tIns="45708" rIns="91416" bIns="45708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425" name="Rectangle 2"/>
              <p:cNvSpPr>
                <a:spLocks noChangeArrowheads="1"/>
              </p:cNvSpPr>
              <p:nvPr/>
            </p:nvSpPr>
            <p:spPr bwMode="auto">
              <a:xfrm flipH="1">
                <a:off x="401638" y="246063"/>
                <a:ext cx="1655761" cy="7862888"/>
              </a:xfrm>
              <a:prstGeom prst="rect">
                <a:avLst/>
              </a:prstGeom>
              <a:solidFill>
                <a:srgbClr val="FFFF99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91416" tIns="45708" rIns="91416" bIns="45708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426" name="Rectangle 5"/>
              <p:cNvSpPr>
                <a:spLocks noChangeArrowheads="1"/>
              </p:cNvSpPr>
              <p:nvPr/>
            </p:nvSpPr>
            <p:spPr bwMode="auto">
              <a:xfrm>
                <a:off x="5322367" y="347169"/>
                <a:ext cx="1317625" cy="28733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 err="1">
                    <a:latin typeface="Arial" charset="0"/>
                  </a:rPr>
                  <a:t>Wimx</a:t>
                </a:r>
                <a:endParaRPr lang="ko-KR" altLang="ko-KR" dirty="0"/>
              </a:p>
            </p:txBody>
          </p:sp>
          <p:sp>
            <p:nvSpPr>
              <p:cNvPr id="427" name="Line 6"/>
              <p:cNvSpPr>
                <a:spLocks noChangeShapeType="1"/>
              </p:cNvSpPr>
              <p:nvPr/>
            </p:nvSpPr>
            <p:spPr bwMode="auto">
              <a:xfrm flipH="1" flipV="1">
                <a:off x="1985963" y="5356225"/>
                <a:ext cx="8280400" cy="0"/>
              </a:xfrm>
              <a:prstGeom prst="line">
                <a:avLst/>
              </a:prstGeom>
              <a:noFill/>
              <a:ln w="25400">
                <a:solidFill>
                  <a:srgbClr val="808000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28" name="Line 7"/>
              <p:cNvSpPr>
                <a:spLocks noChangeShapeType="1"/>
              </p:cNvSpPr>
              <p:nvPr/>
            </p:nvSpPr>
            <p:spPr bwMode="auto">
              <a:xfrm flipH="1" flipV="1">
                <a:off x="1985963" y="5500688"/>
                <a:ext cx="8280400" cy="0"/>
              </a:xfrm>
              <a:prstGeom prst="line">
                <a:avLst/>
              </a:prstGeom>
              <a:noFill/>
              <a:ln w="25400">
                <a:solidFill>
                  <a:srgbClr val="FFCC00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29" name="Rectangle 10"/>
              <p:cNvSpPr>
                <a:spLocks noChangeArrowheads="1"/>
              </p:cNvSpPr>
              <p:nvPr/>
            </p:nvSpPr>
            <p:spPr bwMode="auto">
              <a:xfrm>
                <a:off x="5554664" y="5394326"/>
                <a:ext cx="655638" cy="9683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CPO ADDRESS, ACT</a:t>
                </a:r>
                <a:endParaRPr lang="ko-KR" altLang="ko-KR" dirty="0"/>
              </a:p>
            </p:txBody>
          </p:sp>
          <p:sp>
            <p:nvSpPr>
              <p:cNvPr id="430" name="Rectangle 11"/>
              <p:cNvSpPr>
                <a:spLocks noChangeArrowheads="1"/>
              </p:cNvSpPr>
              <p:nvPr/>
            </p:nvSpPr>
            <p:spPr bwMode="auto">
              <a:xfrm>
                <a:off x="5446716" y="5251450"/>
                <a:ext cx="1081087" cy="7143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IC Audio &amp; Signal, PA Audio</a:t>
                </a:r>
                <a:endParaRPr lang="ko-KR" altLang="ko-KR" dirty="0"/>
              </a:p>
            </p:txBody>
          </p:sp>
          <p:grpSp>
            <p:nvGrpSpPr>
              <p:cNvPr id="431" name="Group 12"/>
              <p:cNvGrpSpPr>
                <a:grpSpLocks/>
              </p:cNvGrpSpPr>
              <p:nvPr/>
            </p:nvGrpSpPr>
            <p:grpSpPr bwMode="auto">
              <a:xfrm>
                <a:off x="5297488" y="606425"/>
                <a:ext cx="1263650" cy="431800"/>
                <a:chOff x="5877" y="427"/>
                <a:chExt cx="953" cy="318"/>
              </a:xfrm>
            </p:grpSpPr>
            <p:sp>
              <p:nvSpPr>
                <p:cNvPr id="759" name="Freeform 13"/>
                <p:cNvSpPr>
                  <a:spLocks/>
                </p:cNvSpPr>
                <p:nvPr/>
              </p:nvSpPr>
              <p:spPr bwMode="auto">
                <a:xfrm>
                  <a:off x="5968" y="427"/>
                  <a:ext cx="816" cy="272"/>
                </a:xfrm>
                <a:custGeom>
                  <a:avLst/>
                  <a:gdLst>
                    <a:gd name="T0" fmla="*/ 0 w 771"/>
                    <a:gd name="T1" fmla="*/ 326 h 227"/>
                    <a:gd name="T2" fmla="*/ 203 w 771"/>
                    <a:gd name="T3" fmla="*/ 131 h 227"/>
                    <a:gd name="T4" fmla="*/ 305 w 771"/>
                    <a:gd name="T5" fmla="*/ 65 h 227"/>
                    <a:gd name="T6" fmla="*/ 457 w 771"/>
                    <a:gd name="T7" fmla="*/ 0 h 227"/>
                    <a:gd name="T8" fmla="*/ 559 w 771"/>
                    <a:gd name="T9" fmla="*/ 0 h 227"/>
                    <a:gd name="T10" fmla="*/ 659 w 771"/>
                    <a:gd name="T11" fmla="*/ 131 h 227"/>
                    <a:gd name="T12" fmla="*/ 711 w 771"/>
                    <a:gd name="T13" fmla="*/ 195 h 227"/>
                    <a:gd name="T14" fmla="*/ 812 w 771"/>
                    <a:gd name="T15" fmla="*/ 260 h 227"/>
                    <a:gd name="T16" fmla="*/ 864 w 771"/>
                    <a:gd name="T17" fmla="*/ 326 h 227"/>
                    <a:gd name="T18" fmla="*/ 0 w 771"/>
                    <a:gd name="T19" fmla="*/ 326 h 227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771"/>
                    <a:gd name="T31" fmla="*/ 0 h 227"/>
                    <a:gd name="T32" fmla="*/ 771 w 771"/>
                    <a:gd name="T33" fmla="*/ 227 h 227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771" h="227">
                      <a:moveTo>
                        <a:pt x="0" y="227"/>
                      </a:moveTo>
                      <a:lnTo>
                        <a:pt x="181" y="91"/>
                      </a:lnTo>
                      <a:lnTo>
                        <a:pt x="272" y="45"/>
                      </a:lnTo>
                      <a:lnTo>
                        <a:pt x="408" y="0"/>
                      </a:lnTo>
                      <a:lnTo>
                        <a:pt x="499" y="0"/>
                      </a:lnTo>
                      <a:lnTo>
                        <a:pt x="589" y="91"/>
                      </a:lnTo>
                      <a:lnTo>
                        <a:pt x="635" y="136"/>
                      </a:lnTo>
                      <a:lnTo>
                        <a:pt x="725" y="181"/>
                      </a:lnTo>
                      <a:lnTo>
                        <a:pt x="771" y="227"/>
                      </a:lnTo>
                      <a:lnTo>
                        <a:pt x="0" y="227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DDDDDD"/>
                    </a:gs>
                  </a:gsLst>
                  <a:lin ang="5400000" scaled="1"/>
                </a:gradFill>
                <a:ln w="63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760" name="Rectangle 14"/>
                <p:cNvSpPr>
                  <a:spLocks noChangeArrowheads="1"/>
                </p:cNvSpPr>
                <p:nvPr/>
              </p:nvSpPr>
              <p:spPr bwMode="auto">
                <a:xfrm rot="10800000">
                  <a:off x="5877" y="695"/>
                  <a:ext cx="953" cy="50"/>
                </a:xfrm>
                <a:prstGeom prst="rect">
                  <a:avLst/>
                </a:prstGeom>
                <a:gradFill rotWithShape="1">
                  <a:gsLst>
                    <a:gs pos="0">
                      <a:srgbClr val="808080"/>
                    </a:gs>
                    <a:gs pos="50000">
                      <a:srgbClr val="DDDDDD"/>
                    </a:gs>
                    <a:gs pos="100000">
                      <a:srgbClr val="808080"/>
                    </a:gs>
                  </a:gsLst>
                  <a:lin ang="0" scaled="1"/>
                </a:gra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432" name="Line 15"/>
              <p:cNvSpPr>
                <a:spLocks noChangeShapeType="1"/>
              </p:cNvSpPr>
              <p:nvPr/>
            </p:nvSpPr>
            <p:spPr bwMode="auto">
              <a:xfrm flipH="1">
                <a:off x="5969266" y="939802"/>
                <a:ext cx="1588" cy="401639"/>
              </a:xfrm>
              <a:prstGeom prst="line">
                <a:avLst/>
              </a:prstGeom>
              <a:noFill/>
              <a:ln w="25400">
                <a:solidFill>
                  <a:srgbClr val="3366FF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33" name="Oval 17"/>
              <p:cNvSpPr>
                <a:spLocks noChangeArrowheads="1"/>
              </p:cNvSpPr>
              <p:nvPr/>
            </p:nvSpPr>
            <p:spPr bwMode="auto">
              <a:xfrm>
                <a:off x="5897831" y="1204915"/>
                <a:ext cx="144461" cy="144461"/>
              </a:xfrm>
              <a:prstGeom prst="ellipse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91416" tIns="45708" rIns="91416" bIns="45708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A</a:t>
                </a:r>
                <a:endParaRPr lang="ko-KR" altLang="ko-KR" dirty="0"/>
              </a:p>
            </p:txBody>
          </p:sp>
          <p:grpSp>
            <p:nvGrpSpPr>
              <p:cNvPr id="434" name="Group 22"/>
              <p:cNvGrpSpPr>
                <a:grpSpLocks/>
              </p:cNvGrpSpPr>
              <p:nvPr/>
            </p:nvGrpSpPr>
            <p:grpSpPr bwMode="auto">
              <a:xfrm>
                <a:off x="5934340" y="801688"/>
                <a:ext cx="71438" cy="138112"/>
                <a:chOff x="3016" y="2523"/>
                <a:chExt cx="91" cy="46"/>
              </a:xfrm>
            </p:grpSpPr>
            <p:sp>
              <p:nvSpPr>
                <p:cNvPr id="757" name="Line 23"/>
                <p:cNvSpPr>
                  <a:spLocks noChangeShapeType="1"/>
                </p:cNvSpPr>
                <p:nvPr/>
              </p:nvSpPr>
              <p:spPr bwMode="auto">
                <a:xfrm>
                  <a:off x="3016" y="2523"/>
                  <a:ext cx="46" cy="46"/>
                </a:xfrm>
                <a:prstGeom prst="line">
                  <a:avLst/>
                </a:prstGeom>
                <a:noFill/>
                <a:ln w="25400">
                  <a:solidFill>
                    <a:srgbClr val="3366FF"/>
                  </a:solidFill>
                  <a:round/>
                  <a:headEnd/>
                  <a:tailEnd type="none" w="med" len="lg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758" name="Line 24"/>
                <p:cNvSpPr>
                  <a:spLocks noChangeShapeType="1"/>
                </p:cNvSpPr>
                <p:nvPr/>
              </p:nvSpPr>
              <p:spPr bwMode="auto">
                <a:xfrm flipH="1">
                  <a:off x="3062" y="2523"/>
                  <a:ext cx="45" cy="46"/>
                </a:xfrm>
                <a:prstGeom prst="line">
                  <a:avLst/>
                </a:prstGeom>
                <a:noFill/>
                <a:ln w="25400">
                  <a:solidFill>
                    <a:srgbClr val="3366FF"/>
                  </a:solidFill>
                  <a:round/>
                  <a:headEnd/>
                  <a:tailEnd type="none" w="med" len="lg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sp>
            <p:nvSpPr>
              <p:cNvPr id="435" name="Rectangle 27"/>
              <p:cNvSpPr>
                <a:spLocks noChangeArrowheads="1"/>
              </p:cNvSpPr>
              <p:nvPr/>
            </p:nvSpPr>
            <p:spPr bwMode="auto">
              <a:xfrm>
                <a:off x="6450014" y="3913692"/>
                <a:ext cx="657225" cy="87313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PEI ADDRESS, CALL</a:t>
                </a:r>
                <a:endParaRPr lang="ko-KR" altLang="ko-KR" dirty="0"/>
              </a:p>
            </p:txBody>
          </p:sp>
          <p:sp>
            <p:nvSpPr>
              <p:cNvPr id="436" name="Rectangle 32"/>
              <p:cNvSpPr>
                <a:spLocks noChangeArrowheads="1"/>
              </p:cNvSpPr>
              <p:nvPr/>
            </p:nvSpPr>
            <p:spPr bwMode="auto">
              <a:xfrm rot="16200000" flipH="1">
                <a:off x="-92074" y="3740151"/>
                <a:ext cx="1203325" cy="69850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BACK PLAN BOARD</a:t>
                </a:r>
                <a:endParaRPr lang="ko-KR" altLang="ko-KR" dirty="0"/>
              </a:p>
            </p:txBody>
          </p:sp>
          <p:sp>
            <p:nvSpPr>
              <p:cNvPr id="437" name="Rectangle 34"/>
              <p:cNvSpPr>
                <a:spLocks noChangeArrowheads="1"/>
              </p:cNvSpPr>
              <p:nvPr/>
            </p:nvSpPr>
            <p:spPr bwMode="auto">
              <a:xfrm>
                <a:off x="2214566" y="1947865"/>
                <a:ext cx="693737" cy="16827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Digital Video Signal</a:t>
                </a:r>
                <a:endParaRPr lang="ko-KR" altLang="ko-KR" dirty="0"/>
              </a:p>
            </p:txBody>
          </p:sp>
          <p:sp>
            <p:nvSpPr>
              <p:cNvPr id="438" name="Line 35"/>
              <p:cNvSpPr>
                <a:spLocks noChangeShapeType="1"/>
              </p:cNvSpPr>
              <p:nvPr/>
            </p:nvSpPr>
            <p:spPr bwMode="auto">
              <a:xfrm flipV="1">
                <a:off x="1985964" y="2092325"/>
                <a:ext cx="1295400" cy="0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/>
                <a:tailEnd type="arrow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39" name="Rectangle 40"/>
              <p:cNvSpPr>
                <a:spLocks noChangeArrowheads="1"/>
              </p:cNvSpPr>
              <p:nvPr/>
            </p:nvSpPr>
            <p:spPr bwMode="auto">
              <a:xfrm>
                <a:off x="2017713" y="336550"/>
                <a:ext cx="695326" cy="215900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DC 37.5V</a:t>
                </a:r>
                <a:endParaRPr lang="ko-KR" altLang="ko-KR" dirty="0"/>
              </a:p>
            </p:txBody>
          </p:sp>
          <p:sp>
            <p:nvSpPr>
              <p:cNvPr id="440" name="Line 41"/>
              <p:cNvSpPr>
                <a:spLocks noChangeShapeType="1"/>
              </p:cNvSpPr>
              <p:nvPr/>
            </p:nvSpPr>
            <p:spPr bwMode="auto">
              <a:xfrm>
                <a:off x="1979615" y="533400"/>
                <a:ext cx="696912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 type="arrow" w="med" len="med"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41" name="Line 49"/>
              <p:cNvSpPr>
                <a:spLocks noChangeShapeType="1"/>
              </p:cNvSpPr>
              <p:nvPr/>
            </p:nvSpPr>
            <p:spPr bwMode="auto">
              <a:xfrm flipH="1" flipV="1">
                <a:off x="1985963" y="6438900"/>
                <a:ext cx="215900" cy="0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42" name="Line 50"/>
              <p:cNvSpPr>
                <a:spLocks noChangeShapeType="1"/>
              </p:cNvSpPr>
              <p:nvPr/>
            </p:nvSpPr>
            <p:spPr bwMode="auto">
              <a:xfrm>
                <a:off x="1985964" y="6294438"/>
                <a:ext cx="358775" cy="0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 type="arrow" w="med" len="med"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43" name="Line 53"/>
              <p:cNvSpPr>
                <a:spLocks noChangeShapeType="1"/>
              </p:cNvSpPr>
              <p:nvPr/>
            </p:nvSpPr>
            <p:spPr bwMode="auto">
              <a:xfrm flipH="1" flipV="1">
                <a:off x="2201863" y="6438903"/>
                <a:ext cx="0" cy="1800225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44" name="Line 54"/>
              <p:cNvSpPr>
                <a:spLocks noChangeShapeType="1"/>
              </p:cNvSpPr>
              <p:nvPr/>
            </p:nvSpPr>
            <p:spPr bwMode="auto">
              <a:xfrm flipH="1" flipV="1">
                <a:off x="2344738" y="6296026"/>
                <a:ext cx="0" cy="1943100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45" name="Rectangle 59"/>
              <p:cNvSpPr>
                <a:spLocks noChangeArrowheads="1"/>
              </p:cNvSpPr>
              <p:nvPr/>
            </p:nvSpPr>
            <p:spPr bwMode="auto">
              <a:xfrm flipH="1">
                <a:off x="1481138" y="2955928"/>
                <a:ext cx="504826" cy="3817255"/>
              </a:xfrm>
              <a:prstGeom prst="rect">
                <a:avLst/>
              </a:prstGeom>
              <a:solidFill>
                <a:srgbClr val="FF0000">
                  <a:alpha val="30196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PAC</a:t>
                </a:r>
                <a:endParaRPr lang="ko-KR" altLang="ko-KR" dirty="0"/>
              </a:p>
            </p:txBody>
          </p:sp>
          <p:sp>
            <p:nvSpPr>
              <p:cNvPr id="446" name="Line 60"/>
              <p:cNvSpPr>
                <a:spLocks noChangeShapeType="1"/>
              </p:cNvSpPr>
              <p:nvPr/>
            </p:nvSpPr>
            <p:spPr bwMode="auto">
              <a:xfrm flipH="1">
                <a:off x="1985963" y="1762019"/>
                <a:ext cx="215900" cy="0"/>
              </a:xfrm>
              <a:prstGeom prst="line">
                <a:avLst/>
              </a:prstGeom>
              <a:noFill/>
              <a:ln w="25400">
                <a:solidFill>
                  <a:srgbClr val="99CCFF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47" name="Oval 61"/>
              <p:cNvSpPr>
                <a:spLocks noChangeArrowheads="1"/>
              </p:cNvSpPr>
              <p:nvPr/>
            </p:nvSpPr>
            <p:spPr bwMode="auto">
              <a:xfrm>
                <a:off x="2128841" y="1684235"/>
                <a:ext cx="144461" cy="155575"/>
              </a:xfrm>
              <a:prstGeom prst="ellipse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91416" tIns="45708" rIns="91416" bIns="45708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A</a:t>
                </a:r>
                <a:endParaRPr lang="ko-KR" altLang="ko-KR" dirty="0"/>
              </a:p>
            </p:txBody>
          </p:sp>
          <p:sp>
            <p:nvSpPr>
              <p:cNvPr id="448" name="Rectangle 64"/>
              <p:cNvSpPr>
                <a:spLocks noChangeArrowheads="1"/>
              </p:cNvSpPr>
              <p:nvPr/>
            </p:nvSpPr>
            <p:spPr bwMode="auto">
              <a:xfrm>
                <a:off x="2057401" y="3213100"/>
                <a:ext cx="657225" cy="74613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ODMETER</a:t>
                </a:r>
                <a:endParaRPr lang="ko-KR" altLang="ko-KR" dirty="0"/>
              </a:p>
            </p:txBody>
          </p:sp>
          <p:sp>
            <p:nvSpPr>
              <p:cNvPr id="449" name="Line 65"/>
              <p:cNvSpPr>
                <a:spLocks noChangeShapeType="1"/>
              </p:cNvSpPr>
              <p:nvPr/>
            </p:nvSpPr>
            <p:spPr bwMode="auto">
              <a:xfrm>
                <a:off x="1985966" y="3316289"/>
                <a:ext cx="719137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 type="arrow" w="med" len="med"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50" name="Rectangle 66"/>
              <p:cNvSpPr>
                <a:spLocks noChangeArrowheads="1"/>
              </p:cNvSpPr>
              <p:nvPr/>
            </p:nvSpPr>
            <p:spPr bwMode="auto">
              <a:xfrm>
                <a:off x="2057401" y="3054351"/>
                <a:ext cx="657225" cy="119063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Door &amp; F/R</a:t>
                </a:r>
                <a:endParaRPr lang="ko-KR" altLang="ko-KR" dirty="0"/>
              </a:p>
            </p:txBody>
          </p:sp>
          <p:sp>
            <p:nvSpPr>
              <p:cNvPr id="451" name="Line 67"/>
              <p:cNvSpPr>
                <a:spLocks noChangeShapeType="1"/>
              </p:cNvSpPr>
              <p:nvPr/>
            </p:nvSpPr>
            <p:spPr bwMode="auto">
              <a:xfrm>
                <a:off x="1985966" y="3173414"/>
                <a:ext cx="719137" cy="0"/>
              </a:xfrm>
              <a:prstGeom prst="line">
                <a:avLst/>
              </a:prstGeom>
              <a:noFill/>
              <a:ln w="25400">
                <a:solidFill>
                  <a:srgbClr val="FFCC00"/>
                </a:solidFill>
                <a:round/>
                <a:headEnd type="arrow" w="med" len="med"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52" name="Rectangle 68"/>
              <p:cNvSpPr>
                <a:spLocks noChangeArrowheads="1"/>
              </p:cNvSpPr>
              <p:nvPr/>
            </p:nvSpPr>
            <p:spPr bwMode="auto">
              <a:xfrm>
                <a:off x="1998665" y="2903541"/>
                <a:ext cx="657225" cy="128587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CAB ON</a:t>
                </a:r>
                <a:endParaRPr lang="ko-KR" altLang="ko-KR" dirty="0"/>
              </a:p>
            </p:txBody>
          </p:sp>
          <p:sp>
            <p:nvSpPr>
              <p:cNvPr id="453" name="Line 69"/>
              <p:cNvSpPr>
                <a:spLocks noChangeShapeType="1"/>
              </p:cNvSpPr>
              <p:nvPr/>
            </p:nvSpPr>
            <p:spPr bwMode="auto">
              <a:xfrm>
                <a:off x="1985966" y="3028950"/>
                <a:ext cx="719137" cy="0"/>
              </a:xfrm>
              <a:prstGeom prst="line">
                <a:avLst/>
              </a:prstGeom>
              <a:noFill/>
              <a:ln w="25400">
                <a:solidFill>
                  <a:srgbClr val="808000"/>
                </a:solidFill>
                <a:round/>
                <a:headEnd type="arrow" w="med" len="med"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54" name="Rectangle 70"/>
              <p:cNvSpPr>
                <a:spLocks noChangeArrowheads="1"/>
              </p:cNvSpPr>
              <p:nvPr/>
            </p:nvSpPr>
            <p:spPr bwMode="auto">
              <a:xfrm>
                <a:off x="2214563" y="1301752"/>
                <a:ext cx="850899" cy="14287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LONWORKS for MDS</a:t>
                </a:r>
                <a:endParaRPr lang="ko-KR" altLang="ko-KR" dirty="0"/>
              </a:p>
            </p:txBody>
          </p:sp>
          <p:sp>
            <p:nvSpPr>
              <p:cNvPr id="455" name="Line 71"/>
              <p:cNvSpPr>
                <a:spLocks noChangeShapeType="1"/>
              </p:cNvSpPr>
              <p:nvPr/>
            </p:nvSpPr>
            <p:spPr bwMode="auto">
              <a:xfrm flipV="1">
                <a:off x="1985964" y="1444626"/>
                <a:ext cx="1295400" cy="0"/>
              </a:xfrm>
              <a:prstGeom prst="line">
                <a:avLst/>
              </a:prstGeom>
              <a:noFill/>
              <a:ln w="25400">
                <a:solidFill>
                  <a:srgbClr val="993366"/>
                </a:solidFill>
                <a:round/>
                <a:headEnd/>
                <a:tailEnd type="arrow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56" name="Rectangle 72"/>
              <p:cNvSpPr>
                <a:spLocks noChangeArrowheads="1"/>
              </p:cNvSpPr>
              <p:nvPr/>
            </p:nvSpPr>
            <p:spPr bwMode="auto">
              <a:xfrm>
                <a:off x="2214566" y="2092325"/>
                <a:ext cx="693737" cy="16668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Digital Video Signal</a:t>
                </a:r>
                <a:endParaRPr lang="ko-KR" altLang="ko-KR" dirty="0"/>
              </a:p>
            </p:txBody>
          </p:sp>
          <p:sp>
            <p:nvSpPr>
              <p:cNvPr id="457" name="Line 73"/>
              <p:cNvSpPr>
                <a:spLocks noChangeShapeType="1"/>
              </p:cNvSpPr>
              <p:nvPr/>
            </p:nvSpPr>
            <p:spPr bwMode="auto">
              <a:xfrm flipV="1">
                <a:off x="1985964" y="2235200"/>
                <a:ext cx="1295400" cy="1588"/>
              </a:xfrm>
              <a:prstGeom prst="line">
                <a:avLst/>
              </a:prstGeom>
              <a:noFill/>
              <a:ln w="25400">
                <a:solidFill>
                  <a:srgbClr val="0000FF"/>
                </a:solidFill>
                <a:round/>
                <a:headEnd type="arrow" w="med" len="med"/>
                <a:tailEnd type="none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58" name="Rectangle 74"/>
              <p:cNvSpPr>
                <a:spLocks noChangeArrowheads="1"/>
              </p:cNvSpPr>
              <p:nvPr/>
            </p:nvSpPr>
            <p:spPr bwMode="auto">
              <a:xfrm>
                <a:off x="1998136" y="3608131"/>
                <a:ext cx="695326" cy="93664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RS485</a:t>
                </a:r>
                <a:endParaRPr lang="ko-KR" altLang="ko-KR" dirty="0"/>
              </a:p>
            </p:txBody>
          </p:sp>
          <p:sp>
            <p:nvSpPr>
              <p:cNvPr id="459" name="Rectangle 81"/>
              <p:cNvSpPr>
                <a:spLocks noChangeArrowheads="1"/>
              </p:cNvSpPr>
              <p:nvPr/>
            </p:nvSpPr>
            <p:spPr bwMode="auto">
              <a:xfrm>
                <a:off x="677862" y="7154865"/>
                <a:ext cx="658812" cy="149224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DC 37.5V</a:t>
                </a:r>
                <a:endParaRPr lang="ko-KR" altLang="ko-KR" dirty="0"/>
              </a:p>
            </p:txBody>
          </p:sp>
          <p:sp>
            <p:nvSpPr>
              <p:cNvPr id="460" name="Line 82"/>
              <p:cNvSpPr>
                <a:spLocks noChangeShapeType="1"/>
              </p:cNvSpPr>
              <p:nvPr/>
            </p:nvSpPr>
            <p:spPr bwMode="auto">
              <a:xfrm flipV="1">
                <a:off x="617541" y="7304088"/>
                <a:ext cx="863599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61" name="Rectangle 83"/>
              <p:cNvSpPr>
                <a:spLocks noChangeArrowheads="1"/>
              </p:cNvSpPr>
              <p:nvPr/>
            </p:nvSpPr>
            <p:spPr bwMode="auto">
              <a:xfrm>
                <a:off x="3497265" y="6754816"/>
                <a:ext cx="696912" cy="101599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Interior Speaker CH1</a:t>
                </a:r>
                <a:endParaRPr lang="ko-KR" altLang="ko-KR" dirty="0"/>
              </a:p>
            </p:txBody>
          </p:sp>
          <p:sp>
            <p:nvSpPr>
              <p:cNvPr id="462" name="Line 84"/>
              <p:cNvSpPr>
                <a:spLocks noChangeShapeType="1"/>
              </p:cNvSpPr>
              <p:nvPr/>
            </p:nvSpPr>
            <p:spPr bwMode="auto">
              <a:xfrm>
                <a:off x="1985963" y="6870700"/>
                <a:ext cx="8280400" cy="0"/>
              </a:xfrm>
              <a:prstGeom prst="line">
                <a:avLst/>
              </a:prstGeom>
              <a:noFill/>
              <a:ln w="25400">
                <a:solidFill>
                  <a:srgbClr val="CC99FF"/>
                </a:solidFill>
                <a:round/>
                <a:headEnd type="diamond" w="med" len="med"/>
                <a:tailEnd type="oval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63" name="Line 85"/>
              <p:cNvSpPr>
                <a:spLocks noChangeShapeType="1"/>
              </p:cNvSpPr>
              <p:nvPr/>
            </p:nvSpPr>
            <p:spPr bwMode="auto">
              <a:xfrm>
                <a:off x="1985963" y="7015164"/>
                <a:ext cx="8280400" cy="0"/>
              </a:xfrm>
              <a:prstGeom prst="line">
                <a:avLst/>
              </a:prstGeom>
              <a:noFill/>
              <a:ln w="25400">
                <a:solidFill>
                  <a:srgbClr val="CC99FF"/>
                </a:solidFill>
                <a:round/>
                <a:headEnd type="diamond" w="med" len="lg"/>
                <a:tailEnd type="oval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64" name="Rectangle 86"/>
              <p:cNvSpPr>
                <a:spLocks noChangeArrowheads="1"/>
              </p:cNvSpPr>
              <p:nvPr/>
            </p:nvSpPr>
            <p:spPr bwMode="auto">
              <a:xfrm>
                <a:off x="3500439" y="6899277"/>
                <a:ext cx="695326" cy="10318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Interior Speaker CH2</a:t>
                </a:r>
                <a:endParaRPr lang="ko-KR" altLang="ko-KR" dirty="0"/>
              </a:p>
            </p:txBody>
          </p:sp>
          <p:sp>
            <p:nvSpPr>
              <p:cNvPr id="465" name="Rectangle 87"/>
              <p:cNvSpPr>
                <a:spLocks noChangeArrowheads="1"/>
              </p:cNvSpPr>
              <p:nvPr/>
            </p:nvSpPr>
            <p:spPr bwMode="auto">
              <a:xfrm>
                <a:off x="3387436" y="7840664"/>
                <a:ext cx="696912" cy="69850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RIGHT Side Exterior Speaker PA</a:t>
                </a:r>
                <a:endParaRPr lang="ko-KR" altLang="ko-KR" dirty="0"/>
              </a:p>
            </p:txBody>
          </p:sp>
          <p:sp>
            <p:nvSpPr>
              <p:cNvPr id="466" name="Line 88"/>
              <p:cNvSpPr>
                <a:spLocks noChangeShapeType="1"/>
              </p:cNvSpPr>
              <p:nvPr/>
            </p:nvSpPr>
            <p:spPr bwMode="auto">
              <a:xfrm flipV="1">
                <a:off x="1985963" y="7349352"/>
                <a:ext cx="8280400" cy="0"/>
              </a:xfrm>
              <a:prstGeom prst="line">
                <a:avLst/>
              </a:prstGeom>
              <a:noFill/>
              <a:ln w="25400">
                <a:solidFill>
                  <a:srgbClr val="993366"/>
                </a:solidFill>
                <a:round/>
                <a:headEnd type="diamond" w="med" len="med"/>
                <a:tailEnd type="oval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67" name="Line 89"/>
              <p:cNvSpPr>
                <a:spLocks noChangeShapeType="1"/>
              </p:cNvSpPr>
              <p:nvPr/>
            </p:nvSpPr>
            <p:spPr bwMode="auto">
              <a:xfrm flipV="1">
                <a:off x="1985963" y="7951788"/>
                <a:ext cx="8280400" cy="0"/>
              </a:xfrm>
              <a:prstGeom prst="line">
                <a:avLst/>
              </a:prstGeom>
              <a:noFill/>
              <a:ln w="25400">
                <a:solidFill>
                  <a:srgbClr val="993366"/>
                </a:solidFill>
                <a:round/>
                <a:headEnd type="diamond" w="med" len="med"/>
                <a:tailEnd type="oval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68" name="Rectangle 90"/>
              <p:cNvSpPr>
                <a:spLocks noChangeArrowheads="1"/>
              </p:cNvSpPr>
              <p:nvPr/>
            </p:nvSpPr>
            <p:spPr bwMode="auto">
              <a:xfrm>
                <a:off x="3368284" y="7227116"/>
                <a:ext cx="695326" cy="7143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LEFT Side Exterior Speaker PA</a:t>
                </a:r>
                <a:endParaRPr lang="ko-KR" altLang="ko-KR" dirty="0"/>
              </a:p>
            </p:txBody>
          </p:sp>
          <p:sp>
            <p:nvSpPr>
              <p:cNvPr id="469" name="Rectangle 91"/>
              <p:cNvSpPr>
                <a:spLocks noChangeArrowheads="1"/>
              </p:cNvSpPr>
              <p:nvPr/>
            </p:nvSpPr>
            <p:spPr bwMode="auto">
              <a:xfrm flipH="1">
                <a:off x="4217990" y="5721350"/>
                <a:ext cx="719137" cy="3603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Passenger </a:t>
                </a:r>
              </a:p>
              <a:p>
                <a:pPr algn="ctr"/>
                <a:r>
                  <a:rPr lang="en-US" altLang="ko-KR" sz="600" dirty="0">
                    <a:latin typeface="Arial" charset="0"/>
                  </a:rPr>
                  <a:t>Emergency</a:t>
                </a:r>
              </a:p>
              <a:p>
                <a:pPr algn="ctr"/>
                <a:r>
                  <a:rPr lang="en-US" altLang="ko-KR" sz="600" dirty="0">
                    <a:latin typeface="Arial" charset="0"/>
                  </a:rPr>
                  <a:t>Intercom</a:t>
                </a:r>
                <a:endParaRPr lang="ko-KR" altLang="ko-KR" sz="600" dirty="0"/>
              </a:p>
            </p:txBody>
          </p:sp>
          <p:sp>
            <p:nvSpPr>
              <p:cNvPr id="470" name="Rectangle 93"/>
              <p:cNvSpPr>
                <a:spLocks noChangeArrowheads="1"/>
              </p:cNvSpPr>
              <p:nvPr/>
            </p:nvSpPr>
            <p:spPr bwMode="auto">
              <a:xfrm>
                <a:off x="2143127" y="5375277"/>
                <a:ext cx="922338" cy="127000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CPO ADDRESS, ACT</a:t>
                </a:r>
                <a:endParaRPr lang="ko-KR" altLang="ko-KR" dirty="0"/>
              </a:p>
            </p:txBody>
          </p:sp>
          <p:sp>
            <p:nvSpPr>
              <p:cNvPr id="471" name="Rectangle 94"/>
              <p:cNvSpPr>
                <a:spLocks noChangeArrowheads="1"/>
              </p:cNvSpPr>
              <p:nvPr/>
            </p:nvSpPr>
            <p:spPr bwMode="auto">
              <a:xfrm>
                <a:off x="2209801" y="5218116"/>
                <a:ext cx="1071563" cy="144461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IC Audio &amp; Signal, PA Audio</a:t>
                </a:r>
                <a:endParaRPr lang="ko-KR" altLang="ko-KR" dirty="0"/>
              </a:p>
            </p:txBody>
          </p:sp>
          <p:sp>
            <p:nvSpPr>
              <p:cNvPr id="472" name="Rectangle 106"/>
              <p:cNvSpPr>
                <a:spLocks noChangeArrowheads="1"/>
              </p:cNvSpPr>
              <p:nvPr/>
            </p:nvSpPr>
            <p:spPr bwMode="auto">
              <a:xfrm>
                <a:off x="1997077" y="5575303"/>
                <a:ext cx="657225" cy="8572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PEI TL</a:t>
                </a:r>
                <a:endParaRPr lang="ko-KR" altLang="ko-KR" dirty="0"/>
              </a:p>
            </p:txBody>
          </p:sp>
          <p:sp>
            <p:nvSpPr>
              <p:cNvPr id="473" name="Line 107"/>
              <p:cNvSpPr>
                <a:spLocks noChangeShapeType="1"/>
              </p:cNvSpPr>
              <p:nvPr/>
            </p:nvSpPr>
            <p:spPr bwMode="auto">
              <a:xfrm flipH="1" flipV="1">
                <a:off x="1985966" y="5676900"/>
                <a:ext cx="935037" cy="0"/>
              </a:xfrm>
              <a:prstGeom prst="line">
                <a:avLst/>
              </a:prstGeom>
              <a:noFill/>
              <a:ln w="25400">
                <a:solidFill>
                  <a:srgbClr val="FF99CC"/>
                </a:solidFill>
                <a:round/>
                <a:headEnd type="none" w="med" len="lg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74" name="Rectangle 108"/>
              <p:cNvSpPr>
                <a:spLocks noChangeArrowheads="1"/>
              </p:cNvSpPr>
              <p:nvPr/>
            </p:nvSpPr>
            <p:spPr bwMode="auto">
              <a:xfrm>
                <a:off x="1997077" y="5710241"/>
                <a:ext cx="657225" cy="8572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IC TL</a:t>
                </a:r>
                <a:endParaRPr lang="ko-KR" altLang="ko-KR" dirty="0"/>
              </a:p>
            </p:txBody>
          </p:sp>
          <p:sp>
            <p:nvSpPr>
              <p:cNvPr id="475" name="Line 109"/>
              <p:cNvSpPr>
                <a:spLocks noChangeShapeType="1"/>
              </p:cNvSpPr>
              <p:nvPr/>
            </p:nvSpPr>
            <p:spPr bwMode="auto">
              <a:xfrm flipH="1" flipV="1">
                <a:off x="1985964" y="5821363"/>
                <a:ext cx="790576" cy="0"/>
              </a:xfrm>
              <a:prstGeom prst="line">
                <a:avLst/>
              </a:prstGeom>
              <a:noFill/>
              <a:ln w="25400">
                <a:solidFill>
                  <a:srgbClr val="808000"/>
                </a:solidFill>
                <a:round/>
                <a:headEnd type="none" w="med" len="lg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76" name="Rectangle 112"/>
              <p:cNvSpPr>
                <a:spLocks noChangeArrowheads="1"/>
              </p:cNvSpPr>
              <p:nvPr/>
            </p:nvSpPr>
            <p:spPr bwMode="auto">
              <a:xfrm rot="16200000" flipH="1">
                <a:off x="-1614940" y="3677104"/>
                <a:ext cx="5399994" cy="792163"/>
              </a:xfrm>
              <a:prstGeom prst="rect">
                <a:avLst/>
              </a:prstGeom>
              <a:gradFill rotWithShape="1">
                <a:gsLst>
                  <a:gs pos="0">
                    <a:srgbClr val="FFCC00"/>
                  </a:gs>
                  <a:gs pos="100000">
                    <a:srgbClr val="FFCC99">
                      <a:alpha val="43999"/>
                    </a:srgbClr>
                  </a:gs>
                </a:gsLst>
                <a:lin ang="5400000" scaled="1"/>
              </a:gradFill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DC 12V</a:t>
                </a:r>
                <a:endParaRPr lang="ko-KR" altLang="ko-KR" dirty="0"/>
              </a:p>
            </p:txBody>
          </p:sp>
          <p:sp>
            <p:nvSpPr>
              <p:cNvPr id="477" name="Rectangle 115"/>
              <p:cNvSpPr>
                <a:spLocks noChangeArrowheads="1"/>
              </p:cNvSpPr>
              <p:nvPr/>
            </p:nvSpPr>
            <p:spPr bwMode="auto">
              <a:xfrm>
                <a:off x="717552" y="511178"/>
                <a:ext cx="658813" cy="149224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DC 12V</a:t>
                </a:r>
                <a:endParaRPr lang="ko-KR" altLang="ko-KR" dirty="0"/>
              </a:p>
            </p:txBody>
          </p:sp>
          <p:sp>
            <p:nvSpPr>
              <p:cNvPr id="478" name="Line 116"/>
              <p:cNvSpPr>
                <a:spLocks noChangeShapeType="1"/>
              </p:cNvSpPr>
              <p:nvPr/>
            </p:nvSpPr>
            <p:spPr bwMode="auto">
              <a:xfrm>
                <a:off x="760416" y="652464"/>
                <a:ext cx="720724" cy="0"/>
              </a:xfrm>
              <a:prstGeom prst="line">
                <a:avLst/>
              </a:prstGeom>
              <a:noFill/>
              <a:ln w="25400">
                <a:solidFill>
                  <a:srgbClr val="FF990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79" name="Line 118"/>
              <p:cNvSpPr>
                <a:spLocks noChangeShapeType="1"/>
              </p:cNvSpPr>
              <p:nvPr/>
            </p:nvSpPr>
            <p:spPr bwMode="auto">
              <a:xfrm flipV="1">
                <a:off x="760412" y="652466"/>
                <a:ext cx="0" cy="720724"/>
              </a:xfrm>
              <a:prstGeom prst="line">
                <a:avLst/>
              </a:prstGeom>
              <a:noFill/>
              <a:ln w="25400">
                <a:solidFill>
                  <a:srgbClr val="FF9900"/>
                </a:solidFill>
                <a:round/>
                <a:headEnd type="arrow" w="med" len="med"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80" name="Line 128"/>
              <p:cNvSpPr>
                <a:spLocks noChangeShapeType="1"/>
              </p:cNvSpPr>
              <p:nvPr/>
            </p:nvSpPr>
            <p:spPr bwMode="auto">
              <a:xfrm flipV="1">
                <a:off x="2774176" y="5830885"/>
                <a:ext cx="2364" cy="2855324"/>
              </a:xfrm>
              <a:prstGeom prst="line">
                <a:avLst/>
              </a:prstGeom>
              <a:noFill/>
              <a:ln w="25400">
                <a:solidFill>
                  <a:srgbClr val="808000"/>
                </a:solidFill>
                <a:round/>
                <a:headEnd type="oval" w="med" len="med"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81" name="Line 129"/>
              <p:cNvSpPr>
                <a:spLocks noChangeShapeType="1"/>
              </p:cNvSpPr>
              <p:nvPr/>
            </p:nvSpPr>
            <p:spPr bwMode="auto">
              <a:xfrm flipH="1" flipV="1">
                <a:off x="2920999" y="5691186"/>
                <a:ext cx="5416" cy="3121893"/>
              </a:xfrm>
              <a:prstGeom prst="line">
                <a:avLst/>
              </a:prstGeom>
              <a:noFill/>
              <a:ln w="25400">
                <a:solidFill>
                  <a:srgbClr val="FF99CC"/>
                </a:solidFill>
                <a:round/>
                <a:headEnd type="oval" w="med" len="med"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82" name="Rectangle 157"/>
              <p:cNvSpPr>
                <a:spLocks noChangeArrowheads="1"/>
              </p:cNvSpPr>
              <p:nvPr/>
            </p:nvSpPr>
            <p:spPr bwMode="auto">
              <a:xfrm>
                <a:off x="3640141" y="5718176"/>
                <a:ext cx="439737" cy="144463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DC 37.5V</a:t>
                </a:r>
                <a:endParaRPr lang="ko-KR" altLang="ko-KR" dirty="0"/>
              </a:p>
            </p:txBody>
          </p:sp>
          <p:sp>
            <p:nvSpPr>
              <p:cNvPr id="483" name="Line 158"/>
              <p:cNvSpPr>
                <a:spLocks noChangeShapeType="1"/>
              </p:cNvSpPr>
              <p:nvPr/>
            </p:nvSpPr>
            <p:spPr bwMode="auto">
              <a:xfrm flipH="1" flipV="1">
                <a:off x="3640139" y="5862637"/>
                <a:ext cx="576262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 type="arrow" w="med" len="med"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84" name="Line 175"/>
              <p:cNvSpPr>
                <a:spLocks noChangeShapeType="1"/>
              </p:cNvSpPr>
              <p:nvPr/>
            </p:nvSpPr>
            <p:spPr bwMode="auto">
              <a:xfrm>
                <a:off x="4459169" y="5359399"/>
                <a:ext cx="0" cy="361951"/>
              </a:xfrm>
              <a:prstGeom prst="line">
                <a:avLst/>
              </a:prstGeom>
              <a:noFill/>
              <a:ln w="25400">
                <a:solidFill>
                  <a:srgbClr val="808000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85" name="Rectangle 182"/>
              <p:cNvSpPr>
                <a:spLocks noChangeArrowheads="1"/>
              </p:cNvSpPr>
              <p:nvPr/>
            </p:nvSpPr>
            <p:spPr bwMode="auto">
              <a:xfrm flipH="1">
                <a:off x="1481138" y="365126"/>
                <a:ext cx="504826" cy="358775"/>
              </a:xfrm>
              <a:prstGeom prst="rect">
                <a:avLst/>
              </a:prstGeom>
              <a:solidFill>
                <a:srgbClr val="FFCC00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PSA</a:t>
                </a:r>
                <a:endParaRPr lang="ko-KR" altLang="ko-KR" dirty="0"/>
              </a:p>
            </p:txBody>
          </p:sp>
          <p:sp>
            <p:nvSpPr>
              <p:cNvPr id="486" name="Rectangle 183"/>
              <p:cNvSpPr>
                <a:spLocks noChangeArrowheads="1"/>
              </p:cNvSpPr>
              <p:nvPr/>
            </p:nvSpPr>
            <p:spPr bwMode="auto">
              <a:xfrm flipH="1">
                <a:off x="1481138" y="1373188"/>
                <a:ext cx="504826" cy="215900"/>
              </a:xfrm>
              <a:prstGeom prst="rect">
                <a:avLst/>
              </a:prstGeom>
              <a:solidFill>
                <a:srgbClr val="CC99FF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LIC</a:t>
                </a:r>
                <a:endParaRPr lang="ko-KR" altLang="ko-KR" dirty="0"/>
              </a:p>
            </p:txBody>
          </p:sp>
          <p:sp>
            <p:nvSpPr>
              <p:cNvPr id="487" name="Rectangle 185"/>
              <p:cNvSpPr>
                <a:spLocks noChangeArrowheads="1"/>
              </p:cNvSpPr>
              <p:nvPr/>
            </p:nvSpPr>
            <p:spPr bwMode="auto">
              <a:xfrm flipH="1">
                <a:off x="1481138" y="1947864"/>
                <a:ext cx="504826" cy="360362"/>
              </a:xfrm>
              <a:prstGeom prst="rect">
                <a:avLst/>
              </a:prstGeom>
              <a:solidFill>
                <a:srgbClr val="99CC00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 VTX</a:t>
                </a:r>
                <a:endParaRPr lang="ko-KR" altLang="ko-KR" dirty="0"/>
              </a:p>
            </p:txBody>
          </p:sp>
          <p:sp>
            <p:nvSpPr>
              <p:cNvPr id="488" name="Rectangle 186"/>
              <p:cNvSpPr>
                <a:spLocks noChangeArrowheads="1"/>
              </p:cNvSpPr>
              <p:nvPr/>
            </p:nvSpPr>
            <p:spPr bwMode="auto">
              <a:xfrm flipH="1">
                <a:off x="1481138" y="2740026"/>
                <a:ext cx="504826" cy="215900"/>
              </a:xfrm>
              <a:prstGeom prst="rect">
                <a:avLst/>
              </a:prstGeom>
              <a:solidFill>
                <a:srgbClr val="C0C0C0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 HDD</a:t>
                </a:r>
                <a:endParaRPr lang="ko-KR" altLang="ko-KR" dirty="0"/>
              </a:p>
            </p:txBody>
          </p:sp>
          <p:sp>
            <p:nvSpPr>
              <p:cNvPr id="489" name="Rectangle 187"/>
              <p:cNvSpPr>
                <a:spLocks noChangeArrowheads="1"/>
              </p:cNvSpPr>
              <p:nvPr/>
            </p:nvSpPr>
            <p:spPr bwMode="auto">
              <a:xfrm flipH="1">
                <a:off x="1481138" y="723900"/>
                <a:ext cx="504826" cy="649288"/>
              </a:xfrm>
              <a:prstGeom prst="rect">
                <a:avLst/>
              </a:prstGeom>
              <a:solidFill>
                <a:srgbClr val="C0C0C0">
                  <a:alpha val="7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SCB</a:t>
                </a:r>
                <a:endParaRPr lang="ko-KR" altLang="ko-KR" dirty="0"/>
              </a:p>
            </p:txBody>
          </p:sp>
          <p:sp>
            <p:nvSpPr>
              <p:cNvPr id="490" name="Rectangle 188"/>
              <p:cNvSpPr>
                <a:spLocks noChangeArrowheads="1"/>
              </p:cNvSpPr>
              <p:nvPr/>
            </p:nvSpPr>
            <p:spPr bwMode="auto">
              <a:xfrm flipH="1">
                <a:off x="1481138" y="2308227"/>
                <a:ext cx="504826" cy="431800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  CNCS</a:t>
                </a:r>
                <a:endParaRPr lang="ko-KR" altLang="ko-KR" dirty="0"/>
              </a:p>
            </p:txBody>
          </p:sp>
          <p:sp>
            <p:nvSpPr>
              <p:cNvPr id="491" name="Line 190"/>
              <p:cNvSpPr>
                <a:spLocks noChangeShapeType="1"/>
              </p:cNvSpPr>
              <p:nvPr/>
            </p:nvSpPr>
            <p:spPr bwMode="auto">
              <a:xfrm flipH="1" flipV="1">
                <a:off x="1193800" y="1804990"/>
                <a:ext cx="0" cy="503237"/>
              </a:xfrm>
              <a:prstGeom prst="line">
                <a:avLst/>
              </a:prstGeom>
              <a:noFill/>
              <a:ln w="25400">
                <a:solidFill>
                  <a:srgbClr val="00CCFF"/>
                </a:solidFill>
                <a:round/>
                <a:headEnd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92" name="Line 191"/>
              <p:cNvSpPr>
                <a:spLocks noChangeShapeType="1"/>
              </p:cNvSpPr>
              <p:nvPr/>
            </p:nvSpPr>
            <p:spPr bwMode="auto">
              <a:xfrm flipV="1">
                <a:off x="1193802" y="1685926"/>
                <a:ext cx="290513" cy="119063"/>
              </a:xfrm>
              <a:prstGeom prst="line">
                <a:avLst/>
              </a:prstGeom>
              <a:noFill/>
              <a:ln w="25400">
                <a:solidFill>
                  <a:srgbClr val="00CCFF"/>
                </a:solidFill>
                <a:round/>
                <a:headEnd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93" name="Line 192"/>
              <p:cNvSpPr>
                <a:spLocks noChangeShapeType="1"/>
              </p:cNvSpPr>
              <p:nvPr/>
            </p:nvSpPr>
            <p:spPr bwMode="auto">
              <a:xfrm>
                <a:off x="1193801" y="2308225"/>
                <a:ext cx="292099" cy="147638"/>
              </a:xfrm>
              <a:prstGeom prst="line">
                <a:avLst/>
              </a:prstGeom>
              <a:noFill/>
              <a:ln w="25400">
                <a:solidFill>
                  <a:srgbClr val="00CCFF"/>
                </a:solidFill>
                <a:round/>
                <a:headEnd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94" name="Rectangle 193"/>
              <p:cNvSpPr>
                <a:spLocks noChangeArrowheads="1"/>
              </p:cNvSpPr>
              <p:nvPr/>
            </p:nvSpPr>
            <p:spPr bwMode="auto">
              <a:xfrm flipH="1">
                <a:off x="1481138" y="1589087"/>
                <a:ext cx="504826" cy="358333"/>
              </a:xfrm>
              <a:prstGeom prst="rect">
                <a:avLst/>
              </a:prstGeom>
              <a:solidFill>
                <a:srgbClr val="CCFFFF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WLR</a:t>
                </a:r>
                <a:endParaRPr lang="ko-KR" altLang="ko-KR" dirty="0"/>
              </a:p>
            </p:txBody>
          </p:sp>
          <p:sp>
            <p:nvSpPr>
              <p:cNvPr id="495" name="Line 195"/>
              <p:cNvSpPr>
                <a:spLocks noChangeShapeType="1"/>
              </p:cNvSpPr>
              <p:nvPr/>
            </p:nvSpPr>
            <p:spPr bwMode="auto">
              <a:xfrm flipH="1" flipV="1">
                <a:off x="1320802" y="2981326"/>
                <a:ext cx="163513" cy="73025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96" name="Line 197"/>
              <p:cNvSpPr>
                <a:spLocks noChangeShapeType="1"/>
              </p:cNvSpPr>
              <p:nvPr/>
            </p:nvSpPr>
            <p:spPr bwMode="auto">
              <a:xfrm flipH="1" flipV="1">
                <a:off x="1336678" y="2524125"/>
                <a:ext cx="149224" cy="73025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97" name="Line 198"/>
              <p:cNvSpPr>
                <a:spLocks noChangeShapeType="1"/>
              </p:cNvSpPr>
              <p:nvPr/>
            </p:nvSpPr>
            <p:spPr bwMode="auto">
              <a:xfrm flipH="1" flipV="1">
                <a:off x="1336678" y="2020891"/>
                <a:ext cx="149224" cy="96836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98" name="Line 199"/>
              <p:cNvSpPr>
                <a:spLocks noChangeShapeType="1"/>
              </p:cNvSpPr>
              <p:nvPr/>
            </p:nvSpPr>
            <p:spPr bwMode="auto">
              <a:xfrm flipH="1">
                <a:off x="1336676" y="2117725"/>
                <a:ext cx="147638" cy="47625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499" name="Line 200"/>
              <p:cNvSpPr>
                <a:spLocks noChangeShapeType="1"/>
              </p:cNvSpPr>
              <p:nvPr/>
            </p:nvSpPr>
            <p:spPr bwMode="auto">
              <a:xfrm flipH="1">
                <a:off x="1320800" y="2597151"/>
                <a:ext cx="165100" cy="73025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500" name="Line 201"/>
              <p:cNvSpPr>
                <a:spLocks noChangeShapeType="1"/>
              </p:cNvSpPr>
              <p:nvPr/>
            </p:nvSpPr>
            <p:spPr bwMode="auto">
              <a:xfrm flipH="1" flipV="1">
                <a:off x="1336676" y="2165350"/>
                <a:ext cx="0" cy="358775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501" name="Line 202"/>
              <p:cNvSpPr>
                <a:spLocks noChangeShapeType="1"/>
              </p:cNvSpPr>
              <p:nvPr/>
            </p:nvSpPr>
            <p:spPr bwMode="auto">
              <a:xfrm flipV="1">
                <a:off x="1320800" y="2668590"/>
                <a:ext cx="0" cy="312737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502" name="Rectangle 203"/>
              <p:cNvSpPr>
                <a:spLocks noChangeArrowheads="1"/>
              </p:cNvSpPr>
              <p:nvPr/>
            </p:nvSpPr>
            <p:spPr bwMode="auto">
              <a:xfrm rot="-5400000">
                <a:off x="919164" y="1914525"/>
                <a:ext cx="431800" cy="165100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solidFill>
                      <a:srgbClr val="0099FF"/>
                    </a:solidFill>
                    <a:latin typeface="Arial" charset="0"/>
                  </a:rPr>
                  <a:t>LAN</a:t>
                </a:r>
                <a:endParaRPr lang="ko-KR" altLang="ko-KR" dirty="0"/>
              </a:p>
            </p:txBody>
          </p:sp>
          <p:sp>
            <p:nvSpPr>
              <p:cNvPr id="503" name="Rectangle 204"/>
              <p:cNvSpPr>
                <a:spLocks noChangeArrowheads="1"/>
              </p:cNvSpPr>
              <p:nvPr/>
            </p:nvSpPr>
            <p:spPr bwMode="auto">
              <a:xfrm rot="-5400000">
                <a:off x="1391445" y="2682084"/>
                <a:ext cx="287338" cy="111125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ATA</a:t>
                </a:r>
                <a:endParaRPr lang="ko-KR" altLang="ko-KR" dirty="0"/>
              </a:p>
            </p:txBody>
          </p:sp>
          <p:sp>
            <p:nvSpPr>
              <p:cNvPr id="504" name="Rectangle 205"/>
              <p:cNvSpPr>
                <a:spLocks noChangeArrowheads="1"/>
              </p:cNvSpPr>
              <p:nvPr/>
            </p:nvSpPr>
            <p:spPr bwMode="auto">
              <a:xfrm rot="-5400000">
                <a:off x="1329533" y="2251871"/>
                <a:ext cx="415925" cy="115888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LVDS</a:t>
                </a:r>
                <a:endParaRPr lang="ko-KR" altLang="ko-KR" dirty="0"/>
              </a:p>
            </p:txBody>
          </p:sp>
          <p:sp>
            <p:nvSpPr>
              <p:cNvPr id="505" name="Line 207"/>
              <p:cNvSpPr>
                <a:spLocks noChangeShapeType="1"/>
              </p:cNvSpPr>
              <p:nvPr/>
            </p:nvSpPr>
            <p:spPr bwMode="auto">
              <a:xfrm flipH="1">
                <a:off x="1336678" y="1444625"/>
                <a:ext cx="149224" cy="71438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506" name="Line 208"/>
              <p:cNvSpPr>
                <a:spLocks noChangeShapeType="1"/>
              </p:cNvSpPr>
              <p:nvPr/>
            </p:nvSpPr>
            <p:spPr bwMode="auto">
              <a:xfrm flipV="1">
                <a:off x="1335283" y="1516061"/>
                <a:ext cx="1392" cy="497965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507" name="Rectangle 210"/>
              <p:cNvSpPr>
                <a:spLocks noChangeArrowheads="1"/>
              </p:cNvSpPr>
              <p:nvPr/>
            </p:nvSpPr>
            <p:spPr bwMode="auto">
              <a:xfrm rot="16200000" flipH="1">
                <a:off x="-1614940" y="3677104"/>
                <a:ext cx="5399994" cy="792163"/>
              </a:xfrm>
              <a:prstGeom prst="rect">
                <a:avLst/>
              </a:prstGeom>
              <a:noFill/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vert="eaVert" wrap="none" lIns="121757" tIns="60877" rIns="121757" bIns="60877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508" name="Rectangle 259"/>
              <p:cNvSpPr>
                <a:spLocks noChangeArrowheads="1"/>
              </p:cNvSpPr>
              <p:nvPr/>
            </p:nvSpPr>
            <p:spPr bwMode="auto">
              <a:xfrm flipH="1">
                <a:off x="6718300" y="6745290"/>
                <a:ext cx="696913" cy="101599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Interior Speaker CH1</a:t>
                </a:r>
                <a:endParaRPr lang="ko-KR" altLang="ko-KR" dirty="0"/>
              </a:p>
            </p:txBody>
          </p:sp>
          <p:sp>
            <p:nvSpPr>
              <p:cNvPr id="509" name="Rectangle 260"/>
              <p:cNvSpPr>
                <a:spLocks noChangeArrowheads="1"/>
              </p:cNvSpPr>
              <p:nvPr/>
            </p:nvSpPr>
            <p:spPr bwMode="auto">
              <a:xfrm flipH="1">
                <a:off x="6716713" y="6899277"/>
                <a:ext cx="695326" cy="103188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Interior Speaker CH2</a:t>
                </a:r>
                <a:endParaRPr lang="ko-KR" altLang="ko-KR" dirty="0"/>
              </a:p>
            </p:txBody>
          </p:sp>
          <p:sp>
            <p:nvSpPr>
              <p:cNvPr id="510" name="Rectangle 264"/>
              <p:cNvSpPr>
                <a:spLocks noChangeArrowheads="1"/>
              </p:cNvSpPr>
              <p:nvPr/>
            </p:nvSpPr>
            <p:spPr bwMode="auto">
              <a:xfrm flipH="1">
                <a:off x="9340853" y="5375277"/>
                <a:ext cx="922338" cy="127000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r"/>
                <a:r>
                  <a:rPr lang="en-US" altLang="ko-KR" sz="600" dirty="0">
                    <a:latin typeface="Arial" charset="0"/>
                  </a:rPr>
                  <a:t>CPO ADDRESS, ACT</a:t>
                </a:r>
                <a:endParaRPr lang="ko-KR" altLang="ko-KR" dirty="0"/>
              </a:p>
            </p:txBody>
          </p:sp>
          <p:sp>
            <p:nvSpPr>
              <p:cNvPr id="511" name="Line 8"/>
              <p:cNvSpPr>
                <a:spLocks noChangeShapeType="1"/>
              </p:cNvSpPr>
              <p:nvPr/>
            </p:nvSpPr>
            <p:spPr bwMode="auto">
              <a:xfrm flipH="1" flipV="1">
                <a:off x="1985963" y="4056566"/>
                <a:ext cx="8280400" cy="0"/>
              </a:xfrm>
              <a:prstGeom prst="line">
                <a:avLst/>
              </a:prstGeom>
              <a:noFill/>
              <a:ln w="25400">
                <a:solidFill>
                  <a:srgbClr val="FFCC00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512" name="Line 26"/>
              <p:cNvSpPr>
                <a:spLocks noChangeShapeType="1"/>
              </p:cNvSpPr>
              <p:nvPr/>
            </p:nvSpPr>
            <p:spPr bwMode="auto">
              <a:xfrm flipH="1">
                <a:off x="6127256" y="3697791"/>
                <a:ext cx="0" cy="358775"/>
              </a:xfrm>
              <a:prstGeom prst="line">
                <a:avLst/>
              </a:prstGeom>
              <a:noFill/>
              <a:ln w="25400">
                <a:solidFill>
                  <a:srgbClr val="FFCC00"/>
                </a:solidFill>
                <a:round/>
                <a:headEnd/>
                <a:tailEnd type="oval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513" name="Rectangle 101"/>
              <p:cNvSpPr>
                <a:spLocks noChangeArrowheads="1"/>
              </p:cNvSpPr>
              <p:nvPr/>
            </p:nvSpPr>
            <p:spPr bwMode="auto">
              <a:xfrm>
                <a:off x="2263778" y="3959731"/>
                <a:ext cx="657225" cy="87312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PEI ADDRESS, CALL</a:t>
                </a:r>
                <a:endParaRPr lang="ko-KR" altLang="ko-KR" dirty="0"/>
              </a:p>
            </p:txBody>
          </p:sp>
          <p:sp>
            <p:nvSpPr>
              <p:cNvPr id="514" name="Line 174"/>
              <p:cNvSpPr>
                <a:spLocks noChangeShapeType="1"/>
              </p:cNvSpPr>
              <p:nvPr/>
            </p:nvSpPr>
            <p:spPr bwMode="auto">
              <a:xfrm flipH="1">
                <a:off x="4259369" y="3697791"/>
                <a:ext cx="0" cy="358775"/>
              </a:xfrm>
              <a:prstGeom prst="line">
                <a:avLst/>
              </a:prstGeom>
              <a:noFill/>
              <a:ln w="25400">
                <a:solidFill>
                  <a:srgbClr val="FFCC00"/>
                </a:solidFill>
                <a:round/>
                <a:headEnd/>
                <a:tailEnd type="oval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515" name="Rectangle 265"/>
              <p:cNvSpPr>
                <a:spLocks noChangeArrowheads="1"/>
              </p:cNvSpPr>
              <p:nvPr/>
            </p:nvSpPr>
            <p:spPr bwMode="auto">
              <a:xfrm flipH="1">
                <a:off x="9190037" y="5218116"/>
                <a:ext cx="1071563" cy="144461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r"/>
                <a:r>
                  <a:rPr lang="en-US" altLang="ko-KR" sz="600" dirty="0">
                    <a:latin typeface="Arial" charset="0"/>
                  </a:rPr>
                  <a:t>IC Audio &amp; Signal, PA Audio</a:t>
                </a:r>
                <a:endParaRPr lang="ko-KR" altLang="ko-KR" dirty="0"/>
              </a:p>
            </p:txBody>
          </p:sp>
          <p:sp>
            <p:nvSpPr>
              <p:cNvPr id="516" name="Line 9"/>
              <p:cNvSpPr>
                <a:spLocks noChangeShapeType="1"/>
              </p:cNvSpPr>
              <p:nvPr/>
            </p:nvSpPr>
            <p:spPr bwMode="auto">
              <a:xfrm flipH="1" flipV="1">
                <a:off x="1985963" y="4199441"/>
                <a:ext cx="8280400" cy="1588"/>
              </a:xfrm>
              <a:prstGeom prst="line">
                <a:avLst/>
              </a:prstGeom>
              <a:noFill/>
              <a:ln w="25400">
                <a:solidFill>
                  <a:srgbClr val="FF99CC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517" name="Rectangle 28"/>
              <p:cNvSpPr>
                <a:spLocks noChangeArrowheads="1"/>
              </p:cNvSpPr>
              <p:nvPr/>
            </p:nvSpPr>
            <p:spPr bwMode="auto">
              <a:xfrm>
                <a:off x="6305550" y="4050217"/>
                <a:ext cx="1066800" cy="150813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PEI Audio &amp; Signal</a:t>
                </a:r>
                <a:endParaRPr lang="ko-KR" altLang="ko-KR" dirty="0"/>
              </a:p>
            </p:txBody>
          </p:sp>
          <p:sp>
            <p:nvSpPr>
              <p:cNvPr id="518" name="Rectangle 102"/>
              <p:cNvSpPr>
                <a:spLocks noChangeArrowheads="1"/>
              </p:cNvSpPr>
              <p:nvPr/>
            </p:nvSpPr>
            <p:spPr bwMode="auto">
              <a:xfrm>
                <a:off x="1998662" y="4069266"/>
                <a:ext cx="1066800" cy="150813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PEI Audio &amp; Signal</a:t>
                </a:r>
                <a:endParaRPr lang="ko-KR" altLang="ko-KR" dirty="0"/>
              </a:p>
            </p:txBody>
          </p:sp>
          <p:sp>
            <p:nvSpPr>
              <p:cNvPr id="519" name="Line 173"/>
              <p:cNvSpPr>
                <a:spLocks noChangeShapeType="1"/>
              </p:cNvSpPr>
              <p:nvPr/>
            </p:nvSpPr>
            <p:spPr bwMode="auto">
              <a:xfrm>
                <a:off x="4099578" y="3849125"/>
                <a:ext cx="0" cy="360363"/>
              </a:xfrm>
              <a:prstGeom prst="line">
                <a:avLst/>
              </a:prstGeom>
              <a:noFill/>
              <a:ln w="25400">
                <a:solidFill>
                  <a:srgbClr val="FF99CC"/>
                </a:solidFill>
                <a:round/>
                <a:headEnd type="arrow" w="med" len="med"/>
                <a:tailEnd type="oval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520" name="Line 211"/>
              <p:cNvSpPr>
                <a:spLocks noChangeShapeType="1"/>
              </p:cNvSpPr>
              <p:nvPr/>
            </p:nvSpPr>
            <p:spPr bwMode="auto">
              <a:xfrm>
                <a:off x="5959008" y="3840667"/>
                <a:ext cx="0" cy="360363"/>
              </a:xfrm>
              <a:prstGeom prst="line">
                <a:avLst/>
              </a:prstGeom>
              <a:noFill/>
              <a:ln w="25400">
                <a:solidFill>
                  <a:srgbClr val="FF99CC"/>
                </a:solidFill>
                <a:round/>
                <a:headEnd type="arrow" w="med" len="med"/>
                <a:tailEnd type="oval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521" name="Rectangle 375"/>
              <p:cNvSpPr>
                <a:spLocks noChangeArrowheads="1"/>
              </p:cNvSpPr>
              <p:nvPr/>
            </p:nvSpPr>
            <p:spPr bwMode="auto">
              <a:xfrm flipH="1">
                <a:off x="7456491" y="5721350"/>
                <a:ext cx="719137" cy="360363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Passenger </a:t>
                </a:r>
              </a:p>
              <a:p>
                <a:pPr algn="ctr"/>
                <a:r>
                  <a:rPr lang="en-US" altLang="ko-KR" sz="600" dirty="0">
                    <a:latin typeface="Arial" charset="0"/>
                  </a:rPr>
                  <a:t>Emergency</a:t>
                </a:r>
              </a:p>
              <a:p>
                <a:pPr algn="ctr"/>
                <a:r>
                  <a:rPr lang="en-US" altLang="ko-KR" sz="600" dirty="0">
                    <a:latin typeface="Arial" charset="0"/>
                  </a:rPr>
                  <a:t>Intercom</a:t>
                </a:r>
                <a:endParaRPr lang="ko-KR" altLang="ko-KR" sz="600" dirty="0"/>
              </a:p>
            </p:txBody>
          </p:sp>
          <p:sp>
            <p:nvSpPr>
              <p:cNvPr id="522" name="Line 376"/>
              <p:cNvSpPr>
                <a:spLocks noChangeShapeType="1"/>
              </p:cNvSpPr>
              <p:nvPr/>
            </p:nvSpPr>
            <p:spPr bwMode="auto">
              <a:xfrm>
                <a:off x="7640808" y="5359399"/>
                <a:ext cx="1586" cy="361951"/>
              </a:xfrm>
              <a:prstGeom prst="line">
                <a:avLst/>
              </a:prstGeom>
              <a:noFill/>
              <a:ln w="25400">
                <a:solidFill>
                  <a:srgbClr val="808000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523" name="Rectangle 380"/>
              <p:cNvSpPr>
                <a:spLocks noChangeArrowheads="1"/>
              </p:cNvSpPr>
              <p:nvPr/>
            </p:nvSpPr>
            <p:spPr bwMode="auto">
              <a:xfrm flipH="1">
                <a:off x="5502278" y="3553332"/>
                <a:ext cx="1152525" cy="287336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Passenger Emergency</a:t>
                </a:r>
              </a:p>
              <a:p>
                <a:pPr algn="ctr"/>
                <a:r>
                  <a:rPr lang="en-US" altLang="ko-KR" sz="600" dirty="0">
                    <a:latin typeface="Arial" charset="0"/>
                  </a:rPr>
                  <a:t>Intercom</a:t>
                </a:r>
                <a:endParaRPr lang="ko-KR" altLang="ko-KR" dirty="0"/>
              </a:p>
            </p:txBody>
          </p:sp>
          <p:sp>
            <p:nvSpPr>
              <p:cNvPr id="524" name="Rectangle 381"/>
              <p:cNvSpPr>
                <a:spLocks noChangeArrowheads="1"/>
              </p:cNvSpPr>
              <p:nvPr/>
            </p:nvSpPr>
            <p:spPr bwMode="auto">
              <a:xfrm flipH="1">
                <a:off x="3713166" y="3553332"/>
                <a:ext cx="1152525" cy="287336"/>
              </a:xfrm>
              <a:prstGeom prst="rect">
                <a:avLst/>
              </a:prstGeom>
              <a:solidFill>
                <a:srgbClr val="FFFF00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Passenger Emergency</a:t>
                </a:r>
              </a:p>
              <a:p>
                <a:pPr algn="ctr"/>
                <a:r>
                  <a:rPr lang="en-US" altLang="ko-KR" sz="600" dirty="0">
                    <a:latin typeface="Arial" charset="0"/>
                  </a:rPr>
                  <a:t>Intercom</a:t>
                </a:r>
                <a:endParaRPr lang="ko-KR" altLang="ko-KR" dirty="0"/>
              </a:p>
            </p:txBody>
          </p:sp>
          <p:grpSp>
            <p:nvGrpSpPr>
              <p:cNvPr id="525" name="Group 382"/>
              <p:cNvGrpSpPr>
                <a:grpSpLocks/>
              </p:cNvGrpSpPr>
              <p:nvPr/>
            </p:nvGrpSpPr>
            <p:grpSpPr bwMode="auto">
              <a:xfrm rot="10800000" flipV="1">
                <a:off x="4291012" y="7431903"/>
                <a:ext cx="431800" cy="214313"/>
                <a:chOff x="1477" y="3739"/>
                <a:chExt cx="227" cy="91"/>
              </a:xfrm>
            </p:grpSpPr>
            <p:sp>
              <p:nvSpPr>
                <p:cNvPr id="755" name="AutoShape 383"/>
                <p:cNvSpPr>
                  <a:spLocks noChangeArrowheads="1"/>
                </p:cNvSpPr>
                <p:nvPr/>
              </p:nvSpPr>
              <p:spPr bwMode="auto">
                <a:xfrm>
                  <a:off x="1477" y="3739"/>
                  <a:ext cx="227" cy="4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472 w 21600"/>
                    <a:gd name="T13" fmla="*/ 4320 h 21600"/>
                    <a:gd name="T14" fmla="*/ 17128 w 21600"/>
                    <a:gd name="T15" fmla="*/ 1728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808000">
                    <a:alpha val="39999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756" name="Rectangle 384"/>
                <p:cNvSpPr>
                  <a:spLocks noChangeArrowheads="1"/>
                </p:cNvSpPr>
                <p:nvPr/>
              </p:nvSpPr>
              <p:spPr bwMode="auto">
                <a:xfrm>
                  <a:off x="1523" y="3784"/>
                  <a:ext cx="136" cy="46"/>
                </a:xfrm>
                <a:prstGeom prst="rect">
                  <a:avLst/>
                </a:prstGeom>
                <a:solidFill>
                  <a:srgbClr val="808000">
                    <a:alpha val="39999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 sz="900" dirty="0">
                    <a:latin typeface="Gill Sans MT" pitchFamily="34" charset="0"/>
                    <a:cs typeface="Latha" pitchFamily="2"/>
                  </a:endParaRPr>
                </a:p>
              </p:txBody>
            </p:sp>
          </p:grpSp>
          <p:sp>
            <p:nvSpPr>
              <p:cNvPr id="526" name="Rectangle 385"/>
              <p:cNvSpPr>
                <a:spLocks noChangeArrowheads="1"/>
              </p:cNvSpPr>
              <p:nvPr/>
            </p:nvSpPr>
            <p:spPr bwMode="auto">
              <a:xfrm rot="10800000" flipH="1" flipV="1">
                <a:off x="3930651" y="7431903"/>
                <a:ext cx="288925" cy="214313"/>
              </a:xfrm>
              <a:prstGeom prst="rect">
                <a:avLst/>
              </a:prstGeom>
              <a:solidFill>
                <a:srgbClr val="C0C0C0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TRF</a:t>
                </a:r>
                <a:endParaRPr lang="ko-KR" altLang="ko-KR" dirty="0"/>
              </a:p>
            </p:txBody>
          </p:sp>
          <p:sp>
            <p:nvSpPr>
              <p:cNvPr id="527" name="Line 386"/>
              <p:cNvSpPr>
                <a:spLocks noChangeShapeType="1"/>
              </p:cNvSpPr>
              <p:nvPr/>
            </p:nvSpPr>
            <p:spPr bwMode="auto">
              <a:xfrm flipV="1">
                <a:off x="4506912" y="7646217"/>
                <a:ext cx="0" cy="14446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528" name="Line 387"/>
              <p:cNvSpPr>
                <a:spLocks noChangeShapeType="1"/>
              </p:cNvSpPr>
              <p:nvPr/>
            </p:nvSpPr>
            <p:spPr bwMode="auto">
              <a:xfrm>
                <a:off x="4075116" y="7790678"/>
                <a:ext cx="430211" cy="0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529" name="Line 388"/>
              <p:cNvSpPr>
                <a:spLocks noChangeShapeType="1"/>
              </p:cNvSpPr>
              <p:nvPr/>
            </p:nvSpPr>
            <p:spPr bwMode="auto">
              <a:xfrm>
                <a:off x="4075113" y="7646217"/>
                <a:ext cx="0" cy="14446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530" name="Line 389"/>
              <p:cNvSpPr>
                <a:spLocks noChangeShapeType="1"/>
              </p:cNvSpPr>
              <p:nvPr/>
            </p:nvSpPr>
            <p:spPr bwMode="auto">
              <a:xfrm flipH="1">
                <a:off x="3641725" y="7349354"/>
                <a:ext cx="0" cy="225425"/>
              </a:xfrm>
              <a:prstGeom prst="line">
                <a:avLst/>
              </a:prstGeom>
              <a:noFill/>
              <a:ln w="25400">
                <a:solidFill>
                  <a:srgbClr val="993366"/>
                </a:solidFill>
                <a:round/>
                <a:headEnd type="oval" w="med" len="med"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531" name="Line 390"/>
              <p:cNvSpPr>
                <a:spLocks noChangeShapeType="1"/>
              </p:cNvSpPr>
              <p:nvPr/>
            </p:nvSpPr>
            <p:spPr bwMode="auto">
              <a:xfrm flipV="1">
                <a:off x="3641725" y="7574777"/>
                <a:ext cx="285750" cy="0"/>
              </a:xfrm>
              <a:prstGeom prst="line">
                <a:avLst/>
              </a:prstGeom>
              <a:noFill/>
              <a:ln w="254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532" name="Line 391"/>
              <p:cNvSpPr>
                <a:spLocks noChangeShapeType="1"/>
              </p:cNvSpPr>
              <p:nvPr/>
            </p:nvSpPr>
            <p:spPr bwMode="auto">
              <a:xfrm flipH="1" flipV="1">
                <a:off x="4794250" y="7734300"/>
                <a:ext cx="0" cy="217488"/>
              </a:xfrm>
              <a:prstGeom prst="line">
                <a:avLst/>
              </a:prstGeom>
              <a:noFill/>
              <a:ln w="25400">
                <a:solidFill>
                  <a:srgbClr val="993366"/>
                </a:solidFill>
                <a:round/>
                <a:headEnd type="oval" w="med" len="med"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533" name="Line 392"/>
              <p:cNvSpPr>
                <a:spLocks noChangeShapeType="1"/>
              </p:cNvSpPr>
              <p:nvPr/>
            </p:nvSpPr>
            <p:spPr bwMode="auto">
              <a:xfrm flipV="1">
                <a:off x="4794250" y="7734300"/>
                <a:ext cx="288925" cy="0"/>
              </a:xfrm>
              <a:prstGeom prst="line">
                <a:avLst/>
              </a:prstGeom>
              <a:noFill/>
              <a:ln w="254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grpSp>
            <p:nvGrpSpPr>
              <p:cNvPr id="534" name="Group 393"/>
              <p:cNvGrpSpPr>
                <a:grpSpLocks/>
              </p:cNvGrpSpPr>
              <p:nvPr/>
            </p:nvGrpSpPr>
            <p:grpSpPr bwMode="auto">
              <a:xfrm>
                <a:off x="5081590" y="7446963"/>
                <a:ext cx="792162" cy="360362"/>
                <a:chOff x="2747" y="4827"/>
                <a:chExt cx="499" cy="227"/>
              </a:xfrm>
            </p:grpSpPr>
            <p:grpSp>
              <p:nvGrpSpPr>
                <p:cNvPr id="748" name="Group 394"/>
                <p:cNvGrpSpPr>
                  <a:grpSpLocks/>
                </p:cNvGrpSpPr>
                <p:nvPr/>
              </p:nvGrpSpPr>
              <p:grpSpPr bwMode="auto">
                <a:xfrm rot="10800000">
                  <a:off x="2974" y="4918"/>
                  <a:ext cx="272" cy="136"/>
                  <a:chOff x="1477" y="3739"/>
                  <a:chExt cx="227" cy="91"/>
                </a:xfrm>
              </p:grpSpPr>
              <p:sp>
                <p:nvSpPr>
                  <p:cNvPr id="753" name="AutoShape 395"/>
                  <p:cNvSpPr>
                    <a:spLocks noChangeArrowheads="1"/>
                  </p:cNvSpPr>
                  <p:nvPr/>
                </p:nvSpPr>
                <p:spPr bwMode="auto">
                  <a:xfrm>
                    <a:off x="1477" y="3739"/>
                    <a:ext cx="227" cy="45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w 21600"/>
                      <a:gd name="T7" fmla="*/ 0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4472 w 21600"/>
                      <a:gd name="T13" fmla="*/ 4320 h 21600"/>
                      <a:gd name="T14" fmla="*/ 17128 w 21600"/>
                      <a:gd name="T15" fmla="*/ 17280 h 2160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600" h="21600">
                        <a:moveTo>
                          <a:pt x="0" y="0"/>
                        </a:moveTo>
                        <a:lnTo>
                          <a:pt x="5400" y="21600"/>
                        </a:lnTo>
                        <a:lnTo>
                          <a:pt x="16200" y="21600"/>
                        </a:lnTo>
                        <a:lnTo>
                          <a:pt x="21600" y="0"/>
                        </a:lnTo>
                        <a:close/>
                      </a:path>
                    </a:pathLst>
                  </a:custGeom>
                  <a:solidFill>
                    <a:srgbClr val="808000">
                      <a:alpha val="39999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754" name="Rectangle 396"/>
                  <p:cNvSpPr>
                    <a:spLocks noChangeArrowheads="1"/>
                  </p:cNvSpPr>
                  <p:nvPr/>
                </p:nvSpPr>
                <p:spPr bwMode="auto">
                  <a:xfrm>
                    <a:off x="1523" y="3784"/>
                    <a:ext cx="136" cy="46"/>
                  </a:xfrm>
                  <a:prstGeom prst="rect">
                    <a:avLst/>
                  </a:prstGeom>
                  <a:solidFill>
                    <a:srgbClr val="808000">
                      <a:alpha val="39999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/>
                    <a:endParaRPr lang="ko-KR" altLang="ko-KR" dirty="0"/>
                  </a:p>
                </p:txBody>
              </p:sp>
            </p:grpSp>
            <p:sp>
              <p:nvSpPr>
                <p:cNvPr id="749" name="Rectangle 397"/>
                <p:cNvSpPr>
                  <a:spLocks noChangeArrowheads="1"/>
                </p:cNvSpPr>
                <p:nvPr/>
              </p:nvSpPr>
              <p:spPr bwMode="auto">
                <a:xfrm flipH="1">
                  <a:off x="2747" y="4918"/>
                  <a:ext cx="182" cy="136"/>
                </a:xfrm>
                <a:prstGeom prst="rect">
                  <a:avLst/>
                </a:prstGeom>
                <a:solidFill>
                  <a:srgbClr val="C0C0C0">
                    <a:alpha val="50195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121789" tIns="60894" rIns="121789" bIns="60894" anchor="ctr"/>
                <a:lstStyle/>
                <a:p>
                  <a:pPr algn="ctr"/>
                  <a:r>
                    <a:rPr lang="en-US" altLang="ko-KR" sz="600" dirty="0">
                      <a:latin typeface="Arial" charset="0"/>
                    </a:rPr>
                    <a:t>TRF</a:t>
                  </a:r>
                  <a:endParaRPr lang="ko-KR" altLang="ko-KR" dirty="0"/>
                </a:p>
              </p:txBody>
            </p:sp>
            <p:sp>
              <p:nvSpPr>
                <p:cNvPr id="750" name="Line 398"/>
                <p:cNvSpPr>
                  <a:spLocks noChangeShapeType="1"/>
                </p:cNvSpPr>
                <p:nvPr/>
              </p:nvSpPr>
              <p:spPr bwMode="auto">
                <a:xfrm>
                  <a:off x="3110" y="4827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 type="arrow" w="med" len="med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751" name="Line 399"/>
                <p:cNvSpPr>
                  <a:spLocks noChangeShapeType="1"/>
                </p:cNvSpPr>
                <p:nvPr/>
              </p:nvSpPr>
              <p:spPr bwMode="auto">
                <a:xfrm flipV="1">
                  <a:off x="2838" y="4827"/>
                  <a:ext cx="272" cy="0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752" name="Line 400"/>
                <p:cNvSpPr>
                  <a:spLocks noChangeShapeType="1"/>
                </p:cNvSpPr>
                <p:nvPr/>
              </p:nvSpPr>
              <p:spPr bwMode="auto">
                <a:xfrm flipV="1">
                  <a:off x="2838" y="4827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535" name="Group 401"/>
              <p:cNvGrpSpPr>
                <a:grpSpLocks/>
              </p:cNvGrpSpPr>
              <p:nvPr/>
            </p:nvGrpSpPr>
            <p:grpSpPr bwMode="auto">
              <a:xfrm rot="10800000" flipV="1">
                <a:off x="7243763" y="7441428"/>
                <a:ext cx="431800" cy="214313"/>
                <a:chOff x="1477" y="3739"/>
                <a:chExt cx="227" cy="91"/>
              </a:xfrm>
            </p:grpSpPr>
            <p:sp>
              <p:nvSpPr>
                <p:cNvPr id="746" name="AutoShape 402"/>
                <p:cNvSpPr>
                  <a:spLocks noChangeArrowheads="1"/>
                </p:cNvSpPr>
                <p:nvPr/>
              </p:nvSpPr>
              <p:spPr bwMode="auto">
                <a:xfrm>
                  <a:off x="1477" y="3739"/>
                  <a:ext cx="227" cy="45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472 w 21600"/>
                    <a:gd name="T13" fmla="*/ 4320 h 21600"/>
                    <a:gd name="T14" fmla="*/ 17128 w 21600"/>
                    <a:gd name="T15" fmla="*/ 17280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808000">
                    <a:alpha val="39999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  <p:sp>
              <p:nvSpPr>
                <p:cNvPr id="747" name="Rectangle 403"/>
                <p:cNvSpPr>
                  <a:spLocks noChangeArrowheads="1"/>
                </p:cNvSpPr>
                <p:nvPr/>
              </p:nvSpPr>
              <p:spPr bwMode="auto">
                <a:xfrm>
                  <a:off x="1523" y="3784"/>
                  <a:ext cx="136" cy="46"/>
                </a:xfrm>
                <a:prstGeom prst="rect">
                  <a:avLst/>
                </a:prstGeom>
                <a:solidFill>
                  <a:srgbClr val="808000">
                    <a:alpha val="39999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536" name="Rectangle 404"/>
              <p:cNvSpPr>
                <a:spLocks noChangeArrowheads="1"/>
              </p:cNvSpPr>
              <p:nvPr/>
            </p:nvSpPr>
            <p:spPr bwMode="auto">
              <a:xfrm rot="10800000" flipH="1" flipV="1">
                <a:off x="6883400" y="7441428"/>
                <a:ext cx="288925" cy="214313"/>
              </a:xfrm>
              <a:prstGeom prst="rect">
                <a:avLst/>
              </a:prstGeom>
              <a:solidFill>
                <a:srgbClr val="C0C0C0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TRF</a:t>
                </a:r>
                <a:endParaRPr lang="ko-KR" altLang="ko-KR" dirty="0"/>
              </a:p>
            </p:txBody>
          </p:sp>
          <p:sp>
            <p:nvSpPr>
              <p:cNvPr id="537" name="Line 405"/>
              <p:cNvSpPr>
                <a:spLocks noChangeShapeType="1"/>
              </p:cNvSpPr>
              <p:nvPr/>
            </p:nvSpPr>
            <p:spPr bwMode="auto">
              <a:xfrm flipV="1">
                <a:off x="7459663" y="7655743"/>
                <a:ext cx="0" cy="14446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538" name="Line 406"/>
              <p:cNvSpPr>
                <a:spLocks noChangeShapeType="1"/>
              </p:cNvSpPr>
              <p:nvPr/>
            </p:nvSpPr>
            <p:spPr bwMode="auto">
              <a:xfrm>
                <a:off x="7027866" y="7800202"/>
                <a:ext cx="430211" cy="0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539" name="Line 407"/>
              <p:cNvSpPr>
                <a:spLocks noChangeShapeType="1"/>
              </p:cNvSpPr>
              <p:nvPr/>
            </p:nvSpPr>
            <p:spPr bwMode="auto">
              <a:xfrm>
                <a:off x="7027862" y="7655743"/>
                <a:ext cx="0" cy="144461"/>
              </a:xfrm>
              <a:prstGeom prst="line">
                <a:avLst/>
              </a:prstGeom>
              <a:noFill/>
              <a:ln w="12700">
                <a:solidFill>
                  <a:srgbClr val="993366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540" name="Line 408"/>
              <p:cNvSpPr>
                <a:spLocks noChangeShapeType="1"/>
              </p:cNvSpPr>
              <p:nvPr/>
            </p:nvSpPr>
            <p:spPr bwMode="auto">
              <a:xfrm flipH="1">
                <a:off x="6594476" y="7358879"/>
                <a:ext cx="0" cy="225425"/>
              </a:xfrm>
              <a:prstGeom prst="line">
                <a:avLst/>
              </a:prstGeom>
              <a:noFill/>
              <a:ln w="25400">
                <a:solidFill>
                  <a:srgbClr val="993366"/>
                </a:solidFill>
                <a:round/>
                <a:headEnd type="oval" w="med" len="med"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541" name="Line 409"/>
              <p:cNvSpPr>
                <a:spLocks noChangeShapeType="1"/>
              </p:cNvSpPr>
              <p:nvPr/>
            </p:nvSpPr>
            <p:spPr bwMode="auto">
              <a:xfrm flipV="1">
                <a:off x="6594477" y="7584302"/>
                <a:ext cx="287338" cy="0"/>
              </a:xfrm>
              <a:prstGeom prst="line">
                <a:avLst/>
              </a:prstGeom>
              <a:noFill/>
              <a:ln w="254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542" name="Line 410"/>
              <p:cNvSpPr>
                <a:spLocks noChangeShapeType="1"/>
              </p:cNvSpPr>
              <p:nvPr/>
            </p:nvSpPr>
            <p:spPr bwMode="auto">
              <a:xfrm flipH="1" flipV="1">
                <a:off x="7747000" y="7743825"/>
                <a:ext cx="0" cy="217488"/>
              </a:xfrm>
              <a:prstGeom prst="line">
                <a:avLst/>
              </a:prstGeom>
              <a:noFill/>
              <a:ln w="25400">
                <a:solidFill>
                  <a:srgbClr val="993366"/>
                </a:solidFill>
                <a:round/>
                <a:headEnd type="oval" w="med" len="med"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543" name="Line 411"/>
              <p:cNvSpPr>
                <a:spLocks noChangeShapeType="1"/>
              </p:cNvSpPr>
              <p:nvPr/>
            </p:nvSpPr>
            <p:spPr bwMode="auto">
              <a:xfrm flipV="1">
                <a:off x="7747001" y="7743825"/>
                <a:ext cx="288925" cy="0"/>
              </a:xfrm>
              <a:prstGeom prst="line">
                <a:avLst/>
              </a:prstGeom>
              <a:noFill/>
              <a:ln w="25400">
                <a:solidFill>
                  <a:srgbClr val="993366"/>
                </a:solidFill>
                <a:round/>
                <a:headEnd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grpSp>
            <p:nvGrpSpPr>
              <p:cNvPr id="544" name="Group 412"/>
              <p:cNvGrpSpPr>
                <a:grpSpLocks/>
              </p:cNvGrpSpPr>
              <p:nvPr/>
            </p:nvGrpSpPr>
            <p:grpSpPr bwMode="auto">
              <a:xfrm>
                <a:off x="8034340" y="7456491"/>
                <a:ext cx="792162" cy="360362"/>
                <a:chOff x="2747" y="4827"/>
                <a:chExt cx="499" cy="227"/>
              </a:xfrm>
            </p:grpSpPr>
            <p:grpSp>
              <p:nvGrpSpPr>
                <p:cNvPr id="739" name="Group 413"/>
                <p:cNvGrpSpPr>
                  <a:grpSpLocks/>
                </p:cNvGrpSpPr>
                <p:nvPr/>
              </p:nvGrpSpPr>
              <p:grpSpPr bwMode="auto">
                <a:xfrm rot="10800000">
                  <a:off x="2974" y="4918"/>
                  <a:ext cx="272" cy="136"/>
                  <a:chOff x="1477" y="3739"/>
                  <a:chExt cx="227" cy="91"/>
                </a:xfrm>
              </p:grpSpPr>
              <p:sp>
                <p:nvSpPr>
                  <p:cNvPr id="744" name="AutoShape 414"/>
                  <p:cNvSpPr>
                    <a:spLocks noChangeArrowheads="1"/>
                  </p:cNvSpPr>
                  <p:nvPr/>
                </p:nvSpPr>
                <p:spPr bwMode="auto">
                  <a:xfrm>
                    <a:off x="1477" y="3739"/>
                    <a:ext cx="227" cy="45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w 21600"/>
                      <a:gd name="T7" fmla="*/ 0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4472 w 21600"/>
                      <a:gd name="T13" fmla="*/ 4320 h 21600"/>
                      <a:gd name="T14" fmla="*/ 17128 w 21600"/>
                      <a:gd name="T15" fmla="*/ 17280 h 2160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600" h="21600">
                        <a:moveTo>
                          <a:pt x="0" y="0"/>
                        </a:moveTo>
                        <a:lnTo>
                          <a:pt x="5400" y="21600"/>
                        </a:lnTo>
                        <a:lnTo>
                          <a:pt x="16200" y="21600"/>
                        </a:lnTo>
                        <a:lnTo>
                          <a:pt x="21600" y="0"/>
                        </a:lnTo>
                        <a:close/>
                      </a:path>
                    </a:pathLst>
                  </a:custGeom>
                  <a:solidFill>
                    <a:srgbClr val="808000">
                      <a:alpha val="39999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745" name="Rectangle 415"/>
                  <p:cNvSpPr>
                    <a:spLocks noChangeArrowheads="1"/>
                  </p:cNvSpPr>
                  <p:nvPr/>
                </p:nvSpPr>
                <p:spPr bwMode="auto">
                  <a:xfrm>
                    <a:off x="1523" y="3784"/>
                    <a:ext cx="136" cy="46"/>
                  </a:xfrm>
                  <a:prstGeom prst="rect">
                    <a:avLst/>
                  </a:prstGeom>
                  <a:solidFill>
                    <a:srgbClr val="808000">
                      <a:alpha val="39999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/>
                    <a:endParaRPr lang="ko-KR" altLang="ko-KR"/>
                  </a:p>
                </p:txBody>
              </p:sp>
            </p:grpSp>
            <p:sp>
              <p:nvSpPr>
                <p:cNvPr id="740" name="Rectangle 416"/>
                <p:cNvSpPr>
                  <a:spLocks noChangeArrowheads="1"/>
                </p:cNvSpPr>
                <p:nvPr/>
              </p:nvSpPr>
              <p:spPr bwMode="auto">
                <a:xfrm flipH="1">
                  <a:off x="2747" y="4918"/>
                  <a:ext cx="182" cy="136"/>
                </a:xfrm>
                <a:prstGeom prst="rect">
                  <a:avLst/>
                </a:prstGeom>
                <a:solidFill>
                  <a:srgbClr val="C0C0C0">
                    <a:alpha val="50195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121789" tIns="60894" rIns="121789" bIns="60894" anchor="ctr"/>
                <a:lstStyle/>
                <a:p>
                  <a:pPr algn="ctr"/>
                  <a:r>
                    <a:rPr lang="en-US" altLang="ko-KR" sz="600" dirty="0">
                      <a:latin typeface="Arial" charset="0"/>
                    </a:rPr>
                    <a:t>TRF</a:t>
                  </a:r>
                  <a:endParaRPr lang="ko-KR" altLang="ko-KR" dirty="0"/>
                </a:p>
              </p:txBody>
            </p:sp>
            <p:sp>
              <p:nvSpPr>
                <p:cNvPr id="741" name="Line 417"/>
                <p:cNvSpPr>
                  <a:spLocks noChangeShapeType="1"/>
                </p:cNvSpPr>
                <p:nvPr/>
              </p:nvSpPr>
              <p:spPr bwMode="auto">
                <a:xfrm>
                  <a:off x="3110" y="4827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 type="arrow" w="med" len="med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742" name="Line 418"/>
                <p:cNvSpPr>
                  <a:spLocks noChangeShapeType="1"/>
                </p:cNvSpPr>
                <p:nvPr/>
              </p:nvSpPr>
              <p:spPr bwMode="auto">
                <a:xfrm flipV="1">
                  <a:off x="2838" y="4827"/>
                  <a:ext cx="272" cy="0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743" name="Line 419"/>
                <p:cNvSpPr>
                  <a:spLocks noChangeShapeType="1"/>
                </p:cNvSpPr>
                <p:nvPr/>
              </p:nvSpPr>
              <p:spPr bwMode="auto">
                <a:xfrm flipV="1">
                  <a:off x="2838" y="4827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545" name="Group 420"/>
              <p:cNvGrpSpPr>
                <a:grpSpLocks/>
              </p:cNvGrpSpPr>
              <p:nvPr/>
            </p:nvGrpSpPr>
            <p:grpSpPr bwMode="auto">
              <a:xfrm>
                <a:off x="4216401" y="6223000"/>
                <a:ext cx="792163" cy="360363"/>
                <a:chOff x="2475" y="3875"/>
                <a:chExt cx="499" cy="227"/>
              </a:xfrm>
            </p:grpSpPr>
            <p:grpSp>
              <p:nvGrpSpPr>
                <p:cNvPr id="732" name="Group 421"/>
                <p:cNvGrpSpPr>
                  <a:grpSpLocks/>
                </p:cNvGrpSpPr>
                <p:nvPr/>
              </p:nvGrpSpPr>
              <p:grpSpPr bwMode="auto">
                <a:xfrm rot="10800000">
                  <a:off x="2702" y="3966"/>
                  <a:ext cx="272" cy="136"/>
                  <a:chOff x="1477" y="3739"/>
                  <a:chExt cx="227" cy="91"/>
                </a:xfrm>
              </p:grpSpPr>
              <p:sp>
                <p:nvSpPr>
                  <p:cNvPr id="737" name="AutoShape 422"/>
                  <p:cNvSpPr>
                    <a:spLocks noChangeArrowheads="1"/>
                  </p:cNvSpPr>
                  <p:nvPr/>
                </p:nvSpPr>
                <p:spPr bwMode="auto">
                  <a:xfrm>
                    <a:off x="1477" y="3739"/>
                    <a:ext cx="227" cy="45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w 21600"/>
                      <a:gd name="T7" fmla="*/ 0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4472 w 21600"/>
                      <a:gd name="T13" fmla="*/ 4320 h 21600"/>
                      <a:gd name="T14" fmla="*/ 17128 w 21600"/>
                      <a:gd name="T15" fmla="*/ 17280 h 2160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600" h="21600">
                        <a:moveTo>
                          <a:pt x="0" y="0"/>
                        </a:moveTo>
                        <a:lnTo>
                          <a:pt x="5400" y="21600"/>
                        </a:lnTo>
                        <a:lnTo>
                          <a:pt x="16200" y="21600"/>
                        </a:lnTo>
                        <a:lnTo>
                          <a:pt x="21600" y="0"/>
                        </a:lnTo>
                        <a:close/>
                      </a:path>
                    </a:pathLst>
                  </a:custGeom>
                  <a:solidFill>
                    <a:srgbClr val="808000">
                      <a:alpha val="10196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738" name="Rectangle 423"/>
                  <p:cNvSpPr>
                    <a:spLocks noChangeArrowheads="1"/>
                  </p:cNvSpPr>
                  <p:nvPr/>
                </p:nvSpPr>
                <p:spPr bwMode="auto">
                  <a:xfrm>
                    <a:off x="1523" y="3784"/>
                    <a:ext cx="136" cy="46"/>
                  </a:xfrm>
                  <a:prstGeom prst="rect">
                    <a:avLst/>
                  </a:prstGeom>
                  <a:solidFill>
                    <a:srgbClr val="808000">
                      <a:alpha val="10196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/>
                    <a:endParaRPr lang="ko-KR" altLang="ko-KR"/>
                  </a:p>
                </p:txBody>
              </p:sp>
            </p:grpSp>
            <p:sp>
              <p:nvSpPr>
                <p:cNvPr id="733" name="Rectangle 424"/>
                <p:cNvSpPr>
                  <a:spLocks noChangeArrowheads="1"/>
                </p:cNvSpPr>
                <p:nvPr/>
              </p:nvSpPr>
              <p:spPr bwMode="auto">
                <a:xfrm flipH="1">
                  <a:off x="2475" y="3966"/>
                  <a:ext cx="182" cy="136"/>
                </a:xfrm>
                <a:prstGeom prst="rect">
                  <a:avLst/>
                </a:prstGeom>
                <a:solidFill>
                  <a:srgbClr val="FFCC99">
                    <a:alpha val="50195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121789" tIns="60894" rIns="121789" bIns="60894" anchor="ctr"/>
                <a:lstStyle/>
                <a:p>
                  <a:pPr algn="ctr"/>
                  <a:r>
                    <a:rPr lang="en-US" altLang="ko-KR" sz="600" dirty="0">
                      <a:latin typeface="Arial" charset="0"/>
                    </a:rPr>
                    <a:t>TRF</a:t>
                  </a:r>
                  <a:endParaRPr lang="ko-KR" altLang="ko-KR" dirty="0"/>
                </a:p>
              </p:txBody>
            </p:sp>
            <p:sp>
              <p:nvSpPr>
                <p:cNvPr id="734" name="Line 425"/>
                <p:cNvSpPr>
                  <a:spLocks noChangeShapeType="1"/>
                </p:cNvSpPr>
                <p:nvPr/>
              </p:nvSpPr>
              <p:spPr bwMode="auto">
                <a:xfrm>
                  <a:off x="2838" y="3875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 type="arrow" w="med" len="med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735" name="Line 426"/>
                <p:cNvSpPr>
                  <a:spLocks noChangeShapeType="1"/>
                </p:cNvSpPr>
                <p:nvPr/>
              </p:nvSpPr>
              <p:spPr bwMode="auto">
                <a:xfrm flipV="1">
                  <a:off x="2566" y="3875"/>
                  <a:ext cx="272" cy="0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736" name="Line 427"/>
                <p:cNvSpPr>
                  <a:spLocks noChangeShapeType="1"/>
                </p:cNvSpPr>
                <p:nvPr/>
              </p:nvSpPr>
              <p:spPr bwMode="auto">
                <a:xfrm flipV="1">
                  <a:off x="2566" y="3875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sp>
            <p:nvSpPr>
              <p:cNvPr id="546" name="Line 428"/>
              <p:cNvSpPr>
                <a:spLocks noChangeShapeType="1"/>
              </p:cNvSpPr>
              <p:nvPr/>
            </p:nvSpPr>
            <p:spPr bwMode="auto">
              <a:xfrm flipV="1">
                <a:off x="5226454" y="6583365"/>
                <a:ext cx="0" cy="287336"/>
              </a:xfrm>
              <a:prstGeom prst="line">
                <a:avLst/>
              </a:prstGeom>
              <a:noFill/>
              <a:ln w="25400">
                <a:solidFill>
                  <a:srgbClr val="CC99FF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grpSp>
            <p:nvGrpSpPr>
              <p:cNvPr id="547" name="Group 432"/>
              <p:cNvGrpSpPr>
                <a:grpSpLocks/>
              </p:cNvGrpSpPr>
              <p:nvPr/>
            </p:nvGrpSpPr>
            <p:grpSpPr bwMode="auto">
              <a:xfrm>
                <a:off x="7456489" y="6223000"/>
                <a:ext cx="792162" cy="360363"/>
                <a:chOff x="2475" y="3875"/>
                <a:chExt cx="499" cy="227"/>
              </a:xfrm>
            </p:grpSpPr>
            <p:grpSp>
              <p:nvGrpSpPr>
                <p:cNvPr id="725" name="Group 433"/>
                <p:cNvGrpSpPr>
                  <a:grpSpLocks/>
                </p:cNvGrpSpPr>
                <p:nvPr/>
              </p:nvGrpSpPr>
              <p:grpSpPr bwMode="auto">
                <a:xfrm rot="10800000">
                  <a:off x="2702" y="3966"/>
                  <a:ext cx="272" cy="136"/>
                  <a:chOff x="1477" y="3739"/>
                  <a:chExt cx="227" cy="91"/>
                </a:xfrm>
              </p:grpSpPr>
              <p:sp>
                <p:nvSpPr>
                  <p:cNvPr id="730" name="AutoShape 434"/>
                  <p:cNvSpPr>
                    <a:spLocks noChangeArrowheads="1"/>
                  </p:cNvSpPr>
                  <p:nvPr/>
                </p:nvSpPr>
                <p:spPr bwMode="auto">
                  <a:xfrm>
                    <a:off x="1477" y="3739"/>
                    <a:ext cx="227" cy="45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w 21600"/>
                      <a:gd name="T7" fmla="*/ 0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4472 w 21600"/>
                      <a:gd name="T13" fmla="*/ 4320 h 21600"/>
                      <a:gd name="T14" fmla="*/ 17128 w 21600"/>
                      <a:gd name="T15" fmla="*/ 17280 h 2160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600" h="21600">
                        <a:moveTo>
                          <a:pt x="0" y="0"/>
                        </a:moveTo>
                        <a:lnTo>
                          <a:pt x="5400" y="21600"/>
                        </a:lnTo>
                        <a:lnTo>
                          <a:pt x="16200" y="21600"/>
                        </a:lnTo>
                        <a:lnTo>
                          <a:pt x="21600" y="0"/>
                        </a:lnTo>
                        <a:close/>
                      </a:path>
                    </a:pathLst>
                  </a:custGeom>
                  <a:solidFill>
                    <a:srgbClr val="808000">
                      <a:alpha val="10196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731" name="Rectangle 435"/>
                  <p:cNvSpPr>
                    <a:spLocks noChangeArrowheads="1"/>
                  </p:cNvSpPr>
                  <p:nvPr/>
                </p:nvSpPr>
                <p:spPr bwMode="auto">
                  <a:xfrm>
                    <a:off x="1523" y="3784"/>
                    <a:ext cx="136" cy="46"/>
                  </a:xfrm>
                  <a:prstGeom prst="rect">
                    <a:avLst/>
                  </a:prstGeom>
                  <a:solidFill>
                    <a:srgbClr val="808000">
                      <a:alpha val="10196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/>
                    <a:endParaRPr lang="ko-KR" altLang="ko-KR"/>
                  </a:p>
                </p:txBody>
              </p:sp>
            </p:grpSp>
            <p:sp>
              <p:nvSpPr>
                <p:cNvPr id="726" name="Rectangle 436"/>
                <p:cNvSpPr>
                  <a:spLocks noChangeArrowheads="1"/>
                </p:cNvSpPr>
                <p:nvPr/>
              </p:nvSpPr>
              <p:spPr bwMode="auto">
                <a:xfrm flipH="1">
                  <a:off x="2475" y="3966"/>
                  <a:ext cx="182" cy="136"/>
                </a:xfrm>
                <a:prstGeom prst="rect">
                  <a:avLst/>
                </a:prstGeom>
                <a:solidFill>
                  <a:srgbClr val="FFCC99">
                    <a:alpha val="50195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121789" tIns="60894" rIns="121789" bIns="60894" anchor="ctr"/>
                <a:lstStyle/>
                <a:p>
                  <a:pPr algn="ctr"/>
                  <a:r>
                    <a:rPr lang="en-US" altLang="ko-KR" sz="600" dirty="0">
                      <a:latin typeface="Arial" charset="0"/>
                    </a:rPr>
                    <a:t>TRF</a:t>
                  </a:r>
                  <a:endParaRPr lang="ko-KR" altLang="ko-KR" dirty="0"/>
                </a:p>
              </p:txBody>
            </p:sp>
            <p:sp>
              <p:nvSpPr>
                <p:cNvPr id="727" name="Line 437"/>
                <p:cNvSpPr>
                  <a:spLocks noChangeShapeType="1"/>
                </p:cNvSpPr>
                <p:nvPr/>
              </p:nvSpPr>
              <p:spPr bwMode="auto">
                <a:xfrm>
                  <a:off x="2838" y="3875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 type="arrow" w="med" len="med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728" name="Line 438"/>
                <p:cNvSpPr>
                  <a:spLocks noChangeShapeType="1"/>
                </p:cNvSpPr>
                <p:nvPr/>
              </p:nvSpPr>
              <p:spPr bwMode="auto">
                <a:xfrm flipV="1">
                  <a:off x="2566" y="3875"/>
                  <a:ext cx="272" cy="0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729" name="Line 439"/>
                <p:cNvSpPr>
                  <a:spLocks noChangeShapeType="1"/>
                </p:cNvSpPr>
                <p:nvPr/>
              </p:nvSpPr>
              <p:spPr bwMode="auto">
                <a:xfrm flipV="1">
                  <a:off x="2566" y="3875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sp>
            <p:nvSpPr>
              <p:cNvPr id="548" name="Line 440"/>
              <p:cNvSpPr>
                <a:spLocks noChangeShapeType="1"/>
              </p:cNvSpPr>
              <p:nvPr/>
            </p:nvSpPr>
            <p:spPr bwMode="auto">
              <a:xfrm flipH="1" flipV="1">
                <a:off x="6525619" y="6583365"/>
                <a:ext cx="1588" cy="431800"/>
              </a:xfrm>
              <a:prstGeom prst="line">
                <a:avLst/>
              </a:prstGeom>
              <a:noFill/>
              <a:ln w="25400">
                <a:solidFill>
                  <a:srgbClr val="CC99FF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grpSp>
            <p:nvGrpSpPr>
              <p:cNvPr id="549" name="Group 441"/>
              <p:cNvGrpSpPr>
                <a:grpSpLocks/>
              </p:cNvGrpSpPr>
              <p:nvPr/>
            </p:nvGrpSpPr>
            <p:grpSpPr bwMode="auto">
              <a:xfrm>
                <a:off x="3136902" y="6223000"/>
                <a:ext cx="792163" cy="360363"/>
                <a:chOff x="2475" y="3875"/>
                <a:chExt cx="499" cy="227"/>
              </a:xfrm>
            </p:grpSpPr>
            <p:grpSp>
              <p:nvGrpSpPr>
                <p:cNvPr id="718" name="Group 442"/>
                <p:cNvGrpSpPr>
                  <a:grpSpLocks/>
                </p:cNvGrpSpPr>
                <p:nvPr/>
              </p:nvGrpSpPr>
              <p:grpSpPr bwMode="auto">
                <a:xfrm rot="10800000">
                  <a:off x="2702" y="3966"/>
                  <a:ext cx="272" cy="136"/>
                  <a:chOff x="1477" y="3739"/>
                  <a:chExt cx="227" cy="91"/>
                </a:xfrm>
              </p:grpSpPr>
              <p:sp>
                <p:nvSpPr>
                  <p:cNvPr id="723" name="AutoShape 443"/>
                  <p:cNvSpPr>
                    <a:spLocks noChangeArrowheads="1"/>
                  </p:cNvSpPr>
                  <p:nvPr/>
                </p:nvSpPr>
                <p:spPr bwMode="auto">
                  <a:xfrm>
                    <a:off x="1477" y="3739"/>
                    <a:ext cx="227" cy="45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w 21600"/>
                      <a:gd name="T7" fmla="*/ 0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4472 w 21600"/>
                      <a:gd name="T13" fmla="*/ 4320 h 21600"/>
                      <a:gd name="T14" fmla="*/ 17128 w 21600"/>
                      <a:gd name="T15" fmla="*/ 17280 h 2160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600" h="21600">
                        <a:moveTo>
                          <a:pt x="0" y="0"/>
                        </a:moveTo>
                        <a:lnTo>
                          <a:pt x="5400" y="21600"/>
                        </a:lnTo>
                        <a:lnTo>
                          <a:pt x="16200" y="21600"/>
                        </a:lnTo>
                        <a:lnTo>
                          <a:pt x="21600" y="0"/>
                        </a:lnTo>
                        <a:close/>
                      </a:path>
                    </a:pathLst>
                  </a:custGeom>
                  <a:solidFill>
                    <a:srgbClr val="808000">
                      <a:alpha val="10196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724" name="Rectangle 444"/>
                  <p:cNvSpPr>
                    <a:spLocks noChangeArrowheads="1"/>
                  </p:cNvSpPr>
                  <p:nvPr/>
                </p:nvSpPr>
                <p:spPr bwMode="auto">
                  <a:xfrm>
                    <a:off x="1523" y="3784"/>
                    <a:ext cx="136" cy="46"/>
                  </a:xfrm>
                  <a:prstGeom prst="rect">
                    <a:avLst/>
                  </a:prstGeom>
                  <a:solidFill>
                    <a:srgbClr val="808000">
                      <a:alpha val="10196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/>
                    <a:endParaRPr lang="ko-KR" altLang="ko-KR"/>
                  </a:p>
                </p:txBody>
              </p:sp>
            </p:grpSp>
            <p:sp>
              <p:nvSpPr>
                <p:cNvPr id="719" name="Rectangle 445"/>
                <p:cNvSpPr>
                  <a:spLocks noChangeArrowheads="1"/>
                </p:cNvSpPr>
                <p:nvPr/>
              </p:nvSpPr>
              <p:spPr bwMode="auto">
                <a:xfrm flipH="1">
                  <a:off x="2475" y="3966"/>
                  <a:ext cx="182" cy="136"/>
                </a:xfrm>
                <a:prstGeom prst="rect">
                  <a:avLst/>
                </a:prstGeom>
                <a:solidFill>
                  <a:srgbClr val="FFCC99">
                    <a:alpha val="50195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121789" tIns="60894" rIns="121789" bIns="60894" anchor="ctr"/>
                <a:lstStyle/>
                <a:p>
                  <a:pPr algn="ctr"/>
                  <a:r>
                    <a:rPr lang="en-US" altLang="ko-KR" sz="600" dirty="0">
                      <a:latin typeface="Arial" charset="0"/>
                    </a:rPr>
                    <a:t>TRF</a:t>
                  </a:r>
                  <a:endParaRPr lang="ko-KR" altLang="ko-KR" dirty="0"/>
                </a:p>
              </p:txBody>
            </p:sp>
            <p:sp>
              <p:nvSpPr>
                <p:cNvPr id="720" name="Line 446"/>
                <p:cNvSpPr>
                  <a:spLocks noChangeShapeType="1"/>
                </p:cNvSpPr>
                <p:nvPr/>
              </p:nvSpPr>
              <p:spPr bwMode="auto">
                <a:xfrm>
                  <a:off x="2838" y="3875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 type="arrow" w="med" len="med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721" name="Line 447"/>
                <p:cNvSpPr>
                  <a:spLocks noChangeShapeType="1"/>
                </p:cNvSpPr>
                <p:nvPr/>
              </p:nvSpPr>
              <p:spPr bwMode="auto">
                <a:xfrm flipV="1">
                  <a:off x="2566" y="3875"/>
                  <a:ext cx="272" cy="0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722" name="Line 448"/>
                <p:cNvSpPr>
                  <a:spLocks noChangeShapeType="1"/>
                </p:cNvSpPr>
                <p:nvPr/>
              </p:nvSpPr>
              <p:spPr bwMode="auto">
                <a:xfrm flipV="1">
                  <a:off x="2566" y="3875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sp>
            <p:nvSpPr>
              <p:cNvPr id="550" name="Line 449"/>
              <p:cNvSpPr>
                <a:spLocks noChangeShapeType="1"/>
              </p:cNvSpPr>
              <p:nvPr/>
            </p:nvSpPr>
            <p:spPr bwMode="auto">
              <a:xfrm flipV="1">
                <a:off x="3281362" y="6583365"/>
                <a:ext cx="0" cy="287336"/>
              </a:xfrm>
              <a:prstGeom prst="line">
                <a:avLst/>
              </a:prstGeom>
              <a:noFill/>
              <a:ln w="25400">
                <a:solidFill>
                  <a:srgbClr val="CC99FF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grpSp>
            <p:nvGrpSpPr>
              <p:cNvPr id="551" name="Group 450"/>
              <p:cNvGrpSpPr>
                <a:grpSpLocks/>
              </p:cNvGrpSpPr>
              <p:nvPr/>
            </p:nvGrpSpPr>
            <p:grpSpPr bwMode="auto">
              <a:xfrm>
                <a:off x="8321676" y="6223000"/>
                <a:ext cx="792163" cy="360363"/>
                <a:chOff x="2475" y="3875"/>
                <a:chExt cx="499" cy="227"/>
              </a:xfrm>
            </p:grpSpPr>
            <p:grpSp>
              <p:nvGrpSpPr>
                <p:cNvPr id="711" name="Group 451"/>
                <p:cNvGrpSpPr>
                  <a:grpSpLocks/>
                </p:cNvGrpSpPr>
                <p:nvPr/>
              </p:nvGrpSpPr>
              <p:grpSpPr bwMode="auto">
                <a:xfrm rot="10800000">
                  <a:off x="2702" y="3966"/>
                  <a:ext cx="272" cy="136"/>
                  <a:chOff x="1477" y="3739"/>
                  <a:chExt cx="227" cy="91"/>
                </a:xfrm>
              </p:grpSpPr>
              <p:sp>
                <p:nvSpPr>
                  <p:cNvPr id="716" name="AutoShape 452"/>
                  <p:cNvSpPr>
                    <a:spLocks noChangeArrowheads="1"/>
                  </p:cNvSpPr>
                  <p:nvPr/>
                </p:nvSpPr>
                <p:spPr bwMode="auto">
                  <a:xfrm>
                    <a:off x="1477" y="3739"/>
                    <a:ext cx="227" cy="45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w 21600"/>
                      <a:gd name="T7" fmla="*/ 0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4472 w 21600"/>
                      <a:gd name="T13" fmla="*/ 4320 h 21600"/>
                      <a:gd name="T14" fmla="*/ 17128 w 21600"/>
                      <a:gd name="T15" fmla="*/ 17280 h 2160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600" h="21600">
                        <a:moveTo>
                          <a:pt x="0" y="0"/>
                        </a:moveTo>
                        <a:lnTo>
                          <a:pt x="5400" y="21600"/>
                        </a:lnTo>
                        <a:lnTo>
                          <a:pt x="16200" y="21600"/>
                        </a:lnTo>
                        <a:lnTo>
                          <a:pt x="21600" y="0"/>
                        </a:lnTo>
                        <a:close/>
                      </a:path>
                    </a:pathLst>
                  </a:custGeom>
                  <a:solidFill>
                    <a:srgbClr val="808000">
                      <a:alpha val="10196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717" name="Rectangle 453"/>
                  <p:cNvSpPr>
                    <a:spLocks noChangeArrowheads="1"/>
                  </p:cNvSpPr>
                  <p:nvPr/>
                </p:nvSpPr>
                <p:spPr bwMode="auto">
                  <a:xfrm>
                    <a:off x="1523" y="3784"/>
                    <a:ext cx="136" cy="46"/>
                  </a:xfrm>
                  <a:prstGeom prst="rect">
                    <a:avLst/>
                  </a:prstGeom>
                  <a:solidFill>
                    <a:srgbClr val="808000">
                      <a:alpha val="10196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/>
                    <a:endParaRPr lang="ko-KR" altLang="ko-KR"/>
                  </a:p>
                </p:txBody>
              </p:sp>
            </p:grpSp>
            <p:sp>
              <p:nvSpPr>
                <p:cNvPr id="712" name="Rectangle 454"/>
                <p:cNvSpPr>
                  <a:spLocks noChangeArrowheads="1"/>
                </p:cNvSpPr>
                <p:nvPr/>
              </p:nvSpPr>
              <p:spPr bwMode="auto">
                <a:xfrm flipH="1">
                  <a:off x="2475" y="3966"/>
                  <a:ext cx="182" cy="136"/>
                </a:xfrm>
                <a:prstGeom prst="rect">
                  <a:avLst/>
                </a:prstGeom>
                <a:solidFill>
                  <a:srgbClr val="FFCC99">
                    <a:alpha val="50195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121789" tIns="60894" rIns="121789" bIns="60894" anchor="ctr"/>
                <a:lstStyle/>
                <a:p>
                  <a:pPr algn="ctr"/>
                  <a:r>
                    <a:rPr lang="en-US" altLang="ko-KR" sz="600" dirty="0">
                      <a:latin typeface="Arial" charset="0"/>
                    </a:rPr>
                    <a:t>TRF</a:t>
                  </a:r>
                  <a:endParaRPr lang="ko-KR" altLang="ko-KR" dirty="0"/>
                </a:p>
              </p:txBody>
            </p:sp>
            <p:sp>
              <p:nvSpPr>
                <p:cNvPr id="713" name="Line 455"/>
                <p:cNvSpPr>
                  <a:spLocks noChangeShapeType="1"/>
                </p:cNvSpPr>
                <p:nvPr/>
              </p:nvSpPr>
              <p:spPr bwMode="auto">
                <a:xfrm>
                  <a:off x="2838" y="3875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 type="arrow" w="med" len="med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714" name="Line 456"/>
                <p:cNvSpPr>
                  <a:spLocks noChangeShapeType="1"/>
                </p:cNvSpPr>
                <p:nvPr/>
              </p:nvSpPr>
              <p:spPr bwMode="auto">
                <a:xfrm flipV="1">
                  <a:off x="2566" y="3875"/>
                  <a:ext cx="272" cy="0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715" name="Line 457"/>
                <p:cNvSpPr>
                  <a:spLocks noChangeShapeType="1"/>
                </p:cNvSpPr>
                <p:nvPr/>
              </p:nvSpPr>
              <p:spPr bwMode="auto">
                <a:xfrm flipV="1">
                  <a:off x="2566" y="3875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sp>
            <p:nvSpPr>
              <p:cNvPr id="552" name="Line 458"/>
              <p:cNvSpPr>
                <a:spLocks noChangeShapeType="1"/>
              </p:cNvSpPr>
              <p:nvPr/>
            </p:nvSpPr>
            <p:spPr bwMode="auto">
              <a:xfrm flipV="1">
                <a:off x="8466139" y="6583365"/>
                <a:ext cx="0" cy="431800"/>
              </a:xfrm>
              <a:prstGeom prst="line">
                <a:avLst/>
              </a:prstGeom>
              <a:noFill/>
              <a:ln w="25400">
                <a:solidFill>
                  <a:srgbClr val="CC99FF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grpSp>
            <p:nvGrpSpPr>
              <p:cNvPr id="553" name="Group 459"/>
              <p:cNvGrpSpPr>
                <a:grpSpLocks/>
              </p:cNvGrpSpPr>
              <p:nvPr/>
            </p:nvGrpSpPr>
            <p:grpSpPr bwMode="auto">
              <a:xfrm>
                <a:off x="6376990" y="6223000"/>
                <a:ext cx="792162" cy="360363"/>
                <a:chOff x="2475" y="3875"/>
                <a:chExt cx="499" cy="227"/>
              </a:xfrm>
            </p:grpSpPr>
            <p:grpSp>
              <p:nvGrpSpPr>
                <p:cNvPr id="704" name="Group 460"/>
                <p:cNvGrpSpPr>
                  <a:grpSpLocks/>
                </p:cNvGrpSpPr>
                <p:nvPr/>
              </p:nvGrpSpPr>
              <p:grpSpPr bwMode="auto">
                <a:xfrm rot="10800000">
                  <a:off x="2702" y="3966"/>
                  <a:ext cx="272" cy="136"/>
                  <a:chOff x="1477" y="3739"/>
                  <a:chExt cx="227" cy="91"/>
                </a:xfrm>
              </p:grpSpPr>
              <p:sp>
                <p:nvSpPr>
                  <p:cNvPr id="709" name="AutoShape 461"/>
                  <p:cNvSpPr>
                    <a:spLocks noChangeArrowheads="1"/>
                  </p:cNvSpPr>
                  <p:nvPr/>
                </p:nvSpPr>
                <p:spPr bwMode="auto">
                  <a:xfrm>
                    <a:off x="1477" y="3739"/>
                    <a:ext cx="227" cy="45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w 21600"/>
                      <a:gd name="T7" fmla="*/ 0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4472 w 21600"/>
                      <a:gd name="T13" fmla="*/ 4320 h 21600"/>
                      <a:gd name="T14" fmla="*/ 17128 w 21600"/>
                      <a:gd name="T15" fmla="*/ 17280 h 2160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600" h="21600">
                        <a:moveTo>
                          <a:pt x="0" y="0"/>
                        </a:moveTo>
                        <a:lnTo>
                          <a:pt x="5400" y="21600"/>
                        </a:lnTo>
                        <a:lnTo>
                          <a:pt x="16200" y="21600"/>
                        </a:lnTo>
                        <a:lnTo>
                          <a:pt x="21600" y="0"/>
                        </a:lnTo>
                        <a:close/>
                      </a:path>
                    </a:pathLst>
                  </a:custGeom>
                  <a:solidFill>
                    <a:srgbClr val="808000">
                      <a:alpha val="10196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710" name="Rectangle 462"/>
                  <p:cNvSpPr>
                    <a:spLocks noChangeArrowheads="1"/>
                  </p:cNvSpPr>
                  <p:nvPr/>
                </p:nvSpPr>
                <p:spPr bwMode="auto">
                  <a:xfrm>
                    <a:off x="1523" y="3784"/>
                    <a:ext cx="136" cy="46"/>
                  </a:xfrm>
                  <a:prstGeom prst="rect">
                    <a:avLst/>
                  </a:prstGeom>
                  <a:solidFill>
                    <a:srgbClr val="808000">
                      <a:alpha val="10196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/>
                    <a:endParaRPr lang="ko-KR" altLang="ko-KR"/>
                  </a:p>
                </p:txBody>
              </p:sp>
            </p:grpSp>
            <p:sp>
              <p:nvSpPr>
                <p:cNvPr id="705" name="Rectangle 463"/>
                <p:cNvSpPr>
                  <a:spLocks noChangeArrowheads="1"/>
                </p:cNvSpPr>
                <p:nvPr/>
              </p:nvSpPr>
              <p:spPr bwMode="auto">
                <a:xfrm flipH="1">
                  <a:off x="2475" y="3966"/>
                  <a:ext cx="182" cy="136"/>
                </a:xfrm>
                <a:prstGeom prst="rect">
                  <a:avLst/>
                </a:prstGeom>
                <a:solidFill>
                  <a:srgbClr val="FFCC99">
                    <a:alpha val="50195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121789" tIns="60894" rIns="121789" bIns="60894" anchor="ctr"/>
                <a:lstStyle/>
                <a:p>
                  <a:pPr algn="ctr"/>
                  <a:r>
                    <a:rPr lang="en-US" altLang="ko-KR" sz="600" dirty="0">
                      <a:latin typeface="Arial" charset="0"/>
                    </a:rPr>
                    <a:t>TRF</a:t>
                  </a:r>
                  <a:endParaRPr lang="ko-KR" altLang="ko-KR" dirty="0"/>
                </a:p>
              </p:txBody>
            </p:sp>
            <p:sp>
              <p:nvSpPr>
                <p:cNvPr id="706" name="Line 464"/>
                <p:cNvSpPr>
                  <a:spLocks noChangeShapeType="1"/>
                </p:cNvSpPr>
                <p:nvPr/>
              </p:nvSpPr>
              <p:spPr bwMode="auto">
                <a:xfrm>
                  <a:off x="2838" y="3875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 type="arrow" w="med" len="med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707" name="Line 465"/>
                <p:cNvSpPr>
                  <a:spLocks noChangeShapeType="1"/>
                </p:cNvSpPr>
                <p:nvPr/>
              </p:nvSpPr>
              <p:spPr bwMode="auto">
                <a:xfrm flipV="1">
                  <a:off x="2566" y="3875"/>
                  <a:ext cx="272" cy="0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708" name="Line 466"/>
                <p:cNvSpPr>
                  <a:spLocks noChangeShapeType="1"/>
                </p:cNvSpPr>
                <p:nvPr/>
              </p:nvSpPr>
              <p:spPr bwMode="auto">
                <a:xfrm flipV="1">
                  <a:off x="2566" y="3875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sp>
            <p:nvSpPr>
              <p:cNvPr id="554" name="Line 467"/>
              <p:cNvSpPr>
                <a:spLocks noChangeShapeType="1"/>
              </p:cNvSpPr>
              <p:nvPr/>
            </p:nvSpPr>
            <p:spPr bwMode="auto">
              <a:xfrm flipV="1">
                <a:off x="7622140" y="6583365"/>
                <a:ext cx="0" cy="287336"/>
              </a:xfrm>
              <a:prstGeom prst="line">
                <a:avLst/>
              </a:prstGeom>
              <a:noFill/>
              <a:ln w="25400">
                <a:solidFill>
                  <a:srgbClr val="CC99FF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grpSp>
            <p:nvGrpSpPr>
              <p:cNvPr id="555" name="Group 468"/>
              <p:cNvGrpSpPr>
                <a:grpSpLocks/>
              </p:cNvGrpSpPr>
              <p:nvPr/>
            </p:nvGrpSpPr>
            <p:grpSpPr bwMode="auto">
              <a:xfrm>
                <a:off x="5080000" y="6223000"/>
                <a:ext cx="792163" cy="360363"/>
                <a:chOff x="2475" y="3875"/>
                <a:chExt cx="499" cy="227"/>
              </a:xfrm>
            </p:grpSpPr>
            <p:grpSp>
              <p:nvGrpSpPr>
                <p:cNvPr id="697" name="Group 469"/>
                <p:cNvGrpSpPr>
                  <a:grpSpLocks/>
                </p:cNvGrpSpPr>
                <p:nvPr/>
              </p:nvGrpSpPr>
              <p:grpSpPr bwMode="auto">
                <a:xfrm rot="10800000">
                  <a:off x="2702" y="3966"/>
                  <a:ext cx="272" cy="136"/>
                  <a:chOff x="1477" y="3739"/>
                  <a:chExt cx="227" cy="91"/>
                </a:xfrm>
              </p:grpSpPr>
              <p:sp>
                <p:nvSpPr>
                  <p:cNvPr id="702" name="AutoShape 470"/>
                  <p:cNvSpPr>
                    <a:spLocks noChangeArrowheads="1"/>
                  </p:cNvSpPr>
                  <p:nvPr/>
                </p:nvSpPr>
                <p:spPr bwMode="auto">
                  <a:xfrm>
                    <a:off x="1477" y="3739"/>
                    <a:ext cx="227" cy="45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w 21600"/>
                      <a:gd name="T7" fmla="*/ 0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4472 w 21600"/>
                      <a:gd name="T13" fmla="*/ 4320 h 21600"/>
                      <a:gd name="T14" fmla="*/ 17128 w 21600"/>
                      <a:gd name="T15" fmla="*/ 17280 h 2160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600" h="21600">
                        <a:moveTo>
                          <a:pt x="0" y="0"/>
                        </a:moveTo>
                        <a:lnTo>
                          <a:pt x="5400" y="21600"/>
                        </a:lnTo>
                        <a:lnTo>
                          <a:pt x="16200" y="21600"/>
                        </a:lnTo>
                        <a:lnTo>
                          <a:pt x="21600" y="0"/>
                        </a:lnTo>
                        <a:close/>
                      </a:path>
                    </a:pathLst>
                  </a:custGeom>
                  <a:solidFill>
                    <a:srgbClr val="808000">
                      <a:alpha val="10196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703" name="Rectangle 471"/>
                  <p:cNvSpPr>
                    <a:spLocks noChangeArrowheads="1"/>
                  </p:cNvSpPr>
                  <p:nvPr/>
                </p:nvSpPr>
                <p:spPr bwMode="auto">
                  <a:xfrm>
                    <a:off x="1523" y="3784"/>
                    <a:ext cx="136" cy="46"/>
                  </a:xfrm>
                  <a:prstGeom prst="rect">
                    <a:avLst/>
                  </a:prstGeom>
                  <a:solidFill>
                    <a:srgbClr val="808000">
                      <a:alpha val="10196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/>
                    <a:endParaRPr lang="ko-KR" altLang="ko-KR"/>
                  </a:p>
                </p:txBody>
              </p:sp>
            </p:grpSp>
            <p:sp>
              <p:nvSpPr>
                <p:cNvPr id="698" name="Rectangle 472"/>
                <p:cNvSpPr>
                  <a:spLocks noChangeArrowheads="1"/>
                </p:cNvSpPr>
                <p:nvPr/>
              </p:nvSpPr>
              <p:spPr bwMode="auto">
                <a:xfrm flipH="1">
                  <a:off x="2475" y="3966"/>
                  <a:ext cx="182" cy="136"/>
                </a:xfrm>
                <a:prstGeom prst="rect">
                  <a:avLst/>
                </a:prstGeom>
                <a:solidFill>
                  <a:srgbClr val="FFCC99">
                    <a:alpha val="50195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121789" tIns="60894" rIns="121789" bIns="60894" anchor="ctr"/>
                <a:lstStyle/>
                <a:p>
                  <a:pPr algn="ctr"/>
                  <a:r>
                    <a:rPr lang="en-US" altLang="ko-KR" sz="600" dirty="0">
                      <a:latin typeface="Arial" charset="0"/>
                    </a:rPr>
                    <a:t>TRF</a:t>
                  </a:r>
                  <a:endParaRPr lang="ko-KR" altLang="ko-KR" dirty="0"/>
                </a:p>
              </p:txBody>
            </p:sp>
            <p:sp>
              <p:nvSpPr>
                <p:cNvPr id="699" name="Line 473"/>
                <p:cNvSpPr>
                  <a:spLocks noChangeShapeType="1"/>
                </p:cNvSpPr>
                <p:nvPr/>
              </p:nvSpPr>
              <p:spPr bwMode="auto">
                <a:xfrm>
                  <a:off x="2838" y="3875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 type="arrow" w="med" len="med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700" name="Line 474"/>
                <p:cNvSpPr>
                  <a:spLocks noChangeShapeType="1"/>
                </p:cNvSpPr>
                <p:nvPr/>
              </p:nvSpPr>
              <p:spPr bwMode="auto">
                <a:xfrm flipV="1">
                  <a:off x="2566" y="3875"/>
                  <a:ext cx="272" cy="0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701" name="Line 475"/>
                <p:cNvSpPr>
                  <a:spLocks noChangeShapeType="1"/>
                </p:cNvSpPr>
                <p:nvPr/>
              </p:nvSpPr>
              <p:spPr bwMode="auto">
                <a:xfrm flipV="1">
                  <a:off x="2566" y="3875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sp>
            <p:nvSpPr>
              <p:cNvPr id="556" name="Line 476"/>
              <p:cNvSpPr>
                <a:spLocks noChangeShapeType="1"/>
              </p:cNvSpPr>
              <p:nvPr/>
            </p:nvSpPr>
            <p:spPr bwMode="auto">
              <a:xfrm flipV="1">
                <a:off x="4363258" y="6583365"/>
                <a:ext cx="1588" cy="431800"/>
              </a:xfrm>
              <a:prstGeom prst="line">
                <a:avLst/>
              </a:prstGeom>
              <a:noFill/>
              <a:ln w="25400">
                <a:solidFill>
                  <a:srgbClr val="CC99FF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grpSp>
            <p:nvGrpSpPr>
              <p:cNvPr id="557" name="Group 477"/>
              <p:cNvGrpSpPr>
                <a:grpSpLocks/>
              </p:cNvGrpSpPr>
              <p:nvPr/>
            </p:nvGrpSpPr>
            <p:grpSpPr bwMode="auto">
              <a:xfrm>
                <a:off x="6165851" y="5718176"/>
                <a:ext cx="792163" cy="360363"/>
                <a:chOff x="2475" y="3875"/>
                <a:chExt cx="499" cy="227"/>
              </a:xfrm>
            </p:grpSpPr>
            <p:grpSp>
              <p:nvGrpSpPr>
                <p:cNvPr id="690" name="Group 478"/>
                <p:cNvGrpSpPr>
                  <a:grpSpLocks/>
                </p:cNvGrpSpPr>
                <p:nvPr/>
              </p:nvGrpSpPr>
              <p:grpSpPr bwMode="auto">
                <a:xfrm rot="10800000">
                  <a:off x="2702" y="3966"/>
                  <a:ext cx="272" cy="136"/>
                  <a:chOff x="1477" y="3739"/>
                  <a:chExt cx="227" cy="91"/>
                </a:xfrm>
              </p:grpSpPr>
              <p:sp>
                <p:nvSpPr>
                  <p:cNvPr id="695" name="AutoShape 479"/>
                  <p:cNvSpPr>
                    <a:spLocks noChangeArrowheads="1"/>
                  </p:cNvSpPr>
                  <p:nvPr/>
                </p:nvSpPr>
                <p:spPr bwMode="auto">
                  <a:xfrm>
                    <a:off x="1477" y="3739"/>
                    <a:ext cx="227" cy="45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w 21600"/>
                      <a:gd name="T7" fmla="*/ 0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4472 w 21600"/>
                      <a:gd name="T13" fmla="*/ 4320 h 21600"/>
                      <a:gd name="T14" fmla="*/ 17128 w 21600"/>
                      <a:gd name="T15" fmla="*/ 17280 h 2160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600" h="21600">
                        <a:moveTo>
                          <a:pt x="0" y="0"/>
                        </a:moveTo>
                        <a:lnTo>
                          <a:pt x="5400" y="21600"/>
                        </a:lnTo>
                        <a:lnTo>
                          <a:pt x="16200" y="21600"/>
                        </a:lnTo>
                        <a:lnTo>
                          <a:pt x="21600" y="0"/>
                        </a:lnTo>
                        <a:close/>
                      </a:path>
                    </a:pathLst>
                  </a:custGeom>
                  <a:solidFill>
                    <a:srgbClr val="808000">
                      <a:alpha val="10196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696" name="Rectangle 480"/>
                  <p:cNvSpPr>
                    <a:spLocks noChangeArrowheads="1"/>
                  </p:cNvSpPr>
                  <p:nvPr/>
                </p:nvSpPr>
                <p:spPr bwMode="auto">
                  <a:xfrm>
                    <a:off x="1523" y="3784"/>
                    <a:ext cx="136" cy="46"/>
                  </a:xfrm>
                  <a:prstGeom prst="rect">
                    <a:avLst/>
                  </a:prstGeom>
                  <a:solidFill>
                    <a:srgbClr val="808000">
                      <a:alpha val="10196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/>
                    <a:endParaRPr lang="ko-KR" altLang="ko-KR"/>
                  </a:p>
                </p:txBody>
              </p:sp>
            </p:grpSp>
            <p:sp>
              <p:nvSpPr>
                <p:cNvPr id="691" name="Rectangle 481"/>
                <p:cNvSpPr>
                  <a:spLocks noChangeArrowheads="1"/>
                </p:cNvSpPr>
                <p:nvPr/>
              </p:nvSpPr>
              <p:spPr bwMode="auto">
                <a:xfrm flipH="1">
                  <a:off x="2475" y="3966"/>
                  <a:ext cx="182" cy="136"/>
                </a:xfrm>
                <a:prstGeom prst="rect">
                  <a:avLst/>
                </a:prstGeom>
                <a:solidFill>
                  <a:srgbClr val="FFCC99">
                    <a:alpha val="50195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121789" tIns="60894" rIns="121789" bIns="60894" anchor="ctr"/>
                <a:lstStyle/>
                <a:p>
                  <a:pPr algn="ctr"/>
                  <a:r>
                    <a:rPr lang="en-US" altLang="ko-KR" sz="600" dirty="0">
                      <a:latin typeface="Arial" charset="0"/>
                    </a:rPr>
                    <a:t>TRF</a:t>
                  </a:r>
                  <a:endParaRPr lang="ko-KR" altLang="ko-KR" dirty="0"/>
                </a:p>
              </p:txBody>
            </p:sp>
            <p:sp>
              <p:nvSpPr>
                <p:cNvPr id="692" name="Line 482"/>
                <p:cNvSpPr>
                  <a:spLocks noChangeShapeType="1"/>
                </p:cNvSpPr>
                <p:nvPr/>
              </p:nvSpPr>
              <p:spPr bwMode="auto">
                <a:xfrm>
                  <a:off x="2838" y="3875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 type="arrow" w="med" len="med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693" name="Line 483"/>
                <p:cNvSpPr>
                  <a:spLocks noChangeShapeType="1"/>
                </p:cNvSpPr>
                <p:nvPr/>
              </p:nvSpPr>
              <p:spPr bwMode="auto">
                <a:xfrm flipV="1">
                  <a:off x="2566" y="3875"/>
                  <a:ext cx="272" cy="0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694" name="Line 484"/>
                <p:cNvSpPr>
                  <a:spLocks noChangeShapeType="1"/>
                </p:cNvSpPr>
                <p:nvPr/>
              </p:nvSpPr>
              <p:spPr bwMode="auto">
                <a:xfrm flipV="1">
                  <a:off x="2566" y="3875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sp>
            <p:nvSpPr>
              <p:cNvPr id="558" name="Line 485"/>
              <p:cNvSpPr>
                <a:spLocks noChangeShapeType="1"/>
              </p:cNvSpPr>
              <p:nvPr/>
            </p:nvSpPr>
            <p:spPr bwMode="auto">
              <a:xfrm flipV="1">
                <a:off x="5965742" y="6078541"/>
                <a:ext cx="0" cy="936625"/>
              </a:xfrm>
              <a:prstGeom prst="line">
                <a:avLst/>
              </a:prstGeom>
              <a:noFill/>
              <a:ln w="25400">
                <a:solidFill>
                  <a:srgbClr val="CC99FF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grpSp>
            <p:nvGrpSpPr>
              <p:cNvPr id="559" name="Group 486"/>
              <p:cNvGrpSpPr>
                <a:grpSpLocks/>
              </p:cNvGrpSpPr>
              <p:nvPr/>
            </p:nvGrpSpPr>
            <p:grpSpPr bwMode="auto">
              <a:xfrm flipH="1">
                <a:off x="5302251" y="5718176"/>
                <a:ext cx="792163" cy="360363"/>
                <a:chOff x="2475" y="3875"/>
                <a:chExt cx="499" cy="227"/>
              </a:xfrm>
            </p:grpSpPr>
            <p:grpSp>
              <p:nvGrpSpPr>
                <p:cNvPr id="683" name="Group 487"/>
                <p:cNvGrpSpPr>
                  <a:grpSpLocks/>
                </p:cNvGrpSpPr>
                <p:nvPr/>
              </p:nvGrpSpPr>
              <p:grpSpPr bwMode="auto">
                <a:xfrm rot="10800000">
                  <a:off x="2702" y="3966"/>
                  <a:ext cx="272" cy="136"/>
                  <a:chOff x="1477" y="3739"/>
                  <a:chExt cx="227" cy="91"/>
                </a:xfrm>
              </p:grpSpPr>
              <p:sp>
                <p:nvSpPr>
                  <p:cNvPr id="688" name="AutoShape 488"/>
                  <p:cNvSpPr>
                    <a:spLocks noChangeArrowheads="1"/>
                  </p:cNvSpPr>
                  <p:nvPr/>
                </p:nvSpPr>
                <p:spPr bwMode="auto">
                  <a:xfrm>
                    <a:off x="1477" y="3739"/>
                    <a:ext cx="227" cy="45"/>
                  </a:xfrm>
                  <a:custGeom>
                    <a:avLst/>
                    <a:gdLst>
                      <a:gd name="T0" fmla="*/ 0 w 21600"/>
                      <a:gd name="T1" fmla="*/ 0 h 21600"/>
                      <a:gd name="T2" fmla="*/ 0 w 21600"/>
                      <a:gd name="T3" fmla="*/ 0 h 21600"/>
                      <a:gd name="T4" fmla="*/ 0 w 21600"/>
                      <a:gd name="T5" fmla="*/ 0 h 21600"/>
                      <a:gd name="T6" fmla="*/ 0 w 21600"/>
                      <a:gd name="T7" fmla="*/ 0 h 2160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4472 w 21600"/>
                      <a:gd name="T13" fmla="*/ 4320 h 21600"/>
                      <a:gd name="T14" fmla="*/ 17128 w 21600"/>
                      <a:gd name="T15" fmla="*/ 17280 h 2160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600" h="21600">
                        <a:moveTo>
                          <a:pt x="0" y="0"/>
                        </a:moveTo>
                        <a:lnTo>
                          <a:pt x="5400" y="21600"/>
                        </a:lnTo>
                        <a:lnTo>
                          <a:pt x="16200" y="21600"/>
                        </a:lnTo>
                        <a:lnTo>
                          <a:pt x="21600" y="0"/>
                        </a:lnTo>
                        <a:close/>
                      </a:path>
                    </a:pathLst>
                  </a:custGeom>
                  <a:solidFill>
                    <a:srgbClr val="808000">
                      <a:alpha val="10196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endParaRPr lang="ko-KR" altLang="en-US"/>
                  </a:p>
                </p:txBody>
              </p:sp>
              <p:sp>
                <p:nvSpPr>
                  <p:cNvPr id="689" name="Rectangle 489"/>
                  <p:cNvSpPr>
                    <a:spLocks noChangeArrowheads="1"/>
                  </p:cNvSpPr>
                  <p:nvPr/>
                </p:nvSpPr>
                <p:spPr bwMode="auto">
                  <a:xfrm>
                    <a:off x="1523" y="3784"/>
                    <a:ext cx="136" cy="46"/>
                  </a:xfrm>
                  <a:prstGeom prst="rect">
                    <a:avLst/>
                  </a:prstGeom>
                  <a:solidFill>
                    <a:srgbClr val="808000">
                      <a:alpha val="10196"/>
                    </a:srgbClr>
                  </a:solidFill>
                  <a:ln w="635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/>
                  <a:p>
                    <a:pPr algn="ctr"/>
                    <a:endParaRPr lang="ko-KR" altLang="ko-KR"/>
                  </a:p>
                </p:txBody>
              </p:sp>
            </p:grpSp>
            <p:sp>
              <p:nvSpPr>
                <p:cNvPr id="684" name="Rectangle 490"/>
                <p:cNvSpPr>
                  <a:spLocks noChangeArrowheads="1"/>
                </p:cNvSpPr>
                <p:nvPr/>
              </p:nvSpPr>
              <p:spPr bwMode="auto">
                <a:xfrm flipH="1">
                  <a:off x="2475" y="3966"/>
                  <a:ext cx="182" cy="136"/>
                </a:xfrm>
                <a:prstGeom prst="rect">
                  <a:avLst/>
                </a:prstGeom>
                <a:solidFill>
                  <a:srgbClr val="FFCC99">
                    <a:alpha val="50195"/>
                  </a:srgbClr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lIns="121789" tIns="60894" rIns="121789" bIns="60894" anchor="ctr"/>
                <a:lstStyle/>
                <a:p>
                  <a:pPr algn="ctr"/>
                  <a:r>
                    <a:rPr lang="en-US" altLang="ko-KR" sz="600" dirty="0">
                      <a:latin typeface="Arial" charset="0"/>
                    </a:rPr>
                    <a:t>TRF</a:t>
                  </a:r>
                  <a:endParaRPr lang="ko-KR" altLang="ko-KR" dirty="0"/>
                </a:p>
              </p:txBody>
            </p:sp>
            <p:sp>
              <p:nvSpPr>
                <p:cNvPr id="685" name="Line 491"/>
                <p:cNvSpPr>
                  <a:spLocks noChangeShapeType="1"/>
                </p:cNvSpPr>
                <p:nvPr/>
              </p:nvSpPr>
              <p:spPr bwMode="auto">
                <a:xfrm>
                  <a:off x="2838" y="3875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 type="arrow" w="med" len="med"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686" name="Line 492"/>
                <p:cNvSpPr>
                  <a:spLocks noChangeShapeType="1"/>
                </p:cNvSpPr>
                <p:nvPr/>
              </p:nvSpPr>
              <p:spPr bwMode="auto">
                <a:xfrm flipV="1">
                  <a:off x="2566" y="3875"/>
                  <a:ext cx="272" cy="0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687" name="Line 493"/>
                <p:cNvSpPr>
                  <a:spLocks noChangeShapeType="1"/>
                </p:cNvSpPr>
                <p:nvPr/>
              </p:nvSpPr>
              <p:spPr bwMode="auto">
                <a:xfrm flipV="1">
                  <a:off x="2566" y="3875"/>
                  <a:ext cx="0" cy="91"/>
                </a:xfrm>
                <a:prstGeom prst="line">
                  <a:avLst/>
                </a:prstGeom>
                <a:noFill/>
                <a:ln w="12700">
                  <a:solidFill>
                    <a:srgbClr val="993366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</p:grpSp>
          <p:sp>
            <p:nvSpPr>
              <p:cNvPr id="560" name="Rectangle 499"/>
              <p:cNvSpPr>
                <a:spLocks noChangeArrowheads="1"/>
              </p:cNvSpPr>
              <p:nvPr/>
            </p:nvSpPr>
            <p:spPr bwMode="auto">
              <a:xfrm>
                <a:off x="8312152" y="5718176"/>
                <a:ext cx="439737" cy="144463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DC 37.5V</a:t>
                </a:r>
                <a:endParaRPr lang="ko-KR" altLang="ko-KR" dirty="0"/>
              </a:p>
            </p:txBody>
          </p:sp>
          <p:sp>
            <p:nvSpPr>
              <p:cNvPr id="561" name="Line 500"/>
              <p:cNvSpPr>
                <a:spLocks noChangeShapeType="1"/>
              </p:cNvSpPr>
              <p:nvPr/>
            </p:nvSpPr>
            <p:spPr bwMode="auto">
              <a:xfrm flipH="1" flipV="1">
                <a:off x="8177215" y="5862637"/>
                <a:ext cx="576262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562" name="Line 501"/>
              <p:cNvSpPr>
                <a:spLocks noChangeShapeType="1"/>
              </p:cNvSpPr>
              <p:nvPr/>
            </p:nvSpPr>
            <p:spPr bwMode="auto">
              <a:xfrm flipV="1">
                <a:off x="6279887" y="6078540"/>
                <a:ext cx="1586" cy="792162"/>
              </a:xfrm>
              <a:prstGeom prst="line">
                <a:avLst/>
              </a:prstGeom>
              <a:noFill/>
              <a:ln w="25400">
                <a:solidFill>
                  <a:srgbClr val="CC99FF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grpSp>
            <p:nvGrpSpPr>
              <p:cNvPr id="563" name="그룹 562"/>
              <p:cNvGrpSpPr/>
              <p:nvPr/>
            </p:nvGrpSpPr>
            <p:grpSpPr>
              <a:xfrm>
                <a:off x="4288130" y="3224488"/>
                <a:ext cx="504534" cy="328841"/>
                <a:chOff x="3219450" y="2420888"/>
                <a:chExt cx="378795" cy="246888"/>
              </a:xfrm>
            </p:grpSpPr>
            <p:sp>
              <p:nvSpPr>
                <p:cNvPr id="680" name="Rectangle 523"/>
                <p:cNvSpPr>
                  <a:spLocks noChangeArrowheads="1"/>
                </p:cNvSpPr>
                <p:nvPr/>
              </p:nvSpPr>
              <p:spPr bwMode="auto">
                <a:xfrm>
                  <a:off x="3268098" y="2420888"/>
                  <a:ext cx="330147" cy="108459"/>
                </a:xfrm>
                <a:prstGeom prst="rect">
                  <a:avLst/>
                </a:prstGeom>
                <a:noFill/>
                <a:ln w="6350">
                  <a:noFill/>
                  <a:miter lim="800000"/>
                  <a:headEnd/>
                  <a:tailEnd/>
                </a:ln>
              </p:spPr>
              <p:txBody>
                <a:bodyPr wrap="none" lIns="91427" tIns="45713" rIns="91427" bIns="45713" anchor="ctr"/>
                <a:lstStyle/>
                <a:p>
                  <a:pPr algn="ctr"/>
                  <a:r>
                    <a:rPr lang="en-US" altLang="ko-KR" sz="600" dirty="0">
                      <a:latin typeface="Arial" charset="0"/>
                    </a:rPr>
                    <a:t>DC 37.5V</a:t>
                  </a:r>
                  <a:endParaRPr lang="ko-KR" altLang="ko-KR" dirty="0"/>
                </a:p>
              </p:txBody>
            </p:sp>
            <p:sp>
              <p:nvSpPr>
                <p:cNvPr id="681" name="Line 524"/>
                <p:cNvSpPr>
                  <a:spLocks noChangeShapeType="1"/>
                </p:cNvSpPr>
                <p:nvPr/>
              </p:nvSpPr>
              <p:spPr bwMode="auto">
                <a:xfrm flipV="1">
                  <a:off x="3220423" y="2524584"/>
                  <a:ext cx="377822" cy="0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 type="none" w="med" len="lg"/>
                </a:ln>
              </p:spPr>
              <p:txBody>
                <a:bodyPr lIns="68644" tIns="34322" rIns="68644" bIns="34322"/>
                <a:lstStyle/>
                <a:p>
                  <a:endParaRPr lang="ko-KR" altLang="en-US"/>
                </a:p>
              </p:txBody>
            </p:sp>
            <p:sp>
              <p:nvSpPr>
                <p:cNvPr id="682" name="Line 525"/>
                <p:cNvSpPr>
                  <a:spLocks noChangeShapeType="1"/>
                </p:cNvSpPr>
                <p:nvPr/>
              </p:nvSpPr>
              <p:spPr bwMode="auto">
                <a:xfrm flipH="1" flipV="1">
                  <a:off x="3219450" y="2514600"/>
                  <a:ext cx="973" cy="153176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 type="arrow" w="med" len="med"/>
                  <a:tailEnd type="none" w="med" len="lg"/>
                </a:ln>
              </p:spPr>
              <p:txBody>
                <a:bodyPr lIns="68644" tIns="34322" rIns="68644" bIns="34322"/>
                <a:lstStyle/>
                <a:p>
                  <a:endParaRPr lang="ko-KR" altLang="en-US"/>
                </a:p>
              </p:txBody>
            </p:sp>
          </p:grpSp>
          <p:sp>
            <p:nvSpPr>
              <p:cNvPr id="564" name="Rectangle 527"/>
              <p:cNvSpPr>
                <a:spLocks noChangeArrowheads="1"/>
              </p:cNvSpPr>
              <p:nvPr/>
            </p:nvSpPr>
            <p:spPr bwMode="auto">
              <a:xfrm flipH="1">
                <a:off x="1481138" y="6773183"/>
                <a:ext cx="504826" cy="1250043"/>
              </a:xfrm>
              <a:prstGeom prst="rect">
                <a:avLst/>
              </a:prstGeom>
              <a:solidFill>
                <a:srgbClr val="FFCC00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AAB</a:t>
                </a:r>
                <a:endParaRPr lang="ko-KR" altLang="ko-KR" dirty="0"/>
              </a:p>
            </p:txBody>
          </p:sp>
          <p:sp>
            <p:nvSpPr>
              <p:cNvPr id="565" name="Rectangle 571"/>
              <p:cNvSpPr>
                <a:spLocks noChangeArrowheads="1"/>
              </p:cNvSpPr>
              <p:nvPr/>
            </p:nvSpPr>
            <p:spPr bwMode="auto">
              <a:xfrm>
                <a:off x="5019148" y="3890227"/>
                <a:ext cx="412117" cy="6089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ANSM</a:t>
                </a:r>
                <a:endParaRPr lang="ko-KR" altLang="ko-KR" dirty="0"/>
              </a:p>
            </p:txBody>
          </p:sp>
          <p:sp>
            <p:nvSpPr>
              <p:cNvPr id="566" name="Line 572"/>
              <p:cNvSpPr>
                <a:spLocks noChangeShapeType="1"/>
              </p:cNvSpPr>
              <p:nvPr/>
            </p:nvSpPr>
            <p:spPr bwMode="auto">
              <a:xfrm rot="-5400000" flipH="1" flipV="1">
                <a:off x="5139531" y="3528066"/>
                <a:ext cx="142875" cy="0"/>
              </a:xfrm>
              <a:prstGeom prst="line">
                <a:avLst/>
              </a:prstGeom>
              <a:noFill/>
              <a:ln w="25400">
                <a:solidFill>
                  <a:srgbClr val="808000"/>
                </a:solidFill>
                <a:round/>
                <a:headEnd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567" name="Line 573"/>
              <p:cNvSpPr>
                <a:spLocks noChangeShapeType="1"/>
              </p:cNvSpPr>
              <p:nvPr/>
            </p:nvSpPr>
            <p:spPr bwMode="auto">
              <a:xfrm flipV="1">
                <a:off x="1979136" y="3456626"/>
                <a:ext cx="3247318" cy="3207"/>
              </a:xfrm>
              <a:prstGeom prst="line">
                <a:avLst/>
              </a:prstGeom>
              <a:noFill/>
              <a:ln w="25400">
                <a:solidFill>
                  <a:srgbClr val="808000"/>
                </a:solidFill>
                <a:round/>
                <a:headEnd type="arrow" w="med" len="med"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grpSp>
            <p:nvGrpSpPr>
              <p:cNvPr id="568" name="Group 574"/>
              <p:cNvGrpSpPr>
                <a:grpSpLocks/>
              </p:cNvGrpSpPr>
              <p:nvPr/>
            </p:nvGrpSpPr>
            <p:grpSpPr bwMode="auto">
              <a:xfrm rot="5400000">
                <a:off x="5111037" y="3667959"/>
                <a:ext cx="215900" cy="107950"/>
                <a:chOff x="3609" y="1970"/>
                <a:chExt cx="197" cy="91"/>
              </a:xfrm>
            </p:grpSpPr>
            <p:sp>
              <p:nvSpPr>
                <p:cNvPr id="678" name="Rectangle 575" descr="60%"/>
                <p:cNvSpPr>
                  <a:spLocks noChangeArrowheads="1"/>
                </p:cNvSpPr>
                <p:nvPr/>
              </p:nvSpPr>
              <p:spPr bwMode="auto">
                <a:xfrm rot="5400000">
                  <a:off x="3730" y="1985"/>
                  <a:ext cx="91" cy="61"/>
                </a:xfrm>
                <a:prstGeom prst="rect">
                  <a:avLst/>
                </a:prstGeom>
                <a:pattFill prst="pct60">
                  <a:fgClr>
                    <a:srgbClr val="333333"/>
                  </a:fgClr>
                  <a:bgClr>
                    <a:schemeClr val="bg1"/>
                  </a:bgClr>
                </a:patt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  <p:sp>
              <p:nvSpPr>
                <p:cNvPr id="679" name="Rectangle 576"/>
                <p:cNvSpPr>
                  <a:spLocks noChangeArrowheads="1"/>
                </p:cNvSpPr>
                <p:nvPr/>
              </p:nvSpPr>
              <p:spPr bwMode="auto">
                <a:xfrm rot="5400000">
                  <a:off x="3631" y="1948"/>
                  <a:ext cx="91" cy="136"/>
                </a:xfrm>
                <a:prstGeom prst="rect">
                  <a:avLst/>
                </a:prstGeom>
                <a:solidFill>
                  <a:srgbClr val="969696">
                    <a:alpha val="45882"/>
                  </a:srgb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569" name="Rectangle 75"/>
              <p:cNvSpPr>
                <a:spLocks noChangeArrowheads="1"/>
              </p:cNvSpPr>
              <p:nvPr/>
            </p:nvSpPr>
            <p:spPr bwMode="auto">
              <a:xfrm flipH="1">
                <a:off x="3425828" y="4854575"/>
                <a:ext cx="708024" cy="314326"/>
              </a:xfrm>
              <a:prstGeom prst="rect">
                <a:avLst/>
              </a:prstGeom>
              <a:solidFill>
                <a:srgbClr val="CCFFFF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Driver PA</a:t>
                </a:r>
              </a:p>
              <a:p>
                <a:pPr algn="ctr"/>
                <a:r>
                  <a:rPr lang="en-US" altLang="ko-KR" sz="600" dirty="0">
                    <a:latin typeface="Arial" charset="0"/>
                  </a:rPr>
                  <a:t>Operation Box</a:t>
                </a:r>
                <a:endParaRPr lang="ko-KR" altLang="ko-KR" dirty="0"/>
              </a:p>
            </p:txBody>
          </p:sp>
          <p:sp>
            <p:nvSpPr>
              <p:cNvPr id="570" name="Rectangle 76"/>
              <p:cNvSpPr>
                <a:spLocks noChangeArrowheads="1"/>
              </p:cNvSpPr>
              <p:nvPr/>
            </p:nvSpPr>
            <p:spPr bwMode="auto">
              <a:xfrm>
                <a:off x="2183725" y="4415510"/>
                <a:ext cx="922338" cy="69850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DPO ADDRESS, ACT</a:t>
                </a:r>
                <a:endParaRPr lang="ko-KR" altLang="ko-KR" dirty="0"/>
              </a:p>
            </p:txBody>
          </p:sp>
          <p:sp>
            <p:nvSpPr>
              <p:cNvPr id="571" name="Line 77"/>
              <p:cNvSpPr>
                <a:spLocks noChangeShapeType="1"/>
              </p:cNvSpPr>
              <p:nvPr/>
            </p:nvSpPr>
            <p:spPr bwMode="auto">
              <a:xfrm flipH="1" flipV="1">
                <a:off x="1985961" y="4505659"/>
                <a:ext cx="8281865" cy="2374"/>
              </a:xfrm>
              <a:prstGeom prst="line">
                <a:avLst/>
              </a:prstGeom>
              <a:noFill/>
              <a:ln w="25400">
                <a:solidFill>
                  <a:srgbClr val="FFCC00"/>
                </a:solidFill>
                <a:round/>
                <a:headEnd type="oval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572" name="Line 594"/>
              <p:cNvSpPr>
                <a:spLocks noChangeShapeType="1"/>
              </p:cNvSpPr>
              <p:nvPr/>
            </p:nvSpPr>
            <p:spPr bwMode="auto">
              <a:xfrm rot="10800000" flipV="1">
                <a:off x="2849565" y="4906171"/>
                <a:ext cx="576263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 type="arrow" w="med" len="med"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573" name="Line 595"/>
              <p:cNvSpPr>
                <a:spLocks noChangeShapeType="1"/>
              </p:cNvSpPr>
              <p:nvPr/>
            </p:nvSpPr>
            <p:spPr bwMode="auto">
              <a:xfrm flipV="1">
                <a:off x="4135440" y="5072063"/>
                <a:ext cx="576262" cy="0"/>
              </a:xfrm>
              <a:prstGeom prst="line">
                <a:avLst/>
              </a:prstGeom>
              <a:noFill/>
              <a:ln w="25400">
                <a:solidFill>
                  <a:srgbClr val="FFCC00"/>
                </a:solidFill>
                <a:round/>
                <a:headEnd type="arrow" w="med" len="med"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574" name="Rectangle 596"/>
              <p:cNvSpPr>
                <a:spLocks noChangeArrowheads="1"/>
              </p:cNvSpPr>
              <p:nvPr/>
            </p:nvSpPr>
            <p:spPr bwMode="auto">
              <a:xfrm>
                <a:off x="5408742" y="5068890"/>
                <a:ext cx="373063" cy="74612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Driver Microphone</a:t>
                </a:r>
                <a:endParaRPr lang="ko-KR" altLang="ko-KR" dirty="0"/>
              </a:p>
            </p:txBody>
          </p:sp>
          <p:sp>
            <p:nvSpPr>
              <p:cNvPr id="575" name="Rectangle 597"/>
              <p:cNvSpPr>
                <a:spLocks noChangeArrowheads="1"/>
              </p:cNvSpPr>
              <p:nvPr/>
            </p:nvSpPr>
            <p:spPr bwMode="auto">
              <a:xfrm>
                <a:off x="2879425" y="4734088"/>
                <a:ext cx="439737" cy="144461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500" dirty="0">
                    <a:latin typeface="Arial" charset="0"/>
                  </a:rPr>
                  <a:t>DC 37.5V</a:t>
                </a:r>
                <a:endParaRPr lang="ko-KR" altLang="ko-KR" dirty="0"/>
              </a:p>
            </p:txBody>
          </p:sp>
          <p:sp>
            <p:nvSpPr>
              <p:cNvPr id="576" name="Rectangle 598"/>
              <p:cNvSpPr>
                <a:spLocks noChangeArrowheads="1"/>
              </p:cNvSpPr>
              <p:nvPr/>
            </p:nvSpPr>
            <p:spPr bwMode="auto">
              <a:xfrm>
                <a:off x="4217990" y="4926015"/>
                <a:ext cx="576262" cy="144461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500" dirty="0">
                    <a:latin typeface="Arial" charset="0"/>
                  </a:rPr>
                  <a:t>DIMMER</a:t>
                </a:r>
                <a:endParaRPr lang="ko-KR" altLang="ko-KR" dirty="0"/>
              </a:p>
            </p:txBody>
          </p:sp>
          <p:sp>
            <p:nvSpPr>
              <p:cNvPr id="577" name="Rectangle 599"/>
              <p:cNvSpPr>
                <a:spLocks noChangeArrowheads="1"/>
              </p:cNvSpPr>
              <p:nvPr/>
            </p:nvSpPr>
            <p:spPr bwMode="auto">
              <a:xfrm>
                <a:off x="3929063" y="5072063"/>
                <a:ext cx="1047750" cy="119063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500" dirty="0">
                    <a:latin typeface="Arial" charset="0"/>
                  </a:rPr>
                  <a:t>Audio</a:t>
                </a:r>
                <a:endParaRPr lang="ko-KR" altLang="ko-KR" dirty="0"/>
              </a:p>
            </p:txBody>
          </p:sp>
          <p:grpSp>
            <p:nvGrpSpPr>
              <p:cNvPr id="578" name="Group 600"/>
              <p:cNvGrpSpPr>
                <a:grpSpLocks/>
              </p:cNvGrpSpPr>
              <p:nvPr/>
            </p:nvGrpSpPr>
            <p:grpSpPr bwMode="auto">
              <a:xfrm>
                <a:off x="5046789" y="4884740"/>
                <a:ext cx="217488" cy="330200"/>
                <a:chOff x="2793" y="3799"/>
                <a:chExt cx="137" cy="208"/>
              </a:xfrm>
            </p:grpSpPr>
            <p:sp>
              <p:nvSpPr>
                <p:cNvPr id="674" name="Freeform 601"/>
                <p:cNvSpPr>
                  <a:spLocks/>
                </p:cNvSpPr>
                <p:nvPr/>
              </p:nvSpPr>
              <p:spPr bwMode="auto">
                <a:xfrm flipH="1">
                  <a:off x="2830" y="3858"/>
                  <a:ext cx="50" cy="140"/>
                </a:xfrm>
                <a:custGeom>
                  <a:avLst/>
                  <a:gdLst>
                    <a:gd name="T0" fmla="*/ 0 w 182"/>
                    <a:gd name="T1" fmla="*/ 0 h 589"/>
                    <a:gd name="T2" fmla="*/ 14 w 182"/>
                    <a:gd name="T3" fmla="*/ 15 h 589"/>
                    <a:gd name="T4" fmla="*/ 14 w 182"/>
                    <a:gd name="T5" fmla="*/ 33 h 589"/>
                    <a:gd name="T6" fmla="*/ 0 60000 65536"/>
                    <a:gd name="T7" fmla="*/ 0 60000 65536"/>
                    <a:gd name="T8" fmla="*/ 0 60000 65536"/>
                    <a:gd name="T9" fmla="*/ 0 w 182"/>
                    <a:gd name="T10" fmla="*/ 0 h 589"/>
                    <a:gd name="T11" fmla="*/ 182 w 182"/>
                    <a:gd name="T12" fmla="*/ 589 h 58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82" h="589">
                      <a:moveTo>
                        <a:pt x="0" y="0"/>
                      </a:moveTo>
                      <a:lnTo>
                        <a:pt x="182" y="272"/>
                      </a:lnTo>
                      <a:lnTo>
                        <a:pt x="182" y="589"/>
                      </a:lnTo>
                    </a:path>
                  </a:pathLst>
                </a:custGeom>
                <a:noFill/>
                <a:ln w="19050">
                  <a:solidFill>
                    <a:srgbClr val="333333"/>
                  </a:solidFill>
                  <a:prstDash val="sysDot"/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ko-KR" altLang="en-US"/>
                </a:p>
              </p:txBody>
            </p:sp>
            <p:sp>
              <p:nvSpPr>
                <p:cNvPr id="675" name="Rectangle 602" descr="60%"/>
                <p:cNvSpPr>
                  <a:spLocks noChangeArrowheads="1"/>
                </p:cNvSpPr>
                <p:nvPr/>
              </p:nvSpPr>
              <p:spPr bwMode="auto">
                <a:xfrm rot="2256898" flipH="1">
                  <a:off x="2907" y="3799"/>
                  <a:ext cx="23" cy="27"/>
                </a:xfrm>
                <a:prstGeom prst="rect">
                  <a:avLst/>
                </a:prstGeom>
                <a:pattFill prst="pct60">
                  <a:fgClr>
                    <a:srgbClr val="333333"/>
                  </a:fgClr>
                  <a:bgClr>
                    <a:schemeClr val="bg1"/>
                  </a:bgClr>
                </a:patt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  <p:sp>
              <p:nvSpPr>
                <p:cNvPr id="676" name="Rectangle 603"/>
                <p:cNvSpPr>
                  <a:spLocks noChangeArrowheads="1"/>
                </p:cNvSpPr>
                <p:nvPr/>
              </p:nvSpPr>
              <p:spPr bwMode="auto">
                <a:xfrm rot="2256898" flipH="1">
                  <a:off x="2883" y="3819"/>
                  <a:ext cx="24" cy="43"/>
                </a:xfrm>
                <a:prstGeom prst="rect">
                  <a:avLst/>
                </a:prstGeom>
                <a:solidFill>
                  <a:srgbClr val="969696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  <p:sp>
              <p:nvSpPr>
                <p:cNvPr id="677" name="AutoShape 604"/>
                <p:cNvSpPr>
                  <a:spLocks noChangeArrowheads="1"/>
                </p:cNvSpPr>
                <p:nvPr/>
              </p:nvSpPr>
              <p:spPr bwMode="auto">
                <a:xfrm rot="10800000" flipH="1">
                  <a:off x="2793" y="3986"/>
                  <a:ext cx="74" cy="21"/>
                </a:xfrm>
                <a:custGeom>
                  <a:avLst/>
                  <a:gdLst>
                    <a:gd name="T0" fmla="*/ 0 w 21600"/>
                    <a:gd name="T1" fmla="*/ 0 h 21600"/>
                    <a:gd name="T2" fmla="*/ 0 w 21600"/>
                    <a:gd name="T3" fmla="*/ 0 h 21600"/>
                    <a:gd name="T4" fmla="*/ 0 w 21600"/>
                    <a:gd name="T5" fmla="*/ 0 h 21600"/>
                    <a:gd name="T6" fmla="*/ 0 w 21600"/>
                    <a:gd name="T7" fmla="*/ 0 h 2160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4378 w 21600"/>
                    <a:gd name="T13" fmla="*/ 4114 h 21600"/>
                    <a:gd name="T14" fmla="*/ 17222 w 21600"/>
                    <a:gd name="T15" fmla="*/ 17486 h 2160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600" h="21600">
                      <a:moveTo>
                        <a:pt x="0" y="0"/>
                      </a:moveTo>
                      <a:lnTo>
                        <a:pt x="5400" y="21600"/>
                      </a:lnTo>
                      <a:lnTo>
                        <a:pt x="16200" y="21600"/>
                      </a:lnTo>
                      <a:lnTo>
                        <a:pt x="21600" y="0"/>
                      </a:lnTo>
                      <a:close/>
                    </a:path>
                  </a:pathLst>
                </a:custGeom>
                <a:solidFill>
                  <a:srgbClr val="C0C0C0"/>
                </a:solidFill>
                <a:ln w="635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ko-KR" altLang="en-US"/>
                </a:p>
              </p:txBody>
            </p:sp>
          </p:grpSp>
          <p:sp>
            <p:nvSpPr>
              <p:cNvPr id="579" name="Line 605"/>
              <p:cNvSpPr>
                <a:spLocks noChangeShapeType="1"/>
              </p:cNvSpPr>
              <p:nvPr/>
            </p:nvSpPr>
            <p:spPr bwMode="auto">
              <a:xfrm flipV="1">
                <a:off x="4144963" y="5206651"/>
                <a:ext cx="1041389" cy="8287"/>
              </a:xfrm>
              <a:prstGeom prst="line">
                <a:avLst/>
              </a:prstGeom>
              <a:noFill/>
              <a:ln w="25400">
                <a:solidFill>
                  <a:srgbClr val="808000"/>
                </a:solidFill>
                <a:round/>
                <a:headEnd type="arrow" w="med" len="med"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580" name="Line 613"/>
              <p:cNvSpPr>
                <a:spLocks noChangeShapeType="1"/>
              </p:cNvSpPr>
              <p:nvPr/>
            </p:nvSpPr>
            <p:spPr bwMode="auto">
              <a:xfrm>
                <a:off x="3786188" y="5143499"/>
                <a:ext cx="0" cy="215900"/>
              </a:xfrm>
              <a:prstGeom prst="line">
                <a:avLst/>
              </a:prstGeom>
              <a:noFill/>
              <a:ln w="25400">
                <a:solidFill>
                  <a:srgbClr val="808000"/>
                </a:solidFill>
                <a:round/>
                <a:headEnd type="arrow" w="med" len="med"/>
                <a:tailEnd type="oval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581" name="TextBox 580"/>
              <p:cNvSpPr txBox="1"/>
              <p:nvPr/>
            </p:nvSpPr>
            <p:spPr>
              <a:xfrm>
                <a:off x="8487416" y="443079"/>
                <a:ext cx="2205945" cy="553227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lIns="121774" tIns="60888" rIns="121774" bIns="60888" rtlCol="0">
                <a:spAutoFit/>
              </a:bodyPr>
              <a:lstStyle/>
              <a:p>
                <a:r>
                  <a:rPr lang="en-US" altLang="ko-KR" dirty="0" smtClean="0"/>
                  <a:t>PA System M</a:t>
                </a:r>
                <a:r>
                  <a:rPr lang="en-US" altLang="ko-KR" sz="1000" dirty="0"/>
                  <a:t>B</a:t>
                </a:r>
                <a:endParaRPr lang="ko-KR" altLang="en-US" sz="1000" dirty="0"/>
              </a:p>
            </p:txBody>
          </p:sp>
          <p:sp>
            <p:nvSpPr>
              <p:cNvPr id="582" name="TextBox 581"/>
              <p:cNvSpPr txBox="1"/>
              <p:nvPr/>
            </p:nvSpPr>
            <p:spPr>
              <a:xfrm>
                <a:off x="5481708" y="7510866"/>
                <a:ext cx="479553" cy="348257"/>
              </a:xfrm>
              <a:prstGeom prst="rect">
                <a:avLst/>
              </a:prstGeom>
              <a:noFill/>
            </p:spPr>
            <p:txBody>
              <a:bodyPr wrap="square" lIns="121774" tIns="60888" rIns="121774" bIns="60888" rtlCol="0">
                <a:spAutoFit/>
              </a:bodyPr>
              <a:lstStyle/>
              <a:p>
                <a:r>
                  <a:rPr lang="en-US" altLang="ko-KR" sz="900" dirty="0">
                    <a:latin typeface="안상수2006가는" pitchFamily="18" charset="-127"/>
                    <a:ea typeface="안상수2006가는" pitchFamily="18" charset="-127"/>
                    <a:cs typeface="한컴돋움" pitchFamily="18" charset="2"/>
                  </a:rPr>
                  <a:t>ESP</a:t>
                </a:r>
                <a:endParaRPr lang="ko-KR" altLang="en-US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endParaRPr>
              </a:p>
            </p:txBody>
          </p:sp>
          <p:sp>
            <p:nvSpPr>
              <p:cNvPr id="583" name="TextBox 582"/>
              <p:cNvSpPr txBox="1"/>
              <p:nvPr/>
            </p:nvSpPr>
            <p:spPr>
              <a:xfrm>
                <a:off x="4322323" y="7459418"/>
                <a:ext cx="479553" cy="348257"/>
              </a:xfrm>
              <a:prstGeom prst="rect">
                <a:avLst/>
              </a:prstGeom>
              <a:noFill/>
            </p:spPr>
            <p:txBody>
              <a:bodyPr wrap="square" lIns="121774" tIns="60888" rIns="121774" bIns="60888" rtlCol="0">
                <a:spAutoFit/>
              </a:bodyPr>
              <a:lstStyle/>
              <a:p>
                <a:r>
                  <a:rPr lang="en-US" altLang="ko-KR" sz="900" dirty="0">
                    <a:latin typeface="안상수2006가는" pitchFamily="18" charset="-127"/>
                    <a:ea typeface="안상수2006가는" pitchFamily="18" charset="-127"/>
                    <a:cs typeface="한컴돋움" pitchFamily="18" charset="2"/>
                  </a:rPr>
                  <a:t>ESP</a:t>
                </a:r>
                <a:endParaRPr lang="ko-KR" altLang="en-US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endParaRPr>
              </a:p>
            </p:txBody>
          </p:sp>
          <p:sp>
            <p:nvSpPr>
              <p:cNvPr id="584" name="TextBox 583"/>
              <p:cNvSpPr txBox="1"/>
              <p:nvPr/>
            </p:nvSpPr>
            <p:spPr>
              <a:xfrm>
                <a:off x="7271535" y="7468458"/>
                <a:ext cx="479553" cy="348257"/>
              </a:xfrm>
              <a:prstGeom prst="rect">
                <a:avLst/>
              </a:prstGeom>
              <a:noFill/>
            </p:spPr>
            <p:txBody>
              <a:bodyPr wrap="square" lIns="121774" tIns="60888" rIns="121774" bIns="60888" rtlCol="0">
                <a:spAutoFit/>
              </a:bodyPr>
              <a:lstStyle/>
              <a:p>
                <a:r>
                  <a:rPr lang="en-US" altLang="ko-KR" sz="900" dirty="0">
                    <a:latin typeface="안상수2006가는" pitchFamily="18" charset="-127"/>
                    <a:ea typeface="안상수2006가는" pitchFamily="18" charset="-127"/>
                    <a:cs typeface="한컴돋움" pitchFamily="18" charset="2"/>
                  </a:rPr>
                  <a:t>ESP</a:t>
                </a:r>
                <a:endParaRPr lang="ko-KR" altLang="en-US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endParaRPr>
              </a:p>
            </p:txBody>
          </p:sp>
          <p:sp>
            <p:nvSpPr>
              <p:cNvPr id="585" name="TextBox 584"/>
              <p:cNvSpPr txBox="1"/>
              <p:nvPr/>
            </p:nvSpPr>
            <p:spPr>
              <a:xfrm>
                <a:off x="8425337" y="7520678"/>
                <a:ext cx="479553" cy="348257"/>
              </a:xfrm>
              <a:prstGeom prst="rect">
                <a:avLst/>
              </a:prstGeom>
              <a:noFill/>
            </p:spPr>
            <p:txBody>
              <a:bodyPr wrap="square" lIns="121774" tIns="60888" rIns="121774" bIns="60888" rtlCol="0">
                <a:spAutoFit/>
              </a:bodyPr>
              <a:lstStyle/>
              <a:p>
                <a:r>
                  <a:rPr lang="en-US" altLang="ko-KR" sz="900" dirty="0">
                    <a:latin typeface="안상수2006가는" pitchFamily="18" charset="-127"/>
                    <a:ea typeface="안상수2006가는" pitchFamily="18" charset="-127"/>
                    <a:cs typeface="한컴돋움" pitchFamily="18" charset="2"/>
                  </a:rPr>
                  <a:t>ESP</a:t>
                </a:r>
                <a:endParaRPr lang="ko-KR" altLang="en-US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endParaRPr>
              </a:p>
            </p:txBody>
          </p:sp>
          <p:sp>
            <p:nvSpPr>
              <p:cNvPr id="586" name="TextBox 585"/>
              <p:cNvSpPr txBox="1"/>
              <p:nvPr/>
            </p:nvSpPr>
            <p:spPr>
              <a:xfrm>
                <a:off x="7866789" y="6293630"/>
                <a:ext cx="479553" cy="348257"/>
              </a:xfrm>
              <a:prstGeom prst="rect">
                <a:avLst/>
              </a:prstGeom>
              <a:noFill/>
            </p:spPr>
            <p:txBody>
              <a:bodyPr wrap="square" lIns="121774" tIns="60888" rIns="121774" bIns="60888" rtlCol="0">
                <a:spAutoFit/>
              </a:bodyPr>
              <a:lstStyle/>
              <a:p>
                <a:r>
                  <a:rPr lang="en-US" altLang="ko-KR" sz="900" dirty="0">
                    <a:latin typeface="안상수2006가는" pitchFamily="18" charset="-127"/>
                    <a:ea typeface="안상수2006가는" pitchFamily="18" charset="-127"/>
                    <a:cs typeface="한컴돋움" pitchFamily="18" charset="2"/>
                  </a:rPr>
                  <a:t>ISP</a:t>
                </a:r>
                <a:endParaRPr lang="ko-KR" altLang="en-US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endParaRPr>
              </a:p>
            </p:txBody>
          </p:sp>
          <p:sp>
            <p:nvSpPr>
              <p:cNvPr id="587" name="TextBox 586"/>
              <p:cNvSpPr txBox="1"/>
              <p:nvPr/>
            </p:nvSpPr>
            <p:spPr>
              <a:xfrm>
                <a:off x="4629846" y="6293630"/>
                <a:ext cx="479553" cy="348257"/>
              </a:xfrm>
              <a:prstGeom prst="rect">
                <a:avLst/>
              </a:prstGeom>
              <a:noFill/>
            </p:spPr>
            <p:txBody>
              <a:bodyPr wrap="square" lIns="121774" tIns="60888" rIns="121774" bIns="60888" rtlCol="0">
                <a:spAutoFit/>
              </a:bodyPr>
              <a:lstStyle/>
              <a:p>
                <a:r>
                  <a:rPr lang="en-US" altLang="ko-KR" sz="900" dirty="0">
                    <a:latin typeface="안상수2006가는" pitchFamily="18" charset="-127"/>
                    <a:ea typeface="안상수2006가는" pitchFamily="18" charset="-127"/>
                    <a:cs typeface="한컴돋움" pitchFamily="18" charset="2"/>
                  </a:rPr>
                  <a:t>ISP</a:t>
                </a:r>
                <a:endParaRPr lang="ko-KR" altLang="en-US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endParaRPr>
              </a:p>
            </p:txBody>
          </p:sp>
          <p:sp>
            <p:nvSpPr>
              <p:cNvPr id="588" name="TextBox 587"/>
              <p:cNvSpPr txBox="1"/>
              <p:nvPr/>
            </p:nvSpPr>
            <p:spPr>
              <a:xfrm>
                <a:off x="5501499" y="6293630"/>
                <a:ext cx="479553" cy="348257"/>
              </a:xfrm>
              <a:prstGeom prst="rect">
                <a:avLst/>
              </a:prstGeom>
              <a:noFill/>
            </p:spPr>
            <p:txBody>
              <a:bodyPr wrap="square" lIns="121774" tIns="60888" rIns="121774" bIns="60888" rtlCol="0">
                <a:spAutoFit/>
              </a:bodyPr>
              <a:lstStyle/>
              <a:p>
                <a:r>
                  <a:rPr lang="en-US" altLang="ko-KR" sz="900" dirty="0">
                    <a:latin typeface="안상수2006가는" pitchFamily="18" charset="-127"/>
                    <a:ea typeface="안상수2006가는" pitchFamily="18" charset="-127"/>
                    <a:cs typeface="한컴돋움" pitchFamily="18" charset="2"/>
                  </a:rPr>
                  <a:t>ISP</a:t>
                </a:r>
                <a:endParaRPr lang="ko-KR" altLang="en-US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endParaRPr>
              </a:p>
            </p:txBody>
          </p:sp>
          <p:sp>
            <p:nvSpPr>
              <p:cNvPr id="589" name="TextBox 588"/>
              <p:cNvSpPr txBox="1"/>
              <p:nvPr/>
            </p:nvSpPr>
            <p:spPr>
              <a:xfrm>
                <a:off x="5360425" y="5784474"/>
                <a:ext cx="479553" cy="348257"/>
              </a:xfrm>
              <a:prstGeom prst="rect">
                <a:avLst/>
              </a:prstGeom>
              <a:noFill/>
            </p:spPr>
            <p:txBody>
              <a:bodyPr wrap="square" lIns="121774" tIns="60888" rIns="121774" bIns="60888" rtlCol="0">
                <a:spAutoFit/>
              </a:bodyPr>
              <a:lstStyle/>
              <a:p>
                <a:r>
                  <a:rPr lang="en-US" altLang="ko-KR" sz="900" dirty="0">
                    <a:latin typeface="안상수2006가는" pitchFamily="18" charset="-127"/>
                    <a:ea typeface="안상수2006가는" pitchFamily="18" charset="-127"/>
                    <a:cs typeface="한컴돋움" pitchFamily="18" charset="2"/>
                  </a:rPr>
                  <a:t>ISP</a:t>
                </a:r>
                <a:endParaRPr lang="ko-KR" altLang="en-US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endParaRPr>
              </a:p>
            </p:txBody>
          </p:sp>
          <p:sp>
            <p:nvSpPr>
              <p:cNvPr id="590" name="TextBox 589"/>
              <p:cNvSpPr txBox="1"/>
              <p:nvPr/>
            </p:nvSpPr>
            <p:spPr>
              <a:xfrm>
                <a:off x="6586120" y="5781599"/>
                <a:ext cx="479553" cy="348257"/>
              </a:xfrm>
              <a:prstGeom prst="rect">
                <a:avLst/>
              </a:prstGeom>
              <a:noFill/>
            </p:spPr>
            <p:txBody>
              <a:bodyPr wrap="square" lIns="121774" tIns="60888" rIns="121774" bIns="60888" rtlCol="0">
                <a:spAutoFit/>
              </a:bodyPr>
              <a:lstStyle/>
              <a:p>
                <a:r>
                  <a:rPr lang="en-US" altLang="ko-KR" sz="900" dirty="0">
                    <a:latin typeface="안상수2006가는" pitchFamily="18" charset="-127"/>
                    <a:ea typeface="안상수2006가는" pitchFamily="18" charset="-127"/>
                    <a:cs typeface="한컴돋움" pitchFamily="18" charset="2"/>
                  </a:rPr>
                  <a:t>ISP</a:t>
                </a:r>
                <a:endParaRPr lang="ko-KR" altLang="en-US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endParaRPr>
              </a:p>
            </p:txBody>
          </p:sp>
          <p:sp>
            <p:nvSpPr>
              <p:cNvPr id="591" name="TextBox 590"/>
              <p:cNvSpPr txBox="1"/>
              <p:nvPr/>
            </p:nvSpPr>
            <p:spPr>
              <a:xfrm>
                <a:off x="6794856" y="6293630"/>
                <a:ext cx="479553" cy="348257"/>
              </a:xfrm>
              <a:prstGeom prst="rect">
                <a:avLst/>
              </a:prstGeom>
              <a:noFill/>
            </p:spPr>
            <p:txBody>
              <a:bodyPr wrap="square" lIns="121774" tIns="60888" rIns="121774" bIns="60888" rtlCol="0">
                <a:spAutoFit/>
              </a:bodyPr>
              <a:lstStyle/>
              <a:p>
                <a:r>
                  <a:rPr lang="en-US" altLang="ko-KR" sz="900" dirty="0">
                    <a:latin typeface="안상수2006가는" pitchFamily="18" charset="-127"/>
                    <a:ea typeface="안상수2006가는" pitchFamily="18" charset="-127"/>
                    <a:cs typeface="한컴돋움" pitchFamily="18" charset="2"/>
                  </a:rPr>
                  <a:t>ISP</a:t>
                </a:r>
                <a:endParaRPr lang="ko-KR" altLang="en-US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endParaRPr>
              </a:p>
            </p:txBody>
          </p:sp>
          <p:sp>
            <p:nvSpPr>
              <p:cNvPr id="592" name="TextBox 591"/>
              <p:cNvSpPr txBox="1"/>
              <p:nvPr/>
            </p:nvSpPr>
            <p:spPr>
              <a:xfrm>
                <a:off x="3557508" y="6293630"/>
                <a:ext cx="479553" cy="348257"/>
              </a:xfrm>
              <a:prstGeom prst="rect">
                <a:avLst/>
              </a:prstGeom>
              <a:noFill/>
            </p:spPr>
            <p:txBody>
              <a:bodyPr wrap="square" lIns="121774" tIns="60888" rIns="121774" bIns="60888" rtlCol="0">
                <a:spAutoFit/>
              </a:bodyPr>
              <a:lstStyle/>
              <a:p>
                <a:r>
                  <a:rPr lang="en-US" altLang="ko-KR" sz="900" dirty="0">
                    <a:latin typeface="안상수2006가는" pitchFamily="18" charset="-127"/>
                    <a:ea typeface="안상수2006가는" pitchFamily="18" charset="-127"/>
                    <a:cs typeface="한컴돋움" pitchFamily="18" charset="2"/>
                  </a:rPr>
                  <a:t>ISP</a:t>
                </a:r>
                <a:endParaRPr lang="ko-KR" altLang="en-US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endParaRPr>
              </a:p>
            </p:txBody>
          </p:sp>
          <p:sp>
            <p:nvSpPr>
              <p:cNvPr id="593" name="TextBox 592"/>
              <p:cNvSpPr txBox="1"/>
              <p:nvPr/>
            </p:nvSpPr>
            <p:spPr>
              <a:xfrm>
                <a:off x="8742671" y="6289401"/>
                <a:ext cx="479553" cy="348257"/>
              </a:xfrm>
              <a:prstGeom prst="rect">
                <a:avLst/>
              </a:prstGeom>
              <a:noFill/>
            </p:spPr>
            <p:txBody>
              <a:bodyPr wrap="square" lIns="121774" tIns="60888" rIns="121774" bIns="60888" rtlCol="0">
                <a:spAutoFit/>
              </a:bodyPr>
              <a:lstStyle/>
              <a:p>
                <a:r>
                  <a:rPr lang="en-US" altLang="ko-KR" sz="900" dirty="0">
                    <a:latin typeface="안상수2006가는" pitchFamily="18" charset="-127"/>
                    <a:ea typeface="안상수2006가는" pitchFamily="18" charset="-127"/>
                    <a:cs typeface="한컴돋움" pitchFamily="18" charset="2"/>
                  </a:rPr>
                  <a:t>ISP</a:t>
                </a:r>
                <a:endParaRPr lang="ko-KR" altLang="en-US" sz="900" dirty="0">
                  <a:latin typeface="안상수2006가는" pitchFamily="18" charset="-127"/>
                  <a:ea typeface="안상수2006가는" pitchFamily="18" charset="-127"/>
                  <a:cs typeface="한컴돋움" pitchFamily="18" charset="2"/>
                </a:endParaRPr>
              </a:p>
            </p:txBody>
          </p:sp>
          <p:sp>
            <p:nvSpPr>
              <p:cNvPr id="594" name="Rectangle 209"/>
              <p:cNvSpPr>
                <a:spLocks noChangeArrowheads="1"/>
              </p:cNvSpPr>
              <p:nvPr/>
            </p:nvSpPr>
            <p:spPr bwMode="auto">
              <a:xfrm flipH="1">
                <a:off x="1485939" y="3978072"/>
                <a:ext cx="287732" cy="383643"/>
              </a:xfrm>
              <a:prstGeom prst="rect">
                <a:avLst/>
              </a:prstGeom>
              <a:solidFill>
                <a:srgbClr val="FF99CC"/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62192" tIns="81095" rIns="162192" bIns="81095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VOIP</a:t>
                </a:r>
                <a:endParaRPr lang="ko-KR" altLang="ko-KR" sz="600" dirty="0"/>
              </a:p>
            </p:txBody>
          </p:sp>
          <p:sp>
            <p:nvSpPr>
              <p:cNvPr id="595" name="Line 192"/>
              <p:cNvSpPr>
                <a:spLocks noChangeShapeType="1"/>
              </p:cNvSpPr>
              <p:nvPr/>
            </p:nvSpPr>
            <p:spPr bwMode="auto">
              <a:xfrm>
                <a:off x="1185872" y="4008553"/>
                <a:ext cx="292099" cy="147638"/>
              </a:xfrm>
              <a:prstGeom prst="line">
                <a:avLst/>
              </a:prstGeom>
              <a:noFill/>
              <a:ln w="25400">
                <a:solidFill>
                  <a:srgbClr val="00CCFF"/>
                </a:solidFill>
                <a:round/>
                <a:headEnd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596" name="Line 190"/>
              <p:cNvSpPr>
                <a:spLocks noChangeShapeType="1"/>
              </p:cNvSpPr>
              <p:nvPr/>
            </p:nvSpPr>
            <p:spPr bwMode="auto">
              <a:xfrm flipH="1" flipV="1">
                <a:off x="1192974" y="2324353"/>
                <a:ext cx="3207" cy="1687082"/>
              </a:xfrm>
              <a:prstGeom prst="line">
                <a:avLst/>
              </a:prstGeom>
              <a:noFill/>
              <a:ln w="25400">
                <a:solidFill>
                  <a:srgbClr val="00CCFF"/>
                </a:solidFill>
                <a:round/>
                <a:headEnd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597" name="Rectangle 571"/>
              <p:cNvSpPr>
                <a:spLocks noChangeArrowheads="1"/>
              </p:cNvSpPr>
              <p:nvPr/>
            </p:nvSpPr>
            <p:spPr bwMode="auto">
              <a:xfrm>
                <a:off x="8966970" y="3840274"/>
                <a:ext cx="412117" cy="6089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ANSM</a:t>
                </a:r>
                <a:endParaRPr lang="ko-KR" altLang="ko-KR" dirty="0"/>
              </a:p>
            </p:txBody>
          </p:sp>
          <p:grpSp>
            <p:nvGrpSpPr>
              <p:cNvPr id="598" name="Group 574"/>
              <p:cNvGrpSpPr>
                <a:grpSpLocks/>
              </p:cNvGrpSpPr>
              <p:nvPr/>
            </p:nvGrpSpPr>
            <p:grpSpPr bwMode="auto">
              <a:xfrm rot="5400000">
                <a:off x="9058859" y="3618007"/>
                <a:ext cx="215900" cy="107950"/>
                <a:chOff x="3609" y="1970"/>
                <a:chExt cx="197" cy="91"/>
              </a:xfrm>
            </p:grpSpPr>
            <p:sp>
              <p:nvSpPr>
                <p:cNvPr id="672" name="Rectangle 575" descr="60%"/>
                <p:cNvSpPr>
                  <a:spLocks noChangeArrowheads="1"/>
                </p:cNvSpPr>
                <p:nvPr/>
              </p:nvSpPr>
              <p:spPr bwMode="auto">
                <a:xfrm rot="5400000">
                  <a:off x="3730" y="1985"/>
                  <a:ext cx="91" cy="61"/>
                </a:xfrm>
                <a:prstGeom prst="rect">
                  <a:avLst/>
                </a:prstGeom>
                <a:pattFill prst="pct60">
                  <a:fgClr>
                    <a:srgbClr val="333333"/>
                  </a:fgClr>
                  <a:bgClr>
                    <a:schemeClr val="bg1"/>
                  </a:bgClr>
                </a:patt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  <p:sp>
              <p:nvSpPr>
                <p:cNvPr id="673" name="Rectangle 576"/>
                <p:cNvSpPr>
                  <a:spLocks noChangeArrowheads="1"/>
                </p:cNvSpPr>
                <p:nvPr/>
              </p:nvSpPr>
              <p:spPr bwMode="auto">
                <a:xfrm rot="5400000">
                  <a:off x="3631" y="1948"/>
                  <a:ext cx="91" cy="136"/>
                </a:xfrm>
                <a:prstGeom prst="rect">
                  <a:avLst/>
                </a:prstGeom>
                <a:solidFill>
                  <a:srgbClr val="969696">
                    <a:alpha val="45882"/>
                  </a:srgbClr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599" name="Line 572"/>
              <p:cNvSpPr>
                <a:spLocks noChangeShapeType="1"/>
              </p:cNvSpPr>
              <p:nvPr/>
            </p:nvSpPr>
            <p:spPr bwMode="auto">
              <a:xfrm rot="-5400000" flipH="1" flipV="1">
                <a:off x="9103251" y="3490970"/>
                <a:ext cx="121565" cy="89"/>
              </a:xfrm>
              <a:prstGeom prst="line">
                <a:avLst/>
              </a:prstGeom>
              <a:noFill/>
              <a:ln w="25400">
                <a:solidFill>
                  <a:srgbClr val="808000"/>
                </a:solidFill>
                <a:round/>
                <a:headEnd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600" name="Line 573"/>
              <p:cNvSpPr>
                <a:spLocks noChangeShapeType="1"/>
              </p:cNvSpPr>
              <p:nvPr/>
            </p:nvSpPr>
            <p:spPr bwMode="auto">
              <a:xfrm flipV="1">
                <a:off x="5218492" y="3451375"/>
                <a:ext cx="3941357" cy="12685"/>
              </a:xfrm>
              <a:prstGeom prst="line">
                <a:avLst/>
              </a:prstGeom>
              <a:noFill/>
              <a:ln w="25400">
                <a:solidFill>
                  <a:srgbClr val="808000"/>
                </a:solidFill>
                <a:round/>
                <a:headEnd type="none" w="med" len="med"/>
                <a:tailEnd type="none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cxnSp>
            <p:nvCxnSpPr>
              <p:cNvPr id="601" name="꺾인 연결선 600"/>
              <p:cNvCxnSpPr/>
              <p:nvPr/>
            </p:nvCxnSpPr>
            <p:spPr>
              <a:xfrm>
                <a:off x="723148" y="6698615"/>
                <a:ext cx="762793" cy="362300"/>
              </a:xfrm>
              <a:prstGeom prst="bentConnector3">
                <a:avLst>
                  <a:gd name="adj1" fmla="val 936"/>
                </a:avLst>
              </a:prstGeom>
              <a:ln w="19050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02" name="Rectangle 93"/>
              <p:cNvSpPr>
                <a:spLocks noChangeArrowheads="1"/>
              </p:cNvSpPr>
              <p:nvPr/>
            </p:nvSpPr>
            <p:spPr bwMode="auto">
              <a:xfrm>
                <a:off x="782558" y="6912928"/>
                <a:ext cx="648512" cy="110470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Audio LINE</a:t>
                </a:r>
                <a:endParaRPr lang="ko-KR" altLang="ko-KR" dirty="0"/>
              </a:p>
            </p:txBody>
          </p:sp>
          <p:grpSp>
            <p:nvGrpSpPr>
              <p:cNvPr id="603" name="그룹 602"/>
              <p:cNvGrpSpPr/>
              <p:nvPr/>
            </p:nvGrpSpPr>
            <p:grpSpPr>
              <a:xfrm>
                <a:off x="10264556" y="4304879"/>
                <a:ext cx="498476" cy="109539"/>
                <a:chOff x="7706444" y="3562784"/>
                <a:chExt cx="374247" cy="82240"/>
              </a:xfrm>
            </p:grpSpPr>
            <p:sp>
              <p:nvSpPr>
                <p:cNvPr id="670" name="Freeform 553"/>
                <p:cNvSpPr>
                  <a:spLocks/>
                </p:cNvSpPr>
                <p:nvPr/>
              </p:nvSpPr>
              <p:spPr bwMode="auto">
                <a:xfrm flipH="1">
                  <a:off x="7706444" y="3590198"/>
                  <a:ext cx="343258" cy="54826"/>
                </a:xfrm>
                <a:custGeom>
                  <a:avLst/>
                  <a:gdLst>
                    <a:gd name="T0" fmla="*/ 765684263 w 273"/>
                    <a:gd name="T1" fmla="*/ 0 h 46"/>
                    <a:gd name="T2" fmla="*/ 381440387 w 273"/>
                    <a:gd name="T3" fmla="*/ 115927199 h 46"/>
                    <a:gd name="T4" fmla="*/ 0 w 273"/>
                    <a:gd name="T5" fmla="*/ 0 h 46"/>
                    <a:gd name="T6" fmla="*/ 0 60000 65536"/>
                    <a:gd name="T7" fmla="*/ 0 60000 65536"/>
                    <a:gd name="T8" fmla="*/ 0 60000 65536"/>
                    <a:gd name="T9" fmla="*/ 0 w 273"/>
                    <a:gd name="T10" fmla="*/ 0 h 46"/>
                    <a:gd name="T11" fmla="*/ 273 w 273"/>
                    <a:gd name="T12" fmla="*/ 46 h 4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73" h="46">
                      <a:moveTo>
                        <a:pt x="273" y="0"/>
                      </a:moveTo>
                      <a:cubicBezTo>
                        <a:pt x="227" y="23"/>
                        <a:pt x="181" y="46"/>
                        <a:pt x="136" y="46"/>
                      </a:cubicBezTo>
                      <a:cubicBezTo>
                        <a:pt x="91" y="46"/>
                        <a:pt x="30" y="15"/>
                        <a:pt x="0" y="0"/>
                      </a:cubicBezTo>
                    </a:path>
                  </a:pathLst>
                </a:custGeom>
                <a:noFill/>
                <a:ln w="9525">
                  <a:solidFill>
                    <a:srgbClr val="C0C0C0"/>
                  </a:solidFill>
                  <a:round/>
                  <a:headEnd/>
                  <a:tailEnd/>
                </a:ln>
              </p:spPr>
              <p:txBody>
                <a:bodyPr lIns="68644" tIns="34322" rIns="68644" bIns="34322"/>
                <a:lstStyle/>
                <a:p>
                  <a:endParaRPr lang="ko-KR" altLang="en-US"/>
                </a:p>
              </p:txBody>
            </p:sp>
            <p:sp>
              <p:nvSpPr>
                <p:cNvPr id="671" name="Oval 557"/>
                <p:cNvSpPr>
                  <a:spLocks noChangeArrowheads="1"/>
                </p:cNvSpPr>
                <p:nvPr/>
              </p:nvSpPr>
              <p:spPr bwMode="auto">
                <a:xfrm flipH="1">
                  <a:off x="8023481" y="3562784"/>
                  <a:ext cx="57210" cy="53634"/>
                </a:xfrm>
                <a:prstGeom prst="ellipse">
                  <a:avLst/>
                </a:prstGeom>
                <a:solidFill>
                  <a:srgbClr val="969696"/>
                </a:solidFill>
                <a:ln w="9525">
                  <a:solidFill>
                    <a:srgbClr val="969696"/>
                  </a:solidFill>
                  <a:round/>
                  <a:headEnd/>
                  <a:tailEnd/>
                </a:ln>
              </p:spPr>
              <p:txBody>
                <a:bodyPr wrap="none" lIns="68644" tIns="34322" rIns="68644" bIns="34322" anchor="ctr"/>
                <a:lstStyle/>
                <a:p>
                  <a:pPr algn="ctr"/>
                  <a:endParaRPr lang="ko-KR" altLang="ko-KR"/>
                </a:p>
              </p:txBody>
            </p:sp>
          </p:grpSp>
          <p:sp>
            <p:nvSpPr>
              <p:cNvPr id="604" name="Line 9"/>
              <p:cNvSpPr>
                <a:spLocks noChangeShapeType="1"/>
              </p:cNvSpPr>
              <p:nvPr/>
            </p:nvSpPr>
            <p:spPr bwMode="auto">
              <a:xfrm flipH="1" flipV="1">
                <a:off x="1985791" y="4349871"/>
                <a:ext cx="8280400" cy="1588"/>
              </a:xfrm>
              <a:prstGeom prst="line">
                <a:avLst/>
              </a:prstGeom>
              <a:noFill/>
              <a:ln w="25400">
                <a:solidFill>
                  <a:srgbClr val="FF6600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605" name="Line 173"/>
              <p:cNvSpPr>
                <a:spLocks noChangeShapeType="1"/>
              </p:cNvSpPr>
              <p:nvPr/>
            </p:nvSpPr>
            <p:spPr bwMode="auto">
              <a:xfrm flipH="1">
                <a:off x="3948123" y="3856779"/>
                <a:ext cx="1692" cy="507806"/>
              </a:xfrm>
              <a:prstGeom prst="line">
                <a:avLst/>
              </a:prstGeom>
              <a:noFill/>
              <a:ln w="25400">
                <a:solidFill>
                  <a:srgbClr val="FF6600"/>
                </a:solidFill>
                <a:round/>
                <a:headEnd type="arrow" w="med" len="med"/>
                <a:tailEnd type="oval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606" name="Line 128"/>
              <p:cNvSpPr>
                <a:spLocks noChangeShapeType="1"/>
              </p:cNvSpPr>
              <p:nvPr/>
            </p:nvSpPr>
            <p:spPr bwMode="auto">
              <a:xfrm flipV="1">
                <a:off x="2596559" y="5954324"/>
                <a:ext cx="8458" cy="2562728"/>
              </a:xfrm>
              <a:prstGeom prst="line">
                <a:avLst/>
              </a:prstGeom>
              <a:noFill/>
              <a:ln w="25400">
                <a:solidFill>
                  <a:srgbClr val="993366"/>
                </a:solidFill>
                <a:round/>
                <a:headEnd type="oval" w="med" len="med"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607" name="Line 109"/>
              <p:cNvSpPr>
                <a:spLocks noChangeShapeType="1"/>
              </p:cNvSpPr>
              <p:nvPr/>
            </p:nvSpPr>
            <p:spPr bwMode="auto">
              <a:xfrm flipH="1">
                <a:off x="1992970" y="5954324"/>
                <a:ext cx="612047" cy="9577"/>
              </a:xfrm>
              <a:prstGeom prst="line">
                <a:avLst/>
              </a:prstGeom>
              <a:noFill/>
              <a:ln w="25400">
                <a:solidFill>
                  <a:srgbClr val="993366"/>
                </a:solidFill>
                <a:round/>
                <a:headEnd type="none" w="med" len="lg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608" name="Line 74"/>
              <p:cNvSpPr>
                <a:spLocks noChangeShapeType="1"/>
              </p:cNvSpPr>
              <p:nvPr/>
            </p:nvSpPr>
            <p:spPr bwMode="auto">
              <a:xfrm>
                <a:off x="416128" y="8231177"/>
                <a:ext cx="1781986" cy="4814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 type="arrow"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609" name="Line 75"/>
              <p:cNvSpPr>
                <a:spLocks noChangeShapeType="1"/>
              </p:cNvSpPr>
              <p:nvPr/>
            </p:nvSpPr>
            <p:spPr bwMode="auto">
              <a:xfrm flipH="1">
                <a:off x="2349134" y="8239125"/>
                <a:ext cx="7921625" cy="0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 type="oval"/>
                <a:tailEnd type="none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610" name="Line 117"/>
              <p:cNvSpPr>
                <a:spLocks noChangeShapeType="1"/>
              </p:cNvSpPr>
              <p:nvPr/>
            </p:nvSpPr>
            <p:spPr bwMode="auto">
              <a:xfrm flipV="1">
                <a:off x="430921" y="8690439"/>
                <a:ext cx="9839020" cy="1125"/>
              </a:xfrm>
              <a:prstGeom prst="line">
                <a:avLst/>
              </a:prstGeom>
              <a:noFill/>
              <a:ln w="25400">
                <a:solidFill>
                  <a:srgbClr val="808000"/>
                </a:solidFill>
                <a:round/>
                <a:headEnd type="arrow" w="med" len="med"/>
                <a:tailEnd type="oval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611" name="Line 118"/>
              <p:cNvSpPr>
                <a:spLocks noChangeShapeType="1"/>
              </p:cNvSpPr>
              <p:nvPr/>
            </p:nvSpPr>
            <p:spPr bwMode="auto">
              <a:xfrm>
                <a:off x="430921" y="8836023"/>
                <a:ext cx="9839020" cy="312"/>
              </a:xfrm>
              <a:prstGeom prst="line">
                <a:avLst/>
              </a:prstGeom>
              <a:noFill/>
              <a:ln w="25400">
                <a:solidFill>
                  <a:srgbClr val="FF99CC"/>
                </a:solidFill>
                <a:round/>
                <a:headEnd type="arrow" w="med" len="med"/>
                <a:tailEnd type="oval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612" name="Line 134"/>
              <p:cNvSpPr>
                <a:spLocks noChangeShapeType="1"/>
              </p:cNvSpPr>
              <p:nvPr/>
            </p:nvSpPr>
            <p:spPr bwMode="auto">
              <a:xfrm flipV="1">
                <a:off x="430923" y="8373269"/>
                <a:ext cx="9832676" cy="10320"/>
              </a:xfrm>
              <a:prstGeom prst="line">
                <a:avLst/>
              </a:prstGeom>
              <a:noFill/>
              <a:ln w="25400">
                <a:solidFill>
                  <a:srgbClr val="FF6600"/>
                </a:solidFill>
                <a:round/>
                <a:headEnd type="arrow" w="med" len="med"/>
                <a:tailEnd type="oval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613" name="Line 135"/>
              <p:cNvSpPr>
                <a:spLocks noChangeShapeType="1"/>
              </p:cNvSpPr>
              <p:nvPr/>
            </p:nvSpPr>
            <p:spPr bwMode="auto">
              <a:xfrm>
                <a:off x="430924" y="8528050"/>
                <a:ext cx="9845363" cy="3805"/>
              </a:xfrm>
              <a:prstGeom prst="line">
                <a:avLst/>
              </a:prstGeom>
              <a:noFill/>
              <a:ln w="25400">
                <a:solidFill>
                  <a:srgbClr val="993366"/>
                </a:solidFill>
                <a:round/>
                <a:headEnd type="arrow" w="med" len="med"/>
                <a:tailEnd type="oval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614" name="Rectangle 207"/>
              <p:cNvSpPr>
                <a:spLocks noChangeArrowheads="1"/>
              </p:cNvSpPr>
              <p:nvPr/>
            </p:nvSpPr>
            <p:spPr bwMode="auto">
              <a:xfrm flipH="1">
                <a:off x="9095498" y="8115301"/>
                <a:ext cx="696912" cy="125413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RS485 TL</a:t>
                </a:r>
                <a:endParaRPr lang="ko-KR" altLang="ko-KR" dirty="0"/>
              </a:p>
            </p:txBody>
          </p:sp>
          <p:sp>
            <p:nvSpPr>
              <p:cNvPr id="615" name="Rectangle 208"/>
              <p:cNvSpPr>
                <a:spLocks noChangeArrowheads="1"/>
              </p:cNvSpPr>
              <p:nvPr/>
            </p:nvSpPr>
            <p:spPr bwMode="auto">
              <a:xfrm flipH="1">
                <a:off x="9109784" y="8275641"/>
                <a:ext cx="655638" cy="8572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/>
                  <a:t>Dual- tone TL</a:t>
                </a:r>
                <a:endParaRPr lang="ko-KR" altLang="ko-KR" sz="600" dirty="0"/>
              </a:p>
            </p:txBody>
          </p:sp>
          <p:sp>
            <p:nvSpPr>
              <p:cNvPr id="616" name="Rectangle 209"/>
              <p:cNvSpPr>
                <a:spLocks noChangeArrowheads="1"/>
              </p:cNvSpPr>
              <p:nvPr/>
            </p:nvSpPr>
            <p:spPr bwMode="auto">
              <a:xfrm flipH="1">
                <a:off x="9114547" y="8420102"/>
                <a:ext cx="655638" cy="8572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 PA Audio TL</a:t>
                </a:r>
                <a:endParaRPr lang="ko-KR" altLang="ko-KR" dirty="0"/>
              </a:p>
            </p:txBody>
          </p:sp>
          <p:sp>
            <p:nvSpPr>
              <p:cNvPr id="617" name="Rectangle 210"/>
              <p:cNvSpPr>
                <a:spLocks noChangeArrowheads="1"/>
              </p:cNvSpPr>
              <p:nvPr/>
            </p:nvSpPr>
            <p:spPr bwMode="auto">
              <a:xfrm flipH="1">
                <a:off x="9112959" y="8575677"/>
                <a:ext cx="655638" cy="8572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IC TL</a:t>
                </a:r>
                <a:endParaRPr lang="ko-KR" altLang="ko-KR" dirty="0"/>
              </a:p>
            </p:txBody>
          </p:sp>
          <p:sp>
            <p:nvSpPr>
              <p:cNvPr id="618" name="Rectangle 211"/>
              <p:cNvSpPr>
                <a:spLocks noChangeArrowheads="1"/>
              </p:cNvSpPr>
              <p:nvPr/>
            </p:nvSpPr>
            <p:spPr bwMode="auto">
              <a:xfrm flipH="1">
                <a:off x="9112959" y="8728077"/>
                <a:ext cx="655638" cy="8572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PEI TL</a:t>
                </a:r>
                <a:endParaRPr lang="ko-KR" altLang="ko-KR" dirty="0"/>
              </a:p>
            </p:txBody>
          </p:sp>
          <p:sp>
            <p:nvSpPr>
              <p:cNvPr id="619" name="Rectangle 228"/>
              <p:cNvSpPr>
                <a:spLocks noChangeArrowheads="1"/>
              </p:cNvSpPr>
              <p:nvPr/>
            </p:nvSpPr>
            <p:spPr bwMode="auto">
              <a:xfrm>
                <a:off x="454733" y="8108951"/>
                <a:ext cx="696913" cy="125413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RS485 TL</a:t>
                </a:r>
                <a:endParaRPr lang="ko-KR" altLang="ko-KR" dirty="0"/>
              </a:p>
            </p:txBody>
          </p:sp>
          <p:sp>
            <p:nvSpPr>
              <p:cNvPr id="620" name="Rectangle 229"/>
              <p:cNvSpPr>
                <a:spLocks noChangeArrowheads="1"/>
              </p:cNvSpPr>
              <p:nvPr/>
            </p:nvSpPr>
            <p:spPr bwMode="auto">
              <a:xfrm>
                <a:off x="587734" y="8269290"/>
                <a:ext cx="655638" cy="8572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/>
                  <a:t>Dual- tone TL</a:t>
                </a:r>
                <a:endParaRPr lang="ko-KR" altLang="ko-KR" sz="600" dirty="0"/>
              </a:p>
            </p:txBody>
          </p:sp>
          <p:sp>
            <p:nvSpPr>
              <p:cNvPr id="621" name="Rectangle 230"/>
              <p:cNvSpPr>
                <a:spLocks noChangeArrowheads="1"/>
              </p:cNvSpPr>
              <p:nvPr/>
            </p:nvSpPr>
            <p:spPr bwMode="auto">
              <a:xfrm>
                <a:off x="542571" y="8413753"/>
                <a:ext cx="655638" cy="8572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 PA Audio TL</a:t>
                </a:r>
                <a:endParaRPr lang="ko-KR" altLang="ko-KR" dirty="0"/>
              </a:p>
            </p:txBody>
          </p:sp>
          <p:sp>
            <p:nvSpPr>
              <p:cNvPr id="622" name="Rectangle 231"/>
              <p:cNvSpPr>
                <a:spLocks noChangeArrowheads="1"/>
              </p:cNvSpPr>
              <p:nvPr/>
            </p:nvSpPr>
            <p:spPr bwMode="auto">
              <a:xfrm>
                <a:off x="478548" y="8569328"/>
                <a:ext cx="655638" cy="8572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IC TL</a:t>
                </a:r>
                <a:endParaRPr lang="ko-KR" altLang="ko-KR" dirty="0"/>
              </a:p>
            </p:txBody>
          </p:sp>
          <p:sp>
            <p:nvSpPr>
              <p:cNvPr id="623" name="Rectangle 232"/>
              <p:cNvSpPr>
                <a:spLocks noChangeArrowheads="1"/>
              </p:cNvSpPr>
              <p:nvPr/>
            </p:nvSpPr>
            <p:spPr bwMode="auto">
              <a:xfrm>
                <a:off x="478548" y="8721728"/>
                <a:ext cx="655638" cy="8572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PEI TL</a:t>
                </a:r>
                <a:endParaRPr lang="ko-KR" altLang="ko-KR" dirty="0"/>
              </a:p>
            </p:txBody>
          </p:sp>
          <p:sp>
            <p:nvSpPr>
              <p:cNvPr id="624" name="Oval 567"/>
              <p:cNvSpPr>
                <a:spLocks noChangeArrowheads="1"/>
              </p:cNvSpPr>
              <p:nvPr/>
            </p:nvSpPr>
            <p:spPr bwMode="auto">
              <a:xfrm flipH="1">
                <a:off x="10681242" y="8493873"/>
                <a:ext cx="76201" cy="71438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 wrap="none" lIns="91416" tIns="45708" rIns="91416" bIns="45708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625" name="Oval 567"/>
              <p:cNvSpPr>
                <a:spLocks noChangeArrowheads="1"/>
              </p:cNvSpPr>
              <p:nvPr/>
            </p:nvSpPr>
            <p:spPr bwMode="auto">
              <a:xfrm flipH="1">
                <a:off x="10662319" y="8199797"/>
                <a:ext cx="76201" cy="71438"/>
              </a:xfrm>
              <a:prstGeom prst="ellipse">
                <a:avLst/>
              </a:prstGeom>
              <a:solidFill>
                <a:srgbClr val="969696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 wrap="none" lIns="91416" tIns="45708" rIns="91416" bIns="45708" anchor="ctr"/>
              <a:lstStyle/>
              <a:p>
                <a:pPr algn="ctr"/>
                <a:endParaRPr lang="ko-KR" altLang="ko-KR"/>
              </a:p>
            </p:txBody>
          </p:sp>
          <p:sp>
            <p:nvSpPr>
              <p:cNvPr id="626" name="Line 109"/>
              <p:cNvSpPr>
                <a:spLocks noChangeShapeType="1"/>
              </p:cNvSpPr>
              <p:nvPr/>
            </p:nvSpPr>
            <p:spPr bwMode="auto">
              <a:xfrm flipH="1">
                <a:off x="1999323" y="6106566"/>
                <a:ext cx="470368" cy="1119"/>
              </a:xfrm>
              <a:prstGeom prst="line">
                <a:avLst/>
              </a:prstGeom>
              <a:noFill/>
              <a:ln w="25400">
                <a:solidFill>
                  <a:srgbClr val="FF6600"/>
                </a:solidFill>
                <a:round/>
                <a:headEnd type="none" w="med" len="lg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627" name="Line 128"/>
              <p:cNvSpPr>
                <a:spLocks noChangeShapeType="1"/>
              </p:cNvSpPr>
              <p:nvPr/>
            </p:nvSpPr>
            <p:spPr bwMode="auto">
              <a:xfrm flipV="1">
                <a:off x="2461961" y="6098108"/>
                <a:ext cx="7731" cy="2287319"/>
              </a:xfrm>
              <a:prstGeom prst="line">
                <a:avLst/>
              </a:prstGeom>
              <a:noFill/>
              <a:ln w="25400">
                <a:solidFill>
                  <a:srgbClr val="FF6600"/>
                </a:solidFill>
                <a:round/>
                <a:headEnd type="oval" w="med" len="med"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628" name="Line 77"/>
              <p:cNvSpPr>
                <a:spLocks noChangeShapeType="1"/>
              </p:cNvSpPr>
              <p:nvPr/>
            </p:nvSpPr>
            <p:spPr bwMode="auto">
              <a:xfrm flipH="1" flipV="1">
                <a:off x="1994022" y="4657900"/>
                <a:ext cx="8281865" cy="2374"/>
              </a:xfrm>
              <a:prstGeom prst="line">
                <a:avLst/>
              </a:prstGeom>
              <a:noFill/>
              <a:ln w="25400">
                <a:solidFill>
                  <a:srgbClr val="993366"/>
                </a:solidFill>
                <a:round/>
                <a:headEnd type="oval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629" name="Rectangle 102"/>
              <p:cNvSpPr>
                <a:spLocks noChangeArrowheads="1"/>
              </p:cNvSpPr>
              <p:nvPr/>
            </p:nvSpPr>
            <p:spPr bwMode="auto">
              <a:xfrm>
                <a:off x="2032494" y="4207689"/>
                <a:ext cx="1066800" cy="150813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Dual - tone</a:t>
                </a:r>
                <a:endParaRPr lang="ko-KR" altLang="ko-KR" dirty="0"/>
              </a:p>
            </p:txBody>
          </p:sp>
          <p:sp>
            <p:nvSpPr>
              <p:cNvPr id="630" name="Rectangle 102"/>
              <p:cNvSpPr>
                <a:spLocks noChangeArrowheads="1"/>
              </p:cNvSpPr>
              <p:nvPr/>
            </p:nvSpPr>
            <p:spPr bwMode="auto">
              <a:xfrm>
                <a:off x="2040952" y="4530532"/>
                <a:ext cx="1066800" cy="150813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PA Audio &amp; Signal</a:t>
                </a:r>
                <a:endParaRPr lang="ko-KR" altLang="ko-KR" dirty="0"/>
              </a:p>
            </p:txBody>
          </p:sp>
          <p:sp>
            <p:nvSpPr>
              <p:cNvPr id="631" name="Line 608"/>
              <p:cNvSpPr>
                <a:spLocks noChangeShapeType="1"/>
              </p:cNvSpPr>
              <p:nvPr/>
            </p:nvSpPr>
            <p:spPr bwMode="auto">
              <a:xfrm>
                <a:off x="3501549" y="4651816"/>
                <a:ext cx="7177" cy="215618"/>
              </a:xfrm>
              <a:prstGeom prst="line">
                <a:avLst/>
              </a:prstGeom>
              <a:noFill/>
              <a:ln w="25400">
                <a:solidFill>
                  <a:srgbClr val="993366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632" name="Line 211"/>
              <p:cNvSpPr>
                <a:spLocks noChangeShapeType="1"/>
              </p:cNvSpPr>
              <p:nvPr/>
            </p:nvSpPr>
            <p:spPr bwMode="auto">
              <a:xfrm>
                <a:off x="5805467" y="3836815"/>
                <a:ext cx="10149" cy="527770"/>
              </a:xfrm>
              <a:prstGeom prst="line">
                <a:avLst/>
              </a:prstGeom>
              <a:noFill/>
              <a:ln w="25400">
                <a:solidFill>
                  <a:srgbClr val="FF6600"/>
                </a:solidFill>
                <a:round/>
                <a:headEnd type="arrow" w="med" len="med"/>
                <a:tailEnd type="oval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633" name="Line 608"/>
              <p:cNvSpPr>
                <a:spLocks noChangeShapeType="1"/>
              </p:cNvSpPr>
              <p:nvPr/>
            </p:nvSpPr>
            <p:spPr bwMode="auto">
              <a:xfrm>
                <a:off x="3652099" y="4354100"/>
                <a:ext cx="3079" cy="500475"/>
              </a:xfrm>
              <a:prstGeom prst="line">
                <a:avLst/>
              </a:prstGeom>
              <a:noFill/>
              <a:ln w="25400">
                <a:solidFill>
                  <a:srgbClr val="FF6600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634" name="Line 608"/>
              <p:cNvSpPr>
                <a:spLocks noChangeShapeType="1"/>
              </p:cNvSpPr>
              <p:nvPr/>
            </p:nvSpPr>
            <p:spPr bwMode="auto">
              <a:xfrm flipH="1">
                <a:off x="3794646" y="4201858"/>
                <a:ext cx="9694" cy="652717"/>
              </a:xfrm>
              <a:prstGeom prst="line">
                <a:avLst/>
              </a:prstGeom>
              <a:noFill/>
              <a:ln w="25400">
                <a:solidFill>
                  <a:srgbClr val="FF99CC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635" name="Line 608"/>
              <p:cNvSpPr>
                <a:spLocks noChangeShapeType="1"/>
              </p:cNvSpPr>
              <p:nvPr/>
            </p:nvSpPr>
            <p:spPr bwMode="auto">
              <a:xfrm>
                <a:off x="7786294" y="4364249"/>
                <a:ext cx="1486" cy="1360022"/>
              </a:xfrm>
              <a:prstGeom prst="line">
                <a:avLst/>
              </a:prstGeom>
              <a:noFill/>
              <a:ln w="25400">
                <a:solidFill>
                  <a:srgbClr val="FF6600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636" name="Line 610"/>
              <p:cNvSpPr>
                <a:spLocks noChangeShapeType="1"/>
              </p:cNvSpPr>
              <p:nvPr/>
            </p:nvSpPr>
            <p:spPr bwMode="auto">
              <a:xfrm>
                <a:off x="7945784" y="4201860"/>
                <a:ext cx="5191" cy="1517904"/>
              </a:xfrm>
              <a:prstGeom prst="line">
                <a:avLst/>
              </a:prstGeom>
              <a:noFill/>
              <a:ln w="25400">
                <a:solidFill>
                  <a:srgbClr val="FF99CC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637" name="Line 608"/>
              <p:cNvSpPr>
                <a:spLocks noChangeShapeType="1"/>
              </p:cNvSpPr>
              <p:nvPr/>
            </p:nvSpPr>
            <p:spPr bwMode="auto">
              <a:xfrm>
                <a:off x="4609527" y="4345642"/>
                <a:ext cx="0" cy="1370171"/>
              </a:xfrm>
              <a:prstGeom prst="line">
                <a:avLst/>
              </a:prstGeom>
              <a:noFill/>
              <a:ln w="25400">
                <a:solidFill>
                  <a:srgbClr val="FF6600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638" name="Line 609"/>
              <p:cNvSpPr>
                <a:spLocks noChangeShapeType="1"/>
              </p:cNvSpPr>
              <p:nvPr/>
            </p:nvSpPr>
            <p:spPr bwMode="auto">
              <a:xfrm>
                <a:off x="4744028" y="4201860"/>
                <a:ext cx="13875" cy="1517904"/>
              </a:xfrm>
              <a:prstGeom prst="line">
                <a:avLst/>
              </a:prstGeom>
              <a:noFill/>
              <a:ln w="25400">
                <a:solidFill>
                  <a:srgbClr val="FF99CC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639" name="Line 608"/>
              <p:cNvSpPr>
                <a:spLocks noChangeShapeType="1"/>
              </p:cNvSpPr>
              <p:nvPr/>
            </p:nvSpPr>
            <p:spPr bwMode="auto">
              <a:xfrm flipH="1">
                <a:off x="4905551" y="4660274"/>
                <a:ext cx="0" cy="1057231"/>
              </a:xfrm>
              <a:prstGeom prst="line">
                <a:avLst/>
              </a:prstGeom>
              <a:noFill/>
              <a:ln w="25400">
                <a:solidFill>
                  <a:srgbClr val="993366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640" name="Line 608"/>
              <p:cNvSpPr>
                <a:spLocks noChangeShapeType="1"/>
              </p:cNvSpPr>
              <p:nvPr/>
            </p:nvSpPr>
            <p:spPr bwMode="auto">
              <a:xfrm flipH="1">
                <a:off x="8103774" y="4663148"/>
                <a:ext cx="0" cy="1057231"/>
              </a:xfrm>
              <a:prstGeom prst="line">
                <a:avLst/>
              </a:prstGeom>
              <a:noFill/>
              <a:ln w="25400">
                <a:solidFill>
                  <a:srgbClr val="993366"/>
                </a:solidFill>
                <a:round/>
                <a:headEnd type="oval" w="med" len="med"/>
                <a:tailEnd type="arrow" w="med" len="med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grpSp>
            <p:nvGrpSpPr>
              <p:cNvPr id="641" name="그룹 640"/>
              <p:cNvGrpSpPr/>
              <p:nvPr/>
            </p:nvGrpSpPr>
            <p:grpSpPr>
              <a:xfrm>
                <a:off x="9067446" y="3951176"/>
                <a:ext cx="1109089" cy="721616"/>
                <a:chOff x="6893238" y="1628800"/>
                <a:chExt cx="832684" cy="541776"/>
              </a:xfrm>
            </p:grpSpPr>
            <p:sp>
              <p:nvSpPr>
                <p:cNvPr id="665" name="Rectangle 101"/>
                <p:cNvSpPr>
                  <a:spLocks noChangeArrowheads="1"/>
                </p:cNvSpPr>
                <p:nvPr/>
              </p:nvSpPr>
              <p:spPr bwMode="auto">
                <a:xfrm>
                  <a:off x="7092280" y="1628800"/>
                  <a:ext cx="493433" cy="65552"/>
                </a:xfrm>
                <a:prstGeom prst="rect">
                  <a:avLst/>
                </a:prstGeom>
                <a:noFill/>
                <a:ln w="6350">
                  <a:noFill/>
                  <a:miter lim="800000"/>
                  <a:headEnd/>
                  <a:tailEnd/>
                </a:ln>
              </p:spPr>
              <p:txBody>
                <a:bodyPr wrap="none" lIns="91427" tIns="45713" rIns="91427" bIns="45713" anchor="ctr"/>
                <a:lstStyle/>
                <a:p>
                  <a:pPr algn="ctr"/>
                  <a:r>
                    <a:rPr lang="en-US" altLang="ko-KR" sz="600" dirty="0">
                      <a:latin typeface="Arial" charset="0"/>
                    </a:rPr>
                    <a:t>PEI ADDRESS, CALL</a:t>
                  </a:r>
                  <a:endParaRPr lang="ko-KR" altLang="ko-KR" dirty="0"/>
                </a:p>
              </p:txBody>
            </p:sp>
            <p:sp>
              <p:nvSpPr>
                <p:cNvPr id="666" name="Rectangle 102"/>
                <p:cNvSpPr>
                  <a:spLocks noChangeArrowheads="1"/>
                </p:cNvSpPr>
                <p:nvPr/>
              </p:nvSpPr>
              <p:spPr bwMode="auto">
                <a:xfrm>
                  <a:off x="6893238" y="1711038"/>
                  <a:ext cx="800934" cy="113228"/>
                </a:xfrm>
                <a:prstGeom prst="rect">
                  <a:avLst/>
                </a:prstGeom>
                <a:noFill/>
                <a:ln w="6350">
                  <a:noFill/>
                  <a:miter lim="800000"/>
                  <a:headEnd/>
                  <a:tailEnd/>
                </a:ln>
              </p:spPr>
              <p:txBody>
                <a:bodyPr wrap="none" lIns="91427" tIns="45713" rIns="91427" bIns="45713" anchor="ctr"/>
                <a:lstStyle/>
                <a:p>
                  <a:pPr algn="ctr"/>
                  <a:r>
                    <a:rPr lang="en-US" altLang="ko-KR" sz="600" dirty="0">
                      <a:latin typeface="Arial" charset="0"/>
                    </a:rPr>
                    <a:t>PEI Audio &amp; Signal</a:t>
                  </a:r>
                  <a:endParaRPr lang="ko-KR" altLang="ko-KR" dirty="0"/>
                </a:p>
              </p:txBody>
            </p:sp>
            <p:sp>
              <p:nvSpPr>
                <p:cNvPr id="667" name="Rectangle 76"/>
                <p:cNvSpPr>
                  <a:spLocks noChangeArrowheads="1"/>
                </p:cNvSpPr>
                <p:nvPr/>
              </p:nvSpPr>
              <p:spPr bwMode="auto">
                <a:xfrm>
                  <a:off x="7032178" y="1970992"/>
                  <a:ext cx="692475" cy="52442"/>
                </a:xfrm>
                <a:prstGeom prst="rect">
                  <a:avLst/>
                </a:prstGeom>
                <a:noFill/>
                <a:ln w="6350">
                  <a:noFill/>
                  <a:miter lim="800000"/>
                  <a:headEnd/>
                  <a:tailEnd/>
                </a:ln>
              </p:spPr>
              <p:txBody>
                <a:bodyPr wrap="none" lIns="91427" tIns="45713" rIns="91427" bIns="45713" anchor="ctr"/>
                <a:lstStyle/>
                <a:p>
                  <a:pPr algn="ctr"/>
                  <a:r>
                    <a:rPr lang="en-US" altLang="ko-KR" sz="600" dirty="0">
                      <a:latin typeface="Arial" charset="0"/>
                    </a:rPr>
                    <a:t>DPO ADDRESS, ACT</a:t>
                  </a:r>
                  <a:endParaRPr lang="ko-KR" altLang="ko-KR" dirty="0"/>
                </a:p>
              </p:txBody>
            </p:sp>
            <p:sp>
              <p:nvSpPr>
                <p:cNvPr id="668" name="Rectangle 102"/>
                <p:cNvSpPr>
                  <a:spLocks noChangeArrowheads="1"/>
                </p:cNvSpPr>
                <p:nvPr/>
              </p:nvSpPr>
              <p:spPr bwMode="auto">
                <a:xfrm>
                  <a:off x="6918638" y="1814962"/>
                  <a:ext cx="800934" cy="113228"/>
                </a:xfrm>
                <a:prstGeom prst="rect">
                  <a:avLst/>
                </a:prstGeom>
                <a:noFill/>
                <a:ln w="6350">
                  <a:noFill/>
                  <a:miter lim="800000"/>
                  <a:headEnd/>
                  <a:tailEnd/>
                </a:ln>
              </p:spPr>
              <p:txBody>
                <a:bodyPr wrap="none" lIns="91427" tIns="45713" rIns="91427" bIns="45713" anchor="ctr"/>
                <a:lstStyle/>
                <a:p>
                  <a:pPr algn="ctr"/>
                  <a:r>
                    <a:rPr lang="en-US" altLang="ko-KR" sz="600" dirty="0">
                      <a:latin typeface="Arial" charset="0"/>
                    </a:rPr>
                    <a:t>Dual - tone</a:t>
                  </a:r>
                  <a:endParaRPr lang="ko-KR" altLang="ko-KR" dirty="0"/>
                </a:p>
              </p:txBody>
            </p:sp>
            <p:sp>
              <p:nvSpPr>
                <p:cNvPr id="669" name="Rectangle 102"/>
                <p:cNvSpPr>
                  <a:spLocks noChangeArrowheads="1"/>
                </p:cNvSpPr>
                <p:nvPr/>
              </p:nvSpPr>
              <p:spPr bwMode="auto">
                <a:xfrm>
                  <a:off x="6924988" y="2057348"/>
                  <a:ext cx="800934" cy="113228"/>
                </a:xfrm>
                <a:prstGeom prst="rect">
                  <a:avLst/>
                </a:prstGeom>
                <a:noFill/>
                <a:ln w="6350">
                  <a:noFill/>
                  <a:miter lim="800000"/>
                  <a:headEnd/>
                  <a:tailEnd/>
                </a:ln>
              </p:spPr>
              <p:txBody>
                <a:bodyPr wrap="none" lIns="91427" tIns="45713" rIns="91427" bIns="45713" anchor="ctr"/>
                <a:lstStyle/>
                <a:p>
                  <a:pPr algn="ctr"/>
                  <a:r>
                    <a:rPr lang="en-US" altLang="ko-KR" sz="600" dirty="0">
                      <a:latin typeface="Arial" charset="0"/>
                    </a:rPr>
                    <a:t>PA Audio &amp; Signal</a:t>
                  </a:r>
                  <a:endParaRPr lang="ko-KR" altLang="ko-KR" dirty="0"/>
                </a:p>
              </p:txBody>
            </p:sp>
          </p:grpSp>
          <p:sp>
            <p:nvSpPr>
              <p:cNvPr id="642" name="Rectangle 106"/>
              <p:cNvSpPr>
                <a:spLocks noChangeArrowheads="1"/>
              </p:cNvSpPr>
              <p:nvPr/>
            </p:nvSpPr>
            <p:spPr bwMode="auto">
              <a:xfrm>
                <a:off x="2141016" y="5854712"/>
                <a:ext cx="657225" cy="8572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PA Audio TL</a:t>
                </a:r>
                <a:endParaRPr lang="ko-KR" altLang="ko-KR" dirty="0"/>
              </a:p>
            </p:txBody>
          </p:sp>
          <p:sp>
            <p:nvSpPr>
              <p:cNvPr id="643" name="Rectangle 106"/>
              <p:cNvSpPr>
                <a:spLocks noChangeArrowheads="1"/>
              </p:cNvSpPr>
              <p:nvPr/>
            </p:nvSpPr>
            <p:spPr bwMode="auto">
              <a:xfrm>
                <a:off x="2149318" y="6016085"/>
                <a:ext cx="657225" cy="8572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Dual- tone TL</a:t>
                </a:r>
                <a:endParaRPr lang="ko-KR" altLang="ko-KR" dirty="0"/>
              </a:p>
            </p:txBody>
          </p:sp>
          <p:sp>
            <p:nvSpPr>
              <p:cNvPr id="644" name="Rectangle 106"/>
              <p:cNvSpPr>
                <a:spLocks noChangeArrowheads="1"/>
              </p:cNvSpPr>
              <p:nvPr/>
            </p:nvSpPr>
            <p:spPr bwMode="auto">
              <a:xfrm>
                <a:off x="2051254" y="6197721"/>
                <a:ext cx="657225" cy="85725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RS485 TL</a:t>
                </a:r>
                <a:endParaRPr lang="ko-KR" altLang="ko-KR" dirty="0"/>
              </a:p>
            </p:txBody>
          </p:sp>
          <p:sp>
            <p:nvSpPr>
              <p:cNvPr id="645" name="Line 195"/>
              <p:cNvSpPr>
                <a:spLocks noChangeShapeType="1"/>
              </p:cNvSpPr>
              <p:nvPr/>
            </p:nvSpPr>
            <p:spPr bwMode="auto">
              <a:xfrm flipH="1" flipV="1">
                <a:off x="1330366" y="3640036"/>
                <a:ext cx="163513" cy="73025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646" name="Line 202"/>
              <p:cNvSpPr>
                <a:spLocks noChangeShapeType="1"/>
              </p:cNvSpPr>
              <p:nvPr/>
            </p:nvSpPr>
            <p:spPr bwMode="auto">
              <a:xfrm flipH="1" flipV="1">
                <a:off x="1315867" y="2996354"/>
                <a:ext cx="10807" cy="628438"/>
              </a:xfrm>
              <a:prstGeom prst="line">
                <a:avLst/>
              </a:prstGeom>
              <a:noFill/>
              <a:ln w="25400">
                <a:solidFill>
                  <a:srgbClr val="008000"/>
                </a:solidFill>
                <a:round/>
                <a:headEnd/>
                <a:tailEnd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647" name="Rectangle 74"/>
              <p:cNvSpPr>
                <a:spLocks noChangeArrowheads="1"/>
              </p:cNvSpPr>
              <p:nvPr/>
            </p:nvSpPr>
            <p:spPr bwMode="auto">
              <a:xfrm>
                <a:off x="2018852" y="3753123"/>
                <a:ext cx="695326" cy="93664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RS485</a:t>
                </a:r>
                <a:endParaRPr lang="ko-KR" altLang="ko-KR" dirty="0"/>
              </a:p>
            </p:txBody>
          </p:sp>
          <p:sp>
            <p:nvSpPr>
              <p:cNvPr id="648" name="Rectangle 209"/>
              <p:cNvSpPr>
                <a:spLocks noChangeArrowheads="1"/>
              </p:cNvSpPr>
              <p:nvPr/>
            </p:nvSpPr>
            <p:spPr bwMode="auto">
              <a:xfrm flipH="1">
                <a:off x="1485939" y="3594429"/>
                <a:ext cx="287732" cy="383643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62192" tIns="81095" rIns="162192" bIns="81095" anchor="ctr"/>
              <a:lstStyle/>
              <a:p>
                <a:pPr algn="ctr"/>
                <a:r>
                  <a:rPr lang="en-US" altLang="ko-KR" sz="600" dirty="0"/>
                  <a:t>485</a:t>
                </a:r>
              </a:p>
              <a:p>
                <a:pPr algn="ctr"/>
                <a:r>
                  <a:rPr lang="en-US" altLang="ko-KR" sz="600" dirty="0"/>
                  <a:t>Card</a:t>
                </a:r>
                <a:endParaRPr lang="ko-KR" altLang="ko-KR" sz="600" dirty="0"/>
              </a:p>
            </p:txBody>
          </p:sp>
          <p:sp>
            <p:nvSpPr>
              <p:cNvPr id="649" name="Rectangle 75"/>
              <p:cNvSpPr>
                <a:spLocks noChangeArrowheads="1"/>
              </p:cNvSpPr>
              <p:nvPr/>
            </p:nvSpPr>
            <p:spPr bwMode="auto">
              <a:xfrm flipH="1">
                <a:off x="6054728" y="4793458"/>
                <a:ext cx="708024" cy="314326"/>
              </a:xfrm>
              <a:prstGeom prst="rect">
                <a:avLst/>
              </a:prstGeom>
              <a:solidFill>
                <a:srgbClr val="CCFFFF">
                  <a:alpha val="50195"/>
                </a:srgbClr>
              </a:solidFill>
              <a:ln w="635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600" dirty="0">
                    <a:latin typeface="Arial" charset="0"/>
                  </a:rPr>
                  <a:t>Driver PA</a:t>
                </a:r>
              </a:p>
              <a:p>
                <a:pPr algn="ctr"/>
                <a:r>
                  <a:rPr lang="en-US" altLang="ko-KR" sz="600" dirty="0" err="1">
                    <a:latin typeface="Arial" charset="0"/>
                  </a:rPr>
                  <a:t>HandSet</a:t>
                </a:r>
                <a:endParaRPr lang="ko-KR" altLang="ko-KR" dirty="0"/>
              </a:p>
            </p:txBody>
          </p:sp>
          <p:cxnSp>
            <p:nvCxnSpPr>
              <p:cNvPr id="650" name="직선 화살표 연결선 649"/>
              <p:cNvCxnSpPr/>
              <p:nvPr/>
            </p:nvCxnSpPr>
            <p:spPr>
              <a:xfrm flipH="1">
                <a:off x="4144964" y="4955855"/>
                <a:ext cx="1860814" cy="0"/>
              </a:xfrm>
              <a:prstGeom prst="straightConnector1">
                <a:avLst/>
              </a:prstGeom>
              <a:ln w="12700"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51" name="Line 594"/>
              <p:cNvSpPr>
                <a:spLocks noChangeShapeType="1"/>
              </p:cNvSpPr>
              <p:nvPr/>
            </p:nvSpPr>
            <p:spPr bwMode="auto">
              <a:xfrm rot="10800000" flipV="1">
                <a:off x="4153916" y="4887484"/>
                <a:ext cx="1834198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 type="arrow" w="med" len="med"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652" name="Rectangle 597"/>
              <p:cNvSpPr>
                <a:spLocks noChangeArrowheads="1"/>
              </p:cNvSpPr>
              <p:nvPr/>
            </p:nvSpPr>
            <p:spPr bwMode="auto">
              <a:xfrm>
                <a:off x="5365730" y="4727086"/>
                <a:ext cx="439737" cy="144461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500" dirty="0">
                    <a:latin typeface="Arial" charset="0"/>
                  </a:rPr>
                  <a:t>DC 12V</a:t>
                </a:r>
                <a:endParaRPr lang="ko-KR" altLang="ko-KR" dirty="0"/>
              </a:p>
            </p:txBody>
          </p:sp>
          <p:sp>
            <p:nvSpPr>
              <p:cNvPr id="653" name="Rectangle 599"/>
              <p:cNvSpPr>
                <a:spLocks noChangeArrowheads="1"/>
              </p:cNvSpPr>
              <p:nvPr/>
            </p:nvSpPr>
            <p:spPr bwMode="auto">
              <a:xfrm>
                <a:off x="5424476" y="4847363"/>
                <a:ext cx="423863" cy="119063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500" dirty="0">
                    <a:latin typeface="Arial" charset="0"/>
                  </a:rPr>
                  <a:t>Audio</a:t>
                </a:r>
                <a:endParaRPr lang="ko-KR" altLang="ko-KR" dirty="0"/>
              </a:p>
            </p:txBody>
          </p:sp>
          <p:grpSp>
            <p:nvGrpSpPr>
              <p:cNvPr id="654" name="그룹 653"/>
              <p:cNvGrpSpPr/>
              <p:nvPr/>
            </p:nvGrpSpPr>
            <p:grpSpPr>
              <a:xfrm>
                <a:off x="7243762" y="4808246"/>
                <a:ext cx="294727" cy="256221"/>
                <a:chOff x="6900389" y="2603503"/>
                <a:chExt cx="277936" cy="301941"/>
              </a:xfrm>
            </p:grpSpPr>
            <p:sp>
              <p:nvSpPr>
                <p:cNvPr id="660" name="직사각형 659"/>
                <p:cNvSpPr/>
                <p:nvPr/>
              </p:nvSpPr>
              <p:spPr>
                <a:xfrm>
                  <a:off x="6977112" y="2799558"/>
                  <a:ext cx="161308" cy="45719"/>
                </a:xfrm>
                <a:prstGeom prst="rect">
                  <a:avLst/>
                </a:prstGeom>
                <a:noFill/>
                <a:ln w="952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661" name="직사각형 660"/>
                <p:cNvSpPr/>
                <p:nvPr/>
              </p:nvSpPr>
              <p:spPr>
                <a:xfrm>
                  <a:off x="6977112" y="2603503"/>
                  <a:ext cx="167505" cy="59531"/>
                </a:xfrm>
                <a:prstGeom prst="rect">
                  <a:avLst/>
                </a:prstGeom>
                <a:noFill/>
                <a:ln w="952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662" name="직사각형 661"/>
                <p:cNvSpPr/>
                <p:nvPr/>
              </p:nvSpPr>
              <p:spPr>
                <a:xfrm>
                  <a:off x="6900389" y="2663034"/>
                  <a:ext cx="74615" cy="49807"/>
                </a:xfrm>
                <a:prstGeom prst="rect">
                  <a:avLst/>
                </a:prstGeom>
                <a:noFill/>
                <a:ln w="952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663" name="직사각형 662"/>
                <p:cNvSpPr/>
                <p:nvPr/>
              </p:nvSpPr>
              <p:spPr>
                <a:xfrm>
                  <a:off x="6934652" y="2633268"/>
                  <a:ext cx="243673" cy="159147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accent1">
                        <a:tint val="66000"/>
                        <a:satMod val="160000"/>
                      </a:schemeClr>
                    </a:gs>
                    <a:gs pos="50000">
                      <a:schemeClr val="accent1">
                        <a:tint val="44500"/>
                        <a:satMod val="160000"/>
                      </a:schemeClr>
                    </a:gs>
                    <a:gs pos="100000">
                      <a:schemeClr val="accent1">
                        <a:tint val="23500"/>
                        <a:satMod val="160000"/>
                      </a:schemeClr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ln w="952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664" name="직사각형 663"/>
                <p:cNvSpPr/>
                <p:nvPr/>
              </p:nvSpPr>
              <p:spPr>
                <a:xfrm>
                  <a:off x="7010115" y="2859725"/>
                  <a:ext cx="95302" cy="45719"/>
                </a:xfrm>
                <a:prstGeom prst="rect">
                  <a:avLst/>
                </a:prstGeom>
                <a:noFill/>
                <a:ln w="9525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655" name="Line 605"/>
              <p:cNvSpPr>
                <a:spLocks noChangeShapeType="1"/>
              </p:cNvSpPr>
              <p:nvPr/>
            </p:nvSpPr>
            <p:spPr bwMode="auto">
              <a:xfrm flipV="1">
                <a:off x="6756212" y="5041085"/>
                <a:ext cx="486759" cy="0"/>
              </a:xfrm>
              <a:prstGeom prst="line">
                <a:avLst/>
              </a:prstGeom>
              <a:noFill/>
              <a:ln w="25400">
                <a:solidFill>
                  <a:srgbClr val="808000"/>
                </a:solidFill>
                <a:round/>
                <a:headEnd type="arrow" w="med" len="med"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656" name="Rectangle 599"/>
              <p:cNvSpPr>
                <a:spLocks noChangeArrowheads="1"/>
              </p:cNvSpPr>
              <p:nvPr/>
            </p:nvSpPr>
            <p:spPr bwMode="auto">
              <a:xfrm>
                <a:off x="6870513" y="4901280"/>
                <a:ext cx="348579" cy="119063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500" dirty="0">
                    <a:latin typeface="Arial" charset="0"/>
                  </a:rPr>
                  <a:t>Audio</a:t>
                </a:r>
                <a:endParaRPr lang="ko-KR" altLang="ko-KR" dirty="0"/>
              </a:p>
            </p:txBody>
          </p:sp>
          <p:sp>
            <p:nvSpPr>
              <p:cNvPr id="657" name="직사각형 656"/>
              <p:cNvSpPr/>
              <p:nvPr/>
            </p:nvSpPr>
            <p:spPr>
              <a:xfrm>
                <a:off x="2273302" y="4925298"/>
                <a:ext cx="360362" cy="210858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9525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400" dirty="0">
                    <a:solidFill>
                      <a:schemeClr val="tx1"/>
                    </a:solidFill>
                  </a:rPr>
                  <a:t>DPH</a:t>
                </a:r>
                <a:endParaRPr lang="ko-KR" altLang="en-US" sz="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58" name="Line 605"/>
              <p:cNvSpPr>
                <a:spLocks noChangeShapeType="1"/>
              </p:cNvSpPr>
              <p:nvPr/>
            </p:nvSpPr>
            <p:spPr bwMode="auto">
              <a:xfrm rot="10800000">
                <a:off x="2602040" y="5068610"/>
                <a:ext cx="785396" cy="0"/>
              </a:xfrm>
              <a:prstGeom prst="line">
                <a:avLst/>
              </a:prstGeom>
              <a:noFill/>
              <a:ln w="25400">
                <a:solidFill>
                  <a:srgbClr val="808000"/>
                </a:solidFill>
                <a:round/>
                <a:headEnd type="arrow" w="med" len="med"/>
                <a:tailEnd type="none" w="med" len="lg"/>
              </a:ln>
            </p:spPr>
            <p:txBody>
              <a:bodyPr lIns="91416" tIns="45708" rIns="91416" bIns="45708"/>
              <a:lstStyle/>
              <a:p>
                <a:endParaRPr lang="ko-KR" altLang="en-US"/>
              </a:p>
            </p:txBody>
          </p:sp>
          <p:sp>
            <p:nvSpPr>
              <p:cNvPr id="659" name="Rectangle 599"/>
              <p:cNvSpPr>
                <a:spLocks noChangeArrowheads="1"/>
              </p:cNvSpPr>
              <p:nvPr/>
            </p:nvSpPr>
            <p:spPr bwMode="auto">
              <a:xfrm>
                <a:off x="2636632" y="4929754"/>
                <a:ext cx="348579" cy="119063"/>
              </a:xfrm>
              <a:prstGeom prst="rect">
                <a:avLst/>
              </a:prstGeom>
              <a:noFill/>
              <a:ln w="6350">
                <a:noFill/>
                <a:miter lim="800000"/>
                <a:headEnd/>
                <a:tailEnd/>
              </a:ln>
            </p:spPr>
            <p:txBody>
              <a:bodyPr wrap="none" lIns="121757" tIns="60877" rIns="121757" bIns="60877" anchor="ctr"/>
              <a:lstStyle/>
              <a:p>
                <a:pPr algn="ctr"/>
                <a:r>
                  <a:rPr lang="en-US" altLang="ko-KR" sz="500" dirty="0">
                    <a:latin typeface="Arial" charset="0"/>
                  </a:rPr>
                  <a:t>Audio</a:t>
                </a:r>
                <a:endParaRPr lang="ko-KR" altLang="ko-KR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621685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2370985"/>
              </p:ext>
            </p:extLst>
          </p:nvPr>
        </p:nvGraphicFramePr>
        <p:xfrm>
          <a:off x="920552" y="116632"/>
          <a:ext cx="6408715" cy="6624730"/>
        </p:xfrm>
        <a:graphic>
          <a:graphicData uri="http://schemas.openxmlformats.org/drawingml/2006/table">
            <a:tbl>
              <a:tblPr/>
              <a:tblGrid>
                <a:gridCol w="1102838"/>
                <a:gridCol w="55142"/>
                <a:gridCol w="214441"/>
                <a:gridCol w="208314"/>
                <a:gridCol w="214441"/>
                <a:gridCol w="208314"/>
                <a:gridCol w="55142"/>
                <a:gridCol w="214441"/>
                <a:gridCol w="208314"/>
                <a:gridCol w="214441"/>
                <a:gridCol w="208314"/>
                <a:gridCol w="55142"/>
                <a:gridCol w="214441"/>
                <a:gridCol w="208314"/>
                <a:gridCol w="214441"/>
                <a:gridCol w="208314"/>
                <a:gridCol w="55142"/>
                <a:gridCol w="214441"/>
                <a:gridCol w="208314"/>
                <a:gridCol w="214441"/>
                <a:gridCol w="208314"/>
                <a:gridCol w="55142"/>
                <a:gridCol w="287963"/>
                <a:gridCol w="122537"/>
                <a:gridCol w="122537"/>
                <a:gridCol w="122537"/>
                <a:gridCol w="122537"/>
                <a:gridCol w="122537"/>
                <a:gridCol w="122537"/>
                <a:gridCol w="134792"/>
                <a:gridCol w="122537"/>
                <a:gridCol w="367613"/>
              </a:tblGrid>
              <a:tr h="155162">
                <a:tc gridSpan="32"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RS 485 Train Line Relay States During Inauguration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66655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Inauguration Steps </a:t>
                      </a:r>
                      <a:b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</a:br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Input Signal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Married A</a:t>
                      </a:r>
                      <a:b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</a:br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1nd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Married B</a:t>
                      </a:r>
                      <a:b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</a:br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2nd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Married A</a:t>
                      </a:r>
                      <a:b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</a:br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3nd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Married B</a:t>
                      </a:r>
                      <a:b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</a:br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4nd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Married A</a:t>
                      </a:r>
                      <a:b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</a:br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5nd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Married B</a:t>
                      </a:r>
                      <a:b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</a:br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6nd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Married A</a:t>
                      </a:r>
                      <a:b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</a:br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7nd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Married B</a:t>
                      </a:r>
                      <a:b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</a:br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8nd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264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PAC A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PAC B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PAC A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PAC B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PAC A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PAC B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PAC A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PAC B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PAC A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PAC B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PAC A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PAC B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PAC A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PAC B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PAC A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PAC B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264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Ra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Rb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Ra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Rb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Ra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Rb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Ra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Rb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Ra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Rb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Ra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Rb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Ra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Rb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Ra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Rb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3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4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5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6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7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8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6428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1. Power ON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264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All Relays default to the close (on) State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26428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2. Coupler Check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3357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PAC - A of the 1st Car &amp; PAC-B of 8th Car both</a:t>
                      </a:r>
                      <a:b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</a:br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hold a TOC token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26428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3. Cab-ON @(2nd, PAC-A) </a:t>
                      </a:r>
                      <a:b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</a:br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SET Master PAC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2642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PAC-A of the 2nd Car is the Master PAC.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26428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4. Request TOC Response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6090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Open(2nd,PAC-A,Rb)to disconnect from Paired PAC-B, </a:t>
                      </a:r>
                      <a:b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</a:br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Master PAC requests Toc response &amp; (1st. PAC - A) responds.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26428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5. Set HOC Token Flag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3357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Master PAC sets (1st. PAC - A) HOC &amp; </a:t>
                      </a:r>
                      <a:b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</a:br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then returns all relays to default status.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26428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6. Request TOC Response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8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9749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The only remaining remaining TOC token is held by (8th, PAC-B) &amp; </a:t>
                      </a:r>
                      <a:b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</a:br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responds to the request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26428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7. Get Response &amp; Update Consist</a:t>
                      </a:r>
                      <a:b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</a:br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Inauguration Tables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8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3357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All PAC's update their Inauguration table  </a:t>
                      </a:r>
                      <a:b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</a:br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with HOC, TOC, and Master Info.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26428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8. Pass Token (1ST. PAC-B)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8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3357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The PAS Token is passed from the HOC token </a:t>
                      </a:r>
                      <a:b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</a:br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holder to the next adjacent PAC.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26428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9. Get Response &amp; Update Consist</a:t>
                      </a:r>
                      <a:b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</a:br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Inauguration Tables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8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3357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All PAC's update their Inauguration table to include</a:t>
                      </a:r>
                      <a:b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</a:br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(2st. PAC-B) paramaters.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26428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10. Pass Token (2nd, PAC-A)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8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3357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The PAS token is passed from the current token </a:t>
                      </a:r>
                      <a:b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</a:br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holder to the next adjacent PAC.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26428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11. Get Response &amp; Update Consist</a:t>
                      </a:r>
                      <a:b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</a:br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Inauguration Tables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3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8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3357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All PAC's update their Inauguration table to include</a:t>
                      </a:r>
                      <a:b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</a:br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(3st. PAC-B) paramaters.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26428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12. Pass Token (2nd, PAC-A)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3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8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3357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The PAS token is passed from the current token </a:t>
                      </a:r>
                      <a:b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</a:br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holder to the next adjacent PAC.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26428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13. Get Response &amp; Update Consist</a:t>
                      </a:r>
                      <a:b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</a:br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Inauguration Tables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3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4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8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3357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All PAC's update their Inauguration table to include</a:t>
                      </a:r>
                      <a:b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</a:br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(4st. PAC-B) paramaters.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26428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14. Pass Token (2nd, PAC-A)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3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4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8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3357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The PAS token is passed from the current token </a:t>
                      </a:r>
                      <a:b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</a:br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holder to the next adjacent PAC.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26428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15. Get Response &amp; Update Consist</a:t>
                      </a:r>
                      <a:b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</a:br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Inauguration Tables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3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4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5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8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3357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All PAC's update their Inauguration table to include</a:t>
                      </a:r>
                      <a:b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</a:br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(5st. PAC-B) paramaters.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26428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16. Pass Token (2nd, PAC-A)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3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4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5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8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3357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The PAS token is passed from the current token </a:t>
                      </a:r>
                      <a:b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</a:br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holder to the next adjacent PAC.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26428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17. Get Response &amp; Update Consist</a:t>
                      </a:r>
                      <a:b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</a:br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Inauguration Tables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3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4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5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6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8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3357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All PAC's update their Inauguration table to include</a:t>
                      </a:r>
                      <a:b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</a:br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(6st. PAC-B) paramaters.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26428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18. Pass Token (2nd, PAC-A)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3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4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5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6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8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3357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The PAS token is passed from the current token </a:t>
                      </a:r>
                      <a:b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</a:br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holder to the next adjacent PAC.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26428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19. Get Response &amp; Update Consist</a:t>
                      </a:r>
                      <a:b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</a:br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Inauguration Tables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3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4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5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6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7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8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3357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All PAC's update their Inauguration table to include</a:t>
                      </a:r>
                      <a:b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</a:br>
                      <a:r>
                        <a:rPr 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(8st. PAC-B) paramaters. </a:t>
                      </a:r>
                      <a:r>
                        <a:rPr lang="en-US" sz="300" b="0" i="0" u="none" strike="noStrike">
                          <a:solidFill>
                            <a:srgbClr val="FF0000"/>
                          </a:solidFill>
                          <a:effectLst/>
                          <a:latin typeface="Arial Unicode MS"/>
                        </a:rPr>
                        <a:t>Inauguration Complete.</a:t>
                      </a:r>
                      <a:endParaRPr lang="en-US" sz="300" b="0" i="0" u="none" strike="noStrike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12272"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272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26428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TOC Token Flag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Master PAC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 = Closed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12272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18797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HOC Token Flag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5"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Update Consist Table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500" b="0" i="0" u="none" strike="noStrike">
                          <a:solidFill>
                            <a:srgbClr val="FF0000"/>
                          </a:solidFill>
                          <a:effectLst/>
                          <a:latin typeface="맑은 고딕"/>
                        </a:rPr>
                        <a:t>O</a:t>
                      </a:r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= Open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12272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26428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Passing Token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4">
                  <a:txBody>
                    <a:bodyPr/>
                    <a:lstStyle/>
                    <a:p>
                      <a:pPr algn="l" fontAlgn="ctr"/>
                      <a:r>
                        <a:rPr 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Temp TOC Token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5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12272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111" marR="4111" marT="411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9509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0324008"/>
              </p:ext>
            </p:extLst>
          </p:nvPr>
        </p:nvGraphicFramePr>
        <p:xfrm>
          <a:off x="1496616" y="188640"/>
          <a:ext cx="6192687" cy="6508614"/>
        </p:xfrm>
        <a:graphic>
          <a:graphicData uri="http://schemas.openxmlformats.org/drawingml/2006/table">
            <a:tbl>
              <a:tblPr/>
              <a:tblGrid>
                <a:gridCol w="1558109"/>
                <a:gridCol w="71545"/>
                <a:gridCol w="278233"/>
                <a:gridCol w="270285"/>
                <a:gridCol w="278233"/>
                <a:gridCol w="270285"/>
                <a:gridCol w="71545"/>
                <a:gridCol w="278233"/>
                <a:gridCol w="270285"/>
                <a:gridCol w="278233"/>
                <a:gridCol w="270285"/>
                <a:gridCol w="71545"/>
                <a:gridCol w="739307"/>
                <a:gridCol w="158991"/>
                <a:gridCol w="158991"/>
                <a:gridCol w="158991"/>
                <a:gridCol w="158991"/>
                <a:gridCol w="850600"/>
              </a:tblGrid>
              <a:tr h="179163">
                <a:tc gridSpan="18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RS 485 Train Line Relay States During Inauguration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79163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Inauguration Steps </a:t>
                      </a:r>
                      <a:b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Input Signal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Married A</a:t>
                      </a:r>
                      <a:b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</a:b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1nd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Married B</a:t>
                      </a:r>
                      <a:b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</a:b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2nd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Married A</a:t>
                      </a:r>
                      <a:b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</a:b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3nd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Married B</a:t>
                      </a:r>
                      <a:b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</a:b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4nd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459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PAC A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PAC B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PAC A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PAC B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PAC A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PAC B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PAC A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PAC B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ko-KR" alt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459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Ra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Rb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Ra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Rb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Ra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Rb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Ra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Rb</a:t>
                      </a:r>
                      <a:endParaRPr 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3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4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45985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1. Power ON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4598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All Relays default to the close (on) State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45985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2. Coupler Check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21897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PAC - A of the 1st Car &amp; PAC-B of 8th Car both</a:t>
                      </a:r>
                      <a:b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hold a TOC token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45985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3. Cab-ON @(2nd, PAC-A) </a:t>
                      </a:r>
                      <a:b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SET Master PAC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O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23888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PAC-A of the 2nd Car is the Master PAC.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45985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4. Request TOC Response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O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O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1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X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X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4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26144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Open(2nd,PAC-A,Rb)to disconnect from Paired PAC-B, </a:t>
                      </a:r>
                      <a:b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</a:b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Master PAC requests Toc response &amp; (1st. PAC - A) responds.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45985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5. Set HOC Token Flag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O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1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X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X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4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25879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Master PAC sets (1st. PAC - A) HOC &amp; </a:t>
                      </a:r>
                      <a:b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</a:br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then returns all relays to default status.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45985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6. Request TOC Response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O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4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24552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The only remaining 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remaining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 TOC token is held by (4th, PAC-B) &amp; responds to the request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45985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7. Get Response &amp; Update </a:t>
                      </a:r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Consist</a:t>
                      </a:r>
                      <a:r>
                        <a:rPr lang="en-US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</a:t>
                      </a:r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Inauguration 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Tables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O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4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25215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All PAC's update their Inauguration table  </a:t>
                      </a:r>
                      <a:b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with HOC, TOC, and Master Info.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45985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8. Pass Token (1ST. PAC-B)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O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O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O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O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4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27206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The PAS Token is passed from the HOC token </a:t>
                      </a:r>
                      <a:b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holder to the next adjacent PAC.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45985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9. Get Response &amp; Update </a:t>
                      </a:r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Consist</a:t>
                      </a:r>
                      <a:r>
                        <a:rPr lang="en-US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</a:t>
                      </a:r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Inauguration 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Tables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O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4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33178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All PAC's update their Inauguration table to include (2st. PAC-B) 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paramaters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.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45985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10. Pass Token (2nd, PAC-A)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O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O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O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X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4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32514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The PAS token is passed from the current token </a:t>
                      </a:r>
                      <a:b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</a:b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holder to the next adjacent PAC.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45985">
                <a:tc rowSpan="2"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11. Get Response &amp; Update </a:t>
                      </a:r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Consist</a:t>
                      </a:r>
                      <a:r>
                        <a:rPr lang="en-US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 </a:t>
                      </a:r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Inauguration 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Tables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O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c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1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2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3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4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31187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FF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All PAC's update their Inauguration table to include (3st. PAC-B) 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paramaters</a:t>
                      </a:r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Unicode MS"/>
                        </a:rPr>
                        <a:t>.</a:t>
                      </a:r>
                    </a:p>
                    <a:p>
                      <a:pPr algn="ctr" fontAlgn="ctr"/>
                      <a:r>
                        <a:rPr lang="en-US" sz="8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Arial Unicode MS"/>
                        </a:rPr>
                        <a:t> </a:t>
                      </a:r>
                      <a:r>
                        <a:rPr lang="en-US" sz="8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 Unicode MS"/>
                        </a:rPr>
                        <a:t>Inauguration complete.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33593"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4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262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4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52620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    C </a:t>
                      </a: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= Closed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TOC Token Flag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Master PAC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45985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7030A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E26B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60551">
                <a:tc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       </a:t>
                      </a:r>
                      <a:r>
                        <a:rPr lang="en-US" sz="800" b="1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O</a:t>
                      </a:r>
                      <a:r>
                        <a:rPr 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 </a:t>
                      </a: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= Open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HOC Token Flag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4"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Update Consist Table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45985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C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45985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Passing Token</a:t>
                      </a:r>
                    </a:p>
                  </a:txBody>
                  <a:tcPr marL="4779" marR="4779" marT="4779" marB="0" anchor="ctr">
                    <a:lnL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Arial Unicode MS" pitchFamily="50" charset="-127"/>
                        <a:ea typeface="Arial Unicode MS" pitchFamily="50" charset="-127"/>
                        <a:cs typeface="Arial Unicode MS" pitchFamily="50" charset="-127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itchFamily="50" charset="-127"/>
                          <a:ea typeface="Arial Unicode MS" pitchFamily="50" charset="-127"/>
                          <a:cs typeface="Arial Unicode MS" pitchFamily="50" charset="-127"/>
                        </a:rPr>
                        <a:t>Temp TOC Token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5262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4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FF0000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</a:rPr>
                        <a:t>　</a:t>
                      </a:r>
                    </a:p>
                  </a:txBody>
                  <a:tcPr marL="4779" marR="4779" marT="4779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49209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/>
          <p:cNvGrpSpPr/>
          <p:nvPr/>
        </p:nvGrpSpPr>
        <p:grpSpPr>
          <a:xfrm>
            <a:off x="1280592" y="1237827"/>
            <a:ext cx="7416824" cy="5251223"/>
            <a:chOff x="1280592" y="1237827"/>
            <a:chExt cx="7416824" cy="5251223"/>
          </a:xfrm>
        </p:grpSpPr>
        <p:sp>
          <p:nvSpPr>
            <p:cNvPr id="4" name="타원 3"/>
            <p:cNvSpPr/>
            <p:nvPr/>
          </p:nvSpPr>
          <p:spPr>
            <a:xfrm>
              <a:off x="5194920" y="1759754"/>
              <a:ext cx="910208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Speakers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5" name="타원 4"/>
            <p:cNvSpPr/>
            <p:nvPr/>
          </p:nvSpPr>
          <p:spPr>
            <a:xfrm>
              <a:off x="2937596" y="2729138"/>
              <a:ext cx="792088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WLAN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6" name="타원 5"/>
            <p:cNvSpPr/>
            <p:nvPr/>
          </p:nvSpPr>
          <p:spPr>
            <a:xfrm>
              <a:off x="2937596" y="3140968"/>
              <a:ext cx="792088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VTX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7" name="타원 6"/>
            <p:cNvSpPr/>
            <p:nvPr/>
          </p:nvSpPr>
          <p:spPr>
            <a:xfrm>
              <a:off x="2937596" y="3553499"/>
              <a:ext cx="792088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PAC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8" name="타원 7"/>
            <p:cNvSpPr/>
            <p:nvPr/>
          </p:nvSpPr>
          <p:spPr>
            <a:xfrm>
              <a:off x="2937596" y="3953895"/>
              <a:ext cx="792088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LIC</a:t>
              </a:r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1280592" y="4293096"/>
              <a:ext cx="720080" cy="2880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MDS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1280592" y="3117942"/>
              <a:ext cx="720080" cy="2880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CAB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1280592" y="2708920"/>
              <a:ext cx="720080" cy="2880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DOOR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1280592" y="2300642"/>
              <a:ext cx="936104" cy="2880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ODOMETER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1280592" y="1868093"/>
              <a:ext cx="720080" cy="2880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Wayside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1280592" y="1484784"/>
              <a:ext cx="720080" cy="2880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PTU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7" name="타원 16"/>
            <p:cNvSpPr/>
            <p:nvPr/>
          </p:nvSpPr>
          <p:spPr>
            <a:xfrm>
              <a:off x="2937596" y="2316321"/>
              <a:ext cx="792088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CNCS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8" name="타원 17"/>
            <p:cNvSpPr/>
            <p:nvPr/>
          </p:nvSpPr>
          <p:spPr>
            <a:xfrm>
              <a:off x="5097016" y="2348880"/>
              <a:ext cx="792088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PID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9" name="타원 18"/>
            <p:cNvSpPr/>
            <p:nvPr/>
          </p:nvSpPr>
          <p:spPr>
            <a:xfrm>
              <a:off x="6105128" y="2348880"/>
              <a:ext cx="792088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PII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20" name="타원 19"/>
            <p:cNvSpPr/>
            <p:nvPr/>
          </p:nvSpPr>
          <p:spPr>
            <a:xfrm>
              <a:off x="6104649" y="2748369"/>
              <a:ext cx="792088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>
                  <a:solidFill>
                    <a:schemeClr val="tx1"/>
                  </a:solidFill>
                </a:rPr>
                <a:t>S</a:t>
              </a:r>
              <a:r>
                <a:rPr lang="en-US" altLang="ko-KR" sz="800" dirty="0" smtClean="0">
                  <a:solidFill>
                    <a:schemeClr val="tx1"/>
                  </a:solidFill>
                </a:rPr>
                <a:t>DI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21" name="타원 20"/>
            <p:cNvSpPr/>
            <p:nvPr/>
          </p:nvSpPr>
          <p:spPr>
            <a:xfrm>
              <a:off x="5097016" y="2748369"/>
              <a:ext cx="792088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FDI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22" name="타원 21"/>
            <p:cNvSpPr/>
            <p:nvPr/>
          </p:nvSpPr>
          <p:spPr>
            <a:xfrm>
              <a:off x="5097016" y="3561080"/>
              <a:ext cx="792088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PEI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23" name="타원 22"/>
            <p:cNvSpPr/>
            <p:nvPr/>
          </p:nvSpPr>
          <p:spPr>
            <a:xfrm>
              <a:off x="6113815" y="3561080"/>
              <a:ext cx="792088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DPO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25" name="타원 24"/>
            <p:cNvSpPr/>
            <p:nvPr/>
          </p:nvSpPr>
          <p:spPr>
            <a:xfrm>
              <a:off x="5097016" y="4365104"/>
              <a:ext cx="792088" cy="2880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CCP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cxnSp>
          <p:nvCxnSpPr>
            <p:cNvPr id="27" name="직선 화살표 연결선 26"/>
            <p:cNvCxnSpPr>
              <a:stCxn id="16" idx="3"/>
              <a:endCxn id="17" idx="2"/>
            </p:cNvCxnSpPr>
            <p:nvPr/>
          </p:nvCxnSpPr>
          <p:spPr>
            <a:xfrm>
              <a:off x="2000672" y="1628800"/>
              <a:ext cx="936924" cy="831537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화살표 연결선 28"/>
            <p:cNvCxnSpPr>
              <a:stCxn id="15" idx="3"/>
              <a:endCxn id="5" idx="2"/>
            </p:cNvCxnSpPr>
            <p:nvPr/>
          </p:nvCxnSpPr>
          <p:spPr>
            <a:xfrm>
              <a:off x="2000672" y="2012109"/>
              <a:ext cx="936924" cy="861045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화살표 연결선 30"/>
            <p:cNvCxnSpPr>
              <a:stCxn id="10" idx="3"/>
              <a:endCxn id="8" idx="2"/>
            </p:cNvCxnSpPr>
            <p:nvPr/>
          </p:nvCxnSpPr>
          <p:spPr>
            <a:xfrm flipV="1">
              <a:off x="2000672" y="4097911"/>
              <a:ext cx="936924" cy="339201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화살표 연결선 32"/>
            <p:cNvCxnSpPr>
              <a:stCxn id="11" idx="3"/>
              <a:endCxn id="7" idx="2"/>
            </p:cNvCxnSpPr>
            <p:nvPr/>
          </p:nvCxnSpPr>
          <p:spPr>
            <a:xfrm>
              <a:off x="2000672" y="3261958"/>
              <a:ext cx="936924" cy="435557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직선 화살표 연결선 35"/>
            <p:cNvCxnSpPr>
              <a:stCxn id="12" idx="3"/>
              <a:endCxn id="7" idx="2"/>
            </p:cNvCxnSpPr>
            <p:nvPr/>
          </p:nvCxnSpPr>
          <p:spPr>
            <a:xfrm>
              <a:off x="2000672" y="2852936"/>
              <a:ext cx="936924" cy="844579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직선 화살표 연결선 37"/>
            <p:cNvCxnSpPr>
              <a:stCxn id="13" idx="3"/>
              <a:endCxn id="7" idx="2"/>
            </p:cNvCxnSpPr>
            <p:nvPr/>
          </p:nvCxnSpPr>
          <p:spPr>
            <a:xfrm>
              <a:off x="2216696" y="2444658"/>
              <a:ext cx="720900" cy="1252857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직사각형 38"/>
            <p:cNvSpPr/>
            <p:nvPr/>
          </p:nvSpPr>
          <p:spPr>
            <a:xfrm>
              <a:off x="7545288" y="2047786"/>
              <a:ext cx="1152128" cy="2290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PASSENGER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40" name="직사각형 39"/>
            <p:cNvSpPr/>
            <p:nvPr/>
          </p:nvSpPr>
          <p:spPr>
            <a:xfrm>
              <a:off x="7545288" y="4005064"/>
              <a:ext cx="1152128" cy="22908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CREW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41" name="타원 40"/>
            <p:cNvSpPr/>
            <p:nvPr/>
          </p:nvSpPr>
          <p:spPr>
            <a:xfrm>
              <a:off x="2586511" y="1936661"/>
              <a:ext cx="1537980" cy="2737495"/>
            </a:xfrm>
            <a:prstGeom prst="ellipse">
              <a:avLst/>
            </a:prstGeom>
            <a:noFill/>
            <a:ln>
              <a:solidFill>
                <a:srgbClr val="00B0F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타원 41"/>
            <p:cNvSpPr/>
            <p:nvPr/>
          </p:nvSpPr>
          <p:spPr>
            <a:xfrm>
              <a:off x="4997904" y="3362063"/>
              <a:ext cx="2101138" cy="686066"/>
            </a:xfrm>
            <a:prstGeom prst="ellipse">
              <a:avLst/>
            </a:prstGeom>
            <a:noFill/>
            <a:ln>
              <a:solidFill>
                <a:srgbClr val="00B0F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타원 42"/>
            <p:cNvSpPr/>
            <p:nvPr/>
          </p:nvSpPr>
          <p:spPr>
            <a:xfrm>
              <a:off x="4781880" y="2203994"/>
              <a:ext cx="2533186" cy="956432"/>
            </a:xfrm>
            <a:prstGeom prst="ellipse">
              <a:avLst/>
            </a:prstGeom>
            <a:noFill/>
            <a:ln>
              <a:solidFill>
                <a:srgbClr val="00B0F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5" name="꺾인 연결선 44"/>
            <p:cNvCxnSpPr>
              <a:stCxn id="41" idx="6"/>
              <a:endCxn id="4" idx="2"/>
            </p:cNvCxnSpPr>
            <p:nvPr/>
          </p:nvCxnSpPr>
          <p:spPr>
            <a:xfrm flipV="1">
              <a:off x="4124491" y="1903770"/>
              <a:ext cx="1070429" cy="1401639"/>
            </a:xfrm>
            <a:prstGeom prst="bentConnector3">
              <a:avLst>
                <a:gd name="adj1" fmla="val 31017"/>
              </a:avLst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꺾인 연결선 46"/>
            <p:cNvCxnSpPr>
              <a:stCxn id="43" idx="2"/>
              <a:endCxn id="41" idx="6"/>
            </p:cNvCxnSpPr>
            <p:nvPr/>
          </p:nvCxnSpPr>
          <p:spPr>
            <a:xfrm rot="10800000" flipV="1">
              <a:off x="4124492" y="2682209"/>
              <a:ext cx="657389" cy="623199"/>
            </a:xfrm>
            <a:prstGeom prst="bentConnector3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꺾인 연결선 52"/>
            <p:cNvCxnSpPr>
              <a:stCxn id="42" idx="2"/>
              <a:endCxn id="41" idx="6"/>
            </p:cNvCxnSpPr>
            <p:nvPr/>
          </p:nvCxnSpPr>
          <p:spPr>
            <a:xfrm rot="10800000">
              <a:off x="4124492" y="3305410"/>
              <a:ext cx="873413" cy="399687"/>
            </a:xfrm>
            <a:prstGeom prst="bentConnector3">
              <a:avLst>
                <a:gd name="adj1" fmla="val 61633"/>
              </a:avLst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꺾인 연결선 55"/>
            <p:cNvCxnSpPr>
              <a:stCxn id="25" idx="2"/>
              <a:endCxn id="41" idx="6"/>
            </p:cNvCxnSpPr>
            <p:nvPr/>
          </p:nvCxnSpPr>
          <p:spPr>
            <a:xfrm rot="10800000">
              <a:off x="4124492" y="3305410"/>
              <a:ext cx="972525" cy="1203711"/>
            </a:xfrm>
            <a:prstGeom prst="bentConnector3">
              <a:avLst>
                <a:gd name="adj1" fmla="val 65671"/>
              </a:avLst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직선 화살표 연결선 61"/>
            <p:cNvCxnSpPr>
              <a:stCxn id="4" idx="6"/>
              <a:endCxn id="39" idx="1"/>
            </p:cNvCxnSpPr>
            <p:nvPr/>
          </p:nvCxnSpPr>
          <p:spPr>
            <a:xfrm>
              <a:off x="6105128" y="1903770"/>
              <a:ext cx="1440160" cy="258559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꺾인 연결선 63"/>
            <p:cNvCxnSpPr>
              <a:stCxn id="43" idx="6"/>
              <a:endCxn id="39" idx="2"/>
            </p:cNvCxnSpPr>
            <p:nvPr/>
          </p:nvCxnSpPr>
          <p:spPr>
            <a:xfrm flipV="1">
              <a:off x="7315066" y="2276872"/>
              <a:ext cx="806286" cy="405338"/>
            </a:xfrm>
            <a:prstGeom prst="bentConnector2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직선 화살표 연결선 65"/>
            <p:cNvCxnSpPr>
              <a:stCxn id="23" idx="5"/>
              <a:endCxn id="40" idx="1"/>
            </p:cNvCxnSpPr>
            <p:nvPr/>
          </p:nvCxnSpPr>
          <p:spPr>
            <a:xfrm>
              <a:off x="6789904" y="3806931"/>
              <a:ext cx="755384" cy="312676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직선 화살표 연결선 67"/>
            <p:cNvCxnSpPr>
              <a:stCxn id="25" idx="6"/>
              <a:endCxn id="40" idx="1"/>
            </p:cNvCxnSpPr>
            <p:nvPr/>
          </p:nvCxnSpPr>
          <p:spPr>
            <a:xfrm flipV="1">
              <a:off x="5889104" y="4119607"/>
              <a:ext cx="1656184" cy="389513"/>
            </a:xfrm>
            <a:prstGeom prst="straightConnector1">
              <a:avLst/>
            </a:prstGeom>
            <a:ln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타원 68"/>
            <p:cNvSpPr/>
            <p:nvPr/>
          </p:nvSpPr>
          <p:spPr>
            <a:xfrm>
              <a:off x="2242732" y="1237827"/>
              <a:ext cx="5302555" cy="4248472"/>
            </a:xfrm>
            <a:prstGeom prst="ellipse">
              <a:avLst/>
            </a:prstGeom>
            <a:noFill/>
            <a:ln>
              <a:solidFill>
                <a:srgbClr val="00B0F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" name="직사각형 69"/>
            <p:cNvSpPr/>
            <p:nvPr/>
          </p:nvSpPr>
          <p:spPr>
            <a:xfrm>
              <a:off x="1424608" y="5486299"/>
              <a:ext cx="818124" cy="21602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" name="타원 70"/>
            <p:cNvSpPr/>
            <p:nvPr/>
          </p:nvSpPr>
          <p:spPr>
            <a:xfrm>
              <a:off x="1424608" y="5877272"/>
              <a:ext cx="792088" cy="21602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73" name="직선 화살표 연결선 72"/>
            <p:cNvCxnSpPr/>
            <p:nvPr/>
          </p:nvCxnSpPr>
          <p:spPr>
            <a:xfrm>
              <a:off x="1424608" y="6381328"/>
              <a:ext cx="81812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Box 73"/>
            <p:cNvSpPr txBox="1"/>
            <p:nvPr/>
          </p:nvSpPr>
          <p:spPr>
            <a:xfrm>
              <a:off x="2360712" y="5486299"/>
              <a:ext cx="158417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 smtClean="0"/>
                <a:t>: External Entity &amp; System</a:t>
              </a:r>
              <a:endParaRPr lang="ko-KR" altLang="en-US" sz="800" dirty="0"/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2360712" y="5877272"/>
              <a:ext cx="158417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 smtClean="0"/>
                <a:t>: CS Unit</a:t>
              </a:r>
              <a:endParaRPr lang="ko-KR" altLang="en-US" sz="800" dirty="0"/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2360712" y="6273606"/>
              <a:ext cx="158417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dirty="0" smtClean="0"/>
                <a:t>: Process</a:t>
              </a:r>
              <a:endParaRPr lang="ko-KR" altLang="en-US" sz="800" dirty="0"/>
            </a:p>
          </p:txBody>
        </p:sp>
        <p:sp>
          <p:nvSpPr>
            <p:cNvPr id="48" name="직사각형 47"/>
            <p:cNvSpPr/>
            <p:nvPr/>
          </p:nvSpPr>
          <p:spPr>
            <a:xfrm>
              <a:off x="1280592" y="3528712"/>
              <a:ext cx="720080" cy="2880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VOIP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1280592" y="3911673"/>
              <a:ext cx="720080" cy="28803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</a:rPr>
                <a:t>REC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cxnSp>
          <p:nvCxnSpPr>
            <p:cNvPr id="50" name="직선 화살표 연결선 49"/>
            <p:cNvCxnSpPr>
              <a:stCxn id="48" idx="3"/>
              <a:endCxn id="7" idx="2"/>
            </p:cNvCxnSpPr>
            <p:nvPr/>
          </p:nvCxnSpPr>
          <p:spPr>
            <a:xfrm>
              <a:off x="2000672" y="3672728"/>
              <a:ext cx="936924" cy="24787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직선 화살표 연결선 53"/>
            <p:cNvCxnSpPr>
              <a:stCxn id="49" idx="3"/>
              <a:endCxn id="7" idx="2"/>
            </p:cNvCxnSpPr>
            <p:nvPr/>
          </p:nvCxnSpPr>
          <p:spPr>
            <a:xfrm flipV="1">
              <a:off x="2000672" y="3697515"/>
              <a:ext cx="936924" cy="358174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32702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1697</TotalTime>
  <Words>4109</Words>
  <Application>Microsoft Office PowerPoint</Application>
  <PresentationFormat>A4 용지(210x297mm)</PresentationFormat>
  <Paragraphs>3174</Paragraphs>
  <Slides>26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27" baseType="lpstr"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PAC TL &amp; RS-485 Block Diagram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JDS_SSD</dc:creator>
  <cp:lastModifiedBy>JDS_SSD</cp:lastModifiedBy>
  <cp:revision>60</cp:revision>
  <cp:lastPrinted>2011-10-15T06:13:27Z</cp:lastPrinted>
  <dcterms:created xsi:type="dcterms:W3CDTF">2011-09-28T11:58:52Z</dcterms:created>
  <dcterms:modified xsi:type="dcterms:W3CDTF">2012-04-04T06:05:58Z</dcterms:modified>
</cp:coreProperties>
</file>