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6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639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6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60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06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70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9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68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67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ABB3A-3615-4B8B-A5E0-8AD9C5889702}" type="datetimeFigureOut">
              <a:rPr lang="ko-KR" altLang="en-US" smtClean="0"/>
              <a:t>2011-10-31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F4D46-12FA-4D1F-BBE6-D4783570B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20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744774" y="854124"/>
            <a:ext cx="7416824" cy="5251223"/>
            <a:chOff x="1280592" y="1237827"/>
            <a:chExt cx="7416824" cy="5251223"/>
          </a:xfrm>
        </p:grpSpPr>
        <p:sp>
          <p:nvSpPr>
            <p:cNvPr id="5" name="타원 4"/>
            <p:cNvSpPr/>
            <p:nvPr/>
          </p:nvSpPr>
          <p:spPr>
            <a:xfrm>
              <a:off x="5194920" y="1759754"/>
              <a:ext cx="91020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Speakers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2937596" y="2729138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WLAN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2937596" y="3140968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VTX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2937596" y="355349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PAC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2937596" y="3953895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LIC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80592" y="4293096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MDS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280592" y="311794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CAB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280592" y="2708920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DOOR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280592" y="2300642"/>
              <a:ext cx="936104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ODOMETER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280592" y="1868093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Wayside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280592" y="1484784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PTU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2937596" y="2316321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CNCS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5097016" y="23488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PID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6105128" y="23488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PII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104649" y="274836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S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DI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5097016" y="274836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FDI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5097016" y="35610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PEI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6113815" y="35610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DPO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5097016" y="4365104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CCP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직선 화살표 연결선 23"/>
            <p:cNvCxnSpPr>
              <a:stCxn id="15" idx="3"/>
              <a:endCxn id="16" idx="2"/>
            </p:cNvCxnSpPr>
            <p:nvPr/>
          </p:nvCxnSpPr>
          <p:spPr>
            <a:xfrm>
              <a:off x="2000672" y="1628800"/>
              <a:ext cx="936924" cy="83153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>
              <a:stCxn id="14" idx="3"/>
              <a:endCxn id="6" idx="2"/>
            </p:cNvCxnSpPr>
            <p:nvPr/>
          </p:nvCxnSpPr>
          <p:spPr>
            <a:xfrm>
              <a:off x="2000672" y="2012109"/>
              <a:ext cx="936924" cy="8610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10" idx="3"/>
              <a:endCxn id="9" idx="2"/>
            </p:cNvCxnSpPr>
            <p:nvPr/>
          </p:nvCxnSpPr>
          <p:spPr>
            <a:xfrm flipV="1">
              <a:off x="2000672" y="4097911"/>
              <a:ext cx="936924" cy="33920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>
              <a:stCxn id="11" idx="3"/>
              <a:endCxn id="8" idx="2"/>
            </p:cNvCxnSpPr>
            <p:nvPr/>
          </p:nvCxnSpPr>
          <p:spPr>
            <a:xfrm>
              <a:off x="2000672" y="3261958"/>
              <a:ext cx="936924" cy="4355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/>
            <p:cNvCxnSpPr>
              <a:stCxn id="12" idx="3"/>
              <a:endCxn id="8" idx="2"/>
            </p:cNvCxnSpPr>
            <p:nvPr/>
          </p:nvCxnSpPr>
          <p:spPr>
            <a:xfrm>
              <a:off x="2000672" y="2852936"/>
              <a:ext cx="936924" cy="8445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stCxn id="13" idx="3"/>
              <a:endCxn id="8" idx="2"/>
            </p:cNvCxnSpPr>
            <p:nvPr/>
          </p:nvCxnSpPr>
          <p:spPr>
            <a:xfrm>
              <a:off x="2216696" y="2444658"/>
              <a:ext cx="720900" cy="12528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/>
            <p:cNvSpPr/>
            <p:nvPr/>
          </p:nvSpPr>
          <p:spPr>
            <a:xfrm>
              <a:off x="7545288" y="2047786"/>
              <a:ext cx="1152128" cy="2290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PASSENGER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7545288" y="4005064"/>
              <a:ext cx="1152128" cy="2290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CREW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/>
            <p:cNvSpPr/>
            <p:nvPr/>
          </p:nvSpPr>
          <p:spPr>
            <a:xfrm>
              <a:off x="2586511" y="1936661"/>
              <a:ext cx="1537980" cy="2737495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>
              <a:off x="4997904" y="3362063"/>
              <a:ext cx="2101138" cy="686066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4781880" y="2203994"/>
              <a:ext cx="2533186" cy="956432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꺾인 연결선 34"/>
            <p:cNvCxnSpPr>
              <a:stCxn id="32" idx="6"/>
              <a:endCxn id="5" idx="2"/>
            </p:cNvCxnSpPr>
            <p:nvPr/>
          </p:nvCxnSpPr>
          <p:spPr>
            <a:xfrm flipV="1">
              <a:off x="4124491" y="1903770"/>
              <a:ext cx="1070429" cy="1401639"/>
            </a:xfrm>
            <a:prstGeom prst="bentConnector3">
              <a:avLst>
                <a:gd name="adj1" fmla="val 31017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꺾인 연결선 35"/>
            <p:cNvCxnSpPr>
              <a:stCxn id="34" idx="2"/>
              <a:endCxn id="32" idx="6"/>
            </p:cNvCxnSpPr>
            <p:nvPr/>
          </p:nvCxnSpPr>
          <p:spPr>
            <a:xfrm rot="10800000" flipV="1">
              <a:off x="4124492" y="2682209"/>
              <a:ext cx="657389" cy="623199"/>
            </a:xfrm>
            <a:prstGeom prst="bentConnector3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3" idx="2"/>
              <a:endCxn id="32" idx="6"/>
            </p:cNvCxnSpPr>
            <p:nvPr/>
          </p:nvCxnSpPr>
          <p:spPr>
            <a:xfrm rot="10800000">
              <a:off x="4124492" y="3305410"/>
              <a:ext cx="873413" cy="399687"/>
            </a:xfrm>
            <a:prstGeom prst="bentConnector3">
              <a:avLst>
                <a:gd name="adj1" fmla="val 61633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23" idx="2"/>
              <a:endCxn id="32" idx="6"/>
            </p:cNvCxnSpPr>
            <p:nvPr/>
          </p:nvCxnSpPr>
          <p:spPr>
            <a:xfrm rot="10800000">
              <a:off x="4124492" y="3305410"/>
              <a:ext cx="972525" cy="1203711"/>
            </a:xfrm>
            <a:prstGeom prst="bentConnector3">
              <a:avLst>
                <a:gd name="adj1" fmla="val 65671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>
              <a:stCxn id="5" idx="6"/>
              <a:endCxn id="30" idx="1"/>
            </p:cNvCxnSpPr>
            <p:nvPr/>
          </p:nvCxnSpPr>
          <p:spPr>
            <a:xfrm>
              <a:off x="6105128" y="1903770"/>
              <a:ext cx="1440160" cy="25855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4" idx="6"/>
              <a:endCxn id="30" idx="2"/>
            </p:cNvCxnSpPr>
            <p:nvPr/>
          </p:nvCxnSpPr>
          <p:spPr>
            <a:xfrm flipV="1">
              <a:off x="7315066" y="2276872"/>
              <a:ext cx="806286" cy="405338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>
              <a:stCxn id="22" idx="5"/>
              <a:endCxn id="31" idx="1"/>
            </p:cNvCxnSpPr>
            <p:nvPr/>
          </p:nvCxnSpPr>
          <p:spPr>
            <a:xfrm>
              <a:off x="6789904" y="3806931"/>
              <a:ext cx="755384" cy="31267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stCxn id="23" idx="6"/>
              <a:endCxn id="31" idx="1"/>
            </p:cNvCxnSpPr>
            <p:nvPr/>
          </p:nvCxnSpPr>
          <p:spPr>
            <a:xfrm flipV="1">
              <a:off x="5889104" y="4119607"/>
              <a:ext cx="1656184" cy="389513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타원 42"/>
            <p:cNvSpPr/>
            <p:nvPr/>
          </p:nvSpPr>
          <p:spPr>
            <a:xfrm>
              <a:off x="2242732" y="1237827"/>
              <a:ext cx="5302555" cy="4248472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424608" y="5486299"/>
              <a:ext cx="8181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/>
            <p:cNvSpPr/>
            <p:nvPr/>
          </p:nvSpPr>
          <p:spPr>
            <a:xfrm>
              <a:off x="1424608" y="5877272"/>
              <a:ext cx="792088" cy="2160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6" name="직선 화살표 연결선 45"/>
            <p:cNvCxnSpPr/>
            <p:nvPr/>
          </p:nvCxnSpPr>
          <p:spPr>
            <a:xfrm>
              <a:off x="1424608" y="6381328"/>
              <a:ext cx="8181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2360712" y="5486299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External Entity &amp; System</a:t>
              </a:r>
              <a:endParaRPr lang="ko-KR" altLang="en-US" sz="8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360712" y="5877272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CS Unit</a:t>
              </a:r>
              <a:endParaRPr lang="ko-KR" altLang="en-US" sz="8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360712" y="6273606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Process</a:t>
              </a:r>
              <a:endParaRPr lang="ko-KR" altLang="en-US" sz="800" dirty="0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280592" y="352871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VOIP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280592" y="3911673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REC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직선 화살표 연결선 51"/>
            <p:cNvCxnSpPr>
              <a:stCxn id="50" idx="3"/>
              <a:endCxn id="8" idx="2"/>
            </p:cNvCxnSpPr>
            <p:nvPr/>
          </p:nvCxnSpPr>
          <p:spPr>
            <a:xfrm>
              <a:off x="2000672" y="3672728"/>
              <a:ext cx="936924" cy="247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/>
            <p:cNvCxnSpPr>
              <a:stCxn id="51" idx="3"/>
              <a:endCxn id="8" idx="2"/>
            </p:cNvCxnSpPr>
            <p:nvPr/>
          </p:nvCxnSpPr>
          <p:spPr>
            <a:xfrm flipV="1">
              <a:off x="2000672" y="3697515"/>
              <a:ext cx="936924" cy="35817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731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</Words>
  <Application>Microsoft Office PowerPoint</Application>
  <PresentationFormat>화면 슬라이드 쇼(4:3)</PresentationFormat>
  <Paragraphs>26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1</cp:revision>
  <dcterms:created xsi:type="dcterms:W3CDTF">2011-10-31T07:26:48Z</dcterms:created>
  <dcterms:modified xsi:type="dcterms:W3CDTF">2011-10-31T07:28:48Z</dcterms:modified>
</cp:coreProperties>
</file>