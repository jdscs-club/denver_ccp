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D2FB9-CD96-4BBE-882C-C2F111FBC8DF}" type="datetimeFigureOut">
              <a:rPr lang="ko-KR" altLang="en-US" smtClean="0"/>
              <a:t>2011-03-29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0E43D-393F-443A-8F01-36521710883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620688"/>
            <a:ext cx="8316416" cy="5150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모서리가 둥근 사각형 설명선 4"/>
          <p:cNvSpPr/>
          <p:nvPr/>
        </p:nvSpPr>
        <p:spPr>
          <a:xfrm>
            <a:off x="683568" y="1052736"/>
            <a:ext cx="792088" cy="324616"/>
          </a:xfrm>
          <a:prstGeom prst="wedgeRoundRectCallout">
            <a:avLst>
              <a:gd name="adj1" fmla="val 164040"/>
              <a:gd name="adj2" fmla="val 51249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삭</a:t>
            </a:r>
            <a:r>
              <a:rPr lang="ko-KR" altLang="en-US" dirty="0">
                <a:solidFill>
                  <a:schemeClr val="tx1"/>
                </a:solidFill>
              </a:rPr>
              <a:t>제</a:t>
            </a:r>
          </a:p>
        </p:txBody>
      </p:sp>
      <p:sp>
        <p:nvSpPr>
          <p:cNvPr id="7" name="모서리가 둥근 사각형 설명선 6"/>
          <p:cNvSpPr/>
          <p:nvPr/>
        </p:nvSpPr>
        <p:spPr>
          <a:xfrm>
            <a:off x="3923928" y="5805264"/>
            <a:ext cx="792088" cy="324616"/>
          </a:xfrm>
          <a:prstGeom prst="wedgeRoundRectCallout">
            <a:avLst>
              <a:gd name="adj1" fmla="val -171670"/>
              <a:gd name="adj2" fmla="val -24838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삭</a:t>
            </a:r>
            <a:r>
              <a:rPr lang="ko-KR" altLang="en-US" dirty="0">
                <a:solidFill>
                  <a:schemeClr val="tx1"/>
                </a:solidFill>
              </a:rPr>
              <a:t>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Office PowerPoint</Application>
  <PresentationFormat>화면 슬라이드 쇼(4:3)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jds</dc:creator>
  <cp:lastModifiedBy>jds</cp:lastModifiedBy>
  <cp:revision>1</cp:revision>
  <dcterms:created xsi:type="dcterms:W3CDTF">2011-03-29T02:36:55Z</dcterms:created>
  <dcterms:modified xsi:type="dcterms:W3CDTF">2011-03-29T02:39:34Z</dcterms:modified>
</cp:coreProperties>
</file>