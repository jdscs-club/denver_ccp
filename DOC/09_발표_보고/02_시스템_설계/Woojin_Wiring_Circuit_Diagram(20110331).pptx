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68" r:id="rId2"/>
    <p:sldId id="262" r:id="rId3"/>
    <p:sldId id="265" r:id="rId4"/>
    <p:sldId id="266" r:id="rId5"/>
    <p:sldId id="26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82" r:id="rId14"/>
    <p:sldId id="276" r:id="rId15"/>
    <p:sldId id="277" r:id="rId16"/>
    <p:sldId id="278" r:id="rId17"/>
    <p:sldId id="279" r:id="rId18"/>
    <p:sldId id="280" r:id="rId19"/>
    <p:sldId id="281" r:id="rId20"/>
  </p:sldIdLst>
  <p:sldSz cx="9144000" cy="6858000" type="screen4x3"/>
  <p:notesSz cx="9144000" cy="6858000"/>
  <p:defaultTextStyle>
    <a:defPPr>
      <a:defRPr lang="ko-KR"/>
    </a:defPPr>
    <a:lvl1pPr marL="0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0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35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26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99FF"/>
    <a:srgbClr val="A50021"/>
    <a:srgbClr val="FF3300"/>
    <a:srgbClr val="008000"/>
    <a:srgbClr val="FF6600"/>
    <a:srgbClr val="993366"/>
    <a:srgbClr val="808000"/>
    <a:srgbClr val="99CC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8" autoAdjust="0"/>
    <p:restoredTop sz="94606" autoAdjust="0"/>
  </p:normalViewPr>
  <p:slideViewPr>
    <p:cSldViewPr>
      <p:cViewPr varScale="1">
        <p:scale>
          <a:sx n="110" d="100"/>
          <a:sy n="110" d="100"/>
        </p:scale>
        <p:origin x="-100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1BDDF-14CC-49F4-B688-73EFBAB57565}" type="datetimeFigureOut">
              <a:rPr lang="ko-KR" altLang="en-US" smtClean="0"/>
              <a:pPr/>
              <a:t>2011-03-31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383B5-CCD1-4DDD-93B1-7BB9D567C9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BF1D3-9015-4D5A-B01E-B4E3918FEC77}" type="datetimeFigureOut">
              <a:rPr lang="ko-KR" altLang="en-US" smtClean="0"/>
              <a:pPr/>
              <a:t>2011-03-31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9ABBC1-4DB0-418C-B671-B3141DE1EF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1DADCC-2898-4B5D-80FF-6526BBEEDB5D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1DADCC-2898-4B5D-80FF-6526BBEEDB5D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1DADCC-2898-4B5D-80FF-6526BBEEDB5D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1DADCC-2898-4B5D-80FF-6526BBEEDB5D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1DADCC-2898-4B5D-80FF-6526BBEEDB5D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1DADCC-2898-4B5D-80FF-6526BBEEDB5D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ko-KR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5D52329-BE0F-4ACA-9D50-BC9BDFA4BC7F}" type="slidenum">
              <a:rPr lang="en-US" altLang="ko-KR" smtClean="0">
                <a:latin typeface="굴림" pitchFamily="50" charset="-127"/>
                <a:ea typeface="굴림" pitchFamily="50" charset="-127"/>
              </a:rPr>
              <a:pPr/>
              <a:t>14</a:t>
            </a:fld>
            <a:endParaRPr lang="en-US" altLang="ko-KR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5" indent="0">
              <a:buNone/>
              <a:defRPr sz="2000" b="1"/>
            </a:lvl2pPr>
            <a:lvl3pPr marL="914290" indent="0">
              <a:buNone/>
              <a:defRPr sz="1800" b="1"/>
            </a:lvl3pPr>
            <a:lvl4pPr marL="1371435" indent="0">
              <a:buNone/>
              <a:defRPr sz="1600" b="1"/>
            </a:lvl4pPr>
            <a:lvl5pPr marL="1828581" indent="0">
              <a:buNone/>
              <a:defRPr sz="1600" b="1"/>
            </a:lvl5pPr>
            <a:lvl6pPr marL="2285726" indent="0">
              <a:buNone/>
              <a:defRPr sz="1600" b="1"/>
            </a:lvl6pPr>
            <a:lvl7pPr marL="2742871" indent="0">
              <a:buNone/>
              <a:defRPr sz="1600" b="1"/>
            </a:lvl7pPr>
            <a:lvl8pPr marL="3200016" indent="0">
              <a:buNone/>
              <a:defRPr sz="1600" b="1"/>
            </a:lvl8pPr>
            <a:lvl9pPr marL="3657161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5" indent="0">
              <a:buNone/>
              <a:defRPr sz="2000" b="1"/>
            </a:lvl2pPr>
            <a:lvl3pPr marL="914290" indent="0">
              <a:buNone/>
              <a:defRPr sz="1800" b="1"/>
            </a:lvl3pPr>
            <a:lvl4pPr marL="1371435" indent="0">
              <a:buNone/>
              <a:defRPr sz="1600" b="1"/>
            </a:lvl4pPr>
            <a:lvl5pPr marL="1828581" indent="0">
              <a:buNone/>
              <a:defRPr sz="1600" b="1"/>
            </a:lvl5pPr>
            <a:lvl6pPr marL="2285726" indent="0">
              <a:buNone/>
              <a:defRPr sz="1600" b="1"/>
            </a:lvl6pPr>
            <a:lvl7pPr marL="2742871" indent="0">
              <a:buNone/>
              <a:defRPr sz="1600" b="1"/>
            </a:lvl7pPr>
            <a:lvl8pPr marL="3200016" indent="0">
              <a:buNone/>
              <a:defRPr sz="1600" b="1"/>
            </a:lvl8pPr>
            <a:lvl9pPr marL="3657161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2011-03-31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2011-03-31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2011-03-31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5" indent="0">
              <a:buNone/>
              <a:defRPr sz="1200"/>
            </a:lvl2pPr>
            <a:lvl3pPr marL="914290" indent="0">
              <a:buNone/>
              <a:defRPr sz="1000"/>
            </a:lvl3pPr>
            <a:lvl4pPr marL="1371435" indent="0">
              <a:buNone/>
              <a:defRPr sz="900"/>
            </a:lvl4pPr>
            <a:lvl5pPr marL="1828581" indent="0">
              <a:buNone/>
              <a:defRPr sz="900"/>
            </a:lvl5pPr>
            <a:lvl6pPr marL="2285726" indent="0">
              <a:buNone/>
              <a:defRPr sz="900"/>
            </a:lvl6pPr>
            <a:lvl7pPr marL="2742871" indent="0">
              <a:buNone/>
              <a:defRPr sz="900"/>
            </a:lvl7pPr>
            <a:lvl8pPr marL="3200016" indent="0">
              <a:buNone/>
              <a:defRPr sz="900"/>
            </a:lvl8pPr>
            <a:lvl9pPr marL="3657161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45" indent="0">
              <a:buNone/>
              <a:defRPr sz="2800"/>
            </a:lvl2pPr>
            <a:lvl3pPr marL="914290" indent="0">
              <a:buNone/>
              <a:defRPr sz="2400"/>
            </a:lvl3pPr>
            <a:lvl4pPr marL="1371435" indent="0">
              <a:buNone/>
              <a:defRPr sz="2000"/>
            </a:lvl4pPr>
            <a:lvl5pPr marL="1828581" indent="0">
              <a:buNone/>
              <a:defRPr sz="2000"/>
            </a:lvl5pPr>
            <a:lvl6pPr marL="2285726" indent="0">
              <a:buNone/>
              <a:defRPr sz="2000"/>
            </a:lvl6pPr>
            <a:lvl7pPr marL="2742871" indent="0">
              <a:buNone/>
              <a:defRPr sz="2000"/>
            </a:lvl7pPr>
            <a:lvl8pPr marL="3200016" indent="0">
              <a:buNone/>
              <a:defRPr sz="2000"/>
            </a:lvl8pPr>
            <a:lvl9pPr marL="3657161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45" indent="0">
              <a:buNone/>
              <a:defRPr sz="1200"/>
            </a:lvl2pPr>
            <a:lvl3pPr marL="914290" indent="0">
              <a:buNone/>
              <a:defRPr sz="1000"/>
            </a:lvl3pPr>
            <a:lvl4pPr marL="1371435" indent="0">
              <a:buNone/>
              <a:defRPr sz="900"/>
            </a:lvl4pPr>
            <a:lvl5pPr marL="1828581" indent="0">
              <a:buNone/>
              <a:defRPr sz="900"/>
            </a:lvl5pPr>
            <a:lvl6pPr marL="2285726" indent="0">
              <a:buNone/>
              <a:defRPr sz="900"/>
            </a:lvl6pPr>
            <a:lvl7pPr marL="2742871" indent="0">
              <a:buNone/>
              <a:defRPr sz="900"/>
            </a:lvl7pPr>
            <a:lvl8pPr marL="3200016" indent="0">
              <a:buNone/>
              <a:defRPr sz="900"/>
            </a:lvl8pPr>
            <a:lvl9pPr marL="3657161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79512" y="6453336"/>
            <a:ext cx="8712968" cy="0"/>
          </a:xfrm>
          <a:prstGeom prst="line">
            <a:avLst/>
          </a:prstGeom>
          <a:ln w="25400">
            <a:solidFill>
              <a:srgbClr val="2A2670"/>
            </a:solidFill>
          </a:ln>
          <a:effectLst>
            <a:outerShdw blurRad="50800" dist="25400" dir="2700000" algn="tl" rotWithShape="0">
              <a:prstClr val="black">
                <a:alpha val="5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6407" y="6522781"/>
            <a:ext cx="1956073" cy="218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 userDrawn="1"/>
        </p:nvSpPr>
        <p:spPr>
          <a:xfrm>
            <a:off x="4283968" y="6525344"/>
            <a:ext cx="6480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E773331-EC06-4E28-80B5-45E0AF0CC514}" type="slidenum">
              <a:rPr lang="ko-KR" altLang="en-US" sz="1000" smtClean="0"/>
              <a:pPr algn="ctr"/>
              <a:t>‹#›</a:t>
            </a:fld>
            <a:endParaRPr lang="ko-KR" altLang="en-US" sz="1000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79512" y="404664"/>
            <a:ext cx="8712968" cy="0"/>
          </a:xfrm>
          <a:prstGeom prst="line">
            <a:avLst/>
          </a:prstGeom>
          <a:ln w="25400" cap="sq">
            <a:solidFill>
              <a:srgbClr val="0070C0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29" tIns="45715" rIns="91429" bIns="45715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A7D5D-D33C-41F4-8F31-E20F40419BB1}" type="datetimeFigureOut">
              <a:rPr lang="ko-KR" altLang="en-US" smtClean="0"/>
              <a:pPr/>
              <a:t>2011-03-31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29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9" indent="-342859" algn="l" defTabSz="91429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1" indent="-285716" algn="l" defTabSz="91429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63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8" indent="-228573" algn="l" defTabSz="91429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53" indent="-228573" algn="l" defTabSz="91429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98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43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89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34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5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6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6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6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3356992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latin typeface="Calibri" pitchFamily="34" charset="0"/>
              </a:rPr>
              <a:t>Wiring Diagram of Communication System</a:t>
            </a:r>
            <a:endParaRPr lang="ko-KR" altLang="en-US" dirty="0">
              <a:latin typeface="Calibri" pitchFamily="34" charset="0"/>
            </a:endParaRPr>
          </a:p>
        </p:txBody>
      </p:sp>
      <p:pic>
        <p:nvPicPr>
          <p:cNvPr id="1026" name="Picture 2" descr="C:\Documents and Settings\동빈\바탕 화면\PROJECT\방송장치사진들\영문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44408" y="116633"/>
            <a:ext cx="755576" cy="222720"/>
          </a:xfrm>
          <a:prstGeom prst="rect">
            <a:avLst/>
          </a:prstGeom>
          <a:noFill/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827584" y="1166887"/>
            <a:ext cx="7772400" cy="1470025"/>
          </a:xfrm>
          <a:prstGeom prst="rect">
            <a:avLst/>
          </a:prstGeom>
        </p:spPr>
        <p:txBody>
          <a:bodyPr vert="horz" lIns="91429" tIns="45715" rIns="91429" bIns="45715" rtlCol="0" anchor="ctr">
            <a:normAutofit/>
          </a:bodyPr>
          <a:lstStyle/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DENVER RTD EAGLE P3</a:t>
            </a:r>
            <a:r>
              <a:rPr kumimoji="0" lang="en-US" altLang="ko-KR" sz="4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PROJECT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그룹 393"/>
          <p:cNvGrpSpPr/>
          <p:nvPr/>
        </p:nvGrpSpPr>
        <p:grpSpPr>
          <a:xfrm>
            <a:off x="301543" y="22646"/>
            <a:ext cx="7787656" cy="6812710"/>
            <a:chOff x="301543" y="22646"/>
            <a:chExt cx="7787656" cy="6812710"/>
          </a:xfrm>
        </p:grpSpPr>
        <p:sp>
          <p:nvSpPr>
            <p:cNvPr id="57406" name="Line 46"/>
            <p:cNvSpPr>
              <a:spLocks noChangeShapeType="1"/>
            </p:cNvSpPr>
            <p:nvPr/>
          </p:nvSpPr>
          <p:spPr bwMode="auto">
            <a:xfrm>
              <a:off x="1153886" y="2797629"/>
              <a:ext cx="1309309" cy="68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57" name="Line 46"/>
            <p:cNvSpPr>
              <a:spLocks noChangeShapeType="1"/>
            </p:cNvSpPr>
            <p:nvPr/>
          </p:nvSpPr>
          <p:spPr bwMode="auto">
            <a:xfrm>
              <a:off x="1169438" y="2906486"/>
              <a:ext cx="1309309" cy="68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439" name="그룹 438"/>
            <p:cNvGrpSpPr/>
            <p:nvPr/>
          </p:nvGrpSpPr>
          <p:grpSpPr>
            <a:xfrm>
              <a:off x="7708602" y="3374318"/>
              <a:ext cx="374247" cy="82240"/>
              <a:chOff x="7706444" y="3562784"/>
              <a:chExt cx="374247" cy="82240"/>
            </a:xfrm>
          </p:grpSpPr>
          <p:sp>
            <p:nvSpPr>
              <p:cNvPr id="440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1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442" name="그룹 441"/>
            <p:cNvGrpSpPr/>
            <p:nvPr/>
          </p:nvGrpSpPr>
          <p:grpSpPr>
            <a:xfrm>
              <a:off x="7714952" y="3490776"/>
              <a:ext cx="374247" cy="82240"/>
              <a:chOff x="7706444" y="3562784"/>
              <a:chExt cx="374247" cy="82240"/>
            </a:xfrm>
          </p:grpSpPr>
          <p:sp>
            <p:nvSpPr>
              <p:cNvPr id="443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4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34" name="Line 429"/>
            <p:cNvSpPr>
              <a:spLocks noChangeShapeType="1"/>
            </p:cNvSpPr>
            <p:nvPr/>
          </p:nvSpPr>
          <p:spPr bwMode="auto">
            <a:xfrm flipV="1">
              <a:off x="2225838" y="4823003"/>
              <a:ext cx="162094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sm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35" name="Line 430"/>
            <p:cNvSpPr>
              <a:spLocks noChangeShapeType="1"/>
            </p:cNvSpPr>
            <p:nvPr/>
          </p:nvSpPr>
          <p:spPr bwMode="auto">
            <a:xfrm flipH="1" flipV="1">
              <a:off x="2232188" y="3746501"/>
              <a:ext cx="0" cy="1076503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36" name="Line 431"/>
            <p:cNvSpPr>
              <a:spLocks noChangeShapeType="1"/>
            </p:cNvSpPr>
            <p:nvPr/>
          </p:nvSpPr>
          <p:spPr bwMode="auto">
            <a:xfrm flipH="1" flipV="1">
              <a:off x="2232188" y="3746500"/>
              <a:ext cx="333212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37" name="Rectangle 494"/>
            <p:cNvSpPr>
              <a:spLocks noChangeArrowheads="1"/>
            </p:cNvSpPr>
            <p:nvPr/>
          </p:nvSpPr>
          <p:spPr bwMode="auto">
            <a:xfrm rot="16200000">
              <a:off x="1737377" y="4287695"/>
              <a:ext cx="1096290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411" name="Line 176"/>
            <p:cNvSpPr>
              <a:spLocks noChangeShapeType="1"/>
            </p:cNvSpPr>
            <p:nvPr/>
          </p:nvSpPr>
          <p:spPr bwMode="auto">
            <a:xfrm>
              <a:off x="2964709" y="3376042"/>
              <a:ext cx="740" cy="26885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98" name="Line 176"/>
            <p:cNvSpPr>
              <a:spLocks noChangeShapeType="1"/>
            </p:cNvSpPr>
            <p:nvPr/>
          </p:nvSpPr>
          <p:spPr bwMode="auto">
            <a:xfrm flipH="1">
              <a:off x="3229249" y="4132202"/>
              <a:ext cx="8637" cy="28104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61" name="Line 377"/>
            <p:cNvSpPr>
              <a:spLocks noChangeShapeType="1"/>
            </p:cNvSpPr>
            <p:nvPr/>
          </p:nvSpPr>
          <p:spPr bwMode="auto">
            <a:xfrm flipH="1">
              <a:off x="5645523" y="4132202"/>
              <a:ext cx="1945" cy="27469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406" name="그룹 405"/>
            <p:cNvGrpSpPr/>
            <p:nvPr/>
          </p:nvGrpSpPr>
          <p:grpSpPr>
            <a:xfrm>
              <a:off x="6002359" y="2420888"/>
              <a:ext cx="378795" cy="246888"/>
              <a:chOff x="3219450" y="2420888"/>
              <a:chExt cx="378795" cy="246888"/>
            </a:xfrm>
          </p:grpSpPr>
          <p:sp>
            <p:nvSpPr>
              <p:cNvPr id="408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09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10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grpSp>
          <p:nvGrpSpPr>
            <p:cNvPr id="402" name="그룹 401"/>
            <p:cNvGrpSpPr/>
            <p:nvPr/>
          </p:nvGrpSpPr>
          <p:grpSpPr>
            <a:xfrm>
              <a:off x="4553246" y="2420888"/>
              <a:ext cx="378795" cy="246888"/>
              <a:chOff x="3219450" y="2420888"/>
              <a:chExt cx="378795" cy="246888"/>
            </a:xfrm>
          </p:grpSpPr>
          <p:sp>
            <p:nvSpPr>
              <p:cNvPr id="403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04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05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sp>
          <p:nvSpPr>
            <p:cNvPr id="397" name="Freeform 548"/>
            <p:cNvSpPr>
              <a:spLocks/>
            </p:cNvSpPr>
            <p:nvPr/>
          </p:nvSpPr>
          <p:spPr bwMode="auto">
            <a:xfrm flipH="1">
              <a:off x="7688042" y="6187249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95" name="Freeform 548"/>
            <p:cNvSpPr>
              <a:spLocks/>
            </p:cNvSpPr>
            <p:nvPr/>
          </p:nvSpPr>
          <p:spPr bwMode="auto">
            <a:xfrm flipH="1">
              <a:off x="7702248" y="6408036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47" name="Line 560"/>
            <p:cNvSpPr>
              <a:spLocks noChangeShapeType="1"/>
            </p:cNvSpPr>
            <p:nvPr/>
          </p:nvSpPr>
          <p:spPr bwMode="auto">
            <a:xfrm flipH="1">
              <a:off x="7880621" y="3320541"/>
              <a:ext cx="0" cy="3514815"/>
            </a:xfrm>
            <a:prstGeom prst="line">
              <a:avLst/>
            </a:prstGeom>
            <a:noFill/>
            <a:ln w="12700">
              <a:solidFill>
                <a:srgbClr val="808000"/>
              </a:solidFill>
              <a:prstDash val="lgDashDot"/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48" name="Rectangle 33"/>
            <p:cNvSpPr>
              <a:spLocks noChangeArrowheads="1"/>
            </p:cNvSpPr>
            <p:nvPr/>
          </p:nvSpPr>
          <p:spPr bwMode="auto">
            <a:xfrm>
              <a:off x="413580" y="22646"/>
              <a:ext cx="989249" cy="12276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b="1" dirty="0">
                  <a:latin typeface="Arial" charset="0"/>
                </a:rPr>
                <a:t>Communication </a:t>
              </a:r>
              <a:r>
                <a:rPr lang="en-US" altLang="ko-KR" sz="600" b="1" dirty="0" smtClean="0">
                  <a:latin typeface="Arial" charset="0"/>
                </a:rPr>
                <a:t>Rack-A </a:t>
              </a:r>
              <a:endParaRPr lang="ko-KR" altLang="ko-KR" dirty="0"/>
            </a:p>
          </p:txBody>
        </p:sp>
        <p:sp>
          <p:nvSpPr>
            <p:cNvPr id="57350" name="Line 31"/>
            <p:cNvSpPr>
              <a:spLocks noChangeShapeType="1"/>
            </p:cNvSpPr>
            <p:nvPr/>
          </p:nvSpPr>
          <p:spPr bwMode="auto">
            <a:xfrm flipH="1">
              <a:off x="6302350" y="2788955"/>
              <a:ext cx="0" cy="25029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51" name="Freeform 542"/>
            <p:cNvSpPr>
              <a:spLocks/>
            </p:cNvSpPr>
            <p:nvPr/>
          </p:nvSpPr>
          <p:spPr bwMode="auto">
            <a:xfrm flipH="1">
              <a:off x="7707802" y="5157207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52" name="Freeform 543"/>
            <p:cNvSpPr>
              <a:spLocks/>
            </p:cNvSpPr>
            <p:nvPr/>
          </p:nvSpPr>
          <p:spPr bwMode="auto">
            <a:xfrm flipH="1">
              <a:off x="7707802" y="5265667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53" name="Freeform 544"/>
            <p:cNvSpPr>
              <a:spLocks/>
            </p:cNvSpPr>
            <p:nvPr/>
          </p:nvSpPr>
          <p:spPr bwMode="auto">
            <a:xfrm flipH="1">
              <a:off x="7707802" y="6539416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54" name="Freeform 545"/>
            <p:cNvSpPr>
              <a:spLocks/>
            </p:cNvSpPr>
            <p:nvPr/>
          </p:nvSpPr>
          <p:spPr bwMode="auto">
            <a:xfrm flipH="1">
              <a:off x="7707802" y="6647875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56" name="Freeform 548"/>
            <p:cNvSpPr>
              <a:spLocks/>
            </p:cNvSpPr>
            <p:nvPr/>
          </p:nvSpPr>
          <p:spPr bwMode="auto">
            <a:xfrm flipH="1">
              <a:off x="7703038" y="6289913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58" name="Freeform 550"/>
            <p:cNvSpPr>
              <a:spLocks/>
            </p:cNvSpPr>
            <p:nvPr/>
          </p:nvSpPr>
          <p:spPr bwMode="auto">
            <a:xfrm flipH="1">
              <a:off x="7711376" y="5972444"/>
              <a:ext cx="344450" cy="54826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59" name="Freeform 551"/>
            <p:cNvSpPr>
              <a:spLocks/>
            </p:cNvSpPr>
            <p:nvPr/>
          </p:nvSpPr>
          <p:spPr bwMode="auto">
            <a:xfrm flipH="1">
              <a:off x="7707802" y="5517762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60" name="Freeform 552"/>
            <p:cNvSpPr>
              <a:spLocks/>
            </p:cNvSpPr>
            <p:nvPr/>
          </p:nvSpPr>
          <p:spPr bwMode="auto">
            <a:xfrm flipH="1">
              <a:off x="7705026" y="3049544"/>
              <a:ext cx="344450" cy="54826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61" name="Freeform 553"/>
            <p:cNvSpPr>
              <a:spLocks/>
            </p:cNvSpPr>
            <p:nvPr/>
          </p:nvSpPr>
          <p:spPr bwMode="auto">
            <a:xfrm flipH="1">
              <a:off x="7701452" y="316038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62" name="Freeform 554"/>
            <p:cNvSpPr>
              <a:spLocks/>
            </p:cNvSpPr>
            <p:nvPr/>
          </p:nvSpPr>
          <p:spPr bwMode="auto">
            <a:xfrm flipH="1">
              <a:off x="7707802" y="4022550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63" name="Freeform 555"/>
            <p:cNvSpPr>
              <a:spLocks/>
            </p:cNvSpPr>
            <p:nvPr/>
          </p:nvSpPr>
          <p:spPr bwMode="auto">
            <a:xfrm flipH="1">
              <a:off x="7707802" y="4131010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64" name="Oval 556"/>
            <p:cNvSpPr>
              <a:spLocks noChangeArrowheads="1"/>
            </p:cNvSpPr>
            <p:nvPr/>
          </p:nvSpPr>
          <p:spPr bwMode="auto">
            <a:xfrm flipH="1">
              <a:off x="8024838" y="2999115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65" name="Oval 557"/>
            <p:cNvSpPr>
              <a:spLocks noChangeArrowheads="1"/>
            </p:cNvSpPr>
            <p:nvPr/>
          </p:nvSpPr>
          <p:spPr bwMode="auto">
            <a:xfrm flipH="1">
              <a:off x="8024838" y="310757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66" name="Oval 558"/>
            <p:cNvSpPr>
              <a:spLocks noChangeArrowheads="1"/>
            </p:cNvSpPr>
            <p:nvPr/>
          </p:nvSpPr>
          <p:spPr bwMode="auto">
            <a:xfrm flipH="1">
              <a:off x="8024838" y="3991562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67" name="Oval 559"/>
            <p:cNvSpPr>
              <a:spLocks noChangeArrowheads="1"/>
            </p:cNvSpPr>
            <p:nvPr/>
          </p:nvSpPr>
          <p:spPr bwMode="auto">
            <a:xfrm flipH="1">
              <a:off x="8024838" y="4100021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68" name="Oval 561"/>
            <p:cNvSpPr>
              <a:spLocks noChangeArrowheads="1"/>
            </p:cNvSpPr>
            <p:nvPr/>
          </p:nvSpPr>
          <p:spPr bwMode="auto">
            <a:xfrm flipH="1">
              <a:off x="8024838" y="5126218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69" name="Oval 562"/>
            <p:cNvSpPr>
              <a:spLocks noChangeArrowheads="1"/>
            </p:cNvSpPr>
            <p:nvPr/>
          </p:nvSpPr>
          <p:spPr bwMode="auto">
            <a:xfrm flipH="1">
              <a:off x="8024838" y="5234678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70" name="Oval 563"/>
            <p:cNvSpPr>
              <a:spLocks noChangeArrowheads="1"/>
            </p:cNvSpPr>
            <p:nvPr/>
          </p:nvSpPr>
          <p:spPr bwMode="auto">
            <a:xfrm flipH="1">
              <a:off x="8024838" y="6508427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71" name="Oval 564"/>
            <p:cNvSpPr>
              <a:spLocks noChangeArrowheads="1"/>
            </p:cNvSpPr>
            <p:nvPr/>
          </p:nvSpPr>
          <p:spPr bwMode="auto">
            <a:xfrm flipH="1">
              <a:off x="8024838" y="6616886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73" name="Oval 567"/>
            <p:cNvSpPr>
              <a:spLocks noChangeArrowheads="1"/>
            </p:cNvSpPr>
            <p:nvPr/>
          </p:nvSpPr>
          <p:spPr bwMode="auto">
            <a:xfrm flipH="1">
              <a:off x="8020075" y="6258925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75" name="Oval 569"/>
            <p:cNvSpPr>
              <a:spLocks noChangeArrowheads="1"/>
            </p:cNvSpPr>
            <p:nvPr/>
          </p:nvSpPr>
          <p:spPr bwMode="auto">
            <a:xfrm flipH="1">
              <a:off x="8028413" y="5941455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76" name="Oval 570"/>
            <p:cNvSpPr>
              <a:spLocks noChangeArrowheads="1"/>
            </p:cNvSpPr>
            <p:nvPr/>
          </p:nvSpPr>
          <p:spPr bwMode="auto">
            <a:xfrm flipH="1">
              <a:off x="8024838" y="5486773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77" name="Rectangle 2"/>
            <p:cNvSpPr>
              <a:spLocks noChangeArrowheads="1"/>
            </p:cNvSpPr>
            <p:nvPr/>
          </p:nvSpPr>
          <p:spPr bwMode="auto">
            <a:xfrm flipH="1">
              <a:off x="301543" y="184740"/>
              <a:ext cx="1243116" cy="484446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7378" name="Rectangle 5"/>
            <p:cNvSpPr>
              <a:spLocks noChangeArrowheads="1"/>
            </p:cNvSpPr>
            <p:nvPr/>
          </p:nvSpPr>
          <p:spPr bwMode="auto">
            <a:xfrm>
              <a:off x="3995937" y="260648"/>
              <a:ext cx="989249" cy="2157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err="1" smtClean="0">
                  <a:latin typeface="Arial" charset="0"/>
                </a:rPr>
                <a:t>Wimx</a:t>
              </a:r>
              <a:endParaRPr lang="ko-KR" altLang="ko-KR" dirty="0"/>
            </a:p>
          </p:txBody>
        </p:sp>
        <p:sp>
          <p:nvSpPr>
            <p:cNvPr id="57379" name="Line 6"/>
            <p:cNvSpPr>
              <a:spLocks noChangeShapeType="1"/>
            </p:cNvSpPr>
            <p:nvPr/>
          </p:nvSpPr>
          <p:spPr bwMode="auto">
            <a:xfrm flipH="1" flipV="1">
              <a:off x="1491025" y="4021358"/>
              <a:ext cx="6216776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80" name="Line 7"/>
            <p:cNvSpPr>
              <a:spLocks noChangeShapeType="1"/>
            </p:cNvSpPr>
            <p:nvPr/>
          </p:nvSpPr>
          <p:spPr bwMode="auto">
            <a:xfrm flipH="1" flipV="1">
              <a:off x="1491025" y="4129818"/>
              <a:ext cx="6216776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81" name="Rectangle 10"/>
            <p:cNvSpPr>
              <a:spLocks noChangeArrowheads="1"/>
            </p:cNvSpPr>
            <p:nvPr/>
          </p:nvSpPr>
          <p:spPr bwMode="auto">
            <a:xfrm>
              <a:off x="4170342" y="4049963"/>
              <a:ext cx="492241" cy="7270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382" name="Rectangle 11"/>
            <p:cNvSpPr>
              <a:spLocks noChangeArrowheads="1"/>
            </p:cNvSpPr>
            <p:nvPr/>
          </p:nvSpPr>
          <p:spPr bwMode="auto">
            <a:xfrm>
              <a:off x="4089296" y="3942695"/>
              <a:ext cx="811661" cy="5363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3977259" y="455293"/>
              <a:ext cx="948726" cy="324188"/>
              <a:chOff x="5877" y="427"/>
              <a:chExt cx="953" cy="318"/>
            </a:xfrm>
          </p:grpSpPr>
          <p:sp>
            <p:nvSpPr>
              <p:cNvPr id="57747" name="Freeform 13"/>
              <p:cNvSpPr>
                <a:spLocks/>
              </p:cNvSpPr>
              <p:nvPr/>
            </p:nvSpPr>
            <p:spPr bwMode="auto">
              <a:xfrm>
                <a:off x="5968" y="427"/>
                <a:ext cx="816" cy="272"/>
              </a:xfrm>
              <a:custGeom>
                <a:avLst/>
                <a:gdLst>
                  <a:gd name="T0" fmla="*/ 0 w 771"/>
                  <a:gd name="T1" fmla="*/ 326 h 227"/>
                  <a:gd name="T2" fmla="*/ 203 w 771"/>
                  <a:gd name="T3" fmla="*/ 131 h 227"/>
                  <a:gd name="T4" fmla="*/ 305 w 771"/>
                  <a:gd name="T5" fmla="*/ 65 h 227"/>
                  <a:gd name="T6" fmla="*/ 457 w 771"/>
                  <a:gd name="T7" fmla="*/ 0 h 227"/>
                  <a:gd name="T8" fmla="*/ 559 w 771"/>
                  <a:gd name="T9" fmla="*/ 0 h 227"/>
                  <a:gd name="T10" fmla="*/ 659 w 771"/>
                  <a:gd name="T11" fmla="*/ 131 h 227"/>
                  <a:gd name="T12" fmla="*/ 711 w 771"/>
                  <a:gd name="T13" fmla="*/ 195 h 227"/>
                  <a:gd name="T14" fmla="*/ 812 w 771"/>
                  <a:gd name="T15" fmla="*/ 260 h 227"/>
                  <a:gd name="T16" fmla="*/ 864 w 771"/>
                  <a:gd name="T17" fmla="*/ 326 h 227"/>
                  <a:gd name="T18" fmla="*/ 0 w 771"/>
                  <a:gd name="T19" fmla="*/ 326 h 2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71"/>
                  <a:gd name="T31" fmla="*/ 0 h 227"/>
                  <a:gd name="T32" fmla="*/ 771 w 771"/>
                  <a:gd name="T33" fmla="*/ 227 h 2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71" h="227">
                    <a:moveTo>
                      <a:pt x="0" y="227"/>
                    </a:moveTo>
                    <a:lnTo>
                      <a:pt x="181" y="91"/>
                    </a:lnTo>
                    <a:lnTo>
                      <a:pt x="272" y="45"/>
                    </a:lnTo>
                    <a:lnTo>
                      <a:pt x="408" y="0"/>
                    </a:lnTo>
                    <a:lnTo>
                      <a:pt x="499" y="0"/>
                    </a:lnTo>
                    <a:lnTo>
                      <a:pt x="589" y="91"/>
                    </a:lnTo>
                    <a:lnTo>
                      <a:pt x="635" y="136"/>
                    </a:lnTo>
                    <a:lnTo>
                      <a:pt x="725" y="181"/>
                    </a:lnTo>
                    <a:lnTo>
                      <a:pt x="771" y="227"/>
                    </a:lnTo>
                    <a:lnTo>
                      <a:pt x="0" y="22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DDDDDD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48" name="Rectangle 14"/>
              <p:cNvSpPr>
                <a:spLocks noChangeArrowheads="1"/>
              </p:cNvSpPr>
              <p:nvPr/>
            </p:nvSpPr>
            <p:spPr bwMode="auto">
              <a:xfrm rot="10800000">
                <a:off x="5877" y="695"/>
                <a:ext cx="953" cy="50"/>
              </a:xfrm>
              <a:prstGeom prst="rect">
                <a:avLst/>
              </a:prstGeom>
              <a:gradFill rotWithShape="1">
                <a:gsLst>
                  <a:gs pos="0">
                    <a:srgbClr val="808080"/>
                  </a:gs>
                  <a:gs pos="50000">
                    <a:srgbClr val="DDDDDD"/>
                  </a:gs>
                  <a:gs pos="100000">
                    <a:srgbClr val="808080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384" name="Line 15"/>
            <p:cNvSpPr>
              <a:spLocks noChangeShapeType="1"/>
            </p:cNvSpPr>
            <p:nvPr/>
          </p:nvSpPr>
          <p:spPr bwMode="auto">
            <a:xfrm flipH="1">
              <a:off x="4481618" y="705586"/>
              <a:ext cx="1192" cy="301543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86" name="Oval 17"/>
            <p:cNvSpPr>
              <a:spLocks noChangeArrowheads="1"/>
            </p:cNvSpPr>
            <p:nvPr/>
          </p:nvSpPr>
          <p:spPr bwMode="auto">
            <a:xfrm>
              <a:off x="4427985" y="904628"/>
              <a:ext cx="108459" cy="108459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4455396" y="601893"/>
              <a:ext cx="53634" cy="103692"/>
              <a:chOff x="3016" y="2523"/>
              <a:chExt cx="91" cy="46"/>
            </a:xfrm>
          </p:grpSpPr>
          <p:sp>
            <p:nvSpPr>
              <p:cNvPr id="57743" name="Line 23"/>
              <p:cNvSpPr>
                <a:spLocks noChangeShapeType="1"/>
              </p:cNvSpPr>
              <p:nvPr/>
            </p:nvSpPr>
            <p:spPr bwMode="auto">
              <a:xfrm>
                <a:off x="3016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44" name="Line 24"/>
              <p:cNvSpPr>
                <a:spLocks noChangeShapeType="1"/>
              </p:cNvSpPr>
              <p:nvPr/>
            </p:nvSpPr>
            <p:spPr bwMode="auto">
              <a:xfrm flipH="1">
                <a:off x="3062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391" name="Rectangle 27"/>
            <p:cNvSpPr>
              <a:spLocks noChangeArrowheads="1"/>
            </p:cNvSpPr>
            <p:nvPr/>
          </p:nvSpPr>
          <p:spPr bwMode="auto">
            <a:xfrm>
              <a:off x="4842554" y="2938329"/>
              <a:ext cx="493433" cy="6555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57392" name="Rectangle 29"/>
            <p:cNvSpPr>
              <a:spLocks noChangeArrowheads="1"/>
            </p:cNvSpPr>
            <p:nvPr/>
          </p:nvSpPr>
          <p:spPr bwMode="auto">
            <a:xfrm flipH="1">
              <a:off x="5586181" y="2667777"/>
              <a:ext cx="865295" cy="215727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sp>
          <p:nvSpPr>
            <p:cNvPr id="57393" name="Rectangle 32"/>
            <p:cNvSpPr>
              <a:spLocks noChangeArrowheads="1"/>
            </p:cNvSpPr>
            <p:nvPr/>
          </p:nvSpPr>
          <p:spPr bwMode="auto">
            <a:xfrm rot="16200000" flipH="1">
              <a:off x="-69128" y="2808038"/>
              <a:ext cx="90343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BACK PLAN BOARD</a:t>
              </a:r>
              <a:endParaRPr lang="ko-KR" altLang="ko-KR" dirty="0"/>
            </a:p>
          </p:txBody>
        </p:sp>
        <p:sp>
          <p:nvSpPr>
            <p:cNvPr id="57394" name="Rectangle 34"/>
            <p:cNvSpPr>
              <a:spLocks noChangeArrowheads="1"/>
            </p:cNvSpPr>
            <p:nvPr/>
          </p:nvSpPr>
          <p:spPr bwMode="auto">
            <a:xfrm>
              <a:off x="1662656" y="1462422"/>
              <a:ext cx="520845" cy="126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395" name="Line 35"/>
            <p:cNvSpPr>
              <a:spLocks noChangeShapeType="1"/>
            </p:cNvSpPr>
            <p:nvPr/>
          </p:nvSpPr>
          <p:spPr bwMode="auto">
            <a:xfrm flipV="1">
              <a:off x="1491026" y="1570880"/>
              <a:ext cx="97256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00" name="Rectangle 40"/>
            <p:cNvSpPr>
              <a:spLocks noChangeArrowheads="1"/>
            </p:cNvSpPr>
            <p:nvPr/>
          </p:nvSpPr>
          <p:spPr bwMode="auto">
            <a:xfrm>
              <a:off x="1514863" y="252676"/>
              <a:ext cx="522038" cy="1620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01" name="Line 41"/>
            <p:cNvSpPr>
              <a:spLocks noChangeShapeType="1"/>
            </p:cNvSpPr>
            <p:nvPr/>
          </p:nvSpPr>
          <p:spPr bwMode="auto">
            <a:xfrm>
              <a:off x="1486259" y="400467"/>
              <a:ext cx="52322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09" name="Line 49"/>
            <p:cNvSpPr>
              <a:spLocks noChangeShapeType="1"/>
            </p:cNvSpPr>
            <p:nvPr/>
          </p:nvSpPr>
          <p:spPr bwMode="auto">
            <a:xfrm flipH="1" flipV="1">
              <a:off x="1491025" y="4834211"/>
              <a:ext cx="162094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10" name="Line 50"/>
            <p:cNvSpPr>
              <a:spLocks noChangeShapeType="1"/>
            </p:cNvSpPr>
            <p:nvPr/>
          </p:nvSpPr>
          <p:spPr bwMode="auto">
            <a:xfrm>
              <a:off x="1491026" y="4725751"/>
              <a:ext cx="26936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13" name="Line 53"/>
            <p:cNvSpPr>
              <a:spLocks noChangeShapeType="1"/>
            </p:cNvSpPr>
            <p:nvPr/>
          </p:nvSpPr>
          <p:spPr bwMode="auto">
            <a:xfrm flipH="1" flipV="1">
              <a:off x="1653119" y="4834212"/>
              <a:ext cx="0" cy="135157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14" name="Line 54"/>
            <p:cNvSpPr>
              <a:spLocks noChangeShapeType="1"/>
            </p:cNvSpPr>
            <p:nvPr/>
          </p:nvSpPr>
          <p:spPr bwMode="auto">
            <a:xfrm flipH="1" flipV="1">
              <a:off x="1760387" y="4726943"/>
              <a:ext cx="0" cy="145884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17" name="Rectangle 59"/>
            <p:cNvSpPr>
              <a:spLocks noChangeArrowheads="1"/>
            </p:cNvSpPr>
            <p:nvPr/>
          </p:nvSpPr>
          <p:spPr bwMode="auto">
            <a:xfrm flipH="1">
              <a:off x="1112012" y="2219257"/>
              <a:ext cx="379014" cy="2777049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PAC</a:t>
              </a:r>
              <a:endParaRPr lang="ko-KR" altLang="ko-KR" dirty="0"/>
            </a:p>
          </p:txBody>
        </p:sp>
        <p:sp>
          <p:nvSpPr>
            <p:cNvPr id="57418" name="Line 60"/>
            <p:cNvSpPr>
              <a:spLocks noChangeShapeType="1"/>
            </p:cNvSpPr>
            <p:nvPr/>
          </p:nvSpPr>
          <p:spPr bwMode="auto">
            <a:xfrm flipH="1">
              <a:off x="1491025" y="1322892"/>
              <a:ext cx="162094" cy="0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19" name="Oval 61"/>
            <p:cNvSpPr>
              <a:spLocks noChangeArrowheads="1"/>
            </p:cNvSpPr>
            <p:nvPr/>
          </p:nvSpPr>
          <p:spPr bwMode="auto">
            <a:xfrm>
              <a:off x="1598295" y="1264493"/>
              <a:ext cx="108459" cy="116803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sp>
          <p:nvSpPr>
            <p:cNvPr id="57422" name="Rectangle 64"/>
            <p:cNvSpPr>
              <a:spLocks noChangeArrowheads="1"/>
            </p:cNvSpPr>
            <p:nvPr/>
          </p:nvSpPr>
          <p:spPr bwMode="auto">
            <a:xfrm>
              <a:off x="1544659" y="2412338"/>
              <a:ext cx="493433" cy="5601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57423" name="Line 65"/>
            <p:cNvSpPr>
              <a:spLocks noChangeShapeType="1"/>
            </p:cNvSpPr>
            <p:nvPr/>
          </p:nvSpPr>
          <p:spPr bwMode="auto">
            <a:xfrm>
              <a:off x="1491027" y="2489810"/>
              <a:ext cx="53991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24" name="Rectangle 66"/>
            <p:cNvSpPr>
              <a:spLocks noChangeArrowheads="1"/>
            </p:cNvSpPr>
            <p:nvPr/>
          </p:nvSpPr>
          <p:spPr bwMode="auto">
            <a:xfrm>
              <a:off x="1544659" y="2293152"/>
              <a:ext cx="493433" cy="893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Door &amp; F/R</a:t>
              </a:r>
              <a:endParaRPr lang="ko-KR" altLang="ko-KR" dirty="0"/>
            </a:p>
          </p:txBody>
        </p:sp>
        <p:sp>
          <p:nvSpPr>
            <p:cNvPr id="57425" name="Line 67"/>
            <p:cNvSpPr>
              <a:spLocks noChangeShapeType="1"/>
            </p:cNvSpPr>
            <p:nvPr/>
          </p:nvSpPr>
          <p:spPr bwMode="auto">
            <a:xfrm>
              <a:off x="1491027" y="2382542"/>
              <a:ext cx="539915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26" name="Rectangle 68"/>
            <p:cNvSpPr>
              <a:spLocks noChangeArrowheads="1"/>
            </p:cNvSpPr>
            <p:nvPr/>
          </p:nvSpPr>
          <p:spPr bwMode="auto">
            <a:xfrm>
              <a:off x="1500561" y="2179926"/>
              <a:ext cx="493433" cy="9654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7427" name="Line 69"/>
            <p:cNvSpPr>
              <a:spLocks noChangeShapeType="1"/>
            </p:cNvSpPr>
            <p:nvPr/>
          </p:nvSpPr>
          <p:spPr bwMode="auto">
            <a:xfrm>
              <a:off x="1491027" y="2274081"/>
              <a:ext cx="539915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28" name="Rectangle 70"/>
            <p:cNvSpPr>
              <a:spLocks noChangeArrowheads="1"/>
            </p:cNvSpPr>
            <p:nvPr/>
          </p:nvSpPr>
          <p:spPr bwMode="auto">
            <a:xfrm>
              <a:off x="1662654" y="977332"/>
              <a:ext cx="638840" cy="10726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LONWORKS for CDT</a:t>
              </a:r>
              <a:endParaRPr lang="ko-KR" altLang="ko-KR" dirty="0"/>
            </a:p>
          </p:txBody>
        </p:sp>
        <p:sp>
          <p:nvSpPr>
            <p:cNvPr id="57429" name="Line 71"/>
            <p:cNvSpPr>
              <a:spLocks noChangeShapeType="1"/>
            </p:cNvSpPr>
            <p:nvPr/>
          </p:nvSpPr>
          <p:spPr bwMode="auto">
            <a:xfrm flipV="1">
              <a:off x="1491026" y="1084599"/>
              <a:ext cx="972563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30" name="Rectangle 72"/>
            <p:cNvSpPr>
              <a:spLocks noChangeArrowheads="1"/>
            </p:cNvSpPr>
            <p:nvPr/>
          </p:nvSpPr>
          <p:spPr bwMode="auto">
            <a:xfrm>
              <a:off x="1662656" y="1570880"/>
              <a:ext cx="520845" cy="12514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431" name="Line 73"/>
            <p:cNvSpPr>
              <a:spLocks noChangeShapeType="1"/>
            </p:cNvSpPr>
            <p:nvPr/>
          </p:nvSpPr>
          <p:spPr bwMode="auto">
            <a:xfrm flipV="1">
              <a:off x="1491026" y="1678148"/>
              <a:ext cx="972563" cy="119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arrow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32" name="Rectangle 74"/>
            <p:cNvSpPr>
              <a:spLocks noChangeArrowheads="1"/>
            </p:cNvSpPr>
            <p:nvPr/>
          </p:nvSpPr>
          <p:spPr bwMode="auto">
            <a:xfrm>
              <a:off x="1500165" y="2708920"/>
              <a:ext cx="522038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57433" name="Rectangle 81"/>
            <p:cNvSpPr>
              <a:spLocks noChangeArrowheads="1"/>
            </p:cNvSpPr>
            <p:nvPr/>
          </p:nvSpPr>
          <p:spPr bwMode="auto">
            <a:xfrm>
              <a:off x="508927" y="5371744"/>
              <a:ext cx="494624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34" name="Line 82"/>
            <p:cNvSpPr>
              <a:spLocks noChangeShapeType="1"/>
            </p:cNvSpPr>
            <p:nvPr/>
          </p:nvSpPr>
          <p:spPr bwMode="auto">
            <a:xfrm flipV="1">
              <a:off x="463638" y="5483778"/>
              <a:ext cx="64837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35" name="Rectangle 83"/>
            <p:cNvSpPr>
              <a:spLocks noChangeArrowheads="1"/>
            </p:cNvSpPr>
            <p:nvPr/>
          </p:nvSpPr>
          <p:spPr bwMode="auto">
            <a:xfrm>
              <a:off x="2625683" y="5071394"/>
              <a:ext cx="523229" cy="7627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436" name="Line 84"/>
            <p:cNvSpPr>
              <a:spLocks noChangeShapeType="1"/>
            </p:cNvSpPr>
            <p:nvPr/>
          </p:nvSpPr>
          <p:spPr bwMode="auto">
            <a:xfrm>
              <a:off x="1491025" y="5158398"/>
              <a:ext cx="6216776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37" name="Line 85"/>
            <p:cNvSpPr>
              <a:spLocks noChangeShapeType="1"/>
            </p:cNvSpPr>
            <p:nvPr/>
          </p:nvSpPr>
          <p:spPr bwMode="auto">
            <a:xfrm>
              <a:off x="1491025" y="5266859"/>
              <a:ext cx="6216776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lg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38" name="Rectangle 86"/>
            <p:cNvSpPr>
              <a:spLocks noChangeArrowheads="1"/>
            </p:cNvSpPr>
            <p:nvPr/>
          </p:nvSpPr>
          <p:spPr bwMode="auto">
            <a:xfrm>
              <a:off x="2628067" y="5179853"/>
              <a:ext cx="522038" cy="7747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439" name="Rectangle 87"/>
            <p:cNvSpPr>
              <a:spLocks noChangeArrowheads="1"/>
            </p:cNvSpPr>
            <p:nvPr/>
          </p:nvSpPr>
          <p:spPr bwMode="auto">
            <a:xfrm>
              <a:off x="2543226" y="5886630"/>
              <a:ext cx="523229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RIGHT Side Exterior Speaker PA</a:t>
              </a:r>
              <a:endParaRPr lang="ko-KR" altLang="ko-KR" dirty="0"/>
            </a:p>
          </p:txBody>
        </p:sp>
        <p:sp>
          <p:nvSpPr>
            <p:cNvPr id="57440" name="Line 88"/>
            <p:cNvSpPr>
              <a:spLocks noChangeShapeType="1"/>
            </p:cNvSpPr>
            <p:nvPr/>
          </p:nvSpPr>
          <p:spPr bwMode="auto">
            <a:xfrm flipV="1">
              <a:off x="1491025" y="5517762"/>
              <a:ext cx="621677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41" name="Line 89"/>
            <p:cNvSpPr>
              <a:spLocks noChangeShapeType="1"/>
            </p:cNvSpPr>
            <p:nvPr/>
          </p:nvSpPr>
          <p:spPr bwMode="auto">
            <a:xfrm flipV="1">
              <a:off x="1491025" y="5970060"/>
              <a:ext cx="621677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42" name="Rectangle 90"/>
            <p:cNvSpPr>
              <a:spLocks noChangeArrowheads="1"/>
            </p:cNvSpPr>
            <p:nvPr/>
          </p:nvSpPr>
          <p:spPr bwMode="auto">
            <a:xfrm>
              <a:off x="2528847" y="5425989"/>
              <a:ext cx="522038" cy="5363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LEFT Side Exterior Speaker PA</a:t>
              </a:r>
              <a:endParaRPr lang="ko-KR" altLang="ko-KR" dirty="0"/>
            </a:p>
          </p:txBody>
        </p:sp>
        <p:sp>
          <p:nvSpPr>
            <p:cNvPr id="57443" name="Rectangle 91"/>
            <p:cNvSpPr>
              <a:spLocks noChangeArrowheads="1"/>
            </p:cNvSpPr>
            <p:nvPr/>
          </p:nvSpPr>
          <p:spPr bwMode="auto">
            <a:xfrm flipH="1">
              <a:off x="3166791" y="4295487"/>
              <a:ext cx="539915" cy="270554"/>
            </a:xfrm>
            <a:prstGeom prst="rect">
              <a:avLst/>
            </a:prstGeom>
            <a:solidFill>
              <a:srgbClr val="CCFF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Conductor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57444" name="Rectangle 93"/>
            <p:cNvSpPr>
              <a:spLocks noChangeArrowheads="1"/>
            </p:cNvSpPr>
            <p:nvPr/>
          </p:nvSpPr>
          <p:spPr bwMode="auto">
            <a:xfrm>
              <a:off x="1609021" y="4035661"/>
              <a:ext cx="692475" cy="9534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445" name="Rectangle 94"/>
            <p:cNvSpPr>
              <a:spLocks noChangeArrowheads="1"/>
            </p:cNvSpPr>
            <p:nvPr/>
          </p:nvSpPr>
          <p:spPr bwMode="auto">
            <a:xfrm>
              <a:off x="1659079" y="3917667"/>
              <a:ext cx="804510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57454" name="Rectangle 106"/>
            <p:cNvSpPr>
              <a:spLocks noChangeArrowheads="1"/>
            </p:cNvSpPr>
            <p:nvPr/>
          </p:nvSpPr>
          <p:spPr bwMode="auto">
            <a:xfrm>
              <a:off x="1499369" y="4185837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57455" name="Line 107"/>
            <p:cNvSpPr>
              <a:spLocks noChangeShapeType="1"/>
            </p:cNvSpPr>
            <p:nvPr/>
          </p:nvSpPr>
          <p:spPr bwMode="auto">
            <a:xfrm flipH="1" flipV="1">
              <a:off x="1491027" y="4262115"/>
              <a:ext cx="702009" cy="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56" name="Rectangle 108"/>
            <p:cNvSpPr>
              <a:spLocks noChangeArrowheads="1"/>
            </p:cNvSpPr>
            <p:nvPr/>
          </p:nvSpPr>
          <p:spPr bwMode="auto">
            <a:xfrm>
              <a:off x="1499369" y="4287146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57457" name="Line 109"/>
            <p:cNvSpPr>
              <a:spLocks noChangeShapeType="1"/>
            </p:cNvSpPr>
            <p:nvPr/>
          </p:nvSpPr>
          <p:spPr bwMode="auto">
            <a:xfrm flipH="1" flipV="1">
              <a:off x="1491026" y="4370575"/>
              <a:ext cx="593550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58" name="Rectangle 112"/>
            <p:cNvSpPr>
              <a:spLocks noChangeArrowheads="1"/>
            </p:cNvSpPr>
            <p:nvPr/>
          </p:nvSpPr>
          <p:spPr bwMode="auto">
            <a:xfrm rot="16200000" flipH="1">
              <a:off x="-1168029" y="2716265"/>
              <a:ext cx="3965340" cy="594742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99">
                    <a:alpha val="43999"/>
                  </a:srgbClr>
                </a:gs>
              </a:gsLst>
              <a:lin ang="5400000" scaled="1"/>
            </a:gradFill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</a:t>
              </a:r>
              <a:r>
                <a:rPr lang="en-US" altLang="ko-KR" sz="600" dirty="0" smtClean="0">
                  <a:latin typeface="Arial" charset="0"/>
                </a:rPr>
                <a:t>12V</a:t>
              </a:r>
              <a:endParaRPr lang="ko-KR" altLang="ko-KR" dirty="0"/>
            </a:p>
          </p:txBody>
        </p:sp>
        <p:sp>
          <p:nvSpPr>
            <p:cNvPr id="57461" name="Rectangle 115"/>
            <p:cNvSpPr>
              <a:spLocks noChangeArrowheads="1"/>
            </p:cNvSpPr>
            <p:nvPr/>
          </p:nvSpPr>
          <p:spPr bwMode="auto">
            <a:xfrm>
              <a:off x="538725" y="383783"/>
              <a:ext cx="494625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</a:t>
              </a:r>
              <a:r>
                <a:rPr lang="en-US" altLang="ko-KR" sz="600" dirty="0" smtClean="0">
                  <a:latin typeface="Arial" charset="0"/>
                </a:rPr>
                <a:t>12V</a:t>
              </a:r>
              <a:endParaRPr lang="ko-KR" altLang="ko-KR" dirty="0"/>
            </a:p>
          </p:txBody>
        </p:sp>
        <p:sp>
          <p:nvSpPr>
            <p:cNvPr id="57462" name="Line 116"/>
            <p:cNvSpPr>
              <a:spLocks noChangeShapeType="1"/>
            </p:cNvSpPr>
            <p:nvPr/>
          </p:nvSpPr>
          <p:spPr bwMode="auto">
            <a:xfrm>
              <a:off x="570906" y="489858"/>
              <a:ext cx="541107" cy="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64" name="Line 118"/>
            <p:cNvSpPr>
              <a:spLocks noChangeShapeType="1"/>
            </p:cNvSpPr>
            <p:nvPr/>
          </p:nvSpPr>
          <p:spPr bwMode="auto">
            <a:xfrm flipV="1">
              <a:off x="570904" y="489859"/>
              <a:ext cx="0" cy="541107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 type="arrow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73" name="Line 128"/>
            <p:cNvSpPr>
              <a:spLocks noChangeShapeType="1"/>
            </p:cNvSpPr>
            <p:nvPr/>
          </p:nvSpPr>
          <p:spPr bwMode="auto">
            <a:xfrm flipV="1">
              <a:off x="2082801" y="4377724"/>
              <a:ext cx="1775" cy="2143726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74" name="Line 129"/>
            <p:cNvSpPr>
              <a:spLocks noChangeShapeType="1"/>
            </p:cNvSpPr>
            <p:nvPr/>
          </p:nvSpPr>
          <p:spPr bwMode="auto">
            <a:xfrm flipH="1" flipV="1">
              <a:off x="2193034" y="4272840"/>
              <a:ext cx="4066" cy="2343861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86" name="Rectangle 157"/>
            <p:cNvSpPr>
              <a:spLocks noChangeArrowheads="1"/>
            </p:cNvSpPr>
            <p:nvPr/>
          </p:nvSpPr>
          <p:spPr bwMode="auto">
            <a:xfrm>
              <a:off x="2732952" y="4293104"/>
              <a:ext cx="330147" cy="10846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87" name="Line 158"/>
            <p:cNvSpPr>
              <a:spLocks noChangeShapeType="1"/>
            </p:cNvSpPr>
            <p:nvPr/>
          </p:nvSpPr>
          <p:spPr bwMode="auto">
            <a:xfrm flipH="1" flipV="1">
              <a:off x="2732951" y="4401563"/>
              <a:ext cx="43264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497" name="Line 175"/>
            <p:cNvSpPr>
              <a:spLocks noChangeShapeType="1"/>
            </p:cNvSpPr>
            <p:nvPr/>
          </p:nvSpPr>
          <p:spPr bwMode="auto">
            <a:xfrm>
              <a:off x="3347864" y="4023741"/>
              <a:ext cx="0" cy="271746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04" name="Rectangle 182"/>
            <p:cNvSpPr>
              <a:spLocks noChangeArrowheads="1"/>
            </p:cNvSpPr>
            <p:nvPr/>
          </p:nvSpPr>
          <p:spPr bwMode="auto">
            <a:xfrm flipH="1">
              <a:off x="1112012" y="274130"/>
              <a:ext cx="379014" cy="269362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PSA</a:t>
              </a:r>
              <a:endParaRPr lang="ko-KR" altLang="ko-KR" dirty="0"/>
            </a:p>
          </p:txBody>
        </p:sp>
        <p:sp>
          <p:nvSpPr>
            <p:cNvPr id="57505" name="Rectangle 183"/>
            <p:cNvSpPr>
              <a:spLocks noChangeArrowheads="1"/>
            </p:cNvSpPr>
            <p:nvPr/>
          </p:nvSpPr>
          <p:spPr bwMode="auto">
            <a:xfrm flipH="1">
              <a:off x="1112012" y="1030965"/>
              <a:ext cx="379014" cy="162094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LIC</a:t>
              </a:r>
              <a:endParaRPr lang="ko-KR" altLang="ko-KR" dirty="0"/>
            </a:p>
          </p:txBody>
        </p:sp>
        <p:sp>
          <p:nvSpPr>
            <p:cNvPr id="57507" name="Rectangle 185"/>
            <p:cNvSpPr>
              <a:spLocks noChangeArrowheads="1"/>
            </p:cNvSpPr>
            <p:nvPr/>
          </p:nvSpPr>
          <p:spPr bwMode="auto">
            <a:xfrm flipH="1">
              <a:off x="1112012" y="1462421"/>
              <a:ext cx="379014" cy="270553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VTX</a:t>
              </a:r>
              <a:endParaRPr lang="ko-KR" altLang="ko-KR" dirty="0"/>
            </a:p>
          </p:txBody>
        </p:sp>
        <p:sp>
          <p:nvSpPr>
            <p:cNvPr id="57508" name="Rectangle 186"/>
            <p:cNvSpPr>
              <a:spLocks noChangeArrowheads="1"/>
            </p:cNvSpPr>
            <p:nvPr/>
          </p:nvSpPr>
          <p:spPr bwMode="auto">
            <a:xfrm flipH="1">
              <a:off x="1112012" y="2057162"/>
              <a:ext cx="379014" cy="162094"/>
            </a:xfrm>
            <a:prstGeom prst="rect">
              <a:avLst/>
            </a:pr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</a:t>
              </a:r>
              <a:r>
                <a:rPr lang="en-US" altLang="ko-KR" sz="600" dirty="0" smtClean="0">
                  <a:latin typeface="Arial" charset="0"/>
                </a:rPr>
                <a:t>HDD</a:t>
              </a:r>
              <a:endParaRPr lang="ko-KR" altLang="ko-KR" dirty="0"/>
            </a:p>
          </p:txBody>
        </p:sp>
        <p:sp>
          <p:nvSpPr>
            <p:cNvPr id="57509" name="Rectangle 187"/>
            <p:cNvSpPr>
              <a:spLocks noChangeArrowheads="1"/>
            </p:cNvSpPr>
            <p:nvPr/>
          </p:nvSpPr>
          <p:spPr bwMode="auto">
            <a:xfrm flipH="1">
              <a:off x="1112012" y="543491"/>
              <a:ext cx="379014" cy="487474"/>
            </a:xfrm>
            <a:prstGeom prst="rect">
              <a:avLst/>
            </a:prstGeom>
            <a:solidFill>
              <a:srgbClr val="C0C0C0">
                <a:alpha val="7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SCB</a:t>
              </a:r>
              <a:endParaRPr lang="ko-KR" altLang="ko-KR" dirty="0"/>
            </a:p>
          </p:txBody>
        </p:sp>
        <p:sp>
          <p:nvSpPr>
            <p:cNvPr id="57510" name="Rectangle 188"/>
            <p:cNvSpPr>
              <a:spLocks noChangeArrowheads="1"/>
            </p:cNvSpPr>
            <p:nvPr/>
          </p:nvSpPr>
          <p:spPr bwMode="auto">
            <a:xfrm flipH="1">
              <a:off x="1112012" y="1732975"/>
              <a:ext cx="379014" cy="324188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 CNCS</a:t>
              </a:r>
              <a:endParaRPr lang="ko-KR" altLang="ko-KR" dirty="0"/>
            </a:p>
          </p:txBody>
        </p:sp>
        <p:sp>
          <p:nvSpPr>
            <p:cNvPr id="57512" name="Line 190"/>
            <p:cNvSpPr>
              <a:spLocks noChangeShapeType="1"/>
            </p:cNvSpPr>
            <p:nvPr/>
          </p:nvSpPr>
          <p:spPr bwMode="auto">
            <a:xfrm flipH="1" flipV="1">
              <a:off x="896284" y="1355154"/>
              <a:ext cx="0" cy="37782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13" name="Line 191"/>
            <p:cNvSpPr>
              <a:spLocks noChangeShapeType="1"/>
            </p:cNvSpPr>
            <p:nvPr/>
          </p:nvSpPr>
          <p:spPr bwMode="auto">
            <a:xfrm flipV="1">
              <a:off x="896285" y="1265763"/>
              <a:ext cx="218112" cy="89390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14" name="Line 192"/>
            <p:cNvSpPr>
              <a:spLocks noChangeShapeType="1"/>
            </p:cNvSpPr>
            <p:nvPr/>
          </p:nvSpPr>
          <p:spPr bwMode="auto">
            <a:xfrm>
              <a:off x="896284" y="1732974"/>
              <a:ext cx="219303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15" name="Rectangle 193"/>
            <p:cNvSpPr>
              <a:spLocks noChangeArrowheads="1"/>
            </p:cNvSpPr>
            <p:nvPr/>
          </p:nvSpPr>
          <p:spPr bwMode="auto">
            <a:xfrm flipH="1">
              <a:off x="1112012" y="1193058"/>
              <a:ext cx="379014" cy="269030"/>
            </a:xfrm>
            <a:prstGeom prst="rect">
              <a:avLst/>
            </a:prstGeom>
            <a:solidFill>
              <a:srgbClr val="CC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WLR</a:t>
              </a:r>
              <a:endParaRPr lang="ko-KR" altLang="ko-KR" dirty="0"/>
            </a:p>
          </p:txBody>
        </p:sp>
        <p:sp>
          <p:nvSpPr>
            <p:cNvPr id="57517" name="Line 195"/>
            <p:cNvSpPr>
              <a:spLocks noChangeShapeType="1"/>
            </p:cNvSpPr>
            <p:nvPr/>
          </p:nvSpPr>
          <p:spPr bwMode="auto">
            <a:xfrm flipH="1" flipV="1">
              <a:off x="991634" y="2238326"/>
              <a:ext cx="12276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19" name="Line 197"/>
            <p:cNvSpPr>
              <a:spLocks noChangeShapeType="1"/>
            </p:cNvSpPr>
            <p:nvPr/>
          </p:nvSpPr>
          <p:spPr bwMode="auto">
            <a:xfrm flipH="1" flipV="1">
              <a:off x="1003553" y="1895068"/>
              <a:ext cx="112035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20" name="Line 198"/>
            <p:cNvSpPr>
              <a:spLocks noChangeShapeType="1"/>
            </p:cNvSpPr>
            <p:nvPr/>
          </p:nvSpPr>
          <p:spPr bwMode="auto">
            <a:xfrm flipH="1" flipV="1">
              <a:off x="1003553" y="1517248"/>
              <a:ext cx="112035" cy="7270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21" name="Line 199"/>
            <p:cNvSpPr>
              <a:spLocks noChangeShapeType="1"/>
            </p:cNvSpPr>
            <p:nvPr/>
          </p:nvSpPr>
          <p:spPr bwMode="auto">
            <a:xfrm flipH="1">
              <a:off x="1003552" y="1589950"/>
              <a:ext cx="110844" cy="3575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22" name="Line 200"/>
            <p:cNvSpPr>
              <a:spLocks noChangeShapeType="1"/>
            </p:cNvSpPr>
            <p:nvPr/>
          </p:nvSpPr>
          <p:spPr bwMode="auto">
            <a:xfrm flipH="1">
              <a:off x="991633" y="1949894"/>
              <a:ext cx="123954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23" name="Line 201"/>
            <p:cNvSpPr>
              <a:spLocks noChangeShapeType="1"/>
            </p:cNvSpPr>
            <p:nvPr/>
          </p:nvSpPr>
          <p:spPr bwMode="auto">
            <a:xfrm flipH="1" flipV="1">
              <a:off x="1003552" y="1625706"/>
              <a:ext cx="0" cy="26936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24" name="Line 202"/>
            <p:cNvSpPr>
              <a:spLocks noChangeShapeType="1"/>
            </p:cNvSpPr>
            <p:nvPr/>
          </p:nvSpPr>
          <p:spPr bwMode="auto">
            <a:xfrm flipV="1">
              <a:off x="991633" y="2003529"/>
              <a:ext cx="0" cy="23479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25" name="Rectangle 203"/>
            <p:cNvSpPr>
              <a:spLocks noChangeArrowheads="1"/>
            </p:cNvSpPr>
            <p:nvPr/>
          </p:nvSpPr>
          <p:spPr bwMode="auto">
            <a:xfrm rot="-5400000">
              <a:off x="690092" y="1437391"/>
              <a:ext cx="324188" cy="1239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solidFill>
                    <a:srgbClr val="0099FF"/>
                  </a:solidFill>
                  <a:latin typeface="Arial" charset="0"/>
                </a:rPr>
                <a:t>LAN</a:t>
              </a:r>
              <a:endParaRPr lang="ko-KR" altLang="ko-KR" dirty="0"/>
            </a:p>
          </p:txBody>
        </p:sp>
        <p:sp>
          <p:nvSpPr>
            <p:cNvPr id="57526" name="Rectangle 204"/>
            <p:cNvSpPr>
              <a:spLocks noChangeArrowheads="1"/>
            </p:cNvSpPr>
            <p:nvPr/>
          </p:nvSpPr>
          <p:spPr bwMode="auto">
            <a:xfrm rot="-5400000">
              <a:off x="1044672" y="2013660"/>
              <a:ext cx="215728" cy="8343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ATA</a:t>
              </a:r>
              <a:endParaRPr lang="ko-KR" altLang="ko-KR" dirty="0"/>
            </a:p>
          </p:txBody>
        </p:sp>
        <p:sp>
          <p:nvSpPr>
            <p:cNvPr id="57527" name="Rectangle 205"/>
            <p:cNvSpPr>
              <a:spLocks noChangeArrowheads="1"/>
            </p:cNvSpPr>
            <p:nvPr/>
          </p:nvSpPr>
          <p:spPr bwMode="auto">
            <a:xfrm rot="-5400000">
              <a:off x="998189" y="1690664"/>
              <a:ext cx="312269" cy="870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LVDS</a:t>
              </a:r>
              <a:endParaRPr lang="ko-KR" altLang="ko-KR" dirty="0"/>
            </a:p>
          </p:txBody>
        </p:sp>
        <p:sp>
          <p:nvSpPr>
            <p:cNvPr id="57529" name="Line 207"/>
            <p:cNvSpPr>
              <a:spLocks noChangeShapeType="1"/>
            </p:cNvSpPr>
            <p:nvPr/>
          </p:nvSpPr>
          <p:spPr bwMode="auto">
            <a:xfrm flipH="1">
              <a:off x="1003553" y="1084599"/>
              <a:ext cx="112035" cy="5363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30" name="Line 208"/>
            <p:cNvSpPr>
              <a:spLocks noChangeShapeType="1"/>
            </p:cNvSpPr>
            <p:nvPr/>
          </p:nvSpPr>
          <p:spPr bwMode="auto">
            <a:xfrm flipV="1">
              <a:off x="1002506" y="1138231"/>
              <a:ext cx="1045" cy="37386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32" name="Rectangle 210"/>
            <p:cNvSpPr>
              <a:spLocks noChangeArrowheads="1"/>
            </p:cNvSpPr>
            <p:nvPr/>
          </p:nvSpPr>
          <p:spPr bwMode="auto">
            <a:xfrm rot="16200000" flipH="1">
              <a:off x="-1168029" y="2716265"/>
              <a:ext cx="3965340" cy="594742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91416" tIns="45707" rIns="91416" bIns="45707" anchor="ctr"/>
            <a:lstStyle/>
            <a:p>
              <a:pPr algn="ctr"/>
              <a:endParaRPr lang="ko-KR" altLang="ko-KR"/>
            </a:p>
          </p:txBody>
        </p:sp>
        <p:sp>
          <p:nvSpPr>
            <p:cNvPr id="57538" name="Rectangle 259"/>
            <p:cNvSpPr>
              <a:spLocks noChangeArrowheads="1"/>
            </p:cNvSpPr>
            <p:nvPr/>
          </p:nvSpPr>
          <p:spPr bwMode="auto">
            <a:xfrm flipH="1">
              <a:off x="5043979" y="5064242"/>
              <a:ext cx="523230" cy="7627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539" name="Rectangle 260"/>
            <p:cNvSpPr>
              <a:spLocks noChangeArrowheads="1"/>
            </p:cNvSpPr>
            <p:nvPr/>
          </p:nvSpPr>
          <p:spPr bwMode="auto">
            <a:xfrm flipH="1">
              <a:off x="5042788" y="5179853"/>
              <a:ext cx="522038" cy="7747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540" name="Rectangle 264"/>
            <p:cNvSpPr>
              <a:spLocks noChangeArrowheads="1"/>
            </p:cNvSpPr>
            <p:nvPr/>
          </p:nvSpPr>
          <p:spPr bwMode="auto">
            <a:xfrm flipH="1">
              <a:off x="7012944" y="4035661"/>
              <a:ext cx="692475" cy="9534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541" name="Line 8"/>
            <p:cNvSpPr>
              <a:spLocks noChangeShapeType="1"/>
            </p:cNvSpPr>
            <p:nvPr/>
          </p:nvSpPr>
          <p:spPr bwMode="auto">
            <a:xfrm flipH="1" flipV="1">
              <a:off x="1491025" y="3045597"/>
              <a:ext cx="6216776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42" name="Line 26"/>
            <p:cNvSpPr>
              <a:spLocks noChangeShapeType="1"/>
            </p:cNvSpPr>
            <p:nvPr/>
          </p:nvSpPr>
          <p:spPr bwMode="auto">
            <a:xfrm flipH="1">
              <a:off x="4600234" y="2776235"/>
              <a:ext cx="0" cy="26936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43" name="Rectangle 101"/>
            <p:cNvSpPr>
              <a:spLocks noChangeArrowheads="1"/>
            </p:cNvSpPr>
            <p:nvPr/>
          </p:nvSpPr>
          <p:spPr bwMode="auto">
            <a:xfrm>
              <a:off x="1699603" y="2972895"/>
              <a:ext cx="493433" cy="6555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57544" name="Line 174"/>
            <p:cNvSpPr>
              <a:spLocks noChangeShapeType="1"/>
            </p:cNvSpPr>
            <p:nvPr/>
          </p:nvSpPr>
          <p:spPr bwMode="auto">
            <a:xfrm flipH="1">
              <a:off x="3197858" y="2776235"/>
              <a:ext cx="0" cy="26936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46" name="Rectangle 265"/>
            <p:cNvSpPr>
              <a:spLocks noChangeArrowheads="1"/>
            </p:cNvSpPr>
            <p:nvPr/>
          </p:nvSpPr>
          <p:spPr bwMode="auto">
            <a:xfrm flipH="1">
              <a:off x="6899715" y="3917667"/>
              <a:ext cx="804510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57547" name="Line 9"/>
            <p:cNvSpPr>
              <a:spLocks noChangeShapeType="1"/>
            </p:cNvSpPr>
            <p:nvPr/>
          </p:nvSpPr>
          <p:spPr bwMode="auto">
            <a:xfrm flipH="1" flipV="1">
              <a:off x="1491025" y="3152865"/>
              <a:ext cx="6216776" cy="1192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48" name="Rectangle 28"/>
            <p:cNvSpPr>
              <a:spLocks noChangeArrowheads="1"/>
            </p:cNvSpPr>
            <p:nvPr/>
          </p:nvSpPr>
          <p:spPr bwMode="auto">
            <a:xfrm>
              <a:off x="4734094" y="3040830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57549" name="Line 30"/>
            <p:cNvSpPr>
              <a:spLocks noChangeShapeType="1"/>
            </p:cNvSpPr>
            <p:nvPr/>
          </p:nvSpPr>
          <p:spPr bwMode="auto">
            <a:xfrm>
              <a:off x="6193512" y="2877154"/>
              <a:ext cx="0" cy="27055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50" name="Rectangle 102"/>
            <p:cNvSpPr>
              <a:spLocks noChangeArrowheads="1"/>
            </p:cNvSpPr>
            <p:nvPr/>
          </p:nvSpPr>
          <p:spPr bwMode="auto">
            <a:xfrm>
              <a:off x="1500560" y="3055132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57551" name="Line 173"/>
            <p:cNvSpPr>
              <a:spLocks noChangeShapeType="1"/>
            </p:cNvSpPr>
            <p:nvPr/>
          </p:nvSpPr>
          <p:spPr bwMode="auto">
            <a:xfrm>
              <a:off x="3077890" y="2889854"/>
              <a:ext cx="0" cy="27055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52" name="Line 211"/>
            <p:cNvSpPr>
              <a:spLocks noChangeShapeType="1"/>
            </p:cNvSpPr>
            <p:nvPr/>
          </p:nvSpPr>
          <p:spPr bwMode="auto">
            <a:xfrm>
              <a:off x="4473916" y="2883504"/>
              <a:ext cx="0" cy="27055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59" name="Rectangle 375"/>
            <p:cNvSpPr>
              <a:spLocks noChangeArrowheads="1"/>
            </p:cNvSpPr>
            <p:nvPr/>
          </p:nvSpPr>
          <p:spPr bwMode="auto">
            <a:xfrm flipH="1">
              <a:off x="5598199" y="4295487"/>
              <a:ext cx="539915" cy="270554"/>
            </a:xfrm>
            <a:prstGeom prst="rect">
              <a:avLst/>
            </a:prstGeom>
            <a:solidFill>
              <a:srgbClr val="CCFF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Conductor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57560" name="Line 376"/>
            <p:cNvSpPr>
              <a:spLocks noChangeShapeType="1"/>
            </p:cNvSpPr>
            <p:nvPr/>
          </p:nvSpPr>
          <p:spPr bwMode="auto">
            <a:xfrm>
              <a:off x="5736581" y="4023741"/>
              <a:ext cx="1191" cy="271746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64" name="Rectangle 380"/>
            <p:cNvSpPr>
              <a:spLocks noChangeArrowheads="1"/>
            </p:cNvSpPr>
            <p:nvPr/>
          </p:nvSpPr>
          <p:spPr bwMode="auto">
            <a:xfrm flipH="1">
              <a:off x="4131011" y="2667777"/>
              <a:ext cx="865295" cy="215727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sp>
          <p:nvSpPr>
            <p:cNvPr id="57565" name="Rectangle 381"/>
            <p:cNvSpPr>
              <a:spLocks noChangeArrowheads="1"/>
            </p:cNvSpPr>
            <p:nvPr/>
          </p:nvSpPr>
          <p:spPr bwMode="auto">
            <a:xfrm flipH="1">
              <a:off x="2787778" y="2667777"/>
              <a:ext cx="865295" cy="215727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grpSp>
          <p:nvGrpSpPr>
            <p:cNvPr id="9" name="Group 382"/>
            <p:cNvGrpSpPr>
              <a:grpSpLocks/>
            </p:cNvGrpSpPr>
            <p:nvPr/>
          </p:nvGrpSpPr>
          <p:grpSpPr bwMode="auto">
            <a:xfrm rot="10800000" flipV="1">
              <a:off x="3221615" y="5579740"/>
              <a:ext cx="324188" cy="160902"/>
              <a:chOff x="1477" y="3739"/>
              <a:chExt cx="227" cy="91"/>
            </a:xfrm>
          </p:grpSpPr>
          <p:sp>
            <p:nvSpPr>
              <p:cNvPr id="57732" name="AutoShape 38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33" name="Rectangle 38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sz="800" dirty="0">
                  <a:latin typeface="Gill Sans MT" pitchFamily="34" charset="0"/>
                  <a:cs typeface="Latha" pitchFamily="2"/>
                </a:endParaRPr>
              </a:p>
            </p:txBody>
          </p:sp>
        </p:grpSp>
        <p:sp>
          <p:nvSpPr>
            <p:cNvPr id="57567" name="Rectangle 385"/>
            <p:cNvSpPr>
              <a:spLocks noChangeArrowheads="1"/>
            </p:cNvSpPr>
            <p:nvPr/>
          </p:nvSpPr>
          <p:spPr bwMode="auto">
            <a:xfrm rot="10800000" flipH="1" flipV="1">
              <a:off x="2951062" y="5579740"/>
              <a:ext cx="216920" cy="160902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68" name="Line 386"/>
            <p:cNvSpPr>
              <a:spLocks noChangeShapeType="1"/>
            </p:cNvSpPr>
            <p:nvPr/>
          </p:nvSpPr>
          <p:spPr bwMode="auto">
            <a:xfrm flipV="1">
              <a:off x="3383709" y="5740642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69" name="Line 387"/>
            <p:cNvSpPr>
              <a:spLocks noChangeShapeType="1"/>
            </p:cNvSpPr>
            <p:nvPr/>
          </p:nvSpPr>
          <p:spPr bwMode="auto">
            <a:xfrm>
              <a:off x="3059523" y="5849101"/>
              <a:ext cx="322995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70" name="Line 388"/>
            <p:cNvSpPr>
              <a:spLocks noChangeShapeType="1"/>
            </p:cNvSpPr>
            <p:nvPr/>
          </p:nvSpPr>
          <p:spPr bwMode="auto">
            <a:xfrm>
              <a:off x="3059522" y="5740642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71" name="Line 389"/>
            <p:cNvSpPr>
              <a:spLocks noChangeShapeType="1"/>
            </p:cNvSpPr>
            <p:nvPr/>
          </p:nvSpPr>
          <p:spPr bwMode="auto">
            <a:xfrm flipH="1">
              <a:off x="2734142" y="5517763"/>
              <a:ext cx="0" cy="16924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72" name="Line 390"/>
            <p:cNvSpPr>
              <a:spLocks noChangeShapeType="1"/>
            </p:cNvSpPr>
            <p:nvPr/>
          </p:nvSpPr>
          <p:spPr bwMode="auto">
            <a:xfrm flipV="1">
              <a:off x="2734142" y="5687007"/>
              <a:ext cx="21453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73" name="Line 391"/>
            <p:cNvSpPr>
              <a:spLocks noChangeShapeType="1"/>
            </p:cNvSpPr>
            <p:nvPr/>
          </p:nvSpPr>
          <p:spPr bwMode="auto">
            <a:xfrm flipH="1" flipV="1">
              <a:off x="3599437" y="5806774"/>
              <a:ext cx="0" cy="163286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74" name="Line 392"/>
            <p:cNvSpPr>
              <a:spLocks noChangeShapeType="1"/>
            </p:cNvSpPr>
            <p:nvPr/>
          </p:nvSpPr>
          <p:spPr bwMode="auto">
            <a:xfrm flipV="1">
              <a:off x="3599437" y="5806774"/>
              <a:ext cx="21692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10" name="Group 393"/>
            <p:cNvGrpSpPr>
              <a:grpSpLocks/>
            </p:cNvGrpSpPr>
            <p:nvPr/>
          </p:nvGrpSpPr>
          <p:grpSpPr bwMode="auto">
            <a:xfrm>
              <a:off x="3815166" y="5591046"/>
              <a:ext cx="594741" cy="270553"/>
              <a:chOff x="2747" y="4827"/>
              <a:chExt cx="499" cy="227"/>
            </a:xfrm>
          </p:grpSpPr>
          <p:grpSp>
            <p:nvGrpSpPr>
              <p:cNvPr id="11" name="Group 394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30" name="AutoShape 395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31" name="Rectangle 396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dirty="0"/>
                </a:p>
              </p:txBody>
            </p:sp>
          </p:grpSp>
          <p:sp>
            <p:nvSpPr>
              <p:cNvPr id="57726" name="Rectangle 397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27" name="Line 398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8" name="Line 39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9" name="Line 400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" name="Group 401"/>
            <p:cNvGrpSpPr>
              <a:grpSpLocks/>
            </p:cNvGrpSpPr>
            <p:nvPr/>
          </p:nvGrpSpPr>
          <p:grpSpPr bwMode="auto">
            <a:xfrm rot="10800000" flipV="1">
              <a:off x="5438487" y="5586891"/>
              <a:ext cx="324188" cy="160902"/>
              <a:chOff x="1477" y="3739"/>
              <a:chExt cx="227" cy="91"/>
            </a:xfrm>
          </p:grpSpPr>
          <p:sp>
            <p:nvSpPr>
              <p:cNvPr id="57723" name="AutoShape 40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4" name="Rectangle 40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577" name="Rectangle 404"/>
            <p:cNvSpPr>
              <a:spLocks noChangeArrowheads="1"/>
            </p:cNvSpPr>
            <p:nvPr/>
          </p:nvSpPr>
          <p:spPr bwMode="auto">
            <a:xfrm rot="10800000" flipH="1" flipV="1">
              <a:off x="5167933" y="5586891"/>
              <a:ext cx="216920" cy="160902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78" name="Line 405"/>
            <p:cNvSpPr>
              <a:spLocks noChangeShapeType="1"/>
            </p:cNvSpPr>
            <p:nvPr/>
          </p:nvSpPr>
          <p:spPr bwMode="auto">
            <a:xfrm flipV="1">
              <a:off x="5600581" y="5747794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79" name="Line 406"/>
            <p:cNvSpPr>
              <a:spLocks noChangeShapeType="1"/>
            </p:cNvSpPr>
            <p:nvPr/>
          </p:nvSpPr>
          <p:spPr bwMode="auto">
            <a:xfrm>
              <a:off x="5276395" y="5856252"/>
              <a:ext cx="322995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80" name="Line 407"/>
            <p:cNvSpPr>
              <a:spLocks noChangeShapeType="1"/>
            </p:cNvSpPr>
            <p:nvPr/>
          </p:nvSpPr>
          <p:spPr bwMode="auto">
            <a:xfrm>
              <a:off x="5276393" y="5747794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81" name="Line 408"/>
            <p:cNvSpPr>
              <a:spLocks noChangeShapeType="1"/>
            </p:cNvSpPr>
            <p:nvPr/>
          </p:nvSpPr>
          <p:spPr bwMode="auto">
            <a:xfrm flipH="1">
              <a:off x="4951014" y="5524914"/>
              <a:ext cx="0" cy="16924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82" name="Line 409"/>
            <p:cNvSpPr>
              <a:spLocks noChangeShapeType="1"/>
            </p:cNvSpPr>
            <p:nvPr/>
          </p:nvSpPr>
          <p:spPr bwMode="auto">
            <a:xfrm flipV="1">
              <a:off x="4951015" y="5694158"/>
              <a:ext cx="215728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83" name="Line 410"/>
            <p:cNvSpPr>
              <a:spLocks noChangeShapeType="1"/>
            </p:cNvSpPr>
            <p:nvPr/>
          </p:nvSpPr>
          <p:spPr bwMode="auto">
            <a:xfrm flipH="1" flipV="1">
              <a:off x="5816309" y="5813925"/>
              <a:ext cx="0" cy="163286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84" name="Line 411"/>
            <p:cNvSpPr>
              <a:spLocks noChangeShapeType="1"/>
            </p:cNvSpPr>
            <p:nvPr/>
          </p:nvSpPr>
          <p:spPr bwMode="auto">
            <a:xfrm flipV="1">
              <a:off x="5816309" y="5813925"/>
              <a:ext cx="21692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13" name="Group 412"/>
            <p:cNvGrpSpPr>
              <a:grpSpLocks/>
            </p:cNvGrpSpPr>
            <p:nvPr/>
          </p:nvGrpSpPr>
          <p:grpSpPr bwMode="auto">
            <a:xfrm>
              <a:off x="6032038" y="5598199"/>
              <a:ext cx="594741" cy="270553"/>
              <a:chOff x="2747" y="4827"/>
              <a:chExt cx="499" cy="227"/>
            </a:xfrm>
          </p:grpSpPr>
          <p:grpSp>
            <p:nvGrpSpPr>
              <p:cNvPr id="14" name="Group 413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21" name="AutoShape 41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22" name="Rectangle 41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7" name="Rectangle 416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8" name="Line 417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9" name="Line 418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0" name="Line 41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" name="Group 420"/>
            <p:cNvGrpSpPr>
              <a:grpSpLocks/>
            </p:cNvGrpSpPr>
            <p:nvPr/>
          </p:nvGrpSpPr>
          <p:grpSpPr bwMode="auto">
            <a:xfrm>
              <a:off x="3165598" y="4672117"/>
              <a:ext cx="594742" cy="270554"/>
              <a:chOff x="2475" y="3875"/>
              <a:chExt cx="499" cy="227"/>
            </a:xfrm>
          </p:grpSpPr>
          <p:grpSp>
            <p:nvGrpSpPr>
              <p:cNvPr id="16" name="Group 42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14" name="AutoShape 42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15" name="Rectangle 42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0" name="Rectangle 42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1" name="Line 42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2" name="Line 42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3" name="Line 42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87" name="Line 428"/>
            <p:cNvSpPr>
              <a:spLocks noChangeShapeType="1"/>
            </p:cNvSpPr>
            <p:nvPr/>
          </p:nvSpPr>
          <p:spPr bwMode="auto">
            <a:xfrm flipV="1">
              <a:off x="3923928" y="4942672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88" name="Line 429"/>
            <p:cNvSpPr>
              <a:spLocks noChangeShapeType="1"/>
            </p:cNvSpPr>
            <p:nvPr/>
          </p:nvSpPr>
          <p:spPr bwMode="auto">
            <a:xfrm flipV="1">
              <a:off x="3003504" y="4834211"/>
              <a:ext cx="162094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89" name="Line 430"/>
            <p:cNvSpPr>
              <a:spLocks noChangeShapeType="1"/>
            </p:cNvSpPr>
            <p:nvPr/>
          </p:nvSpPr>
          <p:spPr bwMode="auto">
            <a:xfrm flipH="1" flipV="1">
              <a:off x="3003504" y="4510023"/>
              <a:ext cx="0" cy="32418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590" name="Line 431"/>
            <p:cNvSpPr>
              <a:spLocks noChangeShapeType="1"/>
            </p:cNvSpPr>
            <p:nvPr/>
          </p:nvSpPr>
          <p:spPr bwMode="auto">
            <a:xfrm flipH="1" flipV="1">
              <a:off x="3003504" y="4510023"/>
              <a:ext cx="163286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17" name="Group 432"/>
            <p:cNvGrpSpPr>
              <a:grpSpLocks/>
            </p:cNvGrpSpPr>
            <p:nvPr/>
          </p:nvGrpSpPr>
          <p:grpSpPr bwMode="auto">
            <a:xfrm>
              <a:off x="5598198" y="4672117"/>
              <a:ext cx="594741" cy="270554"/>
              <a:chOff x="2475" y="3875"/>
              <a:chExt cx="499" cy="227"/>
            </a:xfrm>
          </p:grpSpPr>
          <p:grpSp>
            <p:nvGrpSpPr>
              <p:cNvPr id="18" name="Group 433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7" name="AutoShape 43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8" name="Rectangle 43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03" name="Rectangle 436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04" name="Line 437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5" name="Line 43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6" name="Line 439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2" name="Line 440"/>
            <p:cNvSpPr>
              <a:spLocks noChangeShapeType="1"/>
            </p:cNvSpPr>
            <p:nvPr/>
          </p:nvSpPr>
          <p:spPr bwMode="auto">
            <a:xfrm flipH="1" flipV="1">
              <a:off x="4899318" y="4942672"/>
              <a:ext cx="1192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19" name="Group 441"/>
            <p:cNvGrpSpPr>
              <a:grpSpLocks/>
            </p:cNvGrpSpPr>
            <p:nvPr/>
          </p:nvGrpSpPr>
          <p:grpSpPr bwMode="auto">
            <a:xfrm>
              <a:off x="2355130" y="4672117"/>
              <a:ext cx="594742" cy="270554"/>
              <a:chOff x="2475" y="3875"/>
              <a:chExt cx="499" cy="227"/>
            </a:xfrm>
          </p:grpSpPr>
          <p:grpSp>
            <p:nvGrpSpPr>
              <p:cNvPr id="20" name="Group 442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0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1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96" name="Rectangle 445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7" name="Line 446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8" name="Line 44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9" name="Line 44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4" name="Line 449"/>
            <p:cNvSpPr>
              <a:spLocks noChangeShapeType="1"/>
            </p:cNvSpPr>
            <p:nvPr/>
          </p:nvSpPr>
          <p:spPr bwMode="auto">
            <a:xfrm flipV="1">
              <a:off x="2463588" y="4942672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1" name="Group 450"/>
            <p:cNvGrpSpPr>
              <a:grpSpLocks/>
            </p:cNvGrpSpPr>
            <p:nvPr/>
          </p:nvGrpSpPr>
          <p:grpSpPr bwMode="auto">
            <a:xfrm>
              <a:off x="6247765" y="4672117"/>
              <a:ext cx="594742" cy="270554"/>
              <a:chOff x="2475" y="3875"/>
              <a:chExt cx="499" cy="227"/>
            </a:xfrm>
          </p:grpSpPr>
          <p:grpSp>
            <p:nvGrpSpPr>
              <p:cNvPr id="22" name="Group 45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93" name="AutoShape 45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94" name="Rectangle 45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9" name="Rectangle 45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0" name="Line 45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1" name="Line 45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2" name="Line 45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6" name="Line 458"/>
            <p:cNvSpPr>
              <a:spLocks noChangeShapeType="1"/>
            </p:cNvSpPr>
            <p:nvPr/>
          </p:nvSpPr>
          <p:spPr bwMode="auto">
            <a:xfrm flipV="1">
              <a:off x="6356225" y="4942672"/>
              <a:ext cx="0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3" name="Group 459"/>
            <p:cNvGrpSpPr>
              <a:grpSpLocks/>
            </p:cNvGrpSpPr>
            <p:nvPr/>
          </p:nvGrpSpPr>
          <p:grpSpPr bwMode="auto">
            <a:xfrm>
              <a:off x="4787729" y="4672117"/>
              <a:ext cx="594741" cy="270554"/>
              <a:chOff x="2475" y="3875"/>
              <a:chExt cx="499" cy="227"/>
            </a:xfrm>
          </p:grpSpPr>
          <p:grpSp>
            <p:nvGrpSpPr>
              <p:cNvPr id="24" name="Group 460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86" name="AutoShape 461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7" name="Rectangle 462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2" name="Rectangle 463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83" name="Line 464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4" name="Line 46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5" name="Line 46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8" name="Line 467"/>
            <p:cNvSpPr>
              <a:spLocks noChangeShapeType="1"/>
            </p:cNvSpPr>
            <p:nvPr/>
          </p:nvSpPr>
          <p:spPr bwMode="auto">
            <a:xfrm flipV="1">
              <a:off x="5722566" y="4942672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5" name="Group 468"/>
            <p:cNvGrpSpPr>
              <a:grpSpLocks/>
            </p:cNvGrpSpPr>
            <p:nvPr/>
          </p:nvGrpSpPr>
          <p:grpSpPr bwMode="auto">
            <a:xfrm>
              <a:off x="3813973" y="4672117"/>
              <a:ext cx="594742" cy="270554"/>
              <a:chOff x="2475" y="3875"/>
              <a:chExt cx="499" cy="227"/>
            </a:xfrm>
          </p:grpSpPr>
          <p:grpSp>
            <p:nvGrpSpPr>
              <p:cNvPr id="26" name="Group 469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9" name="AutoShape 470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0" name="Rectangle 471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75" name="Rectangle 472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76" name="Line 473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7" name="Line 47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8" name="Line 47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0" name="Line 476"/>
            <p:cNvSpPr>
              <a:spLocks noChangeShapeType="1"/>
            </p:cNvSpPr>
            <p:nvPr/>
          </p:nvSpPr>
          <p:spPr bwMode="auto">
            <a:xfrm flipV="1">
              <a:off x="3275856" y="4942672"/>
              <a:ext cx="1192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7" name="Group 477"/>
            <p:cNvGrpSpPr>
              <a:grpSpLocks/>
            </p:cNvGrpSpPr>
            <p:nvPr/>
          </p:nvGrpSpPr>
          <p:grpSpPr bwMode="auto">
            <a:xfrm>
              <a:off x="4629210" y="4293104"/>
              <a:ext cx="594742" cy="270554"/>
              <a:chOff x="2475" y="3875"/>
              <a:chExt cx="499" cy="227"/>
            </a:xfrm>
          </p:grpSpPr>
          <p:grpSp>
            <p:nvGrpSpPr>
              <p:cNvPr id="28" name="Group 478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2" name="AutoShape 479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73" name="Rectangle 480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8" name="Rectangle 481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9" name="Line 482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0" name="Line 48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1" name="Line 48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2" name="Line 485"/>
            <p:cNvSpPr>
              <a:spLocks noChangeShapeType="1"/>
            </p:cNvSpPr>
            <p:nvPr/>
          </p:nvSpPr>
          <p:spPr bwMode="auto">
            <a:xfrm flipV="1">
              <a:off x="4478972" y="4563659"/>
              <a:ext cx="0" cy="70320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9" name="Group 486"/>
            <p:cNvGrpSpPr>
              <a:grpSpLocks/>
            </p:cNvGrpSpPr>
            <p:nvPr/>
          </p:nvGrpSpPr>
          <p:grpSpPr bwMode="auto">
            <a:xfrm flipH="1">
              <a:off x="3980835" y="4293104"/>
              <a:ext cx="594742" cy="270554"/>
              <a:chOff x="2475" y="3875"/>
              <a:chExt cx="499" cy="227"/>
            </a:xfrm>
          </p:grpSpPr>
          <p:grpSp>
            <p:nvGrpSpPr>
              <p:cNvPr id="30" name="Group 487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65" name="AutoShape 488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66" name="Rectangle 489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1" name="Rectangle 490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2" name="Line 491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3" name="Line 492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4" name="Line 49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4" name="Rectangle 494"/>
            <p:cNvSpPr>
              <a:spLocks noChangeArrowheads="1"/>
            </p:cNvSpPr>
            <p:nvPr/>
          </p:nvSpPr>
          <p:spPr bwMode="auto">
            <a:xfrm rot="-5400000">
              <a:off x="2784201" y="462086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57605" name="Line 495"/>
            <p:cNvSpPr>
              <a:spLocks noChangeShapeType="1"/>
            </p:cNvSpPr>
            <p:nvPr/>
          </p:nvSpPr>
          <p:spPr bwMode="auto">
            <a:xfrm flipV="1">
              <a:off x="5436104" y="4834211"/>
              <a:ext cx="162094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06" name="Line 496"/>
            <p:cNvSpPr>
              <a:spLocks noChangeShapeType="1"/>
            </p:cNvSpPr>
            <p:nvPr/>
          </p:nvSpPr>
          <p:spPr bwMode="auto">
            <a:xfrm flipH="1" flipV="1">
              <a:off x="5436104" y="4510023"/>
              <a:ext cx="0" cy="32418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07" name="Line 497"/>
            <p:cNvSpPr>
              <a:spLocks noChangeShapeType="1"/>
            </p:cNvSpPr>
            <p:nvPr/>
          </p:nvSpPr>
          <p:spPr bwMode="auto">
            <a:xfrm flipH="1" flipV="1">
              <a:off x="5436105" y="4510023"/>
              <a:ext cx="163285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08" name="Rectangle 498"/>
            <p:cNvSpPr>
              <a:spLocks noChangeArrowheads="1"/>
            </p:cNvSpPr>
            <p:nvPr/>
          </p:nvSpPr>
          <p:spPr bwMode="auto">
            <a:xfrm rot="-5400000">
              <a:off x="5217992" y="462086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57609" name="Rectangle 499"/>
            <p:cNvSpPr>
              <a:spLocks noChangeArrowheads="1"/>
            </p:cNvSpPr>
            <p:nvPr/>
          </p:nvSpPr>
          <p:spPr bwMode="auto">
            <a:xfrm>
              <a:off x="6240614" y="4293104"/>
              <a:ext cx="330147" cy="10846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10" name="Line 500"/>
            <p:cNvSpPr>
              <a:spLocks noChangeShapeType="1"/>
            </p:cNvSpPr>
            <p:nvPr/>
          </p:nvSpPr>
          <p:spPr bwMode="auto">
            <a:xfrm flipH="1" flipV="1">
              <a:off x="6139306" y="4401563"/>
              <a:ext cx="43264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11" name="Line 501"/>
            <p:cNvSpPr>
              <a:spLocks noChangeShapeType="1"/>
            </p:cNvSpPr>
            <p:nvPr/>
          </p:nvSpPr>
          <p:spPr bwMode="auto">
            <a:xfrm flipV="1">
              <a:off x="4714826" y="4563658"/>
              <a:ext cx="1191" cy="59474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401" name="그룹 400"/>
            <p:cNvGrpSpPr/>
            <p:nvPr/>
          </p:nvGrpSpPr>
          <p:grpSpPr>
            <a:xfrm>
              <a:off x="3219451" y="2420888"/>
              <a:ext cx="378795" cy="246888"/>
              <a:chOff x="3219450" y="2420888"/>
              <a:chExt cx="378795" cy="246888"/>
            </a:xfrm>
          </p:grpSpPr>
          <p:sp>
            <p:nvSpPr>
              <p:cNvPr id="57616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7617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57618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sp>
          <p:nvSpPr>
            <p:cNvPr id="57619" name="Rectangle 527"/>
            <p:cNvSpPr>
              <a:spLocks noChangeArrowheads="1"/>
            </p:cNvSpPr>
            <p:nvPr/>
          </p:nvSpPr>
          <p:spPr bwMode="auto">
            <a:xfrm flipH="1">
              <a:off x="1112012" y="5085184"/>
              <a:ext cx="379014" cy="938510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AAB</a:t>
              </a:r>
              <a:endParaRPr lang="ko-KR" altLang="ko-KR" dirty="0"/>
            </a:p>
          </p:txBody>
        </p:sp>
        <p:sp>
          <p:nvSpPr>
            <p:cNvPr id="57620" name="Rectangle 571"/>
            <p:cNvSpPr>
              <a:spLocks noChangeArrowheads="1"/>
            </p:cNvSpPr>
            <p:nvPr/>
          </p:nvSpPr>
          <p:spPr bwMode="auto">
            <a:xfrm>
              <a:off x="3768286" y="2920712"/>
              <a:ext cx="309410" cy="4571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ANSM</a:t>
              </a:r>
              <a:endParaRPr lang="ko-KR" altLang="ko-KR" dirty="0"/>
            </a:p>
          </p:txBody>
        </p:sp>
        <p:sp>
          <p:nvSpPr>
            <p:cNvPr id="57621" name="Line 572"/>
            <p:cNvSpPr>
              <a:spLocks noChangeShapeType="1"/>
            </p:cNvSpPr>
            <p:nvPr/>
          </p:nvSpPr>
          <p:spPr bwMode="auto">
            <a:xfrm rot="-5400000" flipH="1" flipV="1">
              <a:off x="3858668" y="2648809"/>
              <a:ext cx="107268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22" name="Line 573"/>
            <p:cNvSpPr>
              <a:spLocks noChangeShapeType="1"/>
            </p:cNvSpPr>
            <p:nvPr/>
          </p:nvSpPr>
          <p:spPr bwMode="auto">
            <a:xfrm flipV="1">
              <a:off x="1485900" y="2595173"/>
              <a:ext cx="2438028" cy="2408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31" name="Group 574"/>
            <p:cNvGrpSpPr>
              <a:grpSpLocks/>
            </p:cNvGrpSpPr>
            <p:nvPr/>
          </p:nvGrpSpPr>
          <p:grpSpPr bwMode="auto">
            <a:xfrm rot="5400000">
              <a:off x="3837275" y="2753837"/>
              <a:ext cx="162094" cy="81047"/>
              <a:chOff x="3609" y="1970"/>
              <a:chExt cx="197" cy="91"/>
            </a:xfrm>
          </p:grpSpPr>
          <p:sp>
            <p:nvSpPr>
              <p:cNvPr id="57658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9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24" name="Rectangle 75"/>
            <p:cNvSpPr>
              <a:spLocks noChangeArrowheads="1"/>
            </p:cNvSpPr>
            <p:nvPr/>
          </p:nvSpPr>
          <p:spPr bwMode="auto">
            <a:xfrm flipH="1">
              <a:off x="2572050" y="3644728"/>
              <a:ext cx="531572" cy="235990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57625" name="Rectangle 76"/>
            <p:cNvSpPr>
              <a:spLocks noChangeArrowheads="1"/>
            </p:cNvSpPr>
            <p:nvPr/>
          </p:nvSpPr>
          <p:spPr bwMode="auto">
            <a:xfrm>
              <a:off x="1639501" y="3315086"/>
              <a:ext cx="69247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ADDRESS, ACT</a:t>
              </a:r>
              <a:endParaRPr lang="ko-KR" altLang="ko-KR" dirty="0"/>
            </a:p>
          </p:txBody>
        </p:sp>
        <p:sp>
          <p:nvSpPr>
            <p:cNvPr id="57626" name="Line 77"/>
            <p:cNvSpPr>
              <a:spLocks noChangeShapeType="1"/>
            </p:cNvSpPr>
            <p:nvPr/>
          </p:nvSpPr>
          <p:spPr bwMode="auto">
            <a:xfrm flipH="1" flipV="1">
              <a:off x="1491024" y="3382768"/>
              <a:ext cx="6217876" cy="178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40" name="Line 594"/>
            <p:cNvSpPr>
              <a:spLocks noChangeShapeType="1"/>
            </p:cNvSpPr>
            <p:nvPr/>
          </p:nvSpPr>
          <p:spPr bwMode="auto">
            <a:xfrm flipV="1">
              <a:off x="3096470" y="3699554"/>
              <a:ext cx="43264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41" name="Line 595"/>
            <p:cNvSpPr>
              <a:spLocks noChangeShapeType="1"/>
            </p:cNvSpPr>
            <p:nvPr/>
          </p:nvSpPr>
          <p:spPr bwMode="auto">
            <a:xfrm flipV="1">
              <a:off x="3104814" y="3808014"/>
              <a:ext cx="432647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42" name="Rectangle 596"/>
            <p:cNvSpPr>
              <a:spLocks noChangeArrowheads="1"/>
            </p:cNvSpPr>
            <p:nvPr/>
          </p:nvSpPr>
          <p:spPr bwMode="auto">
            <a:xfrm>
              <a:off x="4060786" y="3805631"/>
              <a:ext cx="280089" cy="5601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Microphone</a:t>
              </a:r>
              <a:endParaRPr lang="ko-KR" altLang="ko-KR" dirty="0"/>
            </a:p>
          </p:txBody>
        </p:sp>
        <p:sp>
          <p:nvSpPr>
            <p:cNvPr id="57643" name="Rectangle 597"/>
            <p:cNvSpPr>
              <a:spLocks noChangeArrowheads="1"/>
            </p:cNvSpPr>
            <p:nvPr/>
          </p:nvSpPr>
          <p:spPr bwMode="auto">
            <a:xfrm>
              <a:off x="3206122" y="3591095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44" name="Rectangle 598"/>
            <p:cNvSpPr>
              <a:spLocks noChangeArrowheads="1"/>
            </p:cNvSpPr>
            <p:nvPr/>
          </p:nvSpPr>
          <p:spPr bwMode="auto">
            <a:xfrm>
              <a:off x="3166791" y="3698363"/>
              <a:ext cx="4326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DIMMER</a:t>
              </a:r>
              <a:endParaRPr lang="ko-KR" altLang="ko-KR" dirty="0"/>
            </a:p>
          </p:txBody>
        </p:sp>
        <p:sp>
          <p:nvSpPr>
            <p:cNvPr id="57645" name="Rectangle 599"/>
            <p:cNvSpPr>
              <a:spLocks noChangeArrowheads="1"/>
            </p:cNvSpPr>
            <p:nvPr/>
          </p:nvSpPr>
          <p:spPr bwMode="auto">
            <a:xfrm>
              <a:off x="2949870" y="3808014"/>
              <a:ext cx="786632" cy="893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grpSp>
          <p:nvGrpSpPr>
            <p:cNvPr id="57415" name="Group 600"/>
            <p:cNvGrpSpPr>
              <a:grpSpLocks/>
            </p:cNvGrpSpPr>
            <p:nvPr/>
          </p:nvGrpSpPr>
          <p:grpSpPr bwMode="auto">
            <a:xfrm>
              <a:off x="3789039" y="3667375"/>
              <a:ext cx="163286" cy="247908"/>
              <a:chOff x="2793" y="3799"/>
              <a:chExt cx="137" cy="208"/>
            </a:xfrm>
          </p:grpSpPr>
          <p:sp>
            <p:nvSpPr>
              <p:cNvPr id="57654" name="Freeform 601"/>
              <p:cNvSpPr>
                <a:spLocks/>
              </p:cNvSpPr>
              <p:nvPr/>
            </p:nvSpPr>
            <p:spPr bwMode="auto">
              <a:xfrm flipH="1">
                <a:off x="2830" y="3858"/>
                <a:ext cx="50" cy="140"/>
              </a:xfrm>
              <a:custGeom>
                <a:avLst/>
                <a:gdLst>
                  <a:gd name="T0" fmla="*/ 0 w 182"/>
                  <a:gd name="T1" fmla="*/ 0 h 589"/>
                  <a:gd name="T2" fmla="*/ 14 w 182"/>
                  <a:gd name="T3" fmla="*/ 15 h 589"/>
                  <a:gd name="T4" fmla="*/ 14 w 182"/>
                  <a:gd name="T5" fmla="*/ 33 h 589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589"/>
                  <a:gd name="T11" fmla="*/ 182 w 182"/>
                  <a:gd name="T12" fmla="*/ 589 h 5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589">
                    <a:moveTo>
                      <a:pt x="0" y="0"/>
                    </a:moveTo>
                    <a:lnTo>
                      <a:pt x="182" y="272"/>
                    </a:lnTo>
                    <a:lnTo>
                      <a:pt x="182" y="589"/>
                    </a:lnTo>
                  </a:path>
                </a:pathLst>
              </a:custGeom>
              <a:noFill/>
              <a:ln w="19050">
                <a:solidFill>
                  <a:srgbClr val="333333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55" name="Rectangle 602" descr="60%"/>
              <p:cNvSpPr>
                <a:spLocks noChangeArrowheads="1"/>
              </p:cNvSpPr>
              <p:nvPr/>
            </p:nvSpPr>
            <p:spPr bwMode="auto">
              <a:xfrm rot="2256898" flipH="1">
                <a:off x="2907" y="3799"/>
                <a:ext cx="23" cy="27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6" name="Rectangle 603"/>
              <p:cNvSpPr>
                <a:spLocks noChangeArrowheads="1"/>
              </p:cNvSpPr>
              <p:nvPr/>
            </p:nvSpPr>
            <p:spPr bwMode="auto">
              <a:xfrm rot="2256898" flipH="1">
                <a:off x="2883" y="3819"/>
                <a:ext cx="24" cy="43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7" name="AutoShape 604"/>
              <p:cNvSpPr>
                <a:spLocks noChangeArrowheads="1"/>
              </p:cNvSpPr>
              <p:nvPr/>
            </p:nvSpPr>
            <p:spPr bwMode="auto">
              <a:xfrm rot="10800000" flipH="1">
                <a:off x="2793" y="3986"/>
                <a:ext cx="74" cy="2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78 w 21600"/>
                  <a:gd name="T13" fmla="*/ 4114 h 21600"/>
                  <a:gd name="T14" fmla="*/ 17222 w 21600"/>
                  <a:gd name="T15" fmla="*/ 1748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7647" name="Line 605"/>
            <p:cNvSpPr>
              <a:spLocks noChangeShapeType="1"/>
            </p:cNvSpPr>
            <p:nvPr/>
          </p:nvSpPr>
          <p:spPr bwMode="auto">
            <a:xfrm flipV="1">
              <a:off x="3111964" y="3909060"/>
              <a:ext cx="781856" cy="6222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50" name="Line 613"/>
            <p:cNvSpPr>
              <a:spLocks noChangeShapeType="1"/>
            </p:cNvSpPr>
            <p:nvPr/>
          </p:nvSpPr>
          <p:spPr bwMode="auto">
            <a:xfrm>
              <a:off x="2842602" y="3861647"/>
              <a:ext cx="0" cy="162094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6372200" y="332656"/>
              <a:ext cx="165618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dirty="0" smtClean="0"/>
                <a:t>PA System M</a:t>
              </a:r>
              <a:r>
                <a:rPr lang="en-US" altLang="ko-KR" sz="1000" dirty="0" smtClean="0"/>
                <a:t>A</a:t>
              </a:r>
              <a:endParaRPr lang="ko-KR" altLang="en-US" sz="1000" dirty="0"/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4115569" y="5639023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4" name="TextBox 413"/>
            <p:cNvSpPr txBox="1"/>
            <p:nvPr/>
          </p:nvSpPr>
          <p:spPr>
            <a:xfrm>
              <a:off x="3245123" y="5600397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5459338" y="560718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6325592" y="5646390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5906244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3476005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9" name="TextBox 418"/>
            <p:cNvSpPr txBox="1"/>
            <p:nvPr/>
          </p:nvSpPr>
          <p:spPr>
            <a:xfrm>
              <a:off x="4130427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4024511" y="4342879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4944740" y="4340721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2" name="TextBox 421"/>
            <p:cNvSpPr txBox="1"/>
            <p:nvPr/>
          </p:nvSpPr>
          <p:spPr>
            <a:xfrm>
              <a:off x="5101456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2670914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6563841" y="4721969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64" name="Rectangle 209"/>
            <p:cNvSpPr>
              <a:spLocks noChangeArrowheads="1"/>
            </p:cNvSpPr>
            <p:nvPr/>
          </p:nvSpPr>
          <p:spPr bwMode="auto">
            <a:xfrm flipH="1">
              <a:off x="1115616" y="2986665"/>
              <a:ext cx="216024" cy="288032"/>
            </a:xfrm>
            <a:prstGeom prst="rect">
              <a:avLst/>
            </a:prstGeom>
            <a:solidFill>
              <a:srgbClr val="FF99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75" tIns="60887" rIns="121775" bIns="6088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VOIP</a:t>
              </a:r>
              <a:endParaRPr lang="ko-KR" altLang="ko-KR" sz="600" dirty="0"/>
            </a:p>
          </p:txBody>
        </p:sp>
        <p:sp>
          <p:nvSpPr>
            <p:cNvPr id="365" name="Line 192"/>
            <p:cNvSpPr>
              <a:spLocks noChangeShapeType="1"/>
            </p:cNvSpPr>
            <p:nvPr/>
          </p:nvSpPr>
          <p:spPr bwMode="auto">
            <a:xfrm>
              <a:off x="890331" y="3009550"/>
              <a:ext cx="219303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6" name="Line 190"/>
            <p:cNvSpPr>
              <a:spLocks noChangeShapeType="1"/>
            </p:cNvSpPr>
            <p:nvPr/>
          </p:nvSpPr>
          <p:spPr bwMode="auto">
            <a:xfrm flipH="1" flipV="1">
              <a:off x="895663" y="1745082"/>
              <a:ext cx="2408" cy="126663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8" name="Rectangle 571"/>
            <p:cNvSpPr>
              <a:spLocks noChangeArrowheads="1"/>
            </p:cNvSpPr>
            <p:nvPr/>
          </p:nvSpPr>
          <p:spPr bwMode="auto">
            <a:xfrm>
              <a:off x="6732240" y="2883208"/>
              <a:ext cx="309410" cy="4571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ANSM</a:t>
              </a:r>
              <a:endParaRPr lang="ko-KR" altLang="ko-KR" dirty="0"/>
            </a:p>
          </p:txBody>
        </p:sp>
        <p:grpSp>
          <p:nvGrpSpPr>
            <p:cNvPr id="369" name="Group 574"/>
            <p:cNvGrpSpPr>
              <a:grpSpLocks/>
            </p:cNvGrpSpPr>
            <p:nvPr/>
          </p:nvGrpSpPr>
          <p:grpSpPr bwMode="auto">
            <a:xfrm rot="5400000">
              <a:off x="6801229" y="2716334"/>
              <a:ext cx="162094" cy="81047"/>
              <a:chOff x="3609" y="1970"/>
              <a:chExt cx="197" cy="91"/>
            </a:xfrm>
          </p:grpSpPr>
          <p:sp>
            <p:nvSpPr>
              <p:cNvPr id="370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71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72" name="Line 572"/>
            <p:cNvSpPr>
              <a:spLocks noChangeShapeType="1"/>
            </p:cNvSpPr>
            <p:nvPr/>
          </p:nvSpPr>
          <p:spPr bwMode="auto">
            <a:xfrm rot="-5400000" flipH="1" flipV="1">
              <a:off x="6834557" y="2620957"/>
              <a:ext cx="91269" cy="67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3" name="Line 573"/>
            <p:cNvSpPr>
              <a:spLocks noChangeShapeType="1"/>
            </p:cNvSpPr>
            <p:nvPr/>
          </p:nvSpPr>
          <p:spPr bwMode="auto">
            <a:xfrm flipV="1">
              <a:off x="3917950" y="2591230"/>
              <a:ext cx="2959100" cy="9524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cxnSp>
          <p:nvCxnSpPr>
            <p:cNvPr id="375" name="꺾인 연결선 374"/>
            <p:cNvCxnSpPr/>
            <p:nvPr/>
          </p:nvCxnSpPr>
          <p:spPr>
            <a:xfrm>
              <a:off x="542926" y="5029200"/>
              <a:ext cx="572691" cy="272008"/>
            </a:xfrm>
            <a:prstGeom prst="bentConnector3">
              <a:avLst>
                <a:gd name="adj1" fmla="val 936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" name="Rectangle 93"/>
            <p:cNvSpPr>
              <a:spLocks noChangeArrowheads="1"/>
            </p:cNvSpPr>
            <p:nvPr/>
          </p:nvSpPr>
          <p:spPr bwMode="auto">
            <a:xfrm>
              <a:off x="587530" y="5190102"/>
              <a:ext cx="486891" cy="8293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Audio LINE</a:t>
              </a:r>
              <a:endParaRPr lang="ko-KR" altLang="ko-KR" dirty="0"/>
            </a:p>
          </p:txBody>
        </p:sp>
        <p:grpSp>
          <p:nvGrpSpPr>
            <p:cNvPr id="349" name="그룹 348"/>
            <p:cNvGrpSpPr/>
            <p:nvPr/>
          </p:nvGrpSpPr>
          <p:grpSpPr>
            <a:xfrm>
              <a:off x="7706444" y="3232026"/>
              <a:ext cx="374247" cy="82240"/>
              <a:chOff x="7706444" y="3562784"/>
              <a:chExt cx="374247" cy="82240"/>
            </a:xfrm>
          </p:grpSpPr>
          <p:sp>
            <p:nvSpPr>
              <p:cNvPr id="346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347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48" name="Line 9"/>
            <p:cNvSpPr>
              <a:spLocks noChangeShapeType="1"/>
            </p:cNvSpPr>
            <p:nvPr/>
          </p:nvSpPr>
          <p:spPr bwMode="auto">
            <a:xfrm flipH="1" flipV="1">
              <a:off x="1490896" y="3265805"/>
              <a:ext cx="6216776" cy="1192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57" name="Line 173"/>
            <p:cNvSpPr>
              <a:spLocks noChangeShapeType="1"/>
            </p:cNvSpPr>
            <p:nvPr/>
          </p:nvSpPr>
          <p:spPr bwMode="auto">
            <a:xfrm flipH="1">
              <a:off x="2964180" y="2895600"/>
              <a:ext cx="1270" cy="381252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4" name="Line 128"/>
            <p:cNvSpPr>
              <a:spLocks noChangeShapeType="1"/>
            </p:cNvSpPr>
            <p:nvPr/>
          </p:nvSpPr>
          <p:spPr bwMode="auto">
            <a:xfrm flipV="1">
              <a:off x="1949450" y="4470400"/>
              <a:ext cx="6350" cy="19240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6" name="Line 109"/>
            <p:cNvSpPr>
              <a:spLocks noChangeShapeType="1"/>
            </p:cNvSpPr>
            <p:nvPr/>
          </p:nvSpPr>
          <p:spPr bwMode="auto">
            <a:xfrm flipH="1">
              <a:off x="1496286" y="4470400"/>
              <a:ext cx="459514" cy="719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7" name="Line 74"/>
            <p:cNvSpPr>
              <a:spLocks noChangeShapeType="1"/>
            </p:cNvSpPr>
            <p:nvPr/>
          </p:nvSpPr>
          <p:spPr bwMode="auto">
            <a:xfrm>
              <a:off x="312421" y="6179820"/>
              <a:ext cx="1337883" cy="361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8" name="Line 75"/>
            <p:cNvSpPr>
              <a:spLocks noChangeShapeType="1"/>
            </p:cNvSpPr>
            <p:nvPr/>
          </p:nvSpPr>
          <p:spPr bwMode="auto">
            <a:xfrm flipH="1">
              <a:off x="1763688" y="6185787"/>
              <a:ext cx="5947414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oval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9" name="Line 117"/>
            <p:cNvSpPr>
              <a:spLocks noChangeShapeType="1"/>
            </p:cNvSpPr>
            <p:nvPr/>
          </p:nvSpPr>
          <p:spPr bwMode="auto">
            <a:xfrm flipV="1">
              <a:off x="323528" y="6524625"/>
              <a:ext cx="7386960" cy="845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0" name="Line 118"/>
            <p:cNvSpPr>
              <a:spLocks noChangeShapeType="1"/>
            </p:cNvSpPr>
            <p:nvPr/>
          </p:nvSpPr>
          <p:spPr bwMode="auto">
            <a:xfrm>
              <a:off x="323528" y="6633928"/>
              <a:ext cx="7386960" cy="23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1" name="Line 134"/>
            <p:cNvSpPr>
              <a:spLocks noChangeShapeType="1"/>
            </p:cNvSpPr>
            <p:nvPr/>
          </p:nvSpPr>
          <p:spPr bwMode="auto">
            <a:xfrm flipV="1">
              <a:off x="323529" y="6286500"/>
              <a:ext cx="7382197" cy="7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2" name="Line 135"/>
            <p:cNvSpPr>
              <a:spLocks noChangeShapeType="1"/>
            </p:cNvSpPr>
            <p:nvPr/>
          </p:nvSpPr>
          <p:spPr bwMode="auto">
            <a:xfrm>
              <a:off x="323530" y="6402706"/>
              <a:ext cx="7391722" cy="2857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4" name="Rectangle 207"/>
            <p:cNvSpPr>
              <a:spLocks noChangeArrowheads="1"/>
            </p:cNvSpPr>
            <p:nvPr/>
          </p:nvSpPr>
          <p:spPr bwMode="auto">
            <a:xfrm flipH="1">
              <a:off x="6828736" y="6092822"/>
              <a:ext cx="523229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85" name="Rectangle 208"/>
            <p:cNvSpPr>
              <a:spLocks noChangeArrowheads="1"/>
            </p:cNvSpPr>
            <p:nvPr/>
          </p:nvSpPr>
          <p:spPr bwMode="auto">
            <a:xfrm flipH="1">
              <a:off x="6839462" y="6213202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/>
                <a:t>Dual- tone TL</a:t>
              </a:r>
              <a:endParaRPr lang="ko-KR" altLang="ko-KR" sz="600" dirty="0"/>
            </a:p>
          </p:txBody>
        </p:sp>
        <p:sp>
          <p:nvSpPr>
            <p:cNvPr id="386" name="Rectangle 209"/>
            <p:cNvSpPr>
              <a:spLocks noChangeArrowheads="1"/>
            </p:cNvSpPr>
            <p:nvPr/>
          </p:nvSpPr>
          <p:spPr bwMode="auto">
            <a:xfrm flipH="1">
              <a:off x="6843038" y="6321661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 </a:t>
              </a:r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387" name="Rectangle 210"/>
            <p:cNvSpPr>
              <a:spLocks noChangeArrowheads="1"/>
            </p:cNvSpPr>
            <p:nvPr/>
          </p:nvSpPr>
          <p:spPr bwMode="auto">
            <a:xfrm flipH="1">
              <a:off x="6841846" y="6438464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88" name="Rectangle 211"/>
            <p:cNvSpPr>
              <a:spLocks noChangeArrowheads="1"/>
            </p:cNvSpPr>
            <p:nvPr/>
          </p:nvSpPr>
          <p:spPr bwMode="auto">
            <a:xfrm flipH="1">
              <a:off x="6841846" y="6552883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89" name="Rectangle 228"/>
            <p:cNvSpPr>
              <a:spLocks noChangeArrowheads="1"/>
            </p:cNvSpPr>
            <p:nvPr/>
          </p:nvSpPr>
          <p:spPr bwMode="auto">
            <a:xfrm>
              <a:off x="341405" y="6088055"/>
              <a:ext cx="523230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90" name="Rectangle 229"/>
            <p:cNvSpPr>
              <a:spLocks noChangeArrowheads="1"/>
            </p:cNvSpPr>
            <p:nvPr/>
          </p:nvSpPr>
          <p:spPr bwMode="auto">
            <a:xfrm>
              <a:off x="441260" y="6208434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/>
                <a:t>Dual- tone TL</a:t>
              </a:r>
              <a:endParaRPr lang="ko-KR" altLang="ko-KR" sz="600" dirty="0"/>
            </a:p>
          </p:txBody>
        </p:sp>
        <p:sp>
          <p:nvSpPr>
            <p:cNvPr id="391" name="Rectangle 230"/>
            <p:cNvSpPr>
              <a:spLocks noChangeArrowheads="1"/>
            </p:cNvSpPr>
            <p:nvPr/>
          </p:nvSpPr>
          <p:spPr bwMode="auto">
            <a:xfrm>
              <a:off x="407352" y="6316894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 </a:t>
              </a:r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392" name="Rectangle 231"/>
            <p:cNvSpPr>
              <a:spLocks noChangeArrowheads="1"/>
            </p:cNvSpPr>
            <p:nvPr/>
          </p:nvSpPr>
          <p:spPr bwMode="auto">
            <a:xfrm>
              <a:off x="359285" y="6433697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93" name="Rectangle 232"/>
            <p:cNvSpPr>
              <a:spLocks noChangeArrowheads="1"/>
            </p:cNvSpPr>
            <p:nvPr/>
          </p:nvSpPr>
          <p:spPr bwMode="auto">
            <a:xfrm>
              <a:off x="359285" y="6548116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96" name="Oval 567"/>
            <p:cNvSpPr>
              <a:spLocks noChangeArrowheads="1"/>
            </p:cNvSpPr>
            <p:nvPr/>
          </p:nvSpPr>
          <p:spPr bwMode="auto">
            <a:xfrm flipH="1">
              <a:off x="8019285" y="6377048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398" name="Oval 567"/>
            <p:cNvSpPr>
              <a:spLocks noChangeArrowheads="1"/>
            </p:cNvSpPr>
            <p:nvPr/>
          </p:nvSpPr>
          <p:spPr bwMode="auto">
            <a:xfrm flipH="1">
              <a:off x="8005078" y="6156261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399" name="Line 109"/>
            <p:cNvSpPr>
              <a:spLocks noChangeShapeType="1"/>
            </p:cNvSpPr>
            <p:nvPr/>
          </p:nvSpPr>
          <p:spPr bwMode="auto">
            <a:xfrm flipH="1">
              <a:off x="1501056" y="4584700"/>
              <a:ext cx="353144" cy="8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00" name="Line 128"/>
            <p:cNvSpPr>
              <a:spLocks noChangeShapeType="1"/>
            </p:cNvSpPr>
            <p:nvPr/>
          </p:nvSpPr>
          <p:spPr bwMode="auto">
            <a:xfrm flipV="1">
              <a:off x="1848396" y="4578350"/>
              <a:ext cx="5804" cy="171727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12" name="Line 77"/>
            <p:cNvSpPr>
              <a:spLocks noChangeShapeType="1"/>
            </p:cNvSpPr>
            <p:nvPr/>
          </p:nvSpPr>
          <p:spPr bwMode="auto">
            <a:xfrm flipH="1" flipV="1">
              <a:off x="1497076" y="3497068"/>
              <a:ext cx="6217876" cy="1782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25" name="Rectangle 102"/>
            <p:cNvSpPr>
              <a:spLocks noChangeArrowheads="1"/>
            </p:cNvSpPr>
            <p:nvPr/>
          </p:nvSpPr>
          <p:spPr bwMode="auto">
            <a:xfrm>
              <a:off x="1525960" y="3159057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426" name="Rectangle 102"/>
            <p:cNvSpPr>
              <a:spLocks noChangeArrowheads="1"/>
            </p:cNvSpPr>
            <p:nvPr/>
          </p:nvSpPr>
          <p:spPr bwMode="auto">
            <a:xfrm>
              <a:off x="1532310" y="3401442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PA </a:t>
              </a:r>
              <a:r>
                <a:rPr lang="en-US" altLang="ko-KR" sz="600" dirty="0">
                  <a:latin typeface="Arial" charset="0"/>
                </a:rPr>
                <a:t>Audio &amp; Signal</a:t>
              </a:r>
              <a:endParaRPr lang="ko-KR" altLang="ko-KR" dirty="0"/>
            </a:p>
          </p:txBody>
        </p:sp>
        <p:sp>
          <p:nvSpPr>
            <p:cNvPr id="427" name="Line 608"/>
            <p:cNvSpPr>
              <a:spLocks noChangeShapeType="1"/>
            </p:cNvSpPr>
            <p:nvPr/>
          </p:nvSpPr>
          <p:spPr bwMode="auto">
            <a:xfrm>
              <a:off x="2628900" y="3492500"/>
              <a:ext cx="5388" cy="161882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58" name="Line 211"/>
            <p:cNvSpPr>
              <a:spLocks noChangeShapeType="1"/>
            </p:cNvSpPr>
            <p:nvPr/>
          </p:nvSpPr>
          <p:spPr bwMode="auto">
            <a:xfrm>
              <a:off x="4358640" y="2880612"/>
              <a:ext cx="7620" cy="3962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59" name="Line 30"/>
            <p:cNvSpPr>
              <a:spLocks noChangeShapeType="1"/>
            </p:cNvSpPr>
            <p:nvPr/>
          </p:nvSpPr>
          <p:spPr bwMode="auto">
            <a:xfrm flipH="1">
              <a:off x="6069454" y="2874262"/>
              <a:ext cx="0" cy="40386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0" name="Line 608"/>
            <p:cNvSpPr>
              <a:spLocks noChangeShapeType="1"/>
            </p:cNvSpPr>
            <p:nvPr/>
          </p:nvSpPr>
          <p:spPr bwMode="auto">
            <a:xfrm>
              <a:off x="2741930" y="3268980"/>
              <a:ext cx="2312" cy="375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48" name="Line 608"/>
            <p:cNvSpPr>
              <a:spLocks noChangeShapeType="1"/>
            </p:cNvSpPr>
            <p:nvPr/>
          </p:nvSpPr>
          <p:spPr bwMode="auto">
            <a:xfrm flipH="1">
              <a:off x="2848952" y="3154680"/>
              <a:ext cx="7278" cy="490048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2" name="Line 608"/>
            <p:cNvSpPr>
              <a:spLocks noChangeShapeType="1"/>
            </p:cNvSpPr>
            <p:nvPr/>
          </p:nvSpPr>
          <p:spPr bwMode="auto">
            <a:xfrm>
              <a:off x="5845810" y="3276600"/>
              <a:ext cx="1116" cy="102108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649" name="Line 610"/>
            <p:cNvSpPr>
              <a:spLocks noChangeShapeType="1"/>
            </p:cNvSpPr>
            <p:nvPr/>
          </p:nvSpPr>
          <p:spPr bwMode="auto">
            <a:xfrm>
              <a:off x="5965552" y="3154681"/>
              <a:ext cx="3897" cy="1139615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1" name="Line 608"/>
            <p:cNvSpPr>
              <a:spLocks noChangeShapeType="1"/>
            </p:cNvSpPr>
            <p:nvPr/>
          </p:nvSpPr>
          <p:spPr bwMode="auto">
            <a:xfrm>
              <a:off x="3460750" y="3262630"/>
              <a:ext cx="0" cy="102870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7349" name="Line 609"/>
            <p:cNvSpPr>
              <a:spLocks noChangeShapeType="1"/>
            </p:cNvSpPr>
            <p:nvPr/>
          </p:nvSpPr>
          <p:spPr bwMode="auto">
            <a:xfrm>
              <a:off x="3561731" y="3154681"/>
              <a:ext cx="10417" cy="1139615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28" name="Line 608"/>
            <p:cNvSpPr>
              <a:spLocks noChangeShapeType="1"/>
            </p:cNvSpPr>
            <p:nvPr/>
          </p:nvSpPr>
          <p:spPr bwMode="auto">
            <a:xfrm flipH="1">
              <a:off x="3683000" y="3498850"/>
              <a:ext cx="0" cy="7937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29" name="Line 608"/>
            <p:cNvSpPr>
              <a:spLocks noChangeShapeType="1"/>
            </p:cNvSpPr>
            <p:nvPr/>
          </p:nvSpPr>
          <p:spPr bwMode="auto">
            <a:xfrm flipH="1">
              <a:off x="6084168" y="3501008"/>
              <a:ext cx="0" cy="7937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450" name="그룹 449"/>
            <p:cNvGrpSpPr/>
            <p:nvPr/>
          </p:nvGrpSpPr>
          <p:grpSpPr>
            <a:xfrm>
              <a:off x="6807676" y="2966472"/>
              <a:ext cx="832684" cy="541776"/>
              <a:chOff x="6893238" y="1628800"/>
              <a:chExt cx="832684" cy="541776"/>
            </a:xfrm>
          </p:grpSpPr>
          <p:sp>
            <p:nvSpPr>
              <p:cNvPr id="445" name="Rectangle 101"/>
              <p:cNvSpPr>
                <a:spLocks noChangeArrowheads="1"/>
              </p:cNvSpPr>
              <p:nvPr/>
            </p:nvSpPr>
            <p:spPr bwMode="auto">
              <a:xfrm>
                <a:off x="7092280" y="1628800"/>
                <a:ext cx="493433" cy="6555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446" name="Rectangle 102"/>
              <p:cNvSpPr>
                <a:spLocks noChangeArrowheads="1"/>
              </p:cNvSpPr>
              <p:nvPr/>
            </p:nvSpPr>
            <p:spPr bwMode="auto">
              <a:xfrm>
                <a:off x="6893238" y="171103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447" name="Rectangle 76"/>
              <p:cNvSpPr>
                <a:spLocks noChangeArrowheads="1"/>
              </p:cNvSpPr>
              <p:nvPr/>
            </p:nvSpPr>
            <p:spPr bwMode="auto">
              <a:xfrm>
                <a:off x="7032178" y="1970992"/>
                <a:ext cx="692475" cy="5244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ADDRESS, ACT</a:t>
                </a:r>
                <a:endParaRPr lang="ko-KR" altLang="ko-KR" dirty="0"/>
              </a:p>
            </p:txBody>
          </p:sp>
          <p:sp>
            <p:nvSpPr>
              <p:cNvPr id="448" name="Rectangle 102"/>
              <p:cNvSpPr>
                <a:spLocks noChangeArrowheads="1"/>
              </p:cNvSpPr>
              <p:nvPr/>
            </p:nvSpPr>
            <p:spPr bwMode="auto">
              <a:xfrm>
                <a:off x="6918638" y="1814962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 smtClean="0">
                    <a:latin typeface="Arial" charset="0"/>
                  </a:rPr>
                  <a:t>Dual - tone</a:t>
                </a:r>
                <a:endParaRPr lang="ko-KR" altLang="ko-KR" dirty="0"/>
              </a:p>
            </p:txBody>
          </p:sp>
          <p:sp>
            <p:nvSpPr>
              <p:cNvPr id="449" name="Rectangle 102"/>
              <p:cNvSpPr>
                <a:spLocks noChangeArrowheads="1"/>
              </p:cNvSpPr>
              <p:nvPr/>
            </p:nvSpPr>
            <p:spPr bwMode="auto">
              <a:xfrm>
                <a:off x="6924988" y="205734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 smtClean="0">
                    <a:latin typeface="Arial" charset="0"/>
                  </a:rPr>
                  <a:t>PA </a:t>
                </a:r>
                <a:r>
                  <a:rPr lang="en-US" altLang="ko-KR" sz="600" dirty="0">
                    <a:latin typeface="Arial" charset="0"/>
                  </a:rPr>
                  <a:t>Audio &amp; Signal</a:t>
                </a:r>
                <a:endParaRPr lang="ko-KR" altLang="ko-KR" dirty="0"/>
              </a:p>
            </p:txBody>
          </p:sp>
        </p:grpSp>
        <p:sp>
          <p:nvSpPr>
            <p:cNvPr id="451" name="Rectangle 106"/>
            <p:cNvSpPr>
              <a:spLocks noChangeArrowheads="1"/>
            </p:cNvSpPr>
            <p:nvPr/>
          </p:nvSpPr>
          <p:spPr bwMode="auto">
            <a:xfrm>
              <a:off x="1607436" y="4395612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452" name="Rectangle 106"/>
            <p:cNvSpPr>
              <a:spLocks noChangeArrowheads="1"/>
            </p:cNvSpPr>
            <p:nvPr/>
          </p:nvSpPr>
          <p:spPr bwMode="auto">
            <a:xfrm>
              <a:off x="1613669" y="4516768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Dual- tone TL</a:t>
              </a:r>
              <a:endParaRPr lang="ko-KR" altLang="ko-KR" dirty="0"/>
            </a:p>
          </p:txBody>
        </p:sp>
        <p:sp>
          <p:nvSpPr>
            <p:cNvPr id="453" name="Rectangle 106"/>
            <p:cNvSpPr>
              <a:spLocks noChangeArrowheads="1"/>
            </p:cNvSpPr>
            <p:nvPr/>
          </p:nvSpPr>
          <p:spPr bwMode="auto">
            <a:xfrm>
              <a:off x="1540044" y="4653137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454" name="Line 195"/>
            <p:cNvSpPr>
              <a:spLocks noChangeShapeType="1"/>
            </p:cNvSpPr>
            <p:nvPr/>
          </p:nvSpPr>
          <p:spPr bwMode="auto">
            <a:xfrm flipH="1" flipV="1">
              <a:off x="998814" y="2732874"/>
              <a:ext cx="12276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56" name="Line 202"/>
            <p:cNvSpPr>
              <a:spLocks noChangeShapeType="1"/>
            </p:cNvSpPr>
            <p:nvPr/>
          </p:nvSpPr>
          <p:spPr bwMode="auto">
            <a:xfrm flipH="1" flipV="1">
              <a:off x="987929" y="2249609"/>
              <a:ext cx="8114" cy="47182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58" name="Rectangle 74"/>
            <p:cNvSpPr>
              <a:spLocks noChangeArrowheads="1"/>
            </p:cNvSpPr>
            <p:nvPr/>
          </p:nvSpPr>
          <p:spPr bwMode="auto">
            <a:xfrm>
              <a:off x="1515718" y="2817777"/>
              <a:ext cx="522038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367" name="Rectangle 209"/>
            <p:cNvSpPr>
              <a:spLocks noChangeArrowheads="1"/>
            </p:cNvSpPr>
            <p:nvPr/>
          </p:nvSpPr>
          <p:spPr bwMode="auto">
            <a:xfrm flipH="1">
              <a:off x="1115616" y="2698633"/>
              <a:ext cx="216024" cy="2880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75" tIns="60887" rIns="121775" bIns="60887" anchor="ctr"/>
            <a:lstStyle/>
            <a:p>
              <a:pPr algn="ctr"/>
              <a:r>
                <a:rPr lang="en-US" altLang="ko-KR" sz="600" dirty="0" smtClean="0"/>
                <a:t>485</a:t>
              </a:r>
            </a:p>
            <a:p>
              <a:pPr algn="ctr"/>
              <a:r>
                <a:rPr lang="en-US" altLang="ko-KR" sz="600" dirty="0" smtClean="0"/>
                <a:t>Card</a:t>
              </a:r>
              <a:endParaRPr lang="ko-KR" altLang="ko-KR" sz="6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그룹 391"/>
          <p:cNvGrpSpPr/>
          <p:nvPr/>
        </p:nvGrpSpPr>
        <p:grpSpPr>
          <a:xfrm>
            <a:off x="301544" y="22646"/>
            <a:ext cx="7787655" cy="6812710"/>
            <a:chOff x="301544" y="22646"/>
            <a:chExt cx="7787655" cy="6812710"/>
          </a:xfrm>
        </p:grpSpPr>
        <p:sp>
          <p:nvSpPr>
            <p:cNvPr id="80" name="Line 46"/>
            <p:cNvSpPr>
              <a:spLocks noChangeShapeType="1"/>
            </p:cNvSpPr>
            <p:nvPr/>
          </p:nvSpPr>
          <p:spPr bwMode="auto">
            <a:xfrm flipH="1" flipV="1">
              <a:off x="5927153" y="2849744"/>
              <a:ext cx="1262861" cy="231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none"/>
              <a:tailEnd type="arrow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07" name="Line 46"/>
            <p:cNvSpPr>
              <a:spLocks noChangeShapeType="1"/>
            </p:cNvSpPr>
            <p:nvPr/>
          </p:nvSpPr>
          <p:spPr bwMode="auto">
            <a:xfrm flipH="1" flipV="1">
              <a:off x="5939992" y="2948234"/>
              <a:ext cx="1262861" cy="231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none"/>
              <a:tailEnd type="arrow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4" name="그룹 3"/>
            <p:cNvGrpSpPr/>
            <p:nvPr/>
          </p:nvGrpSpPr>
          <p:grpSpPr>
            <a:xfrm flipH="1">
              <a:off x="307894" y="3374318"/>
              <a:ext cx="374247" cy="82240"/>
              <a:chOff x="7706444" y="3562784"/>
              <a:chExt cx="374247" cy="82240"/>
            </a:xfrm>
          </p:grpSpPr>
          <p:sp>
            <p:nvSpPr>
              <p:cNvPr id="5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6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 flipH="1">
              <a:off x="301544" y="3490776"/>
              <a:ext cx="374247" cy="82240"/>
              <a:chOff x="7706444" y="3562784"/>
              <a:chExt cx="374247" cy="82240"/>
            </a:xfrm>
          </p:grpSpPr>
          <p:sp>
            <p:nvSpPr>
              <p:cNvPr id="8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9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10" name="Line 429"/>
            <p:cNvSpPr>
              <a:spLocks noChangeShapeType="1"/>
            </p:cNvSpPr>
            <p:nvPr/>
          </p:nvSpPr>
          <p:spPr bwMode="auto">
            <a:xfrm flipH="1" flipV="1">
              <a:off x="6002810" y="4823003"/>
              <a:ext cx="162094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sm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1" name="Line 430"/>
            <p:cNvSpPr>
              <a:spLocks noChangeShapeType="1"/>
            </p:cNvSpPr>
            <p:nvPr/>
          </p:nvSpPr>
          <p:spPr bwMode="auto">
            <a:xfrm flipV="1">
              <a:off x="6158554" y="3746501"/>
              <a:ext cx="0" cy="1076503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2" name="Line 431"/>
            <p:cNvSpPr>
              <a:spLocks noChangeShapeType="1"/>
            </p:cNvSpPr>
            <p:nvPr/>
          </p:nvSpPr>
          <p:spPr bwMode="auto">
            <a:xfrm flipV="1">
              <a:off x="5825343" y="3746500"/>
              <a:ext cx="333212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3" name="Rectangle 494"/>
            <p:cNvSpPr>
              <a:spLocks noChangeArrowheads="1"/>
            </p:cNvSpPr>
            <p:nvPr/>
          </p:nvSpPr>
          <p:spPr bwMode="auto">
            <a:xfrm rot="5400000" flipH="1">
              <a:off x="5557075" y="4287695"/>
              <a:ext cx="1096290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14" name="Line 176"/>
            <p:cNvSpPr>
              <a:spLocks noChangeShapeType="1"/>
            </p:cNvSpPr>
            <p:nvPr/>
          </p:nvSpPr>
          <p:spPr bwMode="auto">
            <a:xfrm flipH="1">
              <a:off x="5425293" y="3376042"/>
              <a:ext cx="740" cy="26885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5" name="Line 176"/>
            <p:cNvSpPr>
              <a:spLocks noChangeShapeType="1"/>
            </p:cNvSpPr>
            <p:nvPr/>
          </p:nvSpPr>
          <p:spPr bwMode="auto">
            <a:xfrm>
              <a:off x="5152857" y="4132202"/>
              <a:ext cx="8637" cy="28104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6" name="Line 377"/>
            <p:cNvSpPr>
              <a:spLocks noChangeShapeType="1"/>
            </p:cNvSpPr>
            <p:nvPr/>
          </p:nvSpPr>
          <p:spPr bwMode="auto">
            <a:xfrm>
              <a:off x="2743276" y="4132202"/>
              <a:ext cx="1945" cy="27469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17" name="그룹 16"/>
            <p:cNvGrpSpPr/>
            <p:nvPr/>
          </p:nvGrpSpPr>
          <p:grpSpPr>
            <a:xfrm flipH="1">
              <a:off x="2009590" y="2420888"/>
              <a:ext cx="378795" cy="246888"/>
              <a:chOff x="3219450" y="2420888"/>
              <a:chExt cx="378795" cy="246888"/>
            </a:xfrm>
          </p:grpSpPr>
          <p:sp>
            <p:nvSpPr>
              <p:cNvPr id="18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19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20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grpSp>
          <p:nvGrpSpPr>
            <p:cNvPr id="21" name="그룹 20"/>
            <p:cNvGrpSpPr/>
            <p:nvPr/>
          </p:nvGrpSpPr>
          <p:grpSpPr>
            <a:xfrm flipH="1">
              <a:off x="3458703" y="2420888"/>
              <a:ext cx="378795" cy="246888"/>
              <a:chOff x="3219450" y="2420888"/>
              <a:chExt cx="378795" cy="246888"/>
            </a:xfrm>
          </p:grpSpPr>
          <p:sp>
            <p:nvSpPr>
              <p:cNvPr id="22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23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24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sp>
          <p:nvSpPr>
            <p:cNvPr id="25" name="Freeform 548"/>
            <p:cNvSpPr>
              <a:spLocks/>
            </p:cNvSpPr>
            <p:nvPr/>
          </p:nvSpPr>
          <p:spPr bwMode="auto">
            <a:xfrm>
              <a:off x="359443" y="6187249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6" name="Freeform 548"/>
            <p:cNvSpPr>
              <a:spLocks/>
            </p:cNvSpPr>
            <p:nvPr/>
          </p:nvSpPr>
          <p:spPr bwMode="auto">
            <a:xfrm>
              <a:off x="345237" y="6408036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7" name="Line 560"/>
            <p:cNvSpPr>
              <a:spLocks noChangeShapeType="1"/>
            </p:cNvSpPr>
            <p:nvPr/>
          </p:nvSpPr>
          <p:spPr bwMode="auto">
            <a:xfrm>
              <a:off x="510121" y="3320541"/>
              <a:ext cx="0" cy="3514815"/>
            </a:xfrm>
            <a:prstGeom prst="line">
              <a:avLst/>
            </a:prstGeom>
            <a:noFill/>
            <a:ln w="12700">
              <a:solidFill>
                <a:srgbClr val="808000"/>
              </a:solidFill>
              <a:prstDash val="lgDashDot"/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8" name="Rectangle 33"/>
            <p:cNvSpPr>
              <a:spLocks noChangeArrowheads="1"/>
            </p:cNvSpPr>
            <p:nvPr/>
          </p:nvSpPr>
          <p:spPr bwMode="auto">
            <a:xfrm flipH="1">
              <a:off x="6987915" y="22646"/>
              <a:ext cx="989249" cy="12276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b="1" dirty="0">
                  <a:latin typeface="Arial" charset="0"/>
                </a:rPr>
                <a:t>Communication </a:t>
              </a:r>
              <a:r>
                <a:rPr lang="en-US" altLang="ko-KR" sz="600" b="1" dirty="0" smtClean="0">
                  <a:latin typeface="Arial" charset="0"/>
                </a:rPr>
                <a:t>Rack-A </a:t>
              </a:r>
              <a:endParaRPr lang="ko-KR" altLang="ko-KR" dirty="0"/>
            </a:p>
          </p:txBody>
        </p:sp>
        <p:sp>
          <p:nvSpPr>
            <p:cNvPr id="29" name="Line 31"/>
            <p:cNvSpPr>
              <a:spLocks noChangeShapeType="1"/>
            </p:cNvSpPr>
            <p:nvPr/>
          </p:nvSpPr>
          <p:spPr bwMode="auto">
            <a:xfrm>
              <a:off x="2088392" y="2788955"/>
              <a:ext cx="0" cy="25029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0" name="Freeform 542"/>
            <p:cNvSpPr>
              <a:spLocks/>
            </p:cNvSpPr>
            <p:nvPr/>
          </p:nvSpPr>
          <p:spPr bwMode="auto">
            <a:xfrm>
              <a:off x="339683" y="5157207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1" name="Freeform 543"/>
            <p:cNvSpPr>
              <a:spLocks/>
            </p:cNvSpPr>
            <p:nvPr/>
          </p:nvSpPr>
          <p:spPr bwMode="auto">
            <a:xfrm>
              <a:off x="339683" y="5265667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2" name="Freeform 544"/>
            <p:cNvSpPr>
              <a:spLocks/>
            </p:cNvSpPr>
            <p:nvPr/>
          </p:nvSpPr>
          <p:spPr bwMode="auto">
            <a:xfrm>
              <a:off x="339683" y="6539416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3" name="Freeform 545"/>
            <p:cNvSpPr>
              <a:spLocks/>
            </p:cNvSpPr>
            <p:nvPr/>
          </p:nvSpPr>
          <p:spPr bwMode="auto">
            <a:xfrm>
              <a:off x="339683" y="6647875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4" name="Freeform 548"/>
            <p:cNvSpPr>
              <a:spLocks/>
            </p:cNvSpPr>
            <p:nvPr/>
          </p:nvSpPr>
          <p:spPr bwMode="auto">
            <a:xfrm>
              <a:off x="344447" y="6289913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5" name="Freeform 550"/>
            <p:cNvSpPr>
              <a:spLocks/>
            </p:cNvSpPr>
            <p:nvPr/>
          </p:nvSpPr>
          <p:spPr bwMode="auto">
            <a:xfrm>
              <a:off x="334916" y="5972444"/>
              <a:ext cx="344450" cy="54826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" name="Freeform 551"/>
            <p:cNvSpPr>
              <a:spLocks/>
            </p:cNvSpPr>
            <p:nvPr/>
          </p:nvSpPr>
          <p:spPr bwMode="auto">
            <a:xfrm>
              <a:off x="339683" y="5517762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" name="Freeform 552"/>
            <p:cNvSpPr>
              <a:spLocks/>
            </p:cNvSpPr>
            <p:nvPr/>
          </p:nvSpPr>
          <p:spPr bwMode="auto">
            <a:xfrm>
              <a:off x="341266" y="3049544"/>
              <a:ext cx="344450" cy="54826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" name="Freeform 553"/>
            <p:cNvSpPr>
              <a:spLocks/>
            </p:cNvSpPr>
            <p:nvPr/>
          </p:nvSpPr>
          <p:spPr bwMode="auto">
            <a:xfrm>
              <a:off x="346033" y="316038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9" name="Freeform 554"/>
            <p:cNvSpPr>
              <a:spLocks/>
            </p:cNvSpPr>
            <p:nvPr/>
          </p:nvSpPr>
          <p:spPr bwMode="auto">
            <a:xfrm>
              <a:off x="339683" y="4022550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0" name="Freeform 555"/>
            <p:cNvSpPr>
              <a:spLocks/>
            </p:cNvSpPr>
            <p:nvPr/>
          </p:nvSpPr>
          <p:spPr bwMode="auto">
            <a:xfrm>
              <a:off x="339683" y="4131010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1" name="Oval 556"/>
            <p:cNvSpPr>
              <a:spLocks noChangeArrowheads="1"/>
            </p:cNvSpPr>
            <p:nvPr/>
          </p:nvSpPr>
          <p:spPr bwMode="auto">
            <a:xfrm>
              <a:off x="308694" y="2999115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42" name="Oval 557"/>
            <p:cNvSpPr>
              <a:spLocks noChangeArrowheads="1"/>
            </p:cNvSpPr>
            <p:nvPr/>
          </p:nvSpPr>
          <p:spPr bwMode="auto">
            <a:xfrm>
              <a:off x="308694" y="310757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43" name="Oval 558"/>
            <p:cNvSpPr>
              <a:spLocks noChangeArrowheads="1"/>
            </p:cNvSpPr>
            <p:nvPr/>
          </p:nvSpPr>
          <p:spPr bwMode="auto">
            <a:xfrm>
              <a:off x="308694" y="3991562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44" name="Oval 559"/>
            <p:cNvSpPr>
              <a:spLocks noChangeArrowheads="1"/>
            </p:cNvSpPr>
            <p:nvPr/>
          </p:nvSpPr>
          <p:spPr bwMode="auto">
            <a:xfrm>
              <a:off x="308694" y="4100021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45" name="Oval 561"/>
            <p:cNvSpPr>
              <a:spLocks noChangeArrowheads="1"/>
            </p:cNvSpPr>
            <p:nvPr/>
          </p:nvSpPr>
          <p:spPr bwMode="auto">
            <a:xfrm>
              <a:off x="308694" y="5126218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46" name="Oval 562"/>
            <p:cNvSpPr>
              <a:spLocks noChangeArrowheads="1"/>
            </p:cNvSpPr>
            <p:nvPr/>
          </p:nvSpPr>
          <p:spPr bwMode="auto">
            <a:xfrm>
              <a:off x="308694" y="5234678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47" name="Oval 563"/>
            <p:cNvSpPr>
              <a:spLocks noChangeArrowheads="1"/>
            </p:cNvSpPr>
            <p:nvPr/>
          </p:nvSpPr>
          <p:spPr bwMode="auto">
            <a:xfrm>
              <a:off x="308694" y="6508427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48" name="Oval 564"/>
            <p:cNvSpPr>
              <a:spLocks noChangeArrowheads="1"/>
            </p:cNvSpPr>
            <p:nvPr/>
          </p:nvSpPr>
          <p:spPr bwMode="auto">
            <a:xfrm>
              <a:off x="308694" y="6616886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49" name="Oval 567"/>
            <p:cNvSpPr>
              <a:spLocks noChangeArrowheads="1"/>
            </p:cNvSpPr>
            <p:nvPr/>
          </p:nvSpPr>
          <p:spPr bwMode="auto">
            <a:xfrm>
              <a:off x="313457" y="6258925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0" name="Oval 569"/>
            <p:cNvSpPr>
              <a:spLocks noChangeArrowheads="1"/>
            </p:cNvSpPr>
            <p:nvPr/>
          </p:nvSpPr>
          <p:spPr bwMode="auto">
            <a:xfrm>
              <a:off x="305119" y="5941455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1" name="Oval 570"/>
            <p:cNvSpPr>
              <a:spLocks noChangeArrowheads="1"/>
            </p:cNvSpPr>
            <p:nvPr/>
          </p:nvSpPr>
          <p:spPr bwMode="auto">
            <a:xfrm>
              <a:off x="308694" y="5486773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2" name="Rectangle 2"/>
            <p:cNvSpPr>
              <a:spLocks noChangeArrowheads="1"/>
            </p:cNvSpPr>
            <p:nvPr/>
          </p:nvSpPr>
          <p:spPr bwMode="auto">
            <a:xfrm>
              <a:off x="6846083" y="184740"/>
              <a:ext cx="1243116" cy="484446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53" name="Rectangle 5"/>
            <p:cNvSpPr>
              <a:spLocks noChangeArrowheads="1"/>
            </p:cNvSpPr>
            <p:nvPr/>
          </p:nvSpPr>
          <p:spPr bwMode="auto">
            <a:xfrm flipH="1">
              <a:off x="3405558" y="260648"/>
              <a:ext cx="989249" cy="2157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err="1" smtClean="0">
                  <a:latin typeface="Arial" charset="0"/>
                </a:rPr>
                <a:t>Wimx</a:t>
              </a:r>
              <a:endParaRPr lang="ko-KR" altLang="ko-KR" dirty="0"/>
            </a:p>
          </p:txBody>
        </p:sp>
        <p:sp>
          <p:nvSpPr>
            <p:cNvPr id="54" name="Line 6"/>
            <p:cNvSpPr>
              <a:spLocks noChangeShapeType="1"/>
            </p:cNvSpPr>
            <p:nvPr/>
          </p:nvSpPr>
          <p:spPr bwMode="auto">
            <a:xfrm flipV="1">
              <a:off x="682941" y="4021358"/>
              <a:ext cx="6216776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5" name="Line 7"/>
            <p:cNvSpPr>
              <a:spLocks noChangeShapeType="1"/>
            </p:cNvSpPr>
            <p:nvPr/>
          </p:nvSpPr>
          <p:spPr bwMode="auto">
            <a:xfrm flipV="1">
              <a:off x="682941" y="4129818"/>
              <a:ext cx="6216776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56" name="Rectangle 10"/>
            <p:cNvSpPr>
              <a:spLocks noChangeArrowheads="1"/>
            </p:cNvSpPr>
            <p:nvPr/>
          </p:nvSpPr>
          <p:spPr bwMode="auto">
            <a:xfrm flipH="1">
              <a:off x="3728161" y="4049963"/>
              <a:ext cx="492241" cy="7270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" name="Rectangle 11"/>
            <p:cNvSpPr>
              <a:spLocks noChangeArrowheads="1"/>
            </p:cNvSpPr>
            <p:nvPr/>
          </p:nvSpPr>
          <p:spPr bwMode="auto">
            <a:xfrm flipH="1">
              <a:off x="3489787" y="3942695"/>
              <a:ext cx="811661" cy="5363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grpSp>
          <p:nvGrpSpPr>
            <p:cNvPr id="58" name="Group 12"/>
            <p:cNvGrpSpPr>
              <a:grpSpLocks/>
            </p:cNvGrpSpPr>
            <p:nvPr/>
          </p:nvGrpSpPr>
          <p:grpSpPr bwMode="auto">
            <a:xfrm flipH="1">
              <a:off x="3464757" y="455293"/>
              <a:ext cx="948726" cy="324188"/>
              <a:chOff x="5877" y="427"/>
              <a:chExt cx="953" cy="318"/>
            </a:xfrm>
          </p:grpSpPr>
          <p:sp>
            <p:nvSpPr>
              <p:cNvPr id="59" name="Freeform 13"/>
              <p:cNvSpPr>
                <a:spLocks/>
              </p:cNvSpPr>
              <p:nvPr/>
            </p:nvSpPr>
            <p:spPr bwMode="auto">
              <a:xfrm>
                <a:off x="5968" y="427"/>
                <a:ext cx="816" cy="272"/>
              </a:xfrm>
              <a:custGeom>
                <a:avLst/>
                <a:gdLst>
                  <a:gd name="T0" fmla="*/ 0 w 771"/>
                  <a:gd name="T1" fmla="*/ 326 h 227"/>
                  <a:gd name="T2" fmla="*/ 203 w 771"/>
                  <a:gd name="T3" fmla="*/ 131 h 227"/>
                  <a:gd name="T4" fmla="*/ 305 w 771"/>
                  <a:gd name="T5" fmla="*/ 65 h 227"/>
                  <a:gd name="T6" fmla="*/ 457 w 771"/>
                  <a:gd name="T7" fmla="*/ 0 h 227"/>
                  <a:gd name="T8" fmla="*/ 559 w 771"/>
                  <a:gd name="T9" fmla="*/ 0 h 227"/>
                  <a:gd name="T10" fmla="*/ 659 w 771"/>
                  <a:gd name="T11" fmla="*/ 131 h 227"/>
                  <a:gd name="T12" fmla="*/ 711 w 771"/>
                  <a:gd name="T13" fmla="*/ 195 h 227"/>
                  <a:gd name="T14" fmla="*/ 812 w 771"/>
                  <a:gd name="T15" fmla="*/ 260 h 227"/>
                  <a:gd name="T16" fmla="*/ 864 w 771"/>
                  <a:gd name="T17" fmla="*/ 326 h 227"/>
                  <a:gd name="T18" fmla="*/ 0 w 771"/>
                  <a:gd name="T19" fmla="*/ 326 h 2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71"/>
                  <a:gd name="T31" fmla="*/ 0 h 227"/>
                  <a:gd name="T32" fmla="*/ 771 w 771"/>
                  <a:gd name="T33" fmla="*/ 227 h 2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71" h="227">
                    <a:moveTo>
                      <a:pt x="0" y="227"/>
                    </a:moveTo>
                    <a:lnTo>
                      <a:pt x="181" y="91"/>
                    </a:lnTo>
                    <a:lnTo>
                      <a:pt x="272" y="45"/>
                    </a:lnTo>
                    <a:lnTo>
                      <a:pt x="408" y="0"/>
                    </a:lnTo>
                    <a:lnTo>
                      <a:pt x="499" y="0"/>
                    </a:lnTo>
                    <a:lnTo>
                      <a:pt x="589" y="91"/>
                    </a:lnTo>
                    <a:lnTo>
                      <a:pt x="635" y="136"/>
                    </a:lnTo>
                    <a:lnTo>
                      <a:pt x="725" y="181"/>
                    </a:lnTo>
                    <a:lnTo>
                      <a:pt x="771" y="227"/>
                    </a:lnTo>
                    <a:lnTo>
                      <a:pt x="0" y="22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DDDDDD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Rectangle 14"/>
              <p:cNvSpPr>
                <a:spLocks noChangeArrowheads="1"/>
              </p:cNvSpPr>
              <p:nvPr/>
            </p:nvSpPr>
            <p:spPr bwMode="auto">
              <a:xfrm rot="10800000">
                <a:off x="5877" y="695"/>
                <a:ext cx="953" cy="50"/>
              </a:xfrm>
              <a:prstGeom prst="rect">
                <a:avLst/>
              </a:prstGeom>
              <a:gradFill rotWithShape="1">
                <a:gsLst>
                  <a:gs pos="0">
                    <a:srgbClr val="808080"/>
                  </a:gs>
                  <a:gs pos="50000">
                    <a:srgbClr val="DDDDDD"/>
                  </a:gs>
                  <a:gs pos="100000">
                    <a:srgbClr val="808080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61" name="Line 15"/>
            <p:cNvSpPr>
              <a:spLocks noChangeShapeType="1"/>
            </p:cNvSpPr>
            <p:nvPr/>
          </p:nvSpPr>
          <p:spPr bwMode="auto">
            <a:xfrm>
              <a:off x="3907933" y="705586"/>
              <a:ext cx="1192" cy="301543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62" name="Oval 17"/>
            <p:cNvSpPr>
              <a:spLocks noChangeArrowheads="1"/>
            </p:cNvSpPr>
            <p:nvPr/>
          </p:nvSpPr>
          <p:spPr bwMode="auto">
            <a:xfrm flipH="1">
              <a:off x="3854300" y="904628"/>
              <a:ext cx="108459" cy="108459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grpSp>
          <p:nvGrpSpPr>
            <p:cNvPr id="63" name="Group 22"/>
            <p:cNvGrpSpPr>
              <a:grpSpLocks/>
            </p:cNvGrpSpPr>
            <p:nvPr/>
          </p:nvGrpSpPr>
          <p:grpSpPr bwMode="auto">
            <a:xfrm flipH="1">
              <a:off x="3881712" y="601893"/>
              <a:ext cx="53634" cy="103692"/>
              <a:chOff x="3016" y="2523"/>
              <a:chExt cx="91" cy="46"/>
            </a:xfrm>
          </p:grpSpPr>
          <p:sp>
            <p:nvSpPr>
              <p:cNvPr id="64" name="Line 23"/>
              <p:cNvSpPr>
                <a:spLocks noChangeShapeType="1"/>
              </p:cNvSpPr>
              <p:nvPr/>
            </p:nvSpPr>
            <p:spPr bwMode="auto">
              <a:xfrm>
                <a:off x="3016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5" name="Line 24"/>
              <p:cNvSpPr>
                <a:spLocks noChangeShapeType="1"/>
              </p:cNvSpPr>
              <p:nvPr/>
            </p:nvSpPr>
            <p:spPr bwMode="auto">
              <a:xfrm flipH="1">
                <a:off x="3062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66" name="Rectangle 27"/>
            <p:cNvSpPr>
              <a:spLocks noChangeArrowheads="1"/>
            </p:cNvSpPr>
            <p:nvPr/>
          </p:nvSpPr>
          <p:spPr bwMode="auto">
            <a:xfrm flipH="1">
              <a:off x="3054756" y="2938329"/>
              <a:ext cx="493433" cy="6555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67" name="Rectangle 29"/>
            <p:cNvSpPr>
              <a:spLocks noChangeArrowheads="1"/>
            </p:cNvSpPr>
            <p:nvPr/>
          </p:nvSpPr>
          <p:spPr bwMode="auto">
            <a:xfrm>
              <a:off x="1939268" y="2667777"/>
              <a:ext cx="865295" cy="215727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sp>
          <p:nvSpPr>
            <p:cNvPr id="68" name="Rectangle 32"/>
            <p:cNvSpPr>
              <a:spLocks noChangeArrowheads="1"/>
            </p:cNvSpPr>
            <p:nvPr/>
          </p:nvSpPr>
          <p:spPr bwMode="auto">
            <a:xfrm rot="5400000">
              <a:off x="7556436" y="2808038"/>
              <a:ext cx="90343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BACK PLAN BOARD</a:t>
              </a:r>
              <a:endParaRPr lang="ko-KR" altLang="ko-KR" dirty="0"/>
            </a:p>
          </p:txBody>
        </p:sp>
        <p:sp>
          <p:nvSpPr>
            <p:cNvPr id="69" name="Rectangle 34"/>
            <p:cNvSpPr>
              <a:spLocks noChangeArrowheads="1"/>
            </p:cNvSpPr>
            <p:nvPr/>
          </p:nvSpPr>
          <p:spPr bwMode="auto">
            <a:xfrm flipH="1">
              <a:off x="6207243" y="1462422"/>
              <a:ext cx="520845" cy="126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70" name="Line 35"/>
            <p:cNvSpPr>
              <a:spLocks noChangeShapeType="1"/>
            </p:cNvSpPr>
            <p:nvPr/>
          </p:nvSpPr>
          <p:spPr bwMode="auto">
            <a:xfrm flipH="1" flipV="1">
              <a:off x="5927154" y="1570880"/>
              <a:ext cx="97256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74" name="Rectangle 40"/>
            <p:cNvSpPr>
              <a:spLocks noChangeArrowheads="1"/>
            </p:cNvSpPr>
            <p:nvPr/>
          </p:nvSpPr>
          <p:spPr bwMode="auto">
            <a:xfrm flipH="1">
              <a:off x="6353842" y="252676"/>
              <a:ext cx="522038" cy="1620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75" name="Line 41"/>
            <p:cNvSpPr>
              <a:spLocks noChangeShapeType="1"/>
            </p:cNvSpPr>
            <p:nvPr/>
          </p:nvSpPr>
          <p:spPr bwMode="auto">
            <a:xfrm flipH="1">
              <a:off x="6381256" y="400467"/>
              <a:ext cx="52322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83" name="Line 49"/>
            <p:cNvSpPr>
              <a:spLocks noChangeShapeType="1"/>
            </p:cNvSpPr>
            <p:nvPr/>
          </p:nvSpPr>
          <p:spPr bwMode="auto">
            <a:xfrm flipV="1">
              <a:off x="6737623" y="4834211"/>
              <a:ext cx="162094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84" name="Line 50"/>
            <p:cNvSpPr>
              <a:spLocks noChangeShapeType="1"/>
            </p:cNvSpPr>
            <p:nvPr/>
          </p:nvSpPr>
          <p:spPr bwMode="auto">
            <a:xfrm flipH="1">
              <a:off x="6630355" y="4725751"/>
              <a:ext cx="26936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85" name="Line 53"/>
            <p:cNvSpPr>
              <a:spLocks noChangeShapeType="1"/>
            </p:cNvSpPr>
            <p:nvPr/>
          </p:nvSpPr>
          <p:spPr bwMode="auto">
            <a:xfrm flipV="1">
              <a:off x="6737623" y="4834212"/>
              <a:ext cx="0" cy="135157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86" name="Line 54"/>
            <p:cNvSpPr>
              <a:spLocks noChangeShapeType="1"/>
            </p:cNvSpPr>
            <p:nvPr/>
          </p:nvSpPr>
          <p:spPr bwMode="auto">
            <a:xfrm flipV="1">
              <a:off x="6630355" y="4726943"/>
              <a:ext cx="0" cy="145884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91" name="Rectangle 59"/>
            <p:cNvSpPr>
              <a:spLocks noChangeArrowheads="1"/>
            </p:cNvSpPr>
            <p:nvPr/>
          </p:nvSpPr>
          <p:spPr bwMode="auto">
            <a:xfrm>
              <a:off x="6899716" y="2219257"/>
              <a:ext cx="379014" cy="2777049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PAC</a:t>
              </a:r>
              <a:endParaRPr lang="ko-KR" altLang="ko-KR" dirty="0"/>
            </a:p>
          </p:txBody>
        </p:sp>
        <p:sp>
          <p:nvSpPr>
            <p:cNvPr id="92" name="Line 60"/>
            <p:cNvSpPr>
              <a:spLocks noChangeShapeType="1"/>
            </p:cNvSpPr>
            <p:nvPr/>
          </p:nvSpPr>
          <p:spPr bwMode="auto">
            <a:xfrm>
              <a:off x="6737623" y="1322892"/>
              <a:ext cx="162094" cy="0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93" name="Oval 61"/>
            <p:cNvSpPr>
              <a:spLocks noChangeArrowheads="1"/>
            </p:cNvSpPr>
            <p:nvPr/>
          </p:nvSpPr>
          <p:spPr bwMode="auto">
            <a:xfrm flipH="1">
              <a:off x="6683990" y="1264493"/>
              <a:ext cx="108459" cy="116803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sp>
          <p:nvSpPr>
            <p:cNvPr id="96" name="Rectangle 64"/>
            <p:cNvSpPr>
              <a:spLocks noChangeArrowheads="1"/>
            </p:cNvSpPr>
            <p:nvPr/>
          </p:nvSpPr>
          <p:spPr bwMode="auto">
            <a:xfrm flipH="1">
              <a:off x="6352651" y="2412338"/>
              <a:ext cx="493433" cy="5601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97" name="Line 65"/>
            <p:cNvSpPr>
              <a:spLocks noChangeShapeType="1"/>
            </p:cNvSpPr>
            <p:nvPr/>
          </p:nvSpPr>
          <p:spPr bwMode="auto">
            <a:xfrm flipH="1">
              <a:off x="6359802" y="2489810"/>
              <a:ext cx="53991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98" name="Rectangle 66"/>
            <p:cNvSpPr>
              <a:spLocks noChangeArrowheads="1"/>
            </p:cNvSpPr>
            <p:nvPr/>
          </p:nvSpPr>
          <p:spPr bwMode="auto">
            <a:xfrm flipH="1">
              <a:off x="6352651" y="2293152"/>
              <a:ext cx="493433" cy="893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Door &amp; F/R</a:t>
              </a:r>
              <a:endParaRPr lang="ko-KR" altLang="ko-KR" dirty="0"/>
            </a:p>
          </p:txBody>
        </p:sp>
        <p:sp>
          <p:nvSpPr>
            <p:cNvPr id="99" name="Line 67"/>
            <p:cNvSpPr>
              <a:spLocks noChangeShapeType="1"/>
            </p:cNvSpPr>
            <p:nvPr/>
          </p:nvSpPr>
          <p:spPr bwMode="auto">
            <a:xfrm flipH="1">
              <a:off x="6359802" y="2382542"/>
              <a:ext cx="539915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00" name="Rectangle 68"/>
            <p:cNvSpPr>
              <a:spLocks noChangeArrowheads="1"/>
            </p:cNvSpPr>
            <p:nvPr/>
          </p:nvSpPr>
          <p:spPr bwMode="auto">
            <a:xfrm flipH="1">
              <a:off x="6396749" y="2179926"/>
              <a:ext cx="493433" cy="9654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101" name="Line 69"/>
            <p:cNvSpPr>
              <a:spLocks noChangeShapeType="1"/>
            </p:cNvSpPr>
            <p:nvPr/>
          </p:nvSpPr>
          <p:spPr bwMode="auto">
            <a:xfrm flipH="1">
              <a:off x="6359802" y="2274081"/>
              <a:ext cx="539915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02" name="Rectangle 70"/>
            <p:cNvSpPr>
              <a:spLocks noChangeArrowheads="1"/>
            </p:cNvSpPr>
            <p:nvPr/>
          </p:nvSpPr>
          <p:spPr bwMode="auto">
            <a:xfrm flipH="1">
              <a:off x="6089248" y="977332"/>
              <a:ext cx="638840" cy="10726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LONWORKS for CDT</a:t>
              </a:r>
              <a:endParaRPr lang="ko-KR" altLang="ko-KR" dirty="0"/>
            </a:p>
          </p:txBody>
        </p:sp>
        <p:sp>
          <p:nvSpPr>
            <p:cNvPr id="103" name="Line 71"/>
            <p:cNvSpPr>
              <a:spLocks noChangeShapeType="1"/>
            </p:cNvSpPr>
            <p:nvPr/>
          </p:nvSpPr>
          <p:spPr bwMode="auto">
            <a:xfrm flipH="1" flipV="1">
              <a:off x="5927154" y="1084599"/>
              <a:ext cx="972563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04" name="Rectangle 72"/>
            <p:cNvSpPr>
              <a:spLocks noChangeArrowheads="1"/>
            </p:cNvSpPr>
            <p:nvPr/>
          </p:nvSpPr>
          <p:spPr bwMode="auto">
            <a:xfrm flipH="1">
              <a:off x="6207243" y="1570880"/>
              <a:ext cx="520845" cy="12514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105" name="Line 73"/>
            <p:cNvSpPr>
              <a:spLocks noChangeShapeType="1"/>
            </p:cNvSpPr>
            <p:nvPr/>
          </p:nvSpPr>
          <p:spPr bwMode="auto">
            <a:xfrm flipH="1" flipV="1">
              <a:off x="5927154" y="1678148"/>
              <a:ext cx="972563" cy="119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arrow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06" name="Rectangle 74"/>
            <p:cNvSpPr>
              <a:spLocks noChangeArrowheads="1"/>
            </p:cNvSpPr>
            <p:nvPr/>
          </p:nvSpPr>
          <p:spPr bwMode="auto">
            <a:xfrm flipH="1">
              <a:off x="6368145" y="2760355"/>
              <a:ext cx="522038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 flipH="1">
              <a:off x="7387191" y="5371744"/>
              <a:ext cx="494624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108" name="Line 82"/>
            <p:cNvSpPr>
              <a:spLocks noChangeShapeType="1"/>
            </p:cNvSpPr>
            <p:nvPr/>
          </p:nvSpPr>
          <p:spPr bwMode="auto">
            <a:xfrm flipH="1" flipV="1">
              <a:off x="7278731" y="5483778"/>
              <a:ext cx="64837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 flipH="1">
              <a:off x="5241832" y="5071394"/>
              <a:ext cx="523229" cy="7627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110" name="Line 84"/>
            <p:cNvSpPr>
              <a:spLocks noChangeShapeType="1"/>
            </p:cNvSpPr>
            <p:nvPr/>
          </p:nvSpPr>
          <p:spPr bwMode="auto">
            <a:xfrm flipH="1">
              <a:off x="682941" y="5158398"/>
              <a:ext cx="6216776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11" name="Line 85"/>
            <p:cNvSpPr>
              <a:spLocks noChangeShapeType="1"/>
            </p:cNvSpPr>
            <p:nvPr/>
          </p:nvSpPr>
          <p:spPr bwMode="auto">
            <a:xfrm flipH="1">
              <a:off x="682941" y="5266859"/>
              <a:ext cx="6216776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lg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 flipH="1">
              <a:off x="5240638" y="5179853"/>
              <a:ext cx="522038" cy="7747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 flipH="1">
              <a:off x="5324289" y="5886630"/>
              <a:ext cx="523229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RIGHT Side Exterior Speaker PA</a:t>
              </a:r>
              <a:endParaRPr lang="ko-KR" altLang="ko-KR" dirty="0"/>
            </a:p>
          </p:txBody>
        </p:sp>
        <p:sp>
          <p:nvSpPr>
            <p:cNvPr id="114" name="Line 88"/>
            <p:cNvSpPr>
              <a:spLocks noChangeShapeType="1"/>
            </p:cNvSpPr>
            <p:nvPr/>
          </p:nvSpPr>
          <p:spPr bwMode="auto">
            <a:xfrm flipH="1" flipV="1">
              <a:off x="682941" y="5517762"/>
              <a:ext cx="621677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15" name="Line 89"/>
            <p:cNvSpPr>
              <a:spLocks noChangeShapeType="1"/>
            </p:cNvSpPr>
            <p:nvPr/>
          </p:nvSpPr>
          <p:spPr bwMode="auto">
            <a:xfrm flipH="1" flipV="1">
              <a:off x="682941" y="5970060"/>
              <a:ext cx="621677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16" name="Rectangle 90"/>
            <p:cNvSpPr>
              <a:spLocks noChangeArrowheads="1"/>
            </p:cNvSpPr>
            <p:nvPr/>
          </p:nvSpPr>
          <p:spPr bwMode="auto">
            <a:xfrm flipH="1">
              <a:off x="5339858" y="5425989"/>
              <a:ext cx="522038" cy="5363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LEFT Side Exterior Speaker PA</a:t>
              </a:r>
              <a:endParaRPr lang="ko-KR" altLang="ko-KR" dirty="0"/>
            </a:p>
          </p:txBody>
        </p:sp>
        <p:sp>
          <p:nvSpPr>
            <p:cNvPr id="117" name="Rectangle 91"/>
            <p:cNvSpPr>
              <a:spLocks noChangeArrowheads="1"/>
            </p:cNvSpPr>
            <p:nvPr/>
          </p:nvSpPr>
          <p:spPr bwMode="auto">
            <a:xfrm>
              <a:off x="4684038" y="4295487"/>
              <a:ext cx="539915" cy="270554"/>
            </a:xfrm>
            <a:prstGeom prst="rect">
              <a:avLst/>
            </a:prstGeom>
            <a:solidFill>
              <a:srgbClr val="CCFF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Conductor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118" name="Rectangle 93"/>
            <p:cNvSpPr>
              <a:spLocks noChangeArrowheads="1"/>
            </p:cNvSpPr>
            <p:nvPr/>
          </p:nvSpPr>
          <p:spPr bwMode="auto">
            <a:xfrm flipH="1">
              <a:off x="6089248" y="4035661"/>
              <a:ext cx="692475" cy="9534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119" name="Rectangle 94"/>
            <p:cNvSpPr>
              <a:spLocks noChangeArrowheads="1"/>
            </p:cNvSpPr>
            <p:nvPr/>
          </p:nvSpPr>
          <p:spPr bwMode="auto">
            <a:xfrm flipH="1">
              <a:off x="5927153" y="3917667"/>
              <a:ext cx="804510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121" name="Line 107"/>
            <p:cNvSpPr>
              <a:spLocks noChangeShapeType="1"/>
            </p:cNvSpPr>
            <p:nvPr/>
          </p:nvSpPr>
          <p:spPr bwMode="auto">
            <a:xfrm flipV="1">
              <a:off x="6197708" y="4262115"/>
              <a:ext cx="702009" cy="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23" name="Line 109"/>
            <p:cNvSpPr>
              <a:spLocks noChangeShapeType="1"/>
            </p:cNvSpPr>
            <p:nvPr/>
          </p:nvSpPr>
          <p:spPr bwMode="auto">
            <a:xfrm flipV="1">
              <a:off x="6306166" y="4370575"/>
              <a:ext cx="593550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24" name="Rectangle 112"/>
            <p:cNvSpPr>
              <a:spLocks noChangeArrowheads="1"/>
            </p:cNvSpPr>
            <p:nvPr/>
          </p:nvSpPr>
          <p:spPr bwMode="auto">
            <a:xfrm rot="5400000">
              <a:off x="5593431" y="2716265"/>
              <a:ext cx="3965340" cy="594742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99">
                    <a:alpha val="43999"/>
                  </a:srgbClr>
                </a:gs>
              </a:gsLst>
              <a:lin ang="5400000" scaled="1"/>
            </a:gradFill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</a:t>
              </a:r>
              <a:r>
                <a:rPr lang="en-US" altLang="ko-KR" sz="600" dirty="0" smtClean="0">
                  <a:latin typeface="Arial" charset="0"/>
                </a:rPr>
                <a:t>12V</a:t>
              </a:r>
              <a:endParaRPr lang="ko-KR" altLang="ko-KR" dirty="0"/>
            </a:p>
          </p:txBody>
        </p:sp>
        <p:sp>
          <p:nvSpPr>
            <p:cNvPr id="125" name="Rectangle 115"/>
            <p:cNvSpPr>
              <a:spLocks noChangeArrowheads="1"/>
            </p:cNvSpPr>
            <p:nvPr/>
          </p:nvSpPr>
          <p:spPr bwMode="auto">
            <a:xfrm flipH="1">
              <a:off x="7357394" y="383783"/>
              <a:ext cx="494625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</a:t>
              </a:r>
              <a:r>
                <a:rPr lang="en-US" altLang="ko-KR" sz="600" dirty="0" smtClean="0">
                  <a:latin typeface="Arial" charset="0"/>
                </a:rPr>
                <a:t>12V</a:t>
              </a:r>
              <a:endParaRPr lang="ko-KR" altLang="ko-KR" dirty="0"/>
            </a:p>
          </p:txBody>
        </p:sp>
        <p:sp>
          <p:nvSpPr>
            <p:cNvPr id="126" name="Line 116"/>
            <p:cNvSpPr>
              <a:spLocks noChangeShapeType="1"/>
            </p:cNvSpPr>
            <p:nvPr/>
          </p:nvSpPr>
          <p:spPr bwMode="auto">
            <a:xfrm flipH="1">
              <a:off x="7278731" y="489858"/>
              <a:ext cx="541107" cy="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27" name="Line 118"/>
            <p:cNvSpPr>
              <a:spLocks noChangeShapeType="1"/>
            </p:cNvSpPr>
            <p:nvPr/>
          </p:nvSpPr>
          <p:spPr bwMode="auto">
            <a:xfrm flipH="1" flipV="1">
              <a:off x="7819838" y="489859"/>
              <a:ext cx="0" cy="541107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 type="arrow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28" name="Line 128"/>
            <p:cNvSpPr>
              <a:spLocks noChangeShapeType="1"/>
            </p:cNvSpPr>
            <p:nvPr/>
          </p:nvSpPr>
          <p:spPr bwMode="auto">
            <a:xfrm flipH="1" flipV="1">
              <a:off x="6306168" y="4377724"/>
              <a:ext cx="1775" cy="2143726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29" name="Line 129"/>
            <p:cNvSpPr>
              <a:spLocks noChangeShapeType="1"/>
            </p:cNvSpPr>
            <p:nvPr/>
          </p:nvSpPr>
          <p:spPr bwMode="auto">
            <a:xfrm flipV="1">
              <a:off x="6193642" y="4272840"/>
              <a:ext cx="4066" cy="2343861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30" name="Rectangle 157"/>
            <p:cNvSpPr>
              <a:spLocks noChangeArrowheads="1"/>
            </p:cNvSpPr>
            <p:nvPr/>
          </p:nvSpPr>
          <p:spPr bwMode="auto">
            <a:xfrm flipH="1">
              <a:off x="5327644" y="4293104"/>
              <a:ext cx="330147" cy="10846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131" name="Line 158"/>
            <p:cNvSpPr>
              <a:spLocks noChangeShapeType="1"/>
            </p:cNvSpPr>
            <p:nvPr/>
          </p:nvSpPr>
          <p:spPr bwMode="auto">
            <a:xfrm flipV="1">
              <a:off x="5225146" y="4401563"/>
              <a:ext cx="43264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32" name="Line 175"/>
            <p:cNvSpPr>
              <a:spLocks noChangeShapeType="1"/>
            </p:cNvSpPr>
            <p:nvPr/>
          </p:nvSpPr>
          <p:spPr bwMode="auto">
            <a:xfrm flipH="1">
              <a:off x="5042878" y="4023741"/>
              <a:ext cx="0" cy="271746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36" name="Rectangle 182"/>
            <p:cNvSpPr>
              <a:spLocks noChangeArrowheads="1"/>
            </p:cNvSpPr>
            <p:nvPr/>
          </p:nvSpPr>
          <p:spPr bwMode="auto">
            <a:xfrm>
              <a:off x="6899716" y="274130"/>
              <a:ext cx="379014" cy="269362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PSA</a:t>
              </a:r>
              <a:endParaRPr lang="ko-KR" altLang="ko-KR" dirty="0"/>
            </a:p>
          </p:txBody>
        </p:sp>
        <p:sp>
          <p:nvSpPr>
            <p:cNvPr id="137" name="Rectangle 183"/>
            <p:cNvSpPr>
              <a:spLocks noChangeArrowheads="1"/>
            </p:cNvSpPr>
            <p:nvPr/>
          </p:nvSpPr>
          <p:spPr bwMode="auto">
            <a:xfrm>
              <a:off x="6899716" y="1030965"/>
              <a:ext cx="379014" cy="162094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LIC</a:t>
              </a:r>
              <a:endParaRPr lang="ko-KR" altLang="ko-KR" dirty="0"/>
            </a:p>
          </p:txBody>
        </p:sp>
        <p:sp>
          <p:nvSpPr>
            <p:cNvPr id="138" name="Rectangle 185"/>
            <p:cNvSpPr>
              <a:spLocks noChangeArrowheads="1"/>
            </p:cNvSpPr>
            <p:nvPr/>
          </p:nvSpPr>
          <p:spPr bwMode="auto">
            <a:xfrm>
              <a:off x="6899716" y="1462421"/>
              <a:ext cx="379014" cy="270553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VTX</a:t>
              </a:r>
              <a:endParaRPr lang="ko-KR" altLang="ko-KR" dirty="0"/>
            </a:p>
          </p:txBody>
        </p:sp>
        <p:sp>
          <p:nvSpPr>
            <p:cNvPr id="139" name="Rectangle 186"/>
            <p:cNvSpPr>
              <a:spLocks noChangeArrowheads="1"/>
            </p:cNvSpPr>
            <p:nvPr/>
          </p:nvSpPr>
          <p:spPr bwMode="auto">
            <a:xfrm>
              <a:off x="6899716" y="2057162"/>
              <a:ext cx="379014" cy="162094"/>
            </a:xfrm>
            <a:prstGeom prst="rect">
              <a:avLst/>
            </a:pr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</a:t>
              </a:r>
              <a:r>
                <a:rPr lang="en-US" altLang="ko-KR" sz="600" dirty="0" smtClean="0">
                  <a:latin typeface="Arial" charset="0"/>
                </a:rPr>
                <a:t>HDD</a:t>
              </a:r>
              <a:endParaRPr lang="ko-KR" altLang="ko-KR" dirty="0"/>
            </a:p>
          </p:txBody>
        </p:sp>
        <p:sp>
          <p:nvSpPr>
            <p:cNvPr id="140" name="Rectangle 187"/>
            <p:cNvSpPr>
              <a:spLocks noChangeArrowheads="1"/>
            </p:cNvSpPr>
            <p:nvPr/>
          </p:nvSpPr>
          <p:spPr bwMode="auto">
            <a:xfrm>
              <a:off x="6899716" y="543491"/>
              <a:ext cx="379014" cy="487474"/>
            </a:xfrm>
            <a:prstGeom prst="rect">
              <a:avLst/>
            </a:prstGeom>
            <a:solidFill>
              <a:srgbClr val="C0C0C0">
                <a:alpha val="7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SCB</a:t>
              </a:r>
              <a:endParaRPr lang="ko-KR" altLang="ko-KR" dirty="0"/>
            </a:p>
          </p:txBody>
        </p:sp>
        <p:sp>
          <p:nvSpPr>
            <p:cNvPr id="141" name="Rectangle 188"/>
            <p:cNvSpPr>
              <a:spLocks noChangeArrowheads="1"/>
            </p:cNvSpPr>
            <p:nvPr/>
          </p:nvSpPr>
          <p:spPr bwMode="auto">
            <a:xfrm>
              <a:off x="6899716" y="1732975"/>
              <a:ext cx="379014" cy="324188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 CNCS</a:t>
              </a:r>
              <a:endParaRPr lang="ko-KR" altLang="ko-KR" dirty="0"/>
            </a:p>
          </p:txBody>
        </p:sp>
        <p:sp>
          <p:nvSpPr>
            <p:cNvPr id="142" name="Line 190"/>
            <p:cNvSpPr>
              <a:spLocks noChangeShapeType="1"/>
            </p:cNvSpPr>
            <p:nvPr/>
          </p:nvSpPr>
          <p:spPr bwMode="auto">
            <a:xfrm flipV="1">
              <a:off x="7494458" y="1355154"/>
              <a:ext cx="0" cy="37782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43" name="Line 191"/>
            <p:cNvSpPr>
              <a:spLocks noChangeShapeType="1"/>
            </p:cNvSpPr>
            <p:nvPr/>
          </p:nvSpPr>
          <p:spPr bwMode="auto">
            <a:xfrm flipH="1" flipV="1">
              <a:off x="7276346" y="1265763"/>
              <a:ext cx="218112" cy="89390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44" name="Line 192"/>
            <p:cNvSpPr>
              <a:spLocks noChangeShapeType="1"/>
            </p:cNvSpPr>
            <p:nvPr/>
          </p:nvSpPr>
          <p:spPr bwMode="auto">
            <a:xfrm flipH="1">
              <a:off x="7275156" y="1732974"/>
              <a:ext cx="219303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45" name="Rectangle 193"/>
            <p:cNvSpPr>
              <a:spLocks noChangeArrowheads="1"/>
            </p:cNvSpPr>
            <p:nvPr/>
          </p:nvSpPr>
          <p:spPr bwMode="auto">
            <a:xfrm>
              <a:off x="6899716" y="1193058"/>
              <a:ext cx="379014" cy="269030"/>
            </a:xfrm>
            <a:prstGeom prst="rect">
              <a:avLst/>
            </a:prstGeom>
            <a:solidFill>
              <a:srgbClr val="CC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WLR</a:t>
              </a:r>
              <a:endParaRPr lang="ko-KR" altLang="ko-KR" dirty="0"/>
            </a:p>
          </p:txBody>
        </p:sp>
        <p:sp>
          <p:nvSpPr>
            <p:cNvPr id="146" name="Line 195"/>
            <p:cNvSpPr>
              <a:spLocks noChangeShapeType="1"/>
            </p:cNvSpPr>
            <p:nvPr/>
          </p:nvSpPr>
          <p:spPr bwMode="auto">
            <a:xfrm flipV="1">
              <a:off x="7276346" y="2238326"/>
              <a:ext cx="12276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47" name="Line 197"/>
            <p:cNvSpPr>
              <a:spLocks noChangeShapeType="1"/>
            </p:cNvSpPr>
            <p:nvPr/>
          </p:nvSpPr>
          <p:spPr bwMode="auto">
            <a:xfrm flipV="1">
              <a:off x="7275156" y="1895068"/>
              <a:ext cx="112035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48" name="Line 198"/>
            <p:cNvSpPr>
              <a:spLocks noChangeShapeType="1"/>
            </p:cNvSpPr>
            <p:nvPr/>
          </p:nvSpPr>
          <p:spPr bwMode="auto">
            <a:xfrm flipV="1">
              <a:off x="7275156" y="1517248"/>
              <a:ext cx="112035" cy="7270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49" name="Line 199"/>
            <p:cNvSpPr>
              <a:spLocks noChangeShapeType="1"/>
            </p:cNvSpPr>
            <p:nvPr/>
          </p:nvSpPr>
          <p:spPr bwMode="auto">
            <a:xfrm>
              <a:off x="7276346" y="1589950"/>
              <a:ext cx="110844" cy="3575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50" name="Line 200"/>
            <p:cNvSpPr>
              <a:spLocks noChangeShapeType="1"/>
            </p:cNvSpPr>
            <p:nvPr/>
          </p:nvSpPr>
          <p:spPr bwMode="auto">
            <a:xfrm>
              <a:off x="7275155" y="1949894"/>
              <a:ext cx="123954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51" name="Line 201"/>
            <p:cNvSpPr>
              <a:spLocks noChangeShapeType="1"/>
            </p:cNvSpPr>
            <p:nvPr/>
          </p:nvSpPr>
          <p:spPr bwMode="auto">
            <a:xfrm flipV="1">
              <a:off x="7387190" y="1625706"/>
              <a:ext cx="0" cy="26936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52" name="Line 202"/>
            <p:cNvSpPr>
              <a:spLocks noChangeShapeType="1"/>
            </p:cNvSpPr>
            <p:nvPr/>
          </p:nvSpPr>
          <p:spPr bwMode="auto">
            <a:xfrm flipH="1" flipV="1">
              <a:off x="7399109" y="2003529"/>
              <a:ext cx="0" cy="23479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53" name="Rectangle 203"/>
            <p:cNvSpPr>
              <a:spLocks noChangeArrowheads="1"/>
            </p:cNvSpPr>
            <p:nvPr/>
          </p:nvSpPr>
          <p:spPr bwMode="auto">
            <a:xfrm rot="5400000" flipH="1">
              <a:off x="7376463" y="1437391"/>
              <a:ext cx="324188" cy="1239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solidFill>
                    <a:srgbClr val="0099FF"/>
                  </a:solidFill>
                  <a:latin typeface="Arial" charset="0"/>
                </a:rPr>
                <a:t>LAN</a:t>
              </a:r>
              <a:endParaRPr lang="ko-KR" altLang="ko-KR" dirty="0"/>
            </a:p>
          </p:txBody>
        </p:sp>
        <p:sp>
          <p:nvSpPr>
            <p:cNvPr id="154" name="Rectangle 204"/>
            <p:cNvSpPr>
              <a:spLocks noChangeArrowheads="1"/>
            </p:cNvSpPr>
            <p:nvPr/>
          </p:nvSpPr>
          <p:spPr bwMode="auto">
            <a:xfrm rot="5400000" flipH="1">
              <a:off x="7130343" y="2013660"/>
              <a:ext cx="215728" cy="8343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ATA</a:t>
              </a:r>
              <a:endParaRPr lang="ko-KR" altLang="ko-KR" dirty="0"/>
            </a:p>
          </p:txBody>
        </p:sp>
        <p:sp>
          <p:nvSpPr>
            <p:cNvPr id="155" name="Rectangle 205"/>
            <p:cNvSpPr>
              <a:spLocks noChangeArrowheads="1"/>
            </p:cNvSpPr>
            <p:nvPr/>
          </p:nvSpPr>
          <p:spPr bwMode="auto">
            <a:xfrm rot="5400000" flipH="1">
              <a:off x="7080286" y="1690664"/>
              <a:ext cx="312269" cy="870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LVDS</a:t>
              </a:r>
              <a:endParaRPr lang="ko-KR" altLang="ko-KR" dirty="0"/>
            </a:p>
          </p:txBody>
        </p:sp>
        <p:sp>
          <p:nvSpPr>
            <p:cNvPr id="156" name="Line 207"/>
            <p:cNvSpPr>
              <a:spLocks noChangeShapeType="1"/>
            </p:cNvSpPr>
            <p:nvPr/>
          </p:nvSpPr>
          <p:spPr bwMode="auto">
            <a:xfrm>
              <a:off x="7275156" y="1084599"/>
              <a:ext cx="112035" cy="5363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57" name="Line 208"/>
            <p:cNvSpPr>
              <a:spLocks noChangeShapeType="1"/>
            </p:cNvSpPr>
            <p:nvPr/>
          </p:nvSpPr>
          <p:spPr bwMode="auto">
            <a:xfrm flipH="1" flipV="1">
              <a:off x="7387193" y="1138231"/>
              <a:ext cx="1045" cy="37386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58" name="Rectangle 210"/>
            <p:cNvSpPr>
              <a:spLocks noChangeArrowheads="1"/>
            </p:cNvSpPr>
            <p:nvPr/>
          </p:nvSpPr>
          <p:spPr bwMode="auto">
            <a:xfrm rot="5400000">
              <a:off x="5593431" y="2716265"/>
              <a:ext cx="3965340" cy="594742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91416" tIns="45707" rIns="91416" bIns="45707" anchor="ctr"/>
            <a:lstStyle/>
            <a:p>
              <a:pPr algn="ctr"/>
              <a:endParaRPr lang="ko-KR" altLang="ko-KR"/>
            </a:p>
          </p:txBody>
        </p:sp>
        <p:sp>
          <p:nvSpPr>
            <p:cNvPr id="159" name="Rectangle 259"/>
            <p:cNvSpPr>
              <a:spLocks noChangeArrowheads="1"/>
            </p:cNvSpPr>
            <p:nvPr/>
          </p:nvSpPr>
          <p:spPr bwMode="auto">
            <a:xfrm>
              <a:off x="2823533" y="5064242"/>
              <a:ext cx="523230" cy="7627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160" name="Rectangle 260"/>
            <p:cNvSpPr>
              <a:spLocks noChangeArrowheads="1"/>
            </p:cNvSpPr>
            <p:nvPr/>
          </p:nvSpPr>
          <p:spPr bwMode="auto">
            <a:xfrm>
              <a:off x="2825917" y="5179853"/>
              <a:ext cx="522038" cy="7747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161" name="Rectangle 264"/>
            <p:cNvSpPr>
              <a:spLocks noChangeArrowheads="1"/>
            </p:cNvSpPr>
            <p:nvPr/>
          </p:nvSpPr>
          <p:spPr bwMode="auto">
            <a:xfrm>
              <a:off x="868205" y="4035661"/>
              <a:ext cx="692475" cy="9534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162" name="Line 8"/>
            <p:cNvSpPr>
              <a:spLocks noChangeShapeType="1"/>
            </p:cNvSpPr>
            <p:nvPr/>
          </p:nvSpPr>
          <p:spPr bwMode="auto">
            <a:xfrm flipV="1">
              <a:off x="682941" y="3045597"/>
              <a:ext cx="6216776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63" name="Line 26"/>
            <p:cNvSpPr>
              <a:spLocks noChangeShapeType="1"/>
            </p:cNvSpPr>
            <p:nvPr/>
          </p:nvSpPr>
          <p:spPr bwMode="auto">
            <a:xfrm>
              <a:off x="3790508" y="2776235"/>
              <a:ext cx="0" cy="26936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64" name="Rectangle 101"/>
            <p:cNvSpPr>
              <a:spLocks noChangeArrowheads="1"/>
            </p:cNvSpPr>
            <p:nvPr/>
          </p:nvSpPr>
          <p:spPr bwMode="auto">
            <a:xfrm flipH="1">
              <a:off x="6197708" y="2972895"/>
              <a:ext cx="493433" cy="6555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165" name="Line 174"/>
            <p:cNvSpPr>
              <a:spLocks noChangeShapeType="1"/>
            </p:cNvSpPr>
            <p:nvPr/>
          </p:nvSpPr>
          <p:spPr bwMode="auto">
            <a:xfrm>
              <a:off x="5192884" y="2776235"/>
              <a:ext cx="0" cy="26936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67" name="Rectangle 265"/>
            <p:cNvSpPr>
              <a:spLocks noChangeArrowheads="1"/>
            </p:cNvSpPr>
            <p:nvPr/>
          </p:nvSpPr>
          <p:spPr bwMode="auto">
            <a:xfrm>
              <a:off x="983697" y="3917667"/>
              <a:ext cx="804510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IC Audio &amp; Signal, PA Audio</a:t>
              </a:r>
              <a:endParaRPr lang="ko-KR" altLang="ko-KR" dirty="0"/>
            </a:p>
          </p:txBody>
        </p:sp>
        <p:sp>
          <p:nvSpPr>
            <p:cNvPr id="168" name="Line 9"/>
            <p:cNvSpPr>
              <a:spLocks noChangeShapeType="1"/>
            </p:cNvSpPr>
            <p:nvPr/>
          </p:nvSpPr>
          <p:spPr bwMode="auto">
            <a:xfrm flipV="1">
              <a:off x="682941" y="3152865"/>
              <a:ext cx="6216776" cy="1192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69" name="Rectangle 28"/>
            <p:cNvSpPr>
              <a:spLocks noChangeArrowheads="1"/>
            </p:cNvSpPr>
            <p:nvPr/>
          </p:nvSpPr>
          <p:spPr bwMode="auto">
            <a:xfrm flipH="1">
              <a:off x="2855714" y="3040830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170" name="Line 30"/>
            <p:cNvSpPr>
              <a:spLocks noChangeShapeType="1"/>
            </p:cNvSpPr>
            <p:nvPr/>
          </p:nvSpPr>
          <p:spPr bwMode="auto">
            <a:xfrm flipH="1">
              <a:off x="2197230" y="2877154"/>
              <a:ext cx="0" cy="27055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71" name="Rectangle 102"/>
            <p:cNvSpPr>
              <a:spLocks noChangeArrowheads="1"/>
            </p:cNvSpPr>
            <p:nvPr/>
          </p:nvSpPr>
          <p:spPr bwMode="auto">
            <a:xfrm flipH="1">
              <a:off x="6089248" y="3055132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172" name="Line 173"/>
            <p:cNvSpPr>
              <a:spLocks noChangeShapeType="1"/>
            </p:cNvSpPr>
            <p:nvPr/>
          </p:nvSpPr>
          <p:spPr bwMode="auto">
            <a:xfrm flipH="1">
              <a:off x="5312852" y="2889854"/>
              <a:ext cx="0" cy="27055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73" name="Line 211"/>
            <p:cNvSpPr>
              <a:spLocks noChangeShapeType="1"/>
            </p:cNvSpPr>
            <p:nvPr/>
          </p:nvSpPr>
          <p:spPr bwMode="auto">
            <a:xfrm flipH="1">
              <a:off x="3916826" y="2883504"/>
              <a:ext cx="0" cy="27055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75" name="Rectangle 375"/>
            <p:cNvSpPr>
              <a:spLocks noChangeArrowheads="1"/>
            </p:cNvSpPr>
            <p:nvPr/>
          </p:nvSpPr>
          <p:spPr bwMode="auto">
            <a:xfrm>
              <a:off x="2252630" y="4295487"/>
              <a:ext cx="539915" cy="270554"/>
            </a:xfrm>
            <a:prstGeom prst="rect">
              <a:avLst/>
            </a:prstGeom>
            <a:solidFill>
              <a:srgbClr val="CCFF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Conductor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176" name="Line 376"/>
            <p:cNvSpPr>
              <a:spLocks noChangeShapeType="1"/>
            </p:cNvSpPr>
            <p:nvPr/>
          </p:nvSpPr>
          <p:spPr bwMode="auto">
            <a:xfrm flipH="1">
              <a:off x="2652972" y="4023741"/>
              <a:ext cx="1191" cy="271746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77" name="Rectangle 380"/>
            <p:cNvSpPr>
              <a:spLocks noChangeArrowheads="1"/>
            </p:cNvSpPr>
            <p:nvPr/>
          </p:nvSpPr>
          <p:spPr bwMode="auto">
            <a:xfrm>
              <a:off x="3394438" y="2667777"/>
              <a:ext cx="865295" cy="215727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sp>
          <p:nvSpPr>
            <p:cNvPr id="178" name="Rectangle 381"/>
            <p:cNvSpPr>
              <a:spLocks noChangeArrowheads="1"/>
            </p:cNvSpPr>
            <p:nvPr/>
          </p:nvSpPr>
          <p:spPr bwMode="auto">
            <a:xfrm>
              <a:off x="4737671" y="2667777"/>
              <a:ext cx="865295" cy="215727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dirty="0"/>
            </a:p>
          </p:txBody>
        </p:sp>
        <p:grpSp>
          <p:nvGrpSpPr>
            <p:cNvPr id="179" name="Group 382"/>
            <p:cNvGrpSpPr>
              <a:grpSpLocks/>
            </p:cNvGrpSpPr>
            <p:nvPr/>
          </p:nvGrpSpPr>
          <p:grpSpPr bwMode="auto">
            <a:xfrm rot="10800000" flipH="1" flipV="1">
              <a:off x="4844940" y="5579740"/>
              <a:ext cx="324188" cy="160902"/>
              <a:chOff x="1477" y="3739"/>
              <a:chExt cx="227" cy="91"/>
            </a:xfrm>
          </p:grpSpPr>
          <p:sp>
            <p:nvSpPr>
              <p:cNvPr id="180" name="AutoShape 38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81" name="Rectangle 38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sz="800" dirty="0">
                  <a:latin typeface="Gill Sans MT" pitchFamily="34" charset="0"/>
                  <a:cs typeface="Latha" pitchFamily="2"/>
                </a:endParaRPr>
              </a:p>
            </p:txBody>
          </p:sp>
        </p:grpSp>
        <p:sp>
          <p:nvSpPr>
            <p:cNvPr id="182" name="Rectangle 385"/>
            <p:cNvSpPr>
              <a:spLocks noChangeArrowheads="1"/>
            </p:cNvSpPr>
            <p:nvPr/>
          </p:nvSpPr>
          <p:spPr bwMode="auto">
            <a:xfrm rot="10800000" flipV="1">
              <a:off x="5222760" y="5579740"/>
              <a:ext cx="216920" cy="160902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183" name="Line 386"/>
            <p:cNvSpPr>
              <a:spLocks noChangeShapeType="1"/>
            </p:cNvSpPr>
            <p:nvPr/>
          </p:nvSpPr>
          <p:spPr bwMode="auto">
            <a:xfrm flipH="1" flipV="1">
              <a:off x="5007033" y="5740642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84" name="Line 387"/>
            <p:cNvSpPr>
              <a:spLocks noChangeShapeType="1"/>
            </p:cNvSpPr>
            <p:nvPr/>
          </p:nvSpPr>
          <p:spPr bwMode="auto">
            <a:xfrm flipH="1">
              <a:off x="5008226" y="5849101"/>
              <a:ext cx="322995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85" name="Line 388"/>
            <p:cNvSpPr>
              <a:spLocks noChangeShapeType="1"/>
            </p:cNvSpPr>
            <p:nvPr/>
          </p:nvSpPr>
          <p:spPr bwMode="auto">
            <a:xfrm flipH="1">
              <a:off x="5331220" y="5740642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86" name="Line 389"/>
            <p:cNvSpPr>
              <a:spLocks noChangeShapeType="1"/>
            </p:cNvSpPr>
            <p:nvPr/>
          </p:nvSpPr>
          <p:spPr bwMode="auto">
            <a:xfrm>
              <a:off x="5656600" y="5517763"/>
              <a:ext cx="0" cy="16924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87" name="Line 390"/>
            <p:cNvSpPr>
              <a:spLocks noChangeShapeType="1"/>
            </p:cNvSpPr>
            <p:nvPr/>
          </p:nvSpPr>
          <p:spPr bwMode="auto">
            <a:xfrm flipH="1" flipV="1">
              <a:off x="5442064" y="5687007"/>
              <a:ext cx="21453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88" name="Line 391"/>
            <p:cNvSpPr>
              <a:spLocks noChangeShapeType="1"/>
            </p:cNvSpPr>
            <p:nvPr/>
          </p:nvSpPr>
          <p:spPr bwMode="auto">
            <a:xfrm flipV="1">
              <a:off x="4791305" y="5806774"/>
              <a:ext cx="0" cy="163286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189" name="Line 392"/>
            <p:cNvSpPr>
              <a:spLocks noChangeShapeType="1"/>
            </p:cNvSpPr>
            <p:nvPr/>
          </p:nvSpPr>
          <p:spPr bwMode="auto">
            <a:xfrm flipH="1" flipV="1">
              <a:off x="4574385" y="5806774"/>
              <a:ext cx="21692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190" name="Group 393"/>
            <p:cNvGrpSpPr>
              <a:grpSpLocks/>
            </p:cNvGrpSpPr>
            <p:nvPr/>
          </p:nvGrpSpPr>
          <p:grpSpPr bwMode="auto">
            <a:xfrm flipH="1">
              <a:off x="3980837" y="5591046"/>
              <a:ext cx="594741" cy="270553"/>
              <a:chOff x="2747" y="4827"/>
              <a:chExt cx="499" cy="227"/>
            </a:xfrm>
          </p:grpSpPr>
          <p:grpSp>
            <p:nvGrpSpPr>
              <p:cNvPr id="191" name="Group 394"/>
              <p:cNvGrpSpPr>
                <a:grpSpLocks/>
              </p:cNvGrpSpPr>
              <p:nvPr/>
            </p:nvGrpSpPr>
            <p:grpSpPr bwMode="auto">
              <a:xfrm rot="10800000">
                <a:off x="2974" y="4960"/>
                <a:ext cx="272" cy="135"/>
                <a:chOff x="1477" y="3739"/>
                <a:chExt cx="227" cy="91"/>
              </a:xfrm>
            </p:grpSpPr>
            <p:sp>
              <p:nvSpPr>
                <p:cNvPr id="196" name="AutoShape 395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197" name="Rectangle 396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dirty="0"/>
                </a:p>
              </p:txBody>
            </p:sp>
          </p:grpSp>
          <p:sp>
            <p:nvSpPr>
              <p:cNvPr id="192" name="Rectangle 397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193" name="Line 398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4" name="Line 39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5" name="Line 400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98" name="Group 401"/>
            <p:cNvGrpSpPr>
              <a:grpSpLocks/>
            </p:cNvGrpSpPr>
            <p:nvPr/>
          </p:nvGrpSpPr>
          <p:grpSpPr bwMode="auto">
            <a:xfrm rot="10800000" flipH="1" flipV="1">
              <a:off x="2628067" y="5586891"/>
              <a:ext cx="324188" cy="160902"/>
              <a:chOff x="1477" y="3739"/>
              <a:chExt cx="227" cy="91"/>
            </a:xfrm>
          </p:grpSpPr>
          <p:sp>
            <p:nvSpPr>
              <p:cNvPr id="199" name="AutoShape 40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00" name="Rectangle 40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01" name="Rectangle 404"/>
            <p:cNvSpPr>
              <a:spLocks noChangeArrowheads="1"/>
            </p:cNvSpPr>
            <p:nvPr/>
          </p:nvSpPr>
          <p:spPr bwMode="auto">
            <a:xfrm rot="10800000" flipV="1">
              <a:off x="3005889" y="5586891"/>
              <a:ext cx="216920" cy="160902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02" name="Line 405"/>
            <p:cNvSpPr>
              <a:spLocks noChangeShapeType="1"/>
            </p:cNvSpPr>
            <p:nvPr/>
          </p:nvSpPr>
          <p:spPr bwMode="auto">
            <a:xfrm flipH="1" flipV="1">
              <a:off x="2790161" y="5747794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03" name="Line 406"/>
            <p:cNvSpPr>
              <a:spLocks noChangeShapeType="1"/>
            </p:cNvSpPr>
            <p:nvPr/>
          </p:nvSpPr>
          <p:spPr bwMode="auto">
            <a:xfrm flipH="1">
              <a:off x="2791354" y="5856252"/>
              <a:ext cx="322995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04" name="Line 407"/>
            <p:cNvSpPr>
              <a:spLocks noChangeShapeType="1"/>
            </p:cNvSpPr>
            <p:nvPr/>
          </p:nvSpPr>
          <p:spPr bwMode="auto">
            <a:xfrm flipH="1">
              <a:off x="3114349" y="5747794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05" name="Line 408"/>
            <p:cNvSpPr>
              <a:spLocks noChangeShapeType="1"/>
            </p:cNvSpPr>
            <p:nvPr/>
          </p:nvSpPr>
          <p:spPr bwMode="auto">
            <a:xfrm>
              <a:off x="3439728" y="5524914"/>
              <a:ext cx="0" cy="16924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06" name="Line 409"/>
            <p:cNvSpPr>
              <a:spLocks noChangeShapeType="1"/>
            </p:cNvSpPr>
            <p:nvPr/>
          </p:nvSpPr>
          <p:spPr bwMode="auto">
            <a:xfrm flipH="1" flipV="1">
              <a:off x="3224000" y="5694158"/>
              <a:ext cx="215728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07" name="Line 410"/>
            <p:cNvSpPr>
              <a:spLocks noChangeShapeType="1"/>
            </p:cNvSpPr>
            <p:nvPr/>
          </p:nvSpPr>
          <p:spPr bwMode="auto">
            <a:xfrm flipV="1">
              <a:off x="2574433" y="5813925"/>
              <a:ext cx="0" cy="163286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08" name="Line 411"/>
            <p:cNvSpPr>
              <a:spLocks noChangeShapeType="1"/>
            </p:cNvSpPr>
            <p:nvPr/>
          </p:nvSpPr>
          <p:spPr bwMode="auto">
            <a:xfrm flipH="1" flipV="1">
              <a:off x="2357513" y="5813925"/>
              <a:ext cx="21692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09" name="Group 412"/>
            <p:cNvGrpSpPr>
              <a:grpSpLocks/>
            </p:cNvGrpSpPr>
            <p:nvPr/>
          </p:nvGrpSpPr>
          <p:grpSpPr bwMode="auto">
            <a:xfrm flipH="1">
              <a:off x="1763965" y="5598199"/>
              <a:ext cx="594741" cy="270553"/>
              <a:chOff x="2747" y="4827"/>
              <a:chExt cx="499" cy="227"/>
            </a:xfrm>
          </p:grpSpPr>
          <p:grpSp>
            <p:nvGrpSpPr>
              <p:cNvPr id="210" name="Group 413"/>
              <p:cNvGrpSpPr>
                <a:grpSpLocks/>
              </p:cNvGrpSpPr>
              <p:nvPr/>
            </p:nvGrpSpPr>
            <p:grpSpPr bwMode="auto">
              <a:xfrm rot="10800000">
                <a:off x="2974" y="4960"/>
                <a:ext cx="272" cy="135"/>
                <a:chOff x="1477" y="3739"/>
                <a:chExt cx="227" cy="91"/>
              </a:xfrm>
            </p:grpSpPr>
            <p:sp>
              <p:nvSpPr>
                <p:cNvPr id="215" name="AutoShape 41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16" name="Rectangle 41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11" name="Rectangle 416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212" name="Line 417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" name="Line 418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4" name="Line 41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17" name="Group 420"/>
            <p:cNvGrpSpPr>
              <a:grpSpLocks/>
            </p:cNvGrpSpPr>
            <p:nvPr/>
          </p:nvGrpSpPr>
          <p:grpSpPr bwMode="auto">
            <a:xfrm flipH="1">
              <a:off x="4630403" y="4672117"/>
              <a:ext cx="594742" cy="270554"/>
              <a:chOff x="2475" y="3875"/>
              <a:chExt cx="499" cy="227"/>
            </a:xfrm>
          </p:grpSpPr>
          <p:grpSp>
            <p:nvGrpSpPr>
              <p:cNvPr id="218" name="Group 421"/>
              <p:cNvGrpSpPr>
                <a:grpSpLocks/>
              </p:cNvGrpSpPr>
              <p:nvPr/>
            </p:nvGrpSpPr>
            <p:grpSpPr bwMode="auto">
              <a:xfrm rot="10800000">
                <a:off x="2702" y="4008"/>
                <a:ext cx="272" cy="135"/>
                <a:chOff x="1477" y="3739"/>
                <a:chExt cx="227" cy="91"/>
              </a:xfrm>
            </p:grpSpPr>
            <p:sp>
              <p:nvSpPr>
                <p:cNvPr id="223" name="AutoShape 42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24" name="Rectangle 42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19" name="Rectangle 42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220" name="Line 42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1" name="Line 42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22" name="Line 42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25" name="Line 428"/>
            <p:cNvSpPr>
              <a:spLocks noChangeShapeType="1"/>
            </p:cNvSpPr>
            <p:nvPr/>
          </p:nvSpPr>
          <p:spPr bwMode="auto">
            <a:xfrm flipH="1" flipV="1">
              <a:off x="4466814" y="4942672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26" name="Line 429"/>
            <p:cNvSpPr>
              <a:spLocks noChangeShapeType="1"/>
            </p:cNvSpPr>
            <p:nvPr/>
          </p:nvSpPr>
          <p:spPr bwMode="auto">
            <a:xfrm flipH="1" flipV="1">
              <a:off x="5225144" y="4834211"/>
              <a:ext cx="162094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27" name="Line 430"/>
            <p:cNvSpPr>
              <a:spLocks noChangeShapeType="1"/>
            </p:cNvSpPr>
            <p:nvPr/>
          </p:nvSpPr>
          <p:spPr bwMode="auto">
            <a:xfrm flipV="1">
              <a:off x="5387238" y="4510023"/>
              <a:ext cx="0" cy="32418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28" name="Line 431"/>
            <p:cNvSpPr>
              <a:spLocks noChangeShapeType="1"/>
            </p:cNvSpPr>
            <p:nvPr/>
          </p:nvSpPr>
          <p:spPr bwMode="auto">
            <a:xfrm flipV="1">
              <a:off x="5223952" y="4510023"/>
              <a:ext cx="163286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29" name="Group 432"/>
            <p:cNvGrpSpPr>
              <a:grpSpLocks/>
            </p:cNvGrpSpPr>
            <p:nvPr/>
          </p:nvGrpSpPr>
          <p:grpSpPr bwMode="auto">
            <a:xfrm flipH="1">
              <a:off x="2197805" y="4672117"/>
              <a:ext cx="594741" cy="270554"/>
              <a:chOff x="2475" y="3875"/>
              <a:chExt cx="499" cy="227"/>
            </a:xfrm>
          </p:grpSpPr>
          <p:grpSp>
            <p:nvGrpSpPr>
              <p:cNvPr id="230" name="Group 433"/>
              <p:cNvGrpSpPr>
                <a:grpSpLocks/>
              </p:cNvGrpSpPr>
              <p:nvPr/>
            </p:nvGrpSpPr>
            <p:grpSpPr bwMode="auto">
              <a:xfrm rot="10800000">
                <a:off x="2702" y="4008"/>
                <a:ext cx="272" cy="135"/>
                <a:chOff x="1477" y="3739"/>
                <a:chExt cx="227" cy="91"/>
              </a:xfrm>
            </p:grpSpPr>
            <p:sp>
              <p:nvSpPr>
                <p:cNvPr id="235" name="AutoShape 43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36" name="Rectangle 43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31" name="Rectangle 436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232" name="Line 437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3" name="Line 43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34" name="Line 439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37" name="Line 440"/>
            <p:cNvSpPr>
              <a:spLocks noChangeShapeType="1"/>
            </p:cNvSpPr>
            <p:nvPr/>
          </p:nvSpPr>
          <p:spPr bwMode="auto">
            <a:xfrm flipV="1">
              <a:off x="3490233" y="4942672"/>
              <a:ext cx="1192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38" name="Group 441"/>
            <p:cNvGrpSpPr>
              <a:grpSpLocks/>
            </p:cNvGrpSpPr>
            <p:nvPr/>
          </p:nvGrpSpPr>
          <p:grpSpPr bwMode="auto">
            <a:xfrm flipH="1">
              <a:off x="5440871" y="4672117"/>
              <a:ext cx="594742" cy="270554"/>
              <a:chOff x="2475" y="3875"/>
              <a:chExt cx="499" cy="227"/>
            </a:xfrm>
          </p:grpSpPr>
          <p:grpSp>
            <p:nvGrpSpPr>
              <p:cNvPr id="239" name="Group 442"/>
              <p:cNvGrpSpPr>
                <a:grpSpLocks/>
              </p:cNvGrpSpPr>
              <p:nvPr/>
            </p:nvGrpSpPr>
            <p:grpSpPr bwMode="auto">
              <a:xfrm rot="10800000">
                <a:off x="2702" y="4008"/>
                <a:ext cx="272" cy="135"/>
                <a:chOff x="1477" y="3739"/>
                <a:chExt cx="227" cy="91"/>
              </a:xfrm>
            </p:grpSpPr>
            <p:sp>
              <p:nvSpPr>
                <p:cNvPr id="244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45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40" name="Rectangle 445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241" name="Line 446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2" name="Line 44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3" name="Line 44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46" name="Line 449"/>
            <p:cNvSpPr>
              <a:spLocks noChangeShapeType="1"/>
            </p:cNvSpPr>
            <p:nvPr/>
          </p:nvSpPr>
          <p:spPr bwMode="auto">
            <a:xfrm flipH="1" flipV="1">
              <a:off x="5927154" y="4942672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47" name="Group 450"/>
            <p:cNvGrpSpPr>
              <a:grpSpLocks/>
            </p:cNvGrpSpPr>
            <p:nvPr/>
          </p:nvGrpSpPr>
          <p:grpSpPr bwMode="auto">
            <a:xfrm flipH="1">
              <a:off x="1548235" y="4672117"/>
              <a:ext cx="594742" cy="270554"/>
              <a:chOff x="2475" y="3875"/>
              <a:chExt cx="499" cy="227"/>
            </a:xfrm>
          </p:grpSpPr>
          <p:grpSp>
            <p:nvGrpSpPr>
              <p:cNvPr id="248" name="Group 451"/>
              <p:cNvGrpSpPr>
                <a:grpSpLocks/>
              </p:cNvGrpSpPr>
              <p:nvPr/>
            </p:nvGrpSpPr>
            <p:grpSpPr bwMode="auto">
              <a:xfrm rot="10800000">
                <a:off x="2702" y="4008"/>
                <a:ext cx="272" cy="135"/>
                <a:chOff x="1477" y="3739"/>
                <a:chExt cx="227" cy="91"/>
              </a:xfrm>
            </p:grpSpPr>
            <p:sp>
              <p:nvSpPr>
                <p:cNvPr id="253" name="AutoShape 45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54" name="Rectangle 45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49" name="Rectangle 45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250" name="Line 45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1" name="Line 45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2" name="Line 45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55" name="Line 458"/>
            <p:cNvSpPr>
              <a:spLocks noChangeShapeType="1"/>
            </p:cNvSpPr>
            <p:nvPr/>
          </p:nvSpPr>
          <p:spPr bwMode="auto">
            <a:xfrm flipH="1" flipV="1">
              <a:off x="2034517" y="4942672"/>
              <a:ext cx="0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56" name="Group 459"/>
            <p:cNvGrpSpPr>
              <a:grpSpLocks/>
            </p:cNvGrpSpPr>
            <p:nvPr/>
          </p:nvGrpSpPr>
          <p:grpSpPr bwMode="auto">
            <a:xfrm flipH="1">
              <a:off x="3008274" y="4672117"/>
              <a:ext cx="594741" cy="270554"/>
              <a:chOff x="2475" y="3875"/>
              <a:chExt cx="499" cy="227"/>
            </a:xfrm>
          </p:grpSpPr>
          <p:grpSp>
            <p:nvGrpSpPr>
              <p:cNvPr id="257" name="Group 460"/>
              <p:cNvGrpSpPr>
                <a:grpSpLocks/>
              </p:cNvGrpSpPr>
              <p:nvPr/>
            </p:nvGrpSpPr>
            <p:grpSpPr bwMode="auto">
              <a:xfrm rot="10800000">
                <a:off x="2702" y="4008"/>
                <a:ext cx="272" cy="135"/>
                <a:chOff x="1477" y="3739"/>
                <a:chExt cx="227" cy="91"/>
              </a:xfrm>
            </p:grpSpPr>
            <p:sp>
              <p:nvSpPr>
                <p:cNvPr id="262" name="AutoShape 461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63" name="Rectangle 462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58" name="Rectangle 463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259" name="Line 464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0" name="Line 46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1" name="Line 46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64" name="Line 467"/>
            <p:cNvSpPr>
              <a:spLocks noChangeShapeType="1"/>
            </p:cNvSpPr>
            <p:nvPr/>
          </p:nvSpPr>
          <p:spPr bwMode="auto">
            <a:xfrm flipH="1" flipV="1">
              <a:off x="2668176" y="4942672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65" name="Group 468"/>
            <p:cNvGrpSpPr>
              <a:grpSpLocks/>
            </p:cNvGrpSpPr>
            <p:nvPr/>
          </p:nvGrpSpPr>
          <p:grpSpPr bwMode="auto">
            <a:xfrm flipH="1">
              <a:off x="3982028" y="4672117"/>
              <a:ext cx="594742" cy="270554"/>
              <a:chOff x="2475" y="3875"/>
              <a:chExt cx="499" cy="227"/>
            </a:xfrm>
          </p:grpSpPr>
          <p:grpSp>
            <p:nvGrpSpPr>
              <p:cNvPr id="266" name="Group 469"/>
              <p:cNvGrpSpPr>
                <a:grpSpLocks/>
              </p:cNvGrpSpPr>
              <p:nvPr/>
            </p:nvGrpSpPr>
            <p:grpSpPr bwMode="auto">
              <a:xfrm rot="10800000">
                <a:off x="2702" y="4008"/>
                <a:ext cx="272" cy="135"/>
                <a:chOff x="1477" y="3739"/>
                <a:chExt cx="227" cy="91"/>
              </a:xfrm>
            </p:grpSpPr>
            <p:sp>
              <p:nvSpPr>
                <p:cNvPr id="271" name="AutoShape 470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72" name="Rectangle 471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67" name="Rectangle 472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268" name="Line 473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9" name="Line 47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0" name="Line 47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73" name="Line 476"/>
            <p:cNvSpPr>
              <a:spLocks noChangeShapeType="1"/>
            </p:cNvSpPr>
            <p:nvPr/>
          </p:nvSpPr>
          <p:spPr bwMode="auto">
            <a:xfrm flipH="1" flipV="1">
              <a:off x="5113694" y="4942672"/>
              <a:ext cx="1192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74" name="Group 477"/>
            <p:cNvGrpSpPr>
              <a:grpSpLocks/>
            </p:cNvGrpSpPr>
            <p:nvPr/>
          </p:nvGrpSpPr>
          <p:grpSpPr bwMode="auto">
            <a:xfrm flipH="1">
              <a:off x="3166790" y="4293104"/>
              <a:ext cx="594742" cy="270554"/>
              <a:chOff x="2475" y="3875"/>
              <a:chExt cx="499" cy="227"/>
            </a:xfrm>
          </p:grpSpPr>
          <p:grpSp>
            <p:nvGrpSpPr>
              <p:cNvPr id="275" name="Group 478"/>
              <p:cNvGrpSpPr>
                <a:grpSpLocks/>
              </p:cNvGrpSpPr>
              <p:nvPr/>
            </p:nvGrpSpPr>
            <p:grpSpPr bwMode="auto">
              <a:xfrm rot="10800000">
                <a:off x="2702" y="4008"/>
                <a:ext cx="272" cy="135"/>
                <a:chOff x="1477" y="3739"/>
                <a:chExt cx="227" cy="91"/>
              </a:xfrm>
            </p:grpSpPr>
            <p:sp>
              <p:nvSpPr>
                <p:cNvPr id="280" name="AutoShape 479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81" name="Rectangle 480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76" name="Rectangle 481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277" name="Line 482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" name="Line 48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" name="Line 48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82" name="Line 485"/>
            <p:cNvSpPr>
              <a:spLocks noChangeShapeType="1"/>
            </p:cNvSpPr>
            <p:nvPr/>
          </p:nvSpPr>
          <p:spPr bwMode="auto">
            <a:xfrm flipH="1" flipV="1">
              <a:off x="3911770" y="4563659"/>
              <a:ext cx="0" cy="70320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83" name="Group 486"/>
            <p:cNvGrpSpPr>
              <a:grpSpLocks/>
            </p:cNvGrpSpPr>
            <p:nvPr/>
          </p:nvGrpSpPr>
          <p:grpSpPr bwMode="auto">
            <a:xfrm>
              <a:off x="3815166" y="4293104"/>
              <a:ext cx="594742" cy="270554"/>
              <a:chOff x="2475" y="3875"/>
              <a:chExt cx="499" cy="227"/>
            </a:xfrm>
          </p:grpSpPr>
          <p:grpSp>
            <p:nvGrpSpPr>
              <p:cNvPr id="284" name="Group 487"/>
              <p:cNvGrpSpPr>
                <a:grpSpLocks/>
              </p:cNvGrpSpPr>
              <p:nvPr/>
            </p:nvGrpSpPr>
            <p:grpSpPr bwMode="auto">
              <a:xfrm rot="10800000">
                <a:off x="2702" y="4008"/>
                <a:ext cx="272" cy="135"/>
                <a:chOff x="1477" y="3739"/>
                <a:chExt cx="227" cy="91"/>
              </a:xfrm>
            </p:grpSpPr>
            <p:sp>
              <p:nvSpPr>
                <p:cNvPr id="289" name="AutoShape 488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290" name="Rectangle 489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85" name="Rectangle 490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286" name="Line 491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7" name="Line 492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8" name="Line 49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91" name="Rectangle 494"/>
            <p:cNvSpPr>
              <a:spLocks noChangeArrowheads="1"/>
            </p:cNvSpPr>
            <p:nvPr/>
          </p:nvSpPr>
          <p:spPr bwMode="auto">
            <a:xfrm rot="5400000" flipH="1">
              <a:off x="5276396" y="462086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292" name="Line 495"/>
            <p:cNvSpPr>
              <a:spLocks noChangeShapeType="1"/>
            </p:cNvSpPr>
            <p:nvPr/>
          </p:nvSpPr>
          <p:spPr bwMode="auto">
            <a:xfrm flipH="1" flipV="1">
              <a:off x="2792544" y="4834211"/>
              <a:ext cx="162094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93" name="Line 496"/>
            <p:cNvSpPr>
              <a:spLocks noChangeShapeType="1"/>
            </p:cNvSpPr>
            <p:nvPr/>
          </p:nvSpPr>
          <p:spPr bwMode="auto">
            <a:xfrm flipV="1">
              <a:off x="2954638" y="4510023"/>
              <a:ext cx="0" cy="32418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94" name="Line 497"/>
            <p:cNvSpPr>
              <a:spLocks noChangeShapeType="1"/>
            </p:cNvSpPr>
            <p:nvPr/>
          </p:nvSpPr>
          <p:spPr bwMode="auto">
            <a:xfrm flipV="1">
              <a:off x="2791354" y="4510023"/>
              <a:ext cx="163285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95" name="Rectangle 498"/>
            <p:cNvSpPr>
              <a:spLocks noChangeArrowheads="1"/>
            </p:cNvSpPr>
            <p:nvPr/>
          </p:nvSpPr>
          <p:spPr bwMode="auto">
            <a:xfrm rot="5400000" flipH="1">
              <a:off x="2842604" y="462086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296" name="Rectangle 499"/>
            <p:cNvSpPr>
              <a:spLocks noChangeArrowheads="1"/>
            </p:cNvSpPr>
            <p:nvPr/>
          </p:nvSpPr>
          <p:spPr bwMode="auto">
            <a:xfrm flipH="1">
              <a:off x="1819982" y="4293104"/>
              <a:ext cx="330147" cy="10846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297" name="Line 500"/>
            <p:cNvSpPr>
              <a:spLocks noChangeShapeType="1"/>
            </p:cNvSpPr>
            <p:nvPr/>
          </p:nvSpPr>
          <p:spPr bwMode="auto">
            <a:xfrm flipV="1">
              <a:off x="1818791" y="4401563"/>
              <a:ext cx="43264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298" name="Line 501"/>
            <p:cNvSpPr>
              <a:spLocks noChangeShapeType="1"/>
            </p:cNvSpPr>
            <p:nvPr/>
          </p:nvSpPr>
          <p:spPr bwMode="auto">
            <a:xfrm flipH="1" flipV="1">
              <a:off x="3674727" y="4563658"/>
              <a:ext cx="1191" cy="59474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299" name="그룹 298"/>
            <p:cNvGrpSpPr/>
            <p:nvPr/>
          </p:nvGrpSpPr>
          <p:grpSpPr>
            <a:xfrm flipH="1">
              <a:off x="4792498" y="2420888"/>
              <a:ext cx="378795" cy="246888"/>
              <a:chOff x="3219450" y="2420888"/>
              <a:chExt cx="378795" cy="246888"/>
            </a:xfrm>
          </p:grpSpPr>
          <p:sp>
            <p:nvSpPr>
              <p:cNvPr id="300" name="Rectangle 523"/>
              <p:cNvSpPr>
                <a:spLocks noChangeArrowheads="1"/>
              </p:cNvSpPr>
              <p:nvPr/>
            </p:nvSpPr>
            <p:spPr bwMode="auto">
              <a:xfrm>
                <a:off x="3268098" y="2420888"/>
                <a:ext cx="330147" cy="10845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301" name="Line 524"/>
              <p:cNvSpPr>
                <a:spLocks noChangeShapeType="1"/>
              </p:cNvSpPr>
              <p:nvPr/>
            </p:nvSpPr>
            <p:spPr bwMode="auto">
              <a:xfrm flipV="1">
                <a:off x="3220423" y="2524584"/>
                <a:ext cx="37782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302" name="Line 525"/>
              <p:cNvSpPr>
                <a:spLocks noChangeShapeType="1"/>
              </p:cNvSpPr>
              <p:nvPr/>
            </p:nvSpPr>
            <p:spPr bwMode="auto">
              <a:xfrm flipH="1" flipV="1">
                <a:off x="3219450" y="2514600"/>
                <a:ext cx="973" cy="15317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</p:grpSp>
        <p:sp>
          <p:nvSpPr>
            <p:cNvPr id="303" name="Rectangle 527"/>
            <p:cNvSpPr>
              <a:spLocks noChangeArrowheads="1"/>
            </p:cNvSpPr>
            <p:nvPr/>
          </p:nvSpPr>
          <p:spPr bwMode="auto">
            <a:xfrm>
              <a:off x="6899716" y="5085184"/>
              <a:ext cx="379014" cy="938510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AAB</a:t>
              </a:r>
              <a:endParaRPr lang="ko-KR" altLang="ko-KR" dirty="0"/>
            </a:p>
          </p:txBody>
        </p:sp>
        <p:sp>
          <p:nvSpPr>
            <p:cNvPr id="304" name="Rectangle 571"/>
            <p:cNvSpPr>
              <a:spLocks noChangeArrowheads="1"/>
            </p:cNvSpPr>
            <p:nvPr/>
          </p:nvSpPr>
          <p:spPr bwMode="auto">
            <a:xfrm flipH="1">
              <a:off x="4313046" y="2920712"/>
              <a:ext cx="309410" cy="4571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ANSM</a:t>
              </a:r>
              <a:endParaRPr lang="ko-KR" altLang="ko-KR" dirty="0"/>
            </a:p>
          </p:txBody>
        </p:sp>
        <p:sp>
          <p:nvSpPr>
            <p:cNvPr id="305" name="Line 572"/>
            <p:cNvSpPr>
              <a:spLocks noChangeShapeType="1"/>
            </p:cNvSpPr>
            <p:nvPr/>
          </p:nvSpPr>
          <p:spPr bwMode="auto">
            <a:xfrm rot="5400000" flipV="1">
              <a:off x="4424807" y="2648809"/>
              <a:ext cx="107268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06" name="Line 573"/>
            <p:cNvSpPr>
              <a:spLocks noChangeShapeType="1"/>
            </p:cNvSpPr>
            <p:nvPr/>
          </p:nvSpPr>
          <p:spPr bwMode="auto">
            <a:xfrm flipH="1" flipV="1">
              <a:off x="4466815" y="2595173"/>
              <a:ext cx="2438028" cy="2408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307" name="Group 574"/>
            <p:cNvGrpSpPr>
              <a:grpSpLocks/>
            </p:cNvGrpSpPr>
            <p:nvPr/>
          </p:nvGrpSpPr>
          <p:grpSpPr bwMode="auto">
            <a:xfrm rot="16200000" flipH="1">
              <a:off x="4391373" y="2753837"/>
              <a:ext cx="162094" cy="81047"/>
              <a:chOff x="3609" y="1970"/>
              <a:chExt cx="197" cy="91"/>
            </a:xfrm>
          </p:grpSpPr>
          <p:sp>
            <p:nvSpPr>
              <p:cNvPr id="308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09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10" name="Rectangle 75"/>
            <p:cNvSpPr>
              <a:spLocks noChangeArrowheads="1"/>
            </p:cNvSpPr>
            <p:nvPr/>
          </p:nvSpPr>
          <p:spPr bwMode="auto">
            <a:xfrm>
              <a:off x="5287121" y="3644728"/>
              <a:ext cx="531572" cy="235990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311" name="Rectangle 76"/>
            <p:cNvSpPr>
              <a:spLocks noChangeArrowheads="1"/>
            </p:cNvSpPr>
            <p:nvPr/>
          </p:nvSpPr>
          <p:spPr bwMode="auto">
            <a:xfrm flipH="1">
              <a:off x="6058768" y="3315086"/>
              <a:ext cx="69247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ADDRESS, ACT</a:t>
              </a:r>
              <a:endParaRPr lang="ko-KR" altLang="ko-KR" dirty="0"/>
            </a:p>
          </p:txBody>
        </p:sp>
        <p:sp>
          <p:nvSpPr>
            <p:cNvPr id="312" name="Line 77"/>
            <p:cNvSpPr>
              <a:spLocks noChangeShapeType="1"/>
            </p:cNvSpPr>
            <p:nvPr/>
          </p:nvSpPr>
          <p:spPr bwMode="auto">
            <a:xfrm flipV="1">
              <a:off x="681842" y="3382768"/>
              <a:ext cx="6217876" cy="178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13" name="Line 594"/>
            <p:cNvSpPr>
              <a:spLocks noChangeShapeType="1"/>
            </p:cNvSpPr>
            <p:nvPr/>
          </p:nvSpPr>
          <p:spPr bwMode="auto">
            <a:xfrm flipH="1" flipV="1">
              <a:off x="4861625" y="3699554"/>
              <a:ext cx="43264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14" name="Line 595"/>
            <p:cNvSpPr>
              <a:spLocks noChangeShapeType="1"/>
            </p:cNvSpPr>
            <p:nvPr/>
          </p:nvSpPr>
          <p:spPr bwMode="auto">
            <a:xfrm flipH="1" flipV="1">
              <a:off x="4853282" y="3808014"/>
              <a:ext cx="432647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15" name="Rectangle 596"/>
            <p:cNvSpPr>
              <a:spLocks noChangeArrowheads="1"/>
            </p:cNvSpPr>
            <p:nvPr/>
          </p:nvSpPr>
          <p:spPr bwMode="auto">
            <a:xfrm flipH="1">
              <a:off x="4049869" y="3805631"/>
              <a:ext cx="280089" cy="5601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Microphone</a:t>
              </a:r>
              <a:endParaRPr lang="ko-KR" altLang="ko-KR" dirty="0"/>
            </a:p>
          </p:txBody>
        </p:sp>
        <p:sp>
          <p:nvSpPr>
            <p:cNvPr id="316" name="Rectangle 597"/>
            <p:cNvSpPr>
              <a:spLocks noChangeArrowheads="1"/>
            </p:cNvSpPr>
            <p:nvPr/>
          </p:nvSpPr>
          <p:spPr bwMode="auto">
            <a:xfrm flipH="1">
              <a:off x="4854474" y="3591095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317" name="Rectangle 598"/>
            <p:cNvSpPr>
              <a:spLocks noChangeArrowheads="1"/>
            </p:cNvSpPr>
            <p:nvPr/>
          </p:nvSpPr>
          <p:spPr bwMode="auto">
            <a:xfrm flipH="1">
              <a:off x="4791306" y="3698363"/>
              <a:ext cx="4326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DIMMER</a:t>
              </a:r>
              <a:endParaRPr lang="ko-KR" altLang="ko-KR" dirty="0"/>
            </a:p>
          </p:txBody>
        </p:sp>
        <p:sp>
          <p:nvSpPr>
            <p:cNvPr id="318" name="Rectangle 599"/>
            <p:cNvSpPr>
              <a:spLocks noChangeArrowheads="1"/>
            </p:cNvSpPr>
            <p:nvPr/>
          </p:nvSpPr>
          <p:spPr bwMode="auto">
            <a:xfrm flipH="1">
              <a:off x="4654240" y="3808014"/>
              <a:ext cx="786632" cy="893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grpSp>
          <p:nvGrpSpPr>
            <p:cNvPr id="319" name="Group 600"/>
            <p:cNvGrpSpPr>
              <a:grpSpLocks/>
            </p:cNvGrpSpPr>
            <p:nvPr/>
          </p:nvGrpSpPr>
          <p:grpSpPr bwMode="auto">
            <a:xfrm flipH="1">
              <a:off x="4438417" y="3667375"/>
              <a:ext cx="163286" cy="247908"/>
              <a:chOff x="2793" y="3799"/>
              <a:chExt cx="137" cy="208"/>
            </a:xfrm>
          </p:grpSpPr>
          <p:sp>
            <p:nvSpPr>
              <p:cNvPr id="320" name="Freeform 601"/>
              <p:cNvSpPr>
                <a:spLocks/>
              </p:cNvSpPr>
              <p:nvPr/>
            </p:nvSpPr>
            <p:spPr bwMode="auto">
              <a:xfrm flipH="1">
                <a:off x="2830" y="3858"/>
                <a:ext cx="50" cy="140"/>
              </a:xfrm>
              <a:custGeom>
                <a:avLst/>
                <a:gdLst>
                  <a:gd name="T0" fmla="*/ 0 w 182"/>
                  <a:gd name="T1" fmla="*/ 0 h 589"/>
                  <a:gd name="T2" fmla="*/ 14 w 182"/>
                  <a:gd name="T3" fmla="*/ 15 h 589"/>
                  <a:gd name="T4" fmla="*/ 14 w 182"/>
                  <a:gd name="T5" fmla="*/ 33 h 589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589"/>
                  <a:gd name="T11" fmla="*/ 182 w 182"/>
                  <a:gd name="T12" fmla="*/ 589 h 5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589">
                    <a:moveTo>
                      <a:pt x="0" y="0"/>
                    </a:moveTo>
                    <a:lnTo>
                      <a:pt x="182" y="272"/>
                    </a:lnTo>
                    <a:lnTo>
                      <a:pt x="182" y="589"/>
                    </a:lnTo>
                  </a:path>
                </a:pathLst>
              </a:custGeom>
              <a:noFill/>
              <a:ln w="19050">
                <a:solidFill>
                  <a:srgbClr val="333333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21" name="Rectangle 602" descr="60%"/>
              <p:cNvSpPr>
                <a:spLocks noChangeArrowheads="1"/>
              </p:cNvSpPr>
              <p:nvPr/>
            </p:nvSpPr>
            <p:spPr bwMode="auto">
              <a:xfrm rot="2256898" flipH="1">
                <a:off x="2907" y="3799"/>
                <a:ext cx="23" cy="27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22" name="Rectangle 603"/>
              <p:cNvSpPr>
                <a:spLocks noChangeArrowheads="1"/>
              </p:cNvSpPr>
              <p:nvPr/>
            </p:nvSpPr>
            <p:spPr bwMode="auto">
              <a:xfrm rot="2256898" flipH="1">
                <a:off x="2883" y="3819"/>
                <a:ext cx="24" cy="43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23" name="AutoShape 604"/>
              <p:cNvSpPr>
                <a:spLocks noChangeArrowheads="1"/>
              </p:cNvSpPr>
              <p:nvPr/>
            </p:nvSpPr>
            <p:spPr bwMode="auto">
              <a:xfrm rot="10800000" flipH="1">
                <a:off x="2793" y="3986"/>
                <a:ext cx="74" cy="2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78 w 21600"/>
                  <a:gd name="T13" fmla="*/ 4114 h 21600"/>
                  <a:gd name="T14" fmla="*/ 17222 w 21600"/>
                  <a:gd name="T15" fmla="*/ 1748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324" name="Line 605"/>
            <p:cNvSpPr>
              <a:spLocks noChangeShapeType="1"/>
            </p:cNvSpPr>
            <p:nvPr/>
          </p:nvSpPr>
          <p:spPr bwMode="auto">
            <a:xfrm flipH="1" flipV="1">
              <a:off x="4496922" y="3909060"/>
              <a:ext cx="781856" cy="6222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25" name="Line 613"/>
            <p:cNvSpPr>
              <a:spLocks noChangeShapeType="1"/>
            </p:cNvSpPr>
            <p:nvPr/>
          </p:nvSpPr>
          <p:spPr bwMode="auto">
            <a:xfrm flipH="1">
              <a:off x="5548140" y="3861647"/>
              <a:ext cx="0" cy="162094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26" name="TextBox 325"/>
            <p:cNvSpPr txBox="1"/>
            <p:nvPr/>
          </p:nvSpPr>
          <p:spPr>
            <a:xfrm flipH="1">
              <a:off x="362358" y="332656"/>
              <a:ext cx="1656184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dirty="0" smtClean="0"/>
                <a:t>PA System M</a:t>
              </a:r>
              <a:r>
                <a:rPr lang="en-US" altLang="ko-KR" sz="1000" dirty="0" smtClean="0"/>
                <a:t>B</a:t>
              </a:r>
              <a:endParaRPr lang="ko-KR" altLang="en-US" sz="1000" dirty="0"/>
            </a:p>
          </p:txBody>
        </p:sp>
        <p:sp>
          <p:nvSpPr>
            <p:cNvPr id="327" name="TextBox 326"/>
            <p:cNvSpPr txBox="1"/>
            <p:nvPr/>
          </p:nvSpPr>
          <p:spPr>
            <a:xfrm flipH="1">
              <a:off x="3915133" y="5639023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28" name="TextBox 327"/>
            <p:cNvSpPr txBox="1"/>
            <p:nvPr/>
          </p:nvSpPr>
          <p:spPr>
            <a:xfrm flipH="1">
              <a:off x="4785579" y="5600397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29" name="TextBox 328"/>
            <p:cNvSpPr txBox="1"/>
            <p:nvPr/>
          </p:nvSpPr>
          <p:spPr>
            <a:xfrm flipH="1">
              <a:off x="2571364" y="560718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30" name="TextBox 329"/>
            <p:cNvSpPr txBox="1"/>
            <p:nvPr/>
          </p:nvSpPr>
          <p:spPr>
            <a:xfrm flipH="1">
              <a:off x="1705110" y="5646390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31" name="TextBox 330"/>
            <p:cNvSpPr txBox="1"/>
            <p:nvPr/>
          </p:nvSpPr>
          <p:spPr>
            <a:xfrm flipH="1">
              <a:off x="2124458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32" name="TextBox 331"/>
            <p:cNvSpPr txBox="1"/>
            <p:nvPr/>
          </p:nvSpPr>
          <p:spPr>
            <a:xfrm flipH="1">
              <a:off x="4554697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33" name="TextBox 332"/>
            <p:cNvSpPr txBox="1"/>
            <p:nvPr/>
          </p:nvSpPr>
          <p:spPr>
            <a:xfrm flipH="1">
              <a:off x="3900275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34" name="TextBox 333"/>
            <p:cNvSpPr txBox="1"/>
            <p:nvPr/>
          </p:nvSpPr>
          <p:spPr>
            <a:xfrm flipH="1">
              <a:off x="4006191" y="4342879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35" name="TextBox 334"/>
            <p:cNvSpPr txBox="1"/>
            <p:nvPr/>
          </p:nvSpPr>
          <p:spPr>
            <a:xfrm flipH="1">
              <a:off x="3085962" y="4340721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36" name="TextBox 335"/>
            <p:cNvSpPr txBox="1"/>
            <p:nvPr/>
          </p:nvSpPr>
          <p:spPr>
            <a:xfrm flipH="1">
              <a:off x="2929246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37" name="TextBox 336"/>
            <p:cNvSpPr txBox="1"/>
            <p:nvPr/>
          </p:nvSpPr>
          <p:spPr>
            <a:xfrm flipH="1">
              <a:off x="5359788" y="4725144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38" name="TextBox 337"/>
            <p:cNvSpPr txBox="1"/>
            <p:nvPr/>
          </p:nvSpPr>
          <p:spPr>
            <a:xfrm flipH="1">
              <a:off x="1466861" y="4721969"/>
              <a:ext cx="360040" cy="215444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lstStyle/>
            <a:p>
              <a:r>
                <a:rPr lang="en-US" altLang="ko-KR" sz="800" dirty="0" smtClean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8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39" name="Rectangle 209"/>
            <p:cNvSpPr>
              <a:spLocks noChangeArrowheads="1"/>
            </p:cNvSpPr>
            <p:nvPr/>
          </p:nvSpPr>
          <p:spPr bwMode="auto">
            <a:xfrm>
              <a:off x="7059102" y="3038100"/>
              <a:ext cx="216024" cy="288032"/>
            </a:xfrm>
            <a:prstGeom prst="rect">
              <a:avLst/>
            </a:prstGeom>
            <a:solidFill>
              <a:srgbClr val="FF99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75" tIns="60887" rIns="121775" bIns="6088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VOIP</a:t>
              </a:r>
              <a:endParaRPr lang="ko-KR" altLang="ko-KR" sz="600" dirty="0"/>
            </a:p>
          </p:txBody>
        </p:sp>
        <p:sp>
          <p:nvSpPr>
            <p:cNvPr id="340" name="Line 192"/>
            <p:cNvSpPr>
              <a:spLocks noChangeShapeType="1"/>
            </p:cNvSpPr>
            <p:nvPr/>
          </p:nvSpPr>
          <p:spPr bwMode="auto">
            <a:xfrm flipH="1">
              <a:off x="7281109" y="3060984"/>
              <a:ext cx="219303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41" name="Line 190"/>
            <p:cNvSpPr>
              <a:spLocks noChangeShapeType="1"/>
            </p:cNvSpPr>
            <p:nvPr/>
          </p:nvSpPr>
          <p:spPr bwMode="auto">
            <a:xfrm flipV="1">
              <a:off x="7493000" y="1745082"/>
              <a:ext cx="2079" cy="1311989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42" name="Rectangle 209"/>
            <p:cNvSpPr>
              <a:spLocks noChangeArrowheads="1"/>
            </p:cNvSpPr>
            <p:nvPr/>
          </p:nvSpPr>
          <p:spPr bwMode="auto">
            <a:xfrm>
              <a:off x="7059102" y="2750068"/>
              <a:ext cx="216024" cy="2880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75" tIns="60887" rIns="121775" bIns="60887" anchor="ctr"/>
            <a:lstStyle/>
            <a:p>
              <a:pPr algn="ctr"/>
              <a:r>
                <a:rPr lang="en-US" altLang="ko-KR" sz="600" dirty="0" smtClean="0"/>
                <a:t>485</a:t>
              </a:r>
            </a:p>
            <a:p>
              <a:pPr algn="ctr"/>
              <a:r>
                <a:rPr lang="en-US" altLang="ko-KR" sz="600" dirty="0" smtClean="0"/>
                <a:t>Card</a:t>
              </a:r>
              <a:endParaRPr lang="ko-KR" altLang="ko-KR" sz="600" dirty="0"/>
            </a:p>
          </p:txBody>
        </p:sp>
        <p:sp>
          <p:nvSpPr>
            <p:cNvPr id="343" name="Rectangle 571"/>
            <p:cNvSpPr>
              <a:spLocks noChangeArrowheads="1"/>
            </p:cNvSpPr>
            <p:nvPr/>
          </p:nvSpPr>
          <p:spPr bwMode="auto">
            <a:xfrm flipH="1">
              <a:off x="1349092" y="2883208"/>
              <a:ext cx="309410" cy="4571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ANSM</a:t>
              </a:r>
              <a:endParaRPr lang="ko-KR" altLang="ko-KR" dirty="0"/>
            </a:p>
          </p:txBody>
        </p:sp>
        <p:grpSp>
          <p:nvGrpSpPr>
            <p:cNvPr id="344" name="Group 574"/>
            <p:cNvGrpSpPr>
              <a:grpSpLocks/>
            </p:cNvGrpSpPr>
            <p:nvPr/>
          </p:nvGrpSpPr>
          <p:grpSpPr bwMode="auto">
            <a:xfrm rot="16200000" flipH="1">
              <a:off x="1427419" y="2716334"/>
              <a:ext cx="162094" cy="81047"/>
              <a:chOff x="3609" y="1970"/>
              <a:chExt cx="197" cy="91"/>
            </a:xfrm>
          </p:grpSpPr>
          <p:sp>
            <p:nvSpPr>
              <p:cNvPr id="345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46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47" name="Line 572"/>
            <p:cNvSpPr>
              <a:spLocks noChangeShapeType="1"/>
            </p:cNvSpPr>
            <p:nvPr/>
          </p:nvSpPr>
          <p:spPr bwMode="auto">
            <a:xfrm rot="5400000" flipV="1">
              <a:off x="1464918" y="2620957"/>
              <a:ext cx="91269" cy="67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48" name="Line 573"/>
            <p:cNvSpPr>
              <a:spLocks noChangeShapeType="1"/>
            </p:cNvSpPr>
            <p:nvPr/>
          </p:nvSpPr>
          <p:spPr bwMode="auto">
            <a:xfrm flipH="1" flipV="1">
              <a:off x="1513692" y="2591230"/>
              <a:ext cx="2959100" cy="9524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med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cxnSp>
          <p:nvCxnSpPr>
            <p:cNvPr id="349" name="꺾인 연결선 348"/>
            <p:cNvCxnSpPr/>
            <p:nvPr/>
          </p:nvCxnSpPr>
          <p:spPr>
            <a:xfrm flipH="1">
              <a:off x="7275127" y="5029200"/>
              <a:ext cx="572691" cy="272008"/>
            </a:xfrm>
            <a:prstGeom prst="bentConnector3">
              <a:avLst>
                <a:gd name="adj1" fmla="val 936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Rectangle 93"/>
            <p:cNvSpPr>
              <a:spLocks noChangeArrowheads="1"/>
            </p:cNvSpPr>
            <p:nvPr/>
          </p:nvSpPr>
          <p:spPr bwMode="auto">
            <a:xfrm flipH="1">
              <a:off x="7316323" y="5190102"/>
              <a:ext cx="486891" cy="8293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Audio LINE</a:t>
              </a:r>
              <a:endParaRPr lang="ko-KR" altLang="ko-KR" dirty="0"/>
            </a:p>
          </p:txBody>
        </p:sp>
        <p:grpSp>
          <p:nvGrpSpPr>
            <p:cNvPr id="351" name="그룹 350"/>
            <p:cNvGrpSpPr/>
            <p:nvPr/>
          </p:nvGrpSpPr>
          <p:grpSpPr>
            <a:xfrm flipH="1">
              <a:off x="310052" y="3232026"/>
              <a:ext cx="374247" cy="82240"/>
              <a:chOff x="7706444" y="3562784"/>
              <a:chExt cx="374247" cy="82240"/>
            </a:xfrm>
          </p:grpSpPr>
          <p:sp>
            <p:nvSpPr>
              <p:cNvPr id="352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353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54" name="Line 9"/>
            <p:cNvSpPr>
              <a:spLocks noChangeShapeType="1"/>
            </p:cNvSpPr>
            <p:nvPr/>
          </p:nvSpPr>
          <p:spPr bwMode="auto">
            <a:xfrm flipV="1">
              <a:off x="683070" y="3265805"/>
              <a:ext cx="6216776" cy="1192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55" name="Line 173"/>
            <p:cNvSpPr>
              <a:spLocks noChangeShapeType="1"/>
            </p:cNvSpPr>
            <p:nvPr/>
          </p:nvSpPr>
          <p:spPr bwMode="auto">
            <a:xfrm>
              <a:off x="5425292" y="2895600"/>
              <a:ext cx="1270" cy="381252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56" name="Line 128"/>
            <p:cNvSpPr>
              <a:spLocks noChangeShapeType="1"/>
            </p:cNvSpPr>
            <p:nvPr/>
          </p:nvSpPr>
          <p:spPr bwMode="auto">
            <a:xfrm flipH="1" flipV="1">
              <a:off x="6434942" y="4470400"/>
              <a:ext cx="6350" cy="19240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57" name="Line 109"/>
            <p:cNvSpPr>
              <a:spLocks noChangeShapeType="1"/>
            </p:cNvSpPr>
            <p:nvPr/>
          </p:nvSpPr>
          <p:spPr bwMode="auto">
            <a:xfrm>
              <a:off x="6434942" y="4470400"/>
              <a:ext cx="459514" cy="719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58" name="Line 74"/>
            <p:cNvSpPr>
              <a:spLocks noChangeShapeType="1"/>
            </p:cNvSpPr>
            <p:nvPr/>
          </p:nvSpPr>
          <p:spPr bwMode="auto">
            <a:xfrm flipH="1">
              <a:off x="6740439" y="6179820"/>
              <a:ext cx="1337883" cy="361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59" name="Line 75"/>
            <p:cNvSpPr>
              <a:spLocks noChangeShapeType="1"/>
            </p:cNvSpPr>
            <p:nvPr/>
          </p:nvSpPr>
          <p:spPr bwMode="auto">
            <a:xfrm>
              <a:off x="679640" y="6185787"/>
              <a:ext cx="5947414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oval"/>
              <a:tailEnd type="none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0" name="Line 117"/>
            <p:cNvSpPr>
              <a:spLocks noChangeShapeType="1"/>
            </p:cNvSpPr>
            <p:nvPr/>
          </p:nvSpPr>
          <p:spPr bwMode="auto">
            <a:xfrm flipH="1" flipV="1">
              <a:off x="680254" y="6524625"/>
              <a:ext cx="7386960" cy="845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1" name="Line 118"/>
            <p:cNvSpPr>
              <a:spLocks noChangeShapeType="1"/>
            </p:cNvSpPr>
            <p:nvPr/>
          </p:nvSpPr>
          <p:spPr bwMode="auto">
            <a:xfrm flipH="1">
              <a:off x="680254" y="6633928"/>
              <a:ext cx="7386960" cy="23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2" name="Line 134"/>
            <p:cNvSpPr>
              <a:spLocks noChangeShapeType="1"/>
            </p:cNvSpPr>
            <p:nvPr/>
          </p:nvSpPr>
          <p:spPr bwMode="auto">
            <a:xfrm flipH="1" flipV="1">
              <a:off x="685017" y="6286500"/>
              <a:ext cx="7382197" cy="7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3" name="Line 135"/>
            <p:cNvSpPr>
              <a:spLocks noChangeShapeType="1"/>
            </p:cNvSpPr>
            <p:nvPr/>
          </p:nvSpPr>
          <p:spPr bwMode="auto">
            <a:xfrm flipH="1">
              <a:off x="675491" y="6402706"/>
              <a:ext cx="7391722" cy="2857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64" name="Rectangle 207"/>
            <p:cNvSpPr>
              <a:spLocks noChangeArrowheads="1"/>
            </p:cNvSpPr>
            <p:nvPr/>
          </p:nvSpPr>
          <p:spPr bwMode="auto">
            <a:xfrm>
              <a:off x="1038779" y="6092822"/>
              <a:ext cx="523229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65" name="Rectangle 208"/>
            <p:cNvSpPr>
              <a:spLocks noChangeArrowheads="1"/>
            </p:cNvSpPr>
            <p:nvPr/>
          </p:nvSpPr>
          <p:spPr bwMode="auto">
            <a:xfrm>
              <a:off x="1059041" y="6213202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/>
                <a:t>Dual- tone TL</a:t>
              </a:r>
              <a:endParaRPr lang="ko-KR" altLang="ko-KR" sz="600" dirty="0"/>
            </a:p>
          </p:txBody>
        </p:sp>
        <p:sp>
          <p:nvSpPr>
            <p:cNvPr id="366" name="Rectangle 209"/>
            <p:cNvSpPr>
              <a:spLocks noChangeArrowheads="1"/>
            </p:cNvSpPr>
            <p:nvPr/>
          </p:nvSpPr>
          <p:spPr bwMode="auto">
            <a:xfrm>
              <a:off x="1055465" y="6321661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 </a:t>
              </a:r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367" name="Rectangle 210"/>
            <p:cNvSpPr>
              <a:spLocks noChangeArrowheads="1"/>
            </p:cNvSpPr>
            <p:nvPr/>
          </p:nvSpPr>
          <p:spPr bwMode="auto">
            <a:xfrm>
              <a:off x="1056657" y="6438464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68" name="Rectangle 211"/>
            <p:cNvSpPr>
              <a:spLocks noChangeArrowheads="1"/>
            </p:cNvSpPr>
            <p:nvPr/>
          </p:nvSpPr>
          <p:spPr bwMode="auto">
            <a:xfrm>
              <a:off x="1056657" y="6552883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69" name="Rectangle 228"/>
            <p:cNvSpPr>
              <a:spLocks noChangeArrowheads="1"/>
            </p:cNvSpPr>
            <p:nvPr/>
          </p:nvSpPr>
          <p:spPr bwMode="auto">
            <a:xfrm flipH="1">
              <a:off x="7526107" y="6088055"/>
              <a:ext cx="523230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70" name="Rectangle 229"/>
            <p:cNvSpPr>
              <a:spLocks noChangeArrowheads="1"/>
            </p:cNvSpPr>
            <p:nvPr/>
          </p:nvSpPr>
          <p:spPr bwMode="auto">
            <a:xfrm flipH="1">
              <a:off x="7457243" y="6208434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/>
                <a:t>Dual- tone TL</a:t>
              </a:r>
              <a:endParaRPr lang="ko-KR" altLang="ko-KR" sz="600" dirty="0"/>
            </a:p>
          </p:txBody>
        </p:sp>
        <p:sp>
          <p:nvSpPr>
            <p:cNvPr id="371" name="Rectangle 230"/>
            <p:cNvSpPr>
              <a:spLocks noChangeArrowheads="1"/>
            </p:cNvSpPr>
            <p:nvPr/>
          </p:nvSpPr>
          <p:spPr bwMode="auto">
            <a:xfrm flipH="1">
              <a:off x="7491151" y="6316894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 </a:t>
              </a:r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372" name="Rectangle 231"/>
            <p:cNvSpPr>
              <a:spLocks noChangeArrowheads="1"/>
            </p:cNvSpPr>
            <p:nvPr/>
          </p:nvSpPr>
          <p:spPr bwMode="auto">
            <a:xfrm flipH="1">
              <a:off x="7539218" y="6433697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73" name="Rectangle 232"/>
            <p:cNvSpPr>
              <a:spLocks noChangeArrowheads="1"/>
            </p:cNvSpPr>
            <p:nvPr/>
          </p:nvSpPr>
          <p:spPr bwMode="auto">
            <a:xfrm flipH="1">
              <a:off x="7539218" y="6548116"/>
              <a:ext cx="49224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74" name="Oval 567"/>
            <p:cNvSpPr>
              <a:spLocks noChangeArrowheads="1"/>
            </p:cNvSpPr>
            <p:nvPr/>
          </p:nvSpPr>
          <p:spPr bwMode="auto">
            <a:xfrm>
              <a:off x="314247" y="6377048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375" name="Oval 567"/>
            <p:cNvSpPr>
              <a:spLocks noChangeArrowheads="1"/>
            </p:cNvSpPr>
            <p:nvPr/>
          </p:nvSpPr>
          <p:spPr bwMode="auto">
            <a:xfrm>
              <a:off x="328454" y="6156261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endParaRPr lang="ko-KR" altLang="ko-KR"/>
            </a:p>
          </p:txBody>
        </p:sp>
        <p:sp>
          <p:nvSpPr>
            <p:cNvPr id="376" name="Line 109"/>
            <p:cNvSpPr>
              <a:spLocks noChangeShapeType="1"/>
            </p:cNvSpPr>
            <p:nvPr/>
          </p:nvSpPr>
          <p:spPr bwMode="auto">
            <a:xfrm>
              <a:off x="6536542" y="4584700"/>
              <a:ext cx="353144" cy="8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none" w="med" len="lg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7" name="Line 128"/>
            <p:cNvSpPr>
              <a:spLocks noChangeShapeType="1"/>
            </p:cNvSpPr>
            <p:nvPr/>
          </p:nvSpPr>
          <p:spPr bwMode="auto">
            <a:xfrm flipH="1" flipV="1">
              <a:off x="6536542" y="4578350"/>
              <a:ext cx="5804" cy="171727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none" w="med" len="lg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8" name="Line 77"/>
            <p:cNvSpPr>
              <a:spLocks noChangeShapeType="1"/>
            </p:cNvSpPr>
            <p:nvPr/>
          </p:nvSpPr>
          <p:spPr bwMode="auto">
            <a:xfrm flipV="1">
              <a:off x="675790" y="3497068"/>
              <a:ext cx="6217876" cy="1782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79" name="Rectangle 102"/>
            <p:cNvSpPr>
              <a:spLocks noChangeArrowheads="1"/>
            </p:cNvSpPr>
            <p:nvPr/>
          </p:nvSpPr>
          <p:spPr bwMode="auto">
            <a:xfrm flipH="1">
              <a:off x="6063848" y="3159057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380" name="Rectangle 102"/>
            <p:cNvSpPr>
              <a:spLocks noChangeArrowheads="1"/>
            </p:cNvSpPr>
            <p:nvPr/>
          </p:nvSpPr>
          <p:spPr bwMode="auto">
            <a:xfrm flipH="1">
              <a:off x="6057498" y="3401442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PA </a:t>
              </a:r>
              <a:r>
                <a:rPr lang="en-US" altLang="ko-KR" sz="600" dirty="0">
                  <a:latin typeface="Arial" charset="0"/>
                </a:rPr>
                <a:t>Audio &amp; Signal</a:t>
              </a:r>
              <a:endParaRPr lang="ko-KR" altLang="ko-KR" dirty="0"/>
            </a:p>
          </p:txBody>
        </p:sp>
        <p:sp>
          <p:nvSpPr>
            <p:cNvPr id="381" name="Line 608"/>
            <p:cNvSpPr>
              <a:spLocks noChangeShapeType="1"/>
            </p:cNvSpPr>
            <p:nvPr/>
          </p:nvSpPr>
          <p:spPr bwMode="auto">
            <a:xfrm flipH="1">
              <a:off x="5756455" y="3492500"/>
              <a:ext cx="5388" cy="161882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2" name="Line 211"/>
            <p:cNvSpPr>
              <a:spLocks noChangeShapeType="1"/>
            </p:cNvSpPr>
            <p:nvPr/>
          </p:nvSpPr>
          <p:spPr bwMode="auto">
            <a:xfrm flipH="1">
              <a:off x="4024482" y="2880612"/>
              <a:ext cx="7620" cy="3962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3" name="Line 30"/>
            <p:cNvSpPr>
              <a:spLocks noChangeShapeType="1"/>
            </p:cNvSpPr>
            <p:nvPr/>
          </p:nvSpPr>
          <p:spPr bwMode="auto">
            <a:xfrm>
              <a:off x="2321288" y="2874262"/>
              <a:ext cx="0" cy="40386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4" name="Line 608"/>
            <p:cNvSpPr>
              <a:spLocks noChangeShapeType="1"/>
            </p:cNvSpPr>
            <p:nvPr/>
          </p:nvSpPr>
          <p:spPr bwMode="auto">
            <a:xfrm flipH="1">
              <a:off x="5646500" y="3268980"/>
              <a:ext cx="2312" cy="375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5" name="Line 608"/>
            <p:cNvSpPr>
              <a:spLocks noChangeShapeType="1"/>
            </p:cNvSpPr>
            <p:nvPr/>
          </p:nvSpPr>
          <p:spPr bwMode="auto">
            <a:xfrm>
              <a:off x="5534512" y="3154680"/>
              <a:ext cx="7278" cy="490048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6" name="Line 608"/>
            <p:cNvSpPr>
              <a:spLocks noChangeShapeType="1"/>
            </p:cNvSpPr>
            <p:nvPr/>
          </p:nvSpPr>
          <p:spPr bwMode="auto">
            <a:xfrm flipH="1">
              <a:off x="2543816" y="3276600"/>
              <a:ext cx="1116" cy="102108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7" name="Line 610"/>
            <p:cNvSpPr>
              <a:spLocks noChangeShapeType="1"/>
            </p:cNvSpPr>
            <p:nvPr/>
          </p:nvSpPr>
          <p:spPr bwMode="auto">
            <a:xfrm flipH="1">
              <a:off x="2421294" y="3154681"/>
              <a:ext cx="3897" cy="1139615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8" name="Line 608"/>
            <p:cNvSpPr>
              <a:spLocks noChangeShapeType="1"/>
            </p:cNvSpPr>
            <p:nvPr/>
          </p:nvSpPr>
          <p:spPr bwMode="auto">
            <a:xfrm flipH="1">
              <a:off x="4929992" y="3262630"/>
              <a:ext cx="0" cy="102870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89" name="Line 609"/>
            <p:cNvSpPr>
              <a:spLocks noChangeShapeType="1"/>
            </p:cNvSpPr>
            <p:nvPr/>
          </p:nvSpPr>
          <p:spPr bwMode="auto">
            <a:xfrm flipH="1">
              <a:off x="4818596" y="3154681"/>
              <a:ext cx="10417" cy="1139615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90" name="Line 608"/>
            <p:cNvSpPr>
              <a:spLocks noChangeShapeType="1"/>
            </p:cNvSpPr>
            <p:nvPr/>
          </p:nvSpPr>
          <p:spPr bwMode="auto">
            <a:xfrm>
              <a:off x="4707742" y="3498850"/>
              <a:ext cx="0" cy="7937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391" name="Line 608"/>
            <p:cNvSpPr>
              <a:spLocks noChangeShapeType="1"/>
            </p:cNvSpPr>
            <p:nvPr/>
          </p:nvSpPr>
          <p:spPr bwMode="auto">
            <a:xfrm>
              <a:off x="2306574" y="3501008"/>
              <a:ext cx="0" cy="7937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grpSp>
          <p:nvGrpSpPr>
            <p:cNvPr id="393" name="그룹 392"/>
            <p:cNvGrpSpPr/>
            <p:nvPr/>
          </p:nvGrpSpPr>
          <p:grpSpPr>
            <a:xfrm>
              <a:off x="675184" y="2966472"/>
              <a:ext cx="832684" cy="541776"/>
              <a:chOff x="6893238" y="1628800"/>
              <a:chExt cx="832684" cy="541776"/>
            </a:xfrm>
          </p:grpSpPr>
          <p:sp>
            <p:nvSpPr>
              <p:cNvPr id="394" name="Rectangle 101"/>
              <p:cNvSpPr>
                <a:spLocks noChangeArrowheads="1"/>
              </p:cNvSpPr>
              <p:nvPr/>
            </p:nvSpPr>
            <p:spPr bwMode="auto">
              <a:xfrm>
                <a:off x="7092280" y="1628800"/>
                <a:ext cx="493433" cy="6555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395" name="Rectangle 102"/>
              <p:cNvSpPr>
                <a:spLocks noChangeArrowheads="1"/>
              </p:cNvSpPr>
              <p:nvPr/>
            </p:nvSpPr>
            <p:spPr bwMode="auto">
              <a:xfrm>
                <a:off x="6893238" y="171103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396" name="Rectangle 76"/>
              <p:cNvSpPr>
                <a:spLocks noChangeArrowheads="1"/>
              </p:cNvSpPr>
              <p:nvPr/>
            </p:nvSpPr>
            <p:spPr bwMode="auto">
              <a:xfrm>
                <a:off x="7032178" y="1970992"/>
                <a:ext cx="692475" cy="5244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ADDRESS, ACT</a:t>
                </a:r>
                <a:endParaRPr lang="ko-KR" altLang="ko-KR" dirty="0"/>
              </a:p>
            </p:txBody>
          </p:sp>
          <p:sp>
            <p:nvSpPr>
              <p:cNvPr id="397" name="Rectangle 102"/>
              <p:cNvSpPr>
                <a:spLocks noChangeArrowheads="1"/>
              </p:cNvSpPr>
              <p:nvPr/>
            </p:nvSpPr>
            <p:spPr bwMode="auto">
              <a:xfrm>
                <a:off x="6918638" y="1814962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 smtClean="0">
                    <a:latin typeface="Arial" charset="0"/>
                  </a:rPr>
                  <a:t>Dual - tone</a:t>
                </a:r>
                <a:endParaRPr lang="ko-KR" altLang="ko-KR" dirty="0"/>
              </a:p>
            </p:txBody>
          </p:sp>
          <p:sp>
            <p:nvSpPr>
              <p:cNvPr id="398" name="Rectangle 102"/>
              <p:cNvSpPr>
                <a:spLocks noChangeArrowheads="1"/>
              </p:cNvSpPr>
              <p:nvPr/>
            </p:nvSpPr>
            <p:spPr bwMode="auto">
              <a:xfrm>
                <a:off x="6924988" y="205734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 smtClean="0">
                    <a:latin typeface="Arial" charset="0"/>
                  </a:rPr>
                  <a:t>PA </a:t>
                </a:r>
                <a:r>
                  <a:rPr lang="en-US" altLang="ko-KR" sz="600" dirty="0">
                    <a:latin typeface="Arial" charset="0"/>
                  </a:rPr>
                  <a:t>Audio &amp; Signal</a:t>
                </a:r>
                <a:endParaRPr lang="ko-KR" altLang="ko-KR" dirty="0"/>
              </a:p>
            </p:txBody>
          </p:sp>
        </p:grpSp>
        <p:sp>
          <p:nvSpPr>
            <p:cNvPr id="399" name="Rectangle 106"/>
            <p:cNvSpPr>
              <a:spLocks noChangeArrowheads="1"/>
            </p:cNvSpPr>
            <p:nvPr/>
          </p:nvSpPr>
          <p:spPr bwMode="auto">
            <a:xfrm>
              <a:off x="6326481" y="4182989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400" name="Rectangle 108"/>
            <p:cNvSpPr>
              <a:spLocks noChangeArrowheads="1"/>
            </p:cNvSpPr>
            <p:nvPr/>
          </p:nvSpPr>
          <p:spPr bwMode="auto">
            <a:xfrm>
              <a:off x="6300193" y="4293097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401" name="Rectangle 106"/>
            <p:cNvSpPr>
              <a:spLocks noChangeArrowheads="1"/>
            </p:cNvSpPr>
            <p:nvPr/>
          </p:nvSpPr>
          <p:spPr bwMode="auto">
            <a:xfrm>
              <a:off x="6411688" y="4392764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402" name="Rectangle 106"/>
            <p:cNvSpPr>
              <a:spLocks noChangeArrowheads="1"/>
            </p:cNvSpPr>
            <p:nvPr/>
          </p:nvSpPr>
          <p:spPr bwMode="auto">
            <a:xfrm>
              <a:off x="6463641" y="4513920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Dual- tone TL</a:t>
              </a:r>
              <a:endParaRPr lang="ko-KR" altLang="ko-KR" dirty="0"/>
            </a:p>
          </p:txBody>
        </p:sp>
        <p:sp>
          <p:nvSpPr>
            <p:cNvPr id="403" name="Rectangle 106"/>
            <p:cNvSpPr>
              <a:spLocks noChangeArrowheads="1"/>
            </p:cNvSpPr>
            <p:nvPr/>
          </p:nvSpPr>
          <p:spPr bwMode="auto">
            <a:xfrm>
              <a:off x="6481119" y="4650289"/>
              <a:ext cx="493433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405" name="Line 202"/>
            <p:cNvSpPr>
              <a:spLocks noChangeShapeType="1"/>
            </p:cNvSpPr>
            <p:nvPr/>
          </p:nvSpPr>
          <p:spPr bwMode="auto">
            <a:xfrm flipH="1" flipV="1">
              <a:off x="7400886" y="2268386"/>
              <a:ext cx="6843" cy="51835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06" name="Line 195"/>
            <p:cNvSpPr>
              <a:spLocks noChangeShapeType="1"/>
            </p:cNvSpPr>
            <p:nvPr/>
          </p:nvSpPr>
          <p:spPr bwMode="auto">
            <a:xfrm flipV="1">
              <a:off x="7283503" y="2792068"/>
              <a:ext cx="12276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08" name="Rectangle 74"/>
            <p:cNvSpPr>
              <a:spLocks noChangeArrowheads="1"/>
            </p:cNvSpPr>
            <p:nvPr/>
          </p:nvSpPr>
          <p:spPr bwMode="auto">
            <a:xfrm flipH="1">
              <a:off x="6380983" y="2858845"/>
              <a:ext cx="522038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그룹 641"/>
          <p:cNvGrpSpPr/>
          <p:nvPr/>
        </p:nvGrpSpPr>
        <p:grpSpPr>
          <a:xfrm>
            <a:off x="7692079" y="2780811"/>
            <a:ext cx="374246" cy="85814"/>
            <a:chOff x="10763258" y="8618765"/>
            <a:chExt cx="523945" cy="120140"/>
          </a:xfrm>
        </p:grpSpPr>
        <p:sp>
          <p:nvSpPr>
            <p:cNvPr id="643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4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639" name="그룹 638"/>
          <p:cNvGrpSpPr/>
          <p:nvPr/>
        </p:nvGrpSpPr>
        <p:grpSpPr>
          <a:xfrm>
            <a:off x="7695286" y="2893304"/>
            <a:ext cx="374246" cy="85814"/>
            <a:chOff x="10763258" y="8618765"/>
            <a:chExt cx="523945" cy="120140"/>
          </a:xfrm>
        </p:grpSpPr>
        <p:sp>
          <p:nvSpPr>
            <p:cNvPr id="640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1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648" name="그룹 647"/>
          <p:cNvGrpSpPr/>
          <p:nvPr/>
        </p:nvGrpSpPr>
        <p:grpSpPr>
          <a:xfrm>
            <a:off x="7695883" y="1542986"/>
            <a:ext cx="374246" cy="85814"/>
            <a:chOff x="10763258" y="8618765"/>
            <a:chExt cx="523945" cy="120140"/>
          </a:xfrm>
        </p:grpSpPr>
        <p:sp>
          <p:nvSpPr>
            <p:cNvPr id="649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50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" name="Line 46"/>
          <p:cNvSpPr>
            <a:spLocks noChangeShapeType="1"/>
          </p:cNvSpPr>
          <p:nvPr/>
        </p:nvSpPr>
        <p:spPr bwMode="auto">
          <a:xfrm flipV="1">
            <a:off x="1588812" y="2796267"/>
            <a:ext cx="6099224" cy="1552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" name="Line 46"/>
          <p:cNvSpPr>
            <a:spLocks noChangeShapeType="1"/>
          </p:cNvSpPr>
          <p:nvPr/>
        </p:nvSpPr>
        <p:spPr bwMode="auto">
          <a:xfrm>
            <a:off x="1578429" y="2902857"/>
            <a:ext cx="6113009" cy="226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" name="Freeform 548"/>
          <p:cNvSpPr>
            <a:spLocks/>
          </p:cNvSpPr>
          <p:nvPr/>
        </p:nvSpPr>
        <p:spPr bwMode="auto">
          <a:xfrm flipH="1">
            <a:off x="7702248" y="640803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" name="Line 560"/>
          <p:cNvSpPr>
            <a:spLocks noChangeShapeType="1"/>
          </p:cNvSpPr>
          <p:nvPr/>
        </p:nvSpPr>
        <p:spPr bwMode="auto">
          <a:xfrm>
            <a:off x="7878536" y="244929"/>
            <a:ext cx="2085" cy="6590427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" name="Rectangle 33"/>
          <p:cNvSpPr>
            <a:spLocks noChangeArrowheads="1"/>
          </p:cNvSpPr>
          <p:nvPr/>
        </p:nvSpPr>
        <p:spPr bwMode="auto">
          <a:xfrm>
            <a:off x="413580" y="22646"/>
            <a:ext cx="989249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</a:t>
            </a:r>
            <a:r>
              <a:rPr lang="en-US" altLang="ko-KR" sz="600" b="1" dirty="0" smtClean="0">
                <a:latin typeface="Arial" charset="0"/>
              </a:rPr>
              <a:t>Rack-A </a:t>
            </a:r>
            <a:endParaRPr lang="ko-KR" altLang="ko-KR" dirty="0"/>
          </a:p>
        </p:txBody>
      </p:sp>
      <p:sp>
        <p:nvSpPr>
          <p:cNvPr id="34" name="Freeform 544"/>
          <p:cNvSpPr>
            <a:spLocks/>
          </p:cNvSpPr>
          <p:nvPr/>
        </p:nvSpPr>
        <p:spPr bwMode="auto">
          <a:xfrm flipH="1">
            <a:off x="7707802" y="653941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" name="Freeform 545"/>
          <p:cNvSpPr>
            <a:spLocks/>
          </p:cNvSpPr>
          <p:nvPr/>
        </p:nvSpPr>
        <p:spPr bwMode="auto">
          <a:xfrm flipH="1">
            <a:off x="7707802" y="6647875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" name="Freeform 548"/>
          <p:cNvSpPr>
            <a:spLocks/>
          </p:cNvSpPr>
          <p:nvPr/>
        </p:nvSpPr>
        <p:spPr bwMode="auto">
          <a:xfrm flipH="1">
            <a:off x="7703038" y="6289913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9" name="Oval 563"/>
          <p:cNvSpPr>
            <a:spLocks noChangeArrowheads="1"/>
          </p:cNvSpPr>
          <p:nvPr/>
        </p:nvSpPr>
        <p:spPr bwMode="auto">
          <a:xfrm flipH="1">
            <a:off x="8024838" y="6508427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0" name="Oval 564"/>
          <p:cNvSpPr>
            <a:spLocks noChangeArrowheads="1"/>
          </p:cNvSpPr>
          <p:nvPr/>
        </p:nvSpPr>
        <p:spPr bwMode="auto">
          <a:xfrm flipH="1">
            <a:off x="8024838" y="6616886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1" name="Oval 567"/>
          <p:cNvSpPr>
            <a:spLocks noChangeArrowheads="1"/>
          </p:cNvSpPr>
          <p:nvPr/>
        </p:nvSpPr>
        <p:spPr bwMode="auto">
          <a:xfrm flipH="1">
            <a:off x="8020075" y="625892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4" name="Rectangle 2"/>
          <p:cNvSpPr>
            <a:spLocks noChangeArrowheads="1"/>
          </p:cNvSpPr>
          <p:nvPr/>
        </p:nvSpPr>
        <p:spPr bwMode="auto">
          <a:xfrm flipH="1">
            <a:off x="301543" y="184740"/>
            <a:ext cx="1243116" cy="4844460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70" name="Rectangle 32"/>
          <p:cNvSpPr>
            <a:spLocks noChangeArrowheads="1"/>
          </p:cNvSpPr>
          <p:nvPr/>
        </p:nvSpPr>
        <p:spPr bwMode="auto">
          <a:xfrm rot="16200000" flipH="1">
            <a:off x="-69128" y="2808038"/>
            <a:ext cx="90343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71" name="Rectangle 34"/>
          <p:cNvSpPr>
            <a:spLocks noChangeArrowheads="1"/>
          </p:cNvSpPr>
          <p:nvPr/>
        </p:nvSpPr>
        <p:spPr bwMode="auto">
          <a:xfrm>
            <a:off x="1662656" y="1462422"/>
            <a:ext cx="520845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72" name="Line 35"/>
          <p:cNvSpPr>
            <a:spLocks noChangeShapeType="1"/>
          </p:cNvSpPr>
          <p:nvPr/>
        </p:nvSpPr>
        <p:spPr bwMode="auto">
          <a:xfrm flipV="1">
            <a:off x="1491026" y="1558018"/>
            <a:ext cx="6217421" cy="1286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3" name="Rectangle 40"/>
          <p:cNvSpPr>
            <a:spLocks noChangeArrowheads="1"/>
          </p:cNvSpPr>
          <p:nvPr/>
        </p:nvSpPr>
        <p:spPr bwMode="auto">
          <a:xfrm>
            <a:off x="1514863" y="252676"/>
            <a:ext cx="522038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74" name="Line 41"/>
          <p:cNvSpPr>
            <a:spLocks noChangeShapeType="1"/>
          </p:cNvSpPr>
          <p:nvPr/>
        </p:nvSpPr>
        <p:spPr bwMode="auto">
          <a:xfrm>
            <a:off x="1486259" y="400467"/>
            <a:ext cx="523229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5" name="Line 49"/>
          <p:cNvSpPr>
            <a:spLocks noChangeShapeType="1"/>
          </p:cNvSpPr>
          <p:nvPr/>
        </p:nvSpPr>
        <p:spPr bwMode="auto">
          <a:xfrm flipH="1" flipV="1">
            <a:off x="1491025" y="4834211"/>
            <a:ext cx="16209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6" name="Line 50"/>
          <p:cNvSpPr>
            <a:spLocks noChangeShapeType="1"/>
          </p:cNvSpPr>
          <p:nvPr/>
        </p:nvSpPr>
        <p:spPr bwMode="auto">
          <a:xfrm>
            <a:off x="1491026" y="4725751"/>
            <a:ext cx="26936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7" name="Line 53"/>
          <p:cNvSpPr>
            <a:spLocks noChangeShapeType="1"/>
          </p:cNvSpPr>
          <p:nvPr/>
        </p:nvSpPr>
        <p:spPr bwMode="auto">
          <a:xfrm flipH="1" flipV="1">
            <a:off x="1653119" y="4834212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8" name="Line 54"/>
          <p:cNvSpPr>
            <a:spLocks noChangeShapeType="1"/>
          </p:cNvSpPr>
          <p:nvPr/>
        </p:nvSpPr>
        <p:spPr bwMode="auto">
          <a:xfrm flipH="1" flipV="1">
            <a:off x="1760387" y="4726943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9" name="Rectangle 59"/>
          <p:cNvSpPr>
            <a:spLocks noChangeArrowheads="1"/>
          </p:cNvSpPr>
          <p:nvPr/>
        </p:nvSpPr>
        <p:spPr bwMode="auto">
          <a:xfrm flipH="1">
            <a:off x="1112012" y="2219257"/>
            <a:ext cx="379014" cy="2777049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80" name="Line 60"/>
          <p:cNvSpPr>
            <a:spLocks noChangeShapeType="1"/>
          </p:cNvSpPr>
          <p:nvPr/>
        </p:nvSpPr>
        <p:spPr bwMode="auto">
          <a:xfrm flipH="1">
            <a:off x="1491025" y="1322892"/>
            <a:ext cx="162094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1" name="Oval 61"/>
          <p:cNvSpPr>
            <a:spLocks noChangeArrowheads="1"/>
          </p:cNvSpPr>
          <p:nvPr/>
        </p:nvSpPr>
        <p:spPr bwMode="auto">
          <a:xfrm>
            <a:off x="1598295" y="1264493"/>
            <a:ext cx="108459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82" name="Rectangle 64"/>
          <p:cNvSpPr>
            <a:spLocks noChangeArrowheads="1"/>
          </p:cNvSpPr>
          <p:nvPr/>
        </p:nvSpPr>
        <p:spPr bwMode="auto">
          <a:xfrm>
            <a:off x="1544659" y="2412338"/>
            <a:ext cx="493433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83" name="Line 65"/>
          <p:cNvSpPr>
            <a:spLocks noChangeShapeType="1"/>
          </p:cNvSpPr>
          <p:nvPr/>
        </p:nvSpPr>
        <p:spPr bwMode="auto">
          <a:xfrm>
            <a:off x="1491027" y="2489810"/>
            <a:ext cx="53991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4" name="Rectangle 66"/>
          <p:cNvSpPr>
            <a:spLocks noChangeArrowheads="1"/>
          </p:cNvSpPr>
          <p:nvPr/>
        </p:nvSpPr>
        <p:spPr bwMode="auto">
          <a:xfrm>
            <a:off x="1544659" y="2293152"/>
            <a:ext cx="493433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85" name="Line 67"/>
          <p:cNvSpPr>
            <a:spLocks noChangeShapeType="1"/>
          </p:cNvSpPr>
          <p:nvPr/>
        </p:nvSpPr>
        <p:spPr bwMode="auto">
          <a:xfrm>
            <a:off x="1491027" y="2382542"/>
            <a:ext cx="53991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6" name="Rectangle 68"/>
          <p:cNvSpPr>
            <a:spLocks noChangeArrowheads="1"/>
          </p:cNvSpPr>
          <p:nvPr/>
        </p:nvSpPr>
        <p:spPr bwMode="auto">
          <a:xfrm>
            <a:off x="1500561" y="2179926"/>
            <a:ext cx="493433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87" name="Line 69"/>
          <p:cNvSpPr>
            <a:spLocks noChangeShapeType="1"/>
          </p:cNvSpPr>
          <p:nvPr/>
        </p:nvSpPr>
        <p:spPr bwMode="auto">
          <a:xfrm>
            <a:off x="1491027" y="2274081"/>
            <a:ext cx="539915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8" name="Rectangle 70"/>
          <p:cNvSpPr>
            <a:spLocks noChangeArrowheads="1"/>
          </p:cNvSpPr>
          <p:nvPr/>
        </p:nvSpPr>
        <p:spPr bwMode="auto">
          <a:xfrm>
            <a:off x="1662654" y="977332"/>
            <a:ext cx="638840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CDT</a:t>
            </a:r>
            <a:endParaRPr lang="ko-KR" altLang="ko-KR" dirty="0"/>
          </a:p>
        </p:txBody>
      </p:sp>
      <p:sp>
        <p:nvSpPr>
          <p:cNvPr id="89" name="Line 71"/>
          <p:cNvSpPr>
            <a:spLocks noChangeShapeType="1"/>
          </p:cNvSpPr>
          <p:nvPr/>
        </p:nvSpPr>
        <p:spPr bwMode="auto">
          <a:xfrm flipV="1">
            <a:off x="1491026" y="1079501"/>
            <a:ext cx="667974" cy="5099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90" name="Rectangle 72"/>
          <p:cNvSpPr>
            <a:spLocks noChangeArrowheads="1"/>
          </p:cNvSpPr>
          <p:nvPr/>
        </p:nvSpPr>
        <p:spPr bwMode="auto">
          <a:xfrm>
            <a:off x="1662656" y="1570880"/>
            <a:ext cx="520845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91" name="Line 73"/>
          <p:cNvSpPr>
            <a:spLocks noChangeShapeType="1"/>
          </p:cNvSpPr>
          <p:nvPr/>
        </p:nvSpPr>
        <p:spPr bwMode="auto">
          <a:xfrm>
            <a:off x="1491026" y="1679340"/>
            <a:ext cx="966036" cy="17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none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92" name="Rectangle 74"/>
          <p:cNvSpPr>
            <a:spLocks noChangeArrowheads="1"/>
          </p:cNvSpPr>
          <p:nvPr/>
        </p:nvSpPr>
        <p:spPr bwMode="auto">
          <a:xfrm>
            <a:off x="1500165" y="2708920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93" name="Rectangle 81"/>
          <p:cNvSpPr>
            <a:spLocks noChangeArrowheads="1"/>
          </p:cNvSpPr>
          <p:nvPr/>
        </p:nvSpPr>
        <p:spPr bwMode="auto">
          <a:xfrm>
            <a:off x="508927" y="5371744"/>
            <a:ext cx="49462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94" name="Line 82"/>
          <p:cNvSpPr>
            <a:spLocks noChangeShapeType="1"/>
          </p:cNvSpPr>
          <p:nvPr/>
        </p:nvSpPr>
        <p:spPr bwMode="auto">
          <a:xfrm flipV="1">
            <a:off x="463638" y="5483778"/>
            <a:ext cx="6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6" name="Rectangle 106"/>
          <p:cNvSpPr>
            <a:spLocks noChangeArrowheads="1"/>
          </p:cNvSpPr>
          <p:nvPr/>
        </p:nvSpPr>
        <p:spPr bwMode="auto">
          <a:xfrm>
            <a:off x="1499369" y="41858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107" name="Line 107"/>
          <p:cNvSpPr>
            <a:spLocks noChangeShapeType="1"/>
          </p:cNvSpPr>
          <p:nvPr/>
        </p:nvSpPr>
        <p:spPr bwMode="auto">
          <a:xfrm flipH="1" flipV="1">
            <a:off x="1491027" y="4262115"/>
            <a:ext cx="702009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8" name="Rectangle 108"/>
          <p:cNvSpPr>
            <a:spLocks noChangeArrowheads="1"/>
          </p:cNvSpPr>
          <p:nvPr/>
        </p:nvSpPr>
        <p:spPr bwMode="auto">
          <a:xfrm>
            <a:off x="1499369" y="4287146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109" name="Line 109"/>
          <p:cNvSpPr>
            <a:spLocks noChangeShapeType="1"/>
          </p:cNvSpPr>
          <p:nvPr/>
        </p:nvSpPr>
        <p:spPr bwMode="auto">
          <a:xfrm flipH="1" flipV="1">
            <a:off x="1491026" y="4370575"/>
            <a:ext cx="59355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0" name="Rectangle 112"/>
          <p:cNvSpPr>
            <a:spLocks noChangeArrowheads="1"/>
          </p:cNvSpPr>
          <p:nvPr/>
        </p:nvSpPr>
        <p:spPr bwMode="auto">
          <a:xfrm rot="16200000" flipH="1">
            <a:off x="-1168029" y="2716265"/>
            <a:ext cx="3965340" cy="594742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111" name="Rectangle 115"/>
          <p:cNvSpPr>
            <a:spLocks noChangeArrowheads="1"/>
          </p:cNvSpPr>
          <p:nvPr/>
        </p:nvSpPr>
        <p:spPr bwMode="auto">
          <a:xfrm>
            <a:off x="538725" y="383783"/>
            <a:ext cx="494625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112" name="Line 116"/>
          <p:cNvSpPr>
            <a:spLocks noChangeShapeType="1"/>
          </p:cNvSpPr>
          <p:nvPr/>
        </p:nvSpPr>
        <p:spPr bwMode="auto">
          <a:xfrm>
            <a:off x="570906" y="489858"/>
            <a:ext cx="541107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3" name="Line 118"/>
          <p:cNvSpPr>
            <a:spLocks noChangeShapeType="1"/>
          </p:cNvSpPr>
          <p:nvPr/>
        </p:nvSpPr>
        <p:spPr bwMode="auto">
          <a:xfrm flipV="1">
            <a:off x="570904" y="489859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4" name="Line 128"/>
          <p:cNvSpPr>
            <a:spLocks noChangeShapeType="1"/>
          </p:cNvSpPr>
          <p:nvPr/>
        </p:nvSpPr>
        <p:spPr bwMode="auto">
          <a:xfrm flipV="1">
            <a:off x="2082801" y="4377724"/>
            <a:ext cx="1775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5" name="Line 129"/>
          <p:cNvSpPr>
            <a:spLocks noChangeShapeType="1"/>
          </p:cNvSpPr>
          <p:nvPr/>
        </p:nvSpPr>
        <p:spPr bwMode="auto">
          <a:xfrm flipH="1" flipV="1">
            <a:off x="2193034" y="4272840"/>
            <a:ext cx="406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1" name="Rectangle 182"/>
          <p:cNvSpPr>
            <a:spLocks noChangeArrowheads="1"/>
          </p:cNvSpPr>
          <p:nvPr/>
        </p:nvSpPr>
        <p:spPr bwMode="auto">
          <a:xfrm flipH="1">
            <a:off x="1112012" y="274130"/>
            <a:ext cx="379014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122" name="Rectangle 183"/>
          <p:cNvSpPr>
            <a:spLocks noChangeArrowheads="1"/>
          </p:cNvSpPr>
          <p:nvPr/>
        </p:nvSpPr>
        <p:spPr bwMode="auto">
          <a:xfrm flipH="1">
            <a:off x="1112012" y="1030965"/>
            <a:ext cx="379014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123" name="Rectangle 185"/>
          <p:cNvSpPr>
            <a:spLocks noChangeArrowheads="1"/>
          </p:cNvSpPr>
          <p:nvPr/>
        </p:nvSpPr>
        <p:spPr bwMode="auto">
          <a:xfrm flipH="1">
            <a:off x="1112012" y="1462421"/>
            <a:ext cx="379014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124" name="Rectangle 186"/>
          <p:cNvSpPr>
            <a:spLocks noChangeArrowheads="1"/>
          </p:cNvSpPr>
          <p:nvPr/>
        </p:nvSpPr>
        <p:spPr bwMode="auto">
          <a:xfrm flipH="1">
            <a:off x="1112012" y="2057162"/>
            <a:ext cx="379014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HDD</a:t>
            </a:r>
            <a:endParaRPr lang="ko-KR" altLang="ko-KR" dirty="0"/>
          </a:p>
        </p:txBody>
      </p:sp>
      <p:sp>
        <p:nvSpPr>
          <p:cNvPr id="125" name="Rectangle 187"/>
          <p:cNvSpPr>
            <a:spLocks noChangeArrowheads="1"/>
          </p:cNvSpPr>
          <p:nvPr/>
        </p:nvSpPr>
        <p:spPr bwMode="auto">
          <a:xfrm flipH="1">
            <a:off x="1112012" y="543491"/>
            <a:ext cx="379014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126" name="Rectangle 188"/>
          <p:cNvSpPr>
            <a:spLocks noChangeArrowheads="1"/>
          </p:cNvSpPr>
          <p:nvPr/>
        </p:nvSpPr>
        <p:spPr bwMode="auto">
          <a:xfrm flipH="1">
            <a:off x="1112012" y="1732975"/>
            <a:ext cx="379014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127" name="Line 190"/>
          <p:cNvSpPr>
            <a:spLocks noChangeShapeType="1"/>
          </p:cNvSpPr>
          <p:nvPr/>
        </p:nvSpPr>
        <p:spPr bwMode="auto">
          <a:xfrm flipH="1" flipV="1">
            <a:off x="896284" y="1355154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8" name="Line 191"/>
          <p:cNvSpPr>
            <a:spLocks noChangeShapeType="1"/>
          </p:cNvSpPr>
          <p:nvPr/>
        </p:nvSpPr>
        <p:spPr bwMode="auto">
          <a:xfrm flipV="1">
            <a:off x="896285" y="1265763"/>
            <a:ext cx="218112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9" name="Line 192"/>
          <p:cNvSpPr>
            <a:spLocks noChangeShapeType="1"/>
          </p:cNvSpPr>
          <p:nvPr/>
        </p:nvSpPr>
        <p:spPr bwMode="auto">
          <a:xfrm>
            <a:off x="896284" y="1732974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0" name="Rectangle 193"/>
          <p:cNvSpPr>
            <a:spLocks noChangeArrowheads="1"/>
          </p:cNvSpPr>
          <p:nvPr/>
        </p:nvSpPr>
        <p:spPr bwMode="auto">
          <a:xfrm flipH="1">
            <a:off x="1112012" y="1193058"/>
            <a:ext cx="379014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131" name="Line 195"/>
          <p:cNvSpPr>
            <a:spLocks noChangeShapeType="1"/>
          </p:cNvSpPr>
          <p:nvPr/>
        </p:nvSpPr>
        <p:spPr bwMode="auto">
          <a:xfrm flipH="1" flipV="1">
            <a:off x="991634" y="2238326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2" name="Line 197"/>
          <p:cNvSpPr>
            <a:spLocks noChangeShapeType="1"/>
          </p:cNvSpPr>
          <p:nvPr/>
        </p:nvSpPr>
        <p:spPr bwMode="auto">
          <a:xfrm flipH="1" flipV="1">
            <a:off x="1003553" y="1895068"/>
            <a:ext cx="112035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3" name="Line 198"/>
          <p:cNvSpPr>
            <a:spLocks noChangeShapeType="1"/>
          </p:cNvSpPr>
          <p:nvPr/>
        </p:nvSpPr>
        <p:spPr bwMode="auto">
          <a:xfrm flipH="1" flipV="1">
            <a:off x="1003553" y="1517248"/>
            <a:ext cx="112035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4" name="Line 199"/>
          <p:cNvSpPr>
            <a:spLocks noChangeShapeType="1"/>
          </p:cNvSpPr>
          <p:nvPr/>
        </p:nvSpPr>
        <p:spPr bwMode="auto">
          <a:xfrm flipH="1">
            <a:off x="1003552" y="1589950"/>
            <a:ext cx="110844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5" name="Line 200"/>
          <p:cNvSpPr>
            <a:spLocks noChangeShapeType="1"/>
          </p:cNvSpPr>
          <p:nvPr/>
        </p:nvSpPr>
        <p:spPr bwMode="auto">
          <a:xfrm flipH="1">
            <a:off x="991633" y="1949894"/>
            <a:ext cx="12395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6" name="Line 201"/>
          <p:cNvSpPr>
            <a:spLocks noChangeShapeType="1"/>
          </p:cNvSpPr>
          <p:nvPr/>
        </p:nvSpPr>
        <p:spPr bwMode="auto">
          <a:xfrm flipH="1" flipV="1">
            <a:off x="1003552" y="1625706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7" name="Line 202"/>
          <p:cNvSpPr>
            <a:spLocks noChangeShapeType="1"/>
          </p:cNvSpPr>
          <p:nvPr/>
        </p:nvSpPr>
        <p:spPr bwMode="auto">
          <a:xfrm flipV="1">
            <a:off x="991633" y="2003529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8" name="Rectangle 203"/>
          <p:cNvSpPr>
            <a:spLocks noChangeArrowheads="1"/>
          </p:cNvSpPr>
          <p:nvPr/>
        </p:nvSpPr>
        <p:spPr bwMode="auto">
          <a:xfrm rot="-5400000">
            <a:off x="690092" y="1437391"/>
            <a:ext cx="324188" cy="12395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139" name="Rectangle 204"/>
          <p:cNvSpPr>
            <a:spLocks noChangeArrowheads="1"/>
          </p:cNvSpPr>
          <p:nvPr/>
        </p:nvSpPr>
        <p:spPr bwMode="auto">
          <a:xfrm rot="-5400000">
            <a:off x="1044672" y="2013660"/>
            <a:ext cx="215728" cy="8343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140" name="Rectangle 205"/>
          <p:cNvSpPr>
            <a:spLocks noChangeArrowheads="1"/>
          </p:cNvSpPr>
          <p:nvPr/>
        </p:nvSpPr>
        <p:spPr bwMode="auto">
          <a:xfrm rot="-5400000">
            <a:off x="998189" y="1690664"/>
            <a:ext cx="312269" cy="870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141" name="Line 207"/>
          <p:cNvSpPr>
            <a:spLocks noChangeShapeType="1"/>
          </p:cNvSpPr>
          <p:nvPr/>
        </p:nvSpPr>
        <p:spPr bwMode="auto">
          <a:xfrm flipH="1">
            <a:off x="1003553" y="1084599"/>
            <a:ext cx="112035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2" name="Line 208"/>
          <p:cNvSpPr>
            <a:spLocks noChangeShapeType="1"/>
          </p:cNvSpPr>
          <p:nvPr/>
        </p:nvSpPr>
        <p:spPr bwMode="auto">
          <a:xfrm flipV="1">
            <a:off x="1002506" y="1138231"/>
            <a:ext cx="1045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3" name="Rectangle 210"/>
          <p:cNvSpPr>
            <a:spLocks noChangeArrowheads="1"/>
          </p:cNvSpPr>
          <p:nvPr/>
        </p:nvSpPr>
        <p:spPr bwMode="auto">
          <a:xfrm rot="16200000" flipH="1">
            <a:off x="-1168029" y="2716265"/>
            <a:ext cx="3965340" cy="59474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1416" tIns="45707" rIns="91416" bIns="45707" anchor="ctr"/>
          <a:lstStyle/>
          <a:p>
            <a:pPr algn="ctr"/>
            <a:endParaRPr lang="ko-KR" altLang="ko-KR"/>
          </a:p>
        </p:txBody>
      </p:sp>
      <p:sp>
        <p:nvSpPr>
          <p:cNvPr id="286" name="Rectangle 527"/>
          <p:cNvSpPr>
            <a:spLocks noChangeArrowheads="1"/>
          </p:cNvSpPr>
          <p:nvPr/>
        </p:nvSpPr>
        <p:spPr bwMode="auto">
          <a:xfrm flipH="1">
            <a:off x="1112012" y="5085184"/>
            <a:ext cx="379014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22" name="Rectangle 209"/>
          <p:cNvSpPr>
            <a:spLocks noChangeArrowheads="1"/>
          </p:cNvSpPr>
          <p:nvPr/>
        </p:nvSpPr>
        <p:spPr bwMode="auto">
          <a:xfrm flipH="1">
            <a:off x="1115616" y="2986665"/>
            <a:ext cx="216024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23" name="Line 192"/>
          <p:cNvSpPr>
            <a:spLocks noChangeShapeType="1"/>
          </p:cNvSpPr>
          <p:nvPr/>
        </p:nvSpPr>
        <p:spPr bwMode="auto">
          <a:xfrm>
            <a:off x="890331" y="3009550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4" name="Line 190"/>
          <p:cNvSpPr>
            <a:spLocks noChangeShapeType="1"/>
          </p:cNvSpPr>
          <p:nvPr/>
        </p:nvSpPr>
        <p:spPr bwMode="auto">
          <a:xfrm flipH="1" flipV="1">
            <a:off x="895663" y="1745082"/>
            <a:ext cx="2408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cxnSp>
        <p:nvCxnSpPr>
          <p:cNvPr id="331" name="꺾인 연결선 330"/>
          <p:cNvCxnSpPr/>
          <p:nvPr/>
        </p:nvCxnSpPr>
        <p:spPr>
          <a:xfrm>
            <a:off x="542926" y="5029200"/>
            <a:ext cx="572691" cy="272008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angle 93"/>
          <p:cNvSpPr>
            <a:spLocks noChangeArrowheads="1"/>
          </p:cNvSpPr>
          <p:nvPr/>
        </p:nvSpPr>
        <p:spPr bwMode="auto">
          <a:xfrm>
            <a:off x="587530" y="5190102"/>
            <a:ext cx="486891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Audio LINE</a:t>
            </a:r>
            <a:endParaRPr lang="ko-KR" altLang="ko-KR" dirty="0"/>
          </a:p>
        </p:txBody>
      </p:sp>
      <p:sp>
        <p:nvSpPr>
          <p:cNvPr id="338" name="Line 128"/>
          <p:cNvSpPr>
            <a:spLocks noChangeShapeType="1"/>
          </p:cNvSpPr>
          <p:nvPr/>
        </p:nvSpPr>
        <p:spPr bwMode="auto">
          <a:xfrm flipV="1">
            <a:off x="1949450" y="4470400"/>
            <a:ext cx="6350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39" name="Line 109"/>
          <p:cNvSpPr>
            <a:spLocks noChangeShapeType="1"/>
          </p:cNvSpPr>
          <p:nvPr/>
        </p:nvSpPr>
        <p:spPr bwMode="auto">
          <a:xfrm flipH="1">
            <a:off x="1496286" y="4470400"/>
            <a:ext cx="459514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0" name="Line 74"/>
          <p:cNvSpPr>
            <a:spLocks noChangeShapeType="1"/>
          </p:cNvSpPr>
          <p:nvPr/>
        </p:nvSpPr>
        <p:spPr bwMode="auto">
          <a:xfrm>
            <a:off x="312421" y="6179820"/>
            <a:ext cx="133788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1" name="Line 75"/>
          <p:cNvSpPr>
            <a:spLocks noChangeShapeType="1"/>
          </p:cNvSpPr>
          <p:nvPr/>
        </p:nvSpPr>
        <p:spPr bwMode="auto">
          <a:xfrm flipH="1">
            <a:off x="1763688" y="6185787"/>
            <a:ext cx="594741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2" name="Line 117"/>
          <p:cNvSpPr>
            <a:spLocks noChangeShapeType="1"/>
          </p:cNvSpPr>
          <p:nvPr/>
        </p:nvSpPr>
        <p:spPr bwMode="auto">
          <a:xfrm flipV="1">
            <a:off x="323528" y="6524625"/>
            <a:ext cx="7386960" cy="84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3" name="Line 118"/>
          <p:cNvSpPr>
            <a:spLocks noChangeShapeType="1"/>
          </p:cNvSpPr>
          <p:nvPr/>
        </p:nvSpPr>
        <p:spPr bwMode="auto">
          <a:xfrm>
            <a:off x="323528" y="6633928"/>
            <a:ext cx="738696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4" name="Line 134"/>
          <p:cNvSpPr>
            <a:spLocks noChangeShapeType="1"/>
          </p:cNvSpPr>
          <p:nvPr/>
        </p:nvSpPr>
        <p:spPr bwMode="auto">
          <a:xfrm flipV="1">
            <a:off x="323529" y="6286500"/>
            <a:ext cx="7382197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5" name="Line 135"/>
          <p:cNvSpPr>
            <a:spLocks noChangeShapeType="1"/>
          </p:cNvSpPr>
          <p:nvPr/>
        </p:nvSpPr>
        <p:spPr bwMode="auto">
          <a:xfrm>
            <a:off x="323530" y="6402706"/>
            <a:ext cx="7391722" cy="285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6" name="Rectangle 207"/>
          <p:cNvSpPr>
            <a:spLocks noChangeArrowheads="1"/>
          </p:cNvSpPr>
          <p:nvPr/>
        </p:nvSpPr>
        <p:spPr bwMode="auto">
          <a:xfrm flipH="1">
            <a:off x="6828736" y="6092822"/>
            <a:ext cx="523229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47" name="Rectangle 208"/>
          <p:cNvSpPr>
            <a:spLocks noChangeArrowheads="1"/>
          </p:cNvSpPr>
          <p:nvPr/>
        </p:nvSpPr>
        <p:spPr bwMode="auto">
          <a:xfrm flipH="1">
            <a:off x="6839462" y="6213202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48" name="Rectangle 209"/>
          <p:cNvSpPr>
            <a:spLocks noChangeArrowheads="1"/>
          </p:cNvSpPr>
          <p:nvPr/>
        </p:nvSpPr>
        <p:spPr bwMode="auto">
          <a:xfrm flipH="1">
            <a:off x="6843038" y="6321661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49" name="Rectangle 210"/>
          <p:cNvSpPr>
            <a:spLocks noChangeArrowheads="1"/>
          </p:cNvSpPr>
          <p:nvPr/>
        </p:nvSpPr>
        <p:spPr bwMode="auto">
          <a:xfrm flipH="1">
            <a:off x="6841846" y="643846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0" name="Rectangle 211"/>
          <p:cNvSpPr>
            <a:spLocks noChangeArrowheads="1"/>
          </p:cNvSpPr>
          <p:nvPr/>
        </p:nvSpPr>
        <p:spPr bwMode="auto">
          <a:xfrm flipH="1">
            <a:off x="6841846" y="655288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1" name="Rectangle 228"/>
          <p:cNvSpPr>
            <a:spLocks noChangeArrowheads="1"/>
          </p:cNvSpPr>
          <p:nvPr/>
        </p:nvSpPr>
        <p:spPr bwMode="auto">
          <a:xfrm>
            <a:off x="341405" y="6088055"/>
            <a:ext cx="523230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2" name="Rectangle 229"/>
          <p:cNvSpPr>
            <a:spLocks noChangeArrowheads="1"/>
          </p:cNvSpPr>
          <p:nvPr/>
        </p:nvSpPr>
        <p:spPr bwMode="auto">
          <a:xfrm>
            <a:off x="441260" y="620843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53" name="Rectangle 230"/>
          <p:cNvSpPr>
            <a:spLocks noChangeArrowheads="1"/>
          </p:cNvSpPr>
          <p:nvPr/>
        </p:nvSpPr>
        <p:spPr bwMode="auto">
          <a:xfrm>
            <a:off x="407352" y="631689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54" name="Rectangle 231"/>
          <p:cNvSpPr>
            <a:spLocks noChangeArrowheads="1"/>
          </p:cNvSpPr>
          <p:nvPr/>
        </p:nvSpPr>
        <p:spPr bwMode="auto">
          <a:xfrm>
            <a:off x="359285" y="6433697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5" name="Rectangle 232"/>
          <p:cNvSpPr>
            <a:spLocks noChangeArrowheads="1"/>
          </p:cNvSpPr>
          <p:nvPr/>
        </p:nvSpPr>
        <p:spPr bwMode="auto">
          <a:xfrm>
            <a:off x="359285" y="6548116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6" name="Oval 567"/>
          <p:cNvSpPr>
            <a:spLocks noChangeArrowheads="1"/>
          </p:cNvSpPr>
          <p:nvPr/>
        </p:nvSpPr>
        <p:spPr bwMode="auto">
          <a:xfrm flipH="1">
            <a:off x="8019285" y="637704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grpSp>
        <p:nvGrpSpPr>
          <p:cNvPr id="638" name="그룹 637"/>
          <p:cNvGrpSpPr/>
          <p:nvPr/>
        </p:nvGrpSpPr>
        <p:grpSpPr>
          <a:xfrm>
            <a:off x="7688042" y="6156261"/>
            <a:ext cx="374246" cy="85814"/>
            <a:chOff x="10763258" y="8618765"/>
            <a:chExt cx="523945" cy="120140"/>
          </a:xfrm>
        </p:grpSpPr>
        <p:sp>
          <p:nvSpPr>
            <p:cNvPr id="27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357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58" name="Line 109"/>
          <p:cNvSpPr>
            <a:spLocks noChangeShapeType="1"/>
          </p:cNvSpPr>
          <p:nvPr/>
        </p:nvSpPr>
        <p:spPr bwMode="auto">
          <a:xfrm flipH="1">
            <a:off x="1501056" y="4584700"/>
            <a:ext cx="353144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9" name="Line 128"/>
          <p:cNvSpPr>
            <a:spLocks noChangeShapeType="1"/>
          </p:cNvSpPr>
          <p:nvPr/>
        </p:nvSpPr>
        <p:spPr bwMode="auto">
          <a:xfrm flipV="1">
            <a:off x="1848396" y="4578350"/>
            <a:ext cx="5804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0" name="Rectangle 106"/>
          <p:cNvSpPr>
            <a:spLocks noChangeArrowheads="1"/>
          </p:cNvSpPr>
          <p:nvPr/>
        </p:nvSpPr>
        <p:spPr bwMode="auto">
          <a:xfrm>
            <a:off x="1607436" y="4395612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81" name="Rectangle 106"/>
          <p:cNvSpPr>
            <a:spLocks noChangeArrowheads="1"/>
          </p:cNvSpPr>
          <p:nvPr/>
        </p:nvSpPr>
        <p:spPr bwMode="auto">
          <a:xfrm>
            <a:off x="1613669" y="4516768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382" name="Rectangle 106"/>
          <p:cNvSpPr>
            <a:spLocks noChangeArrowheads="1"/>
          </p:cNvSpPr>
          <p:nvPr/>
        </p:nvSpPr>
        <p:spPr bwMode="auto">
          <a:xfrm>
            <a:off x="1540044" y="46531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83" name="Line 195"/>
          <p:cNvSpPr>
            <a:spLocks noChangeShapeType="1"/>
          </p:cNvSpPr>
          <p:nvPr/>
        </p:nvSpPr>
        <p:spPr bwMode="auto">
          <a:xfrm flipH="1" flipV="1">
            <a:off x="998814" y="2732874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4" name="Line 202"/>
          <p:cNvSpPr>
            <a:spLocks noChangeShapeType="1"/>
          </p:cNvSpPr>
          <p:nvPr/>
        </p:nvSpPr>
        <p:spPr bwMode="auto">
          <a:xfrm flipH="1" flipV="1">
            <a:off x="987929" y="2249609"/>
            <a:ext cx="8114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5" name="Rectangle 74"/>
          <p:cNvSpPr>
            <a:spLocks noChangeArrowheads="1"/>
          </p:cNvSpPr>
          <p:nvPr/>
        </p:nvSpPr>
        <p:spPr bwMode="auto">
          <a:xfrm>
            <a:off x="1515718" y="2817777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86" name="Rectangle 209"/>
          <p:cNvSpPr>
            <a:spLocks noChangeArrowheads="1"/>
          </p:cNvSpPr>
          <p:nvPr/>
        </p:nvSpPr>
        <p:spPr bwMode="auto">
          <a:xfrm flipH="1">
            <a:off x="1115616" y="2698633"/>
            <a:ext cx="216024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/>
              <a:t>485</a:t>
            </a:r>
          </a:p>
          <a:p>
            <a:pPr algn="ctr"/>
            <a:r>
              <a:rPr lang="en-US" altLang="ko-KR" sz="600" dirty="0" smtClean="0"/>
              <a:t>Card</a:t>
            </a:r>
            <a:endParaRPr lang="ko-KR" altLang="ko-KR" sz="600" dirty="0"/>
          </a:p>
        </p:txBody>
      </p:sp>
      <p:grpSp>
        <p:nvGrpSpPr>
          <p:cNvPr id="387" name="Group 454"/>
          <p:cNvGrpSpPr>
            <a:grpSpLocks/>
          </p:cNvGrpSpPr>
          <p:nvPr/>
        </p:nvGrpSpPr>
        <p:grpSpPr bwMode="auto">
          <a:xfrm>
            <a:off x="2164554" y="218939"/>
            <a:ext cx="1505327" cy="505351"/>
            <a:chOff x="2375" y="729"/>
            <a:chExt cx="1263" cy="424"/>
          </a:xfrm>
        </p:grpSpPr>
        <p:sp>
          <p:nvSpPr>
            <p:cNvPr id="388" name="Rectangle 22"/>
            <p:cNvSpPr>
              <a:spLocks noChangeArrowheads="1"/>
            </p:cNvSpPr>
            <p:nvPr/>
          </p:nvSpPr>
          <p:spPr bwMode="auto">
            <a:xfrm flipH="1">
              <a:off x="2375" y="745"/>
              <a:ext cx="690" cy="408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Communication</a:t>
              </a:r>
            </a:p>
            <a:p>
              <a:pPr algn="ctr"/>
              <a:r>
                <a:rPr lang="en-US" altLang="ko-KR" sz="800" dirty="0">
                  <a:latin typeface="Arial" charset="0"/>
                </a:rPr>
                <a:t>Control </a:t>
              </a:r>
              <a:r>
                <a:rPr lang="en-US" altLang="ko-KR" sz="800" dirty="0" smtClean="0">
                  <a:latin typeface="Arial" charset="0"/>
                </a:rPr>
                <a:t>Head</a:t>
              </a:r>
              <a:endParaRPr lang="ko-KR" altLang="ko-KR" dirty="0"/>
            </a:p>
          </p:txBody>
        </p:sp>
        <p:sp>
          <p:nvSpPr>
            <p:cNvPr id="389" name="Rectangle 23"/>
            <p:cNvSpPr>
              <a:spLocks noChangeArrowheads="1"/>
            </p:cNvSpPr>
            <p:nvPr/>
          </p:nvSpPr>
          <p:spPr bwMode="auto">
            <a:xfrm>
              <a:off x="3081" y="729"/>
              <a:ext cx="542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390" name="Line 24"/>
            <p:cNvSpPr>
              <a:spLocks noChangeShapeType="1"/>
            </p:cNvSpPr>
            <p:nvPr/>
          </p:nvSpPr>
          <p:spPr bwMode="auto">
            <a:xfrm flipV="1">
              <a:off x="3065" y="836"/>
              <a:ext cx="4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1" name="Rectangle 27"/>
            <p:cNvSpPr>
              <a:spLocks noChangeArrowheads="1"/>
            </p:cNvSpPr>
            <p:nvPr/>
          </p:nvSpPr>
          <p:spPr bwMode="auto">
            <a:xfrm>
              <a:off x="3095" y="871"/>
              <a:ext cx="543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392" name="Line 28"/>
            <p:cNvSpPr>
              <a:spLocks noChangeShapeType="1"/>
            </p:cNvSpPr>
            <p:nvPr/>
          </p:nvSpPr>
          <p:spPr bwMode="auto">
            <a:xfrm flipV="1">
              <a:off x="3065" y="972"/>
              <a:ext cx="499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3" name="Rectangle 47"/>
            <p:cNvSpPr>
              <a:spLocks noChangeArrowheads="1"/>
            </p:cNvSpPr>
            <p:nvPr/>
          </p:nvSpPr>
          <p:spPr bwMode="auto">
            <a:xfrm>
              <a:off x="3093" y="1028"/>
              <a:ext cx="544" cy="4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394" name="Line 48"/>
            <p:cNvSpPr>
              <a:spLocks noChangeShapeType="1"/>
            </p:cNvSpPr>
            <p:nvPr/>
          </p:nvSpPr>
          <p:spPr bwMode="auto">
            <a:xfrm flipV="1">
              <a:off x="3065" y="1108"/>
              <a:ext cx="49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63" name="그룹 462"/>
          <p:cNvGrpSpPr/>
          <p:nvPr/>
        </p:nvGrpSpPr>
        <p:grpSpPr>
          <a:xfrm>
            <a:off x="3440446" y="1834537"/>
            <a:ext cx="972563" cy="625361"/>
            <a:chOff x="5666768" y="1056184"/>
            <a:chExt cx="1361588" cy="875506"/>
          </a:xfrm>
        </p:grpSpPr>
        <p:sp>
          <p:nvSpPr>
            <p:cNvPr id="43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38" name="그림 43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3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sp>
        <p:nvSpPr>
          <p:cNvPr id="396" name="Rectangle 396"/>
          <p:cNvSpPr>
            <a:spLocks noChangeArrowheads="1"/>
          </p:cNvSpPr>
          <p:nvPr/>
        </p:nvSpPr>
        <p:spPr bwMode="auto">
          <a:xfrm flipV="1">
            <a:off x="2514628" y="960154"/>
            <a:ext cx="771429" cy="381397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397" name="Rectangle 402" descr="좁은 눈금"/>
          <p:cNvSpPr>
            <a:spLocks noChangeArrowheads="1"/>
          </p:cNvSpPr>
          <p:nvPr/>
        </p:nvSpPr>
        <p:spPr bwMode="auto">
          <a:xfrm flipV="1">
            <a:off x="2543596" y="1014980"/>
            <a:ext cx="714753" cy="278897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FDI</a:t>
            </a:r>
            <a:endParaRPr lang="ko-KR" altLang="ko-KR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99" name="Rectangle 370"/>
          <p:cNvSpPr>
            <a:spLocks noChangeArrowheads="1"/>
          </p:cNvSpPr>
          <p:nvPr/>
        </p:nvSpPr>
        <p:spPr bwMode="auto">
          <a:xfrm flipV="1">
            <a:off x="6526503" y="3789040"/>
            <a:ext cx="1157143" cy="164478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00" name="Rectangle 383" descr="좁은 눈금"/>
          <p:cNvSpPr>
            <a:spLocks noChangeArrowheads="1"/>
          </p:cNvSpPr>
          <p:nvPr/>
        </p:nvSpPr>
        <p:spPr bwMode="auto">
          <a:xfrm flipV="1">
            <a:off x="6577874" y="3817645"/>
            <a:ext cx="1066592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8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02" name="Rectangle 384"/>
          <p:cNvSpPr>
            <a:spLocks noChangeArrowheads="1"/>
          </p:cNvSpPr>
          <p:nvPr/>
        </p:nvSpPr>
        <p:spPr bwMode="auto">
          <a:xfrm flipV="1">
            <a:off x="5395063" y="1114457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03" name="Rectangle 391" descr="좁은 눈금"/>
          <p:cNvSpPr>
            <a:spLocks noChangeArrowheads="1"/>
          </p:cNvSpPr>
          <p:nvPr/>
        </p:nvSpPr>
        <p:spPr bwMode="auto">
          <a:xfrm flipV="1">
            <a:off x="5433686" y="1154980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49" name="Rectangle 370"/>
          <p:cNvSpPr>
            <a:spLocks noChangeArrowheads="1"/>
          </p:cNvSpPr>
          <p:nvPr/>
        </p:nvSpPr>
        <p:spPr bwMode="auto">
          <a:xfrm flipV="1">
            <a:off x="3800486" y="1165892"/>
            <a:ext cx="1157143" cy="164478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50" name="Rectangle 383" descr="좁은 눈금"/>
          <p:cNvSpPr>
            <a:spLocks noChangeArrowheads="1"/>
          </p:cNvSpPr>
          <p:nvPr/>
        </p:nvSpPr>
        <p:spPr bwMode="auto">
          <a:xfrm flipV="1">
            <a:off x="3851857" y="1194497"/>
            <a:ext cx="1066592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8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2" name="Rectangle 384"/>
          <p:cNvSpPr>
            <a:spLocks noChangeArrowheads="1"/>
          </p:cNvSpPr>
          <p:nvPr/>
        </p:nvSpPr>
        <p:spPr bwMode="auto">
          <a:xfrm flipV="1">
            <a:off x="6732240" y="1114457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53" name="Rectangle 391" descr="좁은 눈금"/>
          <p:cNvSpPr>
            <a:spLocks noChangeArrowheads="1"/>
          </p:cNvSpPr>
          <p:nvPr/>
        </p:nvSpPr>
        <p:spPr bwMode="auto">
          <a:xfrm flipV="1">
            <a:off x="6770863" y="1154980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5" name="Rectangle 384"/>
          <p:cNvSpPr>
            <a:spLocks noChangeArrowheads="1"/>
          </p:cNvSpPr>
          <p:nvPr/>
        </p:nvSpPr>
        <p:spPr bwMode="auto">
          <a:xfrm flipV="1">
            <a:off x="3646183" y="4149080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56" name="Rectangle 391" descr="좁은 눈금"/>
          <p:cNvSpPr>
            <a:spLocks noChangeArrowheads="1"/>
          </p:cNvSpPr>
          <p:nvPr/>
        </p:nvSpPr>
        <p:spPr bwMode="auto">
          <a:xfrm flipV="1">
            <a:off x="3684806" y="4189603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8" name="Rectangle 384"/>
          <p:cNvSpPr>
            <a:spLocks noChangeArrowheads="1"/>
          </p:cNvSpPr>
          <p:nvPr/>
        </p:nvSpPr>
        <p:spPr bwMode="auto">
          <a:xfrm flipV="1">
            <a:off x="5240646" y="4149080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59" name="Rectangle 391" descr="좁은 눈금"/>
          <p:cNvSpPr>
            <a:spLocks noChangeArrowheads="1"/>
          </p:cNvSpPr>
          <p:nvPr/>
        </p:nvSpPr>
        <p:spPr bwMode="auto">
          <a:xfrm flipV="1">
            <a:off x="5279269" y="4189603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464" name="그룹 463"/>
          <p:cNvGrpSpPr/>
          <p:nvPr/>
        </p:nvGrpSpPr>
        <p:grpSpPr>
          <a:xfrm>
            <a:off x="4839137" y="1838288"/>
            <a:ext cx="972563" cy="625361"/>
            <a:chOff x="5666768" y="1056184"/>
            <a:chExt cx="1361588" cy="875506"/>
          </a:xfrm>
        </p:grpSpPr>
        <p:sp>
          <p:nvSpPr>
            <p:cNvPr id="465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66" name="그림 465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67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468" name="그룹 467"/>
          <p:cNvGrpSpPr/>
          <p:nvPr/>
        </p:nvGrpSpPr>
        <p:grpSpPr>
          <a:xfrm>
            <a:off x="6227863" y="1838288"/>
            <a:ext cx="972563" cy="625361"/>
            <a:chOff x="5666768" y="1056184"/>
            <a:chExt cx="1361588" cy="875506"/>
          </a:xfrm>
        </p:grpSpPr>
        <p:sp>
          <p:nvSpPr>
            <p:cNvPr id="469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70" name="그림 469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71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472" name="그룹 471"/>
          <p:cNvGrpSpPr/>
          <p:nvPr/>
        </p:nvGrpSpPr>
        <p:grpSpPr>
          <a:xfrm>
            <a:off x="2926103" y="3068960"/>
            <a:ext cx="972563" cy="625361"/>
            <a:chOff x="5666768" y="1056184"/>
            <a:chExt cx="1361588" cy="875506"/>
          </a:xfrm>
        </p:grpSpPr>
        <p:sp>
          <p:nvSpPr>
            <p:cNvPr id="47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74" name="그림 47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7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476" name="그룹 475"/>
          <p:cNvGrpSpPr/>
          <p:nvPr/>
        </p:nvGrpSpPr>
        <p:grpSpPr>
          <a:xfrm>
            <a:off x="4324794" y="3072711"/>
            <a:ext cx="972563" cy="625361"/>
            <a:chOff x="5666768" y="1056184"/>
            <a:chExt cx="1361588" cy="875506"/>
          </a:xfrm>
        </p:grpSpPr>
        <p:sp>
          <p:nvSpPr>
            <p:cNvPr id="47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78" name="그림 47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7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480" name="그룹 479"/>
          <p:cNvGrpSpPr/>
          <p:nvPr/>
        </p:nvGrpSpPr>
        <p:grpSpPr>
          <a:xfrm>
            <a:off x="5713520" y="3072711"/>
            <a:ext cx="972563" cy="625361"/>
            <a:chOff x="5666768" y="1056184"/>
            <a:chExt cx="1361588" cy="875506"/>
          </a:xfrm>
        </p:grpSpPr>
        <p:sp>
          <p:nvSpPr>
            <p:cNvPr id="481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2" name="그림 481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3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cxnSp>
        <p:nvCxnSpPr>
          <p:cNvPr id="485" name="직선 연결선 484"/>
          <p:cNvCxnSpPr>
            <a:stCxn id="91" idx="1"/>
          </p:cNvCxnSpPr>
          <p:nvPr/>
        </p:nvCxnSpPr>
        <p:spPr>
          <a:xfrm rot="16200000" flipH="1">
            <a:off x="1971140" y="2165431"/>
            <a:ext cx="977976" cy="6133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직선 연결선 486"/>
          <p:cNvCxnSpPr/>
          <p:nvPr/>
        </p:nvCxnSpPr>
        <p:spPr>
          <a:xfrm flipV="1">
            <a:off x="2463195" y="2653393"/>
            <a:ext cx="564395" cy="4094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" name="Line 420"/>
          <p:cNvSpPr>
            <a:spLocks noChangeShapeType="1"/>
          </p:cNvSpPr>
          <p:nvPr/>
        </p:nvSpPr>
        <p:spPr bwMode="auto">
          <a:xfrm flipH="1">
            <a:off x="3028971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2" name="Line 421"/>
          <p:cNvSpPr>
            <a:spLocks noChangeShapeType="1"/>
          </p:cNvSpPr>
          <p:nvPr/>
        </p:nvSpPr>
        <p:spPr bwMode="auto">
          <a:xfrm flipH="1">
            <a:off x="3028971" y="2656796"/>
            <a:ext cx="202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3" name="Line 422"/>
          <p:cNvSpPr>
            <a:spLocks noChangeShapeType="1"/>
          </p:cNvSpPr>
          <p:nvPr/>
        </p:nvSpPr>
        <p:spPr bwMode="auto">
          <a:xfrm flipH="1">
            <a:off x="3137432" y="2656796"/>
            <a:ext cx="2417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5" name="Line 420"/>
          <p:cNvSpPr>
            <a:spLocks noChangeShapeType="1"/>
          </p:cNvSpPr>
          <p:nvPr/>
        </p:nvSpPr>
        <p:spPr bwMode="auto">
          <a:xfrm rot="10800000" flipH="1">
            <a:off x="3543314" y="2372695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6" name="Line 421"/>
          <p:cNvSpPr>
            <a:spLocks noChangeShapeType="1"/>
          </p:cNvSpPr>
          <p:nvPr/>
        </p:nvSpPr>
        <p:spPr bwMode="auto">
          <a:xfrm rot="10800000" flipH="1">
            <a:off x="3646714" y="2372694"/>
            <a:ext cx="5060" cy="29090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7" name="Line 422"/>
          <p:cNvSpPr>
            <a:spLocks noChangeShapeType="1"/>
          </p:cNvSpPr>
          <p:nvPr/>
        </p:nvSpPr>
        <p:spPr bwMode="auto">
          <a:xfrm rot="10800000">
            <a:off x="3543314" y="2372694"/>
            <a:ext cx="4749" cy="29770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9" name="Line 420"/>
          <p:cNvSpPr>
            <a:spLocks noChangeShapeType="1"/>
          </p:cNvSpPr>
          <p:nvPr/>
        </p:nvSpPr>
        <p:spPr bwMode="auto">
          <a:xfrm flipH="1">
            <a:off x="4417697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0" name="Line 421"/>
          <p:cNvSpPr>
            <a:spLocks noChangeShapeType="1"/>
          </p:cNvSpPr>
          <p:nvPr/>
        </p:nvSpPr>
        <p:spPr bwMode="auto">
          <a:xfrm flipH="1">
            <a:off x="4417697" y="2656796"/>
            <a:ext cx="11428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1" name="Line 422"/>
          <p:cNvSpPr>
            <a:spLocks noChangeShapeType="1"/>
          </p:cNvSpPr>
          <p:nvPr/>
        </p:nvSpPr>
        <p:spPr bwMode="auto">
          <a:xfrm flipH="1">
            <a:off x="4526157" y="2653393"/>
            <a:ext cx="15227" cy="49899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3" name="Line 420"/>
          <p:cNvSpPr>
            <a:spLocks noChangeShapeType="1"/>
          </p:cNvSpPr>
          <p:nvPr/>
        </p:nvSpPr>
        <p:spPr bwMode="auto">
          <a:xfrm rot="10800000" flipH="1">
            <a:off x="4949191" y="2372179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4" name="Line 421"/>
          <p:cNvSpPr>
            <a:spLocks noChangeShapeType="1"/>
          </p:cNvSpPr>
          <p:nvPr/>
        </p:nvSpPr>
        <p:spPr bwMode="auto">
          <a:xfrm rot="10800000" flipH="1">
            <a:off x="5055054" y="2372178"/>
            <a:ext cx="2597" cy="2778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5" name="Line 422"/>
          <p:cNvSpPr>
            <a:spLocks noChangeShapeType="1"/>
          </p:cNvSpPr>
          <p:nvPr/>
        </p:nvSpPr>
        <p:spPr bwMode="auto">
          <a:xfrm rot="10800000" flipH="1">
            <a:off x="4946197" y="2372178"/>
            <a:ext cx="2994" cy="2846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7" name="Line 420"/>
          <p:cNvSpPr>
            <a:spLocks noChangeShapeType="1"/>
          </p:cNvSpPr>
          <p:nvPr/>
        </p:nvSpPr>
        <p:spPr bwMode="auto">
          <a:xfrm flipH="1">
            <a:off x="5811199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8" name="Line 421"/>
          <p:cNvSpPr>
            <a:spLocks noChangeShapeType="1"/>
          </p:cNvSpPr>
          <p:nvPr/>
        </p:nvSpPr>
        <p:spPr bwMode="auto">
          <a:xfrm>
            <a:off x="5806849" y="2656796"/>
            <a:ext cx="435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9" name="Line 422"/>
          <p:cNvSpPr>
            <a:spLocks noChangeShapeType="1"/>
          </p:cNvSpPr>
          <p:nvPr/>
        </p:nvSpPr>
        <p:spPr bwMode="auto">
          <a:xfrm flipH="1">
            <a:off x="5919658" y="2653393"/>
            <a:ext cx="2851" cy="49899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11" name="Line 420"/>
          <p:cNvSpPr>
            <a:spLocks noChangeShapeType="1"/>
          </p:cNvSpPr>
          <p:nvPr/>
        </p:nvSpPr>
        <p:spPr bwMode="auto">
          <a:xfrm rot="10800000" flipH="1">
            <a:off x="6332338" y="2370882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12" name="Line 421"/>
          <p:cNvSpPr>
            <a:spLocks noChangeShapeType="1"/>
          </p:cNvSpPr>
          <p:nvPr/>
        </p:nvSpPr>
        <p:spPr bwMode="auto">
          <a:xfrm rot="10800000" flipH="1">
            <a:off x="6436179" y="2370882"/>
            <a:ext cx="4619" cy="28931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13" name="Line 422"/>
          <p:cNvSpPr>
            <a:spLocks noChangeShapeType="1"/>
          </p:cNvSpPr>
          <p:nvPr/>
        </p:nvSpPr>
        <p:spPr bwMode="auto">
          <a:xfrm rot="10800000">
            <a:off x="6332338" y="2370882"/>
            <a:ext cx="1787" cy="2927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cxnSp>
        <p:nvCxnSpPr>
          <p:cNvPr id="535" name="직선 연결선 534"/>
          <p:cNvCxnSpPr/>
          <p:nvPr/>
        </p:nvCxnSpPr>
        <p:spPr>
          <a:xfrm>
            <a:off x="3131840" y="2661580"/>
            <a:ext cx="412821" cy="201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연결선 537"/>
          <p:cNvCxnSpPr/>
          <p:nvPr/>
        </p:nvCxnSpPr>
        <p:spPr>
          <a:xfrm flipV="1">
            <a:off x="3639645" y="2657928"/>
            <a:ext cx="803087" cy="214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직선 연결선 540"/>
          <p:cNvCxnSpPr/>
          <p:nvPr/>
        </p:nvCxnSpPr>
        <p:spPr>
          <a:xfrm>
            <a:off x="4544786" y="2653393"/>
            <a:ext cx="408214" cy="3402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직선 연결선 548"/>
          <p:cNvCxnSpPr/>
          <p:nvPr/>
        </p:nvCxnSpPr>
        <p:spPr>
          <a:xfrm>
            <a:off x="5044849" y="2648365"/>
            <a:ext cx="762000" cy="843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직선 연결선 555"/>
          <p:cNvCxnSpPr/>
          <p:nvPr/>
        </p:nvCxnSpPr>
        <p:spPr>
          <a:xfrm>
            <a:off x="6428968" y="2660520"/>
            <a:ext cx="1251131" cy="1945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직선 연결선 556"/>
          <p:cNvCxnSpPr/>
          <p:nvPr/>
        </p:nvCxnSpPr>
        <p:spPr>
          <a:xfrm>
            <a:off x="5909291" y="2657486"/>
            <a:ext cx="422566" cy="497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직선 연결선 561"/>
          <p:cNvCxnSpPr/>
          <p:nvPr/>
        </p:nvCxnSpPr>
        <p:spPr>
          <a:xfrm rot="5400000" flipH="1" flipV="1">
            <a:off x="1949224" y="2067152"/>
            <a:ext cx="1431018" cy="453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직선 연결선 565"/>
          <p:cNvCxnSpPr/>
          <p:nvPr/>
        </p:nvCxnSpPr>
        <p:spPr>
          <a:xfrm rot="5400000" flipH="1" flipV="1">
            <a:off x="6680585" y="2074213"/>
            <a:ext cx="1448806" cy="820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직선 연결선 566"/>
          <p:cNvCxnSpPr/>
          <p:nvPr/>
        </p:nvCxnSpPr>
        <p:spPr>
          <a:xfrm rot="16200000" flipV="1">
            <a:off x="5440475" y="2077473"/>
            <a:ext cx="1449551" cy="242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직선 연결선 567"/>
          <p:cNvCxnSpPr/>
          <p:nvPr/>
        </p:nvCxnSpPr>
        <p:spPr>
          <a:xfrm rot="5400000" flipH="1" flipV="1">
            <a:off x="4053281" y="2073833"/>
            <a:ext cx="1449551" cy="970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직선 연결선 570"/>
          <p:cNvCxnSpPr/>
          <p:nvPr/>
        </p:nvCxnSpPr>
        <p:spPr>
          <a:xfrm rot="5400000">
            <a:off x="3595627" y="3527041"/>
            <a:ext cx="1228718" cy="395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직선 연결선 571"/>
          <p:cNvCxnSpPr/>
          <p:nvPr/>
        </p:nvCxnSpPr>
        <p:spPr>
          <a:xfrm rot="5400000">
            <a:off x="4984972" y="3527661"/>
            <a:ext cx="1228718" cy="2710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직선 연결선 572"/>
          <p:cNvCxnSpPr/>
          <p:nvPr/>
        </p:nvCxnSpPr>
        <p:spPr>
          <a:xfrm rot="5400000">
            <a:off x="6500255" y="3351867"/>
            <a:ext cx="874932" cy="5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6" name="그룹 595"/>
          <p:cNvGrpSpPr/>
          <p:nvPr/>
        </p:nvGrpSpPr>
        <p:grpSpPr>
          <a:xfrm>
            <a:off x="3131840" y="718043"/>
            <a:ext cx="526805" cy="270619"/>
            <a:chOff x="4384576" y="1005260"/>
            <a:chExt cx="737527" cy="378866"/>
          </a:xfrm>
        </p:grpSpPr>
        <p:sp>
          <p:nvSpPr>
            <p:cNvPr id="593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594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595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597" name="그룹 596"/>
          <p:cNvGrpSpPr/>
          <p:nvPr/>
        </p:nvGrpSpPr>
        <p:grpSpPr>
          <a:xfrm>
            <a:off x="5754989" y="836953"/>
            <a:ext cx="526805" cy="270619"/>
            <a:chOff x="4384576" y="1005260"/>
            <a:chExt cx="737527" cy="378866"/>
          </a:xfrm>
        </p:grpSpPr>
        <p:sp>
          <p:nvSpPr>
            <p:cNvPr id="59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59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01" name="그룹 600"/>
          <p:cNvGrpSpPr/>
          <p:nvPr/>
        </p:nvGrpSpPr>
        <p:grpSpPr>
          <a:xfrm>
            <a:off x="7028384" y="843838"/>
            <a:ext cx="526805" cy="270619"/>
            <a:chOff x="4384576" y="1005260"/>
            <a:chExt cx="737527" cy="378866"/>
          </a:xfrm>
        </p:grpSpPr>
        <p:sp>
          <p:nvSpPr>
            <p:cNvPr id="602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603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4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05" name="그룹 604"/>
          <p:cNvGrpSpPr/>
          <p:nvPr/>
        </p:nvGrpSpPr>
        <p:grpSpPr>
          <a:xfrm>
            <a:off x="4006223" y="1563758"/>
            <a:ext cx="526805" cy="270619"/>
            <a:chOff x="4384576" y="1005260"/>
            <a:chExt cx="737527" cy="378866"/>
          </a:xfrm>
        </p:grpSpPr>
        <p:sp>
          <p:nvSpPr>
            <p:cNvPr id="60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60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17" name="그룹 616"/>
          <p:cNvGrpSpPr/>
          <p:nvPr/>
        </p:nvGrpSpPr>
        <p:grpSpPr>
          <a:xfrm>
            <a:off x="4623435" y="878020"/>
            <a:ext cx="526805" cy="270619"/>
            <a:chOff x="4384576" y="1005260"/>
            <a:chExt cx="737527" cy="378866"/>
          </a:xfrm>
        </p:grpSpPr>
        <p:sp>
          <p:nvSpPr>
            <p:cNvPr id="61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61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2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25" name="그룹 624"/>
          <p:cNvGrpSpPr/>
          <p:nvPr/>
        </p:nvGrpSpPr>
        <p:grpSpPr>
          <a:xfrm>
            <a:off x="7277283" y="3501168"/>
            <a:ext cx="526805" cy="270619"/>
            <a:chOff x="4384576" y="1005260"/>
            <a:chExt cx="737527" cy="378866"/>
          </a:xfrm>
        </p:grpSpPr>
        <p:sp>
          <p:nvSpPr>
            <p:cNvPr id="62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62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2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cxnSp>
        <p:nvCxnSpPr>
          <p:cNvPr id="629" name="직선 연결선 628"/>
          <p:cNvCxnSpPr/>
          <p:nvPr/>
        </p:nvCxnSpPr>
        <p:spPr>
          <a:xfrm rot="5400000" flipH="1" flipV="1">
            <a:off x="1333942" y="1772835"/>
            <a:ext cx="2056199" cy="342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5" name="그룹 644"/>
          <p:cNvGrpSpPr/>
          <p:nvPr/>
        </p:nvGrpSpPr>
        <p:grpSpPr>
          <a:xfrm>
            <a:off x="7695286" y="2657486"/>
            <a:ext cx="374246" cy="85814"/>
            <a:chOff x="10763258" y="8618765"/>
            <a:chExt cx="523945" cy="120140"/>
          </a:xfrm>
        </p:grpSpPr>
        <p:sp>
          <p:nvSpPr>
            <p:cNvPr id="646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7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652" name="직선 연결선 651"/>
          <p:cNvCxnSpPr/>
          <p:nvPr/>
        </p:nvCxnSpPr>
        <p:spPr>
          <a:xfrm rot="16200000" flipH="1">
            <a:off x="3522310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직선 연결선 658"/>
          <p:cNvCxnSpPr/>
          <p:nvPr/>
        </p:nvCxnSpPr>
        <p:spPr>
          <a:xfrm rot="16200000" flipH="1">
            <a:off x="4960397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직선 연결선 659"/>
          <p:cNvCxnSpPr/>
          <p:nvPr/>
        </p:nvCxnSpPr>
        <p:spPr>
          <a:xfrm rot="16200000" flipH="1">
            <a:off x="6351195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직선 연결선 660"/>
          <p:cNvCxnSpPr/>
          <p:nvPr/>
        </p:nvCxnSpPr>
        <p:spPr>
          <a:xfrm rot="5400000" flipH="1" flipV="1">
            <a:off x="3822698" y="2633988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직선 연결선 662"/>
          <p:cNvCxnSpPr/>
          <p:nvPr/>
        </p:nvCxnSpPr>
        <p:spPr>
          <a:xfrm rot="5400000" flipH="1" flipV="1">
            <a:off x="5221133" y="2632369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직선 연결선 663"/>
          <p:cNvCxnSpPr/>
          <p:nvPr/>
        </p:nvCxnSpPr>
        <p:spPr>
          <a:xfrm rot="5400000" flipH="1" flipV="1">
            <a:off x="6605872" y="2632369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5" name="그룹 664"/>
          <p:cNvGrpSpPr/>
          <p:nvPr/>
        </p:nvGrpSpPr>
        <p:grpSpPr>
          <a:xfrm>
            <a:off x="5433921" y="1563918"/>
            <a:ext cx="526805" cy="270619"/>
            <a:chOff x="4384576" y="1005260"/>
            <a:chExt cx="737527" cy="378866"/>
          </a:xfrm>
        </p:grpSpPr>
        <p:sp>
          <p:nvSpPr>
            <p:cNvPr id="66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66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6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69" name="그룹 668"/>
          <p:cNvGrpSpPr/>
          <p:nvPr/>
        </p:nvGrpSpPr>
        <p:grpSpPr>
          <a:xfrm>
            <a:off x="6783675" y="1563918"/>
            <a:ext cx="526805" cy="270619"/>
            <a:chOff x="4384576" y="1005260"/>
            <a:chExt cx="737527" cy="378866"/>
          </a:xfrm>
        </p:grpSpPr>
        <p:sp>
          <p:nvSpPr>
            <p:cNvPr id="670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671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72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83" name="그룹 682"/>
          <p:cNvGrpSpPr/>
          <p:nvPr/>
        </p:nvGrpSpPr>
        <p:grpSpPr>
          <a:xfrm>
            <a:off x="2905693" y="3686172"/>
            <a:ext cx="526805" cy="272794"/>
            <a:chOff x="4067969" y="5160640"/>
            <a:chExt cx="737527" cy="381912"/>
          </a:xfrm>
        </p:grpSpPr>
        <p:grpSp>
          <p:nvGrpSpPr>
            <p:cNvPr id="677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79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80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82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684" name="그룹 683"/>
          <p:cNvGrpSpPr/>
          <p:nvPr/>
        </p:nvGrpSpPr>
        <p:grpSpPr>
          <a:xfrm>
            <a:off x="4314829" y="3686172"/>
            <a:ext cx="526805" cy="272794"/>
            <a:chOff x="4067969" y="5160640"/>
            <a:chExt cx="737527" cy="381912"/>
          </a:xfrm>
        </p:grpSpPr>
        <p:grpSp>
          <p:nvGrpSpPr>
            <p:cNvPr id="685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8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8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86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689" name="그룹 688"/>
          <p:cNvGrpSpPr/>
          <p:nvPr/>
        </p:nvGrpSpPr>
        <p:grpSpPr>
          <a:xfrm>
            <a:off x="5703555" y="3686172"/>
            <a:ext cx="526805" cy="272794"/>
            <a:chOff x="4067969" y="5160640"/>
            <a:chExt cx="737527" cy="381912"/>
          </a:xfrm>
        </p:grpSpPr>
        <p:grpSp>
          <p:nvGrpSpPr>
            <p:cNvPr id="69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9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9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9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694" name="그룹 693"/>
          <p:cNvGrpSpPr/>
          <p:nvPr/>
        </p:nvGrpSpPr>
        <p:grpSpPr>
          <a:xfrm>
            <a:off x="3440446" y="4390629"/>
            <a:ext cx="526805" cy="272794"/>
            <a:chOff x="4067969" y="5160640"/>
            <a:chExt cx="737527" cy="381912"/>
          </a:xfrm>
        </p:grpSpPr>
        <p:grpSp>
          <p:nvGrpSpPr>
            <p:cNvPr id="695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9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9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96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699" name="그룹 698"/>
          <p:cNvGrpSpPr/>
          <p:nvPr/>
        </p:nvGrpSpPr>
        <p:grpSpPr>
          <a:xfrm>
            <a:off x="4971013" y="4390629"/>
            <a:ext cx="526805" cy="272794"/>
            <a:chOff x="4067969" y="5160640"/>
            <a:chExt cx="737527" cy="381912"/>
          </a:xfrm>
        </p:grpSpPr>
        <p:grpSp>
          <p:nvGrpSpPr>
            <p:cNvPr id="70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70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70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70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sp>
        <p:nvSpPr>
          <p:cNvPr id="266" name="TextBox 265"/>
          <p:cNvSpPr txBox="1"/>
          <p:nvPr/>
        </p:nvSpPr>
        <p:spPr>
          <a:xfrm>
            <a:off x="5086566" y="42040"/>
            <a:ext cx="25202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 smtClean="0"/>
              <a:t>A</a:t>
            </a:r>
            <a:endParaRPr lang="ko-KR" altLang="en-US" sz="1000" dirty="0"/>
          </a:p>
        </p:txBody>
      </p:sp>
      <p:pic>
        <p:nvPicPr>
          <p:cNvPr id="265" name="Picture 2" descr="C:\Documents and Settings\동빈\바탕 화면\PROJECT\방송장치사진들\영문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44408" y="116633"/>
            <a:ext cx="755576" cy="2227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그룹 641"/>
          <p:cNvGrpSpPr/>
          <p:nvPr/>
        </p:nvGrpSpPr>
        <p:grpSpPr>
          <a:xfrm flipH="1">
            <a:off x="317287" y="2780882"/>
            <a:ext cx="374245" cy="85815"/>
            <a:chOff x="10763258" y="8618765"/>
            <a:chExt cx="523945" cy="120140"/>
          </a:xfrm>
        </p:grpSpPr>
        <p:sp>
          <p:nvSpPr>
            <p:cNvPr id="529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30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1" name="그룹 638"/>
          <p:cNvGrpSpPr/>
          <p:nvPr/>
        </p:nvGrpSpPr>
        <p:grpSpPr>
          <a:xfrm flipH="1">
            <a:off x="314080" y="2893375"/>
            <a:ext cx="374245" cy="85815"/>
            <a:chOff x="10763258" y="8618765"/>
            <a:chExt cx="523945" cy="120140"/>
          </a:xfrm>
        </p:grpSpPr>
        <p:sp>
          <p:nvSpPr>
            <p:cNvPr id="527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8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2" name="그룹 647"/>
          <p:cNvGrpSpPr/>
          <p:nvPr/>
        </p:nvGrpSpPr>
        <p:grpSpPr>
          <a:xfrm flipH="1">
            <a:off x="313483" y="1543057"/>
            <a:ext cx="374245" cy="85815"/>
            <a:chOff x="10763258" y="8618765"/>
            <a:chExt cx="523945" cy="120140"/>
          </a:xfrm>
        </p:grpSpPr>
        <p:sp>
          <p:nvSpPr>
            <p:cNvPr id="525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6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263" name="Line 46"/>
          <p:cNvSpPr>
            <a:spLocks noChangeShapeType="1"/>
          </p:cNvSpPr>
          <p:nvPr/>
        </p:nvSpPr>
        <p:spPr bwMode="auto">
          <a:xfrm flipH="1" flipV="1">
            <a:off x="695555" y="2796267"/>
            <a:ext cx="6099224" cy="1552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4" name="Line 46"/>
          <p:cNvSpPr>
            <a:spLocks noChangeShapeType="1"/>
          </p:cNvSpPr>
          <p:nvPr/>
        </p:nvSpPr>
        <p:spPr bwMode="auto">
          <a:xfrm flipH="1">
            <a:off x="692153" y="2902857"/>
            <a:ext cx="6113009" cy="226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5" name="Freeform 548"/>
          <p:cNvSpPr>
            <a:spLocks/>
          </p:cNvSpPr>
          <p:nvPr/>
        </p:nvSpPr>
        <p:spPr bwMode="auto">
          <a:xfrm>
            <a:off x="338085" y="640803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6" name="Line 560"/>
          <p:cNvSpPr>
            <a:spLocks noChangeShapeType="1"/>
          </p:cNvSpPr>
          <p:nvPr/>
        </p:nvSpPr>
        <p:spPr bwMode="auto">
          <a:xfrm flipH="1">
            <a:off x="502970" y="244929"/>
            <a:ext cx="2085" cy="6590427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7" name="Rectangle 33"/>
          <p:cNvSpPr>
            <a:spLocks noChangeArrowheads="1"/>
          </p:cNvSpPr>
          <p:nvPr/>
        </p:nvSpPr>
        <p:spPr bwMode="auto">
          <a:xfrm flipH="1">
            <a:off x="6980762" y="22646"/>
            <a:ext cx="989249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</a:t>
            </a:r>
            <a:r>
              <a:rPr lang="en-US" altLang="ko-KR" sz="600" b="1" dirty="0" smtClean="0">
                <a:latin typeface="Arial" charset="0"/>
              </a:rPr>
              <a:t>Rack-A </a:t>
            </a:r>
            <a:endParaRPr lang="ko-KR" altLang="ko-KR" dirty="0"/>
          </a:p>
        </p:txBody>
      </p:sp>
      <p:sp>
        <p:nvSpPr>
          <p:cNvPr id="268" name="Freeform 544"/>
          <p:cNvSpPr>
            <a:spLocks/>
          </p:cNvSpPr>
          <p:nvPr/>
        </p:nvSpPr>
        <p:spPr bwMode="auto">
          <a:xfrm>
            <a:off x="332531" y="653941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9" name="Freeform 545"/>
          <p:cNvSpPr>
            <a:spLocks/>
          </p:cNvSpPr>
          <p:nvPr/>
        </p:nvSpPr>
        <p:spPr bwMode="auto">
          <a:xfrm>
            <a:off x="332531" y="6647875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70" name="Freeform 548"/>
          <p:cNvSpPr>
            <a:spLocks/>
          </p:cNvSpPr>
          <p:nvPr/>
        </p:nvSpPr>
        <p:spPr bwMode="auto">
          <a:xfrm>
            <a:off x="337295" y="6289913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71" name="Oval 563"/>
          <p:cNvSpPr>
            <a:spLocks noChangeArrowheads="1"/>
          </p:cNvSpPr>
          <p:nvPr/>
        </p:nvSpPr>
        <p:spPr bwMode="auto">
          <a:xfrm>
            <a:off x="301543" y="6508427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272" name="Oval 564"/>
          <p:cNvSpPr>
            <a:spLocks noChangeArrowheads="1"/>
          </p:cNvSpPr>
          <p:nvPr/>
        </p:nvSpPr>
        <p:spPr bwMode="auto">
          <a:xfrm>
            <a:off x="301543" y="6616886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273" name="Oval 567"/>
          <p:cNvSpPr>
            <a:spLocks noChangeArrowheads="1"/>
          </p:cNvSpPr>
          <p:nvPr/>
        </p:nvSpPr>
        <p:spPr bwMode="auto">
          <a:xfrm>
            <a:off x="306306" y="625892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274" name="Rectangle 2"/>
          <p:cNvSpPr>
            <a:spLocks noChangeArrowheads="1"/>
          </p:cNvSpPr>
          <p:nvPr/>
        </p:nvSpPr>
        <p:spPr bwMode="auto">
          <a:xfrm>
            <a:off x="6838932" y="184740"/>
            <a:ext cx="1243116" cy="4844460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275" name="Rectangle 32"/>
          <p:cNvSpPr>
            <a:spLocks noChangeArrowheads="1"/>
          </p:cNvSpPr>
          <p:nvPr/>
        </p:nvSpPr>
        <p:spPr bwMode="auto">
          <a:xfrm rot="5400000">
            <a:off x="7549284" y="2808038"/>
            <a:ext cx="90343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276" name="Rectangle 34"/>
          <p:cNvSpPr>
            <a:spLocks noChangeArrowheads="1"/>
          </p:cNvSpPr>
          <p:nvPr/>
        </p:nvSpPr>
        <p:spPr bwMode="auto">
          <a:xfrm flipH="1">
            <a:off x="6200090" y="1462422"/>
            <a:ext cx="520845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77" name="Line 35"/>
          <p:cNvSpPr>
            <a:spLocks noChangeShapeType="1"/>
          </p:cNvSpPr>
          <p:nvPr/>
        </p:nvSpPr>
        <p:spPr bwMode="auto">
          <a:xfrm flipH="1" flipV="1">
            <a:off x="675144" y="1558018"/>
            <a:ext cx="6217421" cy="1286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78" name="Rectangle 40"/>
          <p:cNvSpPr>
            <a:spLocks noChangeArrowheads="1"/>
          </p:cNvSpPr>
          <p:nvPr/>
        </p:nvSpPr>
        <p:spPr bwMode="auto">
          <a:xfrm flipH="1">
            <a:off x="6346690" y="252676"/>
            <a:ext cx="522038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79" name="Line 41"/>
          <p:cNvSpPr>
            <a:spLocks noChangeShapeType="1"/>
          </p:cNvSpPr>
          <p:nvPr/>
        </p:nvSpPr>
        <p:spPr bwMode="auto">
          <a:xfrm flipH="1">
            <a:off x="6374103" y="400467"/>
            <a:ext cx="523229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0" name="Line 49"/>
          <p:cNvSpPr>
            <a:spLocks noChangeShapeType="1"/>
          </p:cNvSpPr>
          <p:nvPr/>
        </p:nvSpPr>
        <p:spPr bwMode="auto">
          <a:xfrm flipV="1">
            <a:off x="6730472" y="4834211"/>
            <a:ext cx="16209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1" name="Line 50"/>
          <p:cNvSpPr>
            <a:spLocks noChangeShapeType="1"/>
          </p:cNvSpPr>
          <p:nvPr/>
        </p:nvSpPr>
        <p:spPr bwMode="auto">
          <a:xfrm flipH="1">
            <a:off x="6623203" y="4725751"/>
            <a:ext cx="26936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2" name="Line 53"/>
          <p:cNvSpPr>
            <a:spLocks noChangeShapeType="1"/>
          </p:cNvSpPr>
          <p:nvPr/>
        </p:nvSpPr>
        <p:spPr bwMode="auto">
          <a:xfrm flipV="1">
            <a:off x="6730472" y="4834212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3" name="Line 54"/>
          <p:cNvSpPr>
            <a:spLocks noChangeShapeType="1"/>
          </p:cNvSpPr>
          <p:nvPr/>
        </p:nvSpPr>
        <p:spPr bwMode="auto">
          <a:xfrm flipV="1">
            <a:off x="6623204" y="4726943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4" name="Rectangle 59"/>
          <p:cNvSpPr>
            <a:spLocks noChangeArrowheads="1"/>
          </p:cNvSpPr>
          <p:nvPr/>
        </p:nvSpPr>
        <p:spPr bwMode="auto">
          <a:xfrm>
            <a:off x="6892565" y="2219257"/>
            <a:ext cx="379014" cy="2777049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285" name="Line 60"/>
          <p:cNvSpPr>
            <a:spLocks noChangeShapeType="1"/>
          </p:cNvSpPr>
          <p:nvPr/>
        </p:nvSpPr>
        <p:spPr bwMode="auto">
          <a:xfrm>
            <a:off x="6730472" y="1322892"/>
            <a:ext cx="162094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6" name="Oval 61"/>
          <p:cNvSpPr>
            <a:spLocks noChangeArrowheads="1"/>
          </p:cNvSpPr>
          <p:nvPr/>
        </p:nvSpPr>
        <p:spPr bwMode="auto">
          <a:xfrm flipH="1">
            <a:off x="6676837" y="1264493"/>
            <a:ext cx="108459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287" name="Rectangle 64"/>
          <p:cNvSpPr>
            <a:spLocks noChangeArrowheads="1"/>
          </p:cNvSpPr>
          <p:nvPr/>
        </p:nvSpPr>
        <p:spPr bwMode="auto">
          <a:xfrm flipH="1">
            <a:off x="6345499" y="2412338"/>
            <a:ext cx="493433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288" name="Line 65"/>
          <p:cNvSpPr>
            <a:spLocks noChangeShapeType="1"/>
          </p:cNvSpPr>
          <p:nvPr/>
        </p:nvSpPr>
        <p:spPr bwMode="auto">
          <a:xfrm flipH="1">
            <a:off x="6352649" y="2489810"/>
            <a:ext cx="53991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9" name="Rectangle 66"/>
          <p:cNvSpPr>
            <a:spLocks noChangeArrowheads="1"/>
          </p:cNvSpPr>
          <p:nvPr/>
        </p:nvSpPr>
        <p:spPr bwMode="auto">
          <a:xfrm flipH="1">
            <a:off x="6345499" y="2293152"/>
            <a:ext cx="493433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290" name="Line 67"/>
          <p:cNvSpPr>
            <a:spLocks noChangeShapeType="1"/>
          </p:cNvSpPr>
          <p:nvPr/>
        </p:nvSpPr>
        <p:spPr bwMode="auto">
          <a:xfrm flipH="1">
            <a:off x="6352649" y="2382542"/>
            <a:ext cx="53991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1" name="Rectangle 68"/>
          <p:cNvSpPr>
            <a:spLocks noChangeArrowheads="1"/>
          </p:cNvSpPr>
          <p:nvPr/>
        </p:nvSpPr>
        <p:spPr bwMode="auto">
          <a:xfrm flipH="1">
            <a:off x="6389597" y="2179926"/>
            <a:ext cx="493433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292" name="Line 69"/>
          <p:cNvSpPr>
            <a:spLocks noChangeShapeType="1"/>
          </p:cNvSpPr>
          <p:nvPr/>
        </p:nvSpPr>
        <p:spPr bwMode="auto">
          <a:xfrm flipH="1">
            <a:off x="6352649" y="2274081"/>
            <a:ext cx="539915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3" name="Rectangle 70"/>
          <p:cNvSpPr>
            <a:spLocks noChangeArrowheads="1"/>
          </p:cNvSpPr>
          <p:nvPr/>
        </p:nvSpPr>
        <p:spPr bwMode="auto">
          <a:xfrm flipH="1">
            <a:off x="6082097" y="977332"/>
            <a:ext cx="638840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CDT</a:t>
            </a:r>
            <a:endParaRPr lang="ko-KR" altLang="ko-KR" dirty="0"/>
          </a:p>
        </p:txBody>
      </p:sp>
      <p:sp>
        <p:nvSpPr>
          <p:cNvPr id="294" name="Line 71"/>
          <p:cNvSpPr>
            <a:spLocks noChangeShapeType="1"/>
          </p:cNvSpPr>
          <p:nvPr/>
        </p:nvSpPr>
        <p:spPr bwMode="auto">
          <a:xfrm flipH="1" flipV="1">
            <a:off x="6224591" y="1079501"/>
            <a:ext cx="667974" cy="5099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5" name="Rectangle 72"/>
          <p:cNvSpPr>
            <a:spLocks noChangeArrowheads="1"/>
          </p:cNvSpPr>
          <p:nvPr/>
        </p:nvSpPr>
        <p:spPr bwMode="auto">
          <a:xfrm flipH="1">
            <a:off x="6200090" y="1570880"/>
            <a:ext cx="520845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96" name="Line 73"/>
          <p:cNvSpPr>
            <a:spLocks noChangeShapeType="1"/>
          </p:cNvSpPr>
          <p:nvPr/>
        </p:nvSpPr>
        <p:spPr bwMode="auto">
          <a:xfrm flipH="1">
            <a:off x="5926529" y="1679340"/>
            <a:ext cx="966036" cy="17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7" name="Rectangle 74"/>
          <p:cNvSpPr>
            <a:spLocks noChangeArrowheads="1"/>
          </p:cNvSpPr>
          <p:nvPr/>
        </p:nvSpPr>
        <p:spPr bwMode="auto">
          <a:xfrm flipH="1">
            <a:off x="6361388" y="2708920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298" name="Rectangle 81"/>
          <p:cNvSpPr>
            <a:spLocks noChangeArrowheads="1"/>
          </p:cNvSpPr>
          <p:nvPr/>
        </p:nvSpPr>
        <p:spPr bwMode="auto">
          <a:xfrm flipH="1">
            <a:off x="7380040" y="5371744"/>
            <a:ext cx="49462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99" name="Line 82"/>
          <p:cNvSpPr>
            <a:spLocks noChangeShapeType="1"/>
          </p:cNvSpPr>
          <p:nvPr/>
        </p:nvSpPr>
        <p:spPr bwMode="auto">
          <a:xfrm flipH="1" flipV="1">
            <a:off x="7271578" y="5483778"/>
            <a:ext cx="6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0" name="Rectangle 106"/>
          <p:cNvSpPr>
            <a:spLocks noChangeArrowheads="1"/>
          </p:cNvSpPr>
          <p:nvPr/>
        </p:nvSpPr>
        <p:spPr bwMode="auto">
          <a:xfrm flipH="1">
            <a:off x="6390789" y="41858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01" name="Line 107"/>
          <p:cNvSpPr>
            <a:spLocks noChangeShapeType="1"/>
          </p:cNvSpPr>
          <p:nvPr/>
        </p:nvSpPr>
        <p:spPr bwMode="auto">
          <a:xfrm flipV="1">
            <a:off x="6190555" y="4262115"/>
            <a:ext cx="702009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2" name="Rectangle 108"/>
          <p:cNvSpPr>
            <a:spLocks noChangeArrowheads="1"/>
          </p:cNvSpPr>
          <p:nvPr/>
        </p:nvSpPr>
        <p:spPr bwMode="auto">
          <a:xfrm flipH="1">
            <a:off x="6390789" y="4287146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03" name="Line 109"/>
          <p:cNvSpPr>
            <a:spLocks noChangeShapeType="1"/>
          </p:cNvSpPr>
          <p:nvPr/>
        </p:nvSpPr>
        <p:spPr bwMode="auto">
          <a:xfrm flipV="1">
            <a:off x="6299015" y="4370575"/>
            <a:ext cx="59355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4" name="Rectangle 112"/>
          <p:cNvSpPr>
            <a:spLocks noChangeArrowheads="1"/>
          </p:cNvSpPr>
          <p:nvPr/>
        </p:nvSpPr>
        <p:spPr bwMode="auto">
          <a:xfrm rot="5400000">
            <a:off x="5586280" y="2716265"/>
            <a:ext cx="3965340" cy="594742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305" name="Rectangle 115"/>
          <p:cNvSpPr>
            <a:spLocks noChangeArrowheads="1"/>
          </p:cNvSpPr>
          <p:nvPr/>
        </p:nvSpPr>
        <p:spPr bwMode="auto">
          <a:xfrm flipH="1">
            <a:off x="7350241" y="383783"/>
            <a:ext cx="494625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306" name="Line 116"/>
          <p:cNvSpPr>
            <a:spLocks noChangeShapeType="1"/>
          </p:cNvSpPr>
          <p:nvPr/>
        </p:nvSpPr>
        <p:spPr bwMode="auto">
          <a:xfrm flipH="1">
            <a:off x="7271578" y="489858"/>
            <a:ext cx="541107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7" name="Line 118"/>
          <p:cNvSpPr>
            <a:spLocks noChangeShapeType="1"/>
          </p:cNvSpPr>
          <p:nvPr/>
        </p:nvSpPr>
        <p:spPr bwMode="auto">
          <a:xfrm flipH="1" flipV="1">
            <a:off x="7812687" y="489859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8" name="Line 128"/>
          <p:cNvSpPr>
            <a:spLocks noChangeShapeType="1"/>
          </p:cNvSpPr>
          <p:nvPr/>
        </p:nvSpPr>
        <p:spPr bwMode="auto">
          <a:xfrm flipH="1" flipV="1">
            <a:off x="6299015" y="4377724"/>
            <a:ext cx="1775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9" name="Line 129"/>
          <p:cNvSpPr>
            <a:spLocks noChangeShapeType="1"/>
          </p:cNvSpPr>
          <p:nvPr/>
        </p:nvSpPr>
        <p:spPr bwMode="auto">
          <a:xfrm flipV="1">
            <a:off x="6186491" y="4272840"/>
            <a:ext cx="406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12" name="Rectangle 182"/>
          <p:cNvSpPr>
            <a:spLocks noChangeArrowheads="1"/>
          </p:cNvSpPr>
          <p:nvPr/>
        </p:nvSpPr>
        <p:spPr bwMode="auto">
          <a:xfrm>
            <a:off x="6892565" y="274130"/>
            <a:ext cx="379014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313" name="Rectangle 183"/>
          <p:cNvSpPr>
            <a:spLocks noChangeArrowheads="1"/>
          </p:cNvSpPr>
          <p:nvPr/>
        </p:nvSpPr>
        <p:spPr bwMode="auto">
          <a:xfrm>
            <a:off x="6892565" y="1030965"/>
            <a:ext cx="379014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314" name="Rectangle 185"/>
          <p:cNvSpPr>
            <a:spLocks noChangeArrowheads="1"/>
          </p:cNvSpPr>
          <p:nvPr/>
        </p:nvSpPr>
        <p:spPr bwMode="auto">
          <a:xfrm>
            <a:off x="6892565" y="1462421"/>
            <a:ext cx="379014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315" name="Rectangle 186"/>
          <p:cNvSpPr>
            <a:spLocks noChangeArrowheads="1"/>
          </p:cNvSpPr>
          <p:nvPr/>
        </p:nvSpPr>
        <p:spPr bwMode="auto">
          <a:xfrm>
            <a:off x="6892565" y="2057162"/>
            <a:ext cx="379014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HDD</a:t>
            </a:r>
            <a:endParaRPr lang="ko-KR" altLang="ko-KR" dirty="0"/>
          </a:p>
        </p:txBody>
      </p:sp>
      <p:sp>
        <p:nvSpPr>
          <p:cNvPr id="316" name="Rectangle 187"/>
          <p:cNvSpPr>
            <a:spLocks noChangeArrowheads="1"/>
          </p:cNvSpPr>
          <p:nvPr/>
        </p:nvSpPr>
        <p:spPr bwMode="auto">
          <a:xfrm>
            <a:off x="6892565" y="543491"/>
            <a:ext cx="379014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317" name="Rectangle 188"/>
          <p:cNvSpPr>
            <a:spLocks noChangeArrowheads="1"/>
          </p:cNvSpPr>
          <p:nvPr/>
        </p:nvSpPr>
        <p:spPr bwMode="auto">
          <a:xfrm>
            <a:off x="6892565" y="1732975"/>
            <a:ext cx="379014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318" name="Line 190"/>
          <p:cNvSpPr>
            <a:spLocks noChangeShapeType="1"/>
          </p:cNvSpPr>
          <p:nvPr/>
        </p:nvSpPr>
        <p:spPr bwMode="auto">
          <a:xfrm flipV="1">
            <a:off x="7487307" y="1355154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19" name="Line 191"/>
          <p:cNvSpPr>
            <a:spLocks noChangeShapeType="1"/>
          </p:cNvSpPr>
          <p:nvPr/>
        </p:nvSpPr>
        <p:spPr bwMode="auto">
          <a:xfrm flipH="1" flipV="1">
            <a:off x="7269194" y="1265763"/>
            <a:ext cx="218112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0" name="Line 192"/>
          <p:cNvSpPr>
            <a:spLocks noChangeShapeType="1"/>
          </p:cNvSpPr>
          <p:nvPr/>
        </p:nvSpPr>
        <p:spPr bwMode="auto">
          <a:xfrm flipH="1">
            <a:off x="7268004" y="1732974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1" name="Rectangle 193"/>
          <p:cNvSpPr>
            <a:spLocks noChangeArrowheads="1"/>
          </p:cNvSpPr>
          <p:nvPr/>
        </p:nvSpPr>
        <p:spPr bwMode="auto">
          <a:xfrm>
            <a:off x="6892565" y="1193058"/>
            <a:ext cx="379014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322" name="Line 195"/>
          <p:cNvSpPr>
            <a:spLocks noChangeShapeType="1"/>
          </p:cNvSpPr>
          <p:nvPr/>
        </p:nvSpPr>
        <p:spPr bwMode="auto">
          <a:xfrm flipV="1">
            <a:off x="7269194" y="2238326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3" name="Line 197"/>
          <p:cNvSpPr>
            <a:spLocks noChangeShapeType="1"/>
          </p:cNvSpPr>
          <p:nvPr/>
        </p:nvSpPr>
        <p:spPr bwMode="auto">
          <a:xfrm flipV="1">
            <a:off x="7268003" y="1895068"/>
            <a:ext cx="112035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4" name="Line 198"/>
          <p:cNvSpPr>
            <a:spLocks noChangeShapeType="1"/>
          </p:cNvSpPr>
          <p:nvPr/>
        </p:nvSpPr>
        <p:spPr bwMode="auto">
          <a:xfrm flipV="1">
            <a:off x="7268003" y="1517248"/>
            <a:ext cx="112035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5" name="Line 199"/>
          <p:cNvSpPr>
            <a:spLocks noChangeShapeType="1"/>
          </p:cNvSpPr>
          <p:nvPr/>
        </p:nvSpPr>
        <p:spPr bwMode="auto">
          <a:xfrm>
            <a:off x="7269195" y="1589950"/>
            <a:ext cx="110844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6" name="Line 200"/>
          <p:cNvSpPr>
            <a:spLocks noChangeShapeType="1"/>
          </p:cNvSpPr>
          <p:nvPr/>
        </p:nvSpPr>
        <p:spPr bwMode="auto">
          <a:xfrm>
            <a:off x="7268004" y="1949894"/>
            <a:ext cx="12395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7" name="Line 201"/>
          <p:cNvSpPr>
            <a:spLocks noChangeShapeType="1"/>
          </p:cNvSpPr>
          <p:nvPr/>
        </p:nvSpPr>
        <p:spPr bwMode="auto">
          <a:xfrm flipV="1">
            <a:off x="7380039" y="1625706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8" name="Line 202"/>
          <p:cNvSpPr>
            <a:spLocks noChangeShapeType="1"/>
          </p:cNvSpPr>
          <p:nvPr/>
        </p:nvSpPr>
        <p:spPr bwMode="auto">
          <a:xfrm flipH="1" flipV="1">
            <a:off x="7391958" y="2003529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9" name="Rectangle 203"/>
          <p:cNvSpPr>
            <a:spLocks noChangeArrowheads="1"/>
          </p:cNvSpPr>
          <p:nvPr/>
        </p:nvSpPr>
        <p:spPr bwMode="auto">
          <a:xfrm rot="5400000" flipH="1">
            <a:off x="7369311" y="1437391"/>
            <a:ext cx="324188" cy="12395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330" name="Rectangle 204"/>
          <p:cNvSpPr>
            <a:spLocks noChangeArrowheads="1"/>
          </p:cNvSpPr>
          <p:nvPr/>
        </p:nvSpPr>
        <p:spPr bwMode="auto">
          <a:xfrm rot="5400000" flipH="1">
            <a:off x="7123191" y="2013660"/>
            <a:ext cx="215728" cy="8343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331" name="Rectangle 205"/>
          <p:cNvSpPr>
            <a:spLocks noChangeArrowheads="1"/>
          </p:cNvSpPr>
          <p:nvPr/>
        </p:nvSpPr>
        <p:spPr bwMode="auto">
          <a:xfrm rot="5400000" flipH="1">
            <a:off x="7073133" y="1690664"/>
            <a:ext cx="312269" cy="870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332" name="Line 207"/>
          <p:cNvSpPr>
            <a:spLocks noChangeShapeType="1"/>
          </p:cNvSpPr>
          <p:nvPr/>
        </p:nvSpPr>
        <p:spPr bwMode="auto">
          <a:xfrm>
            <a:off x="7268003" y="1084599"/>
            <a:ext cx="112035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33" name="Line 208"/>
          <p:cNvSpPr>
            <a:spLocks noChangeShapeType="1"/>
          </p:cNvSpPr>
          <p:nvPr/>
        </p:nvSpPr>
        <p:spPr bwMode="auto">
          <a:xfrm flipH="1" flipV="1">
            <a:off x="7380040" y="1138231"/>
            <a:ext cx="1045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34" name="Rectangle 210"/>
          <p:cNvSpPr>
            <a:spLocks noChangeArrowheads="1"/>
          </p:cNvSpPr>
          <p:nvPr/>
        </p:nvSpPr>
        <p:spPr bwMode="auto">
          <a:xfrm rot="5400000">
            <a:off x="5586280" y="2716265"/>
            <a:ext cx="3965340" cy="59474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1416" tIns="45707" rIns="91416" bIns="45707" anchor="ctr"/>
          <a:lstStyle/>
          <a:p>
            <a:pPr algn="ctr"/>
            <a:endParaRPr lang="ko-KR" altLang="ko-KR"/>
          </a:p>
        </p:txBody>
      </p:sp>
      <p:sp>
        <p:nvSpPr>
          <p:cNvPr id="335" name="Rectangle 527"/>
          <p:cNvSpPr>
            <a:spLocks noChangeArrowheads="1"/>
          </p:cNvSpPr>
          <p:nvPr/>
        </p:nvSpPr>
        <p:spPr bwMode="auto">
          <a:xfrm>
            <a:off x="6892565" y="5085184"/>
            <a:ext cx="379014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36" name="Rectangle 209"/>
          <p:cNvSpPr>
            <a:spLocks noChangeArrowheads="1"/>
          </p:cNvSpPr>
          <p:nvPr/>
        </p:nvSpPr>
        <p:spPr bwMode="auto">
          <a:xfrm>
            <a:off x="7051951" y="2986665"/>
            <a:ext cx="216024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37" name="Line 192"/>
          <p:cNvSpPr>
            <a:spLocks noChangeShapeType="1"/>
          </p:cNvSpPr>
          <p:nvPr/>
        </p:nvSpPr>
        <p:spPr bwMode="auto">
          <a:xfrm flipH="1">
            <a:off x="7273957" y="3009550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38" name="Line 190"/>
          <p:cNvSpPr>
            <a:spLocks noChangeShapeType="1"/>
          </p:cNvSpPr>
          <p:nvPr/>
        </p:nvSpPr>
        <p:spPr bwMode="auto">
          <a:xfrm flipV="1">
            <a:off x="7485520" y="1745082"/>
            <a:ext cx="2408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cxnSp>
        <p:nvCxnSpPr>
          <p:cNvPr id="339" name="꺾인 연결선 338"/>
          <p:cNvCxnSpPr/>
          <p:nvPr/>
        </p:nvCxnSpPr>
        <p:spPr>
          <a:xfrm flipH="1">
            <a:off x="7267974" y="5029200"/>
            <a:ext cx="572691" cy="272008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Rectangle 93"/>
          <p:cNvSpPr>
            <a:spLocks noChangeArrowheads="1"/>
          </p:cNvSpPr>
          <p:nvPr/>
        </p:nvSpPr>
        <p:spPr bwMode="auto">
          <a:xfrm flipH="1">
            <a:off x="7309170" y="5190102"/>
            <a:ext cx="486891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Audio LINE</a:t>
            </a:r>
            <a:endParaRPr lang="ko-KR" altLang="ko-KR" dirty="0"/>
          </a:p>
        </p:txBody>
      </p:sp>
      <p:sp>
        <p:nvSpPr>
          <p:cNvPr id="341" name="Line 128"/>
          <p:cNvSpPr>
            <a:spLocks noChangeShapeType="1"/>
          </p:cNvSpPr>
          <p:nvPr/>
        </p:nvSpPr>
        <p:spPr bwMode="auto">
          <a:xfrm flipH="1" flipV="1">
            <a:off x="6427791" y="4470400"/>
            <a:ext cx="6350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2" name="Line 109"/>
          <p:cNvSpPr>
            <a:spLocks noChangeShapeType="1"/>
          </p:cNvSpPr>
          <p:nvPr/>
        </p:nvSpPr>
        <p:spPr bwMode="auto">
          <a:xfrm>
            <a:off x="6427791" y="4470400"/>
            <a:ext cx="459514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3" name="Line 74"/>
          <p:cNvSpPr>
            <a:spLocks noChangeShapeType="1"/>
          </p:cNvSpPr>
          <p:nvPr/>
        </p:nvSpPr>
        <p:spPr bwMode="auto">
          <a:xfrm flipH="1">
            <a:off x="6733287" y="6179820"/>
            <a:ext cx="133788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4" name="Line 75"/>
          <p:cNvSpPr>
            <a:spLocks noChangeShapeType="1"/>
          </p:cNvSpPr>
          <p:nvPr/>
        </p:nvSpPr>
        <p:spPr bwMode="auto">
          <a:xfrm>
            <a:off x="672489" y="6185787"/>
            <a:ext cx="594741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5" name="Line 117"/>
          <p:cNvSpPr>
            <a:spLocks noChangeShapeType="1"/>
          </p:cNvSpPr>
          <p:nvPr/>
        </p:nvSpPr>
        <p:spPr bwMode="auto">
          <a:xfrm flipH="1" flipV="1">
            <a:off x="673103" y="6524625"/>
            <a:ext cx="7386960" cy="84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6" name="Line 118"/>
          <p:cNvSpPr>
            <a:spLocks noChangeShapeType="1"/>
          </p:cNvSpPr>
          <p:nvPr/>
        </p:nvSpPr>
        <p:spPr bwMode="auto">
          <a:xfrm flipH="1">
            <a:off x="673103" y="6633928"/>
            <a:ext cx="738696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7" name="Line 134"/>
          <p:cNvSpPr>
            <a:spLocks noChangeShapeType="1"/>
          </p:cNvSpPr>
          <p:nvPr/>
        </p:nvSpPr>
        <p:spPr bwMode="auto">
          <a:xfrm flipH="1" flipV="1">
            <a:off x="677865" y="6286500"/>
            <a:ext cx="7382197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8" name="Line 135"/>
          <p:cNvSpPr>
            <a:spLocks noChangeShapeType="1"/>
          </p:cNvSpPr>
          <p:nvPr/>
        </p:nvSpPr>
        <p:spPr bwMode="auto">
          <a:xfrm flipH="1">
            <a:off x="668339" y="6402706"/>
            <a:ext cx="7391722" cy="285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9" name="Rectangle 207"/>
          <p:cNvSpPr>
            <a:spLocks noChangeArrowheads="1"/>
          </p:cNvSpPr>
          <p:nvPr/>
        </p:nvSpPr>
        <p:spPr bwMode="auto">
          <a:xfrm>
            <a:off x="1031626" y="6092822"/>
            <a:ext cx="523229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0" name="Rectangle 208"/>
          <p:cNvSpPr>
            <a:spLocks noChangeArrowheads="1"/>
          </p:cNvSpPr>
          <p:nvPr/>
        </p:nvSpPr>
        <p:spPr bwMode="auto">
          <a:xfrm>
            <a:off x="1051888" y="6213202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51" name="Rectangle 209"/>
          <p:cNvSpPr>
            <a:spLocks noChangeArrowheads="1"/>
          </p:cNvSpPr>
          <p:nvPr/>
        </p:nvSpPr>
        <p:spPr bwMode="auto">
          <a:xfrm>
            <a:off x="1048312" y="6321661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52" name="Rectangle 210"/>
          <p:cNvSpPr>
            <a:spLocks noChangeArrowheads="1"/>
          </p:cNvSpPr>
          <p:nvPr/>
        </p:nvSpPr>
        <p:spPr bwMode="auto">
          <a:xfrm>
            <a:off x="1049504" y="643846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3" name="Rectangle 211"/>
          <p:cNvSpPr>
            <a:spLocks noChangeArrowheads="1"/>
          </p:cNvSpPr>
          <p:nvPr/>
        </p:nvSpPr>
        <p:spPr bwMode="auto">
          <a:xfrm>
            <a:off x="1049504" y="655288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4" name="Rectangle 228"/>
          <p:cNvSpPr>
            <a:spLocks noChangeArrowheads="1"/>
          </p:cNvSpPr>
          <p:nvPr/>
        </p:nvSpPr>
        <p:spPr bwMode="auto">
          <a:xfrm flipH="1">
            <a:off x="7518956" y="6088055"/>
            <a:ext cx="523230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5" name="Rectangle 229"/>
          <p:cNvSpPr>
            <a:spLocks noChangeArrowheads="1"/>
          </p:cNvSpPr>
          <p:nvPr/>
        </p:nvSpPr>
        <p:spPr bwMode="auto">
          <a:xfrm flipH="1">
            <a:off x="7450090" y="620843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56" name="Rectangle 230"/>
          <p:cNvSpPr>
            <a:spLocks noChangeArrowheads="1"/>
          </p:cNvSpPr>
          <p:nvPr/>
        </p:nvSpPr>
        <p:spPr bwMode="auto">
          <a:xfrm flipH="1">
            <a:off x="7483998" y="631689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57" name="Rectangle 231"/>
          <p:cNvSpPr>
            <a:spLocks noChangeArrowheads="1"/>
          </p:cNvSpPr>
          <p:nvPr/>
        </p:nvSpPr>
        <p:spPr bwMode="auto">
          <a:xfrm flipH="1">
            <a:off x="7532065" y="6433697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8" name="Rectangle 232"/>
          <p:cNvSpPr>
            <a:spLocks noChangeArrowheads="1"/>
          </p:cNvSpPr>
          <p:nvPr/>
        </p:nvSpPr>
        <p:spPr bwMode="auto">
          <a:xfrm flipH="1">
            <a:off x="7532065" y="6548116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9" name="Oval 567"/>
          <p:cNvSpPr>
            <a:spLocks noChangeArrowheads="1"/>
          </p:cNvSpPr>
          <p:nvPr/>
        </p:nvSpPr>
        <p:spPr bwMode="auto">
          <a:xfrm>
            <a:off x="307096" y="637704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grpSp>
        <p:nvGrpSpPr>
          <p:cNvPr id="360" name="그룹 637"/>
          <p:cNvGrpSpPr/>
          <p:nvPr/>
        </p:nvGrpSpPr>
        <p:grpSpPr>
          <a:xfrm flipH="1">
            <a:off x="321324" y="6156332"/>
            <a:ext cx="374245" cy="85815"/>
            <a:chOff x="10763258" y="8618765"/>
            <a:chExt cx="523945" cy="120140"/>
          </a:xfrm>
        </p:grpSpPr>
        <p:sp>
          <p:nvSpPr>
            <p:cNvPr id="523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4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61" name="Line 109"/>
          <p:cNvSpPr>
            <a:spLocks noChangeShapeType="1"/>
          </p:cNvSpPr>
          <p:nvPr/>
        </p:nvSpPr>
        <p:spPr bwMode="auto">
          <a:xfrm>
            <a:off x="6529391" y="4584700"/>
            <a:ext cx="353144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2" name="Line 128"/>
          <p:cNvSpPr>
            <a:spLocks noChangeShapeType="1"/>
          </p:cNvSpPr>
          <p:nvPr/>
        </p:nvSpPr>
        <p:spPr bwMode="auto">
          <a:xfrm flipH="1" flipV="1">
            <a:off x="6529391" y="4578350"/>
            <a:ext cx="5804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3" name="Rectangle 106"/>
          <p:cNvSpPr>
            <a:spLocks noChangeArrowheads="1"/>
          </p:cNvSpPr>
          <p:nvPr/>
        </p:nvSpPr>
        <p:spPr bwMode="auto">
          <a:xfrm flipH="1">
            <a:off x="6282722" y="4395612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64" name="Rectangle 106"/>
          <p:cNvSpPr>
            <a:spLocks noChangeArrowheads="1"/>
          </p:cNvSpPr>
          <p:nvPr/>
        </p:nvSpPr>
        <p:spPr bwMode="auto">
          <a:xfrm flipH="1">
            <a:off x="6276489" y="4516768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365" name="Rectangle 106"/>
          <p:cNvSpPr>
            <a:spLocks noChangeArrowheads="1"/>
          </p:cNvSpPr>
          <p:nvPr/>
        </p:nvSpPr>
        <p:spPr bwMode="auto">
          <a:xfrm flipH="1">
            <a:off x="6350114" y="46531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66" name="Line 195"/>
          <p:cNvSpPr>
            <a:spLocks noChangeShapeType="1"/>
          </p:cNvSpPr>
          <p:nvPr/>
        </p:nvSpPr>
        <p:spPr bwMode="auto">
          <a:xfrm flipV="1">
            <a:off x="7262014" y="2732874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7" name="Line 202"/>
          <p:cNvSpPr>
            <a:spLocks noChangeShapeType="1"/>
          </p:cNvSpPr>
          <p:nvPr/>
        </p:nvSpPr>
        <p:spPr bwMode="auto">
          <a:xfrm flipV="1">
            <a:off x="7387548" y="2249609"/>
            <a:ext cx="8114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8" name="Rectangle 74"/>
          <p:cNvSpPr>
            <a:spLocks noChangeArrowheads="1"/>
          </p:cNvSpPr>
          <p:nvPr/>
        </p:nvSpPr>
        <p:spPr bwMode="auto">
          <a:xfrm flipH="1">
            <a:off x="6345835" y="2817777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69" name="Rectangle 209"/>
          <p:cNvSpPr>
            <a:spLocks noChangeArrowheads="1"/>
          </p:cNvSpPr>
          <p:nvPr/>
        </p:nvSpPr>
        <p:spPr bwMode="auto">
          <a:xfrm>
            <a:off x="7051951" y="2698633"/>
            <a:ext cx="216024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/>
              <a:t>485</a:t>
            </a:r>
          </a:p>
          <a:p>
            <a:pPr algn="ctr"/>
            <a:r>
              <a:rPr lang="en-US" altLang="ko-KR" sz="600" dirty="0" smtClean="0"/>
              <a:t>Card</a:t>
            </a:r>
            <a:endParaRPr lang="ko-KR" altLang="ko-KR" sz="600" dirty="0"/>
          </a:p>
        </p:txBody>
      </p:sp>
      <p:grpSp>
        <p:nvGrpSpPr>
          <p:cNvPr id="370" name="Group 454"/>
          <p:cNvGrpSpPr>
            <a:grpSpLocks/>
          </p:cNvGrpSpPr>
          <p:nvPr/>
        </p:nvGrpSpPr>
        <p:grpSpPr bwMode="auto">
          <a:xfrm flipH="1">
            <a:off x="4713707" y="218939"/>
            <a:ext cx="1505328" cy="505351"/>
            <a:chOff x="2375" y="729"/>
            <a:chExt cx="1263" cy="424"/>
          </a:xfrm>
        </p:grpSpPr>
        <p:sp>
          <p:nvSpPr>
            <p:cNvPr id="516" name="Rectangle 22"/>
            <p:cNvSpPr>
              <a:spLocks noChangeArrowheads="1"/>
            </p:cNvSpPr>
            <p:nvPr/>
          </p:nvSpPr>
          <p:spPr bwMode="auto">
            <a:xfrm flipH="1">
              <a:off x="2375" y="745"/>
              <a:ext cx="690" cy="408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Communication</a:t>
              </a:r>
            </a:p>
            <a:p>
              <a:pPr algn="ctr"/>
              <a:r>
                <a:rPr lang="en-US" altLang="ko-KR" sz="800" dirty="0">
                  <a:latin typeface="Arial" charset="0"/>
                </a:rPr>
                <a:t>Control </a:t>
              </a:r>
              <a:r>
                <a:rPr lang="en-US" altLang="ko-KR" sz="800" dirty="0" smtClean="0">
                  <a:latin typeface="Arial" charset="0"/>
                </a:rPr>
                <a:t>Head</a:t>
              </a:r>
              <a:endParaRPr lang="ko-KR" altLang="ko-KR" dirty="0"/>
            </a:p>
          </p:txBody>
        </p:sp>
        <p:sp>
          <p:nvSpPr>
            <p:cNvPr id="517" name="Rectangle 23"/>
            <p:cNvSpPr>
              <a:spLocks noChangeArrowheads="1"/>
            </p:cNvSpPr>
            <p:nvPr/>
          </p:nvSpPr>
          <p:spPr bwMode="auto">
            <a:xfrm>
              <a:off x="3081" y="729"/>
              <a:ext cx="542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18" name="Line 24"/>
            <p:cNvSpPr>
              <a:spLocks noChangeShapeType="1"/>
            </p:cNvSpPr>
            <p:nvPr/>
          </p:nvSpPr>
          <p:spPr bwMode="auto">
            <a:xfrm flipV="1">
              <a:off x="3065" y="836"/>
              <a:ext cx="4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9" name="Rectangle 27"/>
            <p:cNvSpPr>
              <a:spLocks noChangeArrowheads="1"/>
            </p:cNvSpPr>
            <p:nvPr/>
          </p:nvSpPr>
          <p:spPr bwMode="auto">
            <a:xfrm>
              <a:off x="3095" y="871"/>
              <a:ext cx="543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520" name="Line 28"/>
            <p:cNvSpPr>
              <a:spLocks noChangeShapeType="1"/>
            </p:cNvSpPr>
            <p:nvPr/>
          </p:nvSpPr>
          <p:spPr bwMode="auto">
            <a:xfrm flipV="1">
              <a:off x="3065" y="972"/>
              <a:ext cx="499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1" name="Rectangle 47"/>
            <p:cNvSpPr>
              <a:spLocks noChangeArrowheads="1"/>
            </p:cNvSpPr>
            <p:nvPr/>
          </p:nvSpPr>
          <p:spPr bwMode="auto">
            <a:xfrm>
              <a:off x="3093" y="1028"/>
              <a:ext cx="544" cy="4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22" name="Line 48"/>
            <p:cNvSpPr>
              <a:spLocks noChangeShapeType="1"/>
            </p:cNvSpPr>
            <p:nvPr/>
          </p:nvSpPr>
          <p:spPr bwMode="auto">
            <a:xfrm flipV="1">
              <a:off x="3065" y="1108"/>
              <a:ext cx="49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71" name="그룹 462"/>
          <p:cNvGrpSpPr/>
          <p:nvPr/>
        </p:nvGrpSpPr>
        <p:grpSpPr>
          <a:xfrm flipH="1">
            <a:off x="3970582" y="1834537"/>
            <a:ext cx="972563" cy="625361"/>
            <a:chOff x="5666768" y="1056184"/>
            <a:chExt cx="1361588" cy="875506"/>
          </a:xfrm>
        </p:grpSpPr>
        <p:sp>
          <p:nvSpPr>
            <p:cNvPr id="51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514" name="그림 51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51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sp>
        <p:nvSpPr>
          <p:cNvPr id="511" name="Rectangle 396"/>
          <p:cNvSpPr>
            <a:spLocks noChangeArrowheads="1"/>
          </p:cNvSpPr>
          <p:nvPr/>
        </p:nvSpPr>
        <p:spPr bwMode="auto">
          <a:xfrm flipH="1" flipV="1">
            <a:off x="5097534" y="960154"/>
            <a:ext cx="771429" cy="381397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12" name="Rectangle 402" descr="좁은 눈금"/>
          <p:cNvSpPr>
            <a:spLocks noChangeArrowheads="1"/>
          </p:cNvSpPr>
          <p:nvPr/>
        </p:nvSpPr>
        <p:spPr bwMode="auto">
          <a:xfrm flipH="1" flipV="1">
            <a:off x="5125242" y="1014980"/>
            <a:ext cx="714753" cy="278897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FDI</a:t>
            </a:r>
            <a:endParaRPr lang="ko-KR" altLang="ko-KR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9" name="Rectangle 370"/>
          <p:cNvSpPr>
            <a:spLocks noChangeArrowheads="1"/>
          </p:cNvSpPr>
          <p:nvPr/>
        </p:nvSpPr>
        <p:spPr bwMode="auto">
          <a:xfrm flipH="1" flipV="1">
            <a:off x="699945" y="3789040"/>
            <a:ext cx="1157143" cy="164478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10" name="Rectangle 383" descr="좁은 눈금"/>
          <p:cNvSpPr>
            <a:spLocks noChangeArrowheads="1"/>
          </p:cNvSpPr>
          <p:nvPr/>
        </p:nvSpPr>
        <p:spPr bwMode="auto">
          <a:xfrm flipH="1" flipV="1">
            <a:off x="739125" y="3817645"/>
            <a:ext cx="1066592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8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7" name="Rectangle 384"/>
          <p:cNvSpPr>
            <a:spLocks noChangeArrowheads="1"/>
          </p:cNvSpPr>
          <p:nvPr/>
        </p:nvSpPr>
        <p:spPr bwMode="auto">
          <a:xfrm flipH="1" flipV="1">
            <a:off x="1959957" y="1114457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8" name="Rectangle 391" descr="좁은 눈금"/>
          <p:cNvSpPr>
            <a:spLocks noChangeArrowheads="1"/>
          </p:cNvSpPr>
          <p:nvPr/>
        </p:nvSpPr>
        <p:spPr bwMode="auto">
          <a:xfrm flipH="1" flipV="1">
            <a:off x="1996902" y="1154980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5" name="Rectangle 370"/>
          <p:cNvSpPr>
            <a:spLocks noChangeArrowheads="1"/>
          </p:cNvSpPr>
          <p:nvPr/>
        </p:nvSpPr>
        <p:spPr bwMode="auto">
          <a:xfrm flipH="1" flipV="1">
            <a:off x="3425962" y="1165892"/>
            <a:ext cx="1157143" cy="164478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6" name="Rectangle 383" descr="좁은 눈금"/>
          <p:cNvSpPr>
            <a:spLocks noChangeArrowheads="1"/>
          </p:cNvSpPr>
          <p:nvPr/>
        </p:nvSpPr>
        <p:spPr bwMode="auto">
          <a:xfrm flipH="1" flipV="1">
            <a:off x="3465142" y="1194497"/>
            <a:ext cx="1066592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8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3" name="Rectangle 384"/>
          <p:cNvSpPr>
            <a:spLocks noChangeArrowheads="1"/>
          </p:cNvSpPr>
          <p:nvPr/>
        </p:nvSpPr>
        <p:spPr bwMode="auto">
          <a:xfrm flipH="1" flipV="1">
            <a:off x="622780" y="1114457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4" name="Rectangle 391" descr="좁은 눈금"/>
          <p:cNvSpPr>
            <a:spLocks noChangeArrowheads="1"/>
          </p:cNvSpPr>
          <p:nvPr/>
        </p:nvSpPr>
        <p:spPr bwMode="auto">
          <a:xfrm flipH="1" flipV="1">
            <a:off x="659725" y="1154980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1" name="Rectangle 384"/>
          <p:cNvSpPr>
            <a:spLocks noChangeArrowheads="1"/>
          </p:cNvSpPr>
          <p:nvPr/>
        </p:nvSpPr>
        <p:spPr bwMode="auto">
          <a:xfrm flipH="1" flipV="1">
            <a:off x="3708837" y="4149080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2" name="Rectangle 391" descr="좁은 눈금"/>
          <p:cNvSpPr>
            <a:spLocks noChangeArrowheads="1"/>
          </p:cNvSpPr>
          <p:nvPr/>
        </p:nvSpPr>
        <p:spPr bwMode="auto">
          <a:xfrm flipH="1" flipV="1">
            <a:off x="3745782" y="4189603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99" name="Rectangle 384"/>
          <p:cNvSpPr>
            <a:spLocks noChangeArrowheads="1"/>
          </p:cNvSpPr>
          <p:nvPr/>
        </p:nvSpPr>
        <p:spPr bwMode="auto">
          <a:xfrm flipH="1" flipV="1">
            <a:off x="2114374" y="4149080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0" name="Rectangle 391" descr="좁은 눈금"/>
          <p:cNvSpPr>
            <a:spLocks noChangeArrowheads="1"/>
          </p:cNvSpPr>
          <p:nvPr/>
        </p:nvSpPr>
        <p:spPr bwMode="auto">
          <a:xfrm flipH="1" flipV="1">
            <a:off x="2151319" y="4189603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379" name="그룹 463"/>
          <p:cNvGrpSpPr/>
          <p:nvPr/>
        </p:nvGrpSpPr>
        <p:grpSpPr>
          <a:xfrm flipH="1">
            <a:off x="2571891" y="1838288"/>
            <a:ext cx="972563" cy="625361"/>
            <a:chOff x="5666768" y="1056184"/>
            <a:chExt cx="1361588" cy="875506"/>
          </a:xfrm>
        </p:grpSpPr>
        <p:sp>
          <p:nvSpPr>
            <p:cNvPr id="496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7" name="그림 496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8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380" name="그룹 467"/>
          <p:cNvGrpSpPr/>
          <p:nvPr/>
        </p:nvGrpSpPr>
        <p:grpSpPr>
          <a:xfrm flipH="1">
            <a:off x="1183165" y="1838288"/>
            <a:ext cx="972563" cy="625361"/>
            <a:chOff x="5666768" y="1056184"/>
            <a:chExt cx="1361588" cy="875506"/>
          </a:xfrm>
        </p:grpSpPr>
        <p:sp>
          <p:nvSpPr>
            <p:cNvPr id="49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4" name="그림 49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381" name="그룹 471"/>
          <p:cNvGrpSpPr/>
          <p:nvPr/>
        </p:nvGrpSpPr>
        <p:grpSpPr>
          <a:xfrm flipH="1">
            <a:off x="4484925" y="3068960"/>
            <a:ext cx="972563" cy="625361"/>
            <a:chOff x="5666768" y="1056184"/>
            <a:chExt cx="1361588" cy="875506"/>
          </a:xfrm>
        </p:grpSpPr>
        <p:sp>
          <p:nvSpPr>
            <p:cNvPr id="490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1" name="그림 490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2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382" name="그룹 475"/>
          <p:cNvGrpSpPr/>
          <p:nvPr/>
        </p:nvGrpSpPr>
        <p:grpSpPr>
          <a:xfrm flipH="1">
            <a:off x="3086234" y="3072711"/>
            <a:ext cx="972563" cy="625361"/>
            <a:chOff x="5666768" y="1056184"/>
            <a:chExt cx="1361588" cy="875506"/>
          </a:xfrm>
        </p:grpSpPr>
        <p:sp>
          <p:nvSpPr>
            <p:cNvPr id="48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8" name="그림 48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383" name="그룹 479"/>
          <p:cNvGrpSpPr/>
          <p:nvPr/>
        </p:nvGrpSpPr>
        <p:grpSpPr>
          <a:xfrm flipH="1">
            <a:off x="1697508" y="3072711"/>
            <a:ext cx="972563" cy="625361"/>
            <a:chOff x="5666768" y="1056184"/>
            <a:chExt cx="1361588" cy="875506"/>
          </a:xfrm>
        </p:grpSpPr>
        <p:sp>
          <p:nvSpPr>
            <p:cNvPr id="484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5" name="그림 484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6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cxnSp>
        <p:nvCxnSpPr>
          <p:cNvPr id="384" name="직선 연결선 383"/>
          <p:cNvCxnSpPr>
            <a:stCxn id="296" idx="1"/>
          </p:cNvCxnSpPr>
          <p:nvPr/>
        </p:nvCxnSpPr>
        <p:spPr>
          <a:xfrm rot="5400000">
            <a:off x="5434475" y="2165431"/>
            <a:ext cx="977976" cy="6133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/>
          <p:cNvCxnSpPr/>
          <p:nvPr/>
        </p:nvCxnSpPr>
        <p:spPr>
          <a:xfrm flipH="1" flipV="1">
            <a:off x="5356001" y="2653393"/>
            <a:ext cx="564395" cy="4094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Line 420"/>
          <p:cNvSpPr>
            <a:spLocks noChangeShapeType="1"/>
          </p:cNvSpPr>
          <p:nvPr/>
        </p:nvSpPr>
        <p:spPr bwMode="auto">
          <a:xfrm>
            <a:off x="5246160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87" name="Line 421"/>
          <p:cNvSpPr>
            <a:spLocks noChangeShapeType="1"/>
          </p:cNvSpPr>
          <p:nvPr/>
        </p:nvSpPr>
        <p:spPr bwMode="auto">
          <a:xfrm>
            <a:off x="5352600" y="2656796"/>
            <a:ext cx="202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88" name="Line 422"/>
          <p:cNvSpPr>
            <a:spLocks noChangeShapeType="1"/>
          </p:cNvSpPr>
          <p:nvPr/>
        </p:nvSpPr>
        <p:spPr bwMode="auto">
          <a:xfrm>
            <a:off x="5243742" y="2656796"/>
            <a:ext cx="2417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89" name="Line 420"/>
          <p:cNvSpPr>
            <a:spLocks noChangeShapeType="1"/>
          </p:cNvSpPr>
          <p:nvPr/>
        </p:nvSpPr>
        <p:spPr bwMode="auto">
          <a:xfrm rot="10800000">
            <a:off x="4731817" y="2372695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0" name="Line 421"/>
          <p:cNvSpPr>
            <a:spLocks noChangeShapeType="1"/>
          </p:cNvSpPr>
          <p:nvPr/>
        </p:nvSpPr>
        <p:spPr bwMode="auto">
          <a:xfrm rot="10800000">
            <a:off x="4731817" y="2372694"/>
            <a:ext cx="5060" cy="29090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1" name="Line 422"/>
          <p:cNvSpPr>
            <a:spLocks noChangeShapeType="1"/>
          </p:cNvSpPr>
          <p:nvPr/>
        </p:nvSpPr>
        <p:spPr bwMode="auto">
          <a:xfrm rot="10800000" flipH="1">
            <a:off x="4835528" y="2372694"/>
            <a:ext cx="4749" cy="29770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2" name="Line 420"/>
          <p:cNvSpPr>
            <a:spLocks noChangeShapeType="1"/>
          </p:cNvSpPr>
          <p:nvPr/>
        </p:nvSpPr>
        <p:spPr bwMode="auto">
          <a:xfrm>
            <a:off x="3857434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3" name="Line 421"/>
          <p:cNvSpPr>
            <a:spLocks noChangeShapeType="1"/>
          </p:cNvSpPr>
          <p:nvPr/>
        </p:nvSpPr>
        <p:spPr bwMode="auto">
          <a:xfrm>
            <a:off x="3954466" y="2656796"/>
            <a:ext cx="11428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4" name="Line 422"/>
          <p:cNvSpPr>
            <a:spLocks noChangeShapeType="1"/>
          </p:cNvSpPr>
          <p:nvPr/>
        </p:nvSpPr>
        <p:spPr bwMode="auto">
          <a:xfrm>
            <a:off x="3842207" y="2653393"/>
            <a:ext cx="15227" cy="49899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5" name="Line 420"/>
          <p:cNvSpPr>
            <a:spLocks noChangeShapeType="1"/>
          </p:cNvSpPr>
          <p:nvPr/>
        </p:nvSpPr>
        <p:spPr bwMode="auto">
          <a:xfrm rot="10800000">
            <a:off x="3325940" y="2372179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6" name="Line 421"/>
          <p:cNvSpPr>
            <a:spLocks noChangeShapeType="1"/>
          </p:cNvSpPr>
          <p:nvPr/>
        </p:nvSpPr>
        <p:spPr bwMode="auto">
          <a:xfrm rot="10800000">
            <a:off x="3325940" y="2372178"/>
            <a:ext cx="2597" cy="2778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7" name="Line 422"/>
          <p:cNvSpPr>
            <a:spLocks noChangeShapeType="1"/>
          </p:cNvSpPr>
          <p:nvPr/>
        </p:nvSpPr>
        <p:spPr bwMode="auto">
          <a:xfrm rot="10800000">
            <a:off x="3434400" y="2372178"/>
            <a:ext cx="2994" cy="2846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8" name="Line 420"/>
          <p:cNvSpPr>
            <a:spLocks noChangeShapeType="1"/>
          </p:cNvSpPr>
          <p:nvPr/>
        </p:nvSpPr>
        <p:spPr bwMode="auto">
          <a:xfrm>
            <a:off x="2463932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9" name="Line 421"/>
          <p:cNvSpPr>
            <a:spLocks noChangeShapeType="1"/>
          </p:cNvSpPr>
          <p:nvPr/>
        </p:nvSpPr>
        <p:spPr bwMode="auto">
          <a:xfrm flipH="1">
            <a:off x="2572392" y="2656796"/>
            <a:ext cx="435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00" name="Line 422"/>
          <p:cNvSpPr>
            <a:spLocks noChangeShapeType="1"/>
          </p:cNvSpPr>
          <p:nvPr/>
        </p:nvSpPr>
        <p:spPr bwMode="auto">
          <a:xfrm>
            <a:off x="2461082" y="2653393"/>
            <a:ext cx="2851" cy="49899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01" name="Line 420"/>
          <p:cNvSpPr>
            <a:spLocks noChangeShapeType="1"/>
          </p:cNvSpPr>
          <p:nvPr/>
        </p:nvSpPr>
        <p:spPr bwMode="auto">
          <a:xfrm rot="10800000">
            <a:off x="1942793" y="2370882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02" name="Line 421"/>
          <p:cNvSpPr>
            <a:spLocks noChangeShapeType="1"/>
          </p:cNvSpPr>
          <p:nvPr/>
        </p:nvSpPr>
        <p:spPr bwMode="auto">
          <a:xfrm rot="10800000">
            <a:off x="1942793" y="2370882"/>
            <a:ext cx="4619" cy="28931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03" name="Line 422"/>
          <p:cNvSpPr>
            <a:spLocks noChangeShapeType="1"/>
          </p:cNvSpPr>
          <p:nvPr/>
        </p:nvSpPr>
        <p:spPr bwMode="auto">
          <a:xfrm rot="10800000" flipH="1">
            <a:off x="2049466" y="2370882"/>
            <a:ext cx="1787" cy="2927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cxnSp>
        <p:nvCxnSpPr>
          <p:cNvPr id="404" name="직선 연결선 403"/>
          <p:cNvCxnSpPr/>
          <p:nvPr/>
        </p:nvCxnSpPr>
        <p:spPr>
          <a:xfrm flipH="1">
            <a:off x="4838930" y="2661580"/>
            <a:ext cx="412821" cy="201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연결선 404"/>
          <p:cNvCxnSpPr/>
          <p:nvPr/>
        </p:nvCxnSpPr>
        <p:spPr>
          <a:xfrm flipH="1" flipV="1">
            <a:off x="3940859" y="2657928"/>
            <a:ext cx="803087" cy="214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직선 연결선 405"/>
          <p:cNvCxnSpPr/>
          <p:nvPr/>
        </p:nvCxnSpPr>
        <p:spPr>
          <a:xfrm flipH="1">
            <a:off x="3430591" y="2653393"/>
            <a:ext cx="408214" cy="3402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직선 연결선 406"/>
          <p:cNvCxnSpPr/>
          <p:nvPr/>
        </p:nvCxnSpPr>
        <p:spPr>
          <a:xfrm flipH="1">
            <a:off x="2576742" y="2648365"/>
            <a:ext cx="762000" cy="843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/>
          <p:cNvCxnSpPr/>
          <p:nvPr/>
        </p:nvCxnSpPr>
        <p:spPr>
          <a:xfrm flipH="1">
            <a:off x="703492" y="2660520"/>
            <a:ext cx="1251131" cy="1945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직선 연결선 408"/>
          <p:cNvCxnSpPr/>
          <p:nvPr/>
        </p:nvCxnSpPr>
        <p:spPr>
          <a:xfrm flipH="1">
            <a:off x="2051734" y="2657486"/>
            <a:ext cx="422566" cy="497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직선 연결선 409"/>
          <p:cNvCxnSpPr/>
          <p:nvPr/>
        </p:nvCxnSpPr>
        <p:spPr>
          <a:xfrm rot="16200000" flipV="1">
            <a:off x="5003349" y="2067152"/>
            <a:ext cx="1431018" cy="453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/>
          <p:cNvCxnSpPr/>
          <p:nvPr/>
        </p:nvCxnSpPr>
        <p:spPr>
          <a:xfrm rot="16200000" flipV="1">
            <a:off x="254200" y="2074213"/>
            <a:ext cx="1448806" cy="820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직선 연결선 411"/>
          <p:cNvCxnSpPr/>
          <p:nvPr/>
        </p:nvCxnSpPr>
        <p:spPr>
          <a:xfrm rot="5400000" flipH="1" flipV="1">
            <a:off x="1493565" y="2077473"/>
            <a:ext cx="1449551" cy="242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직선 연결선 412"/>
          <p:cNvCxnSpPr/>
          <p:nvPr/>
        </p:nvCxnSpPr>
        <p:spPr>
          <a:xfrm rot="16200000" flipV="1">
            <a:off x="2880759" y="2073833"/>
            <a:ext cx="1449551" cy="970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직선 연결선 413"/>
          <p:cNvCxnSpPr/>
          <p:nvPr/>
        </p:nvCxnSpPr>
        <p:spPr>
          <a:xfrm rot="16200000" flipH="1">
            <a:off x="3559246" y="3527041"/>
            <a:ext cx="1228718" cy="395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직선 연결선 414"/>
          <p:cNvCxnSpPr/>
          <p:nvPr/>
        </p:nvCxnSpPr>
        <p:spPr>
          <a:xfrm rot="16200000" flipH="1">
            <a:off x="2169901" y="3527661"/>
            <a:ext cx="1228718" cy="2710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직선 연결선 415"/>
          <p:cNvCxnSpPr/>
          <p:nvPr/>
        </p:nvCxnSpPr>
        <p:spPr>
          <a:xfrm rot="16200000" flipH="1">
            <a:off x="1008404" y="3351867"/>
            <a:ext cx="874932" cy="5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7" name="그룹 595"/>
          <p:cNvGrpSpPr/>
          <p:nvPr/>
        </p:nvGrpSpPr>
        <p:grpSpPr>
          <a:xfrm flipH="1">
            <a:off x="4724946" y="718036"/>
            <a:ext cx="526805" cy="270617"/>
            <a:chOff x="4384576" y="1005260"/>
            <a:chExt cx="737527" cy="378866"/>
          </a:xfrm>
        </p:grpSpPr>
        <p:sp>
          <p:nvSpPr>
            <p:cNvPr id="48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8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8" name="그룹 596"/>
          <p:cNvGrpSpPr/>
          <p:nvPr/>
        </p:nvGrpSpPr>
        <p:grpSpPr>
          <a:xfrm flipH="1">
            <a:off x="2101797" y="836946"/>
            <a:ext cx="526805" cy="270617"/>
            <a:chOff x="4384576" y="1005260"/>
            <a:chExt cx="737527" cy="378866"/>
          </a:xfrm>
        </p:grpSpPr>
        <p:sp>
          <p:nvSpPr>
            <p:cNvPr id="47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7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9" name="그룹 600"/>
          <p:cNvGrpSpPr/>
          <p:nvPr/>
        </p:nvGrpSpPr>
        <p:grpSpPr>
          <a:xfrm flipH="1">
            <a:off x="828402" y="843831"/>
            <a:ext cx="526805" cy="270617"/>
            <a:chOff x="4384576" y="1005260"/>
            <a:chExt cx="737527" cy="378866"/>
          </a:xfrm>
        </p:grpSpPr>
        <p:sp>
          <p:nvSpPr>
            <p:cNvPr id="475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76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7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0" name="그룹 604"/>
          <p:cNvGrpSpPr/>
          <p:nvPr/>
        </p:nvGrpSpPr>
        <p:grpSpPr>
          <a:xfrm flipH="1">
            <a:off x="3850563" y="1563751"/>
            <a:ext cx="526805" cy="270617"/>
            <a:chOff x="4384576" y="1005260"/>
            <a:chExt cx="737527" cy="378866"/>
          </a:xfrm>
        </p:grpSpPr>
        <p:sp>
          <p:nvSpPr>
            <p:cNvPr id="472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73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4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1" name="그룹 616"/>
          <p:cNvGrpSpPr/>
          <p:nvPr/>
        </p:nvGrpSpPr>
        <p:grpSpPr>
          <a:xfrm flipH="1">
            <a:off x="3233351" y="878013"/>
            <a:ext cx="526805" cy="270617"/>
            <a:chOff x="4384576" y="1005260"/>
            <a:chExt cx="737527" cy="378866"/>
          </a:xfrm>
        </p:grpSpPr>
        <p:sp>
          <p:nvSpPr>
            <p:cNvPr id="469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70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1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2" name="그룹 624"/>
          <p:cNvGrpSpPr/>
          <p:nvPr/>
        </p:nvGrpSpPr>
        <p:grpSpPr>
          <a:xfrm flipH="1">
            <a:off x="579503" y="3501161"/>
            <a:ext cx="526805" cy="270617"/>
            <a:chOff x="4384576" y="1005260"/>
            <a:chExt cx="737527" cy="378866"/>
          </a:xfrm>
        </p:grpSpPr>
        <p:sp>
          <p:nvSpPr>
            <p:cNvPr id="46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6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cxnSp>
        <p:nvCxnSpPr>
          <p:cNvPr id="423" name="직선 연결선 422"/>
          <p:cNvCxnSpPr/>
          <p:nvPr/>
        </p:nvCxnSpPr>
        <p:spPr>
          <a:xfrm rot="16200000" flipV="1">
            <a:off x="4993450" y="1772835"/>
            <a:ext cx="2056199" cy="342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4" name="그룹 644"/>
          <p:cNvGrpSpPr/>
          <p:nvPr/>
        </p:nvGrpSpPr>
        <p:grpSpPr>
          <a:xfrm flipH="1">
            <a:off x="314080" y="2657557"/>
            <a:ext cx="374245" cy="85815"/>
            <a:chOff x="10763258" y="8618765"/>
            <a:chExt cx="523945" cy="120140"/>
          </a:xfrm>
        </p:grpSpPr>
        <p:sp>
          <p:nvSpPr>
            <p:cNvPr id="464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465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425" name="직선 연결선 424"/>
          <p:cNvCxnSpPr/>
          <p:nvPr/>
        </p:nvCxnSpPr>
        <p:spPr>
          <a:xfrm rot="5400000">
            <a:off x="4714330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직선 연결선 425"/>
          <p:cNvCxnSpPr/>
          <p:nvPr/>
        </p:nvCxnSpPr>
        <p:spPr>
          <a:xfrm rot="5400000">
            <a:off x="3276243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직선 연결선 426"/>
          <p:cNvCxnSpPr/>
          <p:nvPr/>
        </p:nvCxnSpPr>
        <p:spPr>
          <a:xfrm rot="5400000">
            <a:off x="1885445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직선 연결선 427"/>
          <p:cNvCxnSpPr/>
          <p:nvPr/>
        </p:nvCxnSpPr>
        <p:spPr>
          <a:xfrm rot="16200000" flipV="1">
            <a:off x="4209275" y="2633988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/>
          <p:cNvCxnSpPr/>
          <p:nvPr/>
        </p:nvCxnSpPr>
        <p:spPr>
          <a:xfrm rot="16200000" flipV="1">
            <a:off x="2810840" y="2632369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직선 연결선 429"/>
          <p:cNvCxnSpPr/>
          <p:nvPr/>
        </p:nvCxnSpPr>
        <p:spPr>
          <a:xfrm rot="16200000" flipV="1">
            <a:off x="1426101" y="2632369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1" name="그룹 664"/>
          <p:cNvGrpSpPr/>
          <p:nvPr/>
        </p:nvGrpSpPr>
        <p:grpSpPr>
          <a:xfrm flipH="1">
            <a:off x="2422865" y="1563911"/>
            <a:ext cx="526805" cy="270617"/>
            <a:chOff x="4384576" y="1005260"/>
            <a:chExt cx="737527" cy="378866"/>
          </a:xfrm>
        </p:grpSpPr>
        <p:sp>
          <p:nvSpPr>
            <p:cNvPr id="46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6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32" name="그룹 668"/>
          <p:cNvGrpSpPr/>
          <p:nvPr/>
        </p:nvGrpSpPr>
        <p:grpSpPr>
          <a:xfrm flipH="1">
            <a:off x="1073111" y="1563911"/>
            <a:ext cx="526805" cy="270617"/>
            <a:chOff x="4384576" y="1005260"/>
            <a:chExt cx="737527" cy="378866"/>
          </a:xfrm>
        </p:grpSpPr>
        <p:sp>
          <p:nvSpPr>
            <p:cNvPr id="45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5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33" name="그룹 682"/>
          <p:cNvGrpSpPr/>
          <p:nvPr/>
        </p:nvGrpSpPr>
        <p:grpSpPr>
          <a:xfrm flipH="1">
            <a:off x="4951093" y="3686172"/>
            <a:ext cx="526805" cy="272794"/>
            <a:chOff x="4067969" y="5160640"/>
            <a:chExt cx="737527" cy="381912"/>
          </a:xfrm>
        </p:grpSpPr>
        <p:grpSp>
          <p:nvGrpSpPr>
            <p:cNvPr id="454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6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7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5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434" name="그룹 683"/>
          <p:cNvGrpSpPr/>
          <p:nvPr/>
        </p:nvGrpSpPr>
        <p:grpSpPr>
          <a:xfrm flipH="1">
            <a:off x="3541957" y="3686172"/>
            <a:ext cx="526805" cy="272794"/>
            <a:chOff x="4067969" y="5160640"/>
            <a:chExt cx="737527" cy="381912"/>
          </a:xfrm>
        </p:grpSpPr>
        <p:grpSp>
          <p:nvGrpSpPr>
            <p:cNvPr id="45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435" name="그룹 688"/>
          <p:cNvGrpSpPr/>
          <p:nvPr/>
        </p:nvGrpSpPr>
        <p:grpSpPr>
          <a:xfrm flipH="1">
            <a:off x="2153231" y="3686172"/>
            <a:ext cx="526805" cy="272794"/>
            <a:chOff x="4067969" y="5160640"/>
            <a:chExt cx="737527" cy="381912"/>
          </a:xfrm>
        </p:grpSpPr>
        <p:grpSp>
          <p:nvGrpSpPr>
            <p:cNvPr id="446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8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9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7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436" name="그룹 693"/>
          <p:cNvGrpSpPr/>
          <p:nvPr/>
        </p:nvGrpSpPr>
        <p:grpSpPr>
          <a:xfrm flipH="1">
            <a:off x="4416340" y="4390629"/>
            <a:ext cx="526805" cy="272794"/>
            <a:chOff x="4067969" y="5160640"/>
            <a:chExt cx="737527" cy="381912"/>
          </a:xfrm>
        </p:grpSpPr>
        <p:grpSp>
          <p:nvGrpSpPr>
            <p:cNvPr id="442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4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5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3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437" name="그룹 698"/>
          <p:cNvGrpSpPr/>
          <p:nvPr/>
        </p:nvGrpSpPr>
        <p:grpSpPr>
          <a:xfrm flipH="1">
            <a:off x="2885773" y="4390629"/>
            <a:ext cx="526805" cy="272794"/>
            <a:chOff x="4067969" y="5160640"/>
            <a:chExt cx="737527" cy="381912"/>
          </a:xfrm>
        </p:grpSpPr>
        <p:grpSp>
          <p:nvGrpSpPr>
            <p:cNvPr id="438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0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1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39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sp>
        <p:nvSpPr>
          <p:cNvPr id="372" name="TextBox 371"/>
          <p:cNvSpPr txBox="1"/>
          <p:nvPr/>
        </p:nvSpPr>
        <p:spPr>
          <a:xfrm>
            <a:off x="755576" y="118373"/>
            <a:ext cx="25202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 smtClean="0"/>
              <a:t>B</a:t>
            </a:r>
            <a:endParaRPr lang="ko-KR" altLang="en-US" sz="1000" dirty="0"/>
          </a:p>
        </p:txBody>
      </p:sp>
      <p:pic>
        <p:nvPicPr>
          <p:cNvPr id="310" name="Picture 2" descr="C:\Documents and Settings\동빈\바탕 화면\PROJECT\방송장치사진들\영문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44408" y="116633"/>
            <a:ext cx="755576" cy="2227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vert="horz" lIns="91429" tIns="45715" rIns="91429" bIns="45715" rtlCol="0" anchor="ctr">
            <a:normAutofit/>
          </a:bodyPr>
          <a:lstStyle/>
          <a:p>
            <a:pPr marL="0" marR="0" lvl="0" indent="0" algn="ctr" defTabSz="91429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Circuit Diagram of </a:t>
            </a:r>
            <a:r>
              <a:rPr kumimoji="0" lang="en-US" altLang="ko-KR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Passenger Information </a:t>
            </a:r>
            <a:r>
              <a:rPr kumimoji="0" lang="en-US" altLang="ko-KR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System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44624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장치 별 </a:t>
            </a:r>
            <a:r>
              <a:rPr lang="en-US" altLang="ko-KR" dirty="0" smtClean="0"/>
              <a:t>BLOCKDIAGRAM  -  VTX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79512" y="404664"/>
            <a:ext cx="8712968" cy="0"/>
          </a:xfrm>
          <a:prstGeom prst="line">
            <a:avLst/>
          </a:prstGeom>
          <a:ln w="25400" cap="sq">
            <a:solidFill>
              <a:srgbClr val="0070C0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1475656" y="1268760"/>
            <a:ext cx="5832648" cy="41764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5" name="직사각형 4"/>
          <p:cNvSpPr/>
          <p:nvPr/>
        </p:nvSpPr>
        <p:spPr>
          <a:xfrm>
            <a:off x="1835696" y="3717032"/>
            <a:ext cx="576064" cy="50405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DRV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987824" y="3284984"/>
            <a:ext cx="720080" cy="12241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err="1" smtClean="0">
                <a:solidFill>
                  <a:schemeClr val="tx1"/>
                </a:solidFill>
              </a:rPr>
              <a:t>SerDes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283968" y="2420888"/>
            <a:ext cx="1296144" cy="280831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FPGA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[ CONTROL LOGIC ]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851920" y="3429000"/>
            <a:ext cx="216000" cy="177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BUS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835696" y="1700808"/>
            <a:ext cx="576064" cy="151216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RELAY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452320" y="4725144"/>
            <a:ext cx="115212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CAR 485 LINE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300192" y="2780928"/>
            <a:ext cx="648072" cy="136815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LVDS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RECEIVE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652120" y="3284984"/>
            <a:ext cx="468016" cy="177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VIDEO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TTL IN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300192" y="4653136"/>
            <a:ext cx="720080" cy="4320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RS485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3707904" y="3573016"/>
            <a:ext cx="576064" cy="0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3707904" y="4293096"/>
            <a:ext cx="57606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2411760" y="3971946"/>
            <a:ext cx="576064" cy="0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259632" y="2060848"/>
            <a:ext cx="576064" cy="0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1259632" y="2780928"/>
            <a:ext cx="57606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580112" y="3501008"/>
            <a:ext cx="720080" cy="0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283968" y="1700808"/>
            <a:ext cx="2664296" cy="4320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BOARD INTERNAL POWER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( 5V , 3.3V , 1.8V 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6948264" y="3501008"/>
            <a:ext cx="576064" cy="0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948264" y="1916832"/>
            <a:ext cx="576064" cy="0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7020272" y="4869160"/>
            <a:ext cx="576064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>
            <a:endCxn id="13" idx="1"/>
          </p:cNvCxnSpPr>
          <p:nvPr/>
        </p:nvCxnSpPr>
        <p:spPr>
          <a:xfrm>
            <a:off x="5580112" y="4869160"/>
            <a:ext cx="720080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3851920" y="4149080"/>
            <a:ext cx="216000" cy="177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BUS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524328" y="2780928"/>
            <a:ext cx="1008112" cy="136815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CNCS VIDEO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OUTPUT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[LVDS]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251520" y="2636912"/>
            <a:ext cx="115212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RACK-B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BNC VIDEO IN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51520" y="1916832"/>
            <a:ext cx="115212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BNC VIDEO OUT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524328" y="1772816"/>
            <a:ext cx="108012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DC 12V POWER IN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796136" y="4725144"/>
            <a:ext cx="288032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RX,TX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2555776" y="3827930"/>
            <a:ext cx="216000" cy="177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SDI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8" name="직선 연결선 47"/>
          <p:cNvCxnSpPr/>
          <p:nvPr/>
        </p:nvCxnSpPr>
        <p:spPr>
          <a:xfrm rot="5400000">
            <a:off x="1871700" y="3465004"/>
            <a:ext cx="504056" cy="0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1907728" y="3395882"/>
            <a:ext cx="216000" cy="177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SDI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3" name="직선 연결선 52"/>
          <p:cNvCxnSpPr/>
          <p:nvPr/>
        </p:nvCxnSpPr>
        <p:spPr>
          <a:xfrm>
            <a:off x="2411760" y="2780928"/>
            <a:ext cx="1872208" cy="0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2555776" y="2564904"/>
            <a:ext cx="151216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VIDEO OUT SELECT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8" name="직선 연결선 57"/>
          <p:cNvCxnSpPr/>
          <p:nvPr/>
        </p:nvCxnSpPr>
        <p:spPr>
          <a:xfrm>
            <a:off x="1259632" y="4874932"/>
            <a:ext cx="3024336" cy="0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395536" y="4653136"/>
            <a:ext cx="936104" cy="504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STATE OUTPUT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&amp;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DEBUG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7452320" y="1268760"/>
            <a:ext cx="1224136" cy="4176464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42" name="직사각형 41"/>
          <p:cNvSpPr/>
          <p:nvPr/>
        </p:nvSpPr>
        <p:spPr>
          <a:xfrm>
            <a:off x="3275856" y="1268760"/>
            <a:ext cx="172819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rgbClr val="7030A0"/>
                </a:solidFill>
              </a:rPr>
              <a:t>[ VTX BOARD ]</a:t>
            </a:r>
            <a:endParaRPr lang="ko-KR" altLang="en-US" sz="1400" dirty="0">
              <a:solidFill>
                <a:srgbClr val="7030A0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452320" y="1268760"/>
            <a:ext cx="1296144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7030A0"/>
                </a:solidFill>
              </a:rPr>
              <a:t>[ BACK PLAN ]</a:t>
            </a:r>
            <a:endParaRPr lang="ko-KR" altLang="en-US" sz="12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44624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장치 별 </a:t>
            </a:r>
            <a:r>
              <a:rPr lang="en-US" altLang="ko-KR" dirty="0" smtClean="0"/>
              <a:t>BLOCKDIAGRAM  -  VRX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79512" y="404664"/>
            <a:ext cx="8712968" cy="0"/>
          </a:xfrm>
          <a:prstGeom prst="line">
            <a:avLst/>
          </a:prstGeom>
          <a:ln w="25400" cap="sq">
            <a:solidFill>
              <a:srgbClr val="0070C0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1619672" y="908720"/>
            <a:ext cx="5832648" cy="43924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5" name="직사각형 4"/>
          <p:cNvSpPr/>
          <p:nvPr/>
        </p:nvSpPr>
        <p:spPr>
          <a:xfrm>
            <a:off x="1979712" y="2420888"/>
            <a:ext cx="576064" cy="50405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DRV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131840" y="2420888"/>
            <a:ext cx="720080" cy="12241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err="1" smtClean="0">
                <a:solidFill>
                  <a:schemeClr val="tx1"/>
                </a:solidFill>
              </a:rPr>
              <a:t>SerDes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427984" y="2420888"/>
            <a:ext cx="1296144" cy="25922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FPGA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[ CONTROL LOGIC ]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995936" y="2564904"/>
            <a:ext cx="216000" cy="177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BUS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979712" y="3140968"/>
            <a:ext cx="576064" cy="50405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EQ.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95536" y="4077072"/>
            <a:ext cx="115212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CAR 485 LINE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444208" y="2420888"/>
            <a:ext cx="648072" cy="10801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LVDS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TRANS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796136" y="2780928"/>
            <a:ext cx="468016" cy="177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VIDEO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TTL OUT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979712" y="4005064"/>
            <a:ext cx="1872208" cy="4320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RS485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427984" y="1412776"/>
            <a:ext cx="1296144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VIDEO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FRAME BUF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MEMORY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15" name="직선 연결선 14"/>
          <p:cNvCxnSpPr/>
          <p:nvPr/>
        </p:nvCxnSpPr>
        <p:spPr>
          <a:xfrm rot="5400000">
            <a:off x="4860032" y="2204864"/>
            <a:ext cx="432048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3851920" y="2708920"/>
            <a:ext cx="576064" cy="0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3851920" y="3429000"/>
            <a:ext cx="57606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2555776" y="2636912"/>
            <a:ext cx="576064" cy="0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2555776" y="3429000"/>
            <a:ext cx="57606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403648" y="2636912"/>
            <a:ext cx="576064" cy="0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1403648" y="3429000"/>
            <a:ext cx="57606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724128" y="2996952"/>
            <a:ext cx="720080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1979712" y="1412776"/>
            <a:ext cx="2232248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BOARD INTERNAL POWER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( 5V , 3.3V , 1.8V 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7092280" y="2996952"/>
            <a:ext cx="57606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1403648" y="1700808"/>
            <a:ext cx="57606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1979712" y="4581128"/>
            <a:ext cx="1872208" cy="4320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Device ID ( 12EA 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1403648" y="4221088"/>
            <a:ext cx="576064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3851920" y="4221088"/>
            <a:ext cx="576064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3851920" y="4797152"/>
            <a:ext cx="576064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1403648" y="4797152"/>
            <a:ext cx="576064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3995936" y="3284984"/>
            <a:ext cx="216000" cy="177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BUS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95536" y="4725144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CABLE ID SELECT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668344" y="2060848"/>
            <a:ext cx="1080120" cy="1800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LCD PANEL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7668344" y="4293096"/>
            <a:ext cx="1080120" cy="576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LCD BACKLIGHT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INVERT BD.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35" name="직선 연결선 34"/>
          <p:cNvCxnSpPr/>
          <p:nvPr/>
        </p:nvCxnSpPr>
        <p:spPr>
          <a:xfrm>
            <a:off x="7092280" y="4581128"/>
            <a:ext cx="57606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rot="5400000" flipH="1" flipV="1">
            <a:off x="8028384" y="4077072"/>
            <a:ext cx="432048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6444208" y="4293096"/>
            <a:ext cx="648072" cy="5760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INVERT 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POWER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5724128" y="4581128"/>
            <a:ext cx="720080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395536" y="3284984"/>
            <a:ext cx="115212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BNC VIDEO IN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95536" y="2492896"/>
            <a:ext cx="115212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BNC VIDEO OUT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23528" y="1556792"/>
            <a:ext cx="115212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DC 12V POWER IN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796136" y="4293096"/>
            <a:ext cx="50405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Bright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control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004048" y="2132856"/>
            <a:ext cx="936104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MEMORY BUS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995936" y="4077072"/>
            <a:ext cx="288032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RX,TX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995936" y="4653136"/>
            <a:ext cx="288032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I/O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699792" y="2492896"/>
            <a:ext cx="216000" cy="177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SDI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2699792" y="3284984"/>
            <a:ext cx="216000" cy="177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SDI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563888" y="908720"/>
            <a:ext cx="172819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rgbClr val="7030A0"/>
                </a:solidFill>
              </a:rPr>
              <a:t>[ VRX BOARD ]</a:t>
            </a:r>
            <a:endParaRPr lang="ko-KR" altLang="en-US" sz="14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44624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장치 별 </a:t>
            </a:r>
            <a:r>
              <a:rPr lang="en-US" altLang="ko-KR" dirty="0" smtClean="0"/>
              <a:t>BLOCKDIAGRAM  -  LEDC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79512" y="404664"/>
            <a:ext cx="8712968" cy="0"/>
          </a:xfrm>
          <a:prstGeom prst="line">
            <a:avLst/>
          </a:prstGeom>
          <a:ln w="25400" cap="sq">
            <a:solidFill>
              <a:srgbClr val="0070C0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1547664" y="980728"/>
            <a:ext cx="5832648" cy="48245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7" name="직사각형 6"/>
          <p:cNvSpPr/>
          <p:nvPr/>
        </p:nvSpPr>
        <p:spPr>
          <a:xfrm>
            <a:off x="4427984" y="2708920"/>
            <a:ext cx="1296144" cy="20162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FPGA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[ CONTROL LOGIC ]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444208" y="2708920"/>
            <a:ext cx="648072" cy="93610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BUF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[DRIVER]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724128" y="2924944"/>
            <a:ext cx="648072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LED DATA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OUTPUT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724128" y="3140968"/>
            <a:ext cx="720080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7092280" y="3140968"/>
            <a:ext cx="576064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7668344" y="2708920"/>
            <a:ext cx="1008112" cy="86409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COLOR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LED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MODULE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1907704" y="1484784"/>
            <a:ext cx="1800200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BOARD INTERNAL POWER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(  3.3V , 1.8V 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3" name="직선 연결선 62"/>
          <p:cNvCxnSpPr/>
          <p:nvPr/>
        </p:nvCxnSpPr>
        <p:spPr>
          <a:xfrm>
            <a:off x="1331640" y="1772816"/>
            <a:ext cx="576064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251520" y="1628800"/>
            <a:ext cx="115212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DC 5V POWER IN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5" name="직선 연결선 64"/>
          <p:cNvCxnSpPr/>
          <p:nvPr/>
        </p:nvCxnSpPr>
        <p:spPr>
          <a:xfrm>
            <a:off x="7092280" y="4293096"/>
            <a:ext cx="576064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/>
          <p:cNvSpPr/>
          <p:nvPr/>
        </p:nvSpPr>
        <p:spPr>
          <a:xfrm>
            <a:off x="7668344" y="3933056"/>
            <a:ext cx="1008112" cy="86409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YELLOW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LED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MODULE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444208" y="3789040"/>
            <a:ext cx="648072" cy="93610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BUF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[DRIVER]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427984" y="1484784"/>
            <a:ext cx="1296144" cy="64807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LED IMAGE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FLASH MEMORY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25" name="직선 연결선 24"/>
          <p:cNvCxnSpPr/>
          <p:nvPr/>
        </p:nvCxnSpPr>
        <p:spPr>
          <a:xfrm rot="5400000">
            <a:off x="4788024" y="2420888"/>
            <a:ext cx="576064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5004048" y="2348880"/>
            <a:ext cx="936104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SPI-INTERFACE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5724128" y="4293096"/>
            <a:ext cx="720080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251520" y="2492896"/>
            <a:ext cx="1152128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CAR 485 LINE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835696" y="2420888"/>
            <a:ext cx="1872208" cy="4320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RS485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835696" y="4581128"/>
            <a:ext cx="1872208" cy="10081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Device ID &amp; ADDRESS</a:t>
            </a:r>
          </a:p>
          <a:p>
            <a:pPr algn="ctr"/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( FDI  ADDRESS :  5 EA ) 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( SDI  ADDRESS :  9 EA )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( PII   ADDRESS :  5 EA 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35" name="직선 연결선 34"/>
          <p:cNvCxnSpPr/>
          <p:nvPr/>
        </p:nvCxnSpPr>
        <p:spPr>
          <a:xfrm>
            <a:off x="1259632" y="2636912"/>
            <a:ext cx="576064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1259632" y="5085184"/>
            <a:ext cx="576064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251520" y="501317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CABLE ID SELECT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771800" y="3068960"/>
            <a:ext cx="36004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RX,TX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724128" y="4077072"/>
            <a:ext cx="648072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LED DATA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OUTPUT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835696" y="3356992"/>
            <a:ext cx="1872208" cy="720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MICRO PROCESS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45" name="직선 연결선 44"/>
          <p:cNvCxnSpPr/>
          <p:nvPr/>
        </p:nvCxnSpPr>
        <p:spPr>
          <a:xfrm rot="5400000">
            <a:off x="2519772" y="3104964"/>
            <a:ext cx="504056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2699792" y="4293096"/>
            <a:ext cx="36004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I/O</a:t>
            </a:r>
          </a:p>
        </p:txBody>
      </p:sp>
      <p:cxnSp>
        <p:nvCxnSpPr>
          <p:cNvPr id="48" name="직선 연결선 47"/>
          <p:cNvCxnSpPr/>
          <p:nvPr/>
        </p:nvCxnSpPr>
        <p:spPr>
          <a:xfrm rot="5400000">
            <a:off x="2519772" y="4329100"/>
            <a:ext cx="504056" cy="0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3707904" y="3717032"/>
            <a:ext cx="720080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3851920" y="3501008"/>
            <a:ext cx="504056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BUS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2699792" y="980728"/>
            <a:ext cx="367240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rgbClr val="7030A0"/>
                </a:solidFill>
              </a:rPr>
              <a:t>[ LEDC BOARD : FDI/SDI/PII  CONTROL ]</a:t>
            </a:r>
            <a:endParaRPr lang="ko-KR" altLang="en-US" sz="14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44624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장치 별 </a:t>
            </a:r>
            <a:r>
              <a:rPr lang="en-US" altLang="ko-KR" dirty="0" smtClean="0"/>
              <a:t>BLOCKDIAGRAM  -  ESW ( </a:t>
            </a:r>
            <a:r>
              <a:rPr lang="ko-KR" altLang="en-US" dirty="0" smtClean="0"/>
              <a:t>가칭 </a:t>
            </a:r>
            <a:r>
              <a:rPr lang="en-US" altLang="ko-KR" dirty="0" smtClean="0"/>
              <a:t>: ETHERNET SWITCH )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79512" y="404664"/>
            <a:ext cx="8712968" cy="0"/>
          </a:xfrm>
          <a:prstGeom prst="line">
            <a:avLst/>
          </a:prstGeom>
          <a:ln w="25400" cap="sq">
            <a:solidFill>
              <a:srgbClr val="0070C0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2195736" y="908720"/>
            <a:ext cx="3528392" cy="4968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44" name="직사각형 43"/>
          <p:cNvSpPr/>
          <p:nvPr/>
        </p:nvSpPr>
        <p:spPr>
          <a:xfrm>
            <a:off x="3203848" y="2348880"/>
            <a:ext cx="1944216" cy="331236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ETHERNET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SWITCH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3203848" y="1412776"/>
            <a:ext cx="1944216" cy="6480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BOARD INTERNAL POWER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( 5V , 3.3V , 1.8V 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/>
          <p:nvPr/>
        </p:nvCxnSpPr>
        <p:spPr>
          <a:xfrm>
            <a:off x="5148064" y="1700808"/>
            <a:ext cx="1152128" cy="0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6300192" y="3212976"/>
            <a:ext cx="1224136" cy="7200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CNCS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ETHERNET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PORT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6300192" y="1556792"/>
            <a:ext cx="108012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DC 12V POWER IN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6084168" y="908720"/>
            <a:ext cx="1656184" cy="4968552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86" name="직사각형 85"/>
          <p:cNvSpPr/>
          <p:nvPr/>
        </p:nvSpPr>
        <p:spPr>
          <a:xfrm>
            <a:off x="3203848" y="908720"/>
            <a:ext cx="172819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rgbClr val="7030A0"/>
                </a:solidFill>
              </a:rPr>
              <a:t>[ ESW BOARD ]</a:t>
            </a:r>
            <a:endParaRPr lang="ko-KR" altLang="en-US" sz="1400" dirty="0">
              <a:solidFill>
                <a:srgbClr val="7030A0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6156176" y="908720"/>
            <a:ext cx="158417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rgbClr val="7030A0"/>
                </a:solidFill>
              </a:rPr>
              <a:t>[ BACK PLAN ]</a:t>
            </a:r>
            <a:endParaRPr lang="ko-KR" altLang="en-US" sz="1400" dirty="0">
              <a:solidFill>
                <a:srgbClr val="7030A0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899592" y="2636912"/>
            <a:ext cx="1116088" cy="3211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#1  FRONT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ETHERNET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</a:rPr>
              <a:t>PORT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899592" y="3539898"/>
            <a:ext cx="1116088" cy="3211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#2  FRONT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ETHERNET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</a:rPr>
              <a:t>PORT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899592" y="4476002"/>
            <a:ext cx="1116088" cy="3211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#3  FRONT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ETHERNET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</a:rPr>
              <a:t>PORT</a:t>
            </a:r>
          </a:p>
        </p:txBody>
      </p:sp>
      <p:cxnSp>
        <p:nvCxnSpPr>
          <p:cNvPr id="95" name="직선 연결선 94"/>
          <p:cNvCxnSpPr/>
          <p:nvPr/>
        </p:nvCxnSpPr>
        <p:spPr>
          <a:xfrm>
            <a:off x="1907704" y="4653136"/>
            <a:ext cx="1296144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5148064" y="3573016"/>
            <a:ext cx="1152128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6300192" y="2348880"/>
            <a:ext cx="1224136" cy="7200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VOIP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ETHERNET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PORT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100" name="직선 연결선 99"/>
          <p:cNvCxnSpPr/>
          <p:nvPr/>
        </p:nvCxnSpPr>
        <p:spPr>
          <a:xfrm>
            <a:off x="5148064" y="2708920"/>
            <a:ext cx="1152128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6300192" y="4077072"/>
            <a:ext cx="1224136" cy="7200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UP-LINK #1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ETHERNET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PORT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102" name="직선 연결선 101"/>
          <p:cNvCxnSpPr/>
          <p:nvPr/>
        </p:nvCxnSpPr>
        <p:spPr>
          <a:xfrm>
            <a:off x="5148064" y="4437112"/>
            <a:ext cx="1152128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2195736" y="1412776"/>
            <a:ext cx="720080" cy="10801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ETHERNET</a:t>
            </a:r>
          </a:p>
          <a:p>
            <a:pPr algn="ctr"/>
            <a:endParaRPr lang="en-US" altLang="ko-KR" sz="9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LINK 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&amp; 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SPEED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LED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105" name="직선 연결선 104"/>
          <p:cNvCxnSpPr/>
          <p:nvPr/>
        </p:nvCxnSpPr>
        <p:spPr>
          <a:xfrm>
            <a:off x="5148064" y="5301208"/>
            <a:ext cx="1152128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/>
          <p:cNvSpPr/>
          <p:nvPr/>
        </p:nvSpPr>
        <p:spPr>
          <a:xfrm>
            <a:off x="6300192" y="4941168"/>
            <a:ext cx="1224136" cy="7200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UP-LINK #2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ETHERNET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PORT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111" name="직선 연결선 110"/>
          <p:cNvCxnSpPr/>
          <p:nvPr/>
        </p:nvCxnSpPr>
        <p:spPr>
          <a:xfrm>
            <a:off x="1907704" y="3717032"/>
            <a:ext cx="1296144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>
            <a:off x="1907704" y="2780928"/>
            <a:ext cx="1296144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44624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장치 별 </a:t>
            </a:r>
            <a:r>
              <a:rPr lang="en-US" altLang="ko-KR" dirty="0" smtClean="0"/>
              <a:t>BLOCKDIAGRAM  -  CNCS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79512" y="404664"/>
            <a:ext cx="8712968" cy="0"/>
          </a:xfrm>
          <a:prstGeom prst="line">
            <a:avLst/>
          </a:prstGeom>
          <a:ln w="25400" cap="sq">
            <a:solidFill>
              <a:srgbClr val="0070C0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1691680" y="1124744"/>
            <a:ext cx="5616624" cy="44644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44" name="직사각형 43"/>
          <p:cNvSpPr/>
          <p:nvPr/>
        </p:nvSpPr>
        <p:spPr>
          <a:xfrm>
            <a:off x="3563888" y="2492896"/>
            <a:ext cx="1944216" cy="280831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CONGA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COMPUTER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MODULE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3563888" y="1772816"/>
            <a:ext cx="1944216" cy="4320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BOARD INTERNAL POWER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(  3.3V , 1.8V 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/>
          <p:nvPr/>
        </p:nvCxnSpPr>
        <p:spPr>
          <a:xfrm>
            <a:off x="5508104" y="1988840"/>
            <a:ext cx="2016224" cy="0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/>
          <p:cNvSpPr/>
          <p:nvPr/>
        </p:nvSpPr>
        <p:spPr>
          <a:xfrm>
            <a:off x="3635896" y="1196752"/>
            <a:ext cx="172819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rgbClr val="7030A0"/>
                </a:solidFill>
              </a:rPr>
              <a:t>[ CNCS BOARD ]</a:t>
            </a:r>
            <a:endParaRPr lang="ko-KR" altLang="en-US" sz="1400" dirty="0">
              <a:solidFill>
                <a:srgbClr val="7030A0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359568" y="2780928"/>
            <a:ext cx="1116088" cy="3211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FRONT VIDEO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OUT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</a:rPr>
              <a:t>PORT [ RGB ]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359568" y="3683914"/>
            <a:ext cx="1116088" cy="3211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FRONT USB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INTERFACE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</a:rPr>
              <a:t>PORT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395536" y="4620018"/>
            <a:ext cx="1116088" cy="3211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FRONT PTU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INTERFACE PORT</a:t>
            </a:r>
          </a:p>
        </p:txBody>
      </p:sp>
      <p:cxnSp>
        <p:nvCxnSpPr>
          <p:cNvPr id="100" name="직선 연결선 99"/>
          <p:cNvCxnSpPr/>
          <p:nvPr/>
        </p:nvCxnSpPr>
        <p:spPr>
          <a:xfrm>
            <a:off x="5508104" y="2924944"/>
            <a:ext cx="2016224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>
            <a:off x="1403648" y="3861048"/>
            <a:ext cx="2160240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>
            <a:off x="1403648" y="2924944"/>
            <a:ext cx="2160240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524328" y="1844824"/>
            <a:ext cx="108012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DC 5V POWER IN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7524328" y="2780928"/>
            <a:ext cx="108012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VIDEO LVDS OUT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[ VTX BOARD 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7380312" y="4581128"/>
            <a:ext cx="115212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CAR 485 LINE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228184" y="4509120"/>
            <a:ext cx="720080" cy="4320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RS485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6948264" y="4725144"/>
            <a:ext cx="576064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>
            <a:endCxn id="30" idx="1"/>
          </p:cNvCxnSpPr>
          <p:nvPr/>
        </p:nvCxnSpPr>
        <p:spPr>
          <a:xfrm>
            <a:off x="5508104" y="4725144"/>
            <a:ext cx="720080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5724128" y="4581128"/>
            <a:ext cx="288032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RX,TX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7452320" y="3717032"/>
            <a:ext cx="115212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ETHERNET PORT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[ ESW BOARD 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228184" y="3645024"/>
            <a:ext cx="720080" cy="4320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ETHERNET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TRANS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6948264" y="3861048"/>
            <a:ext cx="576064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>
            <a:endCxn id="37" idx="1"/>
          </p:cNvCxnSpPr>
          <p:nvPr/>
        </p:nvCxnSpPr>
        <p:spPr>
          <a:xfrm>
            <a:off x="5508104" y="3861048"/>
            <a:ext cx="720080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2123728" y="4509120"/>
            <a:ext cx="720080" cy="43204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RS232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2843808" y="4725144"/>
            <a:ext cx="720080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3059832" y="4581128"/>
            <a:ext cx="288032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RX,TX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3" name="직선 연결선 52"/>
          <p:cNvCxnSpPr/>
          <p:nvPr/>
        </p:nvCxnSpPr>
        <p:spPr>
          <a:xfrm>
            <a:off x="1403648" y="4725144"/>
            <a:ext cx="720080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44624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장치 별 </a:t>
            </a:r>
            <a:r>
              <a:rPr lang="en-US" altLang="ko-KR" dirty="0" smtClean="0"/>
              <a:t>BLOCKDIAGRAM  -  HDD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79512" y="404664"/>
            <a:ext cx="8712968" cy="0"/>
          </a:xfrm>
          <a:prstGeom prst="line">
            <a:avLst/>
          </a:prstGeom>
          <a:ln w="25400" cap="sq">
            <a:solidFill>
              <a:srgbClr val="0070C0"/>
            </a:solidFill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1547664" y="1340768"/>
            <a:ext cx="4032448" cy="3312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44" name="직사각형 43"/>
          <p:cNvSpPr/>
          <p:nvPr/>
        </p:nvSpPr>
        <p:spPr>
          <a:xfrm>
            <a:off x="1979712" y="2564904"/>
            <a:ext cx="3024336" cy="187220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SSD SATA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HARD DISK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979712" y="1916832"/>
            <a:ext cx="3024336" cy="4320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BOARD INTERNAL POWER  ( 5V 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/>
          <p:nvPr/>
        </p:nvCxnSpPr>
        <p:spPr>
          <a:xfrm>
            <a:off x="5004048" y="2132856"/>
            <a:ext cx="1152128" cy="0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6156176" y="2852936"/>
            <a:ext cx="1224136" cy="129614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CNCS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SATA</a:t>
            </a: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</a:rPr>
              <a:t>HDD PORT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6156176" y="1988840"/>
            <a:ext cx="108012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DC 12V POWER IN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5940152" y="1340768"/>
            <a:ext cx="1656184" cy="3312368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86" name="직사각형 85"/>
          <p:cNvSpPr/>
          <p:nvPr/>
        </p:nvSpPr>
        <p:spPr>
          <a:xfrm>
            <a:off x="2627784" y="1412776"/>
            <a:ext cx="172819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rgbClr val="7030A0"/>
                </a:solidFill>
              </a:rPr>
              <a:t>[ HDD BOARD ]</a:t>
            </a:r>
            <a:endParaRPr lang="ko-KR" altLang="en-US" sz="1400" dirty="0">
              <a:solidFill>
                <a:srgbClr val="7030A0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6012160" y="1340768"/>
            <a:ext cx="158417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rgbClr val="7030A0"/>
                </a:solidFill>
              </a:rPr>
              <a:t>[ BACK PLAN ]</a:t>
            </a:r>
            <a:endParaRPr lang="ko-KR" altLang="en-US" sz="1400" dirty="0">
              <a:solidFill>
                <a:srgbClr val="7030A0"/>
              </a:solidFill>
            </a:endParaRPr>
          </a:p>
        </p:txBody>
      </p:sp>
      <p:cxnSp>
        <p:nvCxnSpPr>
          <p:cNvPr id="97" name="직선 연결선 96"/>
          <p:cNvCxnSpPr/>
          <p:nvPr/>
        </p:nvCxnSpPr>
        <p:spPr>
          <a:xfrm>
            <a:off x="5004048" y="3501008"/>
            <a:ext cx="1152128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3275856" y="5085184"/>
            <a:ext cx="2664296" cy="6480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Circuit Diagram of PA System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59"/>
          <p:cNvSpPr>
            <a:spLocks noChangeArrowheads="1"/>
          </p:cNvSpPr>
          <p:nvPr/>
        </p:nvSpPr>
        <p:spPr bwMode="auto">
          <a:xfrm rot="10800000" flipV="1">
            <a:off x="485090" y="617387"/>
            <a:ext cx="5524301" cy="5309766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97" name="Rounded Rectangle 296"/>
          <p:cNvSpPr/>
          <p:nvPr/>
        </p:nvSpPr>
        <p:spPr bwMode="auto">
          <a:xfrm rot="10800000">
            <a:off x="4322900" y="5989130"/>
            <a:ext cx="1072680" cy="482706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lIns="68644" tIns="34322" rIns="68644" bIns="34322"/>
          <a:lstStyle/>
          <a:p>
            <a:pPr defTabSz="914062">
              <a:defRPr/>
            </a:pPr>
            <a:endParaRPr lang="en-US" dirty="0">
              <a:latin typeface="굴림" charset="-127"/>
              <a:ea typeface="굴림" charset="-127"/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301543" y="1212129"/>
            <a:ext cx="994017" cy="3352720"/>
          </a:xfrm>
          <a:prstGeom prst="rect">
            <a:avLst/>
          </a:prstGeom>
          <a:solidFill>
            <a:srgbClr val="FFCC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endParaRPr lang="en-US" altLang="ko-KR" dirty="0"/>
          </a:p>
          <a:p>
            <a:pPr algn="ctr" defTabSz="914062"/>
            <a:endParaRPr lang="en-US" altLang="ko-KR" dirty="0"/>
          </a:p>
          <a:p>
            <a:pPr algn="ctr" defTabSz="914062"/>
            <a:endParaRPr lang="en-US" altLang="ko-KR" dirty="0"/>
          </a:p>
          <a:p>
            <a:pPr algn="ctr" defTabSz="914062"/>
            <a:endParaRPr lang="en-US" altLang="ko-KR" dirty="0"/>
          </a:p>
        </p:txBody>
      </p:sp>
      <p:sp>
        <p:nvSpPr>
          <p:cNvPr id="4101" name="Rectangle 126"/>
          <p:cNvSpPr>
            <a:spLocks noChangeArrowheads="1"/>
          </p:cNvSpPr>
          <p:nvPr/>
        </p:nvSpPr>
        <p:spPr bwMode="auto">
          <a:xfrm>
            <a:off x="6954542" y="6668494"/>
            <a:ext cx="2189458" cy="315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800" dirty="0">
                <a:latin typeface="Arial" pitchFamily="34" charset="0"/>
                <a:cs typeface="Arial" pitchFamily="34" charset="0"/>
              </a:rPr>
              <a:t>PA Controller Block Diagram-R01 - 20110316ppt</a:t>
            </a:r>
          </a:p>
        </p:txBody>
      </p:sp>
      <p:sp>
        <p:nvSpPr>
          <p:cNvPr id="4102" name="Rectangle 159"/>
          <p:cNvSpPr>
            <a:spLocks noChangeArrowheads="1"/>
          </p:cNvSpPr>
          <p:nvPr/>
        </p:nvSpPr>
        <p:spPr bwMode="auto">
          <a:xfrm rot="10800000" flipV="1">
            <a:off x="6107124" y="617387"/>
            <a:ext cx="2843794" cy="530738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  <a:p>
            <a:pPr algn="ctr" defTabSz="914062"/>
            <a:endParaRPr lang="en-US" altLang="ko-KR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103" name="Line 330"/>
          <p:cNvSpPr>
            <a:spLocks noChangeShapeType="1"/>
          </p:cNvSpPr>
          <p:nvPr/>
        </p:nvSpPr>
        <p:spPr bwMode="auto">
          <a:xfrm flipH="1">
            <a:off x="7666085" y="1569689"/>
            <a:ext cx="171629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04" name="Rectangle 327"/>
          <p:cNvSpPr>
            <a:spLocks noChangeArrowheads="1"/>
          </p:cNvSpPr>
          <p:nvPr/>
        </p:nvSpPr>
        <p:spPr bwMode="auto">
          <a:xfrm rot="10800000" flipV="1">
            <a:off x="2809230" y="359944"/>
            <a:ext cx="958261" cy="19189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/>
            <a:r>
              <a:rPr lang="en-US" altLang="ko-KR" sz="1200" b="1" dirty="0">
                <a:latin typeface="Arial" pitchFamily="34" charset="0"/>
                <a:cs typeface="Arial" pitchFamily="34" charset="0"/>
              </a:rPr>
              <a:t>PA Controller Block Diagram</a:t>
            </a:r>
          </a:p>
        </p:txBody>
      </p:sp>
      <p:sp>
        <p:nvSpPr>
          <p:cNvPr id="4105" name="Rectangle 477"/>
          <p:cNvSpPr>
            <a:spLocks noChangeArrowheads="1"/>
          </p:cNvSpPr>
          <p:nvPr/>
        </p:nvSpPr>
        <p:spPr bwMode="auto">
          <a:xfrm>
            <a:off x="8135681" y="1266955"/>
            <a:ext cx="530381" cy="9415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/>
            <a:r>
              <a:rPr lang="en-US" altLang="ko-KR" sz="800" dirty="0">
                <a:latin typeface="Arial" pitchFamily="34" charset="0"/>
                <a:cs typeface="Arial" pitchFamily="34" charset="0"/>
              </a:rPr>
              <a:t>Interior Speaker</a:t>
            </a:r>
          </a:p>
          <a:p>
            <a:pPr algn="ctr" defTabSz="914062"/>
            <a:r>
              <a:rPr lang="en-US" altLang="ko-KR" sz="800" dirty="0">
                <a:latin typeface="Arial" pitchFamily="34" charset="0"/>
                <a:cs typeface="Arial" pitchFamily="34" charset="0"/>
              </a:rPr>
              <a:t>Channel 1</a:t>
            </a:r>
          </a:p>
        </p:txBody>
      </p:sp>
      <p:sp>
        <p:nvSpPr>
          <p:cNvPr id="4106" name="Line 473"/>
          <p:cNvSpPr>
            <a:spLocks noChangeShapeType="1"/>
          </p:cNvSpPr>
          <p:nvPr/>
        </p:nvSpPr>
        <p:spPr bwMode="auto">
          <a:xfrm rot="10800000" flipH="1">
            <a:off x="8161902" y="1555387"/>
            <a:ext cx="424304" cy="16686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med" len="lg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4" name="Group 476"/>
          <p:cNvGrpSpPr>
            <a:grpSpLocks/>
          </p:cNvGrpSpPr>
          <p:nvPr/>
        </p:nvGrpSpPr>
        <p:grpSpPr bwMode="auto">
          <a:xfrm rot="5400000">
            <a:off x="8495029" y="1480895"/>
            <a:ext cx="288432" cy="146599"/>
            <a:chOff x="1477" y="3739"/>
            <a:chExt cx="227" cy="91"/>
          </a:xfrm>
        </p:grpSpPr>
        <p:sp>
          <p:nvSpPr>
            <p:cNvPr id="4240" name="AutoShape 474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endParaRPr lang="ko-KR" altLang="en-US"/>
            </a:p>
          </p:txBody>
        </p:sp>
        <p:sp>
          <p:nvSpPr>
            <p:cNvPr id="4241" name="Rectangle 475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endParaRPr lang="en-US" altLang="ko-KR"/>
            </a:p>
          </p:txBody>
        </p:sp>
      </p:grpSp>
      <p:sp>
        <p:nvSpPr>
          <p:cNvPr id="4108" name="Rectangle 477"/>
          <p:cNvSpPr>
            <a:spLocks noChangeArrowheads="1"/>
          </p:cNvSpPr>
          <p:nvPr/>
        </p:nvSpPr>
        <p:spPr bwMode="auto">
          <a:xfrm>
            <a:off x="8140449" y="2293151"/>
            <a:ext cx="531572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/>
            <a:r>
              <a:rPr lang="en-US" altLang="ko-KR" sz="800" dirty="0">
                <a:latin typeface="Arial" pitchFamily="34" charset="0"/>
                <a:cs typeface="Arial" pitchFamily="34" charset="0"/>
              </a:rPr>
              <a:t>Interior Speaker</a:t>
            </a:r>
          </a:p>
          <a:p>
            <a:pPr algn="ctr" defTabSz="914062"/>
            <a:r>
              <a:rPr lang="en-US" altLang="ko-KR" sz="800" dirty="0">
                <a:latin typeface="Arial" pitchFamily="34" charset="0"/>
                <a:cs typeface="Arial" pitchFamily="34" charset="0"/>
              </a:rPr>
              <a:t>Channel 2</a:t>
            </a:r>
          </a:p>
        </p:txBody>
      </p:sp>
      <p:sp>
        <p:nvSpPr>
          <p:cNvPr id="4109" name="Line 473"/>
          <p:cNvSpPr>
            <a:spLocks noChangeShapeType="1"/>
          </p:cNvSpPr>
          <p:nvPr/>
        </p:nvSpPr>
        <p:spPr bwMode="auto">
          <a:xfrm rot="10800000" flipH="1" flipV="1">
            <a:off x="8186931" y="2598269"/>
            <a:ext cx="386165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med" len="lg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5" name="Group 476"/>
          <p:cNvGrpSpPr>
            <a:grpSpLocks/>
          </p:cNvGrpSpPr>
          <p:nvPr/>
        </p:nvGrpSpPr>
        <p:grpSpPr bwMode="auto">
          <a:xfrm rot="5400000">
            <a:off x="8499797" y="2516626"/>
            <a:ext cx="289623" cy="145408"/>
            <a:chOff x="1477" y="3739"/>
            <a:chExt cx="227" cy="91"/>
          </a:xfrm>
        </p:grpSpPr>
        <p:sp>
          <p:nvSpPr>
            <p:cNvPr id="4238" name="AutoShape 474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endParaRPr lang="ko-KR" altLang="en-US"/>
            </a:p>
          </p:txBody>
        </p:sp>
        <p:sp>
          <p:nvSpPr>
            <p:cNvPr id="4239" name="Rectangle 475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endParaRPr lang="en-US" altLang="ko-KR"/>
            </a:p>
          </p:txBody>
        </p:sp>
      </p:grpSp>
      <p:sp>
        <p:nvSpPr>
          <p:cNvPr id="4111" name="Rectangle 477"/>
          <p:cNvSpPr>
            <a:spLocks noChangeArrowheads="1"/>
          </p:cNvSpPr>
          <p:nvPr/>
        </p:nvSpPr>
        <p:spPr bwMode="auto">
          <a:xfrm>
            <a:off x="8142833" y="3266907"/>
            <a:ext cx="531572" cy="9415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/>
            <a:r>
              <a:rPr lang="en-US" altLang="ko-KR" sz="800" dirty="0">
                <a:latin typeface="Arial" pitchFamily="34" charset="0"/>
                <a:cs typeface="Arial" pitchFamily="34" charset="0"/>
              </a:rPr>
              <a:t>Exterior Speaker</a:t>
            </a:r>
          </a:p>
          <a:p>
            <a:pPr algn="ctr" defTabSz="914062"/>
            <a:r>
              <a:rPr lang="en-US" altLang="ko-KR" sz="800" dirty="0">
                <a:latin typeface="Arial" pitchFamily="34" charset="0"/>
                <a:cs typeface="Arial" pitchFamily="34" charset="0"/>
              </a:rPr>
              <a:t>Channel 1</a:t>
            </a:r>
          </a:p>
          <a:p>
            <a:pPr algn="ctr" defTabSz="914062"/>
            <a:r>
              <a:rPr lang="en-US" altLang="ko-KR" sz="800" dirty="0">
                <a:latin typeface="Arial" pitchFamily="34" charset="0"/>
                <a:cs typeface="Arial" pitchFamily="34" charset="0"/>
              </a:rPr>
              <a:t>Left Side</a:t>
            </a:r>
          </a:p>
        </p:txBody>
      </p:sp>
      <p:sp>
        <p:nvSpPr>
          <p:cNvPr id="4112" name="Line 473"/>
          <p:cNvSpPr>
            <a:spLocks noChangeShapeType="1"/>
          </p:cNvSpPr>
          <p:nvPr/>
        </p:nvSpPr>
        <p:spPr bwMode="auto">
          <a:xfrm rot="10800000" flipH="1" flipV="1">
            <a:off x="8189315" y="3616123"/>
            <a:ext cx="386165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med" len="lg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7" name="Group 476"/>
          <p:cNvGrpSpPr>
            <a:grpSpLocks/>
          </p:cNvGrpSpPr>
          <p:nvPr/>
        </p:nvGrpSpPr>
        <p:grpSpPr bwMode="auto">
          <a:xfrm rot="5400000">
            <a:off x="8502181" y="3534480"/>
            <a:ext cx="289623" cy="145408"/>
            <a:chOff x="1477" y="3739"/>
            <a:chExt cx="227" cy="91"/>
          </a:xfrm>
        </p:grpSpPr>
        <p:sp>
          <p:nvSpPr>
            <p:cNvPr id="4236" name="AutoShape 474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endParaRPr lang="ko-KR" altLang="en-US"/>
            </a:p>
          </p:txBody>
        </p:sp>
        <p:sp>
          <p:nvSpPr>
            <p:cNvPr id="4237" name="Rectangle 475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endParaRPr lang="en-US" altLang="ko-KR"/>
            </a:p>
          </p:txBody>
        </p:sp>
      </p:grpSp>
      <p:sp>
        <p:nvSpPr>
          <p:cNvPr id="4114" name="Rectangle 477"/>
          <p:cNvSpPr>
            <a:spLocks noChangeArrowheads="1"/>
          </p:cNvSpPr>
          <p:nvPr/>
        </p:nvSpPr>
        <p:spPr bwMode="auto">
          <a:xfrm>
            <a:off x="8140449" y="4253772"/>
            <a:ext cx="531572" cy="9415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/>
            <a:r>
              <a:rPr lang="en-US" altLang="ko-KR" sz="800" dirty="0">
                <a:latin typeface="Arial" pitchFamily="34" charset="0"/>
                <a:cs typeface="Arial" pitchFamily="34" charset="0"/>
              </a:rPr>
              <a:t>Exterior Speaker</a:t>
            </a:r>
          </a:p>
          <a:p>
            <a:pPr algn="ctr" defTabSz="914062"/>
            <a:r>
              <a:rPr lang="en-US" altLang="ko-KR" sz="800" dirty="0">
                <a:latin typeface="Arial" pitchFamily="34" charset="0"/>
                <a:cs typeface="Arial" pitchFamily="34" charset="0"/>
              </a:rPr>
              <a:t>Channel 2</a:t>
            </a:r>
          </a:p>
          <a:p>
            <a:pPr algn="ctr" defTabSz="914062"/>
            <a:r>
              <a:rPr lang="en-US" altLang="ko-KR" sz="800" dirty="0">
                <a:latin typeface="Arial" pitchFamily="34" charset="0"/>
                <a:cs typeface="Arial" pitchFamily="34" charset="0"/>
              </a:rPr>
              <a:t>Right Side</a:t>
            </a:r>
          </a:p>
        </p:txBody>
      </p:sp>
      <p:sp>
        <p:nvSpPr>
          <p:cNvPr id="4115" name="Line 473"/>
          <p:cNvSpPr>
            <a:spLocks noChangeShapeType="1"/>
          </p:cNvSpPr>
          <p:nvPr/>
        </p:nvSpPr>
        <p:spPr bwMode="auto">
          <a:xfrm rot="10800000" flipH="1" flipV="1">
            <a:off x="8186931" y="4622058"/>
            <a:ext cx="386165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none" w="med" len="lg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8" name="Group 476"/>
          <p:cNvGrpSpPr>
            <a:grpSpLocks/>
          </p:cNvGrpSpPr>
          <p:nvPr/>
        </p:nvGrpSpPr>
        <p:grpSpPr bwMode="auto">
          <a:xfrm rot="5400000">
            <a:off x="8499797" y="4540416"/>
            <a:ext cx="289623" cy="145408"/>
            <a:chOff x="1477" y="3739"/>
            <a:chExt cx="227" cy="91"/>
          </a:xfrm>
        </p:grpSpPr>
        <p:sp>
          <p:nvSpPr>
            <p:cNvPr id="4234" name="AutoShape 474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endParaRPr lang="ko-KR" altLang="en-US"/>
            </a:p>
          </p:txBody>
        </p:sp>
        <p:sp>
          <p:nvSpPr>
            <p:cNvPr id="4235" name="Rectangle 475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endParaRPr lang="en-US" altLang="ko-KR"/>
            </a:p>
          </p:txBody>
        </p:sp>
      </p:grpSp>
      <p:sp>
        <p:nvSpPr>
          <p:cNvPr id="4117" name="Rectangle 327"/>
          <p:cNvSpPr>
            <a:spLocks noChangeArrowheads="1"/>
          </p:cNvSpPr>
          <p:nvPr/>
        </p:nvSpPr>
        <p:spPr bwMode="auto">
          <a:xfrm rot="10800000" flipV="1">
            <a:off x="7026053" y="359944"/>
            <a:ext cx="958261" cy="19189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/>
            <a:r>
              <a:rPr lang="en-US" altLang="ko-KR" sz="1200" b="1" dirty="0">
                <a:latin typeface="Arial" pitchFamily="34" charset="0"/>
                <a:cs typeface="Arial" pitchFamily="34" charset="0"/>
              </a:rPr>
              <a:t>Audio Amplifier Board</a:t>
            </a:r>
          </a:p>
        </p:txBody>
      </p:sp>
      <p:cxnSp>
        <p:nvCxnSpPr>
          <p:cNvPr id="4118" name="Straight Arrow Connector 126"/>
          <p:cNvCxnSpPr>
            <a:cxnSpLocks noChangeShapeType="1"/>
          </p:cNvCxnSpPr>
          <p:nvPr/>
        </p:nvCxnSpPr>
        <p:spPr bwMode="auto">
          <a:xfrm>
            <a:off x="6796023" y="4760315"/>
            <a:ext cx="171629" cy="1192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119" name="Straight Arrow Connector 127"/>
          <p:cNvCxnSpPr>
            <a:cxnSpLocks noChangeShapeType="1"/>
          </p:cNvCxnSpPr>
          <p:nvPr/>
        </p:nvCxnSpPr>
        <p:spPr bwMode="auto">
          <a:xfrm>
            <a:off x="6793639" y="3729351"/>
            <a:ext cx="171629" cy="1191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120" name="Straight Arrow Connector 128"/>
          <p:cNvCxnSpPr>
            <a:cxnSpLocks noChangeShapeType="1"/>
          </p:cNvCxnSpPr>
          <p:nvPr/>
        </p:nvCxnSpPr>
        <p:spPr bwMode="auto">
          <a:xfrm>
            <a:off x="6788872" y="2637602"/>
            <a:ext cx="171629" cy="1191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121" name="Straight Arrow Connector 129"/>
          <p:cNvCxnSpPr>
            <a:cxnSpLocks noChangeShapeType="1"/>
          </p:cNvCxnSpPr>
          <p:nvPr/>
        </p:nvCxnSpPr>
        <p:spPr bwMode="auto">
          <a:xfrm>
            <a:off x="6788872" y="1699602"/>
            <a:ext cx="171629" cy="1192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4122" name="Line 56"/>
          <p:cNvSpPr>
            <a:spLocks noChangeShapeType="1"/>
          </p:cNvSpPr>
          <p:nvPr/>
        </p:nvSpPr>
        <p:spPr bwMode="auto">
          <a:xfrm flipH="1" flipV="1">
            <a:off x="6798407" y="1699602"/>
            <a:ext cx="11919" cy="378417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cxnSp>
        <p:nvCxnSpPr>
          <p:cNvPr id="4123" name="Straight Arrow Connector 132"/>
          <p:cNvCxnSpPr>
            <a:cxnSpLocks noChangeShapeType="1"/>
          </p:cNvCxnSpPr>
          <p:nvPr/>
        </p:nvCxnSpPr>
        <p:spPr bwMode="auto">
          <a:xfrm>
            <a:off x="6692331" y="4632786"/>
            <a:ext cx="275321" cy="1191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4124" name="Straight Arrow Connector 137"/>
          <p:cNvCxnSpPr>
            <a:cxnSpLocks noChangeShapeType="1"/>
          </p:cNvCxnSpPr>
          <p:nvPr/>
        </p:nvCxnSpPr>
        <p:spPr bwMode="auto">
          <a:xfrm>
            <a:off x="6692331" y="3613739"/>
            <a:ext cx="275321" cy="1192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4125" name="Straight Arrow Connector 138"/>
          <p:cNvCxnSpPr>
            <a:cxnSpLocks noChangeShapeType="1"/>
          </p:cNvCxnSpPr>
          <p:nvPr/>
        </p:nvCxnSpPr>
        <p:spPr bwMode="auto">
          <a:xfrm>
            <a:off x="6692331" y="2511264"/>
            <a:ext cx="275321" cy="1191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4126" name="Straight Arrow Connector 139"/>
          <p:cNvCxnSpPr>
            <a:cxnSpLocks noChangeShapeType="1"/>
          </p:cNvCxnSpPr>
          <p:nvPr/>
        </p:nvCxnSpPr>
        <p:spPr bwMode="auto">
          <a:xfrm>
            <a:off x="6692331" y="1575648"/>
            <a:ext cx="275321" cy="1192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4127" name="Line 56"/>
          <p:cNvSpPr>
            <a:spLocks noChangeShapeType="1"/>
          </p:cNvSpPr>
          <p:nvPr/>
        </p:nvSpPr>
        <p:spPr bwMode="auto">
          <a:xfrm flipH="1" flipV="1">
            <a:off x="6215584" y="5699506"/>
            <a:ext cx="0" cy="827155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19" name="Rectangle 38"/>
          <p:cNvSpPr>
            <a:spLocks noChangeArrowheads="1"/>
          </p:cNvSpPr>
          <p:nvPr/>
        </p:nvSpPr>
        <p:spPr bwMode="auto">
          <a:xfrm rot="10800000" flipV="1">
            <a:off x="6543347" y="5486162"/>
            <a:ext cx="424304" cy="3754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>
              <a:defRPr/>
            </a:pPr>
            <a:r>
              <a:rPr lang="en-US" altLang="ko-KR" sz="800" b="1" dirty="0">
                <a:latin typeface="Arial" charset="0"/>
                <a:cs typeface="Arial" charset="0"/>
              </a:rPr>
              <a:t>Power  </a:t>
            </a:r>
          </a:p>
          <a:p>
            <a:pPr algn="ctr" defTabSz="914062">
              <a:defRPr/>
            </a:pPr>
            <a:r>
              <a:rPr lang="en-US" altLang="ko-KR" sz="800" b="1" dirty="0">
                <a:latin typeface="Arial" charset="0"/>
                <a:cs typeface="Arial" charset="0"/>
              </a:rPr>
              <a:t>Module</a:t>
            </a:r>
          </a:p>
        </p:txBody>
      </p:sp>
      <p:sp>
        <p:nvSpPr>
          <p:cNvPr id="4129" name="Line 56"/>
          <p:cNvSpPr>
            <a:spLocks noChangeShapeType="1"/>
          </p:cNvSpPr>
          <p:nvPr/>
        </p:nvSpPr>
        <p:spPr bwMode="auto">
          <a:xfrm flipH="1" flipV="1">
            <a:off x="6520702" y="3585134"/>
            <a:ext cx="0" cy="905819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30" name="Line 330"/>
          <p:cNvSpPr>
            <a:spLocks noChangeShapeType="1"/>
          </p:cNvSpPr>
          <p:nvPr/>
        </p:nvSpPr>
        <p:spPr bwMode="auto">
          <a:xfrm>
            <a:off x="6507592" y="3436152"/>
            <a:ext cx="46006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53" name="Rectangle 38"/>
          <p:cNvSpPr>
            <a:spLocks noChangeArrowheads="1"/>
          </p:cNvSpPr>
          <p:nvPr/>
        </p:nvSpPr>
        <p:spPr bwMode="auto">
          <a:xfrm rot="10800000" flipV="1">
            <a:off x="7842482" y="1448119"/>
            <a:ext cx="535148" cy="24075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7" tIns="45713" rIns="91427" bIns="45713" anchor="ctr"/>
          <a:lstStyle/>
          <a:p>
            <a:pPr algn="ctr" defTabSz="914062">
              <a:defRPr/>
            </a:pPr>
            <a:r>
              <a:rPr lang="en-US" altLang="ko-KR" sz="600" b="1" dirty="0">
                <a:latin typeface="Arial" charset="0"/>
                <a:ea typeface="굴림" charset="-127"/>
                <a:cs typeface="Arial" charset="0"/>
              </a:rPr>
              <a:t>Matching</a:t>
            </a:r>
          </a:p>
          <a:p>
            <a:pPr algn="ctr" defTabSz="914062">
              <a:defRPr/>
            </a:pPr>
            <a:r>
              <a:rPr lang="en-US" altLang="ko-KR" sz="600" b="1" dirty="0">
                <a:latin typeface="Arial" charset="0"/>
                <a:ea typeface="굴림" charset="-127"/>
                <a:cs typeface="Arial" charset="0"/>
              </a:rPr>
              <a:t>Transformer</a:t>
            </a:r>
          </a:p>
        </p:txBody>
      </p:sp>
      <p:sp>
        <p:nvSpPr>
          <p:cNvPr id="4132" name="Line 330"/>
          <p:cNvSpPr>
            <a:spLocks noChangeShapeType="1"/>
          </p:cNvSpPr>
          <p:nvPr/>
        </p:nvSpPr>
        <p:spPr bwMode="auto">
          <a:xfrm flipH="1">
            <a:off x="7666085" y="2595885"/>
            <a:ext cx="171629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201" name="Rectangle 38"/>
          <p:cNvSpPr>
            <a:spLocks noChangeArrowheads="1"/>
          </p:cNvSpPr>
          <p:nvPr/>
        </p:nvSpPr>
        <p:spPr bwMode="auto">
          <a:xfrm rot="10800000" flipV="1">
            <a:off x="7842482" y="2474315"/>
            <a:ext cx="535148" cy="23956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7" tIns="45713" rIns="91427" bIns="45713" anchor="ctr"/>
          <a:lstStyle/>
          <a:p>
            <a:pPr algn="ctr" defTabSz="914062">
              <a:defRPr/>
            </a:pPr>
            <a:r>
              <a:rPr lang="en-US" altLang="ko-KR" sz="600" b="1" dirty="0">
                <a:latin typeface="Arial" charset="0"/>
                <a:ea typeface="굴림" charset="-127"/>
                <a:cs typeface="Arial" charset="0"/>
              </a:rPr>
              <a:t>Matching</a:t>
            </a:r>
          </a:p>
          <a:p>
            <a:pPr algn="ctr" defTabSz="914062">
              <a:defRPr/>
            </a:pPr>
            <a:r>
              <a:rPr lang="en-US" altLang="ko-KR" sz="600" b="1" dirty="0">
                <a:latin typeface="Arial" charset="0"/>
                <a:ea typeface="굴림" charset="-127"/>
                <a:cs typeface="Arial" charset="0"/>
              </a:rPr>
              <a:t>Transformer</a:t>
            </a:r>
          </a:p>
        </p:txBody>
      </p:sp>
      <p:sp>
        <p:nvSpPr>
          <p:cNvPr id="4134" name="Line 330"/>
          <p:cNvSpPr>
            <a:spLocks noChangeShapeType="1"/>
          </p:cNvSpPr>
          <p:nvPr/>
        </p:nvSpPr>
        <p:spPr bwMode="auto">
          <a:xfrm flipH="1">
            <a:off x="7675620" y="3591094"/>
            <a:ext cx="162094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203" name="Rectangle 38"/>
          <p:cNvSpPr>
            <a:spLocks noChangeArrowheads="1"/>
          </p:cNvSpPr>
          <p:nvPr/>
        </p:nvSpPr>
        <p:spPr bwMode="auto">
          <a:xfrm rot="10800000" flipV="1">
            <a:off x="7842482" y="3502896"/>
            <a:ext cx="535148" cy="2395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7" tIns="45713" rIns="91427" bIns="45713" anchor="ctr"/>
          <a:lstStyle/>
          <a:p>
            <a:pPr algn="ctr" defTabSz="914062">
              <a:defRPr/>
            </a:pPr>
            <a:r>
              <a:rPr lang="en-US" altLang="ko-KR" sz="600" b="1" dirty="0">
                <a:latin typeface="Arial" charset="0"/>
                <a:ea typeface="굴림" charset="-127"/>
                <a:cs typeface="Arial" charset="0"/>
              </a:rPr>
              <a:t>Matching</a:t>
            </a:r>
          </a:p>
          <a:p>
            <a:pPr algn="ctr" defTabSz="914062">
              <a:defRPr/>
            </a:pPr>
            <a:r>
              <a:rPr lang="en-US" altLang="ko-KR" sz="600" b="1" dirty="0">
                <a:latin typeface="Arial" charset="0"/>
                <a:ea typeface="굴림" charset="-127"/>
                <a:cs typeface="Arial" charset="0"/>
              </a:rPr>
              <a:t>Transformer</a:t>
            </a:r>
          </a:p>
        </p:txBody>
      </p:sp>
      <p:sp>
        <p:nvSpPr>
          <p:cNvPr id="4136" name="Line 330"/>
          <p:cNvSpPr>
            <a:spLocks noChangeShapeType="1"/>
          </p:cNvSpPr>
          <p:nvPr/>
        </p:nvSpPr>
        <p:spPr bwMode="auto">
          <a:xfrm flipH="1">
            <a:off x="7662510" y="4631593"/>
            <a:ext cx="171629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205" name="Rectangle 38"/>
          <p:cNvSpPr>
            <a:spLocks noChangeArrowheads="1"/>
          </p:cNvSpPr>
          <p:nvPr/>
        </p:nvSpPr>
        <p:spPr bwMode="auto">
          <a:xfrm rot="10800000" flipV="1">
            <a:off x="7842482" y="4511215"/>
            <a:ext cx="535148" cy="2395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7" tIns="45713" rIns="91427" bIns="45713" anchor="ctr"/>
          <a:lstStyle/>
          <a:p>
            <a:pPr algn="ctr" defTabSz="914062">
              <a:defRPr/>
            </a:pPr>
            <a:r>
              <a:rPr lang="en-US" altLang="ko-KR" sz="600" b="1" dirty="0">
                <a:latin typeface="Arial" charset="0"/>
                <a:ea typeface="굴림" charset="-127"/>
                <a:cs typeface="Arial" charset="0"/>
              </a:rPr>
              <a:t>Matching</a:t>
            </a:r>
          </a:p>
          <a:p>
            <a:pPr algn="ctr" defTabSz="914062">
              <a:defRPr/>
            </a:pPr>
            <a:r>
              <a:rPr lang="en-US" altLang="ko-KR" sz="600" b="1" dirty="0">
                <a:latin typeface="Arial" charset="0"/>
                <a:ea typeface="굴림" charset="-127"/>
                <a:cs typeface="Arial" charset="0"/>
              </a:rPr>
              <a:t>Transformer</a:t>
            </a:r>
          </a:p>
        </p:txBody>
      </p:sp>
      <p:sp>
        <p:nvSpPr>
          <p:cNvPr id="4138" name="Line 150"/>
          <p:cNvSpPr>
            <a:spLocks noChangeShapeType="1"/>
          </p:cNvSpPr>
          <p:nvPr/>
        </p:nvSpPr>
        <p:spPr bwMode="auto">
          <a:xfrm flipV="1">
            <a:off x="6535005" y="1477915"/>
            <a:ext cx="0" cy="686515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cxnSp>
        <p:nvCxnSpPr>
          <p:cNvPr id="4139" name="Straight Arrow Connector 142"/>
          <p:cNvCxnSpPr>
            <a:cxnSpLocks noChangeShapeType="1"/>
            <a:stCxn id="4127" idx="1"/>
          </p:cNvCxnSpPr>
          <p:nvPr/>
        </p:nvCxnSpPr>
        <p:spPr bwMode="auto">
          <a:xfrm rot="5400000" flipH="1" flipV="1">
            <a:off x="6370527" y="5530261"/>
            <a:ext cx="14302" cy="3241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4140" name="Line 174"/>
          <p:cNvSpPr>
            <a:spLocks noChangeShapeType="1"/>
          </p:cNvSpPr>
          <p:nvPr/>
        </p:nvSpPr>
        <p:spPr bwMode="auto">
          <a:xfrm flipH="1">
            <a:off x="3350337" y="3536269"/>
            <a:ext cx="2377773" cy="1191"/>
          </a:xfrm>
          <a:prstGeom prst="line">
            <a:avLst/>
          </a:prstGeom>
          <a:noFill/>
          <a:ln w="19050">
            <a:solidFill>
              <a:srgbClr val="BFBFBF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41" name="Line 330"/>
          <p:cNvSpPr>
            <a:spLocks noChangeShapeType="1"/>
          </p:cNvSpPr>
          <p:nvPr/>
        </p:nvSpPr>
        <p:spPr bwMode="auto">
          <a:xfrm flipH="1">
            <a:off x="5873518" y="3572024"/>
            <a:ext cx="648375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42" name="Line 109"/>
          <p:cNvSpPr>
            <a:spLocks noChangeShapeType="1"/>
          </p:cNvSpPr>
          <p:nvPr/>
        </p:nvSpPr>
        <p:spPr bwMode="auto">
          <a:xfrm>
            <a:off x="2269314" y="1644776"/>
            <a:ext cx="324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43" name="Rectangle 110"/>
          <p:cNvSpPr>
            <a:spLocks noChangeArrowheads="1"/>
          </p:cNvSpPr>
          <p:nvPr/>
        </p:nvSpPr>
        <p:spPr bwMode="auto">
          <a:xfrm>
            <a:off x="1637625" y="1091750"/>
            <a:ext cx="518462" cy="23718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r>
              <a:rPr lang="en-US" altLang="ko-KR" sz="700" b="1" dirty="0">
                <a:latin typeface="Arial" pitchFamily="34" charset="0"/>
                <a:cs typeface="Arial" pitchFamily="34" charset="0"/>
              </a:rPr>
              <a:t>Audio File</a:t>
            </a:r>
          </a:p>
          <a:p>
            <a:pPr algn="ctr" defTabSz="914062"/>
            <a:r>
              <a:rPr lang="en-US" altLang="ko-KR" sz="700" b="1" dirty="0">
                <a:latin typeface="Arial" pitchFamily="34" charset="0"/>
                <a:cs typeface="Arial" pitchFamily="34" charset="0"/>
              </a:rPr>
              <a:t>Memory</a:t>
            </a:r>
          </a:p>
        </p:txBody>
      </p:sp>
      <p:sp>
        <p:nvSpPr>
          <p:cNvPr id="4144" name="Line 112"/>
          <p:cNvSpPr>
            <a:spLocks noChangeShapeType="1"/>
          </p:cNvSpPr>
          <p:nvPr/>
        </p:nvSpPr>
        <p:spPr bwMode="auto">
          <a:xfrm flipV="1">
            <a:off x="1890300" y="1326548"/>
            <a:ext cx="0" cy="10845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45" name="Line 155"/>
          <p:cNvSpPr>
            <a:spLocks noChangeShapeType="1"/>
          </p:cNvSpPr>
          <p:nvPr/>
        </p:nvSpPr>
        <p:spPr bwMode="auto">
          <a:xfrm>
            <a:off x="3564873" y="4034469"/>
            <a:ext cx="3575" cy="1853352"/>
          </a:xfrm>
          <a:prstGeom prst="line">
            <a:avLst/>
          </a:prstGeom>
          <a:noFill/>
          <a:ln w="22225">
            <a:solidFill>
              <a:srgbClr val="996633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46" name="Line 179"/>
          <p:cNvSpPr>
            <a:spLocks noChangeShapeType="1"/>
          </p:cNvSpPr>
          <p:nvPr/>
        </p:nvSpPr>
        <p:spPr bwMode="auto">
          <a:xfrm flipH="1">
            <a:off x="3403971" y="3049987"/>
            <a:ext cx="1784225" cy="1191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47" name="Line 179"/>
          <p:cNvSpPr>
            <a:spLocks noChangeShapeType="1"/>
          </p:cNvSpPr>
          <p:nvPr/>
        </p:nvSpPr>
        <p:spPr bwMode="auto">
          <a:xfrm flipV="1">
            <a:off x="3026149" y="4044004"/>
            <a:ext cx="0" cy="1922480"/>
          </a:xfrm>
          <a:prstGeom prst="line">
            <a:avLst/>
          </a:prstGeom>
          <a:noFill/>
          <a:ln w="22225">
            <a:solidFill>
              <a:srgbClr val="0099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48" name="Line 155"/>
          <p:cNvSpPr>
            <a:spLocks noChangeShapeType="1"/>
          </p:cNvSpPr>
          <p:nvPr/>
        </p:nvSpPr>
        <p:spPr bwMode="auto">
          <a:xfrm flipH="1">
            <a:off x="3297895" y="4029701"/>
            <a:ext cx="270553" cy="0"/>
          </a:xfrm>
          <a:prstGeom prst="line">
            <a:avLst/>
          </a:prstGeom>
          <a:noFill/>
          <a:ln w="22225">
            <a:solidFill>
              <a:srgbClr val="996633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49" name="Line 179"/>
          <p:cNvSpPr>
            <a:spLocks noChangeShapeType="1"/>
          </p:cNvSpPr>
          <p:nvPr/>
        </p:nvSpPr>
        <p:spPr bwMode="auto">
          <a:xfrm flipH="1">
            <a:off x="1200210" y="3086934"/>
            <a:ext cx="135157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50" name="Line 56"/>
          <p:cNvSpPr>
            <a:spLocks noChangeShapeType="1"/>
          </p:cNvSpPr>
          <p:nvPr/>
        </p:nvSpPr>
        <p:spPr bwMode="auto">
          <a:xfrm flipH="1" flipV="1">
            <a:off x="2582775" y="4024934"/>
            <a:ext cx="0" cy="539915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51" name="Rectangle 38"/>
          <p:cNvSpPr>
            <a:spLocks noChangeArrowheads="1"/>
          </p:cNvSpPr>
          <p:nvPr/>
        </p:nvSpPr>
        <p:spPr bwMode="auto">
          <a:xfrm rot="10800000" flipV="1">
            <a:off x="1566113" y="1429049"/>
            <a:ext cx="694859" cy="412386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/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Automatic</a:t>
            </a:r>
          </a:p>
          <a:p>
            <a:pPr algn="ctr" defTabSz="914062"/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Broadcasting</a:t>
            </a:r>
          </a:p>
          <a:p>
            <a:pPr algn="ctr" defTabSz="914062"/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Player</a:t>
            </a:r>
          </a:p>
        </p:txBody>
      </p:sp>
      <p:sp>
        <p:nvSpPr>
          <p:cNvPr id="4152" name="Line 146"/>
          <p:cNvSpPr>
            <a:spLocks noChangeShapeType="1"/>
          </p:cNvSpPr>
          <p:nvPr/>
        </p:nvSpPr>
        <p:spPr bwMode="auto">
          <a:xfrm>
            <a:off x="6539772" y="1483874"/>
            <a:ext cx="432647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53" name="Line 147"/>
          <p:cNvSpPr>
            <a:spLocks noChangeShapeType="1"/>
          </p:cNvSpPr>
          <p:nvPr/>
        </p:nvSpPr>
        <p:spPr bwMode="auto">
          <a:xfrm>
            <a:off x="5950990" y="2402803"/>
            <a:ext cx="101547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54" name="Line 148"/>
          <p:cNvSpPr>
            <a:spLocks noChangeShapeType="1"/>
          </p:cNvSpPr>
          <p:nvPr/>
        </p:nvSpPr>
        <p:spPr bwMode="auto">
          <a:xfrm>
            <a:off x="3196586" y="3861648"/>
            <a:ext cx="2402803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55" name="Line 150"/>
          <p:cNvSpPr>
            <a:spLocks noChangeShapeType="1"/>
          </p:cNvSpPr>
          <p:nvPr/>
        </p:nvSpPr>
        <p:spPr bwMode="auto">
          <a:xfrm>
            <a:off x="5599389" y="3861648"/>
            <a:ext cx="0" cy="2382542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3" name="Rectangle 38"/>
          <p:cNvSpPr>
            <a:spLocks noChangeArrowheads="1"/>
          </p:cNvSpPr>
          <p:nvPr/>
        </p:nvSpPr>
        <p:spPr bwMode="auto">
          <a:xfrm rot="10800000" flipV="1">
            <a:off x="2554171" y="1176373"/>
            <a:ext cx="865295" cy="317155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>
              <a:defRPr/>
            </a:pPr>
            <a:r>
              <a:rPr lang="en-US" altLang="ko-KR" sz="900" b="1" dirty="0">
                <a:latin typeface="Arial" charset="0"/>
                <a:cs typeface="Arial" charset="0"/>
              </a:rPr>
              <a:t>PA</a:t>
            </a:r>
          </a:p>
          <a:p>
            <a:pPr algn="ctr" defTabSz="914062">
              <a:defRPr/>
            </a:pPr>
            <a:r>
              <a:rPr lang="en-US" altLang="ko-KR" sz="900" b="1" dirty="0">
                <a:latin typeface="Arial" charset="0"/>
                <a:cs typeface="Arial" charset="0"/>
              </a:rPr>
              <a:t>Controller</a:t>
            </a:r>
          </a:p>
        </p:txBody>
      </p:sp>
      <p:sp>
        <p:nvSpPr>
          <p:cNvPr id="4157" name="Rectangle 162"/>
          <p:cNvSpPr>
            <a:spLocks noChangeArrowheads="1"/>
          </p:cNvSpPr>
          <p:nvPr/>
        </p:nvSpPr>
        <p:spPr bwMode="auto">
          <a:xfrm>
            <a:off x="376630" y="1412363"/>
            <a:ext cx="810469" cy="449333"/>
          </a:xfrm>
          <a:prstGeom prst="rect">
            <a:avLst/>
          </a:prstGeom>
          <a:solidFill>
            <a:srgbClr val="FFCC99">
              <a:alpha val="7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r>
              <a:rPr lang="en-US" altLang="ko-KR" sz="700" dirty="0">
                <a:latin typeface="Arial" pitchFamily="34" charset="0"/>
                <a:cs typeface="Arial" pitchFamily="34" charset="0"/>
              </a:rPr>
              <a:t>Audio File CNCS</a:t>
            </a:r>
          </a:p>
          <a:p>
            <a:pPr algn="ctr" defTabSz="914062"/>
            <a:r>
              <a:rPr lang="en-US" altLang="ko-KR" sz="700" dirty="0">
                <a:latin typeface="Arial" pitchFamily="34" charset="0"/>
                <a:cs typeface="Arial" pitchFamily="34" charset="0"/>
              </a:rPr>
              <a:t>(via USB)</a:t>
            </a:r>
            <a:endParaRPr lang="ko-KR" altLang="en-US" sz="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158" name="Rectangle 163"/>
          <p:cNvSpPr>
            <a:spLocks noChangeArrowheads="1"/>
          </p:cNvSpPr>
          <p:nvPr/>
        </p:nvSpPr>
        <p:spPr bwMode="auto">
          <a:xfrm>
            <a:off x="376630" y="2457629"/>
            <a:ext cx="810469" cy="162094"/>
          </a:xfrm>
          <a:prstGeom prst="rect">
            <a:avLst/>
          </a:prstGeom>
          <a:solidFill>
            <a:srgbClr val="FFCC99">
              <a:alpha val="9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r>
              <a:rPr lang="en-US" altLang="ko-KR" sz="700" dirty="0">
                <a:latin typeface="Arial" pitchFamily="34" charset="0"/>
                <a:cs typeface="Arial" pitchFamily="34" charset="0"/>
              </a:rPr>
              <a:t>RS-485 CL</a:t>
            </a:r>
            <a:endParaRPr lang="ko-KR" altLang="en-US" sz="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159" name="Rectangle 166"/>
          <p:cNvSpPr>
            <a:spLocks noChangeArrowheads="1"/>
          </p:cNvSpPr>
          <p:nvPr/>
        </p:nvSpPr>
        <p:spPr bwMode="auto">
          <a:xfrm>
            <a:off x="376630" y="2725799"/>
            <a:ext cx="810469" cy="162094"/>
          </a:xfrm>
          <a:prstGeom prst="rect">
            <a:avLst/>
          </a:prstGeom>
          <a:solidFill>
            <a:srgbClr val="FFCC99">
              <a:alpha val="9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r>
              <a:rPr lang="en-US" altLang="ko-KR" sz="700" dirty="0">
                <a:latin typeface="Arial" pitchFamily="34" charset="0"/>
                <a:cs typeface="Arial" pitchFamily="34" charset="0"/>
              </a:rPr>
              <a:t>Cab On</a:t>
            </a:r>
          </a:p>
        </p:txBody>
      </p:sp>
      <p:sp>
        <p:nvSpPr>
          <p:cNvPr id="4160" name="Rectangle 167"/>
          <p:cNvSpPr>
            <a:spLocks noChangeArrowheads="1"/>
          </p:cNvSpPr>
          <p:nvPr/>
        </p:nvSpPr>
        <p:spPr bwMode="auto">
          <a:xfrm>
            <a:off x="376630" y="2996352"/>
            <a:ext cx="810469" cy="162094"/>
          </a:xfrm>
          <a:prstGeom prst="rect">
            <a:avLst/>
          </a:prstGeom>
          <a:solidFill>
            <a:srgbClr val="FFCC99">
              <a:alpha val="9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r>
              <a:rPr lang="en-US" altLang="ko-KR" sz="700" dirty="0">
                <a:latin typeface="Arial" pitchFamily="34" charset="0"/>
                <a:cs typeface="Arial" pitchFamily="34" charset="0"/>
              </a:rPr>
              <a:t>Door</a:t>
            </a:r>
          </a:p>
        </p:txBody>
      </p:sp>
      <p:sp>
        <p:nvSpPr>
          <p:cNvPr id="4161" name="Rectangle 168"/>
          <p:cNvSpPr>
            <a:spLocks noChangeArrowheads="1"/>
          </p:cNvSpPr>
          <p:nvPr/>
        </p:nvSpPr>
        <p:spPr bwMode="auto">
          <a:xfrm>
            <a:off x="376630" y="4077376"/>
            <a:ext cx="810469" cy="162094"/>
          </a:xfrm>
          <a:prstGeom prst="rect">
            <a:avLst/>
          </a:prstGeom>
          <a:solidFill>
            <a:srgbClr val="FFCC99">
              <a:alpha val="9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r>
              <a:rPr lang="en-US" altLang="ja-JP" sz="700" dirty="0">
                <a:latin typeface="Arial" pitchFamily="34" charset="0"/>
              </a:rPr>
              <a:t>Ether net</a:t>
            </a:r>
            <a:endParaRPr lang="en-US" altLang="ko-KR" sz="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162" name="Rectangle 169"/>
          <p:cNvSpPr>
            <a:spLocks noChangeArrowheads="1"/>
          </p:cNvSpPr>
          <p:nvPr/>
        </p:nvSpPr>
        <p:spPr bwMode="auto">
          <a:xfrm>
            <a:off x="376630" y="3537460"/>
            <a:ext cx="810469" cy="162094"/>
          </a:xfrm>
          <a:prstGeom prst="rect">
            <a:avLst/>
          </a:prstGeom>
          <a:solidFill>
            <a:srgbClr val="FFCC99">
              <a:alpha val="9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r>
              <a:rPr lang="en-US" altLang="ko-KR" sz="700" dirty="0">
                <a:latin typeface="Arial" pitchFamily="34" charset="0"/>
                <a:cs typeface="Arial" pitchFamily="34" charset="0"/>
              </a:rPr>
              <a:t>Intercom Audio</a:t>
            </a:r>
          </a:p>
        </p:txBody>
      </p:sp>
      <p:sp>
        <p:nvSpPr>
          <p:cNvPr id="4163" name="Rectangle 172"/>
          <p:cNvSpPr>
            <a:spLocks noChangeArrowheads="1"/>
          </p:cNvSpPr>
          <p:nvPr/>
        </p:nvSpPr>
        <p:spPr bwMode="auto">
          <a:xfrm>
            <a:off x="376630" y="3808014"/>
            <a:ext cx="810469" cy="162094"/>
          </a:xfrm>
          <a:prstGeom prst="rect">
            <a:avLst/>
          </a:prstGeom>
          <a:solidFill>
            <a:srgbClr val="FFCC99">
              <a:alpha val="9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r>
              <a:rPr lang="en-US" altLang="ko-KR" sz="700" dirty="0">
                <a:latin typeface="Arial" pitchFamily="34" charset="0"/>
                <a:cs typeface="Arial" pitchFamily="34" charset="0"/>
              </a:rPr>
              <a:t>Driver Audio</a:t>
            </a:r>
          </a:p>
        </p:txBody>
      </p:sp>
      <p:sp>
        <p:nvSpPr>
          <p:cNvPr id="4164" name="Line 182"/>
          <p:cNvSpPr>
            <a:spLocks noChangeShapeType="1"/>
          </p:cNvSpPr>
          <p:nvPr/>
        </p:nvSpPr>
        <p:spPr bwMode="auto">
          <a:xfrm flipV="1">
            <a:off x="2485042" y="4749589"/>
            <a:ext cx="0" cy="1235965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65" name="Line 179"/>
          <p:cNvSpPr>
            <a:spLocks noChangeShapeType="1"/>
          </p:cNvSpPr>
          <p:nvPr/>
        </p:nvSpPr>
        <p:spPr bwMode="auto">
          <a:xfrm flipH="1">
            <a:off x="1201402" y="2809230"/>
            <a:ext cx="135157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66" name="Rectangle 132"/>
          <p:cNvSpPr>
            <a:spLocks noChangeArrowheads="1"/>
          </p:cNvSpPr>
          <p:nvPr/>
        </p:nvSpPr>
        <p:spPr bwMode="auto">
          <a:xfrm flipH="1">
            <a:off x="2377774" y="4563658"/>
            <a:ext cx="810469" cy="487473"/>
          </a:xfrm>
          <a:prstGeom prst="rect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 anchor="ctr"/>
          <a:lstStyle/>
          <a:p>
            <a:pPr algn="ctr" defTabSz="914062"/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Line Control</a:t>
            </a:r>
          </a:p>
        </p:txBody>
      </p:sp>
      <p:sp>
        <p:nvSpPr>
          <p:cNvPr id="4167" name="Rectangle 38"/>
          <p:cNvSpPr>
            <a:spLocks noChangeArrowheads="1"/>
          </p:cNvSpPr>
          <p:nvPr/>
        </p:nvSpPr>
        <p:spPr bwMode="auto">
          <a:xfrm rot="10800000" flipV="1">
            <a:off x="4672117" y="6084479"/>
            <a:ext cx="624538" cy="294391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/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ANS</a:t>
            </a:r>
          </a:p>
          <a:p>
            <a:pPr algn="ctr" defTabSz="914062"/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Microphone</a:t>
            </a:r>
          </a:p>
        </p:txBody>
      </p:sp>
      <p:sp>
        <p:nvSpPr>
          <p:cNvPr id="236" name="Rectangle 235"/>
          <p:cNvSpPr/>
          <p:nvPr/>
        </p:nvSpPr>
        <p:spPr bwMode="auto">
          <a:xfrm>
            <a:off x="2940335" y="5375318"/>
            <a:ext cx="171629" cy="1716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68644" tIns="34322" rIns="68644" bIns="34322" anchor="ctr"/>
          <a:lstStyle/>
          <a:p>
            <a:pPr algn="ctr" defTabSz="914062">
              <a:defRPr/>
            </a:pPr>
            <a:endParaRPr lang="en-US" sz="500" b="1" dirty="0">
              <a:latin typeface="Arial" charset="0"/>
              <a:ea typeface="굴림" charset="-127"/>
              <a:cs typeface="Arial" charset="0"/>
            </a:endParaRPr>
          </a:p>
        </p:txBody>
      </p:sp>
      <p:sp>
        <p:nvSpPr>
          <p:cNvPr id="4169" name="TextBox 236"/>
          <p:cNvSpPr txBox="1">
            <a:spLocks noChangeArrowheads="1"/>
          </p:cNvSpPr>
          <p:nvPr/>
        </p:nvSpPr>
        <p:spPr bwMode="auto">
          <a:xfrm>
            <a:off x="2891469" y="5375318"/>
            <a:ext cx="321804" cy="162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600" b="1" dirty="0">
                <a:latin typeface="Arial" pitchFamily="34" charset="0"/>
                <a:cs typeface="Arial" pitchFamily="34" charset="0"/>
              </a:rPr>
              <a:t>TRF</a:t>
            </a:r>
          </a:p>
        </p:txBody>
      </p:sp>
      <p:grpSp>
        <p:nvGrpSpPr>
          <p:cNvPr id="9" name="Group 245"/>
          <p:cNvGrpSpPr>
            <a:grpSpLocks/>
          </p:cNvGrpSpPr>
          <p:nvPr/>
        </p:nvGrpSpPr>
        <p:grpSpPr bwMode="auto">
          <a:xfrm>
            <a:off x="2322949" y="5375322"/>
            <a:ext cx="321804" cy="281938"/>
            <a:chOff x="1990432" y="7416049"/>
            <a:chExt cx="428628" cy="375525"/>
          </a:xfrm>
        </p:grpSpPr>
        <p:sp>
          <p:nvSpPr>
            <p:cNvPr id="244" name="Rectangle 243"/>
            <p:cNvSpPr/>
            <p:nvPr/>
          </p:nvSpPr>
          <p:spPr bwMode="auto">
            <a:xfrm>
              <a:off x="2069808" y="7416049"/>
              <a:ext cx="228602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914062">
                <a:defRPr/>
              </a:pPr>
              <a:endParaRPr lang="en-US" sz="500" b="1" dirty="0">
                <a:latin typeface="Arial" charset="0"/>
                <a:ea typeface="굴림" charset="-127"/>
                <a:cs typeface="Arial" charset="0"/>
              </a:endParaRPr>
            </a:p>
          </p:txBody>
        </p:sp>
        <p:sp>
          <p:nvSpPr>
            <p:cNvPr id="4233" name="TextBox 244"/>
            <p:cNvSpPr txBox="1">
              <a:spLocks noChangeArrowheads="1"/>
            </p:cNvSpPr>
            <p:nvPr/>
          </p:nvSpPr>
          <p:spPr bwMode="auto">
            <a:xfrm>
              <a:off x="1990432" y="7422627"/>
              <a:ext cx="428628" cy="3689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600" b="1" dirty="0">
                  <a:latin typeface="Arial" pitchFamily="34" charset="0"/>
                  <a:cs typeface="Arial" pitchFamily="34" charset="0"/>
                </a:rPr>
                <a:t>TRF</a:t>
              </a:r>
            </a:p>
          </p:txBody>
        </p:sp>
      </p:grpSp>
      <p:cxnSp>
        <p:nvCxnSpPr>
          <p:cNvPr id="4171" name="Straight Connector 249"/>
          <p:cNvCxnSpPr>
            <a:cxnSpLocks noChangeShapeType="1"/>
          </p:cNvCxnSpPr>
          <p:nvPr/>
        </p:nvCxnSpPr>
        <p:spPr bwMode="auto">
          <a:xfrm>
            <a:off x="1048843" y="6753116"/>
            <a:ext cx="2896236" cy="1192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172" name="Straight Connector 250"/>
          <p:cNvCxnSpPr>
            <a:cxnSpLocks noChangeShapeType="1"/>
          </p:cNvCxnSpPr>
          <p:nvPr/>
        </p:nvCxnSpPr>
        <p:spPr bwMode="auto">
          <a:xfrm>
            <a:off x="1048843" y="6790065"/>
            <a:ext cx="2896236" cy="1191"/>
          </a:xfrm>
          <a:prstGeom prst="line">
            <a:avLst/>
          </a:prstGeom>
          <a:noFill/>
          <a:ln w="12700" algn="ctr">
            <a:solidFill>
              <a:srgbClr val="009900"/>
            </a:solidFill>
            <a:round/>
            <a:headEnd/>
            <a:tailEnd/>
          </a:ln>
        </p:spPr>
      </p:cxnSp>
      <p:cxnSp>
        <p:nvCxnSpPr>
          <p:cNvPr id="4173" name="Straight Connector 251"/>
          <p:cNvCxnSpPr>
            <a:cxnSpLocks noChangeShapeType="1"/>
          </p:cNvCxnSpPr>
          <p:nvPr/>
        </p:nvCxnSpPr>
        <p:spPr bwMode="auto">
          <a:xfrm>
            <a:off x="1048843" y="6824628"/>
            <a:ext cx="2896236" cy="1192"/>
          </a:xfrm>
          <a:prstGeom prst="line">
            <a:avLst/>
          </a:prstGeom>
          <a:noFill/>
          <a:ln w="12700" algn="ctr">
            <a:solidFill>
              <a:srgbClr val="996633"/>
            </a:solidFill>
            <a:round/>
            <a:headEnd/>
            <a:tailEnd/>
          </a:ln>
        </p:spPr>
      </p:cxnSp>
      <p:cxnSp>
        <p:nvCxnSpPr>
          <p:cNvPr id="4174" name="Straight Connector 255"/>
          <p:cNvCxnSpPr>
            <a:cxnSpLocks noChangeShapeType="1"/>
          </p:cNvCxnSpPr>
          <p:nvPr/>
        </p:nvCxnSpPr>
        <p:spPr bwMode="auto">
          <a:xfrm rot="5400000">
            <a:off x="2371219" y="6648828"/>
            <a:ext cx="214536" cy="119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175" name="Straight Connector 256"/>
          <p:cNvCxnSpPr>
            <a:cxnSpLocks noChangeShapeType="1"/>
          </p:cNvCxnSpPr>
          <p:nvPr/>
        </p:nvCxnSpPr>
        <p:spPr bwMode="auto">
          <a:xfrm rot="5400000">
            <a:off x="2917094" y="6677433"/>
            <a:ext cx="214536" cy="1191"/>
          </a:xfrm>
          <a:prstGeom prst="line">
            <a:avLst/>
          </a:prstGeom>
          <a:noFill/>
          <a:ln w="9525" algn="ctr">
            <a:solidFill>
              <a:srgbClr val="009900"/>
            </a:solidFill>
            <a:round/>
            <a:headEnd/>
            <a:tailEnd/>
          </a:ln>
        </p:spPr>
      </p:cxnSp>
      <p:cxnSp>
        <p:nvCxnSpPr>
          <p:cNvPr id="4176" name="Straight Connector 257"/>
          <p:cNvCxnSpPr>
            <a:cxnSpLocks noChangeShapeType="1"/>
          </p:cNvCxnSpPr>
          <p:nvPr/>
        </p:nvCxnSpPr>
        <p:spPr bwMode="auto">
          <a:xfrm rot="5400000">
            <a:off x="3459393" y="6717956"/>
            <a:ext cx="214536" cy="1192"/>
          </a:xfrm>
          <a:prstGeom prst="line">
            <a:avLst/>
          </a:prstGeom>
          <a:noFill/>
          <a:ln w="9525" algn="ctr">
            <a:solidFill>
              <a:srgbClr val="996633"/>
            </a:solidFill>
            <a:round/>
            <a:headEnd/>
            <a:tailEnd/>
          </a:ln>
        </p:spPr>
      </p:cxnSp>
      <p:sp>
        <p:nvSpPr>
          <p:cNvPr id="4177" name="Left-Right Arrow 101"/>
          <p:cNvSpPr>
            <a:spLocks noChangeArrowheads="1"/>
          </p:cNvSpPr>
          <p:nvPr/>
        </p:nvSpPr>
        <p:spPr bwMode="auto">
          <a:xfrm rot="5400000">
            <a:off x="2074444" y="6042168"/>
            <a:ext cx="816429" cy="393316"/>
          </a:xfrm>
          <a:prstGeom prst="leftRightArrow">
            <a:avLst>
              <a:gd name="adj1" fmla="val 50000"/>
              <a:gd name="adj2" fmla="val 33462"/>
            </a:avLst>
          </a:prstGeom>
          <a:solidFill>
            <a:schemeClr val="bg1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 anchor="ctr"/>
          <a:lstStyle/>
          <a:p>
            <a:pPr algn="ctr" defTabSz="914062"/>
            <a:r>
              <a:rPr lang="en-US" altLang="ko-KR" sz="700" b="1" dirty="0">
                <a:latin typeface="Arial" pitchFamily="34" charset="0"/>
                <a:cs typeface="Arial" pitchFamily="34" charset="0"/>
              </a:rPr>
              <a:t>PA audio TL</a:t>
            </a:r>
          </a:p>
        </p:txBody>
      </p:sp>
      <p:sp>
        <p:nvSpPr>
          <p:cNvPr id="4178" name="Left-Right Arrow 101"/>
          <p:cNvSpPr>
            <a:spLocks noChangeArrowheads="1"/>
          </p:cNvSpPr>
          <p:nvPr/>
        </p:nvSpPr>
        <p:spPr bwMode="auto">
          <a:xfrm rot="5400000">
            <a:off x="2617339" y="5999857"/>
            <a:ext cx="816428" cy="432647"/>
          </a:xfrm>
          <a:prstGeom prst="leftRightArrow">
            <a:avLst>
              <a:gd name="adj1" fmla="val 50000"/>
              <a:gd name="adj2" fmla="val 43857"/>
            </a:avLst>
          </a:prstGeom>
          <a:solidFill>
            <a:schemeClr val="bg1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 anchor="ctr"/>
          <a:lstStyle/>
          <a:p>
            <a:pPr algn="ctr" defTabSz="914062"/>
            <a:r>
              <a:rPr lang="en-US" altLang="ko-KR" sz="700" b="1" dirty="0">
                <a:latin typeface="Arial" pitchFamily="34" charset="0"/>
                <a:cs typeface="Arial" pitchFamily="34" charset="0"/>
              </a:rPr>
              <a:t>Intercom</a:t>
            </a:r>
            <a:r>
              <a:rPr lang="en-US" altLang="ko-KR" sz="7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700" b="1" dirty="0">
                <a:latin typeface="Arial" pitchFamily="34" charset="0"/>
                <a:cs typeface="Arial" pitchFamily="34" charset="0"/>
              </a:rPr>
              <a:t>TL</a:t>
            </a:r>
          </a:p>
        </p:txBody>
      </p:sp>
      <p:sp>
        <p:nvSpPr>
          <p:cNvPr id="4179" name="Left-Right Arrow 101"/>
          <p:cNvSpPr>
            <a:spLocks noChangeArrowheads="1"/>
          </p:cNvSpPr>
          <p:nvPr/>
        </p:nvSpPr>
        <p:spPr bwMode="auto">
          <a:xfrm rot="5400000">
            <a:off x="3159042" y="6021906"/>
            <a:ext cx="816429" cy="433839"/>
          </a:xfrm>
          <a:prstGeom prst="leftRightArrow">
            <a:avLst>
              <a:gd name="adj1" fmla="val 50000"/>
              <a:gd name="adj2" fmla="val 44459"/>
            </a:avLst>
          </a:prstGeom>
          <a:solidFill>
            <a:schemeClr val="bg1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 anchor="ctr"/>
          <a:lstStyle/>
          <a:p>
            <a:pPr algn="ctr" defTabSz="914062"/>
            <a:r>
              <a:rPr lang="en-US" altLang="ja-JP" sz="700" b="1" dirty="0">
                <a:latin typeface="Arial" pitchFamily="34" charset="0"/>
              </a:rPr>
              <a:t>Ether net</a:t>
            </a:r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 defTabSz="914062"/>
            <a:r>
              <a:rPr lang="en-US" altLang="ko-KR" sz="700" b="1" dirty="0">
                <a:latin typeface="Arial" pitchFamily="34" charset="0"/>
                <a:cs typeface="Arial" pitchFamily="34" charset="0"/>
              </a:rPr>
              <a:t> TL</a:t>
            </a:r>
          </a:p>
        </p:txBody>
      </p:sp>
      <p:sp>
        <p:nvSpPr>
          <p:cNvPr id="4180" name="TextBox 262"/>
          <p:cNvSpPr txBox="1">
            <a:spLocks noChangeArrowheads="1"/>
          </p:cNvSpPr>
          <p:nvPr/>
        </p:nvSpPr>
        <p:spPr bwMode="auto">
          <a:xfrm>
            <a:off x="3948654" y="6642273"/>
            <a:ext cx="858144" cy="23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1100" dirty="0" err="1">
                <a:latin typeface="Arial" pitchFamily="34" charset="0"/>
                <a:cs typeface="Arial" pitchFamily="34" charset="0"/>
              </a:rPr>
              <a:t>Trainlines</a:t>
            </a:r>
            <a:endParaRPr lang="en-US" altLang="ko-K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55" name="Rectangle 254"/>
          <p:cNvSpPr/>
          <p:nvPr/>
        </p:nvSpPr>
        <p:spPr bwMode="auto">
          <a:xfrm>
            <a:off x="4539820" y="3699554"/>
            <a:ext cx="756835" cy="3241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68644" tIns="34322" rIns="68644" bIns="34322" anchor="ctr"/>
          <a:lstStyle/>
          <a:p>
            <a:pPr algn="ctr" defTabSz="914062">
              <a:defRPr/>
            </a:pPr>
            <a:endParaRPr lang="en-US" sz="500" b="1" dirty="0">
              <a:latin typeface="Arial" charset="0"/>
              <a:ea typeface="굴림" charset="-127"/>
              <a:cs typeface="Arial" charset="0"/>
            </a:endParaRPr>
          </a:p>
        </p:txBody>
      </p:sp>
      <p:sp>
        <p:nvSpPr>
          <p:cNvPr id="4182" name="TextBox 234"/>
          <p:cNvSpPr txBox="1">
            <a:spLocks noChangeArrowheads="1"/>
          </p:cNvSpPr>
          <p:nvPr/>
        </p:nvSpPr>
        <p:spPr bwMode="auto">
          <a:xfrm>
            <a:off x="4585111" y="3735310"/>
            <a:ext cx="756835" cy="253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600" b="1" dirty="0">
                <a:latin typeface="Arial" pitchFamily="34" charset="0"/>
                <a:cs typeface="Arial" pitchFamily="34" charset="0"/>
              </a:rPr>
              <a:t>ANS Controller</a:t>
            </a:r>
          </a:p>
          <a:p>
            <a:r>
              <a:rPr lang="en-US" altLang="ko-KR" sz="600" b="1" dirty="0">
                <a:latin typeface="Arial" pitchFamily="34" charset="0"/>
                <a:cs typeface="Arial" pitchFamily="34" charset="0"/>
              </a:rPr>
              <a:t>MCU</a:t>
            </a:r>
          </a:p>
        </p:txBody>
      </p:sp>
      <p:sp>
        <p:nvSpPr>
          <p:cNvPr id="4183" name="TextBox 257"/>
          <p:cNvSpPr txBox="1">
            <a:spLocks noChangeArrowheads="1"/>
          </p:cNvSpPr>
          <p:nvPr/>
        </p:nvSpPr>
        <p:spPr bwMode="auto">
          <a:xfrm>
            <a:off x="3403971" y="2905771"/>
            <a:ext cx="697242" cy="161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6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sz="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500" dirty="0">
                <a:latin typeface="Arial" pitchFamily="34" charset="0"/>
                <a:cs typeface="Arial" pitchFamily="34" charset="0"/>
              </a:rPr>
              <a:t>2</a:t>
            </a:r>
            <a:r>
              <a:rPr lang="en-US" altLang="ko-KR" sz="600" dirty="0">
                <a:latin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4184" name="Line 330"/>
          <p:cNvSpPr>
            <a:spLocks noChangeShapeType="1"/>
          </p:cNvSpPr>
          <p:nvPr/>
        </p:nvSpPr>
        <p:spPr bwMode="auto">
          <a:xfrm flipH="1">
            <a:off x="5950990" y="2171581"/>
            <a:ext cx="589974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85" name="Line 330"/>
          <p:cNvSpPr>
            <a:spLocks noChangeShapeType="1"/>
          </p:cNvSpPr>
          <p:nvPr/>
        </p:nvSpPr>
        <p:spPr bwMode="auto">
          <a:xfrm flipH="1">
            <a:off x="5873518" y="3113155"/>
            <a:ext cx="648375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86" name="Line 56"/>
          <p:cNvSpPr>
            <a:spLocks noChangeShapeType="1"/>
          </p:cNvSpPr>
          <p:nvPr/>
        </p:nvSpPr>
        <p:spPr bwMode="auto">
          <a:xfrm flipH="1" flipV="1">
            <a:off x="6517126" y="3103620"/>
            <a:ext cx="0" cy="343258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87" name="Rectangle 162"/>
          <p:cNvSpPr>
            <a:spLocks noChangeArrowheads="1"/>
          </p:cNvSpPr>
          <p:nvPr/>
        </p:nvSpPr>
        <p:spPr bwMode="auto">
          <a:xfrm>
            <a:off x="2730567" y="3970108"/>
            <a:ext cx="686515" cy="26936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r>
              <a:rPr lang="en-US" altLang="ja-JP" sz="700" dirty="0">
                <a:latin typeface="Arial" pitchFamily="34" charset="0"/>
              </a:rPr>
              <a:t>Ether net VoIP </a:t>
            </a:r>
          </a:p>
          <a:p>
            <a:pPr algn="ctr"/>
            <a:r>
              <a:rPr lang="en-US" altLang="ja-JP" sz="700" dirty="0">
                <a:latin typeface="Arial" pitchFamily="34" charset="0"/>
              </a:rPr>
              <a:t>Control</a:t>
            </a:r>
            <a:r>
              <a:rPr lang="en-US" altLang="ja-JP" sz="700" b="1" dirty="0"/>
              <a:t> </a:t>
            </a:r>
            <a:r>
              <a:rPr lang="en-US" altLang="ko-KR" sz="700" dirty="0">
                <a:latin typeface="Arial" pitchFamily="34" charset="0"/>
                <a:cs typeface="Arial" pitchFamily="34" charset="0"/>
              </a:rPr>
              <a:t>UNIT</a:t>
            </a:r>
            <a:endParaRPr lang="ko-KR" altLang="en-US" sz="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188" name="Line 179"/>
          <p:cNvSpPr>
            <a:spLocks noChangeShapeType="1"/>
          </p:cNvSpPr>
          <p:nvPr/>
        </p:nvSpPr>
        <p:spPr bwMode="auto">
          <a:xfrm flipH="1" flipV="1">
            <a:off x="5188195" y="2293151"/>
            <a:ext cx="0" cy="1082215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89" name="Line 179"/>
          <p:cNvSpPr>
            <a:spLocks noChangeShapeType="1"/>
          </p:cNvSpPr>
          <p:nvPr/>
        </p:nvSpPr>
        <p:spPr bwMode="auto">
          <a:xfrm flipH="1">
            <a:off x="5188196" y="2293151"/>
            <a:ext cx="108459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90" name="Line 179"/>
          <p:cNvSpPr>
            <a:spLocks noChangeShapeType="1"/>
          </p:cNvSpPr>
          <p:nvPr/>
        </p:nvSpPr>
        <p:spPr bwMode="auto">
          <a:xfrm flipH="1">
            <a:off x="5188196" y="3375366"/>
            <a:ext cx="108459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91" name="Line 174"/>
          <p:cNvSpPr>
            <a:spLocks noChangeShapeType="1"/>
          </p:cNvSpPr>
          <p:nvPr/>
        </p:nvSpPr>
        <p:spPr bwMode="auto">
          <a:xfrm flipH="1" flipV="1">
            <a:off x="5026102" y="2185883"/>
            <a:ext cx="0" cy="1350385"/>
          </a:xfrm>
          <a:prstGeom prst="line">
            <a:avLst/>
          </a:prstGeom>
          <a:noFill/>
          <a:ln w="19050">
            <a:solidFill>
              <a:srgbClr val="BFBFBF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92" name="Line 174"/>
          <p:cNvSpPr>
            <a:spLocks noChangeShapeType="1"/>
          </p:cNvSpPr>
          <p:nvPr/>
        </p:nvSpPr>
        <p:spPr bwMode="auto">
          <a:xfrm flipH="1">
            <a:off x="5026102" y="2942719"/>
            <a:ext cx="864103" cy="0"/>
          </a:xfrm>
          <a:prstGeom prst="line">
            <a:avLst/>
          </a:prstGeom>
          <a:noFill/>
          <a:ln w="19050">
            <a:solidFill>
              <a:srgbClr val="BFBFBF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93" name="Line 174"/>
          <p:cNvSpPr>
            <a:spLocks noChangeShapeType="1"/>
          </p:cNvSpPr>
          <p:nvPr/>
        </p:nvSpPr>
        <p:spPr bwMode="auto">
          <a:xfrm flipH="1">
            <a:off x="5026102" y="2185883"/>
            <a:ext cx="270553" cy="0"/>
          </a:xfrm>
          <a:prstGeom prst="line">
            <a:avLst/>
          </a:prstGeom>
          <a:noFill/>
          <a:ln w="19050">
            <a:solidFill>
              <a:srgbClr val="BFBFBF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94" name="Line 155"/>
          <p:cNvSpPr>
            <a:spLocks noChangeShapeType="1"/>
          </p:cNvSpPr>
          <p:nvPr/>
        </p:nvSpPr>
        <p:spPr bwMode="auto">
          <a:xfrm>
            <a:off x="1194250" y="3349145"/>
            <a:ext cx="135157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95" name="Line 155"/>
          <p:cNvSpPr>
            <a:spLocks noChangeShapeType="1"/>
          </p:cNvSpPr>
          <p:nvPr/>
        </p:nvSpPr>
        <p:spPr bwMode="auto">
          <a:xfrm>
            <a:off x="1200210" y="3626850"/>
            <a:ext cx="135157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96" name="Line 155"/>
          <p:cNvSpPr>
            <a:spLocks noChangeShapeType="1"/>
          </p:cNvSpPr>
          <p:nvPr/>
        </p:nvSpPr>
        <p:spPr bwMode="auto">
          <a:xfrm>
            <a:off x="1194250" y="2542252"/>
            <a:ext cx="135157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97" name="Line 155"/>
          <p:cNvSpPr>
            <a:spLocks noChangeShapeType="1"/>
          </p:cNvSpPr>
          <p:nvPr/>
        </p:nvSpPr>
        <p:spPr bwMode="auto">
          <a:xfrm>
            <a:off x="1187099" y="3895020"/>
            <a:ext cx="135157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198" name="Line 155"/>
          <p:cNvSpPr>
            <a:spLocks noChangeShapeType="1"/>
          </p:cNvSpPr>
          <p:nvPr/>
        </p:nvSpPr>
        <p:spPr bwMode="auto">
          <a:xfrm>
            <a:off x="1187099" y="4157230"/>
            <a:ext cx="135157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276" name="Rounded Rectangle 296"/>
          <p:cNvSpPr/>
          <p:nvPr/>
        </p:nvSpPr>
        <p:spPr bwMode="auto">
          <a:xfrm>
            <a:off x="6377678" y="5983170"/>
            <a:ext cx="1072680" cy="482706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lIns="68644" tIns="34322" rIns="68644" bIns="34322"/>
          <a:lstStyle/>
          <a:p>
            <a:pPr defTabSz="914062">
              <a:defRPr/>
            </a:pPr>
            <a:endParaRPr lang="en-US" dirty="0">
              <a:latin typeface="굴림" charset="-127"/>
              <a:ea typeface="굴림" charset="-127"/>
            </a:endParaRPr>
          </a:p>
        </p:txBody>
      </p:sp>
      <p:grpSp>
        <p:nvGrpSpPr>
          <p:cNvPr id="10" name="Group 269"/>
          <p:cNvGrpSpPr>
            <a:grpSpLocks/>
          </p:cNvGrpSpPr>
          <p:nvPr/>
        </p:nvGrpSpPr>
        <p:grpSpPr bwMode="auto">
          <a:xfrm>
            <a:off x="7139281" y="6172677"/>
            <a:ext cx="215728" cy="108459"/>
            <a:chOff x="7943599" y="8062765"/>
            <a:chExt cx="287337" cy="144463"/>
          </a:xfrm>
        </p:grpSpPr>
        <p:sp>
          <p:nvSpPr>
            <p:cNvPr id="4230" name="Rectangle 182"/>
            <p:cNvSpPr>
              <a:spLocks noChangeArrowheads="1"/>
            </p:cNvSpPr>
            <p:nvPr/>
          </p:nvSpPr>
          <p:spPr bwMode="auto">
            <a:xfrm>
              <a:off x="7943599" y="8062765"/>
              <a:ext cx="215900" cy="1444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ko-KR"/>
            </a:p>
          </p:txBody>
        </p:sp>
        <p:sp>
          <p:nvSpPr>
            <p:cNvPr id="4231" name="Rectangle 183"/>
            <p:cNvSpPr>
              <a:spLocks noChangeArrowheads="1"/>
            </p:cNvSpPr>
            <p:nvPr/>
          </p:nvSpPr>
          <p:spPr bwMode="auto">
            <a:xfrm>
              <a:off x="8159499" y="8062765"/>
              <a:ext cx="71437" cy="144463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ko-KR"/>
            </a:p>
          </p:txBody>
        </p:sp>
      </p:grpSp>
      <p:sp>
        <p:nvSpPr>
          <p:cNvPr id="4201" name="Rectangle 38"/>
          <p:cNvSpPr>
            <a:spLocks noChangeArrowheads="1"/>
          </p:cNvSpPr>
          <p:nvPr/>
        </p:nvSpPr>
        <p:spPr bwMode="auto">
          <a:xfrm rot="10800000" flipV="1">
            <a:off x="6514742" y="6078520"/>
            <a:ext cx="624538" cy="294391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/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ANS</a:t>
            </a:r>
          </a:p>
          <a:p>
            <a:pPr algn="ctr" defTabSz="914062"/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Microphone</a:t>
            </a:r>
          </a:p>
        </p:txBody>
      </p:sp>
      <p:grpSp>
        <p:nvGrpSpPr>
          <p:cNvPr id="11" name="Group 269"/>
          <p:cNvGrpSpPr>
            <a:grpSpLocks/>
          </p:cNvGrpSpPr>
          <p:nvPr/>
        </p:nvGrpSpPr>
        <p:grpSpPr bwMode="auto">
          <a:xfrm rot="10800000">
            <a:off x="4457581" y="6178637"/>
            <a:ext cx="215728" cy="108460"/>
            <a:chOff x="7943599" y="8062765"/>
            <a:chExt cx="287337" cy="144463"/>
          </a:xfrm>
        </p:grpSpPr>
        <p:sp>
          <p:nvSpPr>
            <p:cNvPr id="4228" name="Rectangle 182"/>
            <p:cNvSpPr>
              <a:spLocks noChangeArrowheads="1"/>
            </p:cNvSpPr>
            <p:nvPr/>
          </p:nvSpPr>
          <p:spPr bwMode="auto">
            <a:xfrm>
              <a:off x="7943599" y="8062765"/>
              <a:ext cx="215900" cy="1444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ko-KR"/>
            </a:p>
          </p:txBody>
        </p:sp>
        <p:sp>
          <p:nvSpPr>
            <p:cNvPr id="4229" name="Rectangle 183"/>
            <p:cNvSpPr>
              <a:spLocks noChangeArrowheads="1"/>
            </p:cNvSpPr>
            <p:nvPr/>
          </p:nvSpPr>
          <p:spPr bwMode="auto">
            <a:xfrm>
              <a:off x="8159499" y="8062765"/>
              <a:ext cx="71437" cy="144463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ko-KR"/>
            </a:p>
          </p:txBody>
        </p:sp>
      </p:grpSp>
      <p:sp>
        <p:nvSpPr>
          <p:cNvPr id="4203" name="Line 148"/>
          <p:cNvSpPr>
            <a:spLocks noChangeShapeType="1"/>
          </p:cNvSpPr>
          <p:nvPr/>
        </p:nvSpPr>
        <p:spPr bwMode="auto">
          <a:xfrm>
            <a:off x="5289503" y="6240613"/>
            <a:ext cx="1244309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204" name="Rectangle 172"/>
          <p:cNvSpPr>
            <a:spLocks noChangeArrowheads="1"/>
          </p:cNvSpPr>
          <p:nvPr/>
        </p:nvSpPr>
        <p:spPr bwMode="auto">
          <a:xfrm>
            <a:off x="376630" y="3266906"/>
            <a:ext cx="810469" cy="162094"/>
          </a:xfrm>
          <a:prstGeom prst="rect">
            <a:avLst/>
          </a:prstGeom>
          <a:solidFill>
            <a:srgbClr val="FFCC99">
              <a:alpha val="9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r>
              <a:rPr lang="en-US" altLang="ko-KR" sz="700" dirty="0">
                <a:latin typeface="Arial" pitchFamily="34" charset="0"/>
                <a:cs typeface="Arial" pitchFamily="34" charset="0"/>
              </a:rPr>
              <a:t>Conductor Audio</a:t>
            </a:r>
          </a:p>
        </p:txBody>
      </p:sp>
      <p:sp>
        <p:nvSpPr>
          <p:cNvPr id="135" name="Rectangle 132"/>
          <p:cNvSpPr>
            <a:spLocks noChangeArrowheads="1"/>
          </p:cNvSpPr>
          <p:nvPr/>
        </p:nvSpPr>
        <p:spPr bwMode="auto">
          <a:xfrm flipH="1">
            <a:off x="3746037" y="1588759"/>
            <a:ext cx="810469" cy="487473"/>
          </a:xfrm>
          <a:prstGeom prst="rect">
            <a:avLst/>
          </a:prstGeom>
          <a:solidFill>
            <a:srgbClr val="D9D9D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 anchor="ctr"/>
          <a:lstStyle/>
          <a:p>
            <a:pPr algn="ctr" defTabSz="914062">
              <a:defRPr/>
            </a:pPr>
            <a:r>
              <a:rPr lang="en-US" altLang="ko-KR" sz="900" b="1" dirty="0">
                <a:latin typeface="+mn-ea"/>
              </a:rPr>
              <a:t>Recording</a:t>
            </a:r>
          </a:p>
          <a:p>
            <a:pPr algn="ctr" defTabSz="914062">
              <a:defRPr/>
            </a:pPr>
            <a:r>
              <a:rPr lang="en-US" altLang="ko-KR" sz="900" b="1" dirty="0">
                <a:latin typeface="+mn-ea"/>
                <a:cs typeface="Arial" charset="0"/>
              </a:rPr>
              <a:t> Control</a:t>
            </a:r>
          </a:p>
        </p:txBody>
      </p:sp>
      <p:sp>
        <p:nvSpPr>
          <p:cNvPr id="4206" name="Line 155"/>
          <p:cNvSpPr>
            <a:spLocks noChangeShapeType="1"/>
          </p:cNvSpPr>
          <p:nvPr/>
        </p:nvSpPr>
        <p:spPr bwMode="auto">
          <a:xfrm>
            <a:off x="3419465" y="1827132"/>
            <a:ext cx="324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207" name="Line 109"/>
          <p:cNvSpPr>
            <a:spLocks noChangeShapeType="1"/>
          </p:cNvSpPr>
          <p:nvPr/>
        </p:nvSpPr>
        <p:spPr bwMode="auto">
          <a:xfrm>
            <a:off x="1196634" y="1644776"/>
            <a:ext cx="36947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208" name="Line 112"/>
          <p:cNvSpPr>
            <a:spLocks noChangeShapeType="1"/>
          </p:cNvSpPr>
          <p:nvPr/>
        </p:nvSpPr>
        <p:spPr bwMode="auto">
          <a:xfrm flipV="1">
            <a:off x="1404019" y="834307"/>
            <a:ext cx="0" cy="81046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209" name="Line 109"/>
          <p:cNvSpPr>
            <a:spLocks noChangeShapeType="1"/>
          </p:cNvSpPr>
          <p:nvPr/>
        </p:nvSpPr>
        <p:spPr bwMode="auto">
          <a:xfrm>
            <a:off x="1404019" y="834307"/>
            <a:ext cx="270315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210" name="Line 112"/>
          <p:cNvSpPr>
            <a:spLocks noChangeShapeType="1"/>
          </p:cNvSpPr>
          <p:nvPr/>
        </p:nvSpPr>
        <p:spPr bwMode="auto">
          <a:xfrm flipV="1">
            <a:off x="4107172" y="834307"/>
            <a:ext cx="0" cy="75683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45" name="Rectangle 38"/>
          <p:cNvSpPr>
            <a:spLocks noChangeArrowheads="1"/>
          </p:cNvSpPr>
          <p:nvPr/>
        </p:nvSpPr>
        <p:spPr bwMode="auto">
          <a:xfrm rot="10800000" flipV="1">
            <a:off x="5567209" y="6294248"/>
            <a:ext cx="486282" cy="18950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27" tIns="45713" rIns="91427" bIns="45713" anchor="ctr"/>
          <a:lstStyle/>
          <a:p>
            <a:pPr>
              <a:defRPr/>
            </a:pPr>
            <a:r>
              <a:rPr lang="en-US" altLang="ko-KR" sz="600" b="1" dirty="0">
                <a:latin typeface="Arial" charset="0"/>
                <a:ea typeface="굴림" charset="-127"/>
                <a:cs typeface="Arial" charset="0"/>
              </a:rPr>
              <a:t>DC37.5V</a:t>
            </a:r>
          </a:p>
        </p:txBody>
      </p:sp>
      <p:sp>
        <p:nvSpPr>
          <p:cNvPr id="4212" name="Line 56"/>
          <p:cNvSpPr>
            <a:spLocks noChangeShapeType="1"/>
          </p:cNvSpPr>
          <p:nvPr/>
        </p:nvSpPr>
        <p:spPr bwMode="auto">
          <a:xfrm flipH="1" flipV="1">
            <a:off x="6701866" y="1591143"/>
            <a:ext cx="0" cy="3892636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213" name="AutoShape 6"/>
          <p:cNvSpPr>
            <a:spLocks noChangeArrowheads="1"/>
          </p:cNvSpPr>
          <p:nvPr/>
        </p:nvSpPr>
        <p:spPr bwMode="auto">
          <a:xfrm>
            <a:off x="3653071" y="2832270"/>
            <a:ext cx="1330123" cy="195870"/>
          </a:xfrm>
          <a:prstGeom prst="flowChartAlternateProcess">
            <a:avLst/>
          </a:prstGeom>
          <a:solidFill>
            <a:schemeClr val="hlink">
              <a:alpha val="47842"/>
            </a:schemeClr>
          </a:solidFill>
          <a:ln w="25400" algn="ctr">
            <a:noFill/>
            <a:miter lim="800000"/>
            <a:headEnd/>
            <a:tailEnd/>
          </a:ln>
        </p:spPr>
        <p:txBody>
          <a:bodyPr lIns="68644" tIns="34322" rIns="68644" bIns="34322" anchor="ctr">
            <a:spAutoFit/>
          </a:bodyPr>
          <a:lstStyle/>
          <a:p>
            <a:pPr marL="257415" indent="-257415"/>
            <a:r>
              <a:rPr lang="en-US" altLang="ko-KR" sz="700" dirty="0"/>
              <a:t>I²C (Inter-Integrated Circuit)</a:t>
            </a:r>
          </a:p>
        </p:txBody>
      </p:sp>
      <p:sp>
        <p:nvSpPr>
          <p:cNvPr id="4214" name="Line 330"/>
          <p:cNvSpPr>
            <a:spLocks noChangeShapeType="1"/>
          </p:cNvSpPr>
          <p:nvPr/>
        </p:nvSpPr>
        <p:spPr bwMode="auto">
          <a:xfrm>
            <a:off x="6531429" y="4500488"/>
            <a:ext cx="46006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215" name="Line 109"/>
          <p:cNvSpPr>
            <a:spLocks noChangeShapeType="1"/>
          </p:cNvSpPr>
          <p:nvPr/>
        </p:nvSpPr>
        <p:spPr bwMode="auto">
          <a:xfrm>
            <a:off x="5567209" y="6519510"/>
            <a:ext cx="64837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216" name="Rectangle 163"/>
          <p:cNvSpPr>
            <a:spLocks noChangeArrowheads="1"/>
          </p:cNvSpPr>
          <p:nvPr/>
        </p:nvSpPr>
        <p:spPr bwMode="auto">
          <a:xfrm>
            <a:off x="376630" y="2185883"/>
            <a:ext cx="810469" cy="162094"/>
          </a:xfrm>
          <a:prstGeom prst="rect">
            <a:avLst/>
          </a:prstGeom>
          <a:solidFill>
            <a:srgbClr val="FFCC99">
              <a:alpha val="9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r>
              <a:rPr lang="en-US" altLang="ko-KR" sz="700" dirty="0">
                <a:latin typeface="Arial" pitchFamily="34" charset="0"/>
                <a:cs typeface="Arial" pitchFamily="34" charset="0"/>
              </a:rPr>
              <a:t>VOIP Audio</a:t>
            </a:r>
            <a:endParaRPr lang="ko-KR" altLang="en-US" sz="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217" name="Line 155"/>
          <p:cNvSpPr>
            <a:spLocks noChangeShapeType="1"/>
          </p:cNvSpPr>
          <p:nvPr/>
        </p:nvSpPr>
        <p:spPr bwMode="auto">
          <a:xfrm>
            <a:off x="1187099" y="2283616"/>
            <a:ext cx="135157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218" name="Line 56"/>
          <p:cNvSpPr>
            <a:spLocks noChangeShapeType="1"/>
          </p:cNvSpPr>
          <p:nvPr/>
        </p:nvSpPr>
        <p:spPr bwMode="auto">
          <a:xfrm flipH="1" flipV="1">
            <a:off x="7275153" y="1374222"/>
            <a:ext cx="11919" cy="3784176"/>
          </a:xfrm>
          <a:prstGeom prst="line">
            <a:avLst/>
          </a:prstGeom>
          <a:noFill/>
          <a:ln w="22225">
            <a:solidFill>
              <a:srgbClr val="00B0F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" name="Rectangle 38"/>
          <p:cNvSpPr>
            <a:spLocks noChangeArrowheads="1"/>
          </p:cNvSpPr>
          <p:nvPr/>
        </p:nvSpPr>
        <p:spPr bwMode="auto">
          <a:xfrm rot="10800000" flipV="1">
            <a:off x="6972420" y="1375414"/>
            <a:ext cx="703201" cy="432648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>
              <a:defRPr/>
            </a:pPr>
            <a:r>
              <a:rPr lang="en-US" altLang="ko-KR" sz="900" dirty="0">
                <a:latin typeface="Arial" pitchFamily="34" charset="0"/>
                <a:ea typeface="굴림" charset="-127"/>
                <a:cs typeface="Arial" pitchFamily="34" charset="0"/>
              </a:rPr>
              <a:t>Power AMP</a:t>
            </a:r>
          </a:p>
          <a:p>
            <a:pPr algn="ctr" defTabSz="914062">
              <a:defRPr/>
            </a:pPr>
            <a:r>
              <a:rPr lang="en-US" altLang="ko-KR" sz="900" dirty="0">
                <a:latin typeface="Arial" pitchFamily="34" charset="0"/>
                <a:ea typeface="굴림" charset="-127"/>
                <a:cs typeface="Arial" pitchFamily="34" charset="0"/>
              </a:rPr>
              <a:t>Channel 1</a:t>
            </a:r>
          </a:p>
        </p:txBody>
      </p:sp>
      <p:sp>
        <p:nvSpPr>
          <p:cNvPr id="2" name="Rectangle 38"/>
          <p:cNvSpPr>
            <a:spLocks noChangeArrowheads="1"/>
          </p:cNvSpPr>
          <p:nvPr/>
        </p:nvSpPr>
        <p:spPr bwMode="auto">
          <a:xfrm rot="10800000" flipV="1">
            <a:off x="6972420" y="2302686"/>
            <a:ext cx="703201" cy="42430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>
              <a:defRPr/>
            </a:pPr>
            <a:r>
              <a:rPr lang="en-US" altLang="ko-KR" sz="900" dirty="0">
                <a:latin typeface="Arial" pitchFamily="34" charset="0"/>
                <a:ea typeface="굴림" charset="-127"/>
                <a:cs typeface="Arial" pitchFamily="34" charset="0"/>
              </a:rPr>
              <a:t>Power AMP</a:t>
            </a:r>
          </a:p>
          <a:p>
            <a:pPr algn="ctr" defTabSz="914062">
              <a:defRPr/>
            </a:pPr>
            <a:r>
              <a:rPr lang="en-US" altLang="ko-KR" sz="900" dirty="0">
                <a:latin typeface="Arial" pitchFamily="34" charset="0"/>
                <a:ea typeface="굴림" charset="-127"/>
                <a:cs typeface="Arial" pitchFamily="34" charset="0"/>
              </a:rPr>
              <a:t>Channel 2</a:t>
            </a:r>
          </a:p>
        </p:txBody>
      </p:sp>
      <p:sp>
        <p:nvSpPr>
          <p:cNvPr id="4221" name="Rectangle 38"/>
          <p:cNvSpPr>
            <a:spLocks noChangeArrowheads="1"/>
          </p:cNvSpPr>
          <p:nvPr/>
        </p:nvSpPr>
        <p:spPr bwMode="auto">
          <a:xfrm rot="10800000" flipV="1">
            <a:off x="6972419" y="3375366"/>
            <a:ext cx="688899" cy="432648"/>
          </a:xfrm>
          <a:prstGeom prst="rect">
            <a:avLst/>
          </a:prstGeom>
          <a:solidFill>
            <a:srgbClr val="FFC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/>
            <a:r>
              <a:rPr lang="en-US" altLang="ko-KR" sz="900" dirty="0">
                <a:latin typeface="Arial" pitchFamily="34" charset="0"/>
                <a:cs typeface="Arial" pitchFamily="34" charset="0"/>
              </a:rPr>
              <a:t>Power AMP</a:t>
            </a:r>
          </a:p>
          <a:p>
            <a:pPr algn="ctr" defTabSz="914062"/>
            <a:r>
              <a:rPr lang="en-US" altLang="ko-KR" sz="900" dirty="0">
                <a:latin typeface="Arial" pitchFamily="34" charset="0"/>
                <a:cs typeface="Arial" pitchFamily="34" charset="0"/>
              </a:rPr>
              <a:t>Channel 3</a:t>
            </a:r>
          </a:p>
        </p:txBody>
      </p:sp>
      <p:sp>
        <p:nvSpPr>
          <p:cNvPr id="4222" name="Rectangle 38"/>
          <p:cNvSpPr>
            <a:spLocks noChangeArrowheads="1"/>
          </p:cNvSpPr>
          <p:nvPr/>
        </p:nvSpPr>
        <p:spPr bwMode="auto">
          <a:xfrm rot="10800000" flipV="1">
            <a:off x="6972420" y="4423017"/>
            <a:ext cx="703201" cy="412386"/>
          </a:xfrm>
          <a:prstGeom prst="rect">
            <a:avLst/>
          </a:prstGeom>
          <a:solidFill>
            <a:srgbClr val="FFC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/>
            <a:r>
              <a:rPr lang="en-US" altLang="ko-KR" sz="900" dirty="0">
                <a:latin typeface="Arial" pitchFamily="34" charset="0"/>
                <a:cs typeface="Arial" pitchFamily="34" charset="0"/>
              </a:rPr>
              <a:t>Power AMP</a:t>
            </a:r>
          </a:p>
          <a:p>
            <a:pPr algn="ctr" defTabSz="914062"/>
            <a:r>
              <a:rPr lang="en-US" altLang="ko-KR" sz="900" dirty="0">
                <a:latin typeface="Arial" pitchFamily="34" charset="0"/>
                <a:cs typeface="Arial" pitchFamily="34" charset="0"/>
              </a:rPr>
              <a:t>Channel 4</a:t>
            </a:r>
          </a:p>
        </p:txBody>
      </p:sp>
      <p:sp>
        <p:nvSpPr>
          <p:cNvPr id="4223" name="Line 148"/>
          <p:cNvSpPr>
            <a:spLocks noChangeShapeType="1"/>
          </p:cNvSpPr>
          <p:nvPr/>
        </p:nvSpPr>
        <p:spPr bwMode="auto">
          <a:xfrm>
            <a:off x="5761483" y="5158398"/>
            <a:ext cx="1527973" cy="0"/>
          </a:xfrm>
          <a:prstGeom prst="line">
            <a:avLst/>
          </a:prstGeom>
          <a:noFill/>
          <a:ln w="22225">
            <a:solidFill>
              <a:srgbClr val="00B0F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224" name="Line 56"/>
          <p:cNvSpPr>
            <a:spLocks noChangeShapeType="1"/>
          </p:cNvSpPr>
          <p:nvPr/>
        </p:nvSpPr>
        <p:spPr bwMode="auto">
          <a:xfrm flipH="1" flipV="1">
            <a:off x="5763866" y="2185884"/>
            <a:ext cx="9535" cy="2972515"/>
          </a:xfrm>
          <a:prstGeom prst="line">
            <a:avLst/>
          </a:prstGeom>
          <a:noFill/>
          <a:ln w="22225">
            <a:solidFill>
              <a:srgbClr val="00B0F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225" name="Rectangle 152"/>
          <p:cNvSpPr>
            <a:spLocks noChangeArrowheads="1"/>
          </p:cNvSpPr>
          <p:nvPr/>
        </p:nvSpPr>
        <p:spPr bwMode="auto">
          <a:xfrm>
            <a:off x="5296655" y="2078615"/>
            <a:ext cx="649568" cy="377822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r>
              <a:rPr lang="en-US" altLang="ko-KR" sz="800" dirty="0">
                <a:latin typeface="Arial" pitchFamily="34" charset="0"/>
              </a:rPr>
              <a:t>Interior</a:t>
            </a:r>
            <a:r>
              <a:rPr lang="ko-KR" altLang="en-US" sz="800" dirty="0">
                <a:latin typeface="Arial" pitchFamily="34" charset="0"/>
              </a:rPr>
              <a:t> </a:t>
            </a:r>
            <a:r>
              <a:rPr lang="en-US" altLang="ko-KR" sz="800" dirty="0">
                <a:latin typeface="Arial" pitchFamily="34" charset="0"/>
              </a:rPr>
              <a:t>SPK</a:t>
            </a:r>
          </a:p>
          <a:p>
            <a:pPr algn="ctr" defTabSz="914062"/>
            <a:r>
              <a:rPr lang="en-US" altLang="ko-KR" sz="600" dirty="0">
                <a:latin typeface="Arial" pitchFamily="34" charset="0"/>
              </a:rPr>
              <a:t>Volume Control</a:t>
            </a:r>
          </a:p>
          <a:p>
            <a:pPr algn="ctr" defTabSz="914062"/>
            <a:r>
              <a:rPr lang="en-US" altLang="ko-KR" sz="600" dirty="0">
                <a:latin typeface="Arial" pitchFamily="34" charset="0"/>
              </a:rPr>
              <a:t>(Interior Channels)</a:t>
            </a:r>
          </a:p>
        </p:txBody>
      </p:sp>
      <p:sp>
        <p:nvSpPr>
          <p:cNvPr id="4226" name="Rectangle 153"/>
          <p:cNvSpPr>
            <a:spLocks noChangeArrowheads="1"/>
          </p:cNvSpPr>
          <p:nvPr/>
        </p:nvSpPr>
        <p:spPr bwMode="auto">
          <a:xfrm>
            <a:off x="5295464" y="2800886"/>
            <a:ext cx="649567" cy="377822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r>
              <a:rPr lang="en-US" altLang="ko-KR" sz="800" dirty="0">
                <a:latin typeface="Arial" pitchFamily="34" charset="0"/>
              </a:rPr>
              <a:t>Exterior SPK</a:t>
            </a:r>
          </a:p>
          <a:p>
            <a:pPr algn="ctr" defTabSz="914062"/>
            <a:r>
              <a:rPr lang="en-US" altLang="ko-KR" sz="600" dirty="0">
                <a:latin typeface="Arial" pitchFamily="34" charset="0"/>
              </a:rPr>
              <a:t>Volume Control</a:t>
            </a:r>
          </a:p>
          <a:p>
            <a:pPr algn="ctr" defTabSz="914062"/>
            <a:r>
              <a:rPr lang="en-US" altLang="ko-KR" sz="600" dirty="0">
                <a:latin typeface="Arial" pitchFamily="34" charset="0"/>
              </a:rPr>
              <a:t>(Left Channel)</a:t>
            </a:r>
            <a:endParaRPr lang="ko-KR" altLang="en-US" sz="600" dirty="0">
              <a:latin typeface="Arial" pitchFamily="34" charset="0"/>
            </a:endParaRPr>
          </a:p>
        </p:txBody>
      </p:sp>
      <p:sp>
        <p:nvSpPr>
          <p:cNvPr id="4227" name="Rectangle 153"/>
          <p:cNvSpPr>
            <a:spLocks noChangeArrowheads="1"/>
          </p:cNvSpPr>
          <p:nvPr/>
        </p:nvSpPr>
        <p:spPr bwMode="auto">
          <a:xfrm>
            <a:off x="5296655" y="3239493"/>
            <a:ext cx="649568" cy="377822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r>
              <a:rPr lang="en-US" altLang="ko-KR" sz="800" dirty="0">
                <a:latin typeface="Arial" pitchFamily="34" charset="0"/>
              </a:rPr>
              <a:t>Exterior SPK</a:t>
            </a:r>
          </a:p>
          <a:p>
            <a:pPr algn="ctr" defTabSz="914062"/>
            <a:r>
              <a:rPr lang="en-US" altLang="ko-KR" sz="600" dirty="0">
                <a:latin typeface="Arial" pitchFamily="34" charset="0"/>
              </a:rPr>
              <a:t>Volume Control</a:t>
            </a:r>
          </a:p>
          <a:p>
            <a:pPr algn="ctr" defTabSz="914062"/>
            <a:r>
              <a:rPr lang="en-US" altLang="ko-KR" sz="600" dirty="0">
                <a:latin typeface="Arial" pitchFamily="34" charset="0"/>
              </a:rPr>
              <a:t>(Right Channel)</a:t>
            </a:r>
            <a:endParaRPr lang="ko-KR" altLang="en-US" sz="600" dirty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125"/>
          <p:cNvSpPr>
            <a:spLocks noChangeShapeType="1"/>
          </p:cNvSpPr>
          <p:nvPr/>
        </p:nvSpPr>
        <p:spPr bwMode="auto">
          <a:xfrm flipV="1">
            <a:off x="3004696" y="4672117"/>
            <a:ext cx="1134657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23" name="Line 26"/>
          <p:cNvSpPr>
            <a:spLocks noChangeShapeType="1"/>
          </p:cNvSpPr>
          <p:nvPr/>
        </p:nvSpPr>
        <p:spPr bwMode="auto">
          <a:xfrm>
            <a:off x="1327739" y="2510071"/>
            <a:ext cx="48628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24" name="Rectangle 94"/>
          <p:cNvSpPr>
            <a:spLocks noChangeArrowheads="1"/>
          </p:cNvSpPr>
          <p:nvPr/>
        </p:nvSpPr>
        <p:spPr bwMode="auto">
          <a:xfrm>
            <a:off x="7244165" y="6673261"/>
            <a:ext cx="1977307" cy="315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800" dirty="0">
                <a:latin typeface="Arial" pitchFamily="34" charset="0"/>
                <a:cs typeface="Arial" pitchFamily="34" charset="0"/>
              </a:rPr>
              <a:t>(DPO) Block Diagram-R01 - 20110316.ppt</a:t>
            </a:r>
          </a:p>
        </p:txBody>
      </p:sp>
      <p:sp>
        <p:nvSpPr>
          <p:cNvPr id="5125" name="직사각형 109"/>
          <p:cNvSpPr>
            <a:spLocks noChangeArrowheads="1"/>
          </p:cNvSpPr>
          <p:nvPr/>
        </p:nvSpPr>
        <p:spPr bwMode="auto">
          <a:xfrm>
            <a:off x="2732951" y="401659"/>
            <a:ext cx="4055921" cy="438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2400" dirty="0">
                <a:latin typeface="Arial" pitchFamily="34" charset="0"/>
                <a:cs typeface="Arial" pitchFamily="34" charset="0"/>
              </a:rPr>
              <a:t>Denver DPO Block Diagram </a:t>
            </a:r>
            <a:endParaRPr lang="ko-KR" altLang="en-US" sz="2400" dirty="0"/>
          </a:p>
        </p:txBody>
      </p:sp>
      <p:sp>
        <p:nvSpPr>
          <p:cNvPr id="5126" name="Line 214"/>
          <p:cNvSpPr>
            <a:spLocks noChangeShapeType="1"/>
          </p:cNvSpPr>
          <p:nvPr/>
        </p:nvSpPr>
        <p:spPr bwMode="auto">
          <a:xfrm>
            <a:off x="3382518" y="1669805"/>
            <a:ext cx="4865199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27" name="Line 215"/>
          <p:cNvSpPr>
            <a:spLocks noChangeShapeType="1"/>
          </p:cNvSpPr>
          <p:nvPr/>
        </p:nvSpPr>
        <p:spPr bwMode="auto">
          <a:xfrm>
            <a:off x="1922481" y="1644776"/>
            <a:ext cx="1997568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28" name="Line 221"/>
          <p:cNvSpPr>
            <a:spLocks noChangeShapeType="1"/>
          </p:cNvSpPr>
          <p:nvPr/>
        </p:nvSpPr>
        <p:spPr bwMode="auto">
          <a:xfrm>
            <a:off x="3544612" y="1930824"/>
            <a:ext cx="4703105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29" name="TextBox 221"/>
          <p:cNvSpPr txBox="1">
            <a:spLocks noChangeArrowheads="1"/>
          </p:cNvSpPr>
          <p:nvPr/>
        </p:nvSpPr>
        <p:spPr bwMode="auto">
          <a:xfrm>
            <a:off x="1440967" y="996400"/>
            <a:ext cx="1027389" cy="162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600" b="1" dirty="0">
                <a:latin typeface="Arial" pitchFamily="34" charset="0"/>
                <a:cs typeface="Arial" pitchFamily="34" charset="0"/>
              </a:rPr>
              <a:t>Volume Control Knob</a:t>
            </a:r>
          </a:p>
        </p:txBody>
      </p:sp>
      <p:sp>
        <p:nvSpPr>
          <p:cNvPr id="5130" name="Rectangle 188"/>
          <p:cNvSpPr>
            <a:spLocks noChangeArrowheads="1"/>
          </p:cNvSpPr>
          <p:nvPr/>
        </p:nvSpPr>
        <p:spPr bwMode="auto">
          <a:xfrm>
            <a:off x="787825" y="1374223"/>
            <a:ext cx="6757883" cy="1297942"/>
          </a:xfrm>
          <a:prstGeom prst="rect">
            <a:avLst/>
          </a:prstGeom>
          <a:solidFill>
            <a:srgbClr val="92D050">
              <a:alpha val="25098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5131" name="Oval 87"/>
          <p:cNvSpPr>
            <a:spLocks noChangeArrowheads="1"/>
          </p:cNvSpPr>
          <p:nvPr/>
        </p:nvSpPr>
        <p:spPr bwMode="auto">
          <a:xfrm>
            <a:off x="1157303" y="2075040"/>
            <a:ext cx="162094" cy="162094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5132" name="Text Box 97"/>
          <p:cNvSpPr txBox="1">
            <a:spLocks noChangeArrowheads="1"/>
          </p:cNvSpPr>
          <p:nvPr/>
        </p:nvSpPr>
        <p:spPr bwMode="auto">
          <a:xfrm>
            <a:off x="7599341" y="1479107"/>
            <a:ext cx="686856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/>
              <a:t>DPO Audio</a:t>
            </a:r>
          </a:p>
        </p:txBody>
      </p:sp>
      <p:sp>
        <p:nvSpPr>
          <p:cNvPr id="5133" name="Line 123"/>
          <p:cNvSpPr>
            <a:spLocks noChangeShapeType="1"/>
          </p:cNvSpPr>
          <p:nvPr/>
        </p:nvSpPr>
        <p:spPr bwMode="auto">
          <a:xfrm flipV="1">
            <a:off x="1406403" y="1644776"/>
            <a:ext cx="1513670" cy="2384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34" name="Sound"/>
          <p:cNvSpPr>
            <a:spLocks noEditPoints="1" noChangeArrowheads="1"/>
          </p:cNvSpPr>
          <p:nvPr/>
        </p:nvSpPr>
        <p:spPr bwMode="auto">
          <a:xfrm rot="10800000">
            <a:off x="1048843" y="1481490"/>
            <a:ext cx="377822" cy="3241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0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61 w 21600"/>
              <a:gd name="T13" fmla="*/ 22454 h 21600"/>
              <a:gd name="T14" fmla="*/ 21069 w 21600"/>
              <a:gd name="T15" fmla="*/ 28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10800000" lIns="68644" tIns="34322" rIns="68644" bIns="34322"/>
          <a:lstStyle/>
          <a:p>
            <a:endParaRPr lang="ko-KR" altLang="en-US"/>
          </a:p>
        </p:txBody>
      </p:sp>
      <p:cxnSp>
        <p:nvCxnSpPr>
          <p:cNvPr id="5135" name="Straight Arrow Connector 121"/>
          <p:cNvCxnSpPr>
            <a:cxnSpLocks noChangeShapeType="1"/>
            <a:stCxn id="395" idx="2"/>
            <a:endCxn id="398" idx="0"/>
          </p:cNvCxnSpPr>
          <p:nvPr/>
        </p:nvCxnSpPr>
        <p:spPr bwMode="auto">
          <a:xfrm rot="5400000">
            <a:off x="1685300" y="1898644"/>
            <a:ext cx="287239" cy="1192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5136" name="Straight Arrow Connector 123"/>
          <p:cNvCxnSpPr>
            <a:cxnSpLocks noChangeShapeType="1"/>
          </p:cNvCxnSpPr>
          <p:nvPr/>
        </p:nvCxnSpPr>
        <p:spPr bwMode="auto">
          <a:xfrm rot="10800000">
            <a:off x="570905" y="1892684"/>
            <a:ext cx="2078615" cy="1192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405" name="Rectangle 160"/>
          <p:cNvSpPr>
            <a:spLocks noChangeArrowheads="1"/>
          </p:cNvSpPr>
          <p:nvPr/>
        </p:nvSpPr>
        <p:spPr bwMode="auto">
          <a:xfrm>
            <a:off x="2185884" y="1544659"/>
            <a:ext cx="951109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AUDIO EXPANDER</a:t>
            </a:r>
          </a:p>
        </p:txBody>
      </p:sp>
      <p:cxnSp>
        <p:nvCxnSpPr>
          <p:cNvPr id="5138" name="Straight Arrow Connector 121"/>
          <p:cNvCxnSpPr>
            <a:cxnSpLocks noChangeShapeType="1"/>
          </p:cNvCxnSpPr>
          <p:nvPr/>
        </p:nvCxnSpPr>
        <p:spPr bwMode="auto">
          <a:xfrm rot="5400000">
            <a:off x="2506496" y="1897452"/>
            <a:ext cx="287240" cy="11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5139" name="Rectangle 4"/>
          <p:cNvSpPr>
            <a:spLocks noChangeArrowheads="1"/>
          </p:cNvSpPr>
          <p:nvPr/>
        </p:nvSpPr>
        <p:spPr bwMode="auto">
          <a:xfrm>
            <a:off x="408811" y="887941"/>
            <a:ext cx="8326380" cy="556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410" name="Rectangle 158"/>
          <p:cNvSpPr>
            <a:spLocks noChangeArrowheads="1"/>
          </p:cNvSpPr>
          <p:nvPr/>
        </p:nvSpPr>
        <p:spPr bwMode="auto">
          <a:xfrm>
            <a:off x="6748348" y="1536317"/>
            <a:ext cx="643608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Transformer</a:t>
            </a:r>
          </a:p>
        </p:txBody>
      </p:sp>
      <p:sp>
        <p:nvSpPr>
          <p:cNvPr id="411" name="Rectangle 159"/>
          <p:cNvSpPr>
            <a:spLocks noChangeArrowheads="1"/>
          </p:cNvSpPr>
          <p:nvPr/>
        </p:nvSpPr>
        <p:spPr bwMode="auto">
          <a:xfrm>
            <a:off x="6039188" y="1550619"/>
            <a:ext cx="595933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ALC</a:t>
            </a:r>
          </a:p>
        </p:txBody>
      </p:sp>
      <p:sp>
        <p:nvSpPr>
          <p:cNvPr id="412" name="Rectangle 161"/>
          <p:cNvSpPr>
            <a:spLocks noChangeArrowheads="1"/>
          </p:cNvSpPr>
          <p:nvPr/>
        </p:nvSpPr>
        <p:spPr bwMode="auto">
          <a:xfrm>
            <a:off x="5490929" y="1544659"/>
            <a:ext cx="399275" cy="19189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L.P.F</a:t>
            </a:r>
          </a:p>
        </p:txBody>
      </p:sp>
      <p:sp>
        <p:nvSpPr>
          <p:cNvPr id="5143" name="Text Box 97"/>
          <p:cNvSpPr txBox="1">
            <a:spLocks noChangeArrowheads="1"/>
          </p:cNvSpPr>
          <p:nvPr/>
        </p:nvSpPr>
        <p:spPr bwMode="auto">
          <a:xfrm>
            <a:off x="7580271" y="1737742"/>
            <a:ext cx="675635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/>
              <a:t>CPO Audio</a:t>
            </a:r>
          </a:p>
        </p:txBody>
      </p:sp>
      <p:sp>
        <p:nvSpPr>
          <p:cNvPr id="472" name="Rectangle 158"/>
          <p:cNvSpPr>
            <a:spLocks noChangeArrowheads="1"/>
          </p:cNvSpPr>
          <p:nvPr/>
        </p:nvSpPr>
        <p:spPr bwMode="auto">
          <a:xfrm>
            <a:off x="6748348" y="1799719"/>
            <a:ext cx="643608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Transformer</a:t>
            </a:r>
          </a:p>
        </p:txBody>
      </p:sp>
      <p:sp>
        <p:nvSpPr>
          <p:cNvPr id="473" name="Rectangle 159"/>
          <p:cNvSpPr>
            <a:spLocks noChangeArrowheads="1"/>
          </p:cNvSpPr>
          <p:nvPr/>
        </p:nvSpPr>
        <p:spPr bwMode="auto">
          <a:xfrm>
            <a:off x="6039188" y="1812829"/>
            <a:ext cx="595933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ALC</a:t>
            </a:r>
          </a:p>
        </p:txBody>
      </p:sp>
      <p:sp>
        <p:nvSpPr>
          <p:cNvPr id="474" name="Rectangle 161"/>
          <p:cNvSpPr>
            <a:spLocks noChangeArrowheads="1"/>
          </p:cNvSpPr>
          <p:nvPr/>
        </p:nvSpPr>
        <p:spPr bwMode="auto">
          <a:xfrm>
            <a:off x="5490929" y="1808062"/>
            <a:ext cx="399275" cy="1918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L.P.F</a:t>
            </a:r>
          </a:p>
        </p:txBody>
      </p:sp>
      <p:sp>
        <p:nvSpPr>
          <p:cNvPr id="5147" name="Text Box 97"/>
          <p:cNvSpPr txBox="1">
            <a:spLocks noChangeArrowheads="1"/>
          </p:cNvSpPr>
          <p:nvPr/>
        </p:nvSpPr>
        <p:spPr bwMode="auto">
          <a:xfrm>
            <a:off x="7580272" y="2007103"/>
            <a:ext cx="653193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/>
              <a:t>PEI  Audio</a:t>
            </a:r>
          </a:p>
        </p:txBody>
      </p:sp>
      <p:sp>
        <p:nvSpPr>
          <p:cNvPr id="5148" name="Line 27"/>
          <p:cNvSpPr>
            <a:spLocks noChangeShapeType="1"/>
          </p:cNvSpPr>
          <p:nvPr/>
        </p:nvSpPr>
        <p:spPr bwMode="auto">
          <a:xfrm flipV="1">
            <a:off x="1823556" y="1158494"/>
            <a:ext cx="0" cy="5244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49" name="Line 26"/>
          <p:cNvSpPr>
            <a:spLocks noChangeShapeType="1"/>
          </p:cNvSpPr>
          <p:nvPr/>
        </p:nvSpPr>
        <p:spPr bwMode="auto">
          <a:xfrm>
            <a:off x="1337274" y="1158494"/>
            <a:ext cx="48628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2" name="Group 216"/>
          <p:cNvGrpSpPr>
            <a:grpSpLocks/>
          </p:cNvGrpSpPr>
          <p:nvPr/>
        </p:nvGrpSpPr>
        <p:grpSpPr bwMode="auto">
          <a:xfrm>
            <a:off x="1120355" y="996401"/>
            <a:ext cx="321804" cy="321804"/>
            <a:chOff x="1666066" y="114272"/>
            <a:chExt cx="428628" cy="428628"/>
          </a:xfrm>
        </p:grpSpPr>
        <p:sp>
          <p:nvSpPr>
            <p:cNvPr id="5267" name="Oval 213"/>
            <p:cNvSpPr>
              <a:spLocks noChangeArrowheads="1"/>
            </p:cNvSpPr>
            <p:nvPr/>
          </p:nvSpPr>
          <p:spPr bwMode="auto">
            <a:xfrm>
              <a:off x="1666066" y="114272"/>
              <a:ext cx="428628" cy="428628"/>
            </a:xfrm>
            <a:prstGeom prst="ellipse">
              <a:avLst/>
            </a:prstGeom>
            <a:solidFill>
              <a:srgbClr val="D4AFDB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ko-KR"/>
            </a:p>
          </p:txBody>
        </p:sp>
        <p:sp>
          <p:nvSpPr>
            <p:cNvPr id="383" name="Oval 215"/>
            <p:cNvSpPr/>
            <p:nvPr/>
          </p:nvSpPr>
          <p:spPr bwMode="auto">
            <a:xfrm>
              <a:off x="1743855" y="192061"/>
              <a:ext cx="273052" cy="27305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395" name="Rectangle 137"/>
          <p:cNvSpPr>
            <a:spLocks noChangeArrowheads="1"/>
          </p:cNvSpPr>
          <p:nvPr/>
        </p:nvSpPr>
        <p:spPr bwMode="auto">
          <a:xfrm>
            <a:off x="1640008" y="1539892"/>
            <a:ext cx="377822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AMP</a:t>
            </a:r>
          </a:p>
        </p:txBody>
      </p:sp>
      <p:sp>
        <p:nvSpPr>
          <p:cNvPr id="5152" name="Isosceles Triangle 267"/>
          <p:cNvSpPr>
            <a:spLocks noChangeArrowheads="1"/>
          </p:cNvSpPr>
          <p:nvPr/>
        </p:nvSpPr>
        <p:spPr bwMode="auto">
          <a:xfrm rot="5400000">
            <a:off x="5328836" y="1612596"/>
            <a:ext cx="107268" cy="107268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en-US" altLang="ko-KR"/>
          </a:p>
        </p:txBody>
      </p:sp>
      <p:sp>
        <p:nvSpPr>
          <p:cNvPr id="5153" name="Isosceles Triangle 268"/>
          <p:cNvSpPr>
            <a:spLocks noChangeArrowheads="1"/>
          </p:cNvSpPr>
          <p:nvPr/>
        </p:nvSpPr>
        <p:spPr bwMode="auto">
          <a:xfrm rot="16200000" flipH="1">
            <a:off x="4951014" y="1612596"/>
            <a:ext cx="107268" cy="107268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en-US" altLang="ko-KR"/>
          </a:p>
        </p:txBody>
      </p:sp>
      <p:sp>
        <p:nvSpPr>
          <p:cNvPr id="5154" name="Isosceles Triangle 269"/>
          <p:cNvSpPr>
            <a:spLocks noChangeArrowheads="1"/>
          </p:cNvSpPr>
          <p:nvPr/>
        </p:nvSpPr>
        <p:spPr bwMode="auto">
          <a:xfrm rot="5400000">
            <a:off x="5328836" y="1883149"/>
            <a:ext cx="107268" cy="107268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en-US" altLang="ko-KR"/>
          </a:p>
        </p:txBody>
      </p:sp>
      <p:sp>
        <p:nvSpPr>
          <p:cNvPr id="5155" name="Line 221"/>
          <p:cNvSpPr>
            <a:spLocks noChangeShapeType="1"/>
          </p:cNvSpPr>
          <p:nvPr/>
        </p:nvSpPr>
        <p:spPr bwMode="auto">
          <a:xfrm>
            <a:off x="3544612" y="2210913"/>
            <a:ext cx="4703105" cy="0"/>
          </a:xfrm>
          <a:prstGeom prst="line">
            <a:avLst/>
          </a:prstGeom>
          <a:noFill/>
          <a:ln w="15875">
            <a:solidFill>
              <a:srgbClr val="00B05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56" name="Isosceles Triangle 270"/>
          <p:cNvSpPr>
            <a:spLocks noChangeArrowheads="1"/>
          </p:cNvSpPr>
          <p:nvPr/>
        </p:nvSpPr>
        <p:spPr bwMode="auto">
          <a:xfrm rot="16200000" flipH="1">
            <a:off x="4951014" y="1883149"/>
            <a:ext cx="107268" cy="107268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en-US" altLang="ko-KR"/>
          </a:p>
        </p:txBody>
      </p:sp>
      <p:sp>
        <p:nvSpPr>
          <p:cNvPr id="477" name="Rectangle 158"/>
          <p:cNvSpPr>
            <a:spLocks noChangeArrowheads="1"/>
          </p:cNvSpPr>
          <p:nvPr/>
        </p:nvSpPr>
        <p:spPr bwMode="auto">
          <a:xfrm>
            <a:off x="6748348" y="2070273"/>
            <a:ext cx="643608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Transformer</a:t>
            </a:r>
          </a:p>
        </p:txBody>
      </p:sp>
      <p:sp>
        <p:nvSpPr>
          <p:cNvPr id="478" name="Rectangle 159"/>
          <p:cNvSpPr>
            <a:spLocks noChangeArrowheads="1"/>
          </p:cNvSpPr>
          <p:nvPr/>
        </p:nvSpPr>
        <p:spPr bwMode="auto">
          <a:xfrm>
            <a:off x="6039188" y="2083383"/>
            <a:ext cx="595933" cy="1942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ALC</a:t>
            </a:r>
          </a:p>
        </p:txBody>
      </p:sp>
      <p:sp>
        <p:nvSpPr>
          <p:cNvPr id="479" name="Rectangle 161"/>
          <p:cNvSpPr>
            <a:spLocks noChangeArrowheads="1"/>
          </p:cNvSpPr>
          <p:nvPr/>
        </p:nvSpPr>
        <p:spPr bwMode="auto">
          <a:xfrm>
            <a:off x="5490929" y="2077424"/>
            <a:ext cx="399275" cy="1918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L.P.F</a:t>
            </a:r>
          </a:p>
        </p:txBody>
      </p:sp>
      <p:sp>
        <p:nvSpPr>
          <p:cNvPr id="5160" name="Line 215"/>
          <p:cNvSpPr>
            <a:spLocks noChangeShapeType="1"/>
          </p:cNvSpPr>
          <p:nvPr/>
        </p:nvSpPr>
        <p:spPr bwMode="auto">
          <a:xfrm>
            <a:off x="1760387" y="2131057"/>
            <a:ext cx="1997568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06" name="Rectangle 160"/>
          <p:cNvSpPr>
            <a:spLocks noChangeArrowheads="1"/>
          </p:cNvSpPr>
          <p:nvPr/>
        </p:nvSpPr>
        <p:spPr bwMode="auto">
          <a:xfrm>
            <a:off x="2187076" y="2038092"/>
            <a:ext cx="949917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AUDIO COMPANDOR</a:t>
            </a:r>
          </a:p>
        </p:txBody>
      </p:sp>
      <p:sp>
        <p:nvSpPr>
          <p:cNvPr id="5162" name="Isosceles Triangle 270"/>
          <p:cNvSpPr>
            <a:spLocks noChangeArrowheads="1"/>
          </p:cNvSpPr>
          <p:nvPr/>
        </p:nvSpPr>
        <p:spPr bwMode="auto">
          <a:xfrm rot="16200000" flipH="1">
            <a:off x="4951014" y="2152511"/>
            <a:ext cx="107268" cy="107268"/>
          </a:xfrm>
          <a:prstGeom prst="triangle">
            <a:avLst>
              <a:gd name="adj" fmla="val 50000"/>
            </a:avLst>
          </a:prstGeom>
          <a:solidFill>
            <a:srgbClr val="00B05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en-US" altLang="ko-KR">
              <a:solidFill>
                <a:srgbClr val="00B050"/>
              </a:solidFill>
            </a:endParaRPr>
          </a:p>
        </p:txBody>
      </p:sp>
      <p:sp>
        <p:nvSpPr>
          <p:cNvPr id="5163" name="Isosceles Triangle 271"/>
          <p:cNvSpPr>
            <a:spLocks noChangeArrowheads="1"/>
          </p:cNvSpPr>
          <p:nvPr/>
        </p:nvSpPr>
        <p:spPr bwMode="auto">
          <a:xfrm rot="5400000">
            <a:off x="5330027" y="2152511"/>
            <a:ext cx="107268" cy="107268"/>
          </a:xfrm>
          <a:prstGeom prst="triangle">
            <a:avLst>
              <a:gd name="adj" fmla="val 50000"/>
            </a:avLst>
          </a:prstGeom>
          <a:solidFill>
            <a:srgbClr val="00B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en-US" altLang="ko-KR"/>
          </a:p>
        </p:txBody>
      </p:sp>
      <p:sp>
        <p:nvSpPr>
          <p:cNvPr id="5164" name="Line 26"/>
          <p:cNvSpPr>
            <a:spLocks noChangeShapeType="1"/>
          </p:cNvSpPr>
          <p:nvPr/>
        </p:nvSpPr>
        <p:spPr bwMode="auto">
          <a:xfrm>
            <a:off x="1382565" y="2169197"/>
            <a:ext cx="162094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65" name="Rectangle 88"/>
          <p:cNvSpPr>
            <a:spLocks noChangeArrowheads="1"/>
          </p:cNvSpPr>
          <p:nvPr/>
        </p:nvSpPr>
        <p:spPr bwMode="auto">
          <a:xfrm>
            <a:off x="1212129" y="2075040"/>
            <a:ext cx="215727" cy="162094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5166" name="Line 27"/>
          <p:cNvSpPr>
            <a:spLocks noChangeShapeType="1"/>
          </p:cNvSpPr>
          <p:nvPr/>
        </p:nvSpPr>
        <p:spPr bwMode="auto">
          <a:xfrm flipV="1">
            <a:off x="1536316" y="2169197"/>
            <a:ext cx="0" cy="3408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67" name="Line 27"/>
          <p:cNvSpPr>
            <a:spLocks noChangeShapeType="1"/>
          </p:cNvSpPr>
          <p:nvPr/>
        </p:nvSpPr>
        <p:spPr bwMode="auto">
          <a:xfrm flipV="1">
            <a:off x="1815213" y="2222832"/>
            <a:ext cx="0" cy="28723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68" name="Rectangle 88"/>
          <p:cNvSpPr>
            <a:spLocks noChangeArrowheads="1"/>
          </p:cNvSpPr>
          <p:nvPr/>
        </p:nvSpPr>
        <p:spPr bwMode="auto">
          <a:xfrm>
            <a:off x="896284" y="2401612"/>
            <a:ext cx="539916" cy="21692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 sz="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98" name="Rectangle 161"/>
          <p:cNvSpPr>
            <a:spLocks noChangeArrowheads="1"/>
          </p:cNvSpPr>
          <p:nvPr/>
        </p:nvSpPr>
        <p:spPr bwMode="auto">
          <a:xfrm>
            <a:off x="1640008" y="2042859"/>
            <a:ext cx="377822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AMP</a:t>
            </a:r>
          </a:p>
        </p:txBody>
      </p:sp>
      <p:sp>
        <p:nvSpPr>
          <p:cNvPr id="5170" name="Rectangle 4"/>
          <p:cNvSpPr>
            <a:spLocks noChangeArrowheads="1"/>
          </p:cNvSpPr>
          <p:nvPr/>
        </p:nvSpPr>
        <p:spPr bwMode="auto">
          <a:xfrm>
            <a:off x="1491025" y="3375366"/>
            <a:ext cx="6086862" cy="2541059"/>
          </a:xfrm>
          <a:prstGeom prst="rect">
            <a:avLst/>
          </a:prstGeom>
          <a:solidFill>
            <a:srgbClr val="92D05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 sz="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71" name="Rectangle 31"/>
          <p:cNvSpPr>
            <a:spLocks noChangeArrowheads="1"/>
          </p:cNvSpPr>
          <p:nvPr/>
        </p:nvSpPr>
        <p:spPr bwMode="auto">
          <a:xfrm>
            <a:off x="685324" y="3915282"/>
            <a:ext cx="750876" cy="494624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ea typeface="굴림" charset="-127"/>
                <a:cs typeface="Arial" charset="0"/>
              </a:rPr>
              <a:t>PWM</a:t>
            </a:r>
          </a:p>
          <a:p>
            <a:pPr algn="ctr">
              <a:defRPr/>
            </a:pPr>
            <a:r>
              <a:rPr lang="en-US" altLang="ko-KR" sz="700" b="1" dirty="0">
                <a:latin typeface="Arial" charset="0"/>
                <a:ea typeface="굴림" charset="-127"/>
                <a:cs typeface="Arial" charset="0"/>
              </a:rPr>
              <a:t>Controller</a:t>
            </a:r>
          </a:p>
        </p:txBody>
      </p:sp>
      <p:cxnSp>
        <p:nvCxnSpPr>
          <p:cNvPr id="5172" name="Straight Arrow Connector 123"/>
          <p:cNvCxnSpPr>
            <a:cxnSpLocks noChangeShapeType="1"/>
          </p:cNvCxnSpPr>
          <p:nvPr/>
        </p:nvCxnSpPr>
        <p:spPr bwMode="auto">
          <a:xfrm rot="10800000">
            <a:off x="6085671" y="3629235"/>
            <a:ext cx="2541059" cy="11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5173" name="Text Box 97"/>
          <p:cNvSpPr txBox="1">
            <a:spLocks noChangeArrowheads="1"/>
          </p:cNvSpPr>
          <p:nvPr/>
        </p:nvSpPr>
        <p:spPr bwMode="auto">
          <a:xfrm>
            <a:off x="7697074" y="3412314"/>
            <a:ext cx="970588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/>
              <a:t>Dual Tone Audio</a:t>
            </a:r>
          </a:p>
        </p:txBody>
      </p:sp>
      <p:sp>
        <p:nvSpPr>
          <p:cNvPr id="584" name="Rectangle 158"/>
          <p:cNvSpPr>
            <a:spLocks noChangeArrowheads="1"/>
          </p:cNvSpPr>
          <p:nvPr/>
        </p:nvSpPr>
        <p:spPr bwMode="auto">
          <a:xfrm>
            <a:off x="6788872" y="3520774"/>
            <a:ext cx="643608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Transformer</a:t>
            </a:r>
          </a:p>
        </p:txBody>
      </p:sp>
      <p:sp>
        <p:nvSpPr>
          <p:cNvPr id="5175" name="Line 212"/>
          <p:cNvSpPr>
            <a:spLocks noChangeShapeType="1"/>
          </p:cNvSpPr>
          <p:nvPr/>
        </p:nvSpPr>
        <p:spPr bwMode="auto">
          <a:xfrm flipV="1">
            <a:off x="2193035" y="6240613"/>
            <a:ext cx="122881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76" name="Text Box 216"/>
          <p:cNvSpPr txBox="1">
            <a:spLocks noChangeArrowheads="1"/>
          </p:cNvSpPr>
          <p:nvPr/>
        </p:nvSpPr>
        <p:spPr bwMode="auto">
          <a:xfrm>
            <a:off x="2193035" y="6024886"/>
            <a:ext cx="918929" cy="207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900" b="1" dirty="0">
                <a:solidFill>
                  <a:srgbClr val="FF0000"/>
                </a:solidFill>
              </a:rPr>
              <a:t>DC37.5V</a:t>
            </a:r>
          </a:p>
        </p:txBody>
      </p:sp>
      <p:sp>
        <p:nvSpPr>
          <p:cNvPr id="5177" name="Text Box 63"/>
          <p:cNvSpPr txBox="1">
            <a:spLocks noChangeArrowheads="1"/>
          </p:cNvSpPr>
          <p:nvPr/>
        </p:nvSpPr>
        <p:spPr bwMode="auto">
          <a:xfrm>
            <a:off x="6735238" y="4996304"/>
            <a:ext cx="810469" cy="284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7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Live Signal </a:t>
            </a:r>
          </a:p>
          <a:p>
            <a:r>
              <a:rPr lang="en-US" altLang="ko-KR" sz="7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Address Signal</a:t>
            </a:r>
          </a:p>
        </p:txBody>
      </p:sp>
      <p:sp>
        <p:nvSpPr>
          <p:cNvPr id="5178" name="Text Box 70"/>
          <p:cNvSpPr txBox="1">
            <a:spLocks noChangeArrowheads="1"/>
          </p:cNvSpPr>
          <p:nvPr/>
        </p:nvSpPr>
        <p:spPr bwMode="auto">
          <a:xfrm>
            <a:off x="7978354" y="5082119"/>
            <a:ext cx="508923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To PAC</a:t>
            </a:r>
          </a:p>
        </p:txBody>
      </p:sp>
      <p:sp>
        <p:nvSpPr>
          <p:cNvPr id="5179" name="Line 162"/>
          <p:cNvSpPr>
            <a:spLocks noChangeShapeType="1"/>
          </p:cNvSpPr>
          <p:nvPr/>
        </p:nvSpPr>
        <p:spPr bwMode="auto">
          <a:xfrm>
            <a:off x="7103525" y="3734118"/>
            <a:ext cx="0" cy="97375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2" name="Rectangle 5"/>
          <p:cNvSpPr>
            <a:spLocks noChangeArrowheads="1"/>
          </p:cNvSpPr>
          <p:nvPr/>
        </p:nvSpPr>
        <p:spPr bwMode="auto">
          <a:xfrm>
            <a:off x="6786488" y="3970108"/>
            <a:ext cx="65075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Tone</a:t>
            </a:r>
          </a:p>
          <a:p>
            <a:pPr algn="ctr">
              <a:defRPr/>
            </a:pPr>
            <a:r>
              <a:rPr lang="en-US" altLang="ko-KR" sz="900" b="1" dirty="0"/>
              <a:t>Generator</a:t>
            </a:r>
          </a:p>
        </p:txBody>
      </p:sp>
      <p:sp>
        <p:nvSpPr>
          <p:cNvPr id="5181" name="Line 125"/>
          <p:cNvSpPr>
            <a:spLocks noChangeShapeType="1"/>
          </p:cNvSpPr>
          <p:nvPr/>
        </p:nvSpPr>
        <p:spPr bwMode="auto">
          <a:xfrm flipV="1">
            <a:off x="2572048" y="5104765"/>
            <a:ext cx="2162046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82" name="Line 230"/>
          <p:cNvSpPr>
            <a:spLocks noChangeShapeType="1"/>
          </p:cNvSpPr>
          <p:nvPr/>
        </p:nvSpPr>
        <p:spPr bwMode="auto">
          <a:xfrm flipV="1">
            <a:off x="3777025" y="5537412"/>
            <a:ext cx="0" cy="7032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" name="Rectangle 210"/>
          <p:cNvSpPr>
            <a:spLocks noChangeArrowheads="1"/>
          </p:cNvSpPr>
          <p:nvPr/>
        </p:nvSpPr>
        <p:spPr bwMode="auto">
          <a:xfrm>
            <a:off x="3436152" y="6078519"/>
            <a:ext cx="703201" cy="324188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 defTabSz="914062">
              <a:defRPr/>
            </a:pPr>
            <a:r>
              <a:rPr lang="en-US" altLang="ko-KR" sz="900" b="1" dirty="0">
                <a:latin typeface="Arial" charset="0"/>
                <a:cs typeface="Arial" charset="0"/>
              </a:rPr>
              <a:t>Power  </a:t>
            </a:r>
          </a:p>
          <a:p>
            <a:pPr algn="ctr" defTabSz="914062">
              <a:defRPr/>
            </a:pPr>
            <a:r>
              <a:rPr lang="en-US" altLang="ko-KR" sz="900" b="1" dirty="0">
                <a:latin typeface="Arial" charset="0"/>
                <a:cs typeface="Arial" charset="0"/>
              </a:rPr>
              <a:t>Module</a:t>
            </a:r>
          </a:p>
        </p:txBody>
      </p:sp>
      <p:sp>
        <p:nvSpPr>
          <p:cNvPr id="5184" name="Line 49"/>
          <p:cNvSpPr>
            <a:spLocks noChangeShapeType="1"/>
          </p:cNvSpPr>
          <p:nvPr/>
        </p:nvSpPr>
        <p:spPr bwMode="auto">
          <a:xfrm>
            <a:off x="4842554" y="5266859"/>
            <a:ext cx="367571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94" name="Rectangle 48"/>
          <p:cNvSpPr>
            <a:spLocks noChangeArrowheads="1"/>
          </p:cNvSpPr>
          <p:nvPr/>
        </p:nvSpPr>
        <p:spPr bwMode="auto">
          <a:xfrm>
            <a:off x="5879478" y="5104765"/>
            <a:ext cx="584015" cy="290815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Regulator</a:t>
            </a:r>
          </a:p>
        </p:txBody>
      </p:sp>
      <p:cxnSp>
        <p:nvCxnSpPr>
          <p:cNvPr id="5186" name="Straight Arrow Connector 123"/>
          <p:cNvCxnSpPr>
            <a:cxnSpLocks noChangeShapeType="1"/>
          </p:cNvCxnSpPr>
          <p:nvPr/>
        </p:nvCxnSpPr>
        <p:spPr bwMode="auto">
          <a:xfrm rot="10800000">
            <a:off x="570904" y="6004624"/>
            <a:ext cx="3189435" cy="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5187" name="Line 83"/>
          <p:cNvSpPr>
            <a:spLocks noChangeShapeType="1"/>
          </p:cNvSpPr>
          <p:nvPr/>
        </p:nvSpPr>
        <p:spPr bwMode="auto">
          <a:xfrm flipV="1">
            <a:off x="570904" y="1884342"/>
            <a:ext cx="0" cy="411074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88" name="Line 125"/>
          <p:cNvSpPr>
            <a:spLocks noChangeShapeType="1"/>
          </p:cNvSpPr>
          <p:nvPr/>
        </p:nvSpPr>
        <p:spPr bwMode="auto">
          <a:xfrm>
            <a:off x="6194131" y="3644728"/>
            <a:ext cx="0" cy="59474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0" name="Rectangle 5"/>
          <p:cNvSpPr>
            <a:spLocks noChangeArrowheads="1"/>
          </p:cNvSpPr>
          <p:nvPr/>
        </p:nvSpPr>
        <p:spPr bwMode="auto">
          <a:xfrm>
            <a:off x="5869943" y="3467141"/>
            <a:ext cx="65075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>
                <a:latin typeface="굴림" charset="-127"/>
                <a:ea typeface="굴림" charset="-127"/>
              </a:rPr>
              <a:t>Tone</a:t>
            </a:r>
          </a:p>
          <a:p>
            <a:pPr algn="ctr">
              <a:defRPr/>
            </a:pPr>
            <a:r>
              <a:rPr lang="en-US" altLang="ko-KR" sz="900" b="1" dirty="0">
                <a:latin typeface="굴림" charset="-127"/>
                <a:ea typeface="굴림" charset="-127"/>
              </a:rPr>
              <a:t>DRIVER</a:t>
            </a:r>
          </a:p>
        </p:txBody>
      </p:sp>
      <p:grpSp>
        <p:nvGrpSpPr>
          <p:cNvPr id="3" name="그룹 567"/>
          <p:cNvGrpSpPr>
            <a:grpSpLocks/>
          </p:cNvGrpSpPr>
          <p:nvPr/>
        </p:nvGrpSpPr>
        <p:grpSpPr bwMode="auto">
          <a:xfrm>
            <a:off x="1544659" y="4239470"/>
            <a:ext cx="1189483" cy="1513670"/>
            <a:chOff x="8033866" y="4351213"/>
            <a:chExt cx="1584176" cy="2016224"/>
          </a:xfrm>
        </p:grpSpPr>
        <p:sp>
          <p:nvSpPr>
            <p:cNvPr id="518" name="Rectangle 31"/>
            <p:cNvSpPr>
              <a:spLocks noChangeArrowheads="1"/>
            </p:cNvSpPr>
            <p:nvPr/>
          </p:nvSpPr>
          <p:spPr bwMode="auto">
            <a:xfrm>
              <a:off x="8033866" y="4638564"/>
              <a:ext cx="1584176" cy="1728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altLang="ko-KR" sz="800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altLang="ko-KR" sz="800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altLang="ko-KR" sz="800" dirty="0">
                <a:latin typeface="Arial" charset="0"/>
                <a:ea typeface="굴림" charset="-127"/>
                <a:cs typeface="Arial" charset="0"/>
              </a:endParaRPr>
            </a:p>
          </p:txBody>
        </p:sp>
        <p:grpSp>
          <p:nvGrpSpPr>
            <p:cNvPr id="4" name="그룹 565"/>
            <p:cNvGrpSpPr>
              <a:grpSpLocks/>
            </p:cNvGrpSpPr>
            <p:nvPr/>
          </p:nvGrpSpPr>
          <p:grpSpPr bwMode="auto">
            <a:xfrm>
              <a:off x="8105874" y="4711253"/>
              <a:ext cx="1440160" cy="1614656"/>
              <a:chOff x="10122098" y="3703141"/>
              <a:chExt cx="1440160" cy="1614656"/>
            </a:xfrm>
          </p:grpSpPr>
          <p:grpSp>
            <p:nvGrpSpPr>
              <p:cNvPr id="5" name="그룹 564"/>
              <p:cNvGrpSpPr>
                <a:grpSpLocks/>
              </p:cNvGrpSpPr>
              <p:nvPr/>
            </p:nvGrpSpPr>
            <p:grpSpPr bwMode="auto">
              <a:xfrm>
                <a:off x="10122098" y="3703141"/>
                <a:ext cx="1440160" cy="792088"/>
                <a:chOff x="10122098" y="3703141"/>
                <a:chExt cx="1440160" cy="792088"/>
              </a:xfrm>
            </p:grpSpPr>
            <p:sp>
              <p:nvSpPr>
                <p:cNvPr id="537" name="Rounded Rectangle 264"/>
                <p:cNvSpPr/>
                <p:nvPr/>
              </p:nvSpPr>
              <p:spPr bwMode="auto">
                <a:xfrm>
                  <a:off x="10121521" y="3774923"/>
                  <a:ext cx="1441315" cy="720760"/>
                </a:xfrm>
                <a:prstGeom prst="roundRect">
                  <a:avLst/>
                </a:prstGeom>
                <a:solidFill>
                  <a:schemeClr val="bg1">
                    <a:lumMod val="95000"/>
                    <a:alpha val="5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latin typeface="굴림" charset="-127"/>
                    <a:ea typeface="굴림" charset="-127"/>
                  </a:endParaRPr>
                </a:p>
              </p:txBody>
            </p:sp>
            <p:grpSp>
              <p:nvGrpSpPr>
                <p:cNvPr id="6" name="그룹 535"/>
                <p:cNvGrpSpPr>
                  <a:grpSpLocks/>
                </p:cNvGrpSpPr>
                <p:nvPr/>
              </p:nvGrpSpPr>
              <p:grpSpPr bwMode="auto">
                <a:xfrm>
                  <a:off x="10266114" y="391154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5265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5266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538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553281" y="3703481"/>
                  <a:ext cx="577796" cy="14447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Arial" charset="0"/>
                      <a:ea typeface="굴림" charset="-127"/>
                      <a:cs typeface="Arial" charset="0"/>
                    </a:rPr>
                    <a:t>SPEAKER</a:t>
                  </a:r>
                  <a:endParaRPr lang="en-US" altLang="ko-KR" sz="600" b="1" dirty="0"/>
                </a:p>
              </p:txBody>
            </p:sp>
            <p:grpSp>
              <p:nvGrpSpPr>
                <p:cNvPr id="7" name="그룹 538"/>
                <p:cNvGrpSpPr>
                  <a:grpSpLocks/>
                </p:cNvGrpSpPr>
                <p:nvPr/>
              </p:nvGrpSpPr>
              <p:grpSpPr bwMode="auto">
                <a:xfrm>
                  <a:off x="10698162" y="391154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5263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5264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grpSp>
              <p:nvGrpSpPr>
                <p:cNvPr id="8" name="그룹 541"/>
                <p:cNvGrpSpPr>
                  <a:grpSpLocks/>
                </p:cNvGrpSpPr>
                <p:nvPr/>
              </p:nvGrpSpPr>
              <p:grpSpPr bwMode="auto">
                <a:xfrm>
                  <a:off x="11130210" y="391916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5261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5262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547" name="Rectangle 159"/>
                <p:cNvSpPr>
                  <a:spLocks noChangeArrowheads="1"/>
                </p:cNvSpPr>
                <p:nvPr/>
              </p:nvSpPr>
              <p:spPr bwMode="auto">
                <a:xfrm>
                  <a:off x="11099329" y="4249608"/>
                  <a:ext cx="360328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/>
                    <a:t>BOTH</a:t>
                  </a:r>
                </a:p>
              </p:txBody>
            </p:sp>
            <p:sp>
              <p:nvSpPr>
                <p:cNvPr id="548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675506" y="4257546"/>
                  <a:ext cx="360329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/>
                    <a:t>EXT</a:t>
                  </a:r>
                </a:p>
              </p:txBody>
            </p:sp>
            <p:sp>
              <p:nvSpPr>
                <p:cNvPr id="549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242160" y="4249608"/>
                  <a:ext cx="360328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/>
                    <a:t>INT</a:t>
                  </a:r>
                </a:p>
              </p:txBody>
            </p:sp>
          </p:grpSp>
          <p:grpSp>
            <p:nvGrpSpPr>
              <p:cNvPr id="9" name="그룹 563"/>
              <p:cNvGrpSpPr>
                <a:grpSpLocks/>
              </p:cNvGrpSpPr>
              <p:nvPr/>
            </p:nvGrpSpPr>
            <p:grpSpPr bwMode="auto">
              <a:xfrm>
                <a:off x="10122098" y="4525709"/>
                <a:ext cx="1440160" cy="792088"/>
                <a:chOff x="10194106" y="4639245"/>
                <a:chExt cx="1440160" cy="792088"/>
              </a:xfrm>
            </p:grpSpPr>
            <p:sp>
              <p:nvSpPr>
                <p:cNvPr id="550" name="Rounded Rectangle 264"/>
                <p:cNvSpPr/>
                <p:nvPr/>
              </p:nvSpPr>
              <p:spPr bwMode="auto">
                <a:xfrm>
                  <a:off x="10193529" y="4710824"/>
                  <a:ext cx="1441315" cy="720760"/>
                </a:xfrm>
                <a:prstGeom prst="roundRect">
                  <a:avLst/>
                </a:prstGeom>
                <a:solidFill>
                  <a:schemeClr val="bg1">
                    <a:lumMod val="95000"/>
                    <a:alpha val="5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latin typeface="굴림" charset="-127"/>
                    <a:ea typeface="굴림" charset="-127"/>
                  </a:endParaRPr>
                </a:p>
              </p:txBody>
            </p:sp>
            <p:grpSp>
              <p:nvGrpSpPr>
                <p:cNvPr id="10" name="그룹 550"/>
                <p:cNvGrpSpPr>
                  <a:grpSpLocks/>
                </p:cNvGrpSpPr>
                <p:nvPr/>
              </p:nvGrpSpPr>
              <p:grpSpPr bwMode="auto">
                <a:xfrm>
                  <a:off x="10338122" y="484764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5251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5252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554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625289" y="4639382"/>
                  <a:ext cx="577796" cy="14447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Arial" charset="0"/>
                      <a:ea typeface="굴림" charset="-127"/>
                      <a:cs typeface="Arial" charset="0"/>
                    </a:rPr>
                    <a:t>INTERCOM</a:t>
                  </a:r>
                  <a:endParaRPr lang="en-US" altLang="ko-KR" sz="600" b="1" dirty="0"/>
                </a:p>
              </p:txBody>
            </p:sp>
            <p:grpSp>
              <p:nvGrpSpPr>
                <p:cNvPr id="11" name="그룹 554"/>
                <p:cNvGrpSpPr>
                  <a:grpSpLocks/>
                </p:cNvGrpSpPr>
                <p:nvPr/>
              </p:nvGrpSpPr>
              <p:grpSpPr bwMode="auto">
                <a:xfrm>
                  <a:off x="10770170" y="484764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5249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5250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grpSp>
              <p:nvGrpSpPr>
                <p:cNvPr id="12" name="그룹 557"/>
                <p:cNvGrpSpPr>
                  <a:grpSpLocks/>
                </p:cNvGrpSpPr>
                <p:nvPr/>
              </p:nvGrpSpPr>
              <p:grpSpPr bwMode="auto">
                <a:xfrm>
                  <a:off x="11202218" y="485526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5247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5248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561" name="Rectangle 159"/>
                <p:cNvSpPr>
                  <a:spLocks noChangeArrowheads="1"/>
                </p:cNvSpPr>
                <p:nvPr/>
              </p:nvSpPr>
              <p:spPr bwMode="auto">
                <a:xfrm>
                  <a:off x="11171337" y="5185509"/>
                  <a:ext cx="360328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500" b="1" dirty="0"/>
                    <a:t>CANCEL</a:t>
                  </a:r>
                </a:p>
              </p:txBody>
            </p:sp>
            <p:sp>
              <p:nvSpPr>
                <p:cNvPr id="562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747514" y="5193447"/>
                  <a:ext cx="360329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500" b="1" dirty="0"/>
                    <a:t>PEI</a:t>
                  </a:r>
                </a:p>
              </p:txBody>
            </p:sp>
            <p:sp>
              <p:nvSpPr>
                <p:cNvPr id="563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314168" y="5185509"/>
                  <a:ext cx="360328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500" b="1" dirty="0"/>
                    <a:t>IC</a:t>
                  </a:r>
                </a:p>
              </p:txBody>
            </p:sp>
          </p:grpSp>
        </p:grpSp>
        <p:sp>
          <p:nvSpPr>
            <p:cNvPr id="5236" name="직사각형 566"/>
            <p:cNvSpPr>
              <a:spLocks noChangeArrowheads="1"/>
            </p:cNvSpPr>
            <p:nvPr/>
          </p:nvSpPr>
          <p:spPr bwMode="auto">
            <a:xfrm>
              <a:off x="8267142" y="4351213"/>
              <a:ext cx="1057207" cy="286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b="1" dirty="0">
                  <a:latin typeface="Arial" pitchFamily="34" charset="0"/>
                  <a:cs typeface="Arial" pitchFamily="34" charset="0"/>
                </a:rPr>
                <a:t>Push Button</a:t>
              </a:r>
            </a:p>
          </p:txBody>
        </p:sp>
      </p:grpSp>
      <p:sp>
        <p:nvSpPr>
          <p:cNvPr id="5191" name="Line 83"/>
          <p:cNvSpPr>
            <a:spLocks noChangeShapeType="1"/>
          </p:cNvSpPr>
          <p:nvPr/>
        </p:nvSpPr>
        <p:spPr bwMode="auto">
          <a:xfrm flipV="1">
            <a:off x="4085718" y="2239518"/>
            <a:ext cx="0" cy="205477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10" name="Rectangle 153"/>
          <p:cNvSpPr>
            <a:spLocks noChangeArrowheads="1"/>
          </p:cNvSpPr>
          <p:nvPr/>
        </p:nvSpPr>
        <p:spPr bwMode="auto">
          <a:xfrm>
            <a:off x="3653071" y="3537460"/>
            <a:ext cx="890324" cy="270554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>
              <a:defRPr/>
            </a:pPr>
            <a:r>
              <a:rPr lang="en-US" altLang="ko-KR" sz="800" b="1" dirty="0">
                <a:latin typeface="+mj-lt"/>
              </a:rPr>
              <a:t>Audio </a:t>
            </a:r>
            <a:r>
              <a:rPr lang="en-US" altLang="ko-KR" sz="800" b="1" dirty="0">
                <a:latin typeface="+mj-lt"/>
                <a:ea typeface="굴림" charset="-127"/>
                <a:cs typeface="Arial" charset="0"/>
              </a:rPr>
              <a:t>Controller</a:t>
            </a:r>
          </a:p>
        </p:txBody>
      </p:sp>
      <p:sp>
        <p:nvSpPr>
          <p:cNvPr id="5193" name="Line 125"/>
          <p:cNvSpPr>
            <a:spLocks noChangeShapeType="1"/>
          </p:cNvSpPr>
          <p:nvPr/>
        </p:nvSpPr>
        <p:spPr bwMode="auto">
          <a:xfrm flipV="1">
            <a:off x="4734094" y="4618483"/>
            <a:ext cx="216204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" name="Rectangle 5"/>
          <p:cNvSpPr>
            <a:spLocks noChangeArrowheads="1"/>
          </p:cNvSpPr>
          <p:nvPr/>
        </p:nvSpPr>
        <p:spPr bwMode="auto">
          <a:xfrm>
            <a:off x="6786488" y="4456389"/>
            <a:ext cx="650759" cy="3241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Digital</a:t>
            </a:r>
          </a:p>
          <a:p>
            <a:pPr algn="ctr">
              <a:defRPr/>
            </a:pPr>
            <a:r>
              <a:rPr lang="en-US" altLang="ko-KR" sz="900" b="1" dirty="0"/>
              <a:t>Control</a:t>
            </a:r>
          </a:p>
        </p:txBody>
      </p:sp>
      <p:sp>
        <p:nvSpPr>
          <p:cNvPr id="578" name="Rectangle 5"/>
          <p:cNvSpPr>
            <a:spLocks noChangeArrowheads="1"/>
          </p:cNvSpPr>
          <p:nvPr/>
        </p:nvSpPr>
        <p:spPr bwMode="auto">
          <a:xfrm>
            <a:off x="5869943" y="4456389"/>
            <a:ext cx="650759" cy="3241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Digital</a:t>
            </a:r>
          </a:p>
          <a:p>
            <a:pPr algn="ctr">
              <a:defRPr/>
            </a:pPr>
            <a:r>
              <a:rPr lang="en-US" altLang="ko-KR" sz="900" b="1" dirty="0"/>
              <a:t>Detection</a:t>
            </a:r>
          </a:p>
        </p:txBody>
      </p:sp>
      <p:sp>
        <p:nvSpPr>
          <p:cNvPr id="5196" name="Line 162"/>
          <p:cNvSpPr>
            <a:spLocks noChangeShapeType="1"/>
          </p:cNvSpPr>
          <p:nvPr/>
        </p:nvSpPr>
        <p:spPr bwMode="auto">
          <a:xfrm>
            <a:off x="4842554" y="4185835"/>
            <a:ext cx="15673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7" name="Rectangle 5"/>
          <p:cNvSpPr>
            <a:spLocks noChangeArrowheads="1"/>
          </p:cNvSpPr>
          <p:nvPr/>
        </p:nvSpPr>
        <p:spPr bwMode="auto">
          <a:xfrm>
            <a:off x="5869943" y="3970108"/>
            <a:ext cx="65075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Tone</a:t>
            </a:r>
          </a:p>
          <a:p>
            <a:pPr algn="ctr">
              <a:defRPr/>
            </a:pPr>
            <a:r>
              <a:rPr lang="en-US" altLang="ko-KR" sz="900" b="1" dirty="0"/>
              <a:t>Filter</a:t>
            </a:r>
          </a:p>
        </p:txBody>
      </p:sp>
      <p:sp>
        <p:nvSpPr>
          <p:cNvPr id="5198" name="Line 221"/>
          <p:cNvSpPr>
            <a:spLocks noChangeShapeType="1"/>
          </p:cNvSpPr>
          <p:nvPr/>
        </p:nvSpPr>
        <p:spPr bwMode="auto">
          <a:xfrm>
            <a:off x="3542228" y="2456437"/>
            <a:ext cx="4703105" cy="0"/>
          </a:xfrm>
          <a:prstGeom prst="line">
            <a:avLst/>
          </a:prstGeom>
          <a:noFill/>
          <a:ln w="15875">
            <a:solidFill>
              <a:srgbClr val="7030A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199" name="Text Box 97"/>
          <p:cNvSpPr txBox="1">
            <a:spLocks noChangeArrowheads="1"/>
          </p:cNvSpPr>
          <p:nvPr/>
        </p:nvSpPr>
        <p:spPr bwMode="auto">
          <a:xfrm>
            <a:off x="7589806" y="2268122"/>
            <a:ext cx="710901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/>
              <a:t>VOIP Audio</a:t>
            </a:r>
          </a:p>
        </p:txBody>
      </p:sp>
      <p:sp>
        <p:nvSpPr>
          <p:cNvPr id="613" name="Rectangle 158"/>
          <p:cNvSpPr>
            <a:spLocks noChangeArrowheads="1"/>
          </p:cNvSpPr>
          <p:nvPr/>
        </p:nvSpPr>
        <p:spPr bwMode="auto">
          <a:xfrm>
            <a:off x="6748348" y="2347977"/>
            <a:ext cx="643608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Transformer</a:t>
            </a:r>
          </a:p>
        </p:txBody>
      </p:sp>
      <p:sp>
        <p:nvSpPr>
          <p:cNvPr id="614" name="Rectangle 159"/>
          <p:cNvSpPr>
            <a:spLocks noChangeArrowheads="1"/>
          </p:cNvSpPr>
          <p:nvPr/>
        </p:nvSpPr>
        <p:spPr bwMode="auto">
          <a:xfrm>
            <a:off x="6039188" y="2362280"/>
            <a:ext cx="595933" cy="1942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ALC</a:t>
            </a:r>
          </a:p>
        </p:txBody>
      </p:sp>
      <p:sp>
        <p:nvSpPr>
          <p:cNvPr id="615" name="Rectangle 161"/>
          <p:cNvSpPr>
            <a:spLocks noChangeArrowheads="1"/>
          </p:cNvSpPr>
          <p:nvPr/>
        </p:nvSpPr>
        <p:spPr bwMode="auto">
          <a:xfrm>
            <a:off x="5490929" y="2356321"/>
            <a:ext cx="399275" cy="1918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L.P.F</a:t>
            </a:r>
          </a:p>
        </p:txBody>
      </p:sp>
      <p:grpSp>
        <p:nvGrpSpPr>
          <p:cNvPr id="13" name="그룹 467"/>
          <p:cNvGrpSpPr>
            <a:grpSpLocks/>
          </p:cNvGrpSpPr>
          <p:nvPr/>
        </p:nvGrpSpPr>
        <p:grpSpPr bwMode="auto">
          <a:xfrm>
            <a:off x="3220424" y="1429048"/>
            <a:ext cx="1676957" cy="1134657"/>
            <a:chOff x="2303463" y="3161158"/>
            <a:chExt cx="2130003" cy="1262063"/>
          </a:xfrm>
        </p:grpSpPr>
        <p:sp>
          <p:nvSpPr>
            <p:cNvPr id="453" name="Rectangle 265"/>
            <p:cNvSpPr/>
            <p:nvPr/>
          </p:nvSpPr>
          <p:spPr bwMode="auto">
            <a:xfrm>
              <a:off x="2303463" y="3161158"/>
              <a:ext cx="2130003" cy="12620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r>
                <a:rPr lang="en-US" sz="800" b="1" dirty="0">
                  <a:latin typeface="Arial" charset="0"/>
                  <a:ea typeface="굴림" charset="-127"/>
                  <a:cs typeface="Arial" charset="0"/>
                </a:rPr>
                <a:t>Solid State Switching Circuitry</a:t>
              </a:r>
            </a:p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</p:txBody>
        </p:sp>
        <p:grpSp>
          <p:nvGrpSpPr>
            <p:cNvPr id="14" name="Group 283"/>
            <p:cNvGrpSpPr>
              <a:grpSpLocks/>
            </p:cNvGrpSpPr>
            <p:nvPr/>
          </p:nvGrpSpPr>
          <p:grpSpPr bwMode="auto">
            <a:xfrm>
              <a:off x="2598738" y="3351658"/>
              <a:ext cx="1216025" cy="714375"/>
              <a:chOff x="3089939" y="900090"/>
              <a:chExt cx="777240" cy="457200"/>
            </a:xfrm>
          </p:grpSpPr>
          <p:cxnSp>
            <p:nvCxnSpPr>
              <p:cNvPr id="5229" name="Straight Connector 277"/>
              <p:cNvCxnSpPr>
                <a:cxnSpLocks noChangeShapeType="1"/>
              </p:cNvCxnSpPr>
              <p:nvPr/>
            </p:nvCxnSpPr>
            <p:spPr bwMode="auto">
              <a:xfrm>
                <a:off x="3089939" y="1042966"/>
                <a:ext cx="77724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5230" name="Straight Connector 278"/>
              <p:cNvCxnSpPr>
                <a:cxnSpLocks noChangeShapeType="1"/>
              </p:cNvCxnSpPr>
              <p:nvPr/>
            </p:nvCxnSpPr>
            <p:spPr bwMode="auto">
              <a:xfrm>
                <a:off x="3089939" y="1211268"/>
                <a:ext cx="77724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5231" name="Straight Connector 280"/>
              <p:cNvCxnSpPr>
                <a:cxnSpLocks noChangeShapeType="1"/>
              </p:cNvCxnSpPr>
              <p:nvPr/>
            </p:nvCxnSpPr>
            <p:spPr bwMode="auto">
              <a:xfrm rot="5400000">
                <a:off x="3042428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5232" name="Straight Connector 281"/>
              <p:cNvCxnSpPr>
                <a:cxnSpLocks noChangeShapeType="1"/>
              </p:cNvCxnSpPr>
              <p:nvPr/>
            </p:nvCxnSpPr>
            <p:spPr bwMode="auto">
              <a:xfrm rot="5400000">
                <a:off x="3256742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5233" name="Straight Connector 282"/>
              <p:cNvCxnSpPr>
                <a:cxnSpLocks noChangeShapeType="1"/>
              </p:cNvCxnSpPr>
              <p:nvPr/>
            </p:nvCxnSpPr>
            <p:spPr bwMode="auto">
              <a:xfrm rot="5400000">
                <a:off x="3471056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15" name="Group 220"/>
            <p:cNvGrpSpPr>
              <a:grpSpLocks/>
            </p:cNvGrpSpPr>
            <p:nvPr/>
          </p:nvGrpSpPr>
          <p:grpSpPr bwMode="auto">
            <a:xfrm>
              <a:off x="3857402" y="3415109"/>
              <a:ext cx="428625" cy="547688"/>
              <a:chOff x="4084198" y="659642"/>
              <a:chExt cx="428628" cy="548640"/>
            </a:xfrm>
          </p:grpSpPr>
          <p:grpSp>
            <p:nvGrpSpPr>
              <p:cNvPr id="16" name="Group 219"/>
              <p:cNvGrpSpPr>
                <a:grpSpLocks/>
              </p:cNvGrpSpPr>
              <p:nvPr/>
            </p:nvGrpSpPr>
            <p:grpSpPr bwMode="auto">
              <a:xfrm>
                <a:off x="4084198" y="659642"/>
                <a:ext cx="428628" cy="548640"/>
                <a:chOff x="4129078" y="590406"/>
                <a:chExt cx="428628" cy="548640"/>
              </a:xfrm>
            </p:grpSpPr>
            <p:cxnSp>
              <p:nvCxnSpPr>
                <p:cNvPr id="5226" name="Straight Connector 216"/>
                <p:cNvCxnSpPr>
                  <a:cxnSpLocks noChangeShapeType="1"/>
                </p:cNvCxnSpPr>
                <p:nvPr/>
              </p:nvCxnSpPr>
              <p:spPr bwMode="auto">
                <a:xfrm>
                  <a:off x="4129078" y="864842"/>
                  <a:ext cx="428628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5227" name="Straight Connector 21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081086" y="863932"/>
                  <a:ext cx="548640" cy="1588"/>
                </a:xfrm>
                <a:prstGeom prst="line">
                  <a:avLst/>
                </a:prstGeom>
                <a:noFill/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sp>
              <p:nvSpPr>
                <p:cNvPr id="466" name="Isosceles Triangle 211"/>
                <p:cNvSpPr/>
                <p:nvPr/>
              </p:nvSpPr>
              <p:spPr bwMode="auto">
                <a:xfrm rot="5400000">
                  <a:off x="4167743" y="757737"/>
                  <a:ext cx="357232" cy="214970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latin typeface="굴림" charset="-127"/>
                    <a:ea typeface="굴림" charset="-127"/>
                  </a:endParaRPr>
                </a:p>
              </p:txBody>
            </p:sp>
          </p:grpSp>
          <p:sp>
            <p:nvSpPr>
              <p:cNvPr id="5224" name="Isosceles Triangle 212"/>
              <p:cNvSpPr>
                <a:spLocks noChangeArrowheads="1"/>
              </p:cNvSpPr>
              <p:nvPr/>
            </p:nvSpPr>
            <p:spPr bwMode="auto">
              <a:xfrm rot="-5400000">
                <a:off x="4129078" y="828652"/>
                <a:ext cx="357190" cy="214314"/>
              </a:xfrm>
              <a:prstGeom prst="triangle">
                <a:avLst>
                  <a:gd name="adj" fmla="val 50000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ko-KR"/>
              </a:p>
            </p:txBody>
          </p:sp>
          <p:sp>
            <p:nvSpPr>
              <p:cNvPr id="463" name="Oval 218"/>
              <p:cNvSpPr/>
              <p:nvPr/>
            </p:nvSpPr>
            <p:spPr bwMode="auto">
              <a:xfrm>
                <a:off x="4281798" y="1032066"/>
                <a:ext cx="37846" cy="371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굴림" charset="-127"/>
                  <a:ea typeface="굴림" charset="-127"/>
                </a:endParaRPr>
              </a:p>
            </p:txBody>
          </p:sp>
        </p:grpSp>
      </p:grpSp>
      <p:sp>
        <p:nvSpPr>
          <p:cNvPr id="5204" name="Isosceles Triangle 270"/>
          <p:cNvSpPr>
            <a:spLocks noChangeArrowheads="1"/>
          </p:cNvSpPr>
          <p:nvPr/>
        </p:nvSpPr>
        <p:spPr bwMode="auto">
          <a:xfrm rot="16200000" flipH="1">
            <a:off x="4951014" y="2402803"/>
            <a:ext cx="107268" cy="107268"/>
          </a:xfrm>
          <a:prstGeom prst="triangle">
            <a:avLst>
              <a:gd name="adj" fmla="val 50000"/>
            </a:avLst>
          </a:prstGeom>
          <a:solidFill>
            <a:srgbClr val="7030A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en-US" altLang="ko-KR">
              <a:solidFill>
                <a:srgbClr val="00B050"/>
              </a:solidFill>
            </a:endParaRPr>
          </a:p>
        </p:txBody>
      </p:sp>
      <p:sp>
        <p:nvSpPr>
          <p:cNvPr id="5205" name="Isosceles Triangle 271"/>
          <p:cNvSpPr>
            <a:spLocks noChangeArrowheads="1"/>
          </p:cNvSpPr>
          <p:nvPr/>
        </p:nvSpPr>
        <p:spPr bwMode="auto">
          <a:xfrm rot="5400000">
            <a:off x="5330027" y="2402803"/>
            <a:ext cx="107268" cy="107268"/>
          </a:xfrm>
          <a:prstGeom prst="triangle">
            <a:avLst>
              <a:gd name="adj" fmla="val 50000"/>
            </a:avLst>
          </a:prstGeom>
          <a:solidFill>
            <a:srgbClr val="7030A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en-US" altLang="ko-KR"/>
          </a:p>
        </p:txBody>
      </p:sp>
      <p:sp>
        <p:nvSpPr>
          <p:cNvPr id="620" name="Rounded Rectangle 264"/>
          <p:cNvSpPr/>
          <p:nvPr/>
        </p:nvSpPr>
        <p:spPr bwMode="auto">
          <a:xfrm>
            <a:off x="2409954" y="2805654"/>
            <a:ext cx="756836" cy="431456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68644" tIns="34322" rIns="68644" bIns="34322"/>
          <a:lstStyle/>
          <a:p>
            <a:pPr>
              <a:defRPr/>
            </a:pPr>
            <a:endParaRPr lang="en-US">
              <a:latin typeface="굴림" charset="-127"/>
              <a:ea typeface="굴림" charset="-127"/>
            </a:endParaRPr>
          </a:p>
        </p:txBody>
      </p:sp>
      <p:sp>
        <p:nvSpPr>
          <p:cNvPr id="5207" name="Line 125"/>
          <p:cNvSpPr>
            <a:spLocks noChangeShapeType="1"/>
          </p:cNvSpPr>
          <p:nvPr/>
        </p:nvSpPr>
        <p:spPr bwMode="auto">
          <a:xfrm>
            <a:off x="2787776" y="2942719"/>
            <a:ext cx="0" cy="1081023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208" name="Rectangle 192"/>
          <p:cNvSpPr>
            <a:spLocks noChangeArrowheads="1"/>
          </p:cNvSpPr>
          <p:nvPr/>
        </p:nvSpPr>
        <p:spPr bwMode="auto">
          <a:xfrm>
            <a:off x="2517222" y="2887893"/>
            <a:ext cx="525614" cy="29081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r>
              <a:rPr lang="en-US" altLang="ko-KR" sz="700" b="1" dirty="0">
                <a:latin typeface="Arial" pitchFamily="34" charset="0"/>
                <a:cs typeface="Arial" pitchFamily="34" charset="0"/>
              </a:rPr>
              <a:t>CAB ON</a:t>
            </a:r>
          </a:p>
        </p:txBody>
      </p:sp>
      <p:sp>
        <p:nvSpPr>
          <p:cNvPr id="5209" name="Line 125"/>
          <p:cNvSpPr>
            <a:spLocks noChangeShapeType="1"/>
          </p:cNvSpPr>
          <p:nvPr/>
        </p:nvSpPr>
        <p:spPr bwMode="auto">
          <a:xfrm>
            <a:off x="2787777" y="4023741"/>
            <a:ext cx="1460036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210" name="Text Box 197"/>
          <p:cNvSpPr txBox="1">
            <a:spLocks noChangeArrowheads="1"/>
          </p:cNvSpPr>
          <p:nvPr/>
        </p:nvSpPr>
        <p:spPr bwMode="auto">
          <a:xfrm>
            <a:off x="889133" y="2430216"/>
            <a:ext cx="565027" cy="1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700" b="1" dirty="0">
                <a:latin typeface="Arial" pitchFamily="34" charset="0"/>
                <a:cs typeface="Arial" pitchFamily="34" charset="0"/>
              </a:rPr>
              <a:t> Mic. Jack</a:t>
            </a:r>
          </a:p>
        </p:txBody>
      </p:sp>
      <p:grpSp>
        <p:nvGrpSpPr>
          <p:cNvPr id="17" name="그룹 153"/>
          <p:cNvGrpSpPr>
            <a:grpSpLocks/>
          </p:cNvGrpSpPr>
          <p:nvPr/>
        </p:nvGrpSpPr>
        <p:grpSpPr bwMode="auto">
          <a:xfrm>
            <a:off x="2787776" y="4456389"/>
            <a:ext cx="594741" cy="486282"/>
            <a:chOff x="7483202" y="3775149"/>
            <a:chExt cx="792088" cy="648717"/>
          </a:xfrm>
        </p:grpSpPr>
        <p:sp>
          <p:nvSpPr>
            <p:cNvPr id="153" name="Rounded Rectangle 264"/>
            <p:cNvSpPr/>
            <p:nvPr/>
          </p:nvSpPr>
          <p:spPr bwMode="auto">
            <a:xfrm>
              <a:off x="7483202" y="3775149"/>
              <a:ext cx="792088" cy="64871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굴림" charset="-127"/>
                <a:ea typeface="굴림" charset="-127"/>
              </a:endParaRPr>
            </a:p>
          </p:txBody>
        </p:sp>
        <p:sp>
          <p:nvSpPr>
            <p:cNvPr id="5217" name="Oval 213"/>
            <p:cNvSpPr>
              <a:spLocks noChangeArrowheads="1"/>
            </p:cNvSpPr>
            <p:nvPr/>
          </p:nvSpPr>
          <p:spPr bwMode="auto">
            <a:xfrm>
              <a:off x="7745834" y="3847157"/>
              <a:ext cx="288059" cy="288018"/>
            </a:xfrm>
            <a:prstGeom prst="ellipse">
              <a:avLst/>
            </a:prstGeom>
            <a:solidFill>
              <a:srgbClr val="D4AFDB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ko-KR"/>
            </a:p>
          </p:txBody>
        </p:sp>
        <p:sp>
          <p:nvSpPr>
            <p:cNvPr id="5218" name="Oval 215"/>
            <p:cNvSpPr>
              <a:spLocks noChangeArrowheads="1"/>
            </p:cNvSpPr>
            <p:nvPr/>
          </p:nvSpPr>
          <p:spPr bwMode="auto">
            <a:xfrm>
              <a:off x="7779742" y="3881065"/>
              <a:ext cx="221482" cy="221450"/>
            </a:xfrm>
            <a:prstGeom prst="ellipse">
              <a:avLst/>
            </a:prstGeom>
            <a:solidFill>
              <a:srgbClr val="A6B24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ko-KR"/>
            </a:p>
          </p:txBody>
        </p:sp>
        <p:sp>
          <p:nvSpPr>
            <p:cNvPr id="152" name="Rectangle 159"/>
            <p:cNvSpPr>
              <a:spLocks noChangeArrowheads="1"/>
            </p:cNvSpPr>
            <p:nvPr/>
          </p:nvSpPr>
          <p:spPr bwMode="auto">
            <a:xfrm>
              <a:off x="7724479" y="4207627"/>
              <a:ext cx="360328" cy="1430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ko-KR" sz="500" b="1" dirty="0"/>
                <a:t>VOIP</a:t>
              </a:r>
            </a:p>
          </p:txBody>
        </p:sp>
      </p:grpSp>
      <p:cxnSp>
        <p:nvCxnSpPr>
          <p:cNvPr id="5212" name="Straight Arrow Connector 123"/>
          <p:cNvCxnSpPr>
            <a:cxnSpLocks noChangeShapeType="1"/>
          </p:cNvCxnSpPr>
          <p:nvPr/>
        </p:nvCxnSpPr>
        <p:spPr bwMode="auto">
          <a:xfrm rot="10800000">
            <a:off x="1436200" y="4184644"/>
            <a:ext cx="2541059" cy="11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585" name="Rectangle 6"/>
          <p:cNvSpPr>
            <a:spLocks noChangeArrowheads="1"/>
          </p:cNvSpPr>
          <p:nvPr/>
        </p:nvSpPr>
        <p:spPr bwMode="auto">
          <a:xfrm>
            <a:off x="3436152" y="3970108"/>
            <a:ext cx="1405210" cy="156730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>
                <a:latin typeface="굴림" charset="-127"/>
                <a:ea typeface="굴림" charset="-127"/>
              </a:rPr>
              <a:t>Logic</a:t>
            </a:r>
          </a:p>
          <a:p>
            <a:pPr algn="ctr">
              <a:defRPr/>
            </a:pPr>
            <a:r>
              <a:rPr lang="en-US" altLang="ko-KR" sz="900" b="1" dirty="0">
                <a:latin typeface="Arial" charset="0"/>
                <a:ea typeface="굴림" charset="-127"/>
                <a:cs typeface="Arial" charset="0"/>
              </a:rPr>
              <a:t>Controller</a:t>
            </a:r>
          </a:p>
        </p:txBody>
      </p:sp>
      <p:sp>
        <p:nvSpPr>
          <p:cNvPr id="5214" name="Line 49"/>
          <p:cNvSpPr>
            <a:spLocks noChangeShapeType="1"/>
          </p:cNvSpPr>
          <p:nvPr/>
        </p:nvSpPr>
        <p:spPr bwMode="auto">
          <a:xfrm>
            <a:off x="4842554" y="4942671"/>
            <a:ext cx="367571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215" name="Text Box 70"/>
          <p:cNvSpPr txBox="1">
            <a:spLocks noChangeArrowheads="1"/>
          </p:cNvSpPr>
          <p:nvPr/>
        </p:nvSpPr>
        <p:spPr bwMode="auto">
          <a:xfrm>
            <a:off x="8006959" y="4726943"/>
            <a:ext cx="428773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MUTE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94"/>
          <p:cNvSpPr>
            <a:spLocks noChangeArrowheads="1"/>
          </p:cNvSpPr>
          <p:nvPr/>
        </p:nvSpPr>
        <p:spPr bwMode="auto">
          <a:xfrm>
            <a:off x="7213176" y="6673261"/>
            <a:ext cx="1954661" cy="315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800" dirty="0">
                <a:latin typeface="Arial" pitchFamily="34" charset="0"/>
                <a:cs typeface="Arial" pitchFamily="34" charset="0"/>
              </a:rPr>
              <a:t>(CPO) Block Diagram-R01 - 20110316.ppt</a:t>
            </a:r>
          </a:p>
        </p:txBody>
      </p:sp>
      <p:sp>
        <p:nvSpPr>
          <p:cNvPr id="6147" name="직사각형 109"/>
          <p:cNvSpPr>
            <a:spLocks noChangeArrowheads="1"/>
          </p:cNvSpPr>
          <p:nvPr/>
        </p:nvSpPr>
        <p:spPr bwMode="auto">
          <a:xfrm>
            <a:off x="2840219" y="401659"/>
            <a:ext cx="4055921" cy="438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2400" dirty="0">
                <a:latin typeface="Arial" pitchFamily="34" charset="0"/>
                <a:cs typeface="Arial" pitchFamily="34" charset="0"/>
              </a:rPr>
              <a:t>Denver CPO Block Diagram </a:t>
            </a:r>
            <a:endParaRPr lang="ko-KR" altLang="en-US" sz="2400" dirty="0"/>
          </a:p>
        </p:txBody>
      </p:sp>
      <p:sp>
        <p:nvSpPr>
          <p:cNvPr id="6148" name="Line 214"/>
          <p:cNvSpPr>
            <a:spLocks noChangeShapeType="1"/>
          </p:cNvSpPr>
          <p:nvPr/>
        </p:nvSpPr>
        <p:spPr bwMode="auto">
          <a:xfrm>
            <a:off x="3382518" y="2045243"/>
            <a:ext cx="4865199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149" name="Line 215"/>
          <p:cNvSpPr>
            <a:spLocks noChangeShapeType="1"/>
          </p:cNvSpPr>
          <p:nvPr/>
        </p:nvSpPr>
        <p:spPr bwMode="auto">
          <a:xfrm>
            <a:off x="1922481" y="1968964"/>
            <a:ext cx="1997568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150" name="Line 221"/>
          <p:cNvSpPr>
            <a:spLocks noChangeShapeType="1"/>
          </p:cNvSpPr>
          <p:nvPr/>
        </p:nvSpPr>
        <p:spPr bwMode="auto">
          <a:xfrm>
            <a:off x="3544612" y="2315797"/>
            <a:ext cx="4703105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151" name="TextBox 221"/>
          <p:cNvSpPr txBox="1">
            <a:spLocks noChangeArrowheads="1"/>
          </p:cNvSpPr>
          <p:nvPr/>
        </p:nvSpPr>
        <p:spPr bwMode="auto">
          <a:xfrm>
            <a:off x="1440967" y="1320588"/>
            <a:ext cx="1027389" cy="162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600" b="1" dirty="0">
                <a:latin typeface="Arial" pitchFamily="34" charset="0"/>
                <a:cs typeface="Arial" pitchFamily="34" charset="0"/>
              </a:rPr>
              <a:t>Volume Control Knob</a:t>
            </a:r>
          </a:p>
        </p:txBody>
      </p:sp>
      <p:sp>
        <p:nvSpPr>
          <p:cNvPr id="6152" name="Rectangle 188"/>
          <p:cNvSpPr>
            <a:spLocks noChangeArrowheads="1"/>
          </p:cNvSpPr>
          <p:nvPr/>
        </p:nvSpPr>
        <p:spPr bwMode="auto">
          <a:xfrm>
            <a:off x="787825" y="1699602"/>
            <a:ext cx="6757883" cy="1296751"/>
          </a:xfrm>
          <a:prstGeom prst="rect">
            <a:avLst/>
          </a:prstGeom>
          <a:solidFill>
            <a:srgbClr val="92D050">
              <a:alpha val="25098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6153" name="Oval 87"/>
          <p:cNvSpPr>
            <a:spLocks noChangeArrowheads="1"/>
          </p:cNvSpPr>
          <p:nvPr/>
        </p:nvSpPr>
        <p:spPr bwMode="auto">
          <a:xfrm>
            <a:off x="1157303" y="2399228"/>
            <a:ext cx="162094" cy="162094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6154" name="Text Box 97"/>
          <p:cNvSpPr txBox="1">
            <a:spLocks noChangeArrowheads="1"/>
          </p:cNvSpPr>
          <p:nvPr/>
        </p:nvSpPr>
        <p:spPr bwMode="auto">
          <a:xfrm>
            <a:off x="7580271" y="1862888"/>
            <a:ext cx="686856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/>
              <a:t>DPO Audio</a:t>
            </a:r>
          </a:p>
        </p:txBody>
      </p:sp>
      <p:sp>
        <p:nvSpPr>
          <p:cNvPr id="6155" name="Line 123"/>
          <p:cNvSpPr>
            <a:spLocks noChangeShapeType="1"/>
          </p:cNvSpPr>
          <p:nvPr/>
        </p:nvSpPr>
        <p:spPr bwMode="auto">
          <a:xfrm flipV="1">
            <a:off x="1406403" y="1968964"/>
            <a:ext cx="1513670" cy="2384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156" name="Sound"/>
          <p:cNvSpPr>
            <a:spLocks noEditPoints="1" noChangeArrowheads="1"/>
          </p:cNvSpPr>
          <p:nvPr/>
        </p:nvSpPr>
        <p:spPr bwMode="auto">
          <a:xfrm rot="10800000">
            <a:off x="1048843" y="1805678"/>
            <a:ext cx="377822" cy="3241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0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61 w 21600"/>
              <a:gd name="T13" fmla="*/ 22454 h 21600"/>
              <a:gd name="T14" fmla="*/ 21069 w 21600"/>
              <a:gd name="T15" fmla="*/ 28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10800000" lIns="68644" tIns="34322" rIns="68644" bIns="34322"/>
          <a:lstStyle/>
          <a:p>
            <a:endParaRPr lang="ko-KR" altLang="en-US"/>
          </a:p>
        </p:txBody>
      </p:sp>
      <p:cxnSp>
        <p:nvCxnSpPr>
          <p:cNvPr id="6157" name="Straight Arrow Connector 121"/>
          <p:cNvCxnSpPr>
            <a:cxnSpLocks noChangeShapeType="1"/>
            <a:stCxn id="118" idx="2"/>
            <a:endCxn id="145" idx="0"/>
          </p:cNvCxnSpPr>
          <p:nvPr/>
        </p:nvCxnSpPr>
        <p:spPr bwMode="auto">
          <a:xfrm rot="5400000">
            <a:off x="1685300" y="2222832"/>
            <a:ext cx="287239" cy="1192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6158" name="Straight Arrow Connector 123"/>
          <p:cNvCxnSpPr>
            <a:cxnSpLocks noChangeShapeType="1"/>
          </p:cNvCxnSpPr>
          <p:nvPr/>
        </p:nvCxnSpPr>
        <p:spPr bwMode="auto">
          <a:xfrm rot="10800000">
            <a:off x="570905" y="2216872"/>
            <a:ext cx="2078615" cy="1192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102" name="Rectangle 160"/>
          <p:cNvSpPr>
            <a:spLocks noChangeArrowheads="1"/>
          </p:cNvSpPr>
          <p:nvPr/>
        </p:nvSpPr>
        <p:spPr bwMode="auto">
          <a:xfrm>
            <a:off x="2185884" y="1868847"/>
            <a:ext cx="951109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AUDIO EXPANDER</a:t>
            </a:r>
          </a:p>
        </p:txBody>
      </p:sp>
      <p:cxnSp>
        <p:nvCxnSpPr>
          <p:cNvPr id="6160" name="Straight Arrow Connector 121"/>
          <p:cNvCxnSpPr>
            <a:cxnSpLocks noChangeShapeType="1"/>
          </p:cNvCxnSpPr>
          <p:nvPr/>
        </p:nvCxnSpPr>
        <p:spPr bwMode="auto">
          <a:xfrm rot="5400000">
            <a:off x="2506496" y="2221640"/>
            <a:ext cx="287240" cy="11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6161" name="Rectangle 4"/>
          <p:cNvSpPr>
            <a:spLocks noChangeArrowheads="1"/>
          </p:cNvSpPr>
          <p:nvPr/>
        </p:nvSpPr>
        <p:spPr bwMode="auto">
          <a:xfrm>
            <a:off x="408811" y="1104861"/>
            <a:ext cx="8326380" cy="53514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105" name="Rectangle 158"/>
          <p:cNvSpPr>
            <a:spLocks noChangeArrowheads="1"/>
          </p:cNvSpPr>
          <p:nvPr/>
        </p:nvSpPr>
        <p:spPr bwMode="auto">
          <a:xfrm>
            <a:off x="6748348" y="1916521"/>
            <a:ext cx="643608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Transformer</a:t>
            </a:r>
          </a:p>
        </p:txBody>
      </p:sp>
      <p:sp>
        <p:nvSpPr>
          <p:cNvPr id="106" name="Rectangle 159"/>
          <p:cNvSpPr>
            <a:spLocks noChangeArrowheads="1"/>
          </p:cNvSpPr>
          <p:nvPr/>
        </p:nvSpPr>
        <p:spPr bwMode="auto">
          <a:xfrm>
            <a:off x="6039188" y="1929632"/>
            <a:ext cx="595933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ALC</a:t>
            </a:r>
          </a:p>
        </p:txBody>
      </p:sp>
      <p:sp>
        <p:nvSpPr>
          <p:cNvPr id="107" name="Rectangle 161"/>
          <p:cNvSpPr>
            <a:spLocks noChangeArrowheads="1"/>
          </p:cNvSpPr>
          <p:nvPr/>
        </p:nvSpPr>
        <p:spPr bwMode="auto">
          <a:xfrm>
            <a:off x="5490929" y="1920098"/>
            <a:ext cx="399275" cy="1918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L.P.F</a:t>
            </a:r>
          </a:p>
        </p:txBody>
      </p:sp>
      <p:sp>
        <p:nvSpPr>
          <p:cNvPr id="6165" name="Text Box 97"/>
          <p:cNvSpPr txBox="1">
            <a:spLocks noChangeArrowheads="1"/>
          </p:cNvSpPr>
          <p:nvPr/>
        </p:nvSpPr>
        <p:spPr bwMode="auto">
          <a:xfrm>
            <a:off x="7580271" y="2116755"/>
            <a:ext cx="675635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/>
              <a:t>CPO Audio</a:t>
            </a:r>
          </a:p>
        </p:txBody>
      </p:sp>
      <p:sp>
        <p:nvSpPr>
          <p:cNvPr id="109" name="Rectangle 158"/>
          <p:cNvSpPr>
            <a:spLocks noChangeArrowheads="1"/>
          </p:cNvSpPr>
          <p:nvPr/>
        </p:nvSpPr>
        <p:spPr bwMode="auto">
          <a:xfrm>
            <a:off x="6748348" y="2178732"/>
            <a:ext cx="643608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Transformer</a:t>
            </a:r>
          </a:p>
        </p:txBody>
      </p:sp>
      <p:sp>
        <p:nvSpPr>
          <p:cNvPr id="110" name="Rectangle 159"/>
          <p:cNvSpPr>
            <a:spLocks noChangeArrowheads="1"/>
          </p:cNvSpPr>
          <p:nvPr/>
        </p:nvSpPr>
        <p:spPr bwMode="auto">
          <a:xfrm>
            <a:off x="6039188" y="2193035"/>
            <a:ext cx="595933" cy="1942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ALC</a:t>
            </a:r>
          </a:p>
        </p:txBody>
      </p:sp>
      <p:sp>
        <p:nvSpPr>
          <p:cNvPr id="111" name="Rectangle 161"/>
          <p:cNvSpPr>
            <a:spLocks noChangeArrowheads="1"/>
          </p:cNvSpPr>
          <p:nvPr/>
        </p:nvSpPr>
        <p:spPr bwMode="auto">
          <a:xfrm>
            <a:off x="5490929" y="2187076"/>
            <a:ext cx="399275" cy="1918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L.P.F</a:t>
            </a:r>
          </a:p>
        </p:txBody>
      </p:sp>
      <p:sp>
        <p:nvSpPr>
          <p:cNvPr id="6169" name="Text Box 97"/>
          <p:cNvSpPr txBox="1">
            <a:spLocks noChangeArrowheads="1"/>
          </p:cNvSpPr>
          <p:nvPr/>
        </p:nvSpPr>
        <p:spPr bwMode="auto">
          <a:xfrm>
            <a:off x="7589807" y="2387309"/>
            <a:ext cx="653193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/>
              <a:t>PEI  Audio</a:t>
            </a:r>
          </a:p>
        </p:txBody>
      </p:sp>
      <p:sp>
        <p:nvSpPr>
          <p:cNvPr id="6170" name="Line 27"/>
          <p:cNvSpPr>
            <a:spLocks noChangeShapeType="1"/>
          </p:cNvSpPr>
          <p:nvPr/>
        </p:nvSpPr>
        <p:spPr bwMode="auto">
          <a:xfrm flipV="1">
            <a:off x="1823556" y="1482682"/>
            <a:ext cx="0" cy="5244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171" name="Line 26"/>
          <p:cNvSpPr>
            <a:spLocks noChangeShapeType="1"/>
          </p:cNvSpPr>
          <p:nvPr/>
        </p:nvSpPr>
        <p:spPr bwMode="auto">
          <a:xfrm>
            <a:off x="1337274" y="1482682"/>
            <a:ext cx="48628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2" name="Group 216"/>
          <p:cNvGrpSpPr>
            <a:grpSpLocks/>
          </p:cNvGrpSpPr>
          <p:nvPr/>
        </p:nvGrpSpPr>
        <p:grpSpPr bwMode="auto">
          <a:xfrm>
            <a:off x="1120355" y="1320588"/>
            <a:ext cx="321804" cy="321804"/>
            <a:chOff x="1666066" y="114272"/>
            <a:chExt cx="428628" cy="428628"/>
          </a:xfrm>
        </p:grpSpPr>
        <p:sp>
          <p:nvSpPr>
            <p:cNvPr id="6273" name="Oval 213"/>
            <p:cNvSpPr>
              <a:spLocks noChangeArrowheads="1"/>
            </p:cNvSpPr>
            <p:nvPr/>
          </p:nvSpPr>
          <p:spPr bwMode="auto">
            <a:xfrm>
              <a:off x="1666066" y="114272"/>
              <a:ext cx="428628" cy="428628"/>
            </a:xfrm>
            <a:prstGeom prst="ellipse">
              <a:avLst/>
            </a:prstGeom>
            <a:solidFill>
              <a:srgbClr val="D4AFDB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ko-KR"/>
            </a:p>
          </p:txBody>
        </p:sp>
        <p:sp>
          <p:nvSpPr>
            <p:cNvPr id="117" name="Oval 215"/>
            <p:cNvSpPr/>
            <p:nvPr/>
          </p:nvSpPr>
          <p:spPr bwMode="auto">
            <a:xfrm>
              <a:off x="1743855" y="192061"/>
              <a:ext cx="273052" cy="27305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18" name="Rectangle 137"/>
          <p:cNvSpPr>
            <a:spLocks noChangeArrowheads="1"/>
          </p:cNvSpPr>
          <p:nvPr/>
        </p:nvSpPr>
        <p:spPr bwMode="auto">
          <a:xfrm>
            <a:off x="1640008" y="1864079"/>
            <a:ext cx="377822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AMP</a:t>
            </a:r>
          </a:p>
        </p:txBody>
      </p:sp>
      <p:sp>
        <p:nvSpPr>
          <p:cNvPr id="6174" name="Isosceles Triangle 267"/>
          <p:cNvSpPr>
            <a:spLocks noChangeArrowheads="1"/>
          </p:cNvSpPr>
          <p:nvPr/>
        </p:nvSpPr>
        <p:spPr bwMode="auto">
          <a:xfrm rot="5400000">
            <a:off x="5328836" y="1991610"/>
            <a:ext cx="107268" cy="107268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en-US" altLang="ko-KR"/>
          </a:p>
        </p:txBody>
      </p:sp>
      <p:sp>
        <p:nvSpPr>
          <p:cNvPr id="6175" name="Isosceles Triangle 268"/>
          <p:cNvSpPr>
            <a:spLocks noChangeArrowheads="1"/>
          </p:cNvSpPr>
          <p:nvPr/>
        </p:nvSpPr>
        <p:spPr bwMode="auto">
          <a:xfrm rot="16200000" flipH="1">
            <a:off x="4951014" y="1991610"/>
            <a:ext cx="107268" cy="107268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en-US" altLang="ko-KR"/>
          </a:p>
        </p:txBody>
      </p:sp>
      <p:sp>
        <p:nvSpPr>
          <p:cNvPr id="6176" name="Isosceles Triangle 269"/>
          <p:cNvSpPr>
            <a:spLocks noChangeArrowheads="1"/>
          </p:cNvSpPr>
          <p:nvPr/>
        </p:nvSpPr>
        <p:spPr bwMode="auto">
          <a:xfrm rot="5400000">
            <a:off x="5328836" y="2262163"/>
            <a:ext cx="107268" cy="107268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en-US" altLang="ko-KR"/>
          </a:p>
        </p:txBody>
      </p:sp>
      <p:sp>
        <p:nvSpPr>
          <p:cNvPr id="6177" name="Line 221"/>
          <p:cNvSpPr>
            <a:spLocks noChangeShapeType="1"/>
          </p:cNvSpPr>
          <p:nvPr/>
        </p:nvSpPr>
        <p:spPr bwMode="auto">
          <a:xfrm>
            <a:off x="3544612" y="2595885"/>
            <a:ext cx="4703105" cy="0"/>
          </a:xfrm>
          <a:prstGeom prst="line">
            <a:avLst/>
          </a:prstGeom>
          <a:noFill/>
          <a:ln w="15875">
            <a:solidFill>
              <a:srgbClr val="00B05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178" name="Isosceles Triangle 270"/>
          <p:cNvSpPr>
            <a:spLocks noChangeArrowheads="1"/>
          </p:cNvSpPr>
          <p:nvPr/>
        </p:nvSpPr>
        <p:spPr bwMode="auto">
          <a:xfrm rot="16200000" flipH="1">
            <a:off x="4951014" y="2262163"/>
            <a:ext cx="107268" cy="107268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en-US" altLang="ko-KR"/>
          </a:p>
        </p:txBody>
      </p:sp>
      <p:sp>
        <p:nvSpPr>
          <p:cNvPr id="124" name="Rectangle 158"/>
          <p:cNvSpPr>
            <a:spLocks noChangeArrowheads="1"/>
          </p:cNvSpPr>
          <p:nvPr/>
        </p:nvSpPr>
        <p:spPr bwMode="auto">
          <a:xfrm>
            <a:off x="6748348" y="2449287"/>
            <a:ext cx="643608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Transformer</a:t>
            </a:r>
          </a:p>
        </p:txBody>
      </p:sp>
      <p:sp>
        <p:nvSpPr>
          <p:cNvPr id="125" name="Rectangle 159"/>
          <p:cNvSpPr>
            <a:spLocks noChangeArrowheads="1"/>
          </p:cNvSpPr>
          <p:nvPr/>
        </p:nvSpPr>
        <p:spPr bwMode="auto">
          <a:xfrm>
            <a:off x="6039188" y="2462396"/>
            <a:ext cx="595933" cy="1942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ALC</a:t>
            </a:r>
          </a:p>
        </p:txBody>
      </p:sp>
      <p:sp>
        <p:nvSpPr>
          <p:cNvPr id="126" name="Rectangle 161"/>
          <p:cNvSpPr>
            <a:spLocks noChangeArrowheads="1"/>
          </p:cNvSpPr>
          <p:nvPr/>
        </p:nvSpPr>
        <p:spPr bwMode="auto">
          <a:xfrm>
            <a:off x="5490929" y="2457629"/>
            <a:ext cx="399275" cy="19189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L.P.F</a:t>
            </a:r>
          </a:p>
        </p:txBody>
      </p:sp>
      <p:sp>
        <p:nvSpPr>
          <p:cNvPr id="6182" name="Line 215"/>
          <p:cNvSpPr>
            <a:spLocks noChangeShapeType="1"/>
          </p:cNvSpPr>
          <p:nvPr/>
        </p:nvSpPr>
        <p:spPr bwMode="auto">
          <a:xfrm>
            <a:off x="1760387" y="2456437"/>
            <a:ext cx="1997568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28" name="Rectangle 160"/>
          <p:cNvSpPr>
            <a:spLocks noChangeArrowheads="1"/>
          </p:cNvSpPr>
          <p:nvPr/>
        </p:nvSpPr>
        <p:spPr bwMode="auto">
          <a:xfrm>
            <a:off x="2187076" y="2362280"/>
            <a:ext cx="949917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AUDIO COMPANDOR</a:t>
            </a:r>
          </a:p>
        </p:txBody>
      </p:sp>
      <p:sp>
        <p:nvSpPr>
          <p:cNvPr id="6184" name="Isosceles Triangle 270"/>
          <p:cNvSpPr>
            <a:spLocks noChangeArrowheads="1"/>
          </p:cNvSpPr>
          <p:nvPr/>
        </p:nvSpPr>
        <p:spPr bwMode="auto">
          <a:xfrm rot="16200000" flipH="1">
            <a:off x="4951014" y="2532717"/>
            <a:ext cx="107268" cy="107268"/>
          </a:xfrm>
          <a:prstGeom prst="triangle">
            <a:avLst>
              <a:gd name="adj" fmla="val 50000"/>
            </a:avLst>
          </a:prstGeom>
          <a:solidFill>
            <a:srgbClr val="00B05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en-US" altLang="ko-KR">
              <a:solidFill>
                <a:srgbClr val="00B050"/>
              </a:solidFill>
            </a:endParaRPr>
          </a:p>
        </p:txBody>
      </p:sp>
      <p:sp>
        <p:nvSpPr>
          <p:cNvPr id="6185" name="Isosceles Triangle 271"/>
          <p:cNvSpPr>
            <a:spLocks noChangeArrowheads="1"/>
          </p:cNvSpPr>
          <p:nvPr/>
        </p:nvSpPr>
        <p:spPr bwMode="auto">
          <a:xfrm rot="5400000">
            <a:off x="5330027" y="2532717"/>
            <a:ext cx="107268" cy="107268"/>
          </a:xfrm>
          <a:prstGeom prst="triangle">
            <a:avLst>
              <a:gd name="adj" fmla="val 50000"/>
            </a:avLst>
          </a:prstGeom>
          <a:solidFill>
            <a:srgbClr val="00B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en-US" altLang="ko-KR"/>
          </a:p>
        </p:txBody>
      </p:sp>
      <p:sp>
        <p:nvSpPr>
          <p:cNvPr id="6186" name="Line 26"/>
          <p:cNvSpPr>
            <a:spLocks noChangeShapeType="1"/>
          </p:cNvSpPr>
          <p:nvPr/>
        </p:nvSpPr>
        <p:spPr bwMode="auto">
          <a:xfrm>
            <a:off x="1382565" y="2493385"/>
            <a:ext cx="324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187" name="Rectangle 88"/>
          <p:cNvSpPr>
            <a:spLocks noChangeArrowheads="1"/>
          </p:cNvSpPr>
          <p:nvPr/>
        </p:nvSpPr>
        <p:spPr bwMode="auto">
          <a:xfrm>
            <a:off x="1212129" y="2399228"/>
            <a:ext cx="215727" cy="162094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145" name="Rectangle 161"/>
          <p:cNvSpPr>
            <a:spLocks noChangeArrowheads="1"/>
          </p:cNvSpPr>
          <p:nvPr/>
        </p:nvSpPr>
        <p:spPr bwMode="auto">
          <a:xfrm>
            <a:off x="1640008" y="2367047"/>
            <a:ext cx="377822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AMP</a:t>
            </a:r>
          </a:p>
        </p:txBody>
      </p:sp>
      <p:sp>
        <p:nvSpPr>
          <p:cNvPr id="6189" name="Text Box 197"/>
          <p:cNvSpPr txBox="1">
            <a:spLocks noChangeArrowheads="1"/>
          </p:cNvSpPr>
          <p:nvPr/>
        </p:nvSpPr>
        <p:spPr bwMode="auto">
          <a:xfrm>
            <a:off x="896284" y="2642368"/>
            <a:ext cx="720519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Microphone</a:t>
            </a:r>
          </a:p>
        </p:txBody>
      </p:sp>
      <p:sp>
        <p:nvSpPr>
          <p:cNvPr id="6190" name="Rectangle 4"/>
          <p:cNvSpPr>
            <a:spLocks noChangeArrowheads="1"/>
          </p:cNvSpPr>
          <p:nvPr/>
        </p:nvSpPr>
        <p:spPr bwMode="auto">
          <a:xfrm>
            <a:off x="787825" y="3213273"/>
            <a:ext cx="6790063" cy="2539868"/>
          </a:xfrm>
          <a:prstGeom prst="rect">
            <a:avLst/>
          </a:prstGeom>
          <a:solidFill>
            <a:srgbClr val="92D05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 sz="8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191" name="Straight Arrow Connector 123"/>
          <p:cNvCxnSpPr>
            <a:cxnSpLocks noChangeShapeType="1"/>
          </p:cNvCxnSpPr>
          <p:nvPr/>
        </p:nvCxnSpPr>
        <p:spPr bwMode="auto">
          <a:xfrm rot="10800000">
            <a:off x="6085671" y="3467141"/>
            <a:ext cx="2541059" cy="11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6192" name="Text Box 97"/>
          <p:cNvSpPr txBox="1">
            <a:spLocks noChangeArrowheads="1"/>
          </p:cNvSpPr>
          <p:nvPr/>
        </p:nvSpPr>
        <p:spPr bwMode="auto">
          <a:xfrm>
            <a:off x="7697074" y="3250220"/>
            <a:ext cx="970588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/>
              <a:t>Dual Tone Audio</a:t>
            </a:r>
          </a:p>
        </p:txBody>
      </p:sp>
      <p:sp>
        <p:nvSpPr>
          <p:cNvPr id="156" name="Rectangle 158"/>
          <p:cNvSpPr>
            <a:spLocks noChangeArrowheads="1"/>
          </p:cNvSpPr>
          <p:nvPr/>
        </p:nvSpPr>
        <p:spPr bwMode="auto">
          <a:xfrm>
            <a:off x="6788872" y="3358680"/>
            <a:ext cx="643608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Transformer</a:t>
            </a:r>
          </a:p>
        </p:txBody>
      </p:sp>
      <p:sp>
        <p:nvSpPr>
          <p:cNvPr id="6194" name="Line 212"/>
          <p:cNvSpPr>
            <a:spLocks noChangeShapeType="1"/>
          </p:cNvSpPr>
          <p:nvPr/>
        </p:nvSpPr>
        <p:spPr bwMode="auto">
          <a:xfrm>
            <a:off x="3004696" y="6078519"/>
            <a:ext cx="74134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195" name="Text Box 216"/>
          <p:cNvSpPr txBox="1">
            <a:spLocks noChangeArrowheads="1"/>
          </p:cNvSpPr>
          <p:nvPr/>
        </p:nvSpPr>
        <p:spPr bwMode="auto">
          <a:xfrm>
            <a:off x="2949870" y="5877094"/>
            <a:ext cx="918929" cy="207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900" b="1" dirty="0">
                <a:solidFill>
                  <a:srgbClr val="FF0000"/>
                </a:solidFill>
              </a:rPr>
              <a:t>DC37.5V</a:t>
            </a:r>
          </a:p>
        </p:txBody>
      </p:sp>
      <p:sp>
        <p:nvSpPr>
          <p:cNvPr id="6196" name="Text Box 63"/>
          <p:cNvSpPr txBox="1">
            <a:spLocks noChangeArrowheads="1"/>
          </p:cNvSpPr>
          <p:nvPr/>
        </p:nvSpPr>
        <p:spPr bwMode="auto">
          <a:xfrm>
            <a:off x="6735238" y="4818717"/>
            <a:ext cx="810469" cy="284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7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Live Signal </a:t>
            </a:r>
          </a:p>
          <a:p>
            <a:r>
              <a:rPr lang="en-US" altLang="ko-KR" sz="7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Address Signal</a:t>
            </a:r>
          </a:p>
        </p:txBody>
      </p:sp>
      <p:sp>
        <p:nvSpPr>
          <p:cNvPr id="6197" name="Text Box 70"/>
          <p:cNvSpPr txBox="1">
            <a:spLocks noChangeArrowheads="1"/>
          </p:cNvSpPr>
          <p:nvPr/>
        </p:nvSpPr>
        <p:spPr bwMode="auto">
          <a:xfrm>
            <a:off x="7978354" y="4816333"/>
            <a:ext cx="508923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To PAC</a:t>
            </a:r>
          </a:p>
        </p:txBody>
      </p:sp>
      <p:sp>
        <p:nvSpPr>
          <p:cNvPr id="6198" name="Line 162"/>
          <p:cNvSpPr>
            <a:spLocks noChangeShapeType="1"/>
          </p:cNvSpPr>
          <p:nvPr/>
        </p:nvSpPr>
        <p:spPr bwMode="auto">
          <a:xfrm>
            <a:off x="7103525" y="3572025"/>
            <a:ext cx="0" cy="97375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62" name="Rectangle 5"/>
          <p:cNvSpPr>
            <a:spLocks noChangeArrowheads="1"/>
          </p:cNvSpPr>
          <p:nvPr/>
        </p:nvSpPr>
        <p:spPr bwMode="auto">
          <a:xfrm>
            <a:off x="6786488" y="3808014"/>
            <a:ext cx="65075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Tone</a:t>
            </a:r>
          </a:p>
          <a:p>
            <a:pPr algn="ctr">
              <a:defRPr/>
            </a:pPr>
            <a:r>
              <a:rPr lang="en-US" altLang="ko-KR" sz="900" b="1" dirty="0"/>
              <a:t>Generator</a:t>
            </a:r>
          </a:p>
        </p:txBody>
      </p:sp>
      <p:sp>
        <p:nvSpPr>
          <p:cNvPr id="6200" name="Line 125"/>
          <p:cNvSpPr>
            <a:spLocks noChangeShapeType="1"/>
          </p:cNvSpPr>
          <p:nvPr/>
        </p:nvSpPr>
        <p:spPr bwMode="auto">
          <a:xfrm flipV="1">
            <a:off x="1977307" y="4889036"/>
            <a:ext cx="2162046" cy="0"/>
          </a:xfrm>
          <a:prstGeom prst="line">
            <a:avLst/>
          </a:prstGeom>
          <a:noFill/>
          <a:ln w="19050">
            <a:solidFill>
              <a:srgbClr val="5A4BB3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201" name="Line 230"/>
          <p:cNvSpPr>
            <a:spLocks noChangeShapeType="1"/>
          </p:cNvSpPr>
          <p:nvPr/>
        </p:nvSpPr>
        <p:spPr bwMode="auto">
          <a:xfrm flipV="1">
            <a:off x="4085718" y="5375319"/>
            <a:ext cx="0" cy="7032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65" name="Rectangle 210"/>
          <p:cNvSpPr>
            <a:spLocks noChangeArrowheads="1"/>
          </p:cNvSpPr>
          <p:nvPr/>
        </p:nvSpPr>
        <p:spPr bwMode="auto">
          <a:xfrm>
            <a:off x="3760340" y="5916425"/>
            <a:ext cx="703201" cy="324188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 defTabSz="914062">
              <a:defRPr/>
            </a:pPr>
            <a:r>
              <a:rPr lang="en-US" altLang="ko-KR" sz="900" b="1" dirty="0">
                <a:latin typeface="Arial" charset="0"/>
                <a:cs typeface="Arial" charset="0"/>
              </a:rPr>
              <a:t>Power  </a:t>
            </a:r>
          </a:p>
          <a:p>
            <a:pPr algn="ctr" defTabSz="914062">
              <a:defRPr/>
            </a:pPr>
            <a:r>
              <a:rPr lang="en-US" altLang="ko-KR" sz="900" b="1" dirty="0">
                <a:latin typeface="Arial" charset="0"/>
                <a:cs typeface="Arial" charset="0"/>
              </a:rPr>
              <a:t>Module</a:t>
            </a:r>
          </a:p>
        </p:txBody>
      </p:sp>
      <p:sp>
        <p:nvSpPr>
          <p:cNvPr id="6203" name="Line 49"/>
          <p:cNvSpPr>
            <a:spLocks noChangeShapeType="1"/>
          </p:cNvSpPr>
          <p:nvPr/>
        </p:nvSpPr>
        <p:spPr bwMode="auto">
          <a:xfrm>
            <a:off x="4842554" y="5104765"/>
            <a:ext cx="367571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67" name="Rectangle 48"/>
          <p:cNvSpPr>
            <a:spLocks noChangeArrowheads="1"/>
          </p:cNvSpPr>
          <p:nvPr/>
        </p:nvSpPr>
        <p:spPr bwMode="auto">
          <a:xfrm>
            <a:off x="5879478" y="4942671"/>
            <a:ext cx="584015" cy="290815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Regulator</a:t>
            </a:r>
          </a:p>
        </p:txBody>
      </p:sp>
      <p:cxnSp>
        <p:nvCxnSpPr>
          <p:cNvPr id="6205" name="Straight Arrow Connector 123"/>
          <p:cNvCxnSpPr>
            <a:cxnSpLocks noChangeShapeType="1"/>
          </p:cNvCxnSpPr>
          <p:nvPr/>
        </p:nvCxnSpPr>
        <p:spPr bwMode="auto">
          <a:xfrm rot="10800000" flipV="1">
            <a:off x="570905" y="5842530"/>
            <a:ext cx="3514814" cy="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6206" name="Line 83"/>
          <p:cNvSpPr>
            <a:spLocks noChangeShapeType="1"/>
          </p:cNvSpPr>
          <p:nvPr/>
        </p:nvSpPr>
        <p:spPr bwMode="auto">
          <a:xfrm flipV="1">
            <a:off x="570904" y="2208529"/>
            <a:ext cx="0" cy="365307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207" name="Line 125"/>
          <p:cNvSpPr>
            <a:spLocks noChangeShapeType="1"/>
          </p:cNvSpPr>
          <p:nvPr/>
        </p:nvSpPr>
        <p:spPr bwMode="auto">
          <a:xfrm>
            <a:off x="6194131" y="3482634"/>
            <a:ext cx="0" cy="59474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71" name="Rectangle 5"/>
          <p:cNvSpPr>
            <a:spLocks noChangeArrowheads="1"/>
          </p:cNvSpPr>
          <p:nvPr/>
        </p:nvSpPr>
        <p:spPr bwMode="auto">
          <a:xfrm>
            <a:off x="5869943" y="3305047"/>
            <a:ext cx="65075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>
                <a:latin typeface="굴림" charset="-127"/>
                <a:ea typeface="굴림" charset="-127"/>
              </a:rPr>
              <a:t>Tone</a:t>
            </a:r>
          </a:p>
          <a:p>
            <a:pPr algn="ctr">
              <a:defRPr/>
            </a:pPr>
            <a:r>
              <a:rPr lang="en-US" altLang="ko-KR" sz="900" b="1" dirty="0">
                <a:latin typeface="굴림" charset="-127"/>
                <a:ea typeface="굴림" charset="-127"/>
              </a:rPr>
              <a:t>DRIVER</a:t>
            </a:r>
          </a:p>
        </p:txBody>
      </p:sp>
      <p:grpSp>
        <p:nvGrpSpPr>
          <p:cNvPr id="3" name="그룹 171"/>
          <p:cNvGrpSpPr>
            <a:grpSpLocks/>
          </p:cNvGrpSpPr>
          <p:nvPr/>
        </p:nvGrpSpPr>
        <p:grpSpPr bwMode="auto">
          <a:xfrm>
            <a:off x="1003551" y="3861647"/>
            <a:ext cx="1406403" cy="1784225"/>
            <a:chOff x="8033866" y="4351213"/>
            <a:chExt cx="1584176" cy="2016224"/>
          </a:xfrm>
        </p:grpSpPr>
        <p:sp>
          <p:nvSpPr>
            <p:cNvPr id="173" name="Rectangle 31"/>
            <p:cNvSpPr>
              <a:spLocks noChangeArrowheads="1"/>
            </p:cNvSpPr>
            <p:nvPr/>
          </p:nvSpPr>
          <p:spPr bwMode="auto">
            <a:xfrm>
              <a:off x="8033866" y="4639437"/>
              <a:ext cx="1584176" cy="172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altLang="ko-KR" sz="800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altLang="ko-KR" sz="800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altLang="ko-KR" sz="800" dirty="0">
                <a:latin typeface="Arial" charset="0"/>
                <a:ea typeface="굴림" charset="-127"/>
                <a:cs typeface="Arial" charset="0"/>
              </a:endParaRPr>
            </a:p>
          </p:txBody>
        </p:sp>
        <p:grpSp>
          <p:nvGrpSpPr>
            <p:cNvPr id="4" name="그룹 565"/>
            <p:cNvGrpSpPr>
              <a:grpSpLocks/>
            </p:cNvGrpSpPr>
            <p:nvPr/>
          </p:nvGrpSpPr>
          <p:grpSpPr bwMode="auto">
            <a:xfrm>
              <a:off x="8105874" y="4711253"/>
              <a:ext cx="1440160" cy="1614656"/>
              <a:chOff x="10122098" y="3703141"/>
              <a:chExt cx="1440160" cy="1614656"/>
            </a:xfrm>
          </p:grpSpPr>
          <p:grpSp>
            <p:nvGrpSpPr>
              <p:cNvPr id="5" name="그룹 564"/>
              <p:cNvGrpSpPr>
                <a:grpSpLocks/>
              </p:cNvGrpSpPr>
              <p:nvPr/>
            </p:nvGrpSpPr>
            <p:grpSpPr bwMode="auto">
              <a:xfrm>
                <a:off x="10122098" y="3703141"/>
                <a:ext cx="1440160" cy="792088"/>
                <a:chOff x="10122098" y="3703141"/>
                <a:chExt cx="1440160" cy="792088"/>
              </a:xfrm>
            </p:grpSpPr>
            <p:sp>
              <p:nvSpPr>
                <p:cNvPr id="192" name="Rounded Rectangle 264"/>
                <p:cNvSpPr/>
                <p:nvPr/>
              </p:nvSpPr>
              <p:spPr bwMode="auto">
                <a:xfrm>
                  <a:off x="10122586" y="3774091"/>
                  <a:ext cx="1439183" cy="720562"/>
                </a:xfrm>
                <a:prstGeom prst="roundRect">
                  <a:avLst/>
                </a:prstGeom>
                <a:solidFill>
                  <a:schemeClr val="bg1">
                    <a:lumMod val="95000"/>
                    <a:alpha val="5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latin typeface="굴림" charset="-127"/>
                    <a:ea typeface="굴림" charset="-127"/>
                  </a:endParaRPr>
                </a:p>
              </p:txBody>
            </p:sp>
            <p:grpSp>
              <p:nvGrpSpPr>
                <p:cNvPr id="6" name="그룹 535"/>
                <p:cNvGrpSpPr>
                  <a:grpSpLocks/>
                </p:cNvGrpSpPr>
                <p:nvPr/>
              </p:nvGrpSpPr>
              <p:grpSpPr bwMode="auto">
                <a:xfrm>
                  <a:off x="10266114" y="391154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271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272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194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554878" y="3702708"/>
                  <a:ext cx="574599" cy="14411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Arial" charset="0"/>
                      <a:ea typeface="굴림" charset="-127"/>
                      <a:cs typeface="Arial" charset="0"/>
                    </a:rPr>
                    <a:t>SPEAKER</a:t>
                  </a:r>
                  <a:endParaRPr lang="en-US" altLang="ko-KR" sz="600" b="1" dirty="0"/>
                </a:p>
              </p:txBody>
            </p:sp>
            <p:grpSp>
              <p:nvGrpSpPr>
                <p:cNvPr id="7" name="그룹 538"/>
                <p:cNvGrpSpPr>
                  <a:grpSpLocks/>
                </p:cNvGrpSpPr>
                <p:nvPr/>
              </p:nvGrpSpPr>
              <p:grpSpPr bwMode="auto">
                <a:xfrm>
                  <a:off x="10698162" y="391154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269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270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grpSp>
              <p:nvGrpSpPr>
                <p:cNvPr id="8" name="그룹 541"/>
                <p:cNvGrpSpPr>
                  <a:grpSpLocks/>
                </p:cNvGrpSpPr>
                <p:nvPr/>
              </p:nvGrpSpPr>
              <p:grpSpPr bwMode="auto">
                <a:xfrm>
                  <a:off x="11130210" y="391916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267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268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197" name="Rectangle 159"/>
                <p:cNvSpPr>
                  <a:spLocks noChangeArrowheads="1"/>
                </p:cNvSpPr>
                <p:nvPr/>
              </p:nvSpPr>
              <p:spPr bwMode="auto">
                <a:xfrm>
                  <a:off x="11099942" y="4248179"/>
                  <a:ext cx="359796" cy="14411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/>
                    <a:t>BOTH</a:t>
                  </a:r>
                </a:p>
              </p:txBody>
            </p:sp>
            <p:sp>
              <p:nvSpPr>
                <p:cNvPr id="198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675705" y="4256260"/>
                  <a:ext cx="359796" cy="14411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/>
                    <a:t>EXT</a:t>
                  </a:r>
                </a:p>
              </p:txBody>
            </p:sp>
            <p:sp>
              <p:nvSpPr>
                <p:cNvPr id="199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243413" y="4248179"/>
                  <a:ext cx="359796" cy="14411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/>
                    <a:t>INT</a:t>
                  </a:r>
                </a:p>
              </p:txBody>
            </p:sp>
          </p:grpSp>
          <p:grpSp>
            <p:nvGrpSpPr>
              <p:cNvPr id="9" name="그룹 563"/>
              <p:cNvGrpSpPr>
                <a:grpSpLocks/>
              </p:cNvGrpSpPr>
              <p:nvPr/>
            </p:nvGrpSpPr>
            <p:grpSpPr bwMode="auto">
              <a:xfrm>
                <a:off x="10122098" y="4525709"/>
                <a:ext cx="1440160" cy="792088"/>
                <a:chOff x="10194106" y="4639245"/>
                <a:chExt cx="1440160" cy="792088"/>
              </a:xfrm>
            </p:grpSpPr>
            <p:sp>
              <p:nvSpPr>
                <p:cNvPr id="178" name="Rounded Rectangle 264"/>
                <p:cNvSpPr/>
                <p:nvPr/>
              </p:nvSpPr>
              <p:spPr bwMode="auto">
                <a:xfrm>
                  <a:off x="10194594" y="4710548"/>
                  <a:ext cx="1439183" cy="720561"/>
                </a:xfrm>
                <a:prstGeom prst="roundRect">
                  <a:avLst/>
                </a:prstGeom>
                <a:solidFill>
                  <a:schemeClr val="bg1">
                    <a:lumMod val="95000"/>
                    <a:alpha val="5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latin typeface="굴림" charset="-127"/>
                    <a:ea typeface="굴림" charset="-127"/>
                  </a:endParaRPr>
                </a:p>
              </p:txBody>
            </p:sp>
            <p:grpSp>
              <p:nvGrpSpPr>
                <p:cNvPr id="10" name="그룹 550"/>
                <p:cNvGrpSpPr>
                  <a:grpSpLocks/>
                </p:cNvGrpSpPr>
                <p:nvPr/>
              </p:nvGrpSpPr>
              <p:grpSpPr bwMode="auto">
                <a:xfrm>
                  <a:off x="10338122" y="484764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257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258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180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626886" y="4639164"/>
                  <a:ext cx="574599" cy="14411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Arial" charset="0"/>
                      <a:ea typeface="굴림" charset="-127"/>
                      <a:cs typeface="Arial" charset="0"/>
                    </a:rPr>
                    <a:t>INTERCOM</a:t>
                  </a:r>
                  <a:endParaRPr lang="en-US" altLang="ko-KR" sz="600" b="1" dirty="0"/>
                </a:p>
              </p:txBody>
            </p:sp>
            <p:grpSp>
              <p:nvGrpSpPr>
                <p:cNvPr id="11" name="그룹 554"/>
                <p:cNvGrpSpPr>
                  <a:grpSpLocks/>
                </p:cNvGrpSpPr>
                <p:nvPr/>
              </p:nvGrpSpPr>
              <p:grpSpPr bwMode="auto">
                <a:xfrm>
                  <a:off x="10770170" y="484764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255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256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grpSp>
              <p:nvGrpSpPr>
                <p:cNvPr id="12" name="그룹 557"/>
                <p:cNvGrpSpPr>
                  <a:grpSpLocks/>
                </p:cNvGrpSpPr>
                <p:nvPr/>
              </p:nvGrpSpPr>
              <p:grpSpPr bwMode="auto">
                <a:xfrm>
                  <a:off x="11202218" y="485526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253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254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183" name="Rectangle 159"/>
                <p:cNvSpPr>
                  <a:spLocks noChangeArrowheads="1"/>
                </p:cNvSpPr>
                <p:nvPr/>
              </p:nvSpPr>
              <p:spPr bwMode="auto">
                <a:xfrm>
                  <a:off x="11171950" y="5184636"/>
                  <a:ext cx="359796" cy="14411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500" b="1" dirty="0"/>
                    <a:t>CANCEL</a:t>
                  </a:r>
                </a:p>
              </p:txBody>
            </p:sp>
            <p:sp>
              <p:nvSpPr>
                <p:cNvPr id="184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747713" y="5192717"/>
                  <a:ext cx="359796" cy="14411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500" b="1" dirty="0"/>
                    <a:t>PEI</a:t>
                  </a:r>
                </a:p>
              </p:txBody>
            </p:sp>
            <p:sp>
              <p:nvSpPr>
                <p:cNvPr id="185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315421" y="5184636"/>
                  <a:ext cx="359796" cy="14411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500" b="1" dirty="0"/>
                    <a:t>IC</a:t>
                  </a:r>
                </a:p>
              </p:txBody>
            </p:sp>
          </p:grpSp>
        </p:grpSp>
        <p:sp>
          <p:nvSpPr>
            <p:cNvPr id="6242" name="직사각형 174"/>
            <p:cNvSpPr>
              <a:spLocks noChangeArrowheads="1"/>
            </p:cNvSpPr>
            <p:nvPr/>
          </p:nvSpPr>
          <p:spPr bwMode="auto">
            <a:xfrm>
              <a:off x="8348672" y="4351213"/>
              <a:ext cx="894146" cy="2434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b="1" dirty="0">
                  <a:latin typeface="Arial" pitchFamily="34" charset="0"/>
                  <a:cs typeface="Arial" pitchFamily="34" charset="0"/>
                </a:rPr>
                <a:t>Push Button</a:t>
              </a:r>
            </a:p>
          </p:txBody>
        </p:sp>
      </p:grpSp>
      <p:sp>
        <p:nvSpPr>
          <p:cNvPr id="6210" name="Line 83"/>
          <p:cNvSpPr>
            <a:spLocks noChangeShapeType="1"/>
          </p:cNvSpPr>
          <p:nvPr/>
        </p:nvSpPr>
        <p:spPr bwMode="auto">
          <a:xfrm flipV="1">
            <a:off x="4085718" y="2563705"/>
            <a:ext cx="0" cy="205477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13" name="그룹 206"/>
          <p:cNvGrpSpPr>
            <a:grpSpLocks/>
          </p:cNvGrpSpPr>
          <p:nvPr/>
        </p:nvGrpSpPr>
        <p:grpSpPr bwMode="auto">
          <a:xfrm>
            <a:off x="3220424" y="1753236"/>
            <a:ext cx="1676957" cy="1134657"/>
            <a:chOff x="2303463" y="3161158"/>
            <a:chExt cx="2130003" cy="1262063"/>
          </a:xfrm>
        </p:grpSpPr>
        <p:sp>
          <p:nvSpPr>
            <p:cNvPr id="208" name="Rectangle 265"/>
            <p:cNvSpPr/>
            <p:nvPr/>
          </p:nvSpPr>
          <p:spPr bwMode="auto">
            <a:xfrm>
              <a:off x="2303463" y="3161158"/>
              <a:ext cx="2130003" cy="12620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  <a:p>
              <a:pPr algn="ctr">
                <a:defRPr/>
              </a:pPr>
              <a:r>
                <a:rPr lang="en-US" sz="800" b="1" dirty="0">
                  <a:latin typeface="Arial" charset="0"/>
                  <a:ea typeface="굴림" charset="-127"/>
                  <a:cs typeface="Arial" charset="0"/>
                </a:rPr>
                <a:t>Solid State Switching Circuitry</a:t>
              </a:r>
            </a:p>
            <a:p>
              <a:pPr algn="ctr">
                <a:defRPr/>
              </a:pPr>
              <a:endParaRPr lang="en-US" sz="800" b="1" dirty="0">
                <a:latin typeface="Arial" charset="0"/>
                <a:ea typeface="굴림" charset="-127"/>
                <a:cs typeface="Arial" charset="0"/>
              </a:endParaRPr>
            </a:p>
          </p:txBody>
        </p:sp>
        <p:grpSp>
          <p:nvGrpSpPr>
            <p:cNvPr id="14" name="Group 283"/>
            <p:cNvGrpSpPr>
              <a:grpSpLocks/>
            </p:cNvGrpSpPr>
            <p:nvPr/>
          </p:nvGrpSpPr>
          <p:grpSpPr bwMode="auto">
            <a:xfrm>
              <a:off x="2598738" y="3351515"/>
              <a:ext cx="1216025" cy="714302"/>
              <a:chOff x="3089939" y="900090"/>
              <a:chExt cx="777240" cy="457200"/>
            </a:xfrm>
          </p:grpSpPr>
          <p:cxnSp>
            <p:nvCxnSpPr>
              <p:cNvPr id="6235" name="Straight Connector 277"/>
              <p:cNvCxnSpPr>
                <a:cxnSpLocks noChangeShapeType="1"/>
              </p:cNvCxnSpPr>
              <p:nvPr/>
            </p:nvCxnSpPr>
            <p:spPr bwMode="auto">
              <a:xfrm>
                <a:off x="3089939" y="1042966"/>
                <a:ext cx="77724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236" name="Straight Connector 278"/>
              <p:cNvCxnSpPr>
                <a:cxnSpLocks noChangeShapeType="1"/>
              </p:cNvCxnSpPr>
              <p:nvPr/>
            </p:nvCxnSpPr>
            <p:spPr bwMode="auto">
              <a:xfrm>
                <a:off x="3089939" y="1211268"/>
                <a:ext cx="77724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237" name="Straight Connector 280"/>
              <p:cNvCxnSpPr>
                <a:cxnSpLocks noChangeShapeType="1"/>
              </p:cNvCxnSpPr>
              <p:nvPr/>
            </p:nvCxnSpPr>
            <p:spPr bwMode="auto">
              <a:xfrm rot="5400000">
                <a:off x="3042428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238" name="Straight Connector 281"/>
              <p:cNvCxnSpPr>
                <a:cxnSpLocks noChangeShapeType="1"/>
              </p:cNvCxnSpPr>
              <p:nvPr/>
            </p:nvCxnSpPr>
            <p:spPr bwMode="auto">
              <a:xfrm rot="5400000">
                <a:off x="3256742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6239" name="Straight Connector 282"/>
              <p:cNvCxnSpPr>
                <a:cxnSpLocks noChangeShapeType="1"/>
              </p:cNvCxnSpPr>
              <p:nvPr/>
            </p:nvCxnSpPr>
            <p:spPr bwMode="auto">
              <a:xfrm rot="5400000">
                <a:off x="3471056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15" name="Group 220"/>
            <p:cNvGrpSpPr>
              <a:grpSpLocks/>
            </p:cNvGrpSpPr>
            <p:nvPr/>
          </p:nvGrpSpPr>
          <p:grpSpPr bwMode="auto">
            <a:xfrm>
              <a:off x="3857402" y="3415109"/>
              <a:ext cx="428625" cy="547688"/>
              <a:chOff x="4084198" y="659642"/>
              <a:chExt cx="428628" cy="548640"/>
            </a:xfrm>
          </p:grpSpPr>
          <p:grpSp>
            <p:nvGrpSpPr>
              <p:cNvPr id="16" name="Group 219"/>
              <p:cNvGrpSpPr>
                <a:grpSpLocks/>
              </p:cNvGrpSpPr>
              <p:nvPr/>
            </p:nvGrpSpPr>
            <p:grpSpPr bwMode="auto">
              <a:xfrm>
                <a:off x="4084198" y="659642"/>
                <a:ext cx="428628" cy="548640"/>
                <a:chOff x="4129078" y="590406"/>
                <a:chExt cx="428628" cy="548640"/>
              </a:xfrm>
            </p:grpSpPr>
            <p:cxnSp>
              <p:nvCxnSpPr>
                <p:cNvPr id="6232" name="Straight Connector 216"/>
                <p:cNvCxnSpPr>
                  <a:cxnSpLocks noChangeShapeType="1"/>
                </p:cNvCxnSpPr>
                <p:nvPr/>
              </p:nvCxnSpPr>
              <p:spPr bwMode="auto">
                <a:xfrm>
                  <a:off x="4129078" y="864842"/>
                  <a:ext cx="428628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cxnSp>
              <p:nvCxnSpPr>
                <p:cNvPr id="6233" name="Straight Connector 21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081086" y="863932"/>
                  <a:ext cx="548640" cy="1588"/>
                </a:xfrm>
                <a:prstGeom prst="line">
                  <a:avLst/>
                </a:prstGeom>
                <a:noFill/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</p:spPr>
            </p:cxnSp>
            <p:sp>
              <p:nvSpPr>
                <p:cNvPr id="216" name="Isosceles Triangle 211"/>
                <p:cNvSpPr/>
                <p:nvPr/>
              </p:nvSpPr>
              <p:spPr bwMode="auto">
                <a:xfrm rot="5400000">
                  <a:off x="4167743" y="757737"/>
                  <a:ext cx="357232" cy="214970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>
                    <a:latin typeface="굴림" charset="-127"/>
                    <a:ea typeface="굴림" charset="-127"/>
                  </a:endParaRPr>
                </a:p>
              </p:txBody>
            </p:sp>
          </p:grpSp>
          <p:sp>
            <p:nvSpPr>
              <p:cNvPr id="6230" name="Isosceles Triangle 212"/>
              <p:cNvSpPr>
                <a:spLocks noChangeArrowheads="1"/>
              </p:cNvSpPr>
              <p:nvPr/>
            </p:nvSpPr>
            <p:spPr bwMode="auto">
              <a:xfrm rot="-5400000">
                <a:off x="4129078" y="828652"/>
                <a:ext cx="357190" cy="214314"/>
              </a:xfrm>
              <a:prstGeom prst="triangle">
                <a:avLst>
                  <a:gd name="adj" fmla="val 50000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ko-KR"/>
              </a:p>
            </p:txBody>
          </p:sp>
          <p:sp>
            <p:nvSpPr>
              <p:cNvPr id="213" name="Oval 218"/>
              <p:cNvSpPr/>
              <p:nvPr/>
            </p:nvSpPr>
            <p:spPr bwMode="auto">
              <a:xfrm>
                <a:off x="4281798" y="1032066"/>
                <a:ext cx="37846" cy="371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굴림" charset="-127"/>
                  <a:ea typeface="굴림" charset="-127"/>
                </a:endParaRPr>
              </a:p>
            </p:txBody>
          </p:sp>
        </p:grpSp>
      </p:grpSp>
      <p:sp>
        <p:nvSpPr>
          <p:cNvPr id="222" name="Rectangle 153"/>
          <p:cNvSpPr>
            <a:spLocks noChangeArrowheads="1"/>
          </p:cNvSpPr>
          <p:nvPr/>
        </p:nvSpPr>
        <p:spPr bwMode="auto">
          <a:xfrm>
            <a:off x="3653071" y="3375366"/>
            <a:ext cx="890324" cy="269362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>
              <a:defRPr/>
            </a:pPr>
            <a:r>
              <a:rPr lang="en-US" altLang="ko-KR" sz="800" b="1" dirty="0"/>
              <a:t>Audio </a:t>
            </a:r>
            <a:r>
              <a:rPr lang="en-US" altLang="ko-KR" sz="800" b="1" dirty="0">
                <a:latin typeface="Arial" charset="0"/>
                <a:ea typeface="굴림" charset="-127"/>
                <a:cs typeface="Arial" charset="0"/>
              </a:rPr>
              <a:t>Controller</a:t>
            </a:r>
          </a:p>
        </p:txBody>
      </p:sp>
      <p:sp>
        <p:nvSpPr>
          <p:cNvPr id="6213" name="Line 125"/>
          <p:cNvSpPr>
            <a:spLocks noChangeShapeType="1"/>
          </p:cNvSpPr>
          <p:nvPr/>
        </p:nvSpPr>
        <p:spPr bwMode="auto">
          <a:xfrm flipV="1">
            <a:off x="4734094" y="4456389"/>
            <a:ext cx="216204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224" name="Rectangle 5"/>
          <p:cNvSpPr>
            <a:spLocks noChangeArrowheads="1"/>
          </p:cNvSpPr>
          <p:nvPr/>
        </p:nvSpPr>
        <p:spPr bwMode="auto">
          <a:xfrm>
            <a:off x="6786488" y="4294295"/>
            <a:ext cx="650759" cy="3241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Digital</a:t>
            </a:r>
          </a:p>
          <a:p>
            <a:pPr algn="ctr">
              <a:defRPr/>
            </a:pPr>
            <a:r>
              <a:rPr lang="en-US" altLang="ko-KR" sz="900" b="1" dirty="0"/>
              <a:t>Control</a:t>
            </a:r>
          </a:p>
        </p:txBody>
      </p:sp>
      <p:sp>
        <p:nvSpPr>
          <p:cNvPr id="225" name="Rectangle 5"/>
          <p:cNvSpPr>
            <a:spLocks noChangeArrowheads="1"/>
          </p:cNvSpPr>
          <p:nvPr/>
        </p:nvSpPr>
        <p:spPr bwMode="auto">
          <a:xfrm>
            <a:off x="5869943" y="4294295"/>
            <a:ext cx="650759" cy="3241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Digital</a:t>
            </a:r>
          </a:p>
          <a:p>
            <a:pPr algn="ctr">
              <a:defRPr/>
            </a:pPr>
            <a:r>
              <a:rPr lang="en-US" altLang="ko-KR" sz="900" b="1" dirty="0"/>
              <a:t>Detection</a:t>
            </a:r>
          </a:p>
        </p:txBody>
      </p:sp>
      <p:sp>
        <p:nvSpPr>
          <p:cNvPr id="6216" name="Line 162"/>
          <p:cNvSpPr>
            <a:spLocks noChangeShapeType="1"/>
          </p:cNvSpPr>
          <p:nvPr/>
        </p:nvSpPr>
        <p:spPr bwMode="auto">
          <a:xfrm>
            <a:off x="4842554" y="4023741"/>
            <a:ext cx="156730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228" name="Rectangle 5"/>
          <p:cNvSpPr>
            <a:spLocks noChangeArrowheads="1"/>
          </p:cNvSpPr>
          <p:nvPr/>
        </p:nvSpPr>
        <p:spPr bwMode="auto">
          <a:xfrm>
            <a:off x="5869943" y="3808014"/>
            <a:ext cx="65075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Tone</a:t>
            </a:r>
          </a:p>
          <a:p>
            <a:pPr algn="ctr">
              <a:defRPr/>
            </a:pPr>
            <a:r>
              <a:rPr lang="en-US" altLang="ko-KR" sz="900" b="1" dirty="0"/>
              <a:t>Filter</a:t>
            </a:r>
          </a:p>
        </p:txBody>
      </p:sp>
      <p:sp>
        <p:nvSpPr>
          <p:cNvPr id="229" name="Rounded Rectangle 276"/>
          <p:cNvSpPr/>
          <p:nvPr/>
        </p:nvSpPr>
        <p:spPr bwMode="auto">
          <a:xfrm>
            <a:off x="1058378" y="3429000"/>
            <a:ext cx="1209745" cy="42907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68644" tIns="34322" rIns="68644" bIns="34322" anchor="ctr"/>
          <a:lstStyle/>
          <a:p>
            <a:pPr>
              <a:defRPr/>
            </a:pPr>
            <a:r>
              <a:rPr lang="en-US" sz="700" b="1" dirty="0">
                <a:latin typeface="Arial" pitchFamily="34" charset="0"/>
                <a:cs typeface="Arial" pitchFamily="34" charset="0"/>
              </a:rPr>
              <a:t>Train Car </a:t>
            </a:r>
          </a:p>
          <a:p>
            <a:pPr>
              <a:defRPr/>
            </a:pPr>
            <a:r>
              <a:rPr lang="en-US" sz="700" b="1" dirty="0">
                <a:latin typeface="Arial" pitchFamily="34" charset="0"/>
                <a:cs typeface="Arial" pitchFamily="34" charset="0"/>
              </a:rPr>
              <a:t>Door Panel</a:t>
            </a:r>
          </a:p>
        </p:txBody>
      </p:sp>
      <p:sp>
        <p:nvSpPr>
          <p:cNvPr id="6219" name="Rectangle 192"/>
          <p:cNvSpPr>
            <a:spLocks noChangeArrowheads="1"/>
          </p:cNvSpPr>
          <p:nvPr/>
        </p:nvSpPr>
        <p:spPr bwMode="auto">
          <a:xfrm>
            <a:off x="1678148" y="3499320"/>
            <a:ext cx="525614" cy="290815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r>
              <a:rPr lang="en-US" altLang="ko-KR" sz="700" b="1" dirty="0">
                <a:latin typeface="Arial" pitchFamily="34" charset="0"/>
                <a:cs typeface="Arial" pitchFamily="34" charset="0"/>
              </a:rPr>
              <a:t>KEY IN</a:t>
            </a:r>
          </a:p>
        </p:txBody>
      </p:sp>
      <p:sp>
        <p:nvSpPr>
          <p:cNvPr id="6220" name="Line 125"/>
          <p:cNvSpPr>
            <a:spLocks noChangeShapeType="1"/>
          </p:cNvSpPr>
          <p:nvPr/>
        </p:nvSpPr>
        <p:spPr bwMode="auto">
          <a:xfrm flipV="1">
            <a:off x="2896236" y="4294295"/>
            <a:ext cx="1837858" cy="0"/>
          </a:xfrm>
          <a:prstGeom prst="line">
            <a:avLst/>
          </a:prstGeom>
          <a:noFill/>
          <a:ln w="19050">
            <a:solidFill>
              <a:srgbClr val="00206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221" name="Line 83"/>
          <p:cNvSpPr>
            <a:spLocks noChangeShapeType="1"/>
          </p:cNvSpPr>
          <p:nvPr/>
        </p:nvSpPr>
        <p:spPr bwMode="auto">
          <a:xfrm flipV="1">
            <a:off x="2896236" y="3644728"/>
            <a:ext cx="0" cy="649568"/>
          </a:xfrm>
          <a:prstGeom prst="line">
            <a:avLst/>
          </a:prstGeom>
          <a:noFill/>
          <a:ln w="19050">
            <a:solidFill>
              <a:srgbClr val="00206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226" name="Rectangle 6"/>
          <p:cNvSpPr>
            <a:spLocks noChangeArrowheads="1"/>
          </p:cNvSpPr>
          <p:nvPr/>
        </p:nvSpPr>
        <p:spPr bwMode="auto">
          <a:xfrm>
            <a:off x="3436152" y="3808014"/>
            <a:ext cx="1405210" cy="156730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>
                <a:latin typeface="굴림" charset="-127"/>
                <a:ea typeface="굴림" charset="-127"/>
              </a:rPr>
              <a:t>Logic</a:t>
            </a:r>
          </a:p>
          <a:p>
            <a:pPr algn="ctr">
              <a:defRPr/>
            </a:pPr>
            <a:r>
              <a:rPr lang="en-US" altLang="ko-KR" sz="900" b="1" dirty="0">
                <a:latin typeface="Arial" charset="0"/>
                <a:ea typeface="굴림" charset="-127"/>
                <a:cs typeface="Arial" charset="0"/>
              </a:rPr>
              <a:t>Controller</a:t>
            </a:r>
          </a:p>
        </p:txBody>
      </p:sp>
      <p:sp>
        <p:nvSpPr>
          <p:cNvPr id="6223" name="Line 125"/>
          <p:cNvSpPr>
            <a:spLocks noChangeShapeType="1"/>
          </p:cNvSpPr>
          <p:nvPr/>
        </p:nvSpPr>
        <p:spPr bwMode="auto">
          <a:xfrm flipV="1">
            <a:off x="2193035" y="3644728"/>
            <a:ext cx="703201" cy="0"/>
          </a:xfrm>
          <a:prstGeom prst="line">
            <a:avLst/>
          </a:prstGeom>
          <a:noFill/>
          <a:ln w="19050">
            <a:solidFill>
              <a:srgbClr val="00206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224" name="Line 49"/>
          <p:cNvSpPr>
            <a:spLocks noChangeShapeType="1"/>
          </p:cNvSpPr>
          <p:nvPr/>
        </p:nvSpPr>
        <p:spPr bwMode="auto">
          <a:xfrm>
            <a:off x="4842554" y="4780577"/>
            <a:ext cx="367571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225" name="Text Box 70"/>
          <p:cNvSpPr txBox="1">
            <a:spLocks noChangeArrowheads="1"/>
          </p:cNvSpPr>
          <p:nvPr/>
        </p:nvSpPr>
        <p:spPr bwMode="auto">
          <a:xfrm>
            <a:off x="8006959" y="4564849"/>
            <a:ext cx="428773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MUTE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188"/>
          <p:cNvSpPr>
            <a:spLocks noChangeArrowheads="1"/>
          </p:cNvSpPr>
          <p:nvPr/>
        </p:nvSpPr>
        <p:spPr bwMode="auto">
          <a:xfrm>
            <a:off x="1508903" y="1486258"/>
            <a:ext cx="5403923" cy="1072680"/>
          </a:xfrm>
          <a:prstGeom prst="rect">
            <a:avLst/>
          </a:prstGeom>
          <a:solidFill>
            <a:srgbClr val="92D050">
              <a:alpha val="25098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1031" name="Rectangle 4"/>
          <p:cNvSpPr>
            <a:spLocks noChangeArrowheads="1"/>
          </p:cNvSpPr>
          <p:nvPr/>
        </p:nvSpPr>
        <p:spPr bwMode="auto">
          <a:xfrm>
            <a:off x="1491026" y="2725799"/>
            <a:ext cx="5405114" cy="2811613"/>
          </a:xfrm>
          <a:prstGeom prst="rect">
            <a:avLst/>
          </a:prstGeom>
          <a:solidFill>
            <a:srgbClr val="92D050">
              <a:alpha val="25098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1032" name="Line 12"/>
          <p:cNvSpPr>
            <a:spLocks noChangeShapeType="1"/>
          </p:cNvSpPr>
          <p:nvPr/>
        </p:nvSpPr>
        <p:spPr bwMode="auto">
          <a:xfrm>
            <a:off x="2443327" y="3737693"/>
            <a:ext cx="172939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33" name="Line 25"/>
          <p:cNvSpPr>
            <a:spLocks noChangeShapeType="1"/>
          </p:cNvSpPr>
          <p:nvPr/>
        </p:nvSpPr>
        <p:spPr bwMode="auto">
          <a:xfrm flipV="1">
            <a:off x="3794903" y="4170342"/>
            <a:ext cx="0" cy="71750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34" name="Line 26"/>
          <p:cNvSpPr>
            <a:spLocks noChangeShapeType="1"/>
          </p:cNvSpPr>
          <p:nvPr/>
        </p:nvSpPr>
        <p:spPr bwMode="auto">
          <a:xfrm>
            <a:off x="2659055" y="4887845"/>
            <a:ext cx="113584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29" name="Rectangle 31"/>
          <p:cNvSpPr>
            <a:spLocks noChangeArrowheads="1"/>
          </p:cNvSpPr>
          <p:nvPr/>
        </p:nvSpPr>
        <p:spPr bwMode="auto">
          <a:xfrm>
            <a:off x="1686492" y="4602989"/>
            <a:ext cx="1351577" cy="72346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endParaRPr lang="en-US" altLang="ko-KR" sz="900" b="1" dirty="0"/>
          </a:p>
          <a:p>
            <a:pPr algn="ctr">
              <a:defRPr/>
            </a:pPr>
            <a:endParaRPr lang="en-US" altLang="ko-KR" sz="900" b="1" dirty="0"/>
          </a:p>
          <a:p>
            <a:pPr algn="ctr">
              <a:defRPr/>
            </a:pPr>
            <a:r>
              <a:rPr lang="en-US" altLang="ko-KR" sz="900" b="1" dirty="0"/>
              <a:t>Push Button</a:t>
            </a:r>
          </a:p>
          <a:p>
            <a:pPr algn="ctr">
              <a:defRPr/>
            </a:pPr>
            <a:endParaRPr lang="en-US" altLang="ko-KR" sz="800" dirty="0"/>
          </a:p>
          <a:p>
            <a:pPr algn="ctr">
              <a:defRPr/>
            </a:pPr>
            <a:endParaRPr lang="en-US" altLang="ko-KR" dirty="0"/>
          </a:p>
          <a:p>
            <a:pPr algn="ctr">
              <a:defRPr/>
            </a:pPr>
            <a:endParaRPr lang="en-US" altLang="ko-KR" dirty="0"/>
          </a:p>
        </p:txBody>
      </p:sp>
      <p:sp>
        <p:nvSpPr>
          <p:cNvPr id="1036" name="Rectangle 37"/>
          <p:cNvSpPr>
            <a:spLocks noChangeArrowheads="1"/>
          </p:cNvSpPr>
          <p:nvPr/>
        </p:nvSpPr>
        <p:spPr bwMode="auto">
          <a:xfrm>
            <a:off x="2172773" y="4997497"/>
            <a:ext cx="379014" cy="240757"/>
          </a:xfrm>
          <a:prstGeom prst="rect">
            <a:avLst/>
          </a:prstGeom>
          <a:solidFill>
            <a:srgbClr val="CC99FF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r>
              <a:rPr lang="en-US" altLang="ko-KR" sz="800" dirty="0"/>
              <a:t>CALL</a:t>
            </a:r>
          </a:p>
        </p:txBody>
      </p:sp>
      <p:sp>
        <p:nvSpPr>
          <p:cNvPr id="1037" name="Line 83"/>
          <p:cNvSpPr>
            <a:spLocks noChangeShapeType="1"/>
          </p:cNvSpPr>
          <p:nvPr/>
        </p:nvSpPr>
        <p:spPr bwMode="auto">
          <a:xfrm flipV="1">
            <a:off x="1631666" y="1989226"/>
            <a:ext cx="0" cy="344687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38" name="Oval 87"/>
          <p:cNvSpPr>
            <a:spLocks noChangeArrowheads="1"/>
          </p:cNvSpPr>
          <p:nvPr/>
        </p:nvSpPr>
        <p:spPr bwMode="auto">
          <a:xfrm>
            <a:off x="1761579" y="2183499"/>
            <a:ext cx="162094" cy="162094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1039" name="Line 94"/>
          <p:cNvSpPr>
            <a:spLocks noChangeShapeType="1"/>
          </p:cNvSpPr>
          <p:nvPr/>
        </p:nvSpPr>
        <p:spPr bwMode="auto">
          <a:xfrm flipH="1" flipV="1">
            <a:off x="4119091" y="1816405"/>
            <a:ext cx="10846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40" name="Text Box 97"/>
          <p:cNvSpPr txBox="1">
            <a:spLocks noChangeArrowheads="1"/>
          </p:cNvSpPr>
          <p:nvPr/>
        </p:nvSpPr>
        <p:spPr bwMode="auto">
          <a:xfrm>
            <a:off x="7247741" y="1572072"/>
            <a:ext cx="616324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/>
              <a:t>PEI Audio</a:t>
            </a:r>
          </a:p>
        </p:txBody>
      </p:sp>
      <p:sp>
        <p:nvSpPr>
          <p:cNvPr id="1041" name="Oval 101"/>
          <p:cNvSpPr>
            <a:spLocks noChangeArrowheads="1"/>
          </p:cNvSpPr>
          <p:nvPr/>
        </p:nvSpPr>
        <p:spPr bwMode="auto">
          <a:xfrm>
            <a:off x="4221591" y="2222832"/>
            <a:ext cx="5363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1042" name="Line 103"/>
          <p:cNvSpPr>
            <a:spLocks noChangeShapeType="1"/>
          </p:cNvSpPr>
          <p:nvPr/>
        </p:nvSpPr>
        <p:spPr bwMode="auto">
          <a:xfrm flipH="1" flipV="1">
            <a:off x="4110748" y="2313413"/>
            <a:ext cx="108459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43" name="Line 117"/>
          <p:cNvSpPr>
            <a:spLocks noChangeShapeType="1"/>
          </p:cNvSpPr>
          <p:nvPr/>
        </p:nvSpPr>
        <p:spPr bwMode="auto">
          <a:xfrm>
            <a:off x="2010679" y="2258587"/>
            <a:ext cx="2072656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44" name="Line 123"/>
          <p:cNvSpPr>
            <a:spLocks noChangeShapeType="1"/>
          </p:cNvSpPr>
          <p:nvPr/>
        </p:nvSpPr>
        <p:spPr bwMode="auto">
          <a:xfrm>
            <a:off x="2010679" y="1755620"/>
            <a:ext cx="2054778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45" name="Line 125"/>
          <p:cNvSpPr>
            <a:spLocks noChangeShapeType="1"/>
          </p:cNvSpPr>
          <p:nvPr/>
        </p:nvSpPr>
        <p:spPr bwMode="auto">
          <a:xfrm>
            <a:off x="5437295" y="2401612"/>
            <a:ext cx="0" cy="135157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46" name="Sound"/>
          <p:cNvSpPr>
            <a:spLocks noEditPoints="1" noChangeArrowheads="1"/>
          </p:cNvSpPr>
          <p:nvPr/>
        </p:nvSpPr>
        <p:spPr bwMode="auto">
          <a:xfrm rot="10800000">
            <a:off x="1653120" y="1589950"/>
            <a:ext cx="377821" cy="3241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0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61 w 21600"/>
              <a:gd name="T13" fmla="*/ 22454 h 21600"/>
              <a:gd name="T14" fmla="*/ 21069 w 21600"/>
              <a:gd name="T15" fmla="*/ 28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10800000" lIns="68644" tIns="34322" rIns="68644" bIns="34322"/>
          <a:lstStyle/>
          <a:p>
            <a:endParaRPr lang="ko-KR" altLang="en-US"/>
          </a:p>
        </p:txBody>
      </p:sp>
      <p:sp>
        <p:nvSpPr>
          <p:cNvPr id="48" name="Rectangle 137"/>
          <p:cNvSpPr>
            <a:spLocks noChangeArrowheads="1"/>
          </p:cNvSpPr>
          <p:nvPr/>
        </p:nvSpPr>
        <p:spPr bwMode="auto">
          <a:xfrm>
            <a:off x="2244286" y="1648352"/>
            <a:ext cx="377821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AMP</a:t>
            </a:r>
          </a:p>
        </p:txBody>
      </p:sp>
      <p:sp>
        <p:nvSpPr>
          <p:cNvPr id="1048" name="Line 148"/>
          <p:cNvSpPr>
            <a:spLocks noChangeShapeType="1"/>
          </p:cNvSpPr>
          <p:nvPr/>
        </p:nvSpPr>
        <p:spPr bwMode="auto">
          <a:xfrm>
            <a:off x="3903363" y="1825940"/>
            <a:ext cx="0" cy="1154919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49" name="Line 149"/>
          <p:cNvSpPr>
            <a:spLocks noChangeShapeType="1"/>
          </p:cNvSpPr>
          <p:nvPr/>
        </p:nvSpPr>
        <p:spPr bwMode="auto">
          <a:xfrm>
            <a:off x="3900980" y="1816405"/>
            <a:ext cx="218111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50" name="Line 150"/>
          <p:cNvSpPr>
            <a:spLocks noChangeShapeType="1"/>
          </p:cNvSpPr>
          <p:nvPr/>
        </p:nvSpPr>
        <p:spPr bwMode="auto">
          <a:xfrm>
            <a:off x="4231126" y="2316989"/>
            <a:ext cx="194275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51" name="Line 153"/>
          <p:cNvSpPr>
            <a:spLocks noChangeShapeType="1"/>
          </p:cNvSpPr>
          <p:nvPr/>
        </p:nvSpPr>
        <p:spPr bwMode="auto">
          <a:xfrm>
            <a:off x="4425401" y="2332483"/>
            <a:ext cx="0" cy="634073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4" name="Rectangle 161"/>
          <p:cNvSpPr>
            <a:spLocks noChangeArrowheads="1"/>
          </p:cNvSpPr>
          <p:nvPr/>
        </p:nvSpPr>
        <p:spPr bwMode="auto">
          <a:xfrm>
            <a:off x="2244286" y="2151320"/>
            <a:ext cx="377821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AMP</a:t>
            </a:r>
          </a:p>
        </p:txBody>
      </p:sp>
      <p:sp>
        <p:nvSpPr>
          <p:cNvPr id="55" name="Rectangle 5"/>
          <p:cNvSpPr>
            <a:spLocks noChangeArrowheads="1"/>
          </p:cNvSpPr>
          <p:nvPr/>
        </p:nvSpPr>
        <p:spPr bwMode="auto">
          <a:xfrm>
            <a:off x="5113108" y="2834259"/>
            <a:ext cx="650759" cy="377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Tone</a:t>
            </a:r>
          </a:p>
          <a:p>
            <a:pPr algn="ctr">
              <a:defRPr/>
            </a:pPr>
            <a:r>
              <a:rPr lang="en-US" altLang="ko-KR" sz="900" b="1" dirty="0"/>
              <a:t>Filter</a:t>
            </a:r>
          </a:p>
        </p:txBody>
      </p:sp>
      <p:sp>
        <p:nvSpPr>
          <p:cNvPr id="1054" name="Line 168"/>
          <p:cNvSpPr>
            <a:spLocks noChangeShapeType="1"/>
          </p:cNvSpPr>
          <p:nvPr/>
        </p:nvSpPr>
        <p:spPr bwMode="auto">
          <a:xfrm>
            <a:off x="4136969" y="3196586"/>
            <a:ext cx="0" cy="539916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55" name="Rectangle 88"/>
          <p:cNvSpPr>
            <a:spLocks noChangeArrowheads="1"/>
          </p:cNvSpPr>
          <p:nvPr/>
        </p:nvSpPr>
        <p:spPr bwMode="auto">
          <a:xfrm>
            <a:off x="1816405" y="2183499"/>
            <a:ext cx="215728" cy="162094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60" name="Rectangle 210"/>
          <p:cNvSpPr>
            <a:spLocks noChangeArrowheads="1"/>
          </p:cNvSpPr>
          <p:nvPr/>
        </p:nvSpPr>
        <p:spPr bwMode="auto">
          <a:xfrm>
            <a:off x="3955806" y="5645872"/>
            <a:ext cx="703201" cy="324188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 defTabSz="914062">
              <a:defRPr/>
            </a:pPr>
            <a:r>
              <a:rPr lang="en-US" altLang="ko-KR" sz="900" b="1" dirty="0">
                <a:latin typeface="Arial" charset="0"/>
                <a:cs typeface="Arial" charset="0"/>
              </a:rPr>
              <a:t>Power  </a:t>
            </a:r>
          </a:p>
          <a:p>
            <a:pPr algn="ctr" defTabSz="914062">
              <a:defRPr/>
            </a:pPr>
            <a:r>
              <a:rPr lang="en-US" altLang="ko-KR" sz="900" b="1" dirty="0">
                <a:latin typeface="Arial" charset="0"/>
                <a:cs typeface="Arial" charset="0"/>
              </a:rPr>
              <a:t>Module</a:t>
            </a:r>
          </a:p>
        </p:txBody>
      </p:sp>
      <p:sp>
        <p:nvSpPr>
          <p:cNvPr id="1057" name="Line 212"/>
          <p:cNvSpPr>
            <a:spLocks noChangeShapeType="1"/>
          </p:cNvSpPr>
          <p:nvPr/>
        </p:nvSpPr>
        <p:spPr bwMode="auto">
          <a:xfrm flipV="1">
            <a:off x="2712688" y="5807966"/>
            <a:ext cx="122881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58" name="Text Box 216"/>
          <p:cNvSpPr txBox="1">
            <a:spLocks noChangeArrowheads="1"/>
          </p:cNvSpPr>
          <p:nvPr/>
        </p:nvSpPr>
        <p:spPr bwMode="auto">
          <a:xfrm>
            <a:off x="2766322" y="5592238"/>
            <a:ext cx="918929" cy="207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900" b="1" dirty="0">
                <a:solidFill>
                  <a:srgbClr val="FF0000"/>
                </a:solidFill>
              </a:rPr>
              <a:t>DC37.5V</a:t>
            </a:r>
          </a:p>
        </p:txBody>
      </p:sp>
      <p:sp>
        <p:nvSpPr>
          <p:cNvPr id="1059" name="Line 230"/>
          <p:cNvSpPr>
            <a:spLocks noChangeShapeType="1"/>
          </p:cNvSpPr>
          <p:nvPr/>
        </p:nvSpPr>
        <p:spPr bwMode="auto">
          <a:xfrm flipV="1">
            <a:off x="4279993" y="4152464"/>
            <a:ext cx="0" cy="151367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cxnSp>
        <p:nvCxnSpPr>
          <p:cNvPr id="1060" name="Straight Arrow Connector 121"/>
          <p:cNvCxnSpPr>
            <a:cxnSpLocks noChangeShapeType="1"/>
            <a:stCxn id="48" idx="2"/>
            <a:endCxn id="54" idx="0"/>
          </p:cNvCxnSpPr>
          <p:nvPr/>
        </p:nvCxnSpPr>
        <p:spPr bwMode="auto">
          <a:xfrm rot="5400000">
            <a:off x="2289576" y="2007104"/>
            <a:ext cx="287240" cy="11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061" name="Straight Arrow Connector 123"/>
          <p:cNvCxnSpPr>
            <a:cxnSpLocks noChangeShapeType="1"/>
          </p:cNvCxnSpPr>
          <p:nvPr/>
        </p:nvCxnSpPr>
        <p:spPr bwMode="auto">
          <a:xfrm rot="10800000" flipV="1">
            <a:off x="1642392" y="2001144"/>
            <a:ext cx="1611404" cy="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grpSp>
        <p:nvGrpSpPr>
          <p:cNvPr id="2" name="Group 90"/>
          <p:cNvGrpSpPr>
            <a:grpSpLocks/>
          </p:cNvGrpSpPr>
          <p:nvPr/>
        </p:nvGrpSpPr>
        <p:grpSpPr bwMode="auto">
          <a:xfrm>
            <a:off x="1709136" y="2818765"/>
            <a:ext cx="734190" cy="1582799"/>
            <a:chOff x="1557338" y="3334413"/>
            <a:chExt cx="650875" cy="1396207"/>
          </a:xfrm>
        </p:grpSpPr>
        <p:sp>
          <p:nvSpPr>
            <p:cNvPr id="81" name="Rectangle 14"/>
            <p:cNvSpPr>
              <a:spLocks noChangeArrowheads="1"/>
            </p:cNvSpPr>
            <p:nvPr/>
          </p:nvSpPr>
          <p:spPr bwMode="auto">
            <a:xfrm>
              <a:off x="1557338" y="3334413"/>
              <a:ext cx="650875" cy="1396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" name="Text Box 22"/>
            <p:cNvSpPr txBox="1">
              <a:spLocks noChangeArrowheads="1"/>
            </p:cNvSpPr>
            <p:nvPr/>
          </p:nvSpPr>
          <p:spPr bwMode="auto">
            <a:xfrm>
              <a:off x="1587980" y="3361748"/>
              <a:ext cx="593818" cy="2443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sz="600" b="1" dirty="0">
                  <a:latin typeface="Arial" charset="0"/>
                  <a:cs typeface="Arial" charset="0"/>
                </a:rPr>
                <a:t>STATUS </a:t>
              </a:r>
            </a:p>
            <a:p>
              <a:pPr algn="ctr">
                <a:defRPr/>
              </a:pPr>
              <a:r>
                <a:rPr lang="en-US" altLang="ko-KR" sz="600" b="1" dirty="0">
                  <a:latin typeface="Arial" charset="0"/>
                  <a:cs typeface="Arial" charset="0"/>
                </a:rPr>
                <a:t>LAMPS</a:t>
              </a:r>
            </a:p>
          </p:txBody>
        </p:sp>
      </p:grpSp>
      <p:sp>
        <p:nvSpPr>
          <p:cNvPr id="1063" name="Oval 92"/>
          <p:cNvSpPr>
            <a:spLocks noChangeArrowheads="1"/>
          </p:cNvSpPr>
          <p:nvPr/>
        </p:nvSpPr>
        <p:spPr bwMode="auto">
          <a:xfrm>
            <a:off x="4221591" y="1732974"/>
            <a:ext cx="5363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1064" name="Oval 102"/>
          <p:cNvSpPr>
            <a:spLocks noChangeArrowheads="1"/>
          </p:cNvSpPr>
          <p:nvPr/>
        </p:nvSpPr>
        <p:spPr bwMode="auto">
          <a:xfrm>
            <a:off x="4065457" y="2227599"/>
            <a:ext cx="5363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1065" name="Oval 93"/>
          <p:cNvSpPr>
            <a:spLocks noChangeArrowheads="1"/>
          </p:cNvSpPr>
          <p:nvPr/>
        </p:nvSpPr>
        <p:spPr bwMode="auto">
          <a:xfrm>
            <a:off x="4065457" y="1731783"/>
            <a:ext cx="5363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86" name="Rectangle 160"/>
          <p:cNvSpPr>
            <a:spLocks noChangeArrowheads="1"/>
          </p:cNvSpPr>
          <p:nvPr/>
        </p:nvSpPr>
        <p:spPr bwMode="auto">
          <a:xfrm>
            <a:off x="2790161" y="1653120"/>
            <a:ext cx="951109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AUDIO EXPANDER</a:t>
            </a:r>
          </a:p>
        </p:txBody>
      </p:sp>
      <p:graphicFrame>
        <p:nvGraphicFramePr>
          <p:cNvPr id="1026" name="Object 15"/>
          <p:cNvGraphicFramePr>
            <a:graphicFrameLocks noChangeAspect="1"/>
          </p:cNvGraphicFramePr>
          <p:nvPr/>
        </p:nvGraphicFramePr>
        <p:xfrm>
          <a:off x="1988033" y="3058330"/>
          <a:ext cx="419537" cy="408811"/>
        </p:xfrm>
        <a:graphic>
          <a:graphicData uri="http://schemas.openxmlformats.org/presentationml/2006/ole">
            <p:oleObj spid="_x0000_s2050" name="Visio" r:id="rId3" imgW="641985" imgH="533876" progId="Visio.Drawing.11">
              <p:embed/>
            </p:oleObj>
          </a:graphicData>
        </a:graphic>
      </p:graphicFrame>
      <p:graphicFrame>
        <p:nvGraphicFramePr>
          <p:cNvPr id="1027" name="Object 92"/>
          <p:cNvGraphicFramePr>
            <a:graphicFrameLocks noChangeAspect="1"/>
          </p:cNvGraphicFramePr>
          <p:nvPr/>
        </p:nvGraphicFramePr>
        <p:xfrm>
          <a:off x="1992801" y="3490977"/>
          <a:ext cx="419537" cy="408810"/>
        </p:xfrm>
        <a:graphic>
          <a:graphicData uri="http://schemas.openxmlformats.org/presentationml/2006/ole">
            <p:oleObj spid="_x0000_s2051" name="Visio" r:id="rId4" imgW="641985" imgH="533876" progId="Visio.Drawing.11">
              <p:embed/>
            </p:oleObj>
          </a:graphicData>
        </a:graphic>
      </p:graphicFrame>
      <p:graphicFrame>
        <p:nvGraphicFramePr>
          <p:cNvPr id="1028" name="Object 93"/>
          <p:cNvGraphicFramePr>
            <a:graphicFrameLocks noChangeAspect="1"/>
          </p:cNvGraphicFramePr>
          <p:nvPr/>
        </p:nvGraphicFramePr>
        <p:xfrm>
          <a:off x="1992801" y="3923625"/>
          <a:ext cx="419537" cy="408811"/>
        </p:xfrm>
        <a:graphic>
          <a:graphicData uri="http://schemas.openxmlformats.org/presentationml/2006/ole">
            <p:oleObj spid="_x0000_s2052" name="Visio" r:id="rId5" imgW="641985" imgH="533876" progId="Visio.Drawing.11">
              <p:embed/>
            </p:oleObj>
          </a:graphicData>
        </a:graphic>
      </p:graphicFrame>
      <p:sp>
        <p:nvSpPr>
          <p:cNvPr id="90" name="Rectangle 161"/>
          <p:cNvSpPr>
            <a:spLocks noChangeArrowheads="1"/>
          </p:cNvSpPr>
          <p:nvPr/>
        </p:nvSpPr>
        <p:spPr bwMode="auto">
          <a:xfrm>
            <a:off x="1710329" y="3196586"/>
            <a:ext cx="324188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600" b="1" dirty="0"/>
              <a:t>POWER</a:t>
            </a:r>
          </a:p>
        </p:txBody>
      </p:sp>
      <p:sp>
        <p:nvSpPr>
          <p:cNvPr id="91" name="Rectangle 161"/>
          <p:cNvSpPr>
            <a:spLocks noChangeArrowheads="1"/>
          </p:cNvSpPr>
          <p:nvPr/>
        </p:nvSpPr>
        <p:spPr bwMode="auto">
          <a:xfrm>
            <a:off x="1710329" y="3629235"/>
            <a:ext cx="324188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600" b="1" dirty="0"/>
              <a:t>TALK</a:t>
            </a:r>
          </a:p>
        </p:txBody>
      </p:sp>
      <p:sp>
        <p:nvSpPr>
          <p:cNvPr id="92" name="Rectangle 161"/>
          <p:cNvSpPr>
            <a:spLocks noChangeArrowheads="1"/>
          </p:cNvSpPr>
          <p:nvPr/>
        </p:nvSpPr>
        <p:spPr bwMode="auto">
          <a:xfrm>
            <a:off x="1710329" y="4063074"/>
            <a:ext cx="324188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600" b="1" dirty="0"/>
              <a:t>LISTEN</a:t>
            </a:r>
          </a:p>
          <a:p>
            <a:pPr algn="ctr">
              <a:defRPr/>
            </a:pPr>
            <a:r>
              <a:rPr lang="en-US" altLang="ko-KR" sz="600" b="1" dirty="0"/>
              <a:t>WAIT</a:t>
            </a:r>
          </a:p>
        </p:txBody>
      </p:sp>
      <p:sp>
        <p:nvSpPr>
          <p:cNvPr id="93" name="Rectangle 37"/>
          <p:cNvSpPr>
            <a:spLocks noChangeArrowheads="1"/>
          </p:cNvSpPr>
          <p:nvPr/>
        </p:nvSpPr>
        <p:spPr bwMode="auto">
          <a:xfrm>
            <a:off x="3794904" y="2955829"/>
            <a:ext cx="703201" cy="240757"/>
          </a:xfrm>
          <a:prstGeom prst="rect">
            <a:avLst/>
          </a:prstGeom>
          <a:solidFill>
            <a:srgbClr val="FFFF00">
              <a:alpha val="59999"/>
            </a:srgbClr>
          </a:solidFill>
          <a:ln w="9525">
            <a:solidFill>
              <a:schemeClr val="tx1">
                <a:lumMod val="95000"/>
                <a:lumOff val="5000"/>
              </a:schemeClr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AUDIO S/W</a:t>
            </a:r>
          </a:p>
        </p:txBody>
      </p:sp>
      <p:sp>
        <p:nvSpPr>
          <p:cNvPr id="94" name="Rectangle 160"/>
          <p:cNvSpPr>
            <a:spLocks noChangeArrowheads="1"/>
          </p:cNvSpPr>
          <p:nvPr/>
        </p:nvSpPr>
        <p:spPr bwMode="auto">
          <a:xfrm>
            <a:off x="2791351" y="2146553"/>
            <a:ext cx="949918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AUDIO COMPANDOR</a:t>
            </a:r>
          </a:p>
        </p:txBody>
      </p:sp>
      <p:sp>
        <p:nvSpPr>
          <p:cNvPr id="1072" name="Line 162"/>
          <p:cNvSpPr>
            <a:spLocks noChangeShapeType="1"/>
          </p:cNvSpPr>
          <p:nvPr/>
        </p:nvSpPr>
        <p:spPr bwMode="auto">
          <a:xfrm>
            <a:off x="4929560" y="3737693"/>
            <a:ext cx="50773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73" name="Line 162"/>
          <p:cNvSpPr>
            <a:spLocks noChangeShapeType="1"/>
          </p:cNvSpPr>
          <p:nvPr/>
        </p:nvSpPr>
        <p:spPr bwMode="auto">
          <a:xfrm flipH="1">
            <a:off x="4680460" y="4834211"/>
            <a:ext cx="308097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cxnSp>
        <p:nvCxnSpPr>
          <p:cNvPr id="1074" name="Straight Arrow Connector 121"/>
          <p:cNvCxnSpPr>
            <a:cxnSpLocks noChangeShapeType="1"/>
          </p:cNvCxnSpPr>
          <p:nvPr/>
        </p:nvCxnSpPr>
        <p:spPr bwMode="auto">
          <a:xfrm rot="5400000">
            <a:off x="3110772" y="2005912"/>
            <a:ext cx="287239" cy="1192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075" name="Rectangle 94"/>
          <p:cNvSpPr>
            <a:spLocks noChangeArrowheads="1"/>
          </p:cNvSpPr>
          <p:nvPr/>
        </p:nvSpPr>
        <p:spPr bwMode="auto">
          <a:xfrm>
            <a:off x="7275154" y="6673261"/>
            <a:ext cx="1977307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800" dirty="0">
                <a:latin typeface="Arial" pitchFamily="34" charset="0"/>
                <a:cs typeface="Arial" pitchFamily="34" charset="0"/>
              </a:rPr>
              <a:t>(PEI) Block Diagram-R01 - 20110316ppt</a:t>
            </a:r>
          </a:p>
        </p:txBody>
      </p:sp>
      <p:sp>
        <p:nvSpPr>
          <p:cNvPr id="1076" name="Rectangle 4"/>
          <p:cNvSpPr>
            <a:spLocks noChangeArrowheads="1"/>
          </p:cNvSpPr>
          <p:nvPr/>
        </p:nvSpPr>
        <p:spPr bwMode="auto">
          <a:xfrm>
            <a:off x="1145385" y="1266955"/>
            <a:ext cx="6919977" cy="48651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1077" name="직사각형 109"/>
          <p:cNvSpPr>
            <a:spLocks noChangeArrowheads="1"/>
          </p:cNvSpPr>
          <p:nvPr/>
        </p:nvSpPr>
        <p:spPr bwMode="auto">
          <a:xfrm>
            <a:off x="2842602" y="449334"/>
            <a:ext cx="3884293" cy="438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2400" dirty="0">
                <a:latin typeface="Arial" pitchFamily="34" charset="0"/>
                <a:cs typeface="Arial" pitchFamily="34" charset="0"/>
              </a:rPr>
              <a:t>Denver PEI Block Diagram </a:t>
            </a:r>
            <a:endParaRPr lang="ko-KR" altLang="en-US" sz="2400" dirty="0"/>
          </a:p>
        </p:txBody>
      </p:sp>
      <p:cxnSp>
        <p:nvCxnSpPr>
          <p:cNvPr id="1078" name="Straight Arrow Connector 123"/>
          <p:cNvCxnSpPr>
            <a:cxnSpLocks noChangeShapeType="1"/>
          </p:cNvCxnSpPr>
          <p:nvPr/>
        </p:nvCxnSpPr>
        <p:spPr bwMode="auto">
          <a:xfrm rot="10800000">
            <a:off x="4496913" y="1762772"/>
            <a:ext cx="3351529" cy="1191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round/>
            <a:headEnd/>
            <a:tailEnd/>
          </a:ln>
        </p:spPr>
      </p:cxnSp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1685299" y="4834211"/>
          <a:ext cx="419537" cy="408811"/>
        </p:xfrm>
        <a:graphic>
          <a:graphicData uri="http://schemas.openxmlformats.org/presentationml/2006/ole">
            <p:oleObj spid="_x0000_s2053" name="Visio" r:id="rId6" imgW="641985" imgH="533876" progId="Visio.Drawing.11">
              <p:embed/>
            </p:oleObj>
          </a:graphicData>
        </a:graphic>
      </p:graphicFrame>
      <p:cxnSp>
        <p:nvCxnSpPr>
          <p:cNvPr id="1079" name="Straight Arrow Connector 123"/>
          <p:cNvCxnSpPr>
            <a:cxnSpLocks noChangeShapeType="1"/>
          </p:cNvCxnSpPr>
          <p:nvPr/>
        </p:nvCxnSpPr>
        <p:spPr bwMode="auto">
          <a:xfrm rot="10800000">
            <a:off x="1631666" y="5430144"/>
            <a:ext cx="2648327" cy="1192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74" name="Rectangle 158"/>
          <p:cNvSpPr>
            <a:spLocks noChangeArrowheads="1"/>
          </p:cNvSpPr>
          <p:nvPr/>
        </p:nvSpPr>
        <p:spPr bwMode="auto">
          <a:xfrm>
            <a:off x="6036804" y="1654311"/>
            <a:ext cx="643608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Transformer</a:t>
            </a:r>
          </a:p>
        </p:txBody>
      </p:sp>
      <p:sp>
        <p:nvSpPr>
          <p:cNvPr id="73" name="Rectangle 159"/>
          <p:cNvSpPr>
            <a:spLocks noChangeArrowheads="1"/>
          </p:cNvSpPr>
          <p:nvPr/>
        </p:nvSpPr>
        <p:spPr bwMode="auto">
          <a:xfrm>
            <a:off x="5166742" y="1667422"/>
            <a:ext cx="595933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ALC</a:t>
            </a:r>
          </a:p>
        </p:txBody>
      </p:sp>
      <p:sp>
        <p:nvSpPr>
          <p:cNvPr id="95" name="Rectangle 161"/>
          <p:cNvSpPr>
            <a:spLocks noChangeArrowheads="1"/>
          </p:cNvSpPr>
          <p:nvPr/>
        </p:nvSpPr>
        <p:spPr bwMode="auto">
          <a:xfrm>
            <a:off x="4605372" y="1668613"/>
            <a:ext cx="399276" cy="19189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L.P.F</a:t>
            </a:r>
          </a:p>
        </p:txBody>
      </p:sp>
      <p:cxnSp>
        <p:nvCxnSpPr>
          <p:cNvPr id="1083" name="Straight Arrow Connector 123"/>
          <p:cNvCxnSpPr>
            <a:cxnSpLocks noChangeShapeType="1"/>
          </p:cNvCxnSpPr>
          <p:nvPr/>
        </p:nvCxnSpPr>
        <p:spPr bwMode="auto">
          <a:xfrm rot="10800000">
            <a:off x="4279993" y="2239518"/>
            <a:ext cx="216920" cy="1191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1084" name="Straight Arrow Connector 123"/>
          <p:cNvCxnSpPr>
            <a:cxnSpLocks noChangeShapeType="1"/>
          </p:cNvCxnSpPr>
          <p:nvPr/>
        </p:nvCxnSpPr>
        <p:spPr bwMode="auto">
          <a:xfrm rot="5400000">
            <a:off x="4253176" y="1996972"/>
            <a:ext cx="486282" cy="1192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round/>
            <a:headEnd/>
            <a:tailEnd/>
          </a:ln>
        </p:spPr>
      </p:cxnSp>
      <p:cxnSp>
        <p:nvCxnSpPr>
          <p:cNvPr id="1085" name="Straight Arrow Connector 123"/>
          <p:cNvCxnSpPr>
            <a:cxnSpLocks noChangeShapeType="1"/>
          </p:cNvCxnSpPr>
          <p:nvPr/>
        </p:nvCxnSpPr>
        <p:spPr bwMode="auto">
          <a:xfrm rot="10800000">
            <a:off x="4271650" y="1761579"/>
            <a:ext cx="216920" cy="1192"/>
          </a:xfrm>
          <a:prstGeom prst="straightConnector1">
            <a:avLst/>
          </a:prstGeom>
          <a:noFill/>
          <a:ln w="19050" algn="ctr">
            <a:solidFill>
              <a:srgbClr val="00B050"/>
            </a:solidFill>
            <a:round/>
            <a:headEnd/>
            <a:tailEnd/>
          </a:ln>
        </p:spPr>
      </p:cxnSp>
      <p:sp>
        <p:nvSpPr>
          <p:cNvPr id="69" name="Rectangle 5"/>
          <p:cNvSpPr>
            <a:spLocks noChangeArrowheads="1"/>
          </p:cNvSpPr>
          <p:nvPr/>
        </p:nvSpPr>
        <p:spPr bwMode="auto">
          <a:xfrm>
            <a:off x="5113108" y="3320540"/>
            <a:ext cx="650759" cy="3241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Digital</a:t>
            </a:r>
          </a:p>
          <a:p>
            <a:pPr algn="ctr">
              <a:defRPr/>
            </a:pPr>
            <a:r>
              <a:rPr lang="en-US" altLang="ko-KR" sz="900" b="1" dirty="0"/>
              <a:t>Detection</a:t>
            </a:r>
          </a:p>
        </p:txBody>
      </p:sp>
      <p:sp>
        <p:nvSpPr>
          <p:cNvPr id="1087" name="Line 162"/>
          <p:cNvSpPr>
            <a:spLocks noChangeShapeType="1"/>
          </p:cNvSpPr>
          <p:nvPr/>
        </p:nvSpPr>
        <p:spPr bwMode="auto">
          <a:xfrm>
            <a:off x="6301399" y="2346786"/>
            <a:ext cx="0" cy="156849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cxnSp>
        <p:nvCxnSpPr>
          <p:cNvPr id="1088" name="Straight Arrow Connector 123"/>
          <p:cNvCxnSpPr>
            <a:cxnSpLocks noChangeShapeType="1"/>
          </p:cNvCxnSpPr>
          <p:nvPr/>
        </p:nvCxnSpPr>
        <p:spPr bwMode="auto">
          <a:xfrm rot="10800000">
            <a:off x="5328836" y="2239518"/>
            <a:ext cx="2541059" cy="11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71" name="Rectangle 5"/>
          <p:cNvSpPr>
            <a:spLocks noChangeArrowheads="1"/>
          </p:cNvSpPr>
          <p:nvPr/>
        </p:nvSpPr>
        <p:spPr bwMode="auto">
          <a:xfrm>
            <a:off x="5113108" y="2077424"/>
            <a:ext cx="65075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>
                <a:latin typeface="굴림" charset="-127"/>
                <a:ea typeface="굴림" charset="-127"/>
              </a:rPr>
              <a:t>Tone</a:t>
            </a:r>
          </a:p>
          <a:p>
            <a:pPr algn="ctr">
              <a:defRPr/>
            </a:pPr>
            <a:r>
              <a:rPr lang="en-US" altLang="ko-KR" sz="900" b="1" dirty="0">
                <a:latin typeface="굴림" charset="-127"/>
                <a:ea typeface="굴림" charset="-127"/>
              </a:rPr>
              <a:t>DRIVER</a:t>
            </a:r>
          </a:p>
        </p:txBody>
      </p:sp>
      <p:sp>
        <p:nvSpPr>
          <p:cNvPr id="1090" name="Text Box 97"/>
          <p:cNvSpPr txBox="1">
            <a:spLocks noChangeArrowheads="1"/>
          </p:cNvSpPr>
          <p:nvPr/>
        </p:nvSpPr>
        <p:spPr bwMode="auto">
          <a:xfrm>
            <a:off x="6940240" y="2022598"/>
            <a:ext cx="970588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/>
              <a:t>Dual Tone Audio</a:t>
            </a:r>
          </a:p>
        </p:txBody>
      </p:sp>
      <p:sp>
        <p:nvSpPr>
          <p:cNvPr id="1091" name="Line 125"/>
          <p:cNvSpPr>
            <a:spLocks noChangeShapeType="1"/>
          </p:cNvSpPr>
          <p:nvPr/>
        </p:nvSpPr>
        <p:spPr bwMode="auto">
          <a:xfrm flipV="1">
            <a:off x="4896188" y="3915282"/>
            <a:ext cx="140521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85" name="Rectangle 5"/>
          <p:cNvSpPr>
            <a:spLocks noChangeArrowheads="1"/>
          </p:cNvSpPr>
          <p:nvPr/>
        </p:nvSpPr>
        <p:spPr bwMode="auto">
          <a:xfrm>
            <a:off x="5921193" y="2834259"/>
            <a:ext cx="650759" cy="377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Tone</a:t>
            </a:r>
          </a:p>
          <a:p>
            <a:pPr algn="ctr">
              <a:defRPr/>
            </a:pPr>
            <a:r>
              <a:rPr lang="en-US" altLang="ko-KR" sz="900" b="1" dirty="0"/>
              <a:t>Generator</a:t>
            </a:r>
          </a:p>
        </p:txBody>
      </p:sp>
      <p:sp>
        <p:nvSpPr>
          <p:cNvPr id="84" name="Rectangle 5"/>
          <p:cNvSpPr>
            <a:spLocks noChangeArrowheads="1"/>
          </p:cNvSpPr>
          <p:nvPr/>
        </p:nvSpPr>
        <p:spPr bwMode="auto">
          <a:xfrm>
            <a:off x="5921193" y="3320540"/>
            <a:ext cx="650759" cy="3241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/>
              <a:t>Digital</a:t>
            </a:r>
          </a:p>
          <a:p>
            <a:pPr algn="ctr">
              <a:defRPr/>
            </a:pPr>
            <a:r>
              <a:rPr lang="en-US" altLang="ko-KR" sz="900" b="1" dirty="0"/>
              <a:t>Control</a:t>
            </a:r>
          </a:p>
        </p:txBody>
      </p:sp>
      <p:sp>
        <p:nvSpPr>
          <p:cNvPr id="72" name="Rectangle 158"/>
          <p:cNvSpPr>
            <a:spLocks noChangeArrowheads="1"/>
          </p:cNvSpPr>
          <p:nvPr/>
        </p:nvSpPr>
        <p:spPr bwMode="auto">
          <a:xfrm>
            <a:off x="6032037" y="2131057"/>
            <a:ext cx="643608" cy="2157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/>
              <a:t>Transformer</a:t>
            </a:r>
          </a:p>
        </p:txBody>
      </p:sp>
      <p:sp>
        <p:nvSpPr>
          <p:cNvPr id="77" name="Rectangle 6"/>
          <p:cNvSpPr>
            <a:spLocks noChangeArrowheads="1"/>
          </p:cNvSpPr>
          <p:nvPr/>
        </p:nvSpPr>
        <p:spPr bwMode="auto">
          <a:xfrm>
            <a:off x="3524350" y="3358680"/>
            <a:ext cx="1405210" cy="79139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900" b="1" dirty="0">
                <a:latin typeface="굴림" charset="-127"/>
                <a:ea typeface="굴림" charset="-127"/>
              </a:rPr>
              <a:t>Logic</a:t>
            </a:r>
          </a:p>
          <a:p>
            <a:pPr algn="ctr">
              <a:defRPr/>
            </a:pPr>
            <a:r>
              <a:rPr lang="en-US" altLang="ko-KR" sz="900" b="1" dirty="0">
                <a:latin typeface="Arial" charset="0"/>
                <a:ea typeface="굴림" charset="-127"/>
                <a:cs typeface="Arial" charset="0"/>
              </a:rPr>
              <a:t>Controller</a:t>
            </a:r>
          </a:p>
        </p:txBody>
      </p:sp>
      <p:sp>
        <p:nvSpPr>
          <p:cNvPr id="1096" name="Text Box 63"/>
          <p:cNvSpPr txBox="1">
            <a:spLocks noChangeArrowheads="1"/>
          </p:cNvSpPr>
          <p:nvPr/>
        </p:nvSpPr>
        <p:spPr bwMode="auto">
          <a:xfrm>
            <a:off x="5923577" y="4510023"/>
            <a:ext cx="810469" cy="284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644" tIns="34322" rIns="68644" bIns="34322">
            <a:spAutoFit/>
          </a:bodyPr>
          <a:lstStyle/>
          <a:p>
            <a:r>
              <a:rPr lang="en-US" altLang="ko-KR" sz="7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Live Signal </a:t>
            </a:r>
          </a:p>
          <a:p>
            <a:r>
              <a:rPr lang="en-US" altLang="ko-KR" sz="7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Address Signal</a:t>
            </a:r>
          </a:p>
        </p:txBody>
      </p:sp>
      <p:sp>
        <p:nvSpPr>
          <p:cNvPr id="1097" name="Text Box 70"/>
          <p:cNvSpPr txBox="1">
            <a:spLocks noChangeArrowheads="1"/>
          </p:cNvSpPr>
          <p:nvPr/>
        </p:nvSpPr>
        <p:spPr bwMode="auto">
          <a:xfrm>
            <a:off x="7166694" y="4563657"/>
            <a:ext cx="508923" cy="19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644" tIns="34322" rIns="68644" bIns="34322">
            <a:spAutoFit/>
          </a:bodyPr>
          <a:lstStyle/>
          <a:p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To PAC</a:t>
            </a:r>
          </a:p>
        </p:txBody>
      </p:sp>
      <p:sp>
        <p:nvSpPr>
          <p:cNvPr id="101" name="Rectangle 48"/>
          <p:cNvSpPr>
            <a:spLocks noChangeArrowheads="1"/>
          </p:cNvSpPr>
          <p:nvPr/>
        </p:nvSpPr>
        <p:spPr bwMode="auto">
          <a:xfrm>
            <a:off x="5067817" y="4689995"/>
            <a:ext cx="584015" cy="290815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644" tIns="34322" rIns="68644" bIns="34322" anchor="ctr"/>
          <a:lstStyle/>
          <a:p>
            <a:pPr algn="ctr">
              <a:defRPr/>
            </a:pPr>
            <a:r>
              <a:rPr lang="en-US" altLang="ko-KR" sz="800" b="1" dirty="0">
                <a:latin typeface="Arial" pitchFamily="34" charset="0"/>
                <a:cs typeface="Arial" pitchFamily="34" charset="0"/>
              </a:rPr>
              <a:t>Regulator</a:t>
            </a:r>
          </a:p>
        </p:txBody>
      </p:sp>
      <p:cxnSp>
        <p:nvCxnSpPr>
          <p:cNvPr id="1099" name="Straight Arrow Connector 123"/>
          <p:cNvCxnSpPr>
            <a:cxnSpLocks noChangeShapeType="1"/>
          </p:cNvCxnSpPr>
          <p:nvPr/>
        </p:nvCxnSpPr>
        <p:spPr bwMode="auto">
          <a:xfrm rot="5400000">
            <a:off x="4356869" y="4509427"/>
            <a:ext cx="648375" cy="11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Grp="1" noChangeArrowheads="1"/>
          </p:cNvSpPr>
          <p:nvPr>
            <p:ph type="title"/>
          </p:nvPr>
        </p:nvSpPr>
        <p:spPr>
          <a:xfrm>
            <a:off x="570905" y="578056"/>
            <a:ext cx="8229838" cy="850993"/>
          </a:xfrm>
        </p:spPr>
        <p:txBody>
          <a:bodyPr/>
          <a:lstStyle/>
          <a:p>
            <a:pPr eaLnBrk="1" hangingPunct="1"/>
            <a:r>
              <a:rPr lang="en-US" altLang="ko-KR" sz="2800" b="1" dirty="0" smtClean="0"/>
              <a:t>PAC TL &amp; RS-485 Block Diagram</a:t>
            </a:r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5815117" y="6612476"/>
            <a:ext cx="3490977" cy="24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7" tIns="45713" rIns="91427" bIns="45713"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RS-485 Train Line Circuitry Block Diagram - 20110331.ppt</a:t>
            </a:r>
          </a:p>
        </p:txBody>
      </p:sp>
      <p:sp>
        <p:nvSpPr>
          <p:cNvPr id="7" name="Rectangle 159"/>
          <p:cNvSpPr>
            <a:spLocks noChangeArrowheads="1"/>
          </p:cNvSpPr>
          <p:nvPr/>
        </p:nvSpPr>
        <p:spPr bwMode="auto">
          <a:xfrm rot="10800000" flipV="1">
            <a:off x="1868847" y="1806870"/>
            <a:ext cx="5568400" cy="3784177"/>
          </a:xfrm>
          <a:prstGeom prst="rect">
            <a:avLst/>
          </a:prstGeom>
          <a:solidFill>
            <a:schemeClr val="accent2">
              <a:lumMod val="60000"/>
              <a:lumOff val="40000"/>
              <a:alpha val="19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</p:txBody>
      </p:sp>
      <p:sp>
        <p:nvSpPr>
          <p:cNvPr id="9221" name="Line 150"/>
          <p:cNvSpPr>
            <a:spLocks noChangeShapeType="1"/>
          </p:cNvSpPr>
          <p:nvPr/>
        </p:nvSpPr>
        <p:spPr bwMode="auto">
          <a:xfrm>
            <a:off x="4192986" y="2510071"/>
            <a:ext cx="0" cy="129794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62" name="Oval 231"/>
          <p:cNvSpPr>
            <a:spLocks noChangeArrowheads="1"/>
          </p:cNvSpPr>
          <p:nvPr/>
        </p:nvSpPr>
        <p:spPr bwMode="auto">
          <a:xfrm>
            <a:off x="4005864" y="3591094"/>
            <a:ext cx="359944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1427" tIns="45713" rIns="91427" bIns="45713"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rgbClr val="FF0000"/>
                </a:solidFill>
              </a:rPr>
              <a:t>Ra</a:t>
            </a:r>
          </a:p>
        </p:txBody>
      </p:sp>
      <p:sp>
        <p:nvSpPr>
          <p:cNvPr id="9223" name="Line 150"/>
          <p:cNvSpPr>
            <a:spLocks noChangeShapeType="1"/>
          </p:cNvSpPr>
          <p:nvPr/>
        </p:nvSpPr>
        <p:spPr bwMode="auto">
          <a:xfrm>
            <a:off x="3092894" y="2563706"/>
            <a:ext cx="0" cy="1297942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72" name="Oval 231"/>
          <p:cNvSpPr>
            <a:spLocks noChangeArrowheads="1"/>
          </p:cNvSpPr>
          <p:nvPr/>
        </p:nvSpPr>
        <p:spPr bwMode="auto">
          <a:xfrm>
            <a:off x="2905771" y="3591094"/>
            <a:ext cx="359944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1427" tIns="45713" rIns="91427" bIns="45713"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rgbClr val="FF0000"/>
                </a:solidFill>
              </a:rPr>
              <a:t>R1</a:t>
            </a:r>
          </a:p>
        </p:txBody>
      </p:sp>
      <p:sp>
        <p:nvSpPr>
          <p:cNvPr id="9225" name="Line 179"/>
          <p:cNvSpPr>
            <a:spLocks noChangeShapeType="1"/>
          </p:cNvSpPr>
          <p:nvPr/>
        </p:nvSpPr>
        <p:spPr bwMode="auto">
          <a:xfrm flipH="1">
            <a:off x="3092894" y="2563705"/>
            <a:ext cx="205477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9226" name="Line 150"/>
          <p:cNvSpPr>
            <a:spLocks noChangeShapeType="1"/>
          </p:cNvSpPr>
          <p:nvPr/>
        </p:nvSpPr>
        <p:spPr bwMode="auto">
          <a:xfrm>
            <a:off x="5220375" y="2563706"/>
            <a:ext cx="0" cy="1297942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73" name="Oval 231"/>
          <p:cNvSpPr>
            <a:spLocks noChangeArrowheads="1"/>
          </p:cNvSpPr>
          <p:nvPr/>
        </p:nvSpPr>
        <p:spPr bwMode="auto">
          <a:xfrm>
            <a:off x="5033253" y="3591094"/>
            <a:ext cx="359944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1427" tIns="45713" rIns="91427" bIns="45713" anchor="ctr"/>
          <a:lstStyle/>
          <a:p>
            <a:pPr algn="ctr">
              <a:defRPr/>
            </a:pPr>
            <a:r>
              <a:rPr lang="en-US" altLang="ko-KR" sz="1200" b="1" dirty="0" err="1">
                <a:solidFill>
                  <a:srgbClr val="FF0000"/>
                </a:solidFill>
              </a:rPr>
              <a:t>Rb</a:t>
            </a:r>
            <a:endParaRPr lang="en-US" altLang="ko-KR" sz="1200" b="1" dirty="0">
              <a:solidFill>
                <a:srgbClr val="FF0000"/>
              </a:solidFill>
            </a:endParaRPr>
          </a:p>
        </p:txBody>
      </p:sp>
      <p:sp>
        <p:nvSpPr>
          <p:cNvPr id="9228" name="Line 150"/>
          <p:cNvSpPr>
            <a:spLocks noChangeShapeType="1"/>
          </p:cNvSpPr>
          <p:nvPr/>
        </p:nvSpPr>
        <p:spPr bwMode="auto">
          <a:xfrm>
            <a:off x="4680460" y="2293151"/>
            <a:ext cx="0" cy="756836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9229" name="Rectangle 153"/>
          <p:cNvSpPr>
            <a:spLocks noChangeArrowheads="1"/>
          </p:cNvSpPr>
          <p:nvPr/>
        </p:nvSpPr>
        <p:spPr bwMode="auto">
          <a:xfrm>
            <a:off x="3977259" y="2185883"/>
            <a:ext cx="1351577" cy="667445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 defTabSz="914062"/>
            <a:r>
              <a:rPr lang="en-US" altLang="ko-KR" sz="1500" dirty="0">
                <a:latin typeface="Arial" pitchFamily="34" charset="0"/>
              </a:rPr>
              <a:t>CRA</a:t>
            </a:r>
          </a:p>
          <a:p>
            <a:pPr algn="ctr" defTabSz="914062"/>
            <a:r>
              <a:rPr lang="en-US" altLang="ko-KR" sz="1500" dirty="0">
                <a:latin typeface="Arial" pitchFamily="34" charset="0"/>
              </a:rPr>
              <a:t>PAC</a:t>
            </a:r>
            <a:endParaRPr lang="ko-KR" altLang="en-US" sz="1500" dirty="0">
              <a:latin typeface="Arial" pitchFamily="34" charset="0"/>
            </a:endParaRPr>
          </a:p>
        </p:txBody>
      </p:sp>
      <p:sp>
        <p:nvSpPr>
          <p:cNvPr id="9230" name="Rectangle 211"/>
          <p:cNvSpPr>
            <a:spLocks noChangeArrowheads="1"/>
          </p:cNvSpPr>
          <p:nvPr/>
        </p:nvSpPr>
        <p:spPr bwMode="auto">
          <a:xfrm>
            <a:off x="4463541" y="3049987"/>
            <a:ext cx="432647" cy="251483"/>
          </a:xfrm>
          <a:prstGeom prst="rect">
            <a:avLst/>
          </a:prstGeom>
          <a:solidFill>
            <a:srgbClr val="7030A0">
              <a:alpha val="78822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100" b="1" dirty="0"/>
              <a:t>RT</a:t>
            </a:r>
          </a:p>
        </p:txBody>
      </p:sp>
      <p:sp>
        <p:nvSpPr>
          <p:cNvPr id="9231" name="Rectangle 211"/>
          <p:cNvSpPr>
            <a:spLocks noChangeArrowheads="1"/>
          </p:cNvSpPr>
          <p:nvPr/>
        </p:nvSpPr>
        <p:spPr bwMode="auto">
          <a:xfrm>
            <a:off x="4463541" y="3266906"/>
            <a:ext cx="432647" cy="108102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100" b="1" dirty="0"/>
              <a:t>R</a:t>
            </a:r>
          </a:p>
          <a:p>
            <a:pPr algn="ctr"/>
            <a:r>
              <a:rPr lang="en-US" altLang="ko-KR" sz="1100" b="1" dirty="0"/>
              <a:t>e</a:t>
            </a:r>
          </a:p>
          <a:p>
            <a:pPr algn="ctr"/>
            <a:r>
              <a:rPr lang="en-US" altLang="ko-KR" sz="1100" b="1" dirty="0"/>
              <a:t>p</a:t>
            </a:r>
          </a:p>
          <a:p>
            <a:pPr algn="ctr"/>
            <a:r>
              <a:rPr lang="en-US" altLang="ko-KR" sz="1100" b="1" dirty="0"/>
              <a:t>e</a:t>
            </a:r>
          </a:p>
          <a:p>
            <a:pPr algn="ctr"/>
            <a:r>
              <a:rPr lang="en-US" altLang="ko-KR" sz="1100" b="1" dirty="0"/>
              <a:t>a</a:t>
            </a:r>
          </a:p>
          <a:p>
            <a:pPr algn="ctr"/>
            <a:r>
              <a:rPr lang="en-US" altLang="ko-KR" sz="1100" b="1" dirty="0"/>
              <a:t>t</a:t>
            </a:r>
          </a:p>
        </p:txBody>
      </p:sp>
      <p:cxnSp>
        <p:nvCxnSpPr>
          <p:cNvPr id="9232" name="Straight Arrow Connector 123"/>
          <p:cNvCxnSpPr>
            <a:cxnSpLocks noChangeShapeType="1"/>
          </p:cNvCxnSpPr>
          <p:nvPr/>
        </p:nvCxnSpPr>
        <p:spPr bwMode="auto">
          <a:xfrm rot="10800000" flipV="1">
            <a:off x="3274058" y="5051130"/>
            <a:ext cx="833114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233" name="Straight Arrow Connector 123"/>
          <p:cNvCxnSpPr>
            <a:cxnSpLocks noChangeShapeType="1"/>
          </p:cNvCxnSpPr>
          <p:nvPr/>
        </p:nvCxnSpPr>
        <p:spPr bwMode="auto">
          <a:xfrm rot="5400000">
            <a:off x="2410551" y="4671521"/>
            <a:ext cx="1405210" cy="2384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sp>
        <p:nvSpPr>
          <p:cNvPr id="9234" name="Oval 102"/>
          <p:cNvSpPr>
            <a:spLocks noChangeArrowheads="1"/>
          </p:cNvSpPr>
          <p:nvPr/>
        </p:nvSpPr>
        <p:spPr bwMode="auto">
          <a:xfrm>
            <a:off x="2949870" y="5301423"/>
            <a:ext cx="5363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9235" name="Oval 102"/>
          <p:cNvSpPr>
            <a:spLocks noChangeArrowheads="1"/>
          </p:cNvSpPr>
          <p:nvPr/>
        </p:nvSpPr>
        <p:spPr bwMode="auto">
          <a:xfrm>
            <a:off x="3220424" y="5296655"/>
            <a:ext cx="5363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9236" name="Oval 102"/>
          <p:cNvSpPr>
            <a:spLocks noChangeArrowheads="1"/>
          </p:cNvSpPr>
          <p:nvPr/>
        </p:nvSpPr>
        <p:spPr bwMode="auto">
          <a:xfrm>
            <a:off x="2949870" y="5030869"/>
            <a:ext cx="5363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9237" name="Oval 102"/>
          <p:cNvSpPr>
            <a:spLocks noChangeArrowheads="1"/>
          </p:cNvSpPr>
          <p:nvPr/>
        </p:nvSpPr>
        <p:spPr bwMode="auto">
          <a:xfrm>
            <a:off x="3214465" y="5026102"/>
            <a:ext cx="5363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9238" name="Oval 102"/>
          <p:cNvSpPr>
            <a:spLocks noChangeArrowheads="1"/>
          </p:cNvSpPr>
          <p:nvPr/>
        </p:nvSpPr>
        <p:spPr bwMode="auto">
          <a:xfrm>
            <a:off x="4057114" y="5001072"/>
            <a:ext cx="5363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9239" name="Oval 102"/>
          <p:cNvSpPr>
            <a:spLocks noChangeArrowheads="1"/>
          </p:cNvSpPr>
          <p:nvPr/>
        </p:nvSpPr>
        <p:spPr bwMode="auto">
          <a:xfrm>
            <a:off x="4266882" y="4996305"/>
            <a:ext cx="5363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9240" name="Oval 102"/>
          <p:cNvSpPr>
            <a:spLocks noChangeArrowheads="1"/>
          </p:cNvSpPr>
          <p:nvPr/>
        </p:nvSpPr>
        <p:spPr bwMode="auto">
          <a:xfrm>
            <a:off x="5090462" y="5001072"/>
            <a:ext cx="5363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9241" name="Oval 102"/>
          <p:cNvSpPr>
            <a:spLocks noChangeArrowheads="1"/>
          </p:cNvSpPr>
          <p:nvPr/>
        </p:nvSpPr>
        <p:spPr bwMode="auto">
          <a:xfrm>
            <a:off x="5300231" y="4996305"/>
            <a:ext cx="5363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9242" name="Oval 102"/>
          <p:cNvSpPr>
            <a:spLocks noChangeArrowheads="1"/>
          </p:cNvSpPr>
          <p:nvPr/>
        </p:nvSpPr>
        <p:spPr bwMode="auto">
          <a:xfrm>
            <a:off x="6037996" y="5001072"/>
            <a:ext cx="5363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9243" name="Oval 102"/>
          <p:cNvSpPr>
            <a:spLocks noChangeArrowheads="1"/>
          </p:cNvSpPr>
          <p:nvPr/>
        </p:nvSpPr>
        <p:spPr bwMode="auto">
          <a:xfrm>
            <a:off x="6248957" y="4996305"/>
            <a:ext cx="52442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cxnSp>
        <p:nvCxnSpPr>
          <p:cNvPr id="9244" name="Straight Arrow Connector 123"/>
          <p:cNvCxnSpPr>
            <a:cxnSpLocks noChangeShapeType="1"/>
          </p:cNvCxnSpPr>
          <p:nvPr/>
        </p:nvCxnSpPr>
        <p:spPr bwMode="auto">
          <a:xfrm rot="10800000">
            <a:off x="3004696" y="4942671"/>
            <a:ext cx="216920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245" name="Straight Arrow Connector 123"/>
          <p:cNvCxnSpPr>
            <a:cxnSpLocks noChangeShapeType="1"/>
          </p:cNvCxnSpPr>
          <p:nvPr/>
        </p:nvCxnSpPr>
        <p:spPr bwMode="auto">
          <a:xfrm rot="10800000">
            <a:off x="3004696" y="5375318"/>
            <a:ext cx="216920" cy="119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246" name="Straight Arrow Connector 123"/>
          <p:cNvCxnSpPr>
            <a:cxnSpLocks noChangeShapeType="1"/>
          </p:cNvCxnSpPr>
          <p:nvPr/>
        </p:nvCxnSpPr>
        <p:spPr bwMode="auto">
          <a:xfrm rot="10800000">
            <a:off x="4085719" y="5104765"/>
            <a:ext cx="216920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247" name="Straight Arrow Connector 123"/>
          <p:cNvCxnSpPr>
            <a:cxnSpLocks noChangeShapeType="1"/>
          </p:cNvCxnSpPr>
          <p:nvPr/>
        </p:nvCxnSpPr>
        <p:spPr bwMode="auto">
          <a:xfrm rot="10800000">
            <a:off x="5136945" y="5104765"/>
            <a:ext cx="216920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248" name="Straight Arrow Connector 123"/>
          <p:cNvCxnSpPr>
            <a:cxnSpLocks noChangeShapeType="1"/>
          </p:cNvCxnSpPr>
          <p:nvPr/>
        </p:nvCxnSpPr>
        <p:spPr bwMode="auto">
          <a:xfrm rot="10800000">
            <a:off x="6084479" y="4996305"/>
            <a:ext cx="216920" cy="119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249" name="Straight Arrow Connector 123"/>
          <p:cNvCxnSpPr>
            <a:cxnSpLocks noChangeShapeType="1"/>
          </p:cNvCxnSpPr>
          <p:nvPr/>
        </p:nvCxnSpPr>
        <p:spPr bwMode="auto">
          <a:xfrm rot="5400000">
            <a:off x="3625659" y="4537436"/>
            <a:ext cx="1135848" cy="119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9250" name="Straight Arrow Connector 123"/>
          <p:cNvCxnSpPr>
            <a:cxnSpLocks noChangeShapeType="1"/>
          </p:cNvCxnSpPr>
          <p:nvPr/>
        </p:nvCxnSpPr>
        <p:spPr bwMode="auto">
          <a:xfrm rot="5400000">
            <a:off x="4653643" y="4536840"/>
            <a:ext cx="1134657" cy="119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9251" name="Straight Arrow Connector 123"/>
          <p:cNvCxnSpPr>
            <a:cxnSpLocks noChangeShapeType="1"/>
          </p:cNvCxnSpPr>
          <p:nvPr/>
        </p:nvCxnSpPr>
        <p:spPr bwMode="auto">
          <a:xfrm rot="5400000">
            <a:off x="6057066" y="4861625"/>
            <a:ext cx="270554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9252" name="Straight Arrow Connector 123"/>
          <p:cNvCxnSpPr>
            <a:cxnSpLocks noChangeShapeType="1"/>
          </p:cNvCxnSpPr>
          <p:nvPr/>
        </p:nvCxnSpPr>
        <p:spPr bwMode="auto">
          <a:xfrm>
            <a:off x="3111964" y="4751973"/>
            <a:ext cx="3082167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sp>
        <p:nvSpPr>
          <p:cNvPr id="9253" name="Oval 102"/>
          <p:cNvSpPr>
            <a:spLocks noChangeArrowheads="1"/>
          </p:cNvSpPr>
          <p:nvPr/>
        </p:nvSpPr>
        <p:spPr bwMode="auto">
          <a:xfrm>
            <a:off x="3029725" y="4643512"/>
            <a:ext cx="143024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cxnSp>
        <p:nvCxnSpPr>
          <p:cNvPr id="9254" name="Straight Arrow Connector 123"/>
          <p:cNvCxnSpPr>
            <a:cxnSpLocks noChangeShapeType="1"/>
          </p:cNvCxnSpPr>
          <p:nvPr/>
        </p:nvCxnSpPr>
        <p:spPr bwMode="auto">
          <a:xfrm>
            <a:off x="3274058" y="5321685"/>
            <a:ext cx="3352720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255" name="Straight Arrow Connector 123"/>
          <p:cNvCxnSpPr>
            <a:cxnSpLocks noChangeShapeType="1"/>
          </p:cNvCxnSpPr>
          <p:nvPr/>
        </p:nvCxnSpPr>
        <p:spPr bwMode="auto">
          <a:xfrm rot="10800000">
            <a:off x="4337203" y="5041596"/>
            <a:ext cx="756835" cy="119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256" name="Straight Arrow Connector 123"/>
          <p:cNvCxnSpPr>
            <a:cxnSpLocks noChangeShapeType="1"/>
          </p:cNvCxnSpPr>
          <p:nvPr/>
        </p:nvCxnSpPr>
        <p:spPr bwMode="auto">
          <a:xfrm rot="10800000">
            <a:off x="5372935" y="5023718"/>
            <a:ext cx="674596" cy="119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257" name="Straight Arrow Connector 123"/>
          <p:cNvCxnSpPr>
            <a:cxnSpLocks noChangeShapeType="1"/>
          </p:cNvCxnSpPr>
          <p:nvPr/>
        </p:nvCxnSpPr>
        <p:spPr bwMode="auto">
          <a:xfrm rot="10800000">
            <a:off x="6310934" y="5021335"/>
            <a:ext cx="674596" cy="119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258" name="Straight Arrow Connector 123"/>
          <p:cNvCxnSpPr>
            <a:cxnSpLocks noChangeShapeType="1"/>
          </p:cNvCxnSpPr>
          <p:nvPr/>
        </p:nvCxnSpPr>
        <p:spPr bwMode="auto">
          <a:xfrm rot="10800000">
            <a:off x="2301495" y="5060665"/>
            <a:ext cx="674596" cy="119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259" name="Straight Arrow Connector 123"/>
          <p:cNvCxnSpPr>
            <a:cxnSpLocks noChangeShapeType="1"/>
          </p:cNvCxnSpPr>
          <p:nvPr/>
        </p:nvCxnSpPr>
        <p:spPr bwMode="auto">
          <a:xfrm rot="10800000">
            <a:off x="2701962" y="5321685"/>
            <a:ext cx="247908" cy="119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260" name="Line 150"/>
          <p:cNvSpPr>
            <a:spLocks noChangeShapeType="1"/>
          </p:cNvSpPr>
          <p:nvPr/>
        </p:nvSpPr>
        <p:spPr bwMode="auto">
          <a:xfrm>
            <a:off x="2698386" y="5051131"/>
            <a:ext cx="0" cy="270554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9261" name="Oval 102"/>
          <p:cNvSpPr>
            <a:spLocks noChangeArrowheads="1"/>
          </p:cNvSpPr>
          <p:nvPr/>
        </p:nvSpPr>
        <p:spPr bwMode="auto">
          <a:xfrm>
            <a:off x="2625682" y="4971276"/>
            <a:ext cx="143024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9262" name="Line 150"/>
          <p:cNvSpPr>
            <a:spLocks noChangeShapeType="1"/>
          </p:cNvSpPr>
          <p:nvPr/>
        </p:nvSpPr>
        <p:spPr bwMode="auto">
          <a:xfrm>
            <a:off x="6626778" y="5051131"/>
            <a:ext cx="0" cy="270554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9263" name="Oval 102"/>
          <p:cNvSpPr>
            <a:spLocks noChangeArrowheads="1"/>
          </p:cNvSpPr>
          <p:nvPr/>
        </p:nvSpPr>
        <p:spPr bwMode="auto">
          <a:xfrm>
            <a:off x="6552882" y="4942671"/>
            <a:ext cx="143024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  <p:sp>
        <p:nvSpPr>
          <p:cNvPr id="9264" name="Line 150"/>
          <p:cNvSpPr>
            <a:spLocks noChangeShapeType="1"/>
          </p:cNvSpPr>
          <p:nvPr/>
        </p:nvSpPr>
        <p:spPr bwMode="auto">
          <a:xfrm>
            <a:off x="4680460" y="4618483"/>
            <a:ext cx="0" cy="43264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9265" name="Rectangle 211"/>
          <p:cNvSpPr>
            <a:spLocks noChangeArrowheads="1"/>
          </p:cNvSpPr>
          <p:nvPr/>
        </p:nvSpPr>
        <p:spPr bwMode="auto">
          <a:xfrm>
            <a:off x="4463541" y="4347929"/>
            <a:ext cx="432647" cy="250292"/>
          </a:xfrm>
          <a:prstGeom prst="rect">
            <a:avLst/>
          </a:prstGeom>
          <a:solidFill>
            <a:srgbClr val="7030A0">
              <a:alpha val="78822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100" b="1" dirty="0"/>
              <a:t>RT</a:t>
            </a:r>
          </a:p>
        </p:txBody>
      </p:sp>
      <p:sp>
        <p:nvSpPr>
          <p:cNvPr id="9266" name="Oval 102"/>
          <p:cNvSpPr>
            <a:spLocks noChangeArrowheads="1"/>
          </p:cNvSpPr>
          <p:nvPr/>
        </p:nvSpPr>
        <p:spPr bwMode="auto">
          <a:xfrm>
            <a:off x="4610140" y="4952206"/>
            <a:ext cx="143024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59"/>
          <p:cNvSpPr>
            <a:spLocks noChangeArrowheads="1"/>
          </p:cNvSpPr>
          <p:nvPr/>
        </p:nvSpPr>
        <p:spPr bwMode="auto">
          <a:xfrm rot="10800000" flipV="1">
            <a:off x="949918" y="1266955"/>
            <a:ext cx="6973611" cy="4973659"/>
          </a:xfrm>
          <a:prstGeom prst="rect">
            <a:avLst/>
          </a:prstGeom>
          <a:solidFill>
            <a:schemeClr val="accent2">
              <a:lumMod val="60000"/>
              <a:lumOff val="40000"/>
              <a:alpha val="19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  <a:p>
            <a:pPr algn="ctr" defTabSz="914062">
              <a:defRPr/>
            </a:pPr>
            <a:endParaRPr lang="en-US" altLang="ko-KR" sz="1000" dirty="0">
              <a:latin typeface="Arial" charset="0"/>
              <a:cs typeface="Arial" charset="0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5973635" y="2598270"/>
            <a:ext cx="1729399" cy="3169173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r>
              <a:rPr lang="en-US" altLang="ko-KR" sz="1200" b="1" dirty="0"/>
              <a:t>Communication</a:t>
            </a:r>
          </a:p>
          <a:p>
            <a:pPr algn="ctr"/>
            <a:r>
              <a:rPr lang="en-US" altLang="ko-KR" sz="1200" b="1" dirty="0"/>
              <a:t>Rack</a:t>
            </a:r>
          </a:p>
          <a:p>
            <a:pPr algn="ctr"/>
            <a:r>
              <a:rPr lang="en-US" altLang="ko-KR" sz="1200" b="1" dirty="0"/>
              <a:t>B</a:t>
            </a:r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dirty="0"/>
          </a:p>
        </p:txBody>
      </p:sp>
      <p:sp>
        <p:nvSpPr>
          <p:cNvPr id="10244" name="Rectangle 2"/>
          <p:cNvSpPr>
            <a:spLocks noChangeArrowheads="1"/>
          </p:cNvSpPr>
          <p:nvPr/>
        </p:nvSpPr>
        <p:spPr bwMode="auto">
          <a:xfrm>
            <a:off x="1220472" y="2618532"/>
            <a:ext cx="1728206" cy="3167981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r>
              <a:rPr lang="en-US" altLang="ko-KR" sz="1200" b="1" dirty="0"/>
              <a:t>Communication</a:t>
            </a:r>
          </a:p>
          <a:p>
            <a:pPr algn="ctr"/>
            <a:r>
              <a:rPr lang="en-US" altLang="ko-KR" sz="1200" b="1" dirty="0"/>
              <a:t>Rack</a:t>
            </a:r>
          </a:p>
          <a:p>
            <a:pPr algn="ctr"/>
            <a:r>
              <a:rPr lang="en-US" altLang="ko-KR" sz="1200" b="1" dirty="0"/>
              <a:t>A</a:t>
            </a:r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b="1" dirty="0"/>
          </a:p>
          <a:p>
            <a:pPr algn="ctr"/>
            <a:endParaRPr lang="en-US" altLang="ko-KR" sz="1200" dirty="0"/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4171533" y="3481443"/>
            <a:ext cx="574480" cy="431456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000" b="1" dirty="0"/>
              <a:t>Device</a:t>
            </a:r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auto">
          <a:xfrm>
            <a:off x="3163214" y="3481443"/>
            <a:ext cx="574480" cy="431456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000" b="1" dirty="0"/>
              <a:t>Device</a:t>
            </a:r>
          </a:p>
        </p:txBody>
      </p:sp>
      <p:sp>
        <p:nvSpPr>
          <p:cNvPr id="10247" name="Rectangle 6"/>
          <p:cNvSpPr>
            <a:spLocks noChangeArrowheads="1"/>
          </p:cNvSpPr>
          <p:nvPr/>
        </p:nvSpPr>
        <p:spPr bwMode="auto">
          <a:xfrm>
            <a:off x="5181044" y="3481443"/>
            <a:ext cx="574480" cy="431456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000" b="1" dirty="0"/>
              <a:t>Device</a:t>
            </a:r>
          </a:p>
        </p:txBody>
      </p:sp>
      <p:sp>
        <p:nvSpPr>
          <p:cNvPr id="10248" name="Rectangle 7"/>
          <p:cNvSpPr>
            <a:spLocks noChangeArrowheads="1"/>
          </p:cNvSpPr>
          <p:nvPr/>
        </p:nvSpPr>
        <p:spPr bwMode="auto">
          <a:xfrm>
            <a:off x="4171533" y="4995113"/>
            <a:ext cx="574480" cy="431456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000" b="1" dirty="0"/>
              <a:t>Device</a:t>
            </a:r>
          </a:p>
        </p:txBody>
      </p:sp>
      <p:sp>
        <p:nvSpPr>
          <p:cNvPr id="10249" name="Rectangle 8"/>
          <p:cNvSpPr>
            <a:spLocks noChangeArrowheads="1"/>
          </p:cNvSpPr>
          <p:nvPr/>
        </p:nvSpPr>
        <p:spPr bwMode="auto">
          <a:xfrm>
            <a:off x="3163214" y="4995113"/>
            <a:ext cx="574480" cy="431456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000" b="1" dirty="0"/>
              <a:t>Device</a:t>
            </a:r>
          </a:p>
        </p:txBody>
      </p:sp>
      <p:sp>
        <p:nvSpPr>
          <p:cNvPr id="10250" name="Rectangle 9"/>
          <p:cNvSpPr>
            <a:spLocks noChangeArrowheads="1"/>
          </p:cNvSpPr>
          <p:nvPr/>
        </p:nvSpPr>
        <p:spPr bwMode="auto">
          <a:xfrm>
            <a:off x="5181044" y="4995113"/>
            <a:ext cx="574480" cy="431456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000" b="1" dirty="0"/>
              <a:t>Device</a:t>
            </a:r>
          </a:p>
        </p:txBody>
      </p:sp>
      <p:sp>
        <p:nvSpPr>
          <p:cNvPr id="10251" name="Freeform 10"/>
          <p:cNvSpPr>
            <a:spLocks/>
          </p:cNvSpPr>
          <p:nvPr/>
        </p:nvSpPr>
        <p:spPr bwMode="auto">
          <a:xfrm>
            <a:off x="3597053" y="3265714"/>
            <a:ext cx="1007128" cy="215728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52" name="Freeform 11"/>
          <p:cNvSpPr>
            <a:spLocks/>
          </p:cNvSpPr>
          <p:nvPr/>
        </p:nvSpPr>
        <p:spPr bwMode="auto">
          <a:xfrm>
            <a:off x="3309814" y="3121499"/>
            <a:ext cx="1007127" cy="359944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53" name="Freeform 12"/>
          <p:cNvSpPr>
            <a:spLocks/>
          </p:cNvSpPr>
          <p:nvPr/>
        </p:nvSpPr>
        <p:spPr bwMode="auto">
          <a:xfrm>
            <a:off x="4602989" y="3265714"/>
            <a:ext cx="1008319" cy="215728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54" name="Freeform 13"/>
          <p:cNvSpPr>
            <a:spLocks/>
          </p:cNvSpPr>
          <p:nvPr/>
        </p:nvSpPr>
        <p:spPr bwMode="auto">
          <a:xfrm>
            <a:off x="4315749" y="3121499"/>
            <a:ext cx="1008319" cy="359944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55" name="Freeform 14"/>
          <p:cNvSpPr>
            <a:spLocks/>
          </p:cNvSpPr>
          <p:nvPr/>
        </p:nvSpPr>
        <p:spPr bwMode="auto">
          <a:xfrm>
            <a:off x="3594670" y="4778194"/>
            <a:ext cx="1008319" cy="216920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56" name="Freeform 15"/>
          <p:cNvSpPr>
            <a:spLocks/>
          </p:cNvSpPr>
          <p:nvPr/>
        </p:nvSpPr>
        <p:spPr bwMode="auto">
          <a:xfrm>
            <a:off x="3307430" y="4633977"/>
            <a:ext cx="1008319" cy="361136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57" name="Freeform 16"/>
          <p:cNvSpPr>
            <a:spLocks/>
          </p:cNvSpPr>
          <p:nvPr/>
        </p:nvSpPr>
        <p:spPr bwMode="auto">
          <a:xfrm>
            <a:off x="4601797" y="4778194"/>
            <a:ext cx="1008319" cy="216920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58" name="Freeform 17"/>
          <p:cNvSpPr>
            <a:spLocks/>
          </p:cNvSpPr>
          <p:nvPr/>
        </p:nvSpPr>
        <p:spPr bwMode="auto">
          <a:xfrm>
            <a:off x="4314557" y="4633977"/>
            <a:ext cx="1007128" cy="361136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59" name="Freeform 18"/>
          <p:cNvSpPr>
            <a:spLocks/>
          </p:cNvSpPr>
          <p:nvPr/>
        </p:nvSpPr>
        <p:spPr bwMode="auto">
          <a:xfrm>
            <a:off x="2587543" y="3265714"/>
            <a:ext cx="1007127" cy="215728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60" name="Freeform 19"/>
          <p:cNvSpPr>
            <a:spLocks/>
          </p:cNvSpPr>
          <p:nvPr/>
        </p:nvSpPr>
        <p:spPr bwMode="auto">
          <a:xfrm>
            <a:off x="2299111" y="3121499"/>
            <a:ext cx="1008319" cy="359944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61" name="Freeform 20"/>
          <p:cNvSpPr>
            <a:spLocks/>
          </p:cNvSpPr>
          <p:nvPr/>
        </p:nvSpPr>
        <p:spPr bwMode="auto">
          <a:xfrm>
            <a:off x="5612500" y="3265715"/>
            <a:ext cx="955877" cy="197850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62" name="Freeform 21"/>
          <p:cNvSpPr>
            <a:spLocks/>
          </p:cNvSpPr>
          <p:nvPr/>
        </p:nvSpPr>
        <p:spPr bwMode="auto">
          <a:xfrm>
            <a:off x="5325260" y="3121499"/>
            <a:ext cx="1008319" cy="359944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63" name="Freeform 22"/>
          <p:cNvSpPr>
            <a:spLocks/>
          </p:cNvSpPr>
          <p:nvPr/>
        </p:nvSpPr>
        <p:spPr bwMode="auto">
          <a:xfrm>
            <a:off x="2587543" y="4778194"/>
            <a:ext cx="1007127" cy="216920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64" name="Freeform 23"/>
          <p:cNvSpPr>
            <a:spLocks/>
          </p:cNvSpPr>
          <p:nvPr/>
        </p:nvSpPr>
        <p:spPr bwMode="auto">
          <a:xfrm>
            <a:off x="2299111" y="4633977"/>
            <a:ext cx="1008319" cy="361136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65" name="Freeform 25"/>
          <p:cNvSpPr>
            <a:spLocks/>
          </p:cNvSpPr>
          <p:nvPr/>
        </p:nvSpPr>
        <p:spPr bwMode="auto">
          <a:xfrm>
            <a:off x="5325260" y="4633977"/>
            <a:ext cx="1008319" cy="361136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66" name="Freeform 26"/>
          <p:cNvSpPr>
            <a:spLocks/>
          </p:cNvSpPr>
          <p:nvPr/>
        </p:nvSpPr>
        <p:spPr bwMode="auto">
          <a:xfrm>
            <a:off x="2308646" y="3481442"/>
            <a:ext cx="270553" cy="386165"/>
          </a:xfrm>
          <a:custGeom>
            <a:avLst/>
            <a:gdLst>
              <a:gd name="T0" fmla="*/ 0 w 158"/>
              <a:gd name="T1" fmla="*/ 0 h 227"/>
              <a:gd name="T2" fmla="*/ 0 w 158"/>
              <a:gd name="T3" fmla="*/ 2147483647 h 227"/>
              <a:gd name="T4" fmla="*/ 2147483647 w 158"/>
              <a:gd name="T5" fmla="*/ 2147483647 h 227"/>
              <a:gd name="T6" fmla="*/ 2147483647 w 158"/>
              <a:gd name="T7" fmla="*/ 2147483647 h 227"/>
              <a:gd name="T8" fmla="*/ 2147483647 w 158"/>
              <a:gd name="T9" fmla="*/ 2147483647 h 227"/>
              <a:gd name="T10" fmla="*/ 2147483647 w 158"/>
              <a:gd name="T11" fmla="*/ 2147483647 h 227"/>
              <a:gd name="T12" fmla="*/ 2147483647 w 158"/>
              <a:gd name="T13" fmla="*/ 2147483647 h 227"/>
              <a:gd name="T14" fmla="*/ 2147483647 w 158"/>
              <a:gd name="T15" fmla="*/ 2147483647 h 227"/>
              <a:gd name="T16" fmla="*/ 2147483647 w 158"/>
              <a:gd name="T17" fmla="*/ 0 h 22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8"/>
              <a:gd name="T28" fmla="*/ 0 h 227"/>
              <a:gd name="T29" fmla="*/ 158 w 158"/>
              <a:gd name="T30" fmla="*/ 227 h 22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8" h="227">
                <a:moveTo>
                  <a:pt x="0" y="0"/>
                </a:moveTo>
                <a:lnTo>
                  <a:pt x="0" y="181"/>
                </a:lnTo>
                <a:lnTo>
                  <a:pt x="26" y="227"/>
                </a:lnTo>
                <a:lnTo>
                  <a:pt x="52" y="181"/>
                </a:lnTo>
                <a:lnTo>
                  <a:pt x="78" y="227"/>
                </a:lnTo>
                <a:lnTo>
                  <a:pt x="105" y="181"/>
                </a:lnTo>
                <a:lnTo>
                  <a:pt x="132" y="227"/>
                </a:lnTo>
                <a:lnTo>
                  <a:pt x="158" y="181"/>
                </a:lnTo>
                <a:lnTo>
                  <a:pt x="15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67" name="Text Box 27"/>
          <p:cNvSpPr txBox="1">
            <a:spLocks noChangeArrowheads="1"/>
          </p:cNvSpPr>
          <p:nvPr/>
        </p:nvSpPr>
        <p:spPr bwMode="auto">
          <a:xfrm>
            <a:off x="2228791" y="3842578"/>
            <a:ext cx="359944" cy="276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7" tIns="45713" rIns="91427" bIns="45713">
            <a:spAutoFit/>
          </a:bodyPr>
          <a:lstStyle/>
          <a:p>
            <a:r>
              <a:rPr lang="en-US" altLang="ko-KR" sz="1200" b="1" dirty="0" err="1"/>
              <a:t>Rt</a:t>
            </a:r>
            <a:endParaRPr lang="en-US" altLang="ko-KR" sz="1200" b="1" dirty="0">
              <a:sym typeface="Symbol" pitchFamily="18" charset="2"/>
            </a:endParaRPr>
          </a:p>
        </p:txBody>
      </p:sp>
      <p:sp>
        <p:nvSpPr>
          <p:cNvPr id="10268" name="Freeform 29"/>
          <p:cNvSpPr>
            <a:spLocks/>
          </p:cNvSpPr>
          <p:nvPr/>
        </p:nvSpPr>
        <p:spPr bwMode="auto">
          <a:xfrm>
            <a:off x="2308646" y="4997497"/>
            <a:ext cx="270553" cy="386165"/>
          </a:xfrm>
          <a:custGeom>
            <a:avLst/>
            <a:gdLst>
              <a:gd name="T0" fmla="*/ 0 w 158"/>
              <a:gd name="T1" fmla="*/ 0 h 227"/>
              <a:gd name="T2" fmla="*/ 0 w 158"/>
              <a:gd name="T3" fmla="*/ 2147483647 h 227"/>
              <a:gd name="T4" fmla="*/ 2147483647 w 158"/>
              <a:gd name="T5" fmla="*/ 2147483647 h 227"/>
              <a:gd name="T6" fmla="*/ 2147483647 w 158"/>
              <a:gd name="T7" fmla="*/ 2147483647 h 227"/>
              <a:gd name="T8" fmla="*/ 2147483647 w 158"/>
              <a:gd name="T9" fmla="*/ 2147483647 h 227"/>
              <a:gd name="T10" fmla="*/ 2147483647 w 158"/>
              <a:gd name="T11" fmla="*/ 2147483647 h 227"/>
              <a:gd name="T12" fmla="*/ 2147483647 w 158"/>
              <a:gd name="T13" fmla="*/ 2147483647 h 227"/>
              <a:gd name="T14" fmla="*/ 2147483647 w 158"/>
              <a:gd name="T15" fmla="*/ 2147483647 h 227"/>
              <a:gd name="T16" fmla="*/ 2147483647 w 158"/>
              <a:gd name="T17" fmla="*/ 0 h 22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8"/>
              <a:gd name="T28" fmla="*/ 0 h 227"/>
              <a:gd name="T29" fmla="*/ 158 w 158"/>
              <a:gd name="T30" fmla="*/ 227 h 22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8" h="227">
                <a:moveTo>
                  <a:pt x="0" y="0"/>
                </a:moveTo>
                <a:lnTo>
                  <a:pt x="0" y="181"/>
                </a:lnTo>
                <a:lnTo>
                  <a:pt x="26" y="227"/>
                </a:lnTo>
                <a:lnTo>
                  <a:pt x="52" y="181"/>
                </a:lnTo>
                <a:lnTo>
                  <a:pt x="78" y="227"/>
                </a:lnTo>
                <a:lnTo>
                  <a:pt x="105" y="181"/>
                </a:lnTo>
                <a:lnTo>
                  <a:pt x="132" y="227"/>
                </a:lnTo>
                <a:lnTo>
                  <a:pt x="158" y="181"/>
                </a:lnTo>
                <a:lnTo>
                  <a:pt x="15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69" name="Line 51"/>
          <p:cNvSpPr>
            <a:spLocks noChangeShapeType="1"/>
          </p:cNvSpPr>
          <p:nvPr/>
        </p:nvSpPr>
        <p:spPr bwMode="auto">
          <a:xfrm flipH="1">
            <a:off x="2233558" y="1896260"/>
            <a:ext cx="445043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70" name="Rectangle 53"/>
          <p:cNvSpPr>
            <a:spLocks noChangeArrowheads="1"/>
          </p:cNvSpPr>
          <p:nvPr/>
        </p:nvSpPr>
        <p:spPr bwMode="auto">
          <a:xfrm>
            <a:off x="2299111" y="2111988"/>
            <a:ext cx="141832" cy="3599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200" b="1" dirty="0"/>
              <a:t>R</a:t>
            </a:r>
          </a:p>
          <a:p>
            <a:pPr algn="ctr"/>
            <a:r>
              <a:rPr lang="en-US" altLang="ko-KR" sz="1200" b="1" dirty="0"/>
              <a:t>t</a:t>
            </a:r>
          </a:p>
        </p:txBody>
      </p:sp>
      <p:sp>
        <p:nvSpPr>
          <p:cNvPr id="10271" name="Rectangle 54"/>
          <p:cNvSpPr>
            <a:spLocks noChangeArrowheads="1"/>
          </p:cNvSpPr>
          <p:nvPr/>
        </p:nvSpPr>
        <p:spPr bwMode="auto">
          <a:xfrm>
            <a:off x="1722247" y="2111988"/>
            <a:ext cx="143024" cy="3599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200" b="1" dirty="0"/>
              <a:t>R</a:t>
            </a:r>
          </a:p>
          <a:p>
            <a:pPr algn="ctr"/>
            <a:r>
              <a:rPr lang="en-US" altLang="ko-KR" sz="1200" b="1" dirty="0"/>
              <a:t>t</a:t>
            </a:r>
          </a:p>
        </p:txBody>
      </p:sp>
      <p:sp>
        <p:nvSpPr>
          <p:cNvPr id="10272" name="Rectangle 59"/>
          <p:cNvSpPr>
            <a:spLocks noChangeArrowheads="1"/>
          </p:cNvSpPr>
          <p:nvPr/>
        </p:nvSpPr>
        <p:spPr bwMode="auto">
          <a:xfrm>
            <a:off x="7055850" y="2129866"/>
            <a:ext cx="143024" cy="36113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200" b="1" dirty="0"/>
              <a:t>R</a:t>
            </a:r>
          </a:p>
          <a:p>
            <a:pPr algn="ctr"/>
            <a:r>
              <a:rPr lang="en-US" altLang="ko-KR" sz="1200" b="1" dirty="0"/>
              <a:t>t</a:t>
            </a:r>
          </a:p>
        </p:txBody>
      </p:sp>
      <p:sp>
        <p:nvSpPr>
          <p:cNvPr id="10273" name="Rectangle 60"/>
          <p:cNvSpPr>
            <a:spLocks noChangeArrowheads="1"/>
          </p:cNvSpPr>
          <p:nvPr/>
        </p:nvSpPr>
        <p:spPr bwMode="auto">
          <a:xfrm>
            <a:off x="6480179" y="2129866"/>
            <a:ext cx="143024" cy="36113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200" b="1" dirty="0"/>
              <a:t>R</a:t>
            </a:r>
          </a:p>
          <a:p>
            <a:pPr algn="ctr"/>
            <a:r>
              <a:rPr lang="en-US" altLang="ko-KR" sz="1200" b="1" dirty="0"/>
              <a:t>t</a:t>
            </a:r>
          </a:p>
        </p:txBody>
      </p:sp>
      <p:sp>
        <p:nvSpPr>
          <p:cNvPr id="10274" name="Text Box 61"/>
          <p:cNvSpPr txBox="1">
            <a:spLocks noChangeArrowheads="1"/>
          </p:cNvSpPr>
          <p:nvPr/>
        </p:nvSpPr>
        <p:spPr bwMode="auto">
          <a:xfrm>
            <a:off x="1146576" y="5858024"/>
            <a:ext cx="1998726" cy="276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27" tIns="45713" rIns="91427" bIns="45713">
            <a:spAutoFit/>
          </a:bodyPr>
          <a:lstStyle/>
          <a:p>
            <a:r>
              <a:rPr lang="en-US" altLang="ko-KR" sz="1200" b="1" dirty="0" err="1"/>
              <a:t>Rt</a:t>
            </a:r>
            <a:r>
              <a:rPr lang="en-US" altLang="ko-KR" sz="1200" b="1" dirty="0"/>
              <a:t> : Terminating Resistor</a:t>
            </a:r>
          </a:p>
        </p:txBody>
      </p:sp>
      <p:sp>
        <p:nvSpPr>
          <p:cNvPr id="10275" name="Text Box 62"/>
          <p:cNvSpPr txBox="1">
            <a:spLocks noChangeArrowheads="1"/>
          </p:cNvSpPr>
          <p:nvPr/>
        </p:nvSpPr>
        <p:spPr bwMode="auto">
          <a:xfrm>
            <a:off x="2228791" y="5355057"/>
            <a:ext cx="359944" cy="276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7" tIns="45713" rIns="91427" bIns="45713">
            <a:spAutoFit/>
          </a:bodyPr>
          <a:lstStyle/>
          <a:p>
            <a:r>
              <a:rPr lang="en-US" altLang="ko-KR" sz="1200" b="1" dirty="0" err="1">
                <a:sym typeface="Symbol" pitchFamily="18" charset="2"/>
              </a:rPr>
              <a:t>Rt</a:t>
            </a:r>
            <a:endParaRPr lang="en-US" altLang="ko-KR" sz="1200" b="1" dirty="0">
              <a:sym typeface="Symbol" pitchFamily="18" charset="2"/>
            </a:endParaRPr>
          </a:p>
        </p:txBody>
      </p:sp>
      <p:sp>
        <p:nvSpPr>
          <p:cNvPr id="10276" name="Text Box 65"/>
          <p:cNvSpPr txBox="1">
            <a:spLocks noChangeArrowheads="1"/>
          </p:cNvSpPr>
          <p:nvPr/>
        </p:nvSpPr>
        <p:spPr bwMode="auto">
          <a:xfrm>
            <a:off x="1507712" y="3567257"/>
            <a:ext cx="862911" cy="275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7" tIns="45713" rIns="91427" bIns="45713">
            <a:spAutoFit/>
          </a:bodyPr>
          <a:lstStyle/>
          <a:p>
            <a:r>
              <a:rPr lang="en-US" altLang="ko-KR" sz="1200" b="1" dirty="0"/>
              <a:t>RS-485A</a:t>
            </a:r>
            <a:endParaRPr lang="en-US" altLang="ko-KR" sz="1200" b="1" dirty="0">
              <a:sym typeface="Symbol" pitchFamily="18" charset="2"/>
            </a:endParaRPr>
          </a:p>
        </p:txBody>
      </p:sp>
      <p:sp>
        <p:nvSpPr>
          <p:cNvPr id="10277" name="Text Box 66"/>
          <p:cNvSpPr txBox="1">
            <a:spLocks noChangeArrowheads="1"/>
          </p:cNvSpPr>
          <p:nvPr/>
        </p:nvSpPr>
        <p:spPr bwMode="auto">
          <a:xfrm>
            <a:off x="1507712" y="5065433"/>
            <a:ext cx="862911" cy="275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7" tIns="45713" rIns="91427" bIns="45713">
            <a:spAutoFit/>
          </a:bodyPr>
          <a:lstStyle/>
          <a:p>
            <a:r>
              <a:rPr lang="en-US" altLang="ko-KR" sz="1200" b="1" dirty="0"/>
              <a:t>RS-485B</a:t>
            </a:r>
            <a:endParaRPr lang="en-US" altLang="ko-KR" sz="1200" b="1" dirty="0">
              <a:sym typeface="Symbol" pitchFamily="18" charset="2"/>
            </a:endParaRPr>
          </a:p>
        </p:txBody>
      </p:sp>
      <p:sp>
        <p:nvSpPr>
          <p:cNvPr id="10278" name="Text Box 67"/>
          <p:cNvSpPr txBox="1">
            <a:spLocks noChangeArrowheads="1"/>
          </p:cNvSpPr>
          <p:nvPr/>
        </p:nvSpPr>
        <p:spPr bwMode="auto">
          <a:xfrm>
            <a:off x="6623203" y="4004672"/>
            <a:ext cx="862911" cy="276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7" tIns="45713" rIns="91427" bIns="45713">
            <a:spAutoFit/>
          </a:bodyPr>
          <a:lstStyle/>
          <a:p>
            <a:r>
              <a:rPr lang="en-US" altLang="ko-KR" sz="1200" b="1" dirty="0"/>
              <a:t>RS-485A</a:t>
            </a:r>
            <a:endParaRPr lang="en-US" altLang="ko-KR" sz="1200" b="1" dirty="0">
              <a:sym typeface="Symbol" pitchFamily="18" charset="2"/>
            </a:endParaRPr>
          </a:p>
        </p:txBody>
      </p:sp>
      <p:sp>
        <p:nvSpPr>
          <p:cNvPr id="10279" name="Text Box 69"/>
          <p:cNvSpPr txBox="1">
            <a:spLocks noChangeArrowheads="1"/>
          </p:cNvSpPr>
          <p:nvPr/>
        </p:nvSpPr>
        <p:spPr bwMode="auto">
          <a:xfrm>
            <a:off x="1541084" y="1380182"/>
            <a:ext cx="1079831" cy="461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7" tIns="45713" rIns="91427" bIns="45713">
            <a:spAutoFit/>
          </a:bodyPr>
          <a:lstStyle/>
          <a:p>
            <a:pPr algn="ctr"/>
            <a:r>
              <a:rPr lang="en-US" altLang="ko-KR" sz="1200" b="1" dirty="0"/>
              <a:t>Train Line 485</a:t>
            </a:r>
            <a:endParaRPr lang="en-US" altLang="ko-KR" sz="1200" b="1" dirty="0">
              <a:sym typeface="Symbol" pitchFamily="18" charset="2"/>
            </a:endParaRPr>
          </a:p>
        </p:txBody>
      </p:sp>
      <p:sp>
        <p:nvSpPr>
          <p:cNvPr id="10280" name="Text Box 70"/>
          <p:cNvSpPr txBox="1">
            <a:spLocks noChangeArrowheads="1"/>
          </p:cNvSpPr>
          <p:nvPr/>
        </p:nvSpPr>
        <p:spPr bwMode="auto">
          <a:xfrm>
            <a:off x="6297823" y="1408786"/>
            <a:ext cx="1079831" cy="462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7" tIns="45713" rIns="91427" bIns="45713">
            <a:spAutoFit/>
          </a:bodyPr>
          <a:lstStyle/>
          <a:p>
            <a:pPr algn="ctr"/>
            <a:r>
              <a:rPr lang="en-US" altLang="ko-KR" sz="1200" b="1" dirty="0"/>
              <a:t>Train Line 485</a:t>
            </a:r>
            <a:endParaRPr lang="en-US" altLang="ko-KR" sz="1200" b="1" dirty="0">
              <a:sym typeface="Symbol" pitchFamily="18" charset="2"/>
            </a:endParaRPr>
          </a:p>
        </p:txBody>
      </p:sp>
      <p:sp>
        <p:nvSpPr>
          <p:cNvPr id="10281" name="Line 31"/>
          <p:cNvSpPr>
            <a:spLocks noChangeShapeType="1"/>
          </p:cNvSpPr>
          <p:nvPr/>
        </p:nvSpPr>
        <p:spPr bwMode="auto">
          <a:xfrm flipV="1">
            <a:off x="6821053" y="1896261"/>
            <a:ext cx="144215" cy="2157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82" name="Line 33"/>
          <p:cNvSpPr>
            <a:spLocks noChangeShapeType="1"/>
          </p:cNvSpPr>
          <p:nvPr/>
        </p:nvSpPr>
        <p:spPr bwMode="auto">
          <a:xfrm flipH="1" flipV="1">
            <a:off x="6676836" y="1896261"/>
            <a:ext cx="144216" cy="2157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83" name="Line 39"/>
          <p:cNvSpPr>
            <a:spLocks noChangeShapeType="1"/>
          </p:cNvSpPr>
          <p:nvPr/>
        </p:nvSpPr>
        <p:spPr bwMode="auto">
          <a:xfrm>
            <a:off x="6965268" y="1896260"/>
            <a:ext cx="4326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84" name="Line 31"/>
          <p:cNvSpPr>
            <a:spLocks noChangeShapeType="1"/>
          </p:cNvSpPr>
          <p:nvPr/>
        </p:nvSpPr>
        <p:spPr bwMode="auto">
          <a:xfrm flipV="1">
            <a:off x="2098878" y="1896261"/>
            <a:ext cx="144215" cy="2157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85" name="Line 33"/>
          <p:cNvSpPr>
            <a:spLocks noChangeShapeType="1"/>
          </p:cNvSpPr>
          <p:nvPr/>
        </p:nvSpPr>
        <p:spPr bwMode="auto">
          <a:xfrm flipH="1" flipV="1">
            <a:off x="1954661" y="1896261"/>
            <a:ext cx="144216" cy="2157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86" name="Line 39"/>
          <p:cNvSpPr>
            <a:spLocks noChangeShapeType="1"/>
          </p:cNvSpPr>
          <p:nvPr/>
        </p:nvSpPr>
        <p:spPr bwMode="auto">
          <a:xfrm>
            <a:off x="1522014" y="1905795"/>
            <a:ext cx="43264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87" name="Freeform 20"/>
          <p:cNvSpPr>
            <a:spLocks/>
          </p:cNvSpPr>
          <p:nvPr/>
        </p:nvSpPr>
        <p:spPr bwMode="auto">
          <a:xfrm>
            <a:off x="5595814" y="4780577"/>
            <a:ext cx="955877" cy="197850"/>
          </a:xfrm>
          <a:custGeom>
            <a:avLst/>
            <a:gdLst>
              <a:gd name="T0" fmla="*/ 0 w 726"/>
              <a:gd name="T1" fmla="*/ 2147483647 h 136"/>
              <a:gd name="T2" fmla="*/ 2147483647 w 726"/>
              <a:gd name="T3" fmla="*/ 0 h 136"/>
              <a:gd name="T4" fmla="*/ 2147483647 w 726"/>
              <a:gd name="T5" fmla="*/ 0 h 136"/>
              <a:gd name="T6" fmla="*/ 2147483647 w 726"/>
              <a:gd name="T7" fmla="*/ 2147483647 h 136"/>
              <a:gd name="T8" fmla="*/ 2147483647 w 726"/>
              <a:gd name="T9" fmla="*/ 2147483647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6"/>
              <a:gd name="T16" fmla="*/ 0 h 136"/>
              <a:gd name="T17" fmla="*/ 726 w 726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6" h="136">
                <a:moveTo>
                  <a:pt x="0" y="136"/>
                </a:moveTo>
                <a:lnTo>
                  <a:pt x="136" y="0"/>
                </a:lnTo>
                <a:lnTo>
                  <a:pt x="590" y="0"/>
                </a:lnTo>
                <a:lnTo>
                  <a:pt x="681" y="91"/>
                </a:lnTo>
                <a:lnTo>
                  <a:pt x="726" y="1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1427" tIns="45713" rIns="91427" bIns="45713"/>
          <a:lstStyle/>
          <a:p>
            <a:endParaRPr lang="ko-KR" altLang="en-US"/>
          </a:p>
        </p:txBody>
      </p:sp>
      <p:sp>
        <p:nvSpPr>
          <p:cNvPr id="10288" name="Line 150"/>
          <p:cNvSpPr>
            <a:spLocks noChangeShapeType="1"/>
          </p:cNvSpPr>
          <p:nvPr/>
        </p:nvSpPr>
        <p:spPr bwMode="auto">
          <a:xfrm>
            <a:off x="6333579" y="3473100"/>
            <a:ext cx="0" cy="151367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289" name="Line 150"/>
          <p:cNvSpPr>
            <a:spLocks noChangeShapeType="1"/>
          </p:cNvSpPr>
          <p:nvPr/>
        </p:nvSpPr>
        <p:spPr bwMode="auto">
          <a:xfrm>
            <a:off x="6568377" y="3463565"/>
            <a:ext cx="0" cy="151367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81" name="Rectangle 5"/>
          <p:cNvSpPr txBox="1">
            <a:spLocks noChangeArrowheads="1"/>
          </p:cNvSpPr>
          <p:nvPr/>
        </p:nvSpPr>
        <p:spPr bwMode="auto">
          <a:xfrm>
            <a:off x="570905" y="348025"/>
            <a:ext cx="8229838" cy="849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7" tIns="45713" rIns="91427" bIns="45713" anchor="ctr"/>
          <a:lstStyle/>
          <a:p>
            <a:pPr algn="ctr" defTabSz="914062">
              <a:defRPr/>
            </a:pPr>
            <a:r>
              <a:rPr lang="en-US" altLang="ko-KR" sz="28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PAC CL &amp; RS-485 Block Diagram</a:t>
            </a:r>
          </a:p>
        </p:txBody>
      </p:sp>
      <p:sp>
        <p:nvSpPr>
          <p:cNvPr id="10291" name="Rectangle 4"/>
          <p:cNvSpPr>
            <a:spLocks noChangeArrowheads="1"/>
          </p:cNvSpPr>
          <p:nvPr/>
        </p:nvSpPr>
        <p:spPr bwMode="auto">
          <a:xfrm>
            <a:off x="6163142" y="6612476"/>
            <a:ext cx="3490977" cy="24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7" tIns="45713" rIns="91427" bIns="45713"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RS-485 CL Circuitry Block Diagram - 20110331.ppt</a:t>
            </a:r>
          </a:p>
        </p:txBody>
      </p:sp>
      <p:sp>
        <p:nvSpPr>
          <p:cNvPr id="10292" name="Line 150"/>
          <p:cNvSpPr>
            <a:spLocks noChangeShapeType="1"/>
          </p:cNvSpPr>
          <p:nvPr/>
        </p:nvSpPr>
        <p:spPr bwMode="auto">
          <a:xfrm>
            <a:off x="2084575" y="2347977"/>
            <a:ext cx="0" cy="270554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293" name="Rectangle 52"/>
          <p:cNvSpPr>
            <a:spLocks noChangeArrowheads="1"/>
          </p:cNvSpPr>
          <p:nvPr/>
        </p:nvSpPr>
        <p:spPr bwMode="auto">
          <a:xfrm>
            <a:off x="1865272" y="2111988"/>
            <a:ext cx="433839" cy="359944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000" b="1" dirty="0"/>
              <a:t>Repeat</a:t>
            </a:r>
          </a:p>
        </p:txBody>
      </p:sp>
      <p:sp>
        <p:nvSpPr>
          <p:cNvPr id="10294" name="Line 150"/>
          <p:cNvSpPr>
            <a:spLocks noChangeShapeType="1"/>
          </p:cNvSpPr>
          <p:nvPr/>
        </p:nvSpPr>
        <p:spPr bwMode="auto">
          <a:xfrm>
            <a:off x="6842506" y="2401612"/>
            <a:ext cx="0" cy="21692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10295" name="Rectangle 58"/>
          <p:cNvSpPr>
            <a:spLocks noChangeArrowheads="1"/>
          </p:cNvSpPr>
          <p:nvPr/>
        </p:nvSpPr>
        <p:spPr bwMode="auto">
          <a:xfrm>
            <a:off x="6623203" y="2129866"/>
            <a:ext cx="432647" cy="36113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1000" b="1" dirty="0"/>
              <a:t>Repeat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2233</TotalTime>
  <Words>1710</Words>
  <Application>Microsoft Office PowerPoint</Application>
  <PresentationFormat>화면 슬라이드 쇼(4:3)</PresentationFormat>
  <Paragraphs>965</Paragraphs>
  <Slides>19</Slides>
  <Notes>7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1" baseType="lpstr">
      <vt:lpstr>Office 테마</vt:lpstr>
      <vt:lpstr>Microsoft Office Visio 드로잉</vt:lpstr>
      <vt:lpstr>Wiring Diagram of Communication System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Circuit Diagram of PA System</vt:lpstr>
      <vt:lpstr>슬라이드 14</vt:lpstr>
      <vt:lpstr>슬라이드 15</vt:lpstr>
      <vt:lpstr>슬라이드 16</vt:lpstr>
      <vt:lpstr>슬라이드 17</vt:lpstr>
      <vt:lpstr>PAC TL &amp; RS-485 Block Diagram</vt:lpstr>
      <vt:lpstr>슬라이드 19</vt:lpstr>
    </vt:vector>
  </TitlesOfParts>
  <Company>Your Company 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Your User Name</dc:creator>
  <cp:lastModifiedBy>Your User Name</cp:lastModifiedBy>
  <cp:revision>164</cp:revision>
  <dcterms:created xsi:type="dcterms:W3CDTF">2011-01-03T04:31:47Z</dcterms:created>
  <dcterms:modified xsi:type="dcterms:W3CDTF">2011-03-31T11:29:48Z</dcterms:modified>
</cp:coreProperties>
</file>