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00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E46FB585-4FEC-4E61-9E38-E3E8E8D59C94}" type="datetimeFigureOut">
              <a:rPr lang="ko-KR" altLang="en-US" smtClean="0"/>
              <a:t>2012-05-04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4D08A1C-CF3B-4A18-9599-48108284C85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직사각형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직사각형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직사각형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FB585-4FEC-4E61-9E38-E3E8E8D59C94}" type="datetimeFigureOut">
              <a:rPr lang="ko-KR" altLang="en-US" smtClean="0"/>
              <a:t>2012-05-04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8A1C-CF3B-4A18-9599-48108284C85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E46FB585-4FEC-4E61-9E38-E3E8E8D59C94}" type="datetimeFigureOut">
              <a:rPr lang="ko-KR" altLang="en-US" smtClean="0"/>
              <a:t>2012-05-04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4D08A1C-CF3B-4A18-9599-48108284C85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FB585-4FEC-4E61-9E38-E3E8E8D59C94}" type="datetimeFigureOut">
              <a:rPr lang="ko-KR" altLang="en-US" smtClean="0"/>
              <a:t>2012-05-04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8A1C-CF3B-4A18-9599-48108284C85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FB585-4FEC-4E61-9E38-E3E8E8D59C94}" type="datetimeFigureOut">
              <a:rPr lang="ko-KR" altLang="en-US" smtClean="0"/>
              <a:t>2012-05-04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8A1C-CF3B-4A18-9599-48108284C85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FB585-4FEC-4E61-9E38-E3E8E8D59C94}" type="datetimeFigureOut">
              <a:rPr lang="ko-KR" altLang="en-US" smtClean="0"/>
              <a:t>2012-05-04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8A1C-CF3B-4A18-9599-48108284C85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FB585-4FEC-4E61-9E38-E3E8E8D59C94}" type="datetimeFigureOut">
              <a:rPr lang="ko-KR" altLang="en-US" smtClean="0"/>
              <a:t>2012-05-04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8A1C-CF3B-4A18-9599-48108284C85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선 연결선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FB585-4FEC-4E61-9E38-E3E8E8D59C94}" type="datetimeFigureOut">
              <a:rPr lang="ko-KR" altLang="en-US" smtClean="0"/>
              <a:t>2012-05-04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8A1C-CF3B-4A18-9599-48108284C85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선 연결선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내용 개체 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FB585-4FEC-4E61-9E38-E3E8E8D59C94}" type="datetimeFigureOut">
              <a:rPr lang="ko-KR" altLang="en-US" smtClean="0"/>
              <a:t>2012-05-04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8A1C-CF3B-4A18-9599-48108284C85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FB585-4FEC-4E61-9E38-E3E8E8D59C94}" type="datetimeFigureOut">
              <a:rPr lang="ko-KR" altLang="en-US" smtClean="0"/>
              <a:t>2012-05-04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8A1C-CF3B-4A18-9599-48108284C85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FB585-4FEC-4E61-9E38-E3E8E8D59C94}" type="datetimeFigureOut">
              <a:rPr lang="ko-KR" altLang="en-US" smtClean="0"/>
              <a:t>2012-05-04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8A1C-CF3B-4A18-9599-48108284C85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선 연결선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이등변 삼각형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선 연결선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46FB585-4FEC-4E61-9E38-E3E8E8D59C94}" type="datetimeFigureOut">
              <a:rPr lang="ko-KR" altLang="en-US" smtClean="0"/>
              <a:t>2012-05-04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4D08A1C-CF3B-4A18-9599-48108284C85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8" name="직선 연결선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직선 연결선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이등변 삼각형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1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1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1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1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1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1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Denver FAI </a:t>
            </a:r>
            <a:r>
              <a:rPr lang="ko-KR" altLang="en-US" dirty="0" smtClean="0"/>
              <a:t>이후 조치 사항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사진 첨부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Main Unit Label </a:t>
            </a:r>
            <a:r>
              <a:rPr lang="ko-KR" altLang="en-US" dirty="0" smtClean="0"/>
              <a:t>변경</a:t>
            </a:r>
            <a:endParaRPr lang="ko-KR" altLang="en-US" dirty="0"/>
          </a:p>
        </p:txBody>
      </p:sp>
      <p:pic>
        <p:nvPicPr>
          <p:cNvPr id="4" name="내용 개체 틀 3" descr="IMG_20120504_112246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539552" y="1772816"/>
            <a:ext cx="3906506" cy="2929880"/>
          </a:xfrm>
        </p:spPr>
      </p:pic>
      <p:pic>
        <p:nvPicPr>
          <p:cNvPr id="5" name="그림 4" descr="IMG_20120504_11240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16016" y="1772816"/>
            <a:ext cx="3888432" cy="2916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552" y="4869160"/>
            <a:ext cx="698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DPO, DPH</a:t>
            </a:r>
            <a:r>
              <a:rPr lang="ko-KR" altLang="en-US" sz="2400" dirty="0" smtClean="0"/>
              <a:t>에서 </a:t>
            </a:r>
            <a:r>
              <a:rPr lang="en-US" altLang="ko-KR" sz="2400" dirty="0" smtClean="0"/>
              <a:t>Driver </a:t>
            </a:r>
            <a:r>
              <a:rPr lang="ko-KR" altLang="en-US" sz="2400" dirty="0" smtClean="0"/>
              <a:t>삭제</a:t>
            </a:r>
            <a:endParaRPr lang="ko-KR" altLang="en-US" sz="2400" dirty="0"/>
          </a:p>
        </p:txBody>
      </p:sp>
      <p:sp>
        <p:nvSpPr>
          <p:cNvPr id="7" name="직사각형 6"/>
          <p:cNvSpPr/>
          <p:nvPr/>
        </p:nvSpPr>
        <p:spPr>
          <a:xfrm>
            <a:off x="1259632" y="1772816"/>
            <a:ext cx="2592288" cy="57606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436096" y="1772816"/>
            <a:ext cx="2880320" cy="57606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DPO Grommet </a:t>
            </a:r>
            <a:r>
              <a:rPr lang="ko-KR" altLang="en-US" dirty="0" smtClean="0"/>
              <a:t>작은 것으로 교체</a:t>
            </a:r>
            <a:endParaRPr lang="ko-KR" altLang="en-US" dirty="0"/>
          </a:p>
        </p:txBody>
      </p:sp>
      <p:pic>
        <p:nvPicPr>
          <p:cNvPr id="4" name="내용 개체 틀 3" descr="IMG_20120504_112433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267744" y="1556792"/>
            <a:ext cx="4587561" cy="3440671"/>
          </a:xfrm>
        </p:spPr>
      </p:pic>
      <p:sp>
        <p:nvSpPr>
          <p:cNvPr id="5" name="타원 4"/>
          <p:cNvSpPr/>
          <p:nvPr/>
        </p:nvSpPr>
        <p:spPr>
          <a:xfrm>
            <a:off x="5220072" y="3429000"/>
            <a:ext cx="1008112" cy="936104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DPH</a:t>
            </a:r>
            <a:r>
              <a:rPr lang="ko-KR" altLang="en-US" dirty="0" smtClean="0"/>
              <a:t>에 와이어 서포트 추가</a:t>
            </a:r>
            <a:endParaRPr lang="ko-KR" altLang="en-US" dirty="0"/>
          </a:p>
        </p:txBody>
      </p:sp>
      <p:pic>
        <p:nvPicPr>
          <p:cNvPr id="4" name="내용 개체 틀 3" descr="IMG_20120504_112923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907704" y="1484784"/>
            <a:ext cx="5523665" cy="4142749"/>
          </a:xfrm>
        </p:spPr>
      </p:pic>
      <p:sp>
        <p:nvSpPr>
          <p:cNvPr id="5" name="직사각형 4"/>
          <p:cNvSpPr/>
          <p:nvPr/>
        </p:nvSpPr>
        <p:spPr>
          <a:xfrm>
            <a:off x="2843808" y="1700808"/>
            <a:ext cx="4536504" cy="79208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DPH Handset </a:t>
            </a:r>
            <a:r>
              <a:rPr lang="ko-KR" altLang="en-US" dirty="0" err="1" smtClean="0"/>
              <a:t>홀더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리벳</a:t>
            </a:r>
            <a:r>
              <a:rPr lang="ko-KR" altLang="en-US" dirty="0" smtClean="0"/>
              <a:t>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볼트로 변경</a:t>
            </a:r>
            <a:endParaRPr lang="ko-KR" altLang="en-US" dirty="0"/>
          </a:p>
        </p:txBody>
      </p:sp>
      <p:pic>
        <p:nvPicPr>
          <p:cNvPr id="4" name="내용 개체 틀 3" descr="IMG_20120504_113427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051720" y="1772816"/>
            <a:ext cx="5379649" cy="4034737"/>
          </a:xfrm>
        </p:spPr>
      </p:pic>
      <p:sp>
        <p:nvSpPr>
          <p:cNvPr id="5" name="타원 4"/>
          <p:cNvSpPr/>
          <p:nvPr/>
        </p:nvSpPr>
        <p:spPr>
          <a:xfrm>
            <a:off x="3995936" y="1988840"/>
            <a:ext cx="864096" cy="79208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5148064" y="1988840"/>
            <a:ext cx="864096" cy="79208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PID1 </a:t>
            </a:r>
            <a:r>
              <a:rPr lang="ko-KR" altLang="en-US" dirty="0" smtClean="0"/>
              <a:t>외부 </a:t>
            </a:r>
            <a:r>
              <a:rPr lang="ko-KR" altLang="en-US" dirty="0" err="1" smtClean="0"/>
              <a:t>스크류</a:t>
            </a:r>
            <a:r>
              <a:rPr lang="ko-KR" altLang="en-US" dirty="0" smtClean="0"/>
              <a:t> 육각으로 변경</a:t>
            </a:r>
            <a:endParaRPr lang="ko-KR" altLang="en-US" dirty="0"/>
          </a:p>
        </p:txBody>
      </p:sp>
      <p:pic>
        <p:nvPicPr>
          <p:cNvPr id="4" name="내용 개체 틀 3" descr="IMG_20120504_113935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280583" y="1219200"/>
            <a:ext cx="6582833" cy="4937125"/>
          </a:xfrm>
        </p:spPr>
      </p:pic>
      <p:sp>
        <p:nvSpPr>
          <p:cNvPr id="5" name="타원 4"/>
          <p:cNvSpPr/>
          <p:nvPr/>
        </p:nvSpPr>
        <p:spPr>
          <a:xfrm>
            <a:off x="5119186" y="2247994"/>
            <a:ext cx="1152128" cy="115212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ESP </a:t>
            </a:r>
            <a:r>
              <a:rPr lang="ko-KR" altLang="en-US" dirty="0" smtClean="0"/>
              <a:t>빗물 구멍 변경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2816"/>
            <a:ext cx="3667125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772816"/>
            <a:ext cx="4267200" cy="3720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1835696" y="5661248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Before</a:t>
            </a:r>
            <a:endParaRPr lang="ko-KR" alt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372200" y="5733256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After</a:t>
            </a:r>
            <a:endParaRPr lang="ko-KR" altLang="en-US" sz="2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원본">
  <a:themeElements>
    <a:clrScheme name="원본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원본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원본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15</TotalTime>
  <Words>45</Words>
  <Application>Microsoft Office PowerPoint</Application>
  <PresentationFormat>화면 슬라이드 쇼(4:3)</PresentationFormat>
  <Paragraphs>11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원본</vt:lpstr>
      <vt:lpstr>Denver FAI 이후 조치 사항</vt:lpstr>
      <vt:lpstr>Main Unit Label 변경</vt:lpstr>
      <vt:lpstr>DPO Grommet 작은 것으로 교체</vt:lpstr>
      <vt:lpstr>DPH에 와이어 서포트 추가</vt:lpstr>
      <vt:lpstr>DPH Handset 홀더 리벳 – 볼트로 변경</vt:lpstr>
      <vt:lpstr>PID1 외부 스크류 육각으로 변경</vt:lpstr>
      <vt:lpstr>ESP 빗물 구멍 변경</vt:lpstr>
    </vt:vector>
  </TitlesOfParts>
  <Company>Your Company 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Denver FAI 이후 조치 사항</dc:title>
  <dc:creator>Your User Name</dc:creator>
  <cp:lastModifiedBy>Your User Name</cp:lastModifiedBy>
  <cp:revision>1</cp:revision>
  <dcterms:created xsi:type="dcterms:W3CDTF">2012-05-04T04:53:25Z</dcterms:created>
  <dcterms:modified xsi:type="dcterms:W3CDTF">2012-05-04T05:08:25Z</dcterms:modified>
</cp:coreProperties>
</file>