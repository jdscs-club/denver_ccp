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801600" cy="9601200" type="A3"/>
  <p:notesSz cx="6858000" cy="9144000"/>
  <p:defaultTextStyle>
    <a:defPPr>
      <a:defRPr lang="ko-KR"/>
    </a:defPPr>
    <a:lvl1pPr marL="0" algn="l" defTabSz="1280160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870" y="-114"/>
      </p:cViewPr>
      <p:guideLst>
        <p:guide orient="horz" pos="302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60120" y="2982596"/>
            <a:ext cx="10881360" cy="205803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920240" y="5440680"/>
            <a:ext cx="8961120" cy="2453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40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8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56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480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BF57-0FF4-4639-92BB-B0491D5B7E8A}" type="datetimeFigureOut">
              <a:rPr lang="ko-KR" altLang="en-US" smtClean="0"/>
              <a:t>2011-12-23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75BE-6823-4ACD-9772-8715F08BC8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222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BF57-0FF4-4639-92BB-B0491D5B7E8A}" type="datetimeFigureOut">
              <a:rPr lang="ko-KR" altLang="en-US" smtClean="0"/>
              <a:t>2011-12-23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75BE-6823-4ACD-9772-8715F08BC8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578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11238" y="6169661"/>
            <a:ext cx="10881360" cy="1906905"/>
          </a:xfrm>
        </p:spPr>
        <p:txBody>
          <a:bodyPr anchor="t"/>
          <a:lstStyle>
            <a:lvl1pPr algn="l">
              <a:defRPr sz="56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11238" y="4069399"/>
            <a:ext cx="10881360" cy="2100262"/>
          </a:xfrm>
        </p:spPr>
        <p:txBody>
          <a:bodyPr anchor="b"/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64008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BF57-0FF4-4639-92BB-B0491D5B7E8A}" type="datetimeFigureOut">
              <a:rPr lang="ko-KR" altLang="en-US" smtClean="0"/>
              <a:t>2011-12-23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75BE-6823-4ACD-9772-8715F08BC8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762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95669" y="3135948"/>
            <a:ext cx="7958772" cy="8872220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9067800" y="3135948"/>
            <a:ext cx="7958773" cy="8872220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BF57-0FF4-4639-92BB-B0491D5B7E8A}" type="datetimeFigureOut">
              <a:rPr lang="ko-KR" altLang="en-US" smtClean="0"/>
              <a:t>2011-12-23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75BE-6823-4ACD-9772-8715F08BC8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418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0080" y="384493"/>
            <a:ext cx="11521440" cy="16002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0080" y="2149158"/>
            <a:ext cx="5656263" cy="895667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00" b="1"/>
            </a:lvl3pPr>
            <a:lvl4pPr marL="1920240" indent="0">
              <a:buNone/>
              <a:defRPr sz="2200" b="1"/>
            </a:lvl4pPr>
            <a:lvl5pPr marL="2560320" indent="0">
              <a:buNone/>
              <a:defRPr sz="2200" b="1"/>
            </a:lvl5pPr>
            <a:lvl6pPr marL="3200400" indent="0">
              <a:buNone/>
              <a:defRPr sz="2200" b="1"/>
            </a:lvl6pPr>
            <a:lvl7pPr marL="3840480" indent="0">
              <a:buNone/>
              <a:defRPr sz="2200" b="1"/>
            </a:lvl7pPr>
            <a:lvl8pPr marL="4480560" indent="0">
              <a:buNone/>
              <a:defRPr sz="2200" b="1"/>
            </a:lvl8pPr>
            <a:lvl9pPr marL="5120640" indent="0">
              <a:buNone/>
              <a:defRPr sz="22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080" y="3044825"/>
            <a:ext cx="5656263" cy="5531803"/>
          </a:xfr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03036" y="2149158"/>
            <a:ext cx="5658485" cy="895667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00" b="1"/>
            </a:lvl3pPr>
            <a:lvl4pPr marL="1920240" indent="0">
              <a:buNone/>
              <a:defRPr sz="2200" b="1"/>
            </a:lvl4pPr>
            <a:lvl5pPr marL="2560320" indent="0">
              <a:buNone/>
              <a:defRPr sz="2200" b="1"/>
            </a:lvl5pPr>
            <a:lvl6pPr marL="3200400" indent="0">
              <a:buNone/>
              <a:defRPr sz="2200" b="1"/>
            </a:lvl6pPr>
            <a:lvl7pPr marL="3840480" indent="0">
              <a:buNone/>
              <a:defRPr sz="2200" b="1"/>
            </a:lvl7pPr>
            <a:lvl8pPr marL="4480560" indent="0">
              <a:buNone/>
              <a:defRPr sz="2200" b="1"/>
            </a:lvl8pPr>
            <a:lvl9pPr marL="5120640" indent="0">
              <a:buNone/>
              <a:defRPr sz="22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03036" y="3044825"/>
            <a:ext cx="5658485" cy="5531803"/>
          </a:xfr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BF57-0FF4-4639-92BB-B0491D5B7E8A}" type="datetimeFigureOut">
              <a:rPr lang="ko-KR" altLang="en-US" smtClean="0"/>
              <a:t>2011-12-23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75BE-6823-4ACD-9772-8715F08BC8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799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BF57-0FF4-4639-92BB-B0491D5B7E8A}" type="datetimeFigureOut">
              <a:rPr lang="ko-KR" altLang="en-US" smtClean="0"/>
              <a:t>2011-12-23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75BE-6823-4ACD-9772-8715F08BC8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770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BF57-0FF4-4639-92BB-B0491D5B7E8A}" type="datetimeFigureOut">
              <a:rPr lang="ko-KR" altLang="en-US" smtClean="0"/>
              <a:t>2011-12-23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75BE-6823-4ACD-9772-8715F08BC8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407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0081" y="382270"/>
            <a:ext cx="4211638" cy="1626870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05070" y="382271"/>
            <a:ext cx="7156450" cy="8194358"/>
          </a:xfrm>
        </p:spPr>
        <p:txBody>
          <a:bodyPr/>
          <a:lstStyle>
            <a:lvl1pPr>
              <a:defRPr sz="4500"/>
            </a:lvl1pPr>
            <a:lvl2pPr>
              <a:defRPr sz="3900"/>
            </a:lvl2pPr>
            <a:lvl3pPr>
              <a:defRPr sz="34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40081" y="2009141"/>
            <a:ext cx="4211638" cy="6567488"/>
          </a:xfrm>
        </p:spPr>
        <p:txBody>
          <a:bodyPr/>
          <a:lstStyle>
            <a:lvl1pPr marL="0" indent="0">
              <a:buNone/>
              <a:defRPr sz="2000"/>
            </a:lvl1pPr>
            <a:lvl2pPr marL="640080" indent="0">
              <a:buNone/>
              <a:defRPr sz="1700"/>
            </a:lvl2pPr>
            <a:lvl3pPr marL="1280160" indent="0">
              <a:buNone/>
              <a:defRPr sz="1400"/>
            </a:lvl3pPr>
            <a:lvl4pPr marL="1920240" indent="0">
              <a:buNone/>
              <a:defRPr sz="1300"/>
            </a:lvl4pPr>
            <a:lvl5pPr marL="2560320" indent="0">
              <a:buNone/>
              <a:defRPr sz="1300"/>
            </a:lvl5pPr>
            <a:lvl6pPr marL="3200400" indent="0">
              <a:buNone/>
              <a:defRPr sz="1300"/>
            </a:lvl6pPr>
            <a:lvl7pPr marL="3840480" indent="0">
              <a:buNone/>
              <a:defRPr sz="1300"/>
            </a:lvl7pPr>
            <a:lvl8pPr marL="4480560" indent="0">
              <a:buNone/>
              <a:defRPr sz="1300"/>
            </a:lvl8pPr>
            <a:lvl9pPr marL="5120640" indent="0">
              <a:buNone/>
              <a:defRPr sz="1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BF57-0FF4-4639-92BB-B0491D5B7E8A}" type="datetimeFigureOut">
              <a:rPr lang="ko-KR" altLang="en-US" smtClean="0"/>
              <a:t>2011-12-23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75BE-6823-4ACD-9772-8715F08BC8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82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9203" y="6720840"/>
            <a:ext cx="7680960" cy="793433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509203" y="857885"/>
            <a:ext cx="7680960" cy="5760720"/>
          </a:xfrm>
        </p:spPr>
        <p:txBody>
          <a:bodyPr/>
          <a:lstStyle>
            <a:lvl1pPr marL="0" indent="0">
              <a:buNone/>
              <a:defRPr sz="4500"/>
            </a:lvl1pPr>
            <a:lvl2pPr marL="640080" indent="0">
              <a:buNone/>
              <a:defRPr sz="3900"/>
            </a:lvl2pPr>
            <a:lvl3pPr marL="1280160" indent="0">
              <a:buNone/>
              <a:defRPr sz="340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509203" y="7514273"/>
            <a:ext cx="7680960" cy="1126807"/>
          </a:xfrm>
        </p:spPr>
        <p:txBody>
          <a:bodyPr/>
          <a:lstStyle>
            <a:lvl1pPr marL="0" indent="0">
              <a:buNone/>
              <a:defRPr sz="2000"/>
            </a:lvl1pPr>
            <a:lvl2pPr marL="640080" indent="0">
              <a:buNone/>
              <a:defRPr sz="1700"/>
            </a:lvl2pPr>
            <a:lvl3pPr marL="1280160" indent="0">
              <a:buNone/>
              <a:defRPr sz="1400"/>
            </a:lvl3pPr>
            <a:lvl4pPr marL="1920240" indent="0">
              <a:buNone/>
              <a:defRPr sz="1300"/>
            </a:lvl4pPr>
            <a:lvl5pPr marL="2560320" indent="0">
              <a:buNone/>
              <a:defRPr sz="1300"/>
            </a:lvl5pPr>
            <a:lvl6pPr marL="3200400" indent="0">
              <a:buNone/>
              <a:defRPr sz="1300"/>
            </a:lvl6pPr>
            <a:lvl7pPr marL="3840480" indent="0">
              <a:buNone/>
              <a:defRPr sz="1300"/>
            </a:lvl7pPr>
            <a:lvl8pPr marL="4480560" indent="0">
              <a:buNone/>
              <a:defRPr sz="1300"/>
            </a:lvl8pPr>
            <a:lvl9pPr marL="5120640" indent="0">
              <a:buNone/>
              <a:defRPr sz="1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BF57-0FF4-4639-92BB-B0491D5B7E8A}" type="datetimeFigureOut">
              <a:rPr lang="ko-KR" altLang="en-US" smtClean="0"/>
              <a:t>2011-12-23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75BE-6823-4ACD-9772-8715F08BC8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2175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BF57-0FF4-4639-92BB-B0491D5B7E8A}" type="datetimeFigureOut">
              <a:rPr lang="ko-KR" altLang="en-US" smtClean="0"/>
              <a:t>2011-12-23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75BE-6823-4ACD-9772-8715F08BC8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451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2994959" y="537845"/>
            <a:ext cx="4031615" cy="1147032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95668" y="537845"/>
            <a:ext cx="11885930" cy="1147032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BF57-0FF4-4639-92BB-B0491D5B7E8A}" type="datetimeFigureOut">
              <a:rPr lang="ko-KR" altLang="en-US" smtClean="0"/>
              <a:t>2011-12-23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75BE-6823-4ACD-9772-8715F08BC8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049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0080" y="384493"/>
            <a:ext cx="11521440" cy="1600200"/>
          </a:xfrm>
          <a:prstGeom prst="rect">
            <a:avLst/>
          </a:prstGeom>
        </p:spPr>
        <p:txBody>
          <a:bodyPr vert="horz" lIns="128016" tIns="64008" rIns="128016" bIns="64008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0080" y="2240281"/>
            <a:ext cx="11521440" cy="6336348"/>
          </a:xfrm>
          <a:prstGeom prst="rect">
            <a:avLst/>
          </a:prstGeom>
        </p:spPr>
        <p:txBody>
          <a:bodyPr vert="horz" lIns="128016" tIns="64008" rIns="128016" bIns="64008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0080" y="8898891"/>
            <a:ext cx="2987040" cy="511175"/>
          </a:xfrm>
          <a:prstGeom prst="rect">
            <a:avLst/>
          </a:prstGeom>
        </p:spPr>
        <p:txBody>
          <a:bodyPr vert="horz" lIns="128016" tIns="64008" rIns="128016" bIns="64008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DBF57-0FF4-4639-92BB-B0491D5B7E8A}" type="datetimeFigureOut">
              <a:rPr lang="ko-KR" altLang="en-US" smtClean="0"/>
              <a:t>2011-12-23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73880" y="8898891"/>
            <a:ext cx="4053840" cy="511175"/>
          </a:xfrm>
          <a:prstGeom prst="rect">
            <a:avLst/>
          </a:prstGeom>
        </p:spPr>
        <p:txBody>
          <a:bodyPr vert="horz" lIns="128016" tIns="64008" rIns="128016" bIns="64008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74480" y="8898891"/>
            <a:ext cx="2987040" cy="511175"/>
          </a:xfrm>
          <a:prstGeom prst="rect">
            <a:avLst/>
          </a:prstGeom>
        </p:spPr>
        <p:txBody>
          <a:bodyPr vert="horz" lIns="128016" tIns="64008" rIns="128016" bIns="64008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B75BE-6823-4ACD-9772-8715F08BC8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626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80160" rtl="0" eaLnBrk="1" latinLnBrk="1" hangingPunct="1">
        <a:spcBef>
          <a:spcPct val="0"/>
        </a:spcBef>
        <a:buNone/>
        <a:defRPr sz="6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0" indent="-480060" algn="l" defTabSz="1280160" rtl="0" eaLnBrk="1" latinLnBrk="1" hangingPunct="1">
        <a:spcBef>
          <a:spcPct val="20000"/>
        </a:spcBef>
        <a:buFont typeface="Arial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040130" indent="-400050" algn="l" defTabSz="1280160" rtl="0" eaLnBrk="1" latinLnBrk="1" hangingPunct="1">
        <a:spcBef>
          <a:spcPct val="20000"/>
        </a:spcBef>
        <a:buFont typeface="Arial" pitchFamily="34" charset="0"/>
        <a:buChar char="–"/>
        <a:defRPr sz="390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1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1" hangingPunct="1">
        <a:spcBef>
          <a:spcPct val="20000"/>
        </a:spcBef>
        <a:buFont typeface="Arial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1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1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1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1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80160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그룹 54"/>
          <p:cNvGrpSpPr/>
          <p:nvPr/>
        </p:nvGrpSpPr>
        <p:grpSpPr>
          <a:xfrm>
            <a:off x="707770" y="1360849"/>
            <a:ext cx="10805598" cy="7200000"/>
            <a:chOff x="707770" y="1360849"/>
            <a:chExt cx="10805598" cy="7200000"/>
          </a:xfrm>
        </p:grpSpPr>
        <p:sp>
          <p:nvSpPr>
            <p:cNvPr id="40" name="직사각형 39"/>
            <p:cNvSpPr/>
            <p:nvPr/>
          </p:nvSpPr>
          <p:spPr>
            <a:xfrm>
              <a:off x="6107770" y="1360849"/>
              <a:ext cx="5400000" cy="7200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spcCol="0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6113368" y="1542248"/>
              <a:ext cx="5400000" cy="720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6113368" y="2262248"/>
              <a:ext cx="5400000" cy="18000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6113368" y="4062248"/>
              <a:ext cx="5400000" cy="1080000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6113368" y="6040597"/>
              <a:ext cx="5400000" cy="7200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6108970" y="7655277"/>
              <a:ext cx="5400000" cy="9000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6113368" y="6756298"/>
              <a:ext cx="5400000" cy="9000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6113368" y="5140597"/>
              <a:ext cx="5400000" cy="9000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707770" y="1360849"/>
              <a:ext cx="5400000" cy="7200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spcCol="0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712168" y="1547820"/>
              <a:ext cx="5400000" cy="720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712168" y="2267820"/>
              <a:ext cx="5400000" cy="18000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712168" y="4067820"/>
              <a:ext cx="5400000" cy="1080000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712168" y="6046169"/>
              <a:ext cx="5400000" cy="7200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707770" y="7660849"/>
              <a:ext cx="5400000" cy="9000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712168" y="6761870"/>
              <a:ext cx="5400000" cy="9000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712168" y="5146169"/>
              <a:ext cx="5400000" cy="9000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1359762" y="7750849"/>
              <a:ext cx="4320000" cy="72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dirty="0" smtClean="0"/>
                <a:t>SDI</a:t>
              </a:r>
              <a:endParaRPr lang="ko-KR" altLang="en-US" dirty="0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1337890" y="6851870"/>
              <a:ext cx="4320000" cy="72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dirty="0" smtClean="0"/>
                <a:t>SDI</a:t>
              </a:r>
              <a:endParaRPr lang="ko-KR" altLang="en-US" dirty="0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1511650" y="5484728"/>
              <a:ext cx="828000" cy="46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400" dirty="0"/>
                <a:t>DPO</a:t>
              </a:r>
              <a:endParaRPr lang="ko-KR" altLang="en-US" sz="1400" dirty="0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458409" y="5232728"/>
              <a:ext cx="720000" cy="72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400" dirty="0"/>
                <a:t>DPH</a:t>
              </a:r>
              <a:endParaRPr lang="ko-KR" altLang="en-US" sz="1400" dirty="0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3538529" y="5484728"/>
              <a:ext cx="828000" cy="46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400" dirty="0"/>
                <a:t>EMB</a:t>
              </a:r>
              <a:endParaRPr lang="ko-KR" altLang="en-US" sz="1400" dirty="0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359762" y="6190169"/>
              <a:ext cx="4320000" cy="43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dirty="0" smtClean="0"/>
                <a:t>PII</a:t>
              </a:r>
              <a:endParaRPr lang="ko-KR" altLang="en-US" dirty="0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1453605" y="4339032"/>
              <a:ext cx="2412000" cy="504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000" dirty="0"/>
                <a:t>CRA</a:t>
              </a:r>
              <a:endParaRPr lang="ko-KR" altLang="en-US" sz="1000" dirty="0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4621072" y="4188030"/>
              <a:ext cx="684000" cy="64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000" dirty="0"/>
                <a:t>CCP</a:t>
              </a:r>
              <a:endParaRPr lang="ko-KR" altLang="en-US" sz="1000" dirty="0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856376" y="2534599"/>
              <a:ext cx="1728000" cy="12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000" dirty="0"/>
                <a:t>PID-1</a:t>
              </a:r>
              <a:endParaRPr lang="ko-KR" altLang="en-US" sz="1000" dirty="0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2901267" y="2534599"/>
              <a:ext cx="1800000" cy="12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000" dirty="0"/>
                <a:t>PID-2</a:t>
              </a: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6743573" y="7745277"/>
              <a:ext cx="4320000" cy="72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dirty="0" smtClean="0"/>
                <a:t>SDI</a:t>
              </a:r>
              <a:endParaRPr lang="ko-KR" altLang="en-US" dirty="0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6706560" y="6851870"/>
              <a:ext cx="4320000" cy="72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dirty="0" smtClean="0"/>
                <a:t>SDI</a:t>
              </a:r>
              <a:endParaRPr lang="ko-KR" altLang="en-US" dirty="0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6783371" y="6190169"/>
              <a:ext cx="4320000" cy="43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dirty="0" smtClean="0"/>
                <a:t>PII</a:t>
              </a:r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7611794" y="2547224"/>
              <a:ext cx="1728000" cy="12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000" dirty="0"/>
                <a:t>PID-1</a:t>
              </a:r>
              <a:endParaRPr lang="ko-KR" altLang="en-US" sz="1000" dirty="0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9488829" y="2534599"/>
              <a:ext cx="1800000" cy="12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000" dirty="0"/>
                <a:t>PID-2</a:t>
              </a: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7607429" y="4141032"/>
              <a:ext cx="2880000" cy="90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dirty="0" smtClean="0"/>
                <a:t>FDI</a:t>
              </a:r>
              <a:endParaRPr lang="ko-KR" altLang="en-US" dirty="0"/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6723628" y="5592688"/>
              <a:ext cx="864000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400" dirty="0"/>
                <a:t>PEI-1</a:t>
              </a:r>
              <a:endParaRPr lang="ko-KR" altLang="en-US" sz="1400" dirty="0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7704046" y="5592688"/>
              <a:ext cx="864000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400" dirty="0"/>
                <a:t>PEI-1</a:t>
              </a:r>
              <a:endParaRPr lang="ko-KR" altLang="en-US" sz="1400" dirty="0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8762336" y="5520728"/>
              <a:ext cx="972000" cy="43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400" dirty="0"/>
                <a:t>PEI-2</a:t>
              </a:r>
              <a:endParaRPr lang="ko-KR" altLang="en-US" sz="1400" dirty="0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60192" y="5520728"/>
              <a:ext cx="972000" cy="43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400" dirty="0"/>
                <a:t>PEI-2</a:t>
              </a:r>
              <a:endParaRPr lang="ko-KR" altLang="en-US" sz="1400" dirty="0"/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4564688" y="5484728"/>
              <a:ext cx="828000" cy="46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400" dirty="0"/>
                <a:t>EMB</a:t>
              </a:r>
              <a:endParaRPr lang="ko-KR" altLang="en-US" sz="1400" dirty="0"/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1449289" y="1668248"/>
              <a:ext cx="648000" cy="504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000" dirty="0"/>
                <a:t>CSP</a:t>
              </a:r>
              <a:endParaRPr lang="ko-KR" altLang="en-US" sz="1000" dirty="0"/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2239331" y="1632248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000" dirty="0"/>
                <a:t>ESP</a:t>
              </a:r>
              <a:endParaRPr lang="ko-KR" altLang="en-US" sz="1000" dirty="0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6848223" y="1596312"/>
              <a:ext cx="612000" cy="61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000" dirty="0"/>
                <a:t>ISP</a:t>
              </a:r>
              <a:endParaRPr lang="ko-KR" altLang="en-US" sz="1000" dirty="0"/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2846048" y="1632248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000" dirty="0"/>
                <a:t>ESP</a:t>
              </a:r>
              <a:endParaRPr lang="ko-KR" altLang="en-US" sz="1000" dirty="0"/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3476168" y="1632248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000" dirty="0"/>
                <a:t>ESP</a:t>
              </a:r>
              <a:endParaRPr lang="ko-KR" altLang="en-US" sz="1000" dirty="0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4132608" y="1632248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000" dirty="0"/>
                <a:t>ESP</a:t>
              </a:r>
              <a:endParaRPr lang="ko-KR" altLang="en-US" sz="1000" dirty="0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184776" y="1596312"/>
              <a:ext cx="612000" cy="61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000" dirty="0"/>
                <a:t>ISP</a:t>
              </a:r>
              <a:endParaRPr lang="ko-KR" altLang="en-US" sz="1000" dirty="0"/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7503752" y="1596312"/>
              <a:ext cx="612000" cy="61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000" dirty="0"/>
                <a:t>ISP</a:t>
              </a:r>
              <a:endParaRPr lang="ko-KR" altLang="en-US" sz="1000" dirty="0"/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8174404" y="1596312"/>
              <a:ext cx="612000" cy="61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000" dirty="0"/>
                <a:t>ISP</a:t>
              </a:r>
              <a:endParaRPr lang="ko-KR" altLang="en-US" sz="1000" dirty="0"/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9485763" y="1596312"/>
              <a:ext cx="612000" cy="61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000" dirty="0"/>
                <a:t>ISP</a:t>
              </a:r>
              <a:endParaRPr lang="ko-KR" altLang="en-US" sz="1000" dirty="0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8822316" y="1596312"/>
              <a:ext cx="612000" cy="61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000" dirty="0"/>
                <a:t>ISP</a:t>
              </a:r>
              <a:endParaRPr lang="ko-KR" altLang="en-US" sz="1000" dirty="0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131952" y="1596312"/>
              <a:ext cx="612000" cy="61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000" dirty="0"/>
                <a:t>ISP</a:t>
              </a:r>
              <a:endParaRPr lang="ko-KR" altLang="en-US" sz="1000" dirty="0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802604" y="1596312"/>
              <a:ext cx="612000" cy="61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000" dirty="0"/>
                <a:t>ISP</a:t>
              </a:r>
              <a:endParaRPr lang="ko-KR" altLang="en-US" sz="1000" dirty="0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5352049" y="2547224"/>
              <a:ext cx="1800000" cy="12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03" tIns="45700" rIns="91403" bIns="45700" spcCol="0" rtlCol="0" anchor="ctr"/>
            <a:lstStyle/>
            <a:p>
              <a:pPr algn="ctr"/>
              <a:r>
                <a:rPr lang="en-US" altLang="ko-KR" sz="1000" dirty="0"/>
                <a:t>PID-2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7872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35</Words>
  <Application>Microsoft Office PowerPoint</Application>
  <PresentationFormat>A3 용지(297x420mm)</PresentationFormat>
  <Paragraphs>35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JDS_SSD</dc:creator>
  <cp:lastModifiedBy>JDS_SSD</cp:lastModifiedBy>
  <cp:revision>3</cp:revision>
  <dcterms:created xsi:type="dcterms:W3CDTF">2011-12-23T02:28:36Z</dcterms:created>
  <dcterms:modified xsi:type="dcterms:W3CDTF">2011-12-23T02:50:18Z</dcterms:modified>
</cp:coreProperties>
</file>