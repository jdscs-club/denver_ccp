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1" d="100"/>
          <a:sy n="91" d="100"/>
        </p:scale>
        <p:origin x="-816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4950A-B5F9-453E-9C7E-61408CE4844F}" type="datetimeFigureOut">
              <a:rPr lang="ko-KR" altLang="en-US" smtClean="0"/>
              <a:t>2012-06-22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026A0-FCE7-4A29-9BB0-A6ABAED706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0347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4950A-B5F9-453E-9C7E-61408CE4844F}" type="datetimeFigureOut">
              <a:rPr lang="ko-KR" altLang="en-US" smtClean="0"/>
              <a:t>2012-06-22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026A0-FCE7-4A29-9BB0-A6ABAED706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5778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4950A-B5F9-453E-9C7E-61408CE4844F}" type="datetimeFigureOut">
              <a:rPr lang="ko-KR" altLang="en-US" smtClean="0"/>
              <a:t>2012-06-22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026A0-FCE7-4A29-9BB0-A6ABAED706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02737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4950A-B5F9-453E-9C7E-61408CE4844F}" type="datetimeFigureOut">
              <a:rPr lang="ko-KR" altLang="en-US" smtClean="0"/>
              <a:t>2012-06-22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026A0-FCE7-4A29-9BB0-A6ABAED706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6110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4950A-B5F9-453E-9C7E-61408CE4844F}" type="datetimeFigureOut">
              <a:rPr lang="ko-KR" altLang="en-US" smtClean="0"/>
              <a:t>2012-06-22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026A0-FCE7-4A29-9BB0-A6ABAED706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8200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4950A-B5F9-453E-9C7E-61408CE4844F}" type="datetimeFigureOut">
              <a:rPr lang="ko-KR" altLang="en-US" smtClean="0"/>
              <a:t>2012-06-22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026A0-FCE7-4A29-9BB0-A6ABAED706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19504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4950A-B5F9-453E-9C7E-61408CE4844F}" type="datetimeFigureOut">
              <a:rPr lang="ko-KR" altLang="en-US" smtClean="0"/>
              <a:t>2012-06-22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026A0-FCE7-4A29-9BB0-A6ABAED706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5982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4950A-B5F9-453E-9C7E-61408CE4844F}" type="datetimeFigureOut">
              <a:rPr lang="ko-KR" altLang="en-US" smtClean="0"/>
              <a:t>2012-06-22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026A0-FCE7-4A29-9BB0-A6ABAED706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3467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4950A-B5F9-453E-9C7E-61408CE4844F}" type="datetimeFigureOut">
              <a:rPr lang="ko-KR" altLang="en-US" smtClean="0"/>
              <a:t>2012-06-22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026A0-FCE7-4A29-9BB0-A6ABAED706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29868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4950A-B5F9-453E-9C7E-61408CE4844F}" type="datetimeFigureOut">
              <a:rPr lang="ko-KR" altLang="en-US" smtClean="0"/>
              <a:t>2012-06-22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026A0-FCE7-4A29-9BB0-A6ABAED706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41057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4950A-B5F9-453E-9C7E-61408CE4844F}" type="datetimeFigureOut">
              <a:rPr lang="ko-KR" altLang="en-US" smtClean="0"/>
              <a:t>2012-06-22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026A0-FCE7-4A29-9BB0-A6ABAED706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7927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74950A-B5F9-453E-9C7E-61408CE4844F}" type="datetimeFigureOut">
              <a:rPr lang="ko-KR" altLang="en-US" smtClean="0"/>
              <a:t>2012-06-22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6026A0-FCE7-4A29-9BB0-A6ABAED706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3150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JDS_SSD\Desktop\IMG_1147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404664"/>
            <a:ext cx="7229752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타원 3"/>
          <p:cNvSpPr/>
          <p:nvPr/>
        </p:nvSpPr>
        <p:spPr>
          <a:xfrm rot="239070">
            <a:off x="827584" y="1124744"/>
            <a:ext cx="7488832" cy="93610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사각형 설명선 4"/>
          <p:cNvSpPr/>
          <p:nvPr/>
        </p:nvSpPr>
        <p:spPr>
          <a:xfrm>
            <a:off x="6660232" y="605600"/>
            <a:ext cx="914400" cy="612648"/>
          </a:xfrm>
          <a:prstGeom prst="wedgeRectCallout">
            <a:avLst>
              <a:gd name="adj1" fmla="val -85201"/>
              <a:gd name="adj2" fmla="val 127691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rgbClr val="FFC000"/>
                </a:solidFill>
              </a:rPr>
              <a:t>스피커 이동</a:t>
            </a:r>
            <a:endParaRPr lang="ko-KR" altLang="en-US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93255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JDS_SSD\Desktop\IMG_1146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908720"/>
            <a:ext cx="7229752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4533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JDS_SSD\Desktop\IMG_1148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836712"/>
            <a:ext cx="7229752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타원 4"/>
          <p:cNvSpPr/>
          <p:nvPr/>
        </p:nvSpPr>
        <p:spPr>
          <a:xfrm>
            <a:off x="827584" y="2017816"/>
            <a:ext cx="6840760" cy="93610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사각형 설명선 5"/>
          <p:cNvSpPr/>
          <p:nvPr/>
        </p:nvSpPr>
        <p:spPr>
          <a:xfrm>
            <a:off x="6203032" y="1052736"/>
            <a:ext cx="914400" cy="612648"/>
          </a:xfrm>
          <a:prstGeom prst="wedgeRectCallout">
            <a:avLst>
              <a:gd name="adj1" fmla="val -85201"/>
              <a:gd name="adj2" fmla="val 127691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rgbClr val="FFC000"/>
                </a:solidFill>
              </a:rPr>
              <a:t>스피커 이동</a:t>
            </a:r>
            <a:endParaRPr lang="ko-KR" altLang="en-US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02344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</Words>
  <Application>Microsoft Office PowerPoint</Application>
  <PresentationFormat>화면 슬라이드 쇼(4:3)</PresentationFormat>
  <Paragraphs>2</Paragraphs>
  <Slides>3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4" baseType="lpstr">
      <vt:lpstr>Office 테마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JDS_SSD</dc:creator>
  <cp:lastModifiedBy>JDS_SSD</cp:lastModifiedBy>
  <cp:revision>1</cp:revision>
  <dcterms:created xsi:type="dcterms:W3CDTF">2012-06-22T08:38:45Z</dcterms:created>
  <dcterms:modified xsi:type="dcterms:W3CDTF">2012-06-22T08:42:32Z</dcterms:modified>
</cp:coreProperties>
</file>