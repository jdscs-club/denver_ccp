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4" d="100"/>
          <a:sy n="134" d="100"/>
        </p:scale>
        <p:origin x="-161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D0FE-53C2-DD4B-A7B5-28864C85F9BF}" type="datetimeFigureOut">
              <a:rPr lang="en-US" smtClean="0"/>
              <a:t>2014. 7. 28.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8EF2-ADCE-D74A-B911-31987D544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20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D0FE-53C2-DD4B-A7B5-28864C85F9BF}" type="datetimeFigureOut">
              <a:rPr lang="en-US" smtClean="0"/>
              <a:t>2014. 7. 28.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8EF2-ADCE-D74A-B911-31987D544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603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D0FE-53C2-DD4B-A7B5-28864C85F9BF}" type="datetimeFigureOut">
              <a:rPr lang="en-US" smtClean="0"/>
              <a:t>2014. 7. 28.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8EF2-ADCE-D74A-B911-31987D544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87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D0FE-53C2-DD4B-A7B5-28864C85F9BF}" type="datetimeFigureOut">
              <a:rPr lang="en-US" smtClean="0"/>
              <a:t>2014. 7. 28.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8EF2-ADCE-D74A-B911-31987D544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53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D0FE-53C2-DD4B-A7B5-28864C85F9BF}" type="datetimeFigureOut">
              <a:rPr lang="en-US" smtClean="0"/>
              <a:t>2014. 7. 28.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8EF2-ADCE-D74A-B911-31987D544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41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D0FE-53C2-DD4B-A7B5-28864C85F9BF}" type="datetimeFigureOut">
              <a:rPr lang="en-US" smtClean="0"/>
              <a:t>2014. 7. 28.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8EF2-ADCE-D74A-B911-31987D544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699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D0FE-53C2-DD4B-A7B5-28864C85F9BF}" type="datetimeFigureOut">
              <a:rPr lang="en-US" smtClean="0"/>
              <a:t>2014. 7. 28.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8EF2-ADCE-D74A-B911-31987D544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05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D0FE-53C2-DD4B-A7B5-28864C85F9BF}" type="datetimeFigureOut">
              <a:rPr lang="en-US" smtClean="0"/>
              <a:t>2014. 7. 28.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8EF2-ADCE-D74A-B911-31987D544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97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D0FE-53C2-DD4B-A7B5-28864C85F9BF}" type="datetimeFigureOut">
              <a:rPr lang="en-US" smtClean="0"/>
              <a:t>2014. 7. 28.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8EF2-ADCE-D74A-B911-31987D544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67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D0FE-53C2-DD4B-A7B5-28864C85F9BF}" type="datetimeFigureOut">
              <a:rPr lang="en-US" smtClean="0"/>
              <a:t>2014. 7. 28.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8EF2-ADCE-D74A-B911-31987D544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48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D0FE-53C2-DD4B-A7B5-28864C85F9BF}" type="datetimeFigureOut">
              <a:rPr lang="en-US" smtClean="0"/>
              <a:t>2014. 7. 28.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48EF2-ADCE-D74A-B911-31987D544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863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6D0FE-53C2-DD4B-A7B5-28864C85F9BF}" type="datetimeFigureOut">
              <a:rPr lang="en-US" smtClean="0"/>
              <a:t>2014. 7. 28.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48EF2-ADCE-D74A-B911-31987D544A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8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04" y="2511547"/>
            <a:ext cx="1587578" cy="20707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9460" y="1881274"/>
            <a:ext cx="88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 Car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309" y="2229327"/>
            <a:ext cx="1427811" cy="23529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58339" y="1885871"/>
            <a:ext cx="87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MB Car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125" y="1665396"/>
            <a:ext cx="2311400" cy="3403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34462" y="1115995"/>
            <a:ext cx="1855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CCP</a:t>
            </a:r>
            <a:r>
              <a:rPr lang="ko-KR" altLang="en-US" dirty="0" smtClean="0"/>
              <a:t> 장치</a:t>
            </a:r>
            <a:r>
              <a:rPr lang="en-US" dirty="0" smtClean="0"/>
              <a:t> </a:t>
            </a:r>
            <a:r>
              <a:rPr lang="ko-KR" altLang="en-US" dirty="0" smtClean="0"/>
              <a:t>승인도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11818" y="1812608"/>
            <a:ext cx="4862267" cy="3715096"/>
          </a:xfrm>
          <a:prstGeom prst="rect">
            <a:avLst/>
          </a:prstGeom>
          <a:noFill/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016277" y="1300661"/>
            <a:ext cx="1419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차량 배선도</a:t>
            </a:r>
            <a:endParaRPr lang="en-US" dirty="0"/>
          </a:p>
        </p:txBody>
      </p:sp>
      <p:sp>
        <p:nvSpPr>
          <p:cNvPr id="2" name="Oval 1"/>
          <p:cNvSpPr/>
          <p:nvPr/>
        </p:nvSpPr>
        <p:spPr>
          <a:xfrm>
            <a:off x="1412237" y="3686664"/>
            <a:ext cx="900420" cy="47386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583309" y="3602132"/>
            <a:ext cx="900420" cy="47386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483772" y="4345369"/>
            <a:ext cx="900420" cy="47386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45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</Words>
  <Application>Microsoft Macintosh PowerPoint</Application>
  <PresentationFormat>On-screen Show (4:3)</PresentationFormat>
  <Paragraphs>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ds_club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jang duksu</dc:creator>
  <cp:lastModifiedBy>jang duksu</cp:lastModifiedBy>
  <cp:revision>2</cp:revision>
  <dcterms:created xsi:type="dcterms:W3CDTF">2014-07-28T01:23:38Z</dcterms:created>
  <dcterms:modified xsi:type="dcterms:W3CDTF">2014-07-28T01:58:12Z</dcterms:modified>
</cp:coreProperties>
</file>