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44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22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42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26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97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19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6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41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8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32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7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46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9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F1021-3013-41C2-B348-FABB9C51D25C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DF6B0-1461-4F8E-8266-D7DA1E9938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20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10.xx.yy.199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8047383" y="927652"/>
            <a:ext cx="3893654" cy="5191539"/>
            <a:chOff x="1500809" y="781878"/>
            <a:chExt cx="3893654" cy="519153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51866" y="1430821"/>
              <a:ext cx="5191539" cy="389365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200000">
              <a:off x="2551090" y="3120887"/>
              <a:ext cx="1524000" cy="1895061"/>
            </a:xfrm>
            <a:prstGeom prst="rect">
              <a:avLst/>
            </a:prstGeom>
          </p:spPr>
        </p:pic>
        <p:sp>
          <p:nvSpPr>
            <p:cNvPr id="6" name="타원형 설명선[O] 5"/>
            <p:cNvSpPr/>
            <p:nvPr/>
          </p:nvSpPr>
          <p:spPr>
            <a:xfrm rot="19043577">
              <a:off x="1838378" y="1299262"/>
              <a:ext cx="1054360" cy="1408455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Moxa</a:t>
              </a:r>
              <a:r>
                <a:rPr lang="en-US" altLang="ko-KR" sz="1200" dirty="0"/>
                <a:t> Switch hub</a:t>
              </a:r>
              <a:endParaRPr kumimoji="1" lang="ko-KR" altLang="en-US" sz="1200" dirty="0"/>
            </a:p>
          </p:txBody>
        </p:sp>
        <p:sp>
          <p:nvSpPr>
            <p:cNvPr id="7" name="타원형 설명선[O] 6"/>
            <p:cNvSpPr/>
            <p:nvPr/>
          </p:nvSpPr>
          <p:spPr>
            <a:xfrm rot="1182410">
              <a:off x="3719334" y="1535934"/>
              <a:ext cx="1367568" cy="1169239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/>
                <a:t>Ethernet for Laptop</a:t>
              </a:r>
              <a:endParaRPr kumimoji="1" lang="ko-KR" altLang="en-US" sz="1200" dirty="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625" y="770916"/>
            <a:ext cx="5728804" cy="514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2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1593021" y="606283"/>
            <a:ext cx="9651503" cy="5562232"/>
            <a:chOff x="970169" y="566527"/>
            <a:chExt cx="9651503" cy="556223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0169" y="566527"/>
              <a:ext cx="4171674" cy="5562232"/>
            </a:xfrm>
            <a:prstGeom prst="rect">
              <a:avLst/>
            </a:prstGeom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811679" y="4744280"/>
              <a:ext cx="1099931" cy="983974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오른쪽 화살표[R] 6"/>
            <p:cNvSpPr/>
            <p:nvPr/>
          </p:nvSpPr>
          <p:spPr>
            <a:xfrm rot="8145023">
              <a:off x="2822710" y="4240696"/>
              <a:ext cx="821635" cy="43732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텍스트 상자 9"/>
            <p:cNvSpPr txBox="1"/>
            <p:nvPr/>
          </p:nvSpPr>
          <p:spPr>
            <a:xfrm>
              <a:off x="2756394" y="3247438"/>
              <a:ext cx="2116581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Moxa Switch hub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connect laptop</a:t>
              </a:r>
              <a:endParaRPr kumimoji="1" lang="ko-KR" altLang="en-US" dirty="0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83353" y="1834925"/>
              <a:ext cx="4638319" cy="3791780"/>
            </a:xfrm>
            <a:prstGeom prst="rect">
              <a:avLst/>
            </a:prstGeom>
          </p:spPr>
        </p:pic>
        <p:sp>
          <p:nvSpPr>
            <p:cNvPr id="12" name="타원 11"/>
            <p:cNvSpPr/>
            <p:nvPr/>
          </p:nvSpPr>
          <p:spPr>
            <a:xfrm>
              <a:off x="8812696" y="3445565"/>
              <a:ext cx="490330" cy="570501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오른쪽 화살표[R] 13"/>
          <p:cNvSpPr/>
          <p:nvPr/>
        </p:nvSpPr>
        <p:spPr>
          <a:xfrm rot="3106292">
            <a:off x="8817410" y="3068534"/>
            <a:ext cx="821635" cy="437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440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97243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Connect cable to laptop on one side and Moxa Switch hub on the other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Change laptop IP address to match car number</a:t>
            </a:r>
          </a:p>
          <a:p>
            <a:r>
              <a:rPr lang="en-US" altLang="ko-KR" dirty="0"/>
              <a:t>     Ex) 10.xx.yy.223(</a:t>
            </a:r>
            <a:r>
              <a:rPr lang="en-US" altLang="ko-KR" dirty="0" err="1"/>
              <a:t>xx.yy</a:t>
            </a:r>
            <a:r>
              <a:rPr lang="en-US" altLang="ko-KR" dirty="0"/>
              <a:t> is car number 40.15 for car 4015, the last digits 223 is for laptop)</a:t>
            </a:r>
          </a:p>
          <a:p>
            <a:r>
              <a:rPr lang="en-US" altLang="ko-KR" dirty="0"/>
              <a:t>3. Open Windows command window</a:t>
            </a:r>
          </a:p>
          <a:p>
            <a:r>
              <a:rPr lang="en-US" altLang="ko-KR" dirty="0"/>
              <a:t>4. Type “ping 10.xx.yy.199” and then Enter</a:t>
            </a:r>
          </a:p>
          <a:p>
            <a:r>
              <a:rPr lang="en-US" altLang="ko-KR" dirty="0"/>
              <a:t>5. Check ping test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4314" y="2933004"/>
            <a:ext cx="4709645" cy="15755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6210301" y="2933002"/>
            <a:ext cx="4403082" cy="1575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0509" y="4608999"/>
            <a:ext cx="2247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Voip</a:t>
            </a:r>
            <a:r>
              <a:rPr lang="en-US" altLang="ko-KR" dirty="0"/>
              <a:t> not connected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61635" y="4608999"/>
            <a:ext cx="1814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Voip</a:t>
            </a:r>
            <a:r>
              <a:rPr lang="en-US" altLang="ko-KR" dirty="0"/>
              <a:t> connected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478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1. VOIP Connection Check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5126655"/>
            <a:ext cx="669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If VOIP passes the ping test then VOIP Local status is good</a:t>
            </a:r>
          </a:p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49597" y="3237704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9075" y="3686662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09075" y="3856337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09075" y="4018003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90075" y="3545222"/>
            <a:ext cx="248218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199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3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6681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/>
              <a:t>Voip</a:t>
            </a:r>
            <a:r>
              <a:rPr lang="ko-KR" altLang="en-US" dirty="0"/>
              <a:t> </a:t>
            </a:r>
            <a:r>
              <a:rPr lang="en-US" altLang="ko-KR" dirty="0"/>
              <a:t>can only be accessed using</a:t>
            </a:r>
            <a:r>
              <a:rPr lang="ko-KR" altLang="en-US" dirty="0"/>
              <a:t> </a:t>
            </a:r>
            <a:r>
              <a:rPr lang="en-US" altLang="ko-KR" dirty="0"/>
              <a:t>Internet Explorer browser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In the Explorer address bar enter</a:t>
            </a:r>
            <a:r>
              <a:rPr lang="ko-KR" altLang="en-US" dirty="0"/>
              <a:t> </a:t>
            </a:r>
            <a:r>
              <a:rPr lang="en-US" altLang="ko-KR" dirty="0">
                <a:hlinkClick r:id="rId2"/>
              </a:rPr>
              <a:t>http://10.xx.yy.199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3700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2. VOIP status check</a:t>
            </a:r>
            <a:endParaRPr lang="ko-KR" altLang="en-US" sz="2800" b="1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1761" y="1925433"/>
            <a:ext cx="403244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35117" y="6002505"/>
            <a:ext cx="851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If what is shown looks the same as above then the VOIP </a:t>
            </a:r>
            <a:r>
              <a:rPr lang="en-US" altLang="ko-KR" dirty="0" err="1"/>
              <a:t>setttings</a:t>
            </a:r>
            <a:r>
              <a:rPr lang="en-US" altLang="ko-KR" dirty="0"/>
              <a:t> are good 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477108" y="3651738"/>
            <a:ext cx="3511061" cy="2028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6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4314" y="2933004"/>
            <a:ext cx="4709645" cy="15755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6210301" y="2933002"/>
            <a:ext cx="4403082" cy="1575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50509" y="4608999"/>
            <a:ext cx="237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CNCS not connected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653989" y="4623577"/>
            <a:ext cx="194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CNCS connected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4661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3. CNCS connection check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5126655"/>
            <a:ext cx="10720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If ping test shows CNCS is connected, then CNCS connection is good</a:t>
            </a:r>
          </a:p>
          <a:p>
            <a:r>
              <a:rPr lang="en-US" altLang="ko-KR" dirty="0"/>
              <a:t>7. Check CNCS’s network status and if the gateway is set as 10.xx.yy.201 then the settings are good</a:t>
            </a:r>
          </a:p>
          <a:p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43844" y="3551084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8661" y="3839666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0992" y="3989889"/>
            <a:ext cx="336141" cy="1384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</a:rPr>
              <a:t>200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3625" y="1179003"/>
            <a:ext cx="97243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Connect cable to laptop on one side and Moxa Switch hub on the other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Change laptop IP address to match car number</a:t>
            </a:r>
          </a:p>
          <a:p>
            <a:r>
              <a:rPr lang="en-US" altLang="ko-KR" dirty="0"/>
              <a:t>     Ex) 10.xx.yy.223(</a:t>
            </a:r>
            <a:r>
              <a:rPr lang="en-US" altLang="ko-KR" dirty="0" err="1"/>
              <a:t>xx.yy</a:t>
            </a:r>
            <a:r>
              <a:rPr lang="en-US" altLang="ko-KR" dirty="0"/>
              <a:t> is car number 40.15 for car 4015, the last digits 223 is for laptop)</a:t>
            </a:r>
          </a:p>
          <a:p>
            <a:r>
              <a:rPr lang="en-US" altLang="ko-KR" dirty="0"/>
              <a:t>3. Open Windows command window</a:t>
            </a:r>
          </a:p>
          <a:p>
            <a:r>
              <a:rPr lang="en-US" altLang="ko-KR" dirty="0"/>
              <a:t>4. Type “</a:t>
            </a:r>
            <a:r>
              <a:rPr lang="en-US" altLang="ko-KR"/>
              <a:t>ping 10.xx.yy.200” </a:t>
            </a:r>
            <a:r>
              <a:rPr lang="en-US" altLang="ko-KR" dirty="0"/>
              <a:t>and then Enter</a:t>
            </a:r>
          </a:p>
          <a:p>
            <a:r>
              <a:rPr lang="en-US" altLang="ko-KR" dirty="0"/>
              <a:t>5. Check ping test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850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5117" y="1178677"/>
            <a:ext cx="10128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Connect keyboard to CNCS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Press </a:t>
            </a:r>
            <a:r>
              <a:rPr lang="en-US" altLang="ko-KR" dirty="0" err="1"/>
              <a:t>Alt+Tab</a:t>
            </a:r>
            <a:r>
              <a:rPr lang="en-US" altLang="ko-KR" dirty="0"/>
              <a:t> keys and check if the </a:t>
            </a:r>
            <a:r>
              <a:rPr lang="en-US" altLang="ko-KR" dirty="0" err="1"/>
              <a:t>Woojin</a:t>
            </a:r>
            <a:r>
              <a:rPr lang="en-US" altLang="ko-KR" dirty="0"/>
              <a:t> </a:t>
            </a:r>
            <a:r>
              <a:rPr lang="en-US" altLang="ko-KR" dirty="0" err="1"/>
              <a:t>TrainCar</a:t>
            </a:r>
            <a:r>
              <a:rPr lang="en-US" altLang="ko-KR" dirty="0"/>
              <a:t> </a:t>
            </a:r>
            <a:r>
              <a:rPr lang="en-US" altLang="ko-KR" dirty="0" err="1"/>
              <a:t>SIPPhone</a:t>
            </a:r>
            <a:r>
              <a:rPr lang="en-US" altLang="ko-KR" dirty="0"/>
              <a:t> V1.0 program is still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130" y="555032"/>
            <a:ext cx="4544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4. CNCS SIP </a:t>
            </a:r>
            <a:r>
              <a:rPr lang="en-US" altLang="ko-KR" sz="2800" b="1"/>
              <a:t>Status Check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35117" y="4495764"/>
            <a:ext cx="612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If the above program is still running, then SIP is good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33" y="2210524"/>
            <a:ext cx="28765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8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293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hamsung98</dc:creator>
  <cp:lastModifiedBy>Sean Lee</cp:lastModifiedBy>
  <cp:revision>18</cp:revision>
  <dcterms:created xsi:type="dcterms:W3CDTF">2016-09-23T06:53:28Z</dcterms:created>
  <dcterms:modified xsi:type="dcterms:W3CDTF">2016-10-04T15:50:38Z</dcterms:modified>
</cp:coreProperties>
</file>