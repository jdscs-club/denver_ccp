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9"/>
  </p:normalViewPr>
  <p:slideViewPr>
    <p:cSldViewPr snapToGrid="0" snapToObjects="1">
      <p:cViewPr>
        <p:scale>
          <a:sx n="129" d="100"/>
          <a:sy n="129" d="100"/>
        </p:scale>
        <p:origin x="14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부제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smtClean="0"/>
              <a:t>마스터 부제목 스타일 편집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0239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648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48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154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730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2480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백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529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207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 smtClean="0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120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488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307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smtClean="0"/>
              <a:t>마스터 제목 스타일 편집</a:t>
            </a:r>
            <a:endParaRPr kumimoji="1"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smtClean="0"/>
              <a:t>마스터 텍스트 스타일을 편집하려면 클릭</a:t>
            </a:r>
          </a:p>
          <a:p>
            <a:pPr lvl="1"/>
            <a:r>
              <a:rPr kumimoji="1" lang="ko-KR" altLang="en-US" smtClean="0"/>
              <a:t>두 번째 수준</a:t>
            </a:r>
          </a:p>
          <a:p>
            <a:pPr lvl="2"/>
            <a:r>
              <a:rPr kumimoji="1" lang="ko-KR" altLang="en-US" smtClean="0"/>
              <a:t>세 번째 수준</a:t>
            </a:r>
          </a:p>
          <a:p>
            <a:pPr lvl="3"/>
            <a:r>
              <a:rPr kumimoji="1" lang="ko-KR" altLang="en-US" smtClean="0"/>
              <a:t>네 번째 수준</a:t>
            </a:r>
          </a:p>
          <a:p>
            <a:pPr lvl="4"/>
            <a:r>
              <a:rPr kumimoji="1" lang="ko-KR" altLang="en-US" smtClean="0"/>
              <a:t>다섯 번째 수준</a:t>
            </a:r>
            <a:endParaRPr kumimoji="1"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CB004-44A1-D546-BD3F-1727D2B560B5}" type="datetimeFigureOut">
              <a:rPr kumimoji="1" lang="ko-KR" altLang="en-US" smtClean="0"/>
              <a:t>2017. 7. 9.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6704B-E6E9-5C48-9D80-F58DC518EB7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4837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755283" y="968274"/>
            <a:ext cx="3366052" cy="2524539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616881" y="4032836"/>
            <a:ext cx="9167923" cy="2133095"/>
            <a:chOff x="1740003" y="3903627"/>
            <a:chExt cx="9167923" cy="2133095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1740003" y="3903627"/>
              <a:ext cx="3823254" cy="213309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0800000">
              <a:off x="5523501" y="3925957"/>
              <a:ext cx="5384425" cy="2110765"/>
            </a:xfrm>
            <a:prstGeom prst="rect">
              <a:avLst/>
            </a:prstGeom>
          </p:spPr>
        </p:pic>
      </p:grpSp>
      <p:cxnSp>
        <p:nvCxnSpPr>
          <p:cNvPr id="11" name="직선 화살표 연결선 10"/>
          <p:cNvCxnSpPr/>
          <p:nvPr/>
        </p:nvCxnSpPr>
        <p:spPr>
          <a:xfrm flipH="1">
            <a:off x="6977270" y="3409122"/>
            <a:ext cx="447260" cy="1232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상자 11"/>
          <p:cNvSpPr txBox="1"/>
          <p:nvPr/>
        </p:nvSpPr>
        <p:spPr>
          <a:xfrm>
            <a:off x="6897756" y="3123481"/>
            <a:ext cx="169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smtClean="0"/>
              <a:t>FAN </a:t>
            </a:r>
            <a:r>
              <a:rPr kumimoji="1" lang="ko-KR" altLang="en-US" dirty="0" smtClean="0"/>
              <a:t>동작 상태</a:t>
            </a:r>
            <a:endParaRPr kumimoji="1" lang="ko-KR" alt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4810539" y="3669123"/>
            <a:ext cx="516835" cy="1519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상자 14"/>
          <p:cNvSpPr txBox="1"/>
          <p:nvPr/>
        </p:nvSpPr>
        <p:spPr>
          <a:xfrm>
            <a:off x="4616996" y="3308147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smtClean="0"/>
              <a:t>CNCS</a:t>
            </a:r>
            <a:r>
              <a:rPr kumimoji="1" lang="ko-KR" altLang="en-US" dirty="0" smtClean="0"/>
              <a:t> 온도 변화</a:t>
            </a:r>
            <a:endParaRPr kumimoji="1" lang="ko-KR" altLang="en-US" dirty="0"/>
          </a:p>
        </p:txBody>
      </p:sp>
      <p:cxnSp>
        <p:nvCxnSpPr>
          <p:cNvPr id="17" name="직선 화살표 연결선 16"/>
          <p:cNvCxnSpPr/>
          <p:nvPr/>
        </p:nvCxnSpPr>
        <p:spPr>
          <a:xfrm flipH="1" flipV="1">
            <a:off x="4810539" y="5357191"/>
            <a:ext cx="646044" cy="1133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상자 17"/>
          <p:cNvSpPr txBox="1"/>
          <p:nvPr/>
        </p:nvSpPr>
        <p:spPr>
          <a:xfrm>
            <a:off x="5143770" y="6474551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smtClean="0"/>
              <a:t>CRA </a:t>
            </a:r>
            <a:r>
              <a:rPr kumimoji="1" lang="ko-KR" altLang="en-US" dirty="0" smtClean="0"/>
              <a:t>주변 온도 변화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2719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</Words>
  <Application>Microsoft Macintosh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장덕수</dc:creator>
  <cp:lastModifiedBy>장덕수</cp:lastModifiedBy>
  <cp:revision>3</cp:revision>
  <dcterms:created xsi:type="dcterms:W3CDTF">2017-07-10T04:58:58Z</dcterms:created>
  <dcterms:modified xsi:type="dcterms:W3CDTF">2017-07-10T05:10:39Z</dcterms:modified>
</cp:coreProperties>
</file>