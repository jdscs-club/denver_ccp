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0"/>
    <p:restoredTop sz="94714"/>
  </p:normalViewPr>
  <p:slideViewPr>
    <p:cSldViewPr snapToGrid="0" snapToObjects="1" showGuides="1">
      <p:cViewPr varScale="1">
        <p:scale>
          <a:sx n="128" d="100"/>
          <a:sy n="128" d="100"/>
        </p:scale>
        <p:origin x="176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851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80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36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168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992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164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29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872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992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413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672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C9B83-EC82-CF4A-8273-C34B1A4B3FAC}" type="datetimeFigureOut">
              <a:rPr kumimoji="1" lang="ko-KR" altLang="en-US" smtClean="0"/>
              <a:t>2017. 8. 19.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4ACB6-34B6-0848-AA71-701842FFBD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100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659" y="248324"/>
            <a:ext cx="4824620" cy="636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56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장덕수</dc:creator>
  <cp:lastModifiedBy>장덕수</cp:lastModifiedBy>
  <cp:revision>1</cp:revision>
  <dcterms:created xsi:type="dcterms:W3CDTF">2017-08-19T02:55:44Z</dcterms:created>
  <dcterms:modified xsi:type="dcterms:W3CDTF">2017-08-19T02:56:24Z</dcterms:modified>
</cp:coreProperties>
</file>