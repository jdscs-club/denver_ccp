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442" r:id="rId2"/>
  </p:sldIdLst>
  <p:sldSz cx="9904413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251">
          <p15:clr>
            <a:srgbClr val="A4A3A4"/>
          </p15:clr>
        </p15:guide>
        <p15:guide id="2" pos="13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00FF"/>
    <a:srgbClr val="7979FF"/>
    <a:srgbClr val="A3A3FF"/>
    <a:srgbClr val="FF3B3B"/>
    <a:srgbClr val="FF3737"/>
    <a:srgbClr val="ECECEC"/>
    <a:srgbClr val="BDBD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70" autoAdjust="0"/>
    <p:restoredTop sz="95607" autoAdjust="0"/>
  </p:normalViewPr>
  <p:slideViewPr>
    <p:cSldViewPr>
      <p:cViewPr varScale="1">
        <p:scale>
          <a:sx n="107" d="100"/>
          <a:sy n="107" d="100"/>
        </p:scale>
        <p:origin x="-624" y="-102"/>
      </p:cViewPr>
      <p:guideLst>
        <p:guide orient="horz" pos="2251"/>
        <p:guide pos="13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19808-07F7-44A4-9714-165D9326F30E}" type="datetimeFigureOut">
              <a:rPr lang="ko-KR" altLang="en-US" smtClean="0"/>
              <a:pPr/>
              <a:t>2017-08-09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D82EC-425F-4DE6-8A86-E6512495E6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22099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4DFA3-142A-4FFA-B264-88948DCACF03}" type="datetimeFigureOut">
              <a:rPr lang="ko-KR" altLang="en-US" smtClean="0"/>
              <a:pPr/>
              <a:t>2017-08-09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746125"/>
            <a:ext cx="53784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10042-E339-4781-8D95-CF275B6133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99099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66050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052" y="1122363"/>
            <a:ext cx="7428310" cy="2387600"/>
          </a:xfrm>
        </p:spPr>
        <p:txBody>
          <a:bodyPr anchor="b"/>
          <a:lstStyle>
            <a:lvl1pPr algn="ctr">
              <a:defRPr sz="487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052" y="3602038"/>
            <a:ext cx="742831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29" indent="0" algn="ctr">
              <a:buNone/>
              <a:defRPr sz="1625"/>
            </a:lvl2pPr>
            <a:lvl3pPr marL="742859" indent="0" algn="ctr">
              <a:buNone/>
              <a:defRPr sz="1462"/>
            </a:lvl3pPr>
            <a:lvl4pPr marL="1114288" indent="0" algn="ctr">
              <a:buNone/>
              <a:defRPr sz="1300"/>
            </a:lvl4pPr>
            <a:lvl5pPr marL="1485717" indent="0" algn="ctr">
              <a:buNone/>
              <a:defRPr sz="1300"/>
            </a:lvl5pPr>
            <a:lvl6pPr marL="1857146" indent="0" algn="ctr">
              <a:buNone/>
              <a:defRPr sz="1300"/>
            </a:lvl6pPr>
            <a:lvl7pPr marL="2228576" indent="0" algn="ctr">
              <a:buNone/>
              <a:defRPr sz="1300"/>
            </a:lvl7pPr>
            <a:lvl8pPr marL="2600005" indent="0" algn="ctr">
              <a:buNone/>
              <a:defRPr sz="1300"/>
            </a:lvl8pPr>
            <a:lvl9pPr marL="2971434" indent="0" algn="ctr">
              <a:buNone/>
              <a:defRPr sz="13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2017-08-09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6522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2017-08-09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383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770" y="1709739"/>
            <a:ext cx="8542556" cy="2852737"/>
          </a:xfrm>
        </p:spPr>
        <p:txBody>
          <a:bodyPr anchor="b"/>
          <a:lstStyle>
            <a:lvl1pPr>
              <a:defRPr sz="487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5770" y="4589464"/>
            <a:ext cx="8542556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29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859" indent="0">
              <a:buNone/>
              <a:defRPr sz="1462">
                <a:solidFill>
                  <a:schemeClr val="tx1">
                    <a:tint val="75000"/>
                  </a:schemeClr>
                </a:solidFill>
              </a:defRPr>
            </a:lvl3pPr>
            <a:lvl4pPr marL="111428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717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14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57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00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43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2017-08-09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2434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0928" y="1825625"/>
            <a:ext cx="4209376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14109" y="1825625"/>
            <a:ext cx="4209376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2017-08-09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9129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365126"/>
            <a:ext cx="8542556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219" y="1681163"/>
            <a:ext cx="4190031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219" y="2505075"/>
            <a:ext cx="419003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4109" y="1681163"/>
            <a:ext cx="4210666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4109" y="2505075"/>
            <a:ext cx="4210666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2017-08-09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49475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2017-08-09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9034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2017-08-09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64443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2017-08-09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23585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29" indent="0">
              <a:buNone/>
              <a:defRPr sz="2275"/>
            </a:lvl2pPr>
            <a:lvl3pPr marL="742859" indent="0">
              <a:buNone/>
              <a:defRPr sz="1950"/>
            </a:lvl3pPr>
            <a:lvl4pPr marL="1114288" indent="0">
              <a:buNone/>
              <a:defRPr sz="1625"/>
            </a:lvl4pPr>
            <a:lvl5pPr marL="1485717" indent="0">
              <a:buNone/>
              <a:defRPr sz="1625"/>
            </a:lvl5pPr>
            <a:lvl6pPr marL="1857146" indent="0">
              <a:buNone/>
              <a:defRPr sz="1625"/>
            </a:lvl6pPr>
            <a:lvl7pPr marL="2228576" indent="0">
              <a:buNone/>
              <a:defRPr sz="1625"/>
            </a:lvl7pPr>
            <a:lvl8pPr marL="2600005" indent="0">
              <a:buNone/>
              <a:defRPr sz="1625"/>
            </a:lvl8pPr>
            <a:lvl9pPr marL="2971434" indent="0">
              <a:buNone/>
              <a:defRPr sz="16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2017-08-09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5775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2017-08-09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8249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87846" y="365125"/>
            <a:ext cx="2135639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0928" y="365125"/>
            <a:ext cx="6283112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2017-08-09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3863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80929" y="365126"/>
            <a:ext cx="85425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0929" y="1825625"/>
            <a:ext cx="85425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0928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2017-08-09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280837" y="6356351"/>
            <a:ext cx="33427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94992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897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42859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15" indent="-185715" algn="l" defTabSz="742859" rtl="0" eaLnBrk="1" latinLnBrk="1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144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573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00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67143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2042861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41429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78572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3157149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1pPr>
      <a:lvl2pPr marL="37142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2pPr>
      <a:lvl3pPr marL="74285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3pPr>
      <a:lvl4pPr marL="1114288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485717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185714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22857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600005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2971434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93551891"/>
              </p:ext>
            </p:extLst>
          </p:nvPr>
        </p:nvGraphicFramePr>
        <p:xfrm>
          <a:off x="89811" y="62380"/>
          <a:ext cx="9733322" cy="669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3322"/>
              </a:tblGrid>
              <a:tr h="437768">
                <a:tc>
                  <a:txBody>
                    <a:bodyPr/>
                    <a:lstStyle/>
                    <a:p>
                      <a:pPr defTabSz="741363" latinLnBrk="1"/>
                      <a:r>
                        <a:rPr lang="ko-KR" altLang="en-US" sz="1800" b="0" kern="1200" baseline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▣</a:t>
                      </a:r>
                      <a:r>
                        <a:rPr lang="en-US" altLang="ko-KR" sz="1800" b="0" kern="1200" baseline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b="0" kern="1200" baseline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별첨 </a:t>
                      </a:r>
                      <a:r>
                        <a:rPr lang="en-US" altLang="ko-KR" sz="1800" b="0" kern="1200" baseline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: GPS </a:t>
                      </a:r>
                      <a:r>
                        <a:rPr lang="ko-KR" altLang="en-US" sz="1800" b="0" kern="1200" baseline="0" dirty="0" smtClean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수신구조 비교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6258976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54" name="표 253"/>
          <p:cNvGraphicFramePr>
            <a:graphicFrameLocks noGrp="1"/>
          </p:cNvGraphicFramePr>
          <p:nvPr/>
        </p:nvGraphicFramePr>
        <p:xfrm>
          <a:off x="271686" y="854468"/>
          <a:ext cx="9361040" cy="4968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/>
                <a:gridCol w="4284476"/>
                <a:gridCol w="4284476"/>
              </a:tblGrid>
              <a:tr h="3600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구분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SEPTA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DENVER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구성도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(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도식화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607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GPS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수신방법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A Car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에 설치된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GPS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 Antenna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에서 직접 수신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MOXA(Network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 Switch)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장치에서 수신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607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GPS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데이터처리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CRA </a:t>
                      </a:r>
                      <a:r>
                        <a:rPr lang="ko-KR" altLang="en-US" sz="1000" b="0" baseline="0" dirty="0" err="1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랙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 內 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GIA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보드에서 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GPS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모듈을 통해 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GPS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데이터를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RS-485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방식으로 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CCP, CRB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와 통신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MOXA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장치에서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수신받은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GPS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데이터를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RS-485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방식으로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CCP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와 통신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607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방송장치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통신구성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RS-485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방식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RS-485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방식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2" name="Rectangle 66"/>
          <p:cNvSpPr/>
          <p:nvPr/>
        </p:nvSpPr>
        <p:spPr>
          <a:xfrm>
            <a:off x="1476652" y="2210540"/>
            <a:ext cx="1891378" cy="606245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22" tIns="45711" rIns="91422" bIns="45711" anchor="ctr"/>
          <a:lstStyle/>
          <a:p>
            <a:pPr algn="ctr" defTabSz="914214">
              <a:defRPr/>
            </a:pPr>
            <a:endParaRPr lang="ko-KR" altLang="ko-KR" sz="800" dirty="0">
              <a:solidFill>
                <a:schemeClr val="tx1"/>
              </a:solidFill>
            </a:endParaRPr>
          </a:p>
        </p:txBody>
      </p:sp>
      <p:sp>
        <p:nvSpPr>
          <p:cNvPr id="173" name="Rectangle 22"/>
          <p:cNvSpPr/>
          <p:nvPr/>
        </p:nvSpPr>
        <p:spPr>
          <a:xfrm>
            <a:off x="1573731" y="2313175"/>
            <a:ext cx="1146227" cy="35959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anchor="ctr"/>
          <a:lstStyle/>
          <a:p>
            <a:pPr algn="ctr" defTabSz="914214">
              <a:defRPr/>
            </a:pPr>
            <a:r>
              <a:rPr lang="en-US" altLang="ko-KR" sz="800" dirty="0" smtClean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GIA </a:t>
            </a:r>
            <a:r>
              <a:rPr lang="ko-KR" altLang="en-US" sz="800" dirty="0" smtClean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보</a:t>
            </a:r>
            <a:r>
              <a:rPr lang="ko-KR" altLang="en-US" sz="800" dirty="0" smtClean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드</a:t>
            </a:r>
            <a:endParaRPr lang="en-US" altLang="ko-KR" sz="800" dirty="0" smtClean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algn="ctr" defTabSz="914214">
              <a:defRPr/>
            </a:pPr>
            <a:r>
              <a:rPr lang="en-US" altLang="ko-KR" sz="800" dirty="0" smtClean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(GPS</a:t>
            </a:r>
            <a:r>
              <a:rPr lang="ko-KR" altLang="en-US" sz="800" dirty="0" smtClean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모듈</a:t>
            </a:r>
            <a:r>
              <a:rPr lang="en-US" altLang="ko-KR" sz="800" dirty="0" smtClean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, Gyro </a:t>
            </a:r>
            <a:r>
              <a:rPr lang="ko-KR" altLang="en-US" sz="800" dirty="0" smtClean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모듈</a:t>
            </a:r>
            <a:r>
              <a:rPr lang="en-US" altLang="ko-KR" sz="800" dirty="0" smtClean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  <a:endParaRPr lang="ko-KR" altLang="ko-KR" sz="800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79" name="Rectangle 22"/>
          <p:cNvSpPr/>
          <p:nvPr/>
        </p:nvSpPr>
        <p:spPr>
          <a:xfrm>
            <a:off x="2863974" y="2313175"/>
            <a:ext cx="360040" cy="35959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anchor="ctr"/>
          <a:lstStyle/>
          <a:p>
            <a:pPr algn="ctr" defTabSz="914214">
              <a:defRPr/>
            </a:pPr>
            <a:r>
              <a:rPr lang="en-US" altLang="ko-KR" sz="800" dirty="0" smtClean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PAC</a:t>
            </a:r>
            <a:endParaRPr lang="ko-KR" altLang="ko-KR" sz="800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82" name="TextBox 7"/>
          <p:cNvSpPr txBox="1">
            <a:spLocks noChangeArrowheads="1"/>
          </p:cNvSpPr>
          <p:nvPr/>
        </p:nvSpPr>
        <p:spPr bwMode="auto">
          <a:xfrm>
            <a:off x="343694" y="5895028"/>
            <a:ext cx="312617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r>
              <a:rPr lang="en-US" altLang="ko-KR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* </a:t>
            </a:r>
            <a:r>
              <a:rPr lang="ko-KR" altLang="en-US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약어</a:t>
            </a:r>
            <a:endParaRPr lang="en-US" altLang="ko-KR" b="0" dirty="0" smtClean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r>
              <a:rPr lang="en-US" altLang="ko-KR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- CRA (Communication Rack A)</a:t>
            </a:r>
          </a:p>
          <a:p>
            <a:r>
              <a:rPr lang="en-US" altLang="ko-KR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- CRB (Communication Rack B) </a:t>
            </a:r>
            <a:r>
              <a:rPr lang="en-US" altLang="ko-KR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: SEPTA </a:t>
            </a:r>
            <a:r>
              <a:rPr lang="ko-KR" altLang="en-US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차량 적용</a:t>
            </a:r>
            <a:endParaRPr lang="en-US" altLang="ko-KR" b="0" dirty="0" smtClean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r>
              <a:rPr lang="en-US" altLang="ko-KR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- GIA (GPS Interface Assembly)</a:t>
            </a:r>
          </a:p>
          <a:p>
            <a:r>
              <a:rPr lang="en-US" altLang="ko-KR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- CCP (Communication Control Panel)</a:t>
            </a:r>
            <a:endParaRPr lang="ko-KR" altLang="en-US" b="0" dirty="0" smtClean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90" name="TextBox 7"/>
          <p:cNvSpPr txBox="1">
            <a:spLocks noChangeArrowheads="1"/>
          </p:cNvSpPr>
          <p:nvPr/>
        </p:nvSpPr>
        <p:spPr bwMode="auto">
          <a:xfrm>
            <a:off x="2215902" y="1771832"/>
            <a:ext cx="72008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r>
              <a:rPr lang="en-US" altLang="ko-KR" sz="800" b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GPS ANT.</a:t>
            </a:r>
            <a:endParaRPr lang="ko-KR" altLang="en-US" sz="800" b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40" name="TextBox 7"/>
          <p:cNvSpPr txBox="1">
            <a:spLocks noChangeArrowheads="1"/>
          </p:cNvSpPr>
          <p:nvPr/>
        </p:nvSpPr>
        <p:spPr bwMode="auto">
          <a:xfrm>
            <a:off x="1897390" y="1976428"/>
            <a:ext cx="432048" cy="195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 anchor="ctr" anchorCtr="0">
            <a:sp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r>
              <a:rPr lang="ko-KR" altLang="en-US" sz="800" b="0" dirty="0" err="1" smtClean="0">
                <a:solidFill>
                  <a:schemeClr val="accent6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동</a:t>
            </a:r>
            <a:r>
              <a:rPr lang="ko-KR" altLang="en-US" sz="800" b="0" dirty="0" err="1" smtClean="0">
                <a:solidFill>
                  <a:schemeClr val="accent6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축</a:t>
            </a:r>
            <a:endParaRPr lang="ko-KR" altLang="en-US" sz="800" b="0" dirty="0">
              <a:solidFill>
                <a:schemeClr val="accent6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52" name="TextBox 7"/>
          <p:cNvSpPr txBox="1">
            <a:spLocks noChangeArrowheads="1"/>
          </p:cNvSpPr>
          <p:nvPr/>
        </p:nvSpPr>
        <p:spPr bwMode="auto">
          <a:xfrm>
            <a:off x="3512046" y="2288624"/>
            <a:ext cx="5293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r>
              <a:rPr lang="en-US" altLang="ko-KR" sz="800" b="0" dirty="0" smtClean="0">
                <a:solidFill>
                  <a:srgbClr val="7030A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RS-485</a:t>
            </a:r>
            <a:endParaRPr lang="ko-KR" altLang="en-US" sz="800" b="0" dirty="0">
              <a:solidFill>
                <a:srgbClr val="7030A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cxnSp>
        <p:nvCxnSpPr>
          <p:cNvPr id="276" name="직선 연결선 275"/>
          <p:cNvCxnSpPr/>
          <p:nvPr/>
        </p:nvCxnSpPr>
        <p:spPr>
          <a:xfrm flipV="1">
            <a:off x="2143894" y="1957376"/>
            <a:ext cx="0" cy="350589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7" name="Group 12"/>
          <p:cNvGrpSpPr>
            <a:grpSpLocks/>
          </p:cNvGrpSpPr>
          <p:nvPr/>
        </p:nvGrpSpPr>
        <p:grpSpPr bwMode="auto">
          <a:xfrm>
            <a:off x="1915170" y="1851460"/>
            <a:ext cx="419248" cy="144016"/>
            <a:chOff x="5877" y="427"/>
            <a:chExt cx="953" cy="318"/>
          </a:xfrm>
        </p:grpSpPr>
        <p:sp>
          <p:nvSpPr>
            <p:cNvPr id="278" name="Freeform 13"/>
            <p:cNvSpPr>
              <a:spLocks/>
            </p:cNvSpPr>
            <p:nvPr/>
          </p:nvSpPr>
          <p:spPr bwMode="auto">
            <a:xfrm>
              <a:off x="5968" y="427"/>
              <a:ext cx="816" cy="272"/>
            </a:xfrm>
            <a:custGeom>
              <a:avLst/>
              <a:gdLst>
                <a:gd name="T0" fmla="*/ 0 w 771"/>
                <a:gd name="T1" fmla="*/ 391 h 227"/>
                <a:gd name="T2" fmla="*/ 215 w 771"/>
                <a:gd name="T3" fmla="*/ 157 h 227"/>
                <a:gd name="T4" fmla="*/ 323 w 771"/>
                <a:gd name="T5" fmla="*/ 78 h 227"/>
                <a:gd name="T6" fmla="*/ 484 w 771"/>
                <a:gd name="T7" fmla="*/ 0 h 227"/>
                <a:gd name="T8" fmla="*/ 592 w 771"/>
                <a:gd name="T9" fmla="*/ 0 h 227"/>
                <a:gd name="T10" fmla="*/ 697 w 771"/>
                <a:gd name="T11" fmla="*/ 157 h 227"/>
                <a:gd name="T12" fmla="*/ 752 w 771"/>
                <a:gd name="T13" fmla="*/ 234 h 227"/>
                <a:gd name="T14" fmla="*/ 859 w 771"/>
                <a:gd name="T15" fmla="*/ 312 h 227"/>
                <a:gd name="T16" fmla="*/ 914 w 771"/>
                <a:gd name="T17" fmla="*/ 391 h 227"/>
                <a:gd name="T18" fmla="*/ 0 w 771"/>
                <a:gd name="T19" fmla="*/ 391 h 2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71"/>
                <a:gd name="T31" fmla="*/ 0 h 227"/>
                <a:gd name="T32" fmla="*/ 771 w 771"/>
                <a:gd name="T33" fmla="*/ 227 h 22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71" h="227">
                  <a:moveTo>
                    <a:pt x="0" y="227"/>
                  </a:moveTo>
                  <a:lnTo>
                    <a:pt x="181" y="91"/>
                  </a:lnTo>
                  <a:lnTo>
                    <a:pt x="272" y="45"/>
                  </a:lnTo>
                  <a:lnTo>
                    <a:pt x="408" y="0"/>
                  </a:lnTo>
                  <a:lnTo>
                    <a:pt x="499" y="0"/>
                  </a:lnTo>
                  <a:lnTo>
                    <a:pt x="589" y="91"/>
                  </a:lnTo>
                  <a:lnTo>
                    <a:pt x="635" y="136"/>
                  </a:lnTo>
                  <a:lnTo>
                    <a:pt x="725" y="181"/>
                  </a:lnTo>
                  <a:lnTo>
                    <a:pt x="771" y="227"/>
                  </a:lnTo>
                  <a:lnTo>
                    <a:pt x="0" y="227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DDDDDD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279" name="Rectangle 14"/>
            <p:cNvSpPr>
              <a:spLocks noChangeArrowheads="1"/>
            </p:cNvSpPr>
            <p:nvPr/>
          </p:nvSpPr>
          <p:spPr bwMode="auto">
            <a:xfrm rot="10800000">
              <a:off x="5877" y="695"/>
              <a:ext cx="953" cy="50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50000">
                  <a:srgbClr val="DDDDDD"/>
                </a:gs>
                <a:gs pos="100000">
                  <a:srgbClr val="808080"/>
                </a:gs>
              </a:gsLst>
              <a:lin ang="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/>
              <a:endParaRPr lang="ko-KR" altLang="ko-KR" sz="800"/>
            </a:p>
          </p:txBody>
        </p:sp>
      </p:grpSp>
      <p:cxnSp>
        <p:nvCxnSpPr>
          <p:cNvPr id="281" name="직선 연결선 280"/>
          <p:cNvCxnSpPr>
            <a:stCxn id="82" idx="3"/>
            <a:endCxn id="360" idx="1"/>
          </p:cNvCxnSpPr>
          <p:nvPr/>
        </p:nvCxnSpPr>
        <p:spPr>
          <a:xfrm>
            <a:off x="3368030" y="2513663"/>
            <a:ext cx="733452" cy="0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Box 7"/>
          <p:cNvSpPr txBox="1">
            <a:spLocks noChangeArrowheads="1"/>
          </p:cNvSpPr>
          <p:nvPr/>
        </p:nvSpPr>
        <p:spPr bwMode="auto">
          <a:xfrm>
            <a:off x="5884958" y="2130614"/>
            <a:ext cx="674165" cy="300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pPr algn="ctr"/>
            <a:r>
              <a:rPr lang="en-US" altLang="ko-KR" sz="800" b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MOXA</a:t>
            </a:r>
            <a:endParaRPr lang="ko-KR" altLang="en-US" sz="800" b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06" name="직사각형 305"/>
          <p:cNvSpPr/>
          <p:nvPr/>
        </p:nvSpPr>
        <p:spPr>
          <a:xfrm>
            <a:off x="5806440" y="2634670"/>
            <a:ext cx="1269065" cy="504056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7" name="TextBox 7"/>
          <p:cNvSpPr txBox="1">
            <a:spLocks noChangeArrowheads="1"/>
          </p:cNvSpPr>
          <p:nvPr/>
        </p:nvSpPr>
        <p:spPr bwMode="auto">
          <a:xfrm>
            <a:off x="5884763" y="2724580"/>
            <a:ext cx="569749" cy="300610"/>
          </a:xfrm>
          <a:prstGeom prst="rect">
            <a:avLst/>
          </a:prstGeom>
          <a:noFill/>
          <a:ln w="12700"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pPr algn="ctr"/>
            <a:r>
              <a:rPr lang="en-US" altLang="ko-KR" sz="800" b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CNCS</a:t>
            </a:r>
            <a:endParaRPr lang="ko-KR" altLang="en-US" sz="800" b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08" name="TextBox 7"/>
          <p:cNvSpPr txBox="1">
            <a:spLocks noChangeArrowheads="1"/>
          </p:cNvSpPr>
          <p:nvPr/>
        </p:nvSpPr>
        <p:spPr bwMode="auto">
          <a:xfrm>
            <a:off x="6542799" y="2724580"/>
            <a:ext cx="415769" cy="300610"/>
          </a:xfrm>
          <a:prstGeom prst="rect">
            <a:avLst/>
          </a:prstGeom>
          <a:noFill/>
          <a:ln w="12700"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pPr algn="ctr"/>
            <a:r>
              <a:rPr lang="en-US" altLang="ko-KR" sz="800" b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MCU</a:t>
            </a:r>
            <a:endParaRPr lang="ko-KR" altLang="en-US" sz="800" b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cxnSp>
        <p:nvCxnSpPr>
          <p:cNvPr id="288" name="직선 연결선 287"/>
          <p:cNvCxnSpPr>
            <a:stCxn id="283" idx="2"/>
            <a:endCxn id="286" idx="0"/>
          </p:cNvCxnSpPr>
          <p:nvPr/>
        </p:nvCxnSpPr>
        <p:spPr>
          <a:xfrm>
            <a:off x="6222041" y="1933330"/>
            <a:ext cx="0" cy="19728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직선 연결선 316"/>
          <p:cNvCxnSpPr>
            <a:stCxn id="286" idx="2"/>
          </p:cNvCxnSpPr>
          <p:nvPr/>
        </p:nvCxnSpPr>
        <p:spPr>
          <a:xfrm>
            <a:off x="6222041" y="2431224"/>
            <a:ext cx="959" cy="29385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1" name="Group 12"/>
          <p:cNvGrpSpPr>
            <a:grpSpLocks/>
          </p:cNvGrpSpPr>
          <p:nvPr/>
        </p:nvGrpSpPr>
        <p:grpSpPr bwMode="auto">
          <a:xfrm>
            <a:off x="6000839" y="1430878"/>
            <a:ext cx="419248" cy="144016"/>
            <a:chOff x="5877" y="427"/>
            <a:chExt cx="953" cy="318"/>
          </a:xfrm>
        </p:grpSpPr>
        <p:sp>
          <p:nvSpPr>
            <p:cNvPr id="322" name="Freeform 13"/>
            <p:cNvSpPr>
              <a:spLocks/>
            </p:cNvSpPr>
            <p:nvPr/>
          </p:nvSpPr>
          <p:spPr bwMode="auto">
            <a:xfrm>
              <a:off x="5968" y="427"/>
              <a:ext cx="816" cy="272"/>
            </a:xfrm>
            <a:custGeom>
              <a:avLst/>
              <a:gdLst>
                <a:gd name="T0" fmla="*/ 0 w 771"/>
                <a:gd name="T1" fmla="*/ 391 h 227"/>
                <a:gd name="T2" fmla="*/ 215 w 771"/>
                <a:gd name="T3" fmla="*/ 157 h 227"/>
                <a:gd name="T4" fmla="*/ 323 w 771"/>
                <a:gd name="T5" fmla="*/ 78 h 227"/>
                <a:gd name="T6" fmla="*/ 484 w 771"/>
                <a:gd name="T7" fmla="*/ 0 h 227"/>
                <a:gd name="T8" fmla="*/ 592 w 771"/>
                <a:gd name="T9" fmla="*/ 0 h 227"/>
                <a:gd name="T10" fmla="*/ 697 w 771"/>
                <a:gd name="T11" fmla="*/ 157 h 227"/>
                <a:gd name="T12" fmla="*/ 752 w 771"/>
                <a:gd name="T13" fmla="*/ 234 h 227"/>
                <a:gd name="T14" fmla="*/ 859 w 771"/>
                <a:gd name="T15" fmla="*/ 312 h 227"/>
                <a:gd name="T16" fmla="*/ 914 w 771"/>
                <a:gd name="T17" fmla="*/ 391 h 227"/>
                <a:gd name="T18" fmla="*/ 0 w 771"/>
                <a:gd name="T19" fmla="*/ 391 h 2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71"/>
                <a:gd name="T31" fmla="*/ 0 h 227"/>
                <a:gd name="T32" fmla="*/ 771 w 771"/>
                <a:gd name="T33" fmla="*/ 227 h 22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71" h="227">
                  <a:moveTo>
                    <a:pt x="0" y="227"/>
                  </a:moveTo>
                  <a:lnTo>
                    <a:pt x="181" y="91"/>
                  </a:lnTo>
                  <a:lnTo>
                    <a:pt x="272" y="45"/>
                  </a:lnTo>
                  <a:lnTo>
                    <a:pt x="408" y="0"/>
                  </a:lnTo>
                  <a:lnTo>
                    <a:pt x="499" y="0"/>
                  </a:lnTo>
                  <a:lnTo>
                    <a:pt x="589" y="91"/>
                  </a:lnTo>
                  <a:lnTo>
                    <a:pt x="635" y="136"/>
                  </a:lnTo>
                  <a:lnTo>
                    <a:pt x="725" y="181"/>
                  </a:lnTo>
                  <a:lnTo>
                    <a:pt x="771" y="227"/>
                  </a:lnTo>
                  <a:lnTo>
                    <a:pt x="0" y="227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DDDDDD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323" name="Rectangle 14"/>
            <p:cNvSpPr>
              <a:spLocks noChangeArrowheads="1"/>
            </p:cNvSpPr>
            <p:nvPr/>
          </p:nvSpPr>
          <p:spPr bwMode="auto">
            <a:xfrm rot="10800000">
              <a:off x="5877" y="695"/>
              <a:ext cx="953" cy="50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50000">
                  <a:srgbClr val="DDDDDD"/>
                </a:gs>
                <a:gs pos="100000">
                  <a:srgbClr val="808080"/>
                </a:gs>
              </a:gsLst>
              <a:lin ang="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/>
              <a:endParaRPr lang="ko-KR" altLang="ko-KR" sz="800"/>
            </a:p>
          </p:txBody>
        </p:sp>
      </p:grpSp>
      <p:cxnSp>
        <p:nvCxnSpPr>
          <p:cNvPr id="326" name="직선 연결선 325"/>
          <p:cNvCxnSpPr/>
          <p:nvPr/>
        </p:nvCxnSpPr>
        <p:spPr>
          <a:xfrm flipV="1">
            <a:off x="6223213" y="1574894"/>
            <a:ext cx="0" cy="22143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TextBox 7"/>
          <p:cNvSpPr txBox="1">
            <a:spLocks noChangeArrowheads="1"/>
          </p:cNvSpPr>
          <p:nvPr/>
        </p:nvSpPr>
        <p:spPr bwMode="auto">
          <a:xfrm>
            <a:off x="7957755" y="2130614"/>
            <a:ext cx="674165" cy="300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pPr algn="ctr"/>
            <a:r>
              <a:rPr lang="en-US" altLang="ko-KR" sz="800" b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MOXA</a:t>
            </a:r>
            <a:endParaRPr lang="ko-KR" altLang="en-US" sz="800" b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cxnSp>
        <p:nvCxnSpPr>
          <p:cNvPr id="331" name="직선 연결선 330"/>
          <p:cNvCxnSpPr>
            <a:stCxn id="329" idx="2"/>
            <a:endCxn id="330" idx="0"/>
          </p:cNvCxnSpPr>
          <p:nvPr/>
        </p:nvCxnSpPr>
        <p:spPr>
          <a:xfrm>
            <a:off x="8294838" y="1933330"/>
            <a:ext cx="0" cy="19728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3" name="Group 12"/>
          <p:cNvGrpSpPr>
            <a:grpSpLocks/>
          </p:cNvGrpSpPr>
          <p:nvPr/>
        </p:nvGrpSpPr>
        <p:grpSpPr bwMode="auto">
          <a:xfrm>
            <a:off x="8073636" y="1430878"/>
            <a:ext cx="419248" cy="144016"/>
            <a:chOff x="5877" y="427"/>
            <a:chExt cx="953" cy="318"/>
          </a:xfrm>
        </p:grpSpPr>
        <p:sp>
          <p:nvSpPr>
            <p:cNvPr id="334" name="Freeform 13"/>
            <p:cNvSpPr>
              <a:spLocks/>
            </p:cNvSpPr>
            <p:nvPr/>
          </p:nvSpPr>
          <p:spPr bwMode="auto">
            <a:xfrm>
              <a:off x="5968" y="427"/>
              <a:ext cx="816" cy="272"/>
            </a:xfrm>
            <a:custGeom>
              <a:avLst/>
              <a:gdLst>
                <a:gd name="T0" fmla="*/ 0 w 771"/>
                <a:gd name="T1" fmla="*/ 391 h 227"/>
                <a:gd name="T2" fmla="*/ 215 w 771"/>
                <a:gd name="T3" fmla="*/ 157 h 227"/>
                <a:gd name="T4" fmla="*/ 323 w 771"/>
                <a:gd name="T5" fmla="*/ 78 h 227"/>
                <a:gd name="T6" fmla="*/ 484 w 771"/>
                <a:gd name="T7" fmla="*/ 0 h 227"/>
                <a:gd name="T8" fmla="*/ 592 w 771"/>
                <a:gd name="T9" fmla="*/ 0 h 227"/>
                <a:gd name="T10" fmla="*/ 697 w 771"/>
                <a:gd name="T11" fmla="*/ 157 h 227"/>
                <a:gd name="T12" fmla="*/ 752 w 771"/>
                <a:gd name="T13" fmla="*/ 234 h 227"/>
                <a:gd name="T14" fmla="*/ 859 w 771"/>
                <a:gd name="T15" fmla="*/ 312 h 227"/>
                <a:gd name="T16" fmla="*/ 914 w 771"/>
                <a:gd name="T17" fmla="*/ 391 h 227"/>
                <a:gd name="T18" fmla="*/ 0 w 771"/>
                <a:gd name="T19" fmla="*/ 391 h 2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71"/>
                <a:gd name="T31" fmla="*/ 0 h 227"/>
                <a:gd name="T32" fmla="*/ 771 w 771"/>
                <a:gd name="T33" fmla="*/ 227 h 22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71" h="227">
                  <a:moveTo>
                    <a:pt x="0" y="227"/>
                  </a:moveTo>
                  <a:lnTo>
                    <a:pt x="181" y="91"/>
                  </a:lnTo>
                  <a:lnTo>
                    <a:pt x="272" y="45"/>
                  </a:lnTo>
                  <a:lnTo>
                    <a:pt x="408" y="0"/>
                  </a:lnTo>
                  <a:lnTo>
                    <a:pt x="499" y="0"/>
                  </a:lnTo>
                  <a:lnTo>
                    <a:pt x="589" y="91"/>
                  </a:lnTo>
                  <a:lnTo>
                    <a:pt x="635" y="136"/>
                  </a:lnTo>
                  <a:lnTo>
                    <a:pt x="725" y="181"/>
                  </a:lnTo>
                  <a:lnTo>
                    <a:pt x="771" y="227"/>
                  </a:lnTo>
                  <a:lnTo>
                    <a:pt x="0" y="227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DDDDDD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335" name="Rectangle 14"/>
            <p:cNvSpPr>
              <a:spLocks noChangeArrowheads="1"/>
            </p:cNvSpPr>
            <p:nvPr/>
          </p:nvSpPr>
          <p:spPr bwMode="auto">
            <a:xfrm rot="10800000">
              <a:off x="5877" y="695"/>
              <a:ext cx="953" cy="50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50000">
                  <a:srgbClr val="DDDDDD"/>
                </a:gs>
                <a:gs pos="100000">
                  <a:srgbClr val="808080"/>
                </a:gs>
              </a:gsLst>
              <a:lin ang="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/>
              <a:endParaRPr lang="ko-KR" altLang="ko-KR" sz="800"/>
            </a:p>
          </p:txBody>
        </p:sp>
      </p:grpSp>
      <p:cxnSp>
        <p:nvCxnSpPr>
          <p:cNvPr id="336" name="직선 연결선 335"/>
          <p:cNvCxnSpPr/>
          <p:nvPr/>
        </p:nvCxnSpPr>
        <p:spPr>
          <a:xfrm flipV="1">
            <a:off x="8296010" y="1574894"/>
            <a:ext cx="0" cy="22143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TextBox 7"/>
          <p:cNvSpPr txBox="1">
            <a:spLocks noChangeArrowheads="1"/>
          </p:cNvSpPr>
          <p:nvPr/>
        </p:nvSpPr>
        <p:spPr bwMode="auto">
          <a:xfrm>
            <a:off x="6267663" y="1359450"/>
            <a:ext cx="72008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r>
              <a:rPr lang="en-US" altLang="ko-KR" sz="800" b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GPS ANT.</a:t>
            </a:r>
            <a:endParaRPr lang="ko-KR" altLang="en-US" sz="800" b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39" name="TextBox 7"/>
          <p:cNvSpPr txBox="1">
            <a:spLocks noChangeArrowheads="1"/>
          </p:cNvSpPr>
          <p:nvPr/>
        </p:nvSpPr>
        <p:spPr bwMode="auto">
          <a:xfrm>
            <a:off x="8389803" y="1359450"/>
            <a:ext cx="72008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r>
              <a:rPr lang="en-US" altLang="ko-KR" sz="800" b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GPS ANT.</a:t>
            </a:r>
            <a:endParaRPr lang="ko-KR" altLang="en-US" sz="800" b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cxnSp>
        <p:nvCxnSpPr>
          <p:cNvPr id="343" name="직선 연결선 342"/>
          <p:cNvCxnSpPr>
            <a:stCxn id="306" idx="3"/>
          </p:cNvCxnSpPr>
          <p:nvPr/>
        </p:nvCxnSpPr>
        <p:spPr>
          <a:xfrm>
            <a:off x="7075505" y="2886698"/>
            <a:ext cx="810242" cy="0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직선 연결선 350"/>
          <p:cNvCxnSpPr>
            <a:stCxn id="286" idx="3"/>
            <a:endCxn id="330" idx="1"/>
          </p:cNvCxnSpPr>
          <p:nvPr/>
        </p:nvCxnSpPr>
        <p:spPr>
          <a:xfrm>
            <a:off x="6559123" y="2280919"/>
            <a:ext cx="1398632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TextBox 7"/>
          <p:cNvSpPr txBox="1">
            <a:spLocks noChangeArrowheads="1"/>
          </p:cNvSpPr>
          <p:nvPr/>
        </p:nvSpPr>
        <p:spPr bwMode="auto">
          <a:xfrm>
            <a:off x="5816302" y="2418646"/>
            <a:ext cx="432048" cy="195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 anchor="ctr" anchorCtr="0">
            <a:sp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r>
              <a:rPr lang="ko-KR" altLang="en-US" sz="800" b="0" dirty="0" smtClean="0">
                <a:solidFill>
                  <a:schemeClr val="accen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네트워크</a:t>
            </a:r>
            <a:endParaRPr lang="ko-KR" altLang="en-US" sz="800" b="0" dirty="0">
              <a:solidFill>
                <a:schemeClr val="accent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53" name="TextBox 7"/>
          <p:cNvSpPr txBox="1">
            <a:spLocks noChangeArrowheads="1"/>
          </p:cNvSpPr>
          <p:nvPr/>
        </p:nvSpPr>
        <p:spPr bwMode="auto">
          <a:xfrm>
            <a:off x="5794610" y="1932346"/>
            <a:ext cx="432048" cy="195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 anchor="ctr" anchorCtr="0">
            <a:sp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r>
              <a:rPr lang="ko-KR" altLang="en-US" sz="800" b="0" dirty="0" smtClean="0">
                <a:solidFill>
                  <a:schemeClr val="accen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네트워크</a:t>
            </a:r>
            <a:endParaRPr lang="ko-KR" altLang="en-US" sz="800" b="0" dirty="0">
              <a:solidFill>
                <a:schemeClr val="accent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54" name="TextBox 7"/>
          <p:cNvSpPr txBox="1">
            <a:spLocks noChangeArrowheads="1"/>
          </p:cNvSpPr>
          <p:nvPr/>
        </p:nvSpPr>
        <p:spPr bwMode="auto">
          <a:xfrm>
            <a:off x="7231206" y="2683818"/>
            <a:ext cx="5293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r>
              <a:rPr lang="en-US" altLang="ko-KR" sz="800" b="0" dirty="0" smtClean="0">
                <a:solidFill>
                  <a:srgbClr val="7030A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RS-485</a:t>
            </a:r>
            <a:endParaRPr lang="ko-KR" altLang="en-US" sz="800" b="0" dirty="0">
              <a:solidFill>
                <a:srgbClr val="7030A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55" name="Rectangle 22"/>
          <p:cNvSpPr/>
          <p:nvPr/>
        </p:nvSpPr>
        <p:spPr>
          <a:xfrm>
            <a:off x="1490461" y="3017521"/>
            <a:ext cx="432048" cy="28803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anchor="ctr"/>
          <a:lstStyle/>
          <a:p>
            <a:pPr algn="ctr" defTabSz="914214">
              <a:defRPr/>
            </a:pPr>
            <a:r>
              <a:rPr lang="en-US" altLang="ko-KR" sz="800" dirty="0" smtClean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CCP</a:t>
            </a:r>
            <a:endParaRPr lang="ko-KR" altLang="ko-KR" sz="800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356" name="TextBox 7"/>
          <p:cNvSpPr txBox="1">
            <a:spLocks noChangeArrowheads="1"/>
          </p:cNvSpPr>
          <p:nvPr/>
        </p:nvSpPr>
        <p:spPr bwMode="auto">
          <a:xfrm>
            <a:off x="6563016" y="1770574"/>
            <a:ext cx="432048" cy="195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 anchor="ctr" anchorCtr="0">
            <a:sp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r>
              <a:rPr lang="ko-KR" altLang="en-US" sz="8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신호장</a:t>
            </a:r>
            <a:r>
              <a:rPr lang="ko-KR" altLang="en-US" sz="8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치</a:t>
            </a:r>
            <a:endParaRPr lang="ko-KR" altLang="en-US" sz="800" b="0" dirty="0">
              <a:solidFill>
                <a:schemeClr val="tx1">
                  <a:lumMod val="50000"/>
                  <a:lumOff val="50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57" name="TextBox 7"/>
          <p:cNvSpPr txBox="1">
            <a:spLocks noChangeArrowheads="1"/>
          </p:cNvSpPr>
          <p:nvPr/>
        </p:nvSpPr>
        <p:spPr bwMode="auto">
          <a:xfrm>
            <a:off x="6550786" y="2293298"/>
            <a:ext cx="864096" cy="195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 anchor="ctr" anchorCtr="0">
            <a:sp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r>
              <a:rPr lang="en-US" altLang="ko-KR" sz="8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Network Switch</a:t>
            </a:r>
            <a:endParaRPr lang="ko-KR" altLang="en-US" sz="800" b="0" dirty="0">
              <a:solidFill>
                <a:schemeClr val="tx1">
                  <a:lumMod val="50000"/>
                  <a:lumOff val="50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60" name="Rectangle 66"/>
          <p:cNvSpPr/>
          <p:nvPr/>
        </p:nvSpPr>
        <p:spPr>
          <a:xfrm>
            <a:off x="4101482" y="2210540"/>
            <a:ext cx="726861" cy="606245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22" tIns="45711" rIns="91422" bIns="45711" anchor="ctr"/>
          <a:lstStyle/>
          <a:p>
            <a:pPr algn="ctr" defTabSz="914214">
              <a:defRPr/>
            </a:pPr>
            <a:endParaRPr lang="ko-KR" altLang="ko-KR" sz="800" dirty="0">
              <a:solidFill>
                <a:schemeClr val="tx1"/>
              </a:solidFill>
            </a:endParaRPr>
          </a:p>
        </p:txBody>
      </p:sp>
      <p:sp>
        <p:nvSpPr>
          <p:cNvPr id="362" name="Rectangle 22"/>
          <p:cNvSpPr/>
          <p:nvPr/>
        </p:nvSpPr>
        <p:spPr>
          <a:xfrm>
            <a:off x="4357402" y="2313175"/>
            <a:ext cx="360040" cy="35959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anchor="ctr"/>
          <a:lstStyle/>
          <a:p>
            <a:pPr algn="ctr" defTabSz="914214">
              <a:defRPr/>
            </a:pPr>
            <a:r>
              <a:rPr lang="en-US" altLang="ko-KR" sz="800" dirty="0" smtClean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PAC</a:t>
            </a:r>
            <a:endParaRPr lang="ko-KR" altLang="ko-KR" sz="800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363" name="Rectangle 22"/>
          <p:cNvSpPr/>
          <p:nvPr/>
        </p:nvSpPr>
        <p:spPr>
          <a:xfrm>
            <a:off x="4412638" y="3017521"/>
            <a:ext cx="432048" cy="28803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anchor="ctr"/>
          <a:lstStyle/>
          <a:p>
            <a:pPr algn="ctr" defTabSz="914214">
              <a:defRPr/>
            </a:pPr>
            <a:r>
              <a:rPr lang="en-US" altLang="ko-KR" sz="800" dirty="0" smtClean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CCP</a:t>
            </a:r>
            <a:endParaRPr lang="ko-KR" altLang="ko-KR" sz="800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365" name="꺾인 연결선 364"/>
          <p:cNvCxnSpPr>
            <a:stCxn id="82" idx="1"/>
            <a:endCxn id="355" idx="1"/>
          </p:cNvCxnSpPr>
          <p:nvPr/>
        </p:nvCxnSpPr>
        <p:spPr>
          <a:xfrm rot="10800000" flipH="1" flipV="1">
            <a:off x="1476651" y="2513663"/>
            <a:ext cx="13809" cy="647874"/>
          </a:xfrm>
          <a:prstGeom prst="bentConnector3">
            <a:avLst>
              <a:gd name="adj1" fmla="val -1655442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꺾인 연결선 366"/>
          <p:cNvCxnSpPr>
            <a:stCxn id="360" idx="3"/>
            <a:endCxn id="363" idx="3"/>
          </p:cNvCxnSpPr>
          <p:nvPr/>
        </p:nvCxnSpPr>
        <p:spPr>
          <a:xfrm>
            <a:off x="4828343" y="2513663"/>
            <a:ext cx="16343" cy="647874"/>
          </a:xfrm>
          <a:prstGeom prst="bentConnector3">
            <a:avLst>
              <a:gd name="adj1" fmla="val 1498764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TextBox 7"/>
          <p:cNvSpPr txBox="1">
            <a:spLocks noChangeArrowheads="1"/>
          </p:cNvSpPr>
          <p:nvPr/>
        </p:nvSpPr>
        <p:spPr bwMode="auto">
          <a:xfrm>
            <a:off x="1188550" y="2812594"/>
            <a:ext cx="5293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r>
              <a:rPr lang="en-US" altLang="ko-KR" sz="800" b="0" dirty="0" smtClean="0">
                <a:solidFill>
                  <a:schemeClr val="accen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RS-485</a:t>
            </a:r>
            <a:endParaRPr lang="ko-KR" altLang="en-US" sz="800" b="0" dirty="0">
              <a:solidFill>
                <a:schemeClr val="accent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69" name="TextBox 7"/>
          <p:cNvSpPr txBox="1">
            <a:spLocks noChangeArrowheads="1"/>
          </p:cNvSpPr>
          <p:nvPr/>
        </p:nvSpPr>
        <p:spPr bwMode="auto">
          <a:xfrm>
            <a:off x="4603406" y="2812594"/>
            <a:ext cx="5293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r>
              <a:rPr lang="en-US" altLang="ko-KR" sz="800" b="0" dirty="0" smtClean="0">
                <a:solidFill>
                  <a:schemeClr val="accen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RS-485</a:t>
            </a:r>
            <a:endParaRPr lang="ko-KR" altLang="en-US" sz="800" b="0" dirty="0">
              <a:solidFill>
                <a:schemeClr val="accent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71" name="직사각형 370"/>
          <p:cNvSpPr/>
          <p:nvPr/>
        </p:nvSpPr>
        <p:spPr>
          <a:xfrm>
            <a:off x="7894672" y="2634670"/>
            <a:ext cx="1269065" cy="504056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2" name="TextBox 7"/>
          <p:cNvSpPr txBox="1">
            <a:spLocks noChangeArrowheads="1"/>
          </p:cNvSpPr>
          <p:nvPr/>
        </p:nvSpPr>
        <p:spPr bwMode="auto">
          <a:xfrm>
            <a:off x="7972995" y="2724580"/>
            <a:ext cx="569749" cy="300610"/>
          </a:xfrm>
          <a:prstGeom prst="rect">
            <a:avLst/>
          </a:prstGeom>
          <a:noFill/>
          <a:ln w="12700"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pPr algn="ctr"/>
            <a:r>
              <a:rPr lang="en-US" altLang="ko-KR" sz="800" b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CNCS</a:t>
            </a:r>
            <a:endParaRPr lang="ko-KR" altLang="en-US" sz="800" b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73" name="TextBox 7"/>
          <p:cNvSpPr txBox="1">
            <a:spLocks noChangeArrowheads="1"/>
          </p:cNvSpPr>
          <p:nvPr/>
        </p:nvSpPr>
        <p:spPr bwMode="auto">
          <a:xfrm>
            <a:off x="8631031" y="2724580"/>
            <a:ext cx="415769" cy="300610"/>
          </a:xfrm>
          <a:prstGeom prst="rect">
            <a:avLst/>
          </a:prstGeom>
          <a:noFill/>
          <a:ln w="12700"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pPr algn="ctr"/>
            <a:r>
              <a:rPr lang="en-US" altLang="ko-KR" sz="800" b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MCU</a:t>
            </a:r>
            <a:endParaRPr lang="ko-KR" altLang="en-US" sz="800" b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83" name="TextBox 7"/>
          <p:cNvSpPr txBox="1">
            <a:spLocks noChangeArrowheads="1"/>
          </p:cNvSpPr>
          <p:nvPr/>
        </p:nvSpPr>
        <p:spPr bwMode="auto">
          <a:xfrm>
            <a:off x="5884958" y="1698566"/>
            <a:ext cx="674165" cy="23476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pPr algn="ctr"/>
            <a:r>
              <a:rPr lang="en-US" altLang="ko-KR" sz="800" b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PTC</a:t>
            </a:r>
            <a:endParaRPr lang="ko-KR" altLang="en-US" sz="800" b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29" name="TextBox 7"/>
          <p:cNvSpPr txBox="1">
            <a:spLocks noChangeArrowheads="1"/>
          </p:cNvSpPr>
          <p:nvPr/>
        </p:nvSpPr>
        <p:spPr bwMode="auto">
          <a:xfrm>
            <a:off x="7957755" y="1698566"/>
            <a:ext cx="674165" cy="23476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pPr algn="ctr"/>
            <a:r>
              <a:rPr lang="en-US" altLang="ko-KR" sz="800" b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PTC</a:t>
            </a:r>
            <a:endParaRPr lang="ko-KR" altLang="en-US" sz="800" b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cxnSp>
        <p:nvCxnSpPr>
          <p:cNvPr id="378" name="직선 연결선 377"/>
          <p:cNvCxnSpPr/>
          <p:nvPr/>
        </p:nvCxnSpPr>
        <p:spPr>
          <a:xfrm>
            <a:off x="8289974" y="2431224"/>
            <a:ext cx="959" cy="29385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Rectangle 22"/>
          <p:cNvSpPr/>
          <p:nvPr/>
        </p:nvSpPr>
        <p:spPr>
          <a:xfrm>
            <a:off x="5816302" y="3320842"/>
            <a:ext cx="432048" cy="23888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anchor="ctr"/>
          <a:lstStyle/>
          <a:p>
            <a:pPr algn="ctr" defTabSz="914214">
              <a:defRPr/>
            </a:pPr>
            <a:r>
              <a:rPr lang="en-US" altLang="ko-KR" sz="800" dirty="0" smtClean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CCP</a:t>
            </a:r>
            <a:endParaRPr lang="ko-KR" altLang="ko-KR" sz="800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381" name="Rectangle 22"/>
          <p:cNvSpPr/>
          <p:nvPr/>
        </p:nvSpPr>
        <p:spPr>
          <a:xfrm>
            <a:off x="8730530" y="3320842"/>
            <a:ext cx="432048" cy="23888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anchor="ctr"/>
          <a:lstStyle/>
          <a:p>
            <a:pPr algn="ctr" defTabSz="914214">
              <a:defRPr/>
            </a:pPr>
            <a:r>
              <a:rPr lang="en-US" altLang="ko-KR" sz="800" dirty="0" smtClean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CCP</a:t>
            </a:r>
            <a:endParaRPr lang="ko-KR" altLang="ko-KR" sz="800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383" name="꺾인 연결선 382"/>
          <p:cNvCxnSpPr>
            <a:stCxn id="306" idx="1"/>
            <a:endCxn id="380" idx="1"/>
          </p:cNvCxnSpPr>
          <p:nvPr/>
        </p:nvCxnSpPr>
        <p:spPr>
          <a:xfrm rot="10800000" flipH="1" flipV="1">
            <a:off x="5806440" y="2886698"/>
            <a:ext cx="9862" cy="553586"/>
          </a:xfrm>
          <a:prstGeom prst="bentConnector3">
            <a:avLst>
              <a:gd name="adj1" fmla="val -2317988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꺾인 연결선 384"/>
          <p:cNvCxnSpPr>
            <a:stCxn id="371" idx="3"/>
            <a:endCxn id="381" idx="3"/>
          </p:cNvCxnSpPr>
          <p:nvPr/>
        </p:nvCxnSpPr>
        <p:spPr>
          <a:xfrm flipH="1">
            <a:off x="9162578" y="2886698"/>
            <a:ext cx="1159" cy="553586"/>
          </a:xfrm>
          <a:prstGeom prst="bentConnector3">
            <a:avLst>
              <a:gd name="adj1" fmla="val -197239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TextBox 7"/>
          <p:cNvSpPr txBox="1">
            <a:spLocks noChangeArrowheads="1"/>
          </p:cNvSpPr>
          <p:nvPr/>
        </p:nvSpPr>
        <p:spPr bwMode="auto">
          <a:xfrm>
            <a:off x="5516458" y="3123486"/>
            <a:ext cx="5293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r>
              <a:rPr lang="en-US" altLang="ko-KR" sz="800" b="0" dirty="0" smtClean="0">
                <a:solidFill>
                  <a:schemeClr val="accen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RS-485</a:t>
            </a:r>
            <a:endParaRPr lang="ko-KR" altLang="en-US" sz="800" b="0" dirty="0">
              <a:solidFill>
                <a:schemeClr val="accent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89" name="TextBox 7"/>
          <p:cNvSpPr txBox="1">
            <a:spLocks noChangeArrowheads="1"/>
          </p:cNvSpPr>
          <p:nvPr/>
        </p:nvSpPr>
        <p:spPr bwMode="auto">
          <a:xfrm>
            <a:off x="8905026" y="3123486"/>
            <a:ext cx="5293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r>
              <a:rPr lang="en-US" altLang="ko-KR" sz="800" b="0" dirty="0" smtClean="0">
                <a:solidFill>
                  <a:schemeClr val="accen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RS-485</a:t>
            </a:r>
            <a:endParaRPr lang="ko-KR" altLang="en-US" sz="800" b="0" dirty="0">
              <a:solidFill>
                <a:schemeClr val="accent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90" name="TextBox 7"/>
          <p:cNvSpPr txBox="1">
            <a:spLocks noChangeArrowheads="1"/>
          </p:cNvSpPr>
          <p:nvPr/>
        </p:nvSpPr>
        <p:spPr bwMode="auto">
          <a:xfrm>
            <a:off x="2387536" y="2785960"/>
            <a:ext cx="37863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r>
              <a:rPr lang="en-US" altLang="ko-KR" sz="800" b="0" dirty="0" smtClean="0">
                <a:solidFill>
                  <a:srgbClr val="7030A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CRA</a:t>
            </a:r>
            <a:endParaRPr lang="ko-KR" altLang="en-US" sz="800" b="0" dirty="0">
              <a:solidFill>
                <a:srgbClr val="7030A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91" name="TextBox 7"/>
          <p:cNvSpPr txBox="1">
            <a:spLocks noChangeArrowheads="1"/>
          </p:cNvSpPr>
          <p:nvPr/>
        </p:nvSpPr>
        <p:spPr bwMode="auto">
          <a:xfrm>
            <a:off x="6694380" y="3104472"/>
            <a:ext cx="37863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r>
              <a:rPr lang="en-US" altLang="ko-KR" sz="800" b="0" dirty="0" smtClean="0">
                <a:solidFill>
                  <a:srgbClr val="7030A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CRA</a:t>
            </a:r>
            <a:endParaRPr lang="ko-KR" altLang="en-US" sz="800" b="0" dirty="0">
              <a:solidFill>
                <a:srgbClr val="7030A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92" name="TextBox 7"/>
          <p:cNvSpPr txBox="1">
            <a:spLocks noChangeArrowheads="1"/>
          </p:cNvSpPr>
          <p:nvPr/>
        </p:nvSpPr>
        <p:spPr bwMode="auto">
          <a:xfrm>
            <a:off x="3548542" y="2785960"/>
            <a:ext cx="37061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r>
              <a:rPr lang="en-US" altLang="ko-KR" sz="800" b="0" dirty="0" smtClean="0">
                <a:solidFill>
                  <a:srgbClr val="7030A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CRB</a:t>
            </a:r>
            <a:endParaRPr lang="ko-KR" altLang="en-US" sz="800" b="0" dirty="0">
              <a:solidFill>
                <a:srgbClr val="7030A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94" name="TextBox 7"/>
          <p:cNvSpPr txBox="1">
            <a:spLocks noChangeArrowheads="1"/>
          </p:cNvSpPr>
          <p:nvPr/>
        </p:nvSpPr>
        <p:spPr bwMode="auto">
          <a:xfrm>
            <a:off x="7895656" y="3104472"/>
            <a:ext cx="37863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1pPr>
            <a:lvl2pPr marL="742950" indent="-28575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2pPr>
            <a:lvl3pPr marL="11430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3pPr>
            <a:lvl4pPr marL="16002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4pPr>
            <a:lvl5pPr marL="2057400" indent="-228600"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000000"/>
                </a:solidFill>
                <a:latin typeface="Arial" panose="020B0604020202020204" pitchFamily="34" charset="0"/>
                <a:ea typeface="가는각진제목체" pitchFamily="18" charset="-127"/>
              </a:defRPr>
            </a:lvl9pPr>
          </a:lstStyle>
          <a:p>
            <a:r>
              <a:rPr lang="en-US" altLang="ko-KR" sz="800" b="0" dirty="0" smtClean="0">
                <a:solidFill>
                  <a:srgbClr val="7030A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CRA</a:t>
            </a:r>
            <a:endParaRPr lang="ko-KR" altLang="en-US" sz="800" b="0" dirty="0">
              <a:solidFill>
                <a:srgbClr val="7030A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49890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64779</TotalTime>
  <Words>151</Words>
  <Application>Microsoft Office PowerPoint</Application>
  <PresentationFormat>사용자 지정</PresentationFormat>
  <Paragraphs>59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NT371B5J</cp:lastModifiedBy>
  <cp:revision>1296</cp:revision>
  <cp:lastPrinted>2017-02-07T10:43:21Z</cp:lastPrinted>
  <dcterms:created xsi:type="dcterms:W3CDTF">2014-12-31T05:09:55Z</dcterms:created>
  <dcterms:modified xsi:type="dcterms:W3CDTF">2017-08-09T05:20:50Z</dcterms:modified>
</cp:coreProperties>
</file>