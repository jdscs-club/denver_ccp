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506" r:id="rId2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3A3FF"/>
    <a:srgbClr val="FF3737"/>
    <a:srgbClr val="FF3B3B"/>
    <a:srgbClr val="D09E00"/>
    <a:srgbClr val="F2B800"/>
    <a:srgbClr val="7979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1" autoAdjust="0"/>
    <p:restoredTop sz="96486" autoAdjust="0"/>
  </p:normalViewPr>
  <p:slideViewPr>
    <p:cSldViewPr>
      <p:cViewPr varScale="1">
        <p:scale>
          <a:sx n="153" d="100"/>
          <a:sy n="153" d="100"/>
        </p:scale>
        <p:origin x="568" y="176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2017. 7. 19.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2017. 7. 19.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9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2017. 7. 19.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706943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Onboard Test Result Of Communication System Failure (FAN Installation 3/3)</a:t>
                      </a:r>
                      <a:endParaRPr lang="ko-KR" altLang="en-US" sz="1800" b="1" i="1" kern="1200" baseline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heating plate temperature change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Measured CRA-CNCS heating plate temperature change July 11.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ambient temperature was measured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max. 45°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Test result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Two days monitoring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of 4066 car after FAN installation on July 13</a:t>
                      </a:r>
                      <a:r>
                        <a:rPr lang="en-US" altLang="ko-KR" sz="1100" b="0" kern="1200" baseline="300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th</a:t>
                      </a:r>
                      <a:endParaRPr lang="en-US" altLang="ko-KR" sz="1100" b="1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internal temperature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kumimoji="1" lang="en-US" altLang="ko-KR" sz="1100" dirty="0" smtClean="0">
                          <a:solidFill>
                            <a:srgbClr val="7030A0"/>
                          </a:solidFill>
                        </a:rPr>
                        <a:t>°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62</a:t>
                      </a:r>
                      <a:r>
                        <a:rPr kumimoji="1" lang="en-US" altLang="ko-KR" sz="1100" dirty="0" smtClean="0">
                          <a:solidFill>
                            <a:srgbClr val="7030A0"/>
                          </a:solidFill>
                        </a:rPr>
                        <a:t>°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CNCS heating plate 75</a:t>
                      </a:r>
                      <a:r>
                        <a:rPr kumimoji="1" lang="en-US" altLang="ko-KR" sz="1100" dirty="0" smtClean="0">
                          <a:solidFill>
                            <a:srgbClr val="7030A0"/>
                          </a:solidFill>
                        </a:rPr>
                        <a:t>°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43</a:t>
                      </a:r>
                      <a:r>
                        <a:rPr kumimoji="1" lang="en-US" altLang="ko-KR" sz="1100" dirty="0" smtClean="0">
                          <a:solidFill>
                            <a:srgbClr val="7030A0"/>
                          </a:solidFill>
                        </a:rPr>
                        <a:t>°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#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Confirm cooling effect by FAN installation</a:t>
                      </a:r>
                      <a:endParaRPr lang="en-US" altLang="ko-KR" sz="14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3291812" cy="322778"/>
          </a:xfrm>
          <a:prstGeom prst="rect">
            <a:avLst/>
          </a:prstGeom>
          <a:solidFill>
            <a:srgbClr val="00B0F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Test  result after FAN installation</a:t>
            </a:r>
            <a:endParaRPr lang="ko-KR" altLang="en-US" sz="14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624" y="620688"/>
            <a:ext cx="3611446" cy="321529"/>
          </a:xfrm>
          <a:prstGeom prst="rect">
            <a:avLst/>
          </a:prstGeom>
          <a:solidFill>
            <a:srgbClr val="00B0F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Before FAN installation</a:t>
            </a:r>
            <a:endParaRPr lang="ko-KR" altLang="en-US" sz="1400" dirty="0">
              <a:solidFill>
                <a:prstClr val="black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886800" y="2136595"/>
            <a:ext cx="2316323" cy="1157057"/>
            <a:chOff x="1347979" y="3009562"/>
            <a:chExt cx="1656184" cy="838875"/>
          </a:xfrm>
        </p:grpSpPr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9" name="타원 48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71686" y="4077294"/>
            <a:ext cx="4264118" cy="2457167"/>
            <a:chOff x="271686" y="4077294"/>
            <a:chExt cx="4264118" cy="245716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893" y="4077294"/>
              <a:ext cx="4189911" cy="245716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0" name="텍스트 상자 49"/>
            <p:cNvSpPr txBox="1"/>
            <p:nvPr/>
          </p:nvSpPr>
          <p:spPr>
            <a:xfrm>
              <a:off x="1467951" y="4133111"/>
              <a:ext cx="2372766" cy="215444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 heating temperature change</a:t>
              </a:r>
              <a:endParaRPr kumimoji="1" lang="ko-KR" altLang="en-US" sz="800" dirty="0"/>
            </a:p>
          </p:txBody>
        </p:sp>
        <p:cxnSp>
          <p:nvCxnSpPr>
            <p:cNvPr id="54" name="직선 화살표 연결선 53"/>
            <p:cNvCxnSpPr/>
            <p:nvPr/>
          </p:nvCxnSpPr>
          <p:spPr>
            <a:xfrm flipH="1" flipV="1">
              <a:off x="850781" y="4346657"/>
              <a:ext cx="432099" cy="433404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텍스트 상자 71"/>
            <p:cNvSpPr txBox="1"/>
            <p:nvPr/>
          </p:nvSpPr>
          <p:spPr>
            <a:xfrm>
              <a:off x="1291346" y="4825791"/>
              <a:ext cx="2004676" cy="338554"/>
            </a:xfrm>
            <a:prstGeom prst="rect">
              <a:avLst/>
            </a:prstGeom>
            <a:solidFill>
              <a:srgbClr val="A3A3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7030A0"/>
                  </a:solidFill>
                </a:rPr>
                <a:t>&lt;CRA-CNCS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heating temperature&gt;</a:t>
              </a:r>
            </a:p>
            <a:p>
              <a:pPr algn="ctr"/>
              <a:r>
                <a:rPr kumimoji="1" lang="en-US" altLang="ko-KR" sz="800" dirty="0">
                  <a:solidFill>
                    <a:srgbClr val="7030A0"/>
                  </a:solidFill>
                </a:rPr>
                <a:t>Max 75°/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</a:t>
              </a:r>
              <a:r>
                <a:rPr kumimoji="1" lang="en-US" altLang="ko-KR" sz="800" dirty="0">
                  <a:solidFill>
                    <a:srgbClr val="7030A0"/>
                  </a:solidFill>
                </a:rPr>
                <a:t>average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70</a:t>
              </a:r>
              <a:r>
                <a:rPr kumimoji="1" lang="en-US" altLang="ko-KR" sz="800" dirty="0">
                  <a:solidFill>
                    <a:srgbClr val="7030A0"/>
                  </a:solidFill>
                </a:rPr>
                <a:t>°</a:t>
              </a:r>
              <a:endParaRPr kumimoji="1" lang="ko-KR" altLang="en-US" sz="800" dirty="0">
                <a:solidFill>
                  <a:srgbClr val="7030A0"/>
                </a:solidFill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 flipH="1">
              <a:off x="850780" y="5401625"/>
              <a:ext cx="577960" cy="26412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텍스트 상자 73"/>
            <p:cNvSpPr txBox="1"/>
            <p:nvPr/>
          </p:nvSpPr>
          <p:spPr>
            <a:xfrm>
              <a:off x="1443061" y="5401625"/>
              <a:ext cx="1992526" cy="33855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FFFF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CNCS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ambient temperature&gt;</a:t>
              </a:r>
            </a:p>
            <a:p>
              <a:pPr algn="ctr"/>
              <a:r>
                <a:rPr kumimoji="1" lang="en-US" altLang="ko-KR" sz="800" dirty="0" smtClean="0">
                  <a:solidFill>
                    <a:srgbClr val="FFFF00"/>
                  </a:solidFill>
                </a:rPr>
                <a:t>Max. 40</a:t>
              </a:r>
              <a:r>
                <a:rPr kumimoji="1" lang="en-US" altLang="ko-KR" sz="800" dirty="0">
                  <a:solidFill>
                    <a:srgbClr val="7030A0"/>
                  </a:solidFill>
                </a:rPr>
                <a:t>°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</a:t>
              </a:r>
              <a:r>
                <a:rPr kumimoji="1" lang="en-US" altLang="ko-KR" sz="800" dirty="0">
                  <a:solidFill>
                    <a:srgbClr val="FFFF00"/>
                  </a:solidFill>
                </a:rPr>
                <a:t>average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30</a:t>
              </a:r>
              <a:r>
                <a:rPr kumimoji="1" lang="en-US" altLang="ko-KR" sz="800" dirty="0">
                  <a:solidFill>
                    <a:srgbClr val="7030A0"/>
                  </a:solidFill>
                </a:rPr>
                <a:t>°</a:t>
              </a:r>
              <a:endParaRPr kumimoji="1" lang="ko-KR" altLang="en-US" sz="800" dirty="0">
                <a:solidFill>
                  <a:srgbClr val="FFFF00"/>
                </a:solidFill>
              </a:endParaRPr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497230" y="6104392"/>
              <a:ext cx="3230840" cy="21544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average heating temperature was 70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°</a:t>
              </a:r>
              <a:endParaRPr kumimoji="1" lang="ko-KR" altLang="en-US" sz="800" dirty="0"/>
            </a:p>
          </p:txBody>
        </p:sp>
        <p:sp>
          <p:nvSpPr>
            <p:cNvPr id="16" name="타원 15"/>
            <p:cNvSpPr/>
            <p:nvPr/>
          </p:nvSpPr>
          <p:spPr>
            <a:xfrm>
              <a:off x="271686" y="4346657"/>
              <a:ext cx="360040" cy="3784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4792673" y="2377082"/>
            <a:ext cx="4780611" cy="4220270"/>
            <a:chOff x="4792673" y="2348880"/>
            <a:chExt cx="4780611" cy="4220270"/>
          </a:xfrm>
        </p:grpSpPr>
        <p:pic>
          <p:nvPicPr>
            <p:cNvPr id="76" name="그림 7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124540" y="2234018"/>
              <a:ext cx="1205950" cy="1435674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7836747" y="2200643"/>
              <a:ext cx="1215694" cy="1512168"/>
            </a:xfrm>
            <a:prstGeom prst="rect">
              <a:avLst/>
            </a:prstGeom>
          </p:spPr>
        </p:pic>
        <p:grpSp>
          <p:nvGrpSpPr>
            <p:cNvPr id="19" name="그룹 18"/>
            <p:cNvGrpSpPr/>
            <p:nvPr/>
          </p:nvGrpSpPr>
          <p:grpSpPr>
            <a:xfrm>
              <a:off x="4792673" y="3690579"/>
              <a:ext cx="4780611" cy="2878571"/>
              <a:chOff x="4792673" y="3690579"/>
              <a:chExt cx="4780611" cy="2878571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28553" y="3690579"/>
                <a:ext cx="4744731" cy="28785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7" name="텍스트 상자 76"/>
              <p:cNvSpPr txBox="1"/>
              <p:nvPr/>
            </p:nvSpPr>
            <p:spPr>
              <a:xfrm>
                <a:off x="6156326" y="3884729"/>
                <a:ext cx="2612304" cy="21544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 heating plate temperature change</a:t>
                </a:r>
                <a:endParaRPr kumimoji="1" lang="ko-KR" altLang="en-US" sz="800" dirty="0"/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4792673" y="4100173"/>
                <a:ext cx="360040" cy="378487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flipH="1" flipV="1">
                <a:off x="6887904" y="4126611"/>
                <a:ext cx="432099" cy="433404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텍스트 상자 79"/>
              <p:cNvSpPr txBox="1"/>
              <p:nvPr/>
            </p:nvSpPr>
            <p:spPr>
              <a:xfrm>
                <a:off x="7328470" y="4605745"/>
                <a:ext cx="1872208" cy="461665"/>
              </a:xfrm>
              <a:prstGeom prst="rect">
                <a:avLst/>
              </a:prstGeom>
              <a:solidFill>
                <a:srgbClr val="A3A3FF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&lt;CRA-CNCS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heating plate&gt;</a:t>
                </a:r>
              </a:p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Max 43°</a:t>
                </a:r>
                <a:endParaRPr kumimoji="1" lang="ko-KR" altLang="en-US" sz="800" dirty="0">
                  <a:solidFill>
                    <a:srgbClr val="7030A0"/>
                  </a:solidFill>
                </a:endParaRPr>
              </a:p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average up to 40 °</a:t>
                </a:r>
                <a:endParaRPr kumimoji="1" lang="ko-KR" altLang="en-US" sz="8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81" name="직선 화살표 연결선 80"/>
              <p:cNvCxnSpPr/>
              <p:nvPr/>
            </p:nvCxnSpPr>
            <p:spPr>
              <a:xfrm flipH="1" flipV="1">
                <a:off x="6887904" y="5203163"/>
                <a:ext cx="391087" cy="383948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텍스트 상자 81"/>
              <p:cNvSpPr txBox="1"/>
              <p:nvPr/>
            </p:nvSpPr>
            <p:spPr>
              <a:xfrm>
                <a:off x="7293312" y="5587111"/>
                <a:ext cx="1907366" cy="338554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&lt;CRA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CNCS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</a:t>
                </a:r>
                <a:r>
                  <a:rPr kumimoji="1" lang="en-US" altLang="ko-KR" sz="800" dirty="0">
                    <a:solidFill>
                      <a:srgbClr val="FFFF00"/>
                    </a:solidFill>
                  </a:rPr>
                  <a:t>ambient temperature &gt;</a:t>
                </a:r>
                <a:endParaRPr kumimoji="1" lang="en-US" altLang="ko-KR" sz="800" dirty="0" smtClean="0">
                  <a:solidFill>
                    <a:srgbClr val="FFFF00"/>
                  </a:solidFill>
                </a:endParaRPr>
              </a:p>
              <a:p>
                <a:pPr algn="ctr"/>
                <a:r>
                  <a:rPr kumimoji="1" lang="en-US" altLang="ko-KR" sz="800" dirty="0">
                    <a:solidFill>
                      <a:srgbClr val="FFFF00"/>
                    </a:solidFill>
                  </a:rPr>
                  <a:t>Max 35 ° /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average 30°</a:t>
                </a:r>
                <a:endParaRPr kumimoji="1" lang="ko-KR" altLang="en-US" sz="8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83" name="텍스트 상자 82"/>
              <p:cNvSpPr txBox="1"/>
              <p:nvPr/>
            </p:nvSpPr>
            <p:spPr>
              <a:xfrm>
                <a:off x="5105742" y="6086499"/>
                <a:ext cx="3342458" cy="21544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#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/>
                  <a:t>average heating temperature was </a:t>
                </a:r>
                <a:r>
                  <a:rPr kumimoji="1" lang="en-US" altLang="ko-KR" sz="800" dirty="0" smtClean="0"/>
                  <a:t>40 </a:t>
                </a:r>
                <a:r>
                  <a:rPr kumimoji="1" lang="en-US" altLang="ko-KR" sz="800" dirty="0"/>
                  <a:t>degree</a:t>
                </a:r>
                <a:endParaRPr kumimoji="1" lang="ko-KR" altLang="en-US" sz="800" dirty="0"/>
              </a:p>
            </p:txBody>
          </p:sp>
        </p:grpSp>
        <p:sp>
          <p:nvSpPr>
            <p:cNvPr id="20" name="오른쪽 화살표[R] 19"/>
            <p:cNvSpPr/>
            <p:nvPr/>
          </p:nvSpPr>
          <p:spPr>
            <a:xfrm>
              <a:off x="6690582" y="2663483"/>
              <a:ext cx="713721" cy="484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2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88756</TotalTime>
  <Words>188</Words>
  <Application>Microsoft Macintosh PowerPoint</Application>
  <PresentationFormat>사용자 지정</PresentationFormat>
  <Paragraphs>49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 Unicode MS</vt:lpstr>
      <vt:lpstr>Wingdings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1686</cp:revision>
  <cp:lastPrinted>2017-07-16T18:27:26Z</cp:lastPrinted>
  <dcterms:created xsi:type="dcterms:W3CDTF">2014-12-31T05:09:55Z</dcterms:created>
  <dcterms:modified xsi:type="dcterms:W3CDTF">2017-07-19T14:35:14Z</dcterms:modified>
</cp:coreProperties>
</file>