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/>
    <p:restoredTop sz="94678"/>
  </p:normalViewPr>
  <p:slideViewPr>
    <p:cSldViewPr snapToGrid="0" snapToObjects="1">
      <p:cViewPr>
        <p:scale>
          <a:sx n="122" d="100"/>
          <a:sy n="122" d="100"/>
        </p:scale>
        <p:origin x="280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smtClean="0"/>
              <a:t>마스터 부제목 스타일 편집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7929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662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136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105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202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78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1378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948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32482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8701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530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C5BD9-222F-EA4B-BA05-4C4806E0F3F3}" type="datetimeFigureOut">
              <a:rPr kumimoji="1" lang="ko-KR" altLang="en-US" smtClean="0"/>
              <a:t>2017. 4. 10.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2277B-7D34-B442-A0BA-861D682D9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228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564435"/>
              </p:ext>
            </p:extLst>
          </p:nvPr>
        </p:nvGraphicFramePr>
        <p:xfrm>
          <a:off x="523602" y="433137"/>
          <a:ext cx="10439718" cy="5630783"/>
        </p:xfrm>
        <a:graphic>
          <a:graphicData uri="http://schemas.openxmlformats.org/drawingml/2006/table">
            <a:tbl>
              <a:tblPr/>
              <a:tblGrid>
                <a:gridCol w="539734"/>
                <a:gridCol w="2785660"/>
                <a:gridCol w="2882812"/>
                <a:gridCol w="528939"/>
                <a:gridCol w="528939"/>
                <a:gridCol w="528939"/>
                <a:gridCol w="528939"/>
                <a:gridCol w="528939"/>
                <a:gridCol w="528939"/>
                <a:gridCol w="528939"/>
                <a:gridCol w="528939"/>
              </a:tblGrid>
              <a:tr h="314952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순서</a:t>
                      </a:r>
                      <a:endParaRPr lang="ko-KR" altLang="en-U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구분</a:t>
                      </a:r>
                      <a:endParaRPr lang="ko-KR" altLang="en-U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설명</a:t>
                      </a:r>
                      <a:endParaRPr lang="ko-KR" altLang="en-U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Train Configuration</a:t>
                      </a:r>
                      <a:endParaRPr lang="en-U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C/I Position</a:t>
                      </a:r>
                      <a:endParaRPr lang="en-U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29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4001</a:t>
                      </a:r>
                      <a:endParaRPr lang="is-I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4002</a:t>
                      </a:r>
                      <a:endParaRPr lang="fi-FI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4003</a:t>
                      </a:r>
                      <a:endParaRPr lang="is-I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4004</a:t>
                      </a:r>
                      <a:endParaRPr lang="is-I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4001</a:t>
                      </a:r>
                      <a:endParaRPr lang="is-I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4002</a:t>
                      </a:r>
                      <a:endParaRPr lang="fi-FI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4003</a:t>
                      </a:r>
                      <a:endParaRPr lang="is-I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4004</a:t>
                      </a:r>
                      <a:endParaRPr lang="is-IS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4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  <a:latin typeface="arial" charset="0"/>
                        </a:rPr>
                        <a:t>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strike="sngStrike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중련상태에서</a:t>
                      </a:r>
                      <a:r>
                        <a:rPr lang="ko-KR" altLang="en-US" sz="1200" strike="sngStrike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strike="sngStrike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차량</a:t>
                      </a:r>
                      <a:r>
                        <a:rPr lang="ko-KR" altLang="en-US" sz="1200" strike="sngStrike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strike="sngStrike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전원만</a:t>
                      </a:r>
                      <a:r>
                        <a:rPr lang="ko-KR" altLang="en-US" sz="1200" strike="sngStrike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en-US" altLang="ko-KR" sz="1200" strike="sngStrike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ON/</a:t>
                      </a:r>
                      <a:endParaRPr lang="ko-KR" altLang="en-US" sz="1200" strike="sngStrike" dirty="0">
                        <a:effectLst/>
                        <a:latin typeface="arial" charset="0"/>
                      </a:endParaRPr>
                    </a:p>
                    <a:p>
                      <a:pPr algn="ctr"/>
                      <a:r>
                        <a:rPr lang="en-US" altLang="ko-KR" sz="1200" strike="sngStrike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Cab Key </a:t>
                      </a:r>
                      <a:r>
                        <a:rPr lang="ko-KR" altLang="en-US" sz="1200" strike="sngStrike" dirty="0" smtClean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미투입</a:t>
                      </a:r>
                      <a:endParaRPr lang="en-US" altLang="ko-KR" sz="1200" strike="sngStrike" dirty="0" smtClean="0">
                        <a:solidFill>
                          <a:srgbClr val="1F497D"/>
                        </a:solidFill>
                        <a:effectLst/>
                        <a:latin typeface="현대하모니 L" charset="0"/>
                      </a:endParaRPr>
                    </a:p>
                    <a:p>
                      <a:pPr algn="ctr"/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현재 차량 조건과 불일치</a:t>
                      </a:r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- </a:t>
                      </a:r>
                      <a:endParaRPr lang="mr-IN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- </a:t>
                      </a:r>
                      <a:endParaRPr lang="mr-IN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-</a:t>
                      </a:r>
                      <a:endParaRPr lang="mr-IN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-</a:t>
                      </a:r>
                      <a:endParaRPr lang="mr-IN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-</a:t>
                      </a:r>
                      <a:endParaRPr lang="mr-IN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-</a:t>
                      </a:r>
                      <a:endParaRPr lang="mr-IN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- </a:t>
                      </a:r>
                      <a:endParaRPr lang="mr-IN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- </a:t>
                      </a:r>
                      <a:endParaRPr lang="mr-IN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4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ⓑ</a:t>
                      </a:r>
                      <a:endParaRPr lang="ko-KR" altLang="en-US" sz="1000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바탕" charset="-127"/>
                        </a:rPr>
                        <a:t>ⓐ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번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항목에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이어서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4001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호에서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Cab Key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투입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1</a:t>
                      </a:r>
                      <a:endParaRPr lang="pl-PL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2 </a:t>
                      </a:r>
                      <a:endParaRPr lang="is-IS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4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effectLst/>
                          <a:latin typeface="arial" charset="0"/>
                        </a:rPr>
                        <a:t>ⓒ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바탕" charset="-127"/>
                        </a:rPr>
                        <a:t>ⓑ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번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항목에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이어서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4001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호에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투입된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Cab Key </a:t>
                      </a:r>
                      <a:r>
                        <a:rPr lang="ko-KR" altLang="en-US" sz="1200" dirty="0" smtClean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제거</a:t>
                      </a:r>
                      <a:endParaRPr lang="en-US" altLang="ko-KR" sz="1200" dirty="0" smtClean="0">
                        <a:solidFill>
                          <a:srgbClr val="1F497D"/>
                        </a:solidFill>
                        <a:effectLst/>
                        <a:latin typeface="현대하모니 L" charset="0"/>
                      </a:endParaRPr>
                    </a:p>
                    <a:p>
                      <a:pPr algn="ctr"/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차량 </a:t>
                      </a:r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CAB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 Key</a:t>
                      </a:r>
                      <a:r>
                        <a:rPr lang="ko-KR" altLang="en-US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 신호가 계속 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ON)</a:t>
                      </a:r>
                      <a:endParaRPr lang="ko-KR" altLang="en-US" dirty="0"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1</a:t>
                      </a:r>
                      <a:endParaRPr lang="pl-PL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s-I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2 </a:t>
                      </a:r>
                      <a:endParaRPr lang="is-IS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4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ⓓ</a:t>
                      </a:r>
                      <a:endParaRPr lang="ko-KR" altLang="en-US" sz="1000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바탕" charset="-127"/>
                        </a:rPr>
                        <a:t>ⓒ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번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항목에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이어서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4004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호에서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Cab Key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투입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2</a:t>
                      </a:r>
                      <a:endParaRPr lang="pl-PL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4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ⓔ</a:t>
                      </a:r>
                      <a:endParaRPr lang="ko-KR" altLang="en-US" sz="1000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바탕" charset="-127"/>
                        </a:rPr>
                        <a:t>ⓓ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번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항목에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이어서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4004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호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투입된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Cab Key </a:t>
                      </a:r>
                      <a:r>
                        <a:rPr lang="ko-KR" altLang="en-US" sz="1200" dirty="0" smtClean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제거</a:t>
                      </a:r>
                      <a:endParaRPr lang="en-US" altLang="ko-KR" sz="1200" dirty="0" smtClean="0">
                        <a:solidFill>
                          <a:srgbClr val="1F497D"/>
                        </a:solidFill>
                        <a:effectLst/>
                        <a:latin typeface="현대하모니 L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차량 </a:t>
                      </a:r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CAB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 Key</a:t>
                      </a:r>
                      <a:r>
                        <a:rPr lang="ko-KR" altLang="en-US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 신호가 계속 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ON)</a:t>
                      </a:r>
                      <a:endParaRPr lang="ko-KR" altLang="en-US" sz="1200" dirty="0" smtClean="0"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2</a:t>
                      </a:r>
                      <a:endParaRPr lang="pl-PL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4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ⓕ</a:t>
                      </a:r>
                      <a:endParaRPr lang="ko-KR" altLang="en-US" sz="1000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바탕" charset="-127"/>
                        </a:rPr>
                        <a:t>ⓔ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번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항목에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이어서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4002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호에서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Cab Key </a:t>
                      </a:r>
                      <a:r>
                        <a:rPr lang="ko-KR" altLang="en-US" sz="1200" dirty="0" smtClean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투입</a:t>
                      </a:r>
                      <a:endParaRPr lang="en-US" altLang="ko-KR" sz="1200" dirty="0" smtClean="0">
                        <a:solidFill>
                          <a:srgbClr val="1F497D"/>
                        </a:solidFill>
                        <a:effectLst/>
                        <a:latin typeface="현대하모니 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1</a:t>
                      </a:r>
                      <a:endParaRPr lang="pl-PL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2</a:t>
                      </a:r>
                      <a:endParaRPr lang="pl-PL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4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ⓖ</a:t>
                      </a:r>
                      <a:endParaRPr lang="ko-KR" altLang="en-US" sz="1000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바탕" charset="-127"/>
                        </a:rPr>
                        <a:t>ⓕ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번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항목에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이어서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4002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호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투입된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Cab Key </a:t>
                      </a:r>
                      <a:r>
                        <a:rPr lang="ko-KR" altLang="en-US" sz="1200" dirty="0" smtClean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제거</a:t>
                      </a:r>
                      <a:endParaRPr lang="en-US" altLang="ko-KR" sz="1200" dirty="0" smtClean="0">
                        <a:solidFill>
                          <a:srgbClr val="1F497D"/>
                        </a:solidFill>
                        <a:effectLst/>
                        <a:latin typeface="현대하모니 L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차량 </a:t>
                      </a:r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CAB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 Key</a:t>
                      </a:r>
                      <a:r>
                        <a:rPr lang="ko-KR" altLang="en-US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 신호가 계속 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ON)</a:t>
                      </a:r>
                      <a:endParaRPr lang="ko-KR" altLang="en-US" sz="1200" dirty="0" smtClean="0"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1</a:t>
                      </a:r>
                      <a:endParaRPr lang="pl-PL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2</a:t>
                      </a:r>
                      <a:endParaRPr lang="pl-PL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1 </a:t>
                      </a:r>
                      <a:endParaRPr lang="ru-RU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4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ⓗ</a:t>
                      </a:r>
                      <a:endParaRPr lang="ko-KR" altLang="en-US" sz="1000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바탕" charset="-127"/>
                        </a:rPr>
                        <a:t>ⓖ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번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항목에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이어서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4003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호에서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Cab Key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투입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2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4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ⓘ</a:t>
                      </a:r>
                      <a:endParaRPr lang="ko-KR" altLang="en-US" sz="1000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바탕" charset="-127"/>
                        </a:rPr>
                        <a:t>ⓗ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번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항목에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이어서</a:t>
                      </a:r>
                      <a:endParaRPr lang="ko-KR" altLang="en-US" dirty="0">
                        <a:effectLst/>
                        <a:latin typeface="arial" charset="0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4003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호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투입된</a:t>
                      </a:r>
                      <a:r>
                        <a:rPr lang="ko-KR" altLang="en-US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r>
                        <a:rPr lang="en-US" altLang="ko-KR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Cab Key </a:t>
                      </a:r>
                      <a:r>
                        <a:rPr lang="ko-KR" altLang="en-US" sz="1200" dirty="0" smtClean="0">
                          <a:solidFill>
                            <a:srgbClr val="1F497D"/>
                          </a:solidFill>
                          <a:effectLst/>
                          <a:latin typeface="현대하모니 L" charset="0"/>
                        </a:rPr>
                        <a:t>제거</a:t>
                      </a:r>
                      <a:endParaRPr lang="en-US" altLang="ko-KR" sz="1200" dirty="0" smtClean="0">
                        <a:solidFill>
                          <a:srgbClr val="1F497D"/>
                        </a:solidFill>
                        <a:effectLst/>
                        <a:latin typeface="현대하모니 L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차량 </a:t>
                      </a:r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CAB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 Key</a:t>
                      </a:r>
                      <a:r>
                        <a:rPr lang="ko-KR" altLang="en-US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 신호가 계속 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  <a:effectLst/>
                          <a:latin typeface="현대하모니 L" charset="0"/>
                        </a:rPr>
                        <a:t>ON)</a:t>
                      </a:r>
                      <a:endParaRPr lang="ko-KR" altLang="en-US" sz="1200" dirty="0" smtClean="0"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2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200" dirty="0" smtClean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  <a:r>
                        <a:rPr lang="sk-SK" sz="1200" dirty="0">
                          <a:solidFill>
                            <a:srgbClr val="1F497D"/>
                          </a:solidFill>
                          <a:effectLst/>
                          <a:latin typeface="Times New Roman" charset="0"/>
                        </a:rPr>
                        <a:t> </a:t>
                      </a:r>
                      <a:endParaRPr lang="sk-SK" dirty="0">
                        <a:effectLst/>
                        <a:latin typeface="arial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AutoShape 3" descr="https://mail.google.com/mail/u/0/?ui=2&amp;ik=5235437a20&amp;view=fimg&amp;th=15b58ed9557ad4c7&amp;attid=0.2&amp;disp=emb&amp;realattid=2ffb5bce02edfb1e_0.8&amp;attbid=ANGjdJ91TDRGT9Twel56IRO6SNHIpB1yjENgcOx-93Fc0StD_Qh0ySvO8MrxWw8RnTg_S92ThABeLooQ24bWvX3H-WdI3Xt0K1MaJ-YRXIQcBKSXwfJ1WJsOtLPF3QA&amp;sz=s0-l75&amp;ats=1491845696525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152400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4" descr="https://mail.google.com/mail/u/0/?ui=2&amp;ik=5235437a20&amp;view=fimg&amp;th=15b58ed9557ad4c7&amp;attid=0.7&amp;disp=emb&amp;realattid=2ffb5bce02edfb1e_0.9&amp;attbid=ANGjdJ9inDJnl_QU-kG6CjzgSI-HLq-Jf3mpW8bzNmrYhDWEbHpdUuODu9YICNL6SIaJbWGEDoTKFSdosRixu-m1Hmn1CKk_4eDJkHqWUaNnbLo-5oF5U5NnU7rmHEA&amp;sz=s0-l75&amp;ats=1491845696526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23336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5" descr="https://mail.google.com/mail/u/0/?ui=2&amp;ik=5235437a20&amp;view=fimg&amp;th=15b58ed9557ad4c7&amp;attid=0.7&amp;disp=emb&amp;realattid=2ffb5bce02edfb1e_0.9&amp;attbid=ANGjdJ9inDJnl_QU-kG6CjzgSI-HLq-Jf3mpW8bzNmrYhDWEbHpdUuODu9YICNL6SIaJbWGEDoTKFSdosRixu-m1Hmn1CKk_4eDJkHqWUaNnbLo-5oF5U5NnU7rmHEA&amp;sz=s0-l75&amp;ats=1491845696526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23336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6" descr="https://mail.google.com/mail/u/0/?ui=2&amp;ik=5235437a20&amp;view=fimg&amp;th=15b58ed9557ad4c7&amp;attid=0.2&amp;disp=emb&amp;realattid=2ffb5bce02edfb1e_0.8&amp;attbid=ANGjdJ91TDRGT9Twel56IRO6SNHIpB1yjENgcOx-93Fc0StD_Qh0ySvO8MrxWw8RnTg_S92ThABeLooQ24bWvX3H-WdI3Xt0K1MaJ-YRXIQcBKSXwfJ1WJsOtLPF3QA&amp;sz=s0-l75&amp;ats=1491845696525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152400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7" descr="https://mail.google.com/mail/u/0/?ui=2&amp;ik=5235437a20&amp;view=fimg&amp;th=15b58ed9557ad4c7&amp;attid=0.9&amp;disp=emb&amp;realattid=2ffb5bce02edfb1e_0.10&amp;attbid=ANGjdJ8hOv1Noa7YsLXh7N_Jxla5dDjBOFrlKPl0BbVvVRTGTJUUFdWTJzwwCr-O75hbKeOt-ixRBi3rtJWaJLCrtoLCtsE6Zq2S3sp5h4meySaCBJWjfHDzlbLel94&amp;sz=s0-l75&amp;ats=1491845696526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23336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8" descr="https://mail.google.com/mail/u/0/?ui=2&amp;ik=5235437a20&amp;view=fimg&amp;th=15b58ed9557ad4c7&amp;attid=0.9&amp;disp=emb&amp;realattid=2ffb5bce02edfb1e_0.10&amp;attbid=ANGjdJ8hOv1Noa7YsLXh7N_Jxla5dDjBOFrlKPl0BbVvVRTGTJUUFdWTJzwwCr-O75hbKeOt-ixRBi3rtJWaJLCrtoLCtsE6Zq2S3sp5h4meySaCBJWjfHDzlbLel94&amp;sz=s0-l75&amp;ats=1491845696526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23336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AutoShape 9" descr="https://mail.google.com/mail/u/0/?ui=2&amp;ik=5235437a20&amp;view=fimg&amp;th=15b58ed9557ad4c7&amp;attid=0.2&amp;disp=emb&amp;realattid=2ffb5bce02edfb1e_0.8&amp;attbid=ANGjdJ91TDRGT9Twel56IRO6SNHIpB1yjENgcOx-93Fc0StD_Qh0ySvO8MrxWw8RnTg_S92ThABeLooQ24bWvX3H-WdI3Xt0K1MaJ-YRXIQcBKSXwfJ1WJsOtLPF3QA&amp;sz=s0-l75&amp;ats=1491845696525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152400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10" descr="https://mail.google.com/mail/u/0/?ui=2&amp;ik=5235437a20&amp;view=fimg&amp;th=15b58ed9557ad4c7&amp;attid=0.6&amp;disp=emb&amp;realattid=2ffb5bce02edfb1e_0.11&amp;attbid=ANGjdJ9lEKLMvZA_h10vkUKHY-amAfGbZmeBG7ZvchyuEnlgnOR32OkcdAaWFbf-Us0UI6_f_rr2w42WhRrBcVidjXE6U_iVo-BrYHTTP5YtRIT9N3NzZikz-xM2ZrI&amp;sz=s0-l75&amp;ats=1491845696526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23336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AutoShape 11" descr="https://mail.google.com/mail/u/0/?ui=2&amp;ik=5235437a20&amp;view=fimg&amp;th=15b58ed9557ad4c7&amp;attid=0.6&amp;disp=emb&amp;realattid=2ffb5bce02edfb1e_0.11&amp;attbid=ANGjdJ9lEKLMvZA_h10vkUKHY-amAfGbZmeBG7ZvchyuEnlgnOR32OkcdAaWFbf-Us0UI6_f_rr2w42WhRrBcVidjXE6U_iVo-BrYHTTP5YtRIT9N3NzZikz-xM2ZrI&amp;sz=s0-l75&amp;ats=1491845696526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23336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AutoShape 12" descr="https://mail.google.com/mail/u/0/?ui=2&amp;ik=5235437a20&amp;view=fimg&amp;th=15b58ed9557ad4c7&amp;attid=0.2&amp;disp=emb&amp;realattid=2ffb5bce02edfb1e_0.8&amp;attbid=ANGjdJ91TDRGT9Twel56IRO6SNHIpB1yjENgcOx-93Fc0StD_Qh0ySvO8MrxWw8RnTg_S92ThABeLooQ24bWvX3H-WdI3Xt0K1MaJ-YRXIQcBKSXwfJ1WJsOtLPF3QA&amp;sz=s0-l75&amp;ats=1491845696525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152400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AutoShape 13" descr="https://mail.google.com/mail/u/0/?ui=2&amp;ik=5235437a20&amp;view=fimg&amp;th=15b58ed9557ad4c7&amp;attid=0.6&amp;disp=emb&amp;realattid=2ffb5bce02edfb1e_0.11&amp;attbid=ANGjdJ9lEKLMvZA_h10vkUKHY-amAfGbZmeBG7ZvchyuEnlgnOR32OkcdAaWFbf-Us0UI6_f_rr2w42WhRrBcVidjXE6U_iVo-BrYHTTP5YtRIT9N3NzZikz-xM2ZrI&amp;sz=s0-l75&amp;ats=1491845696526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23336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AutoShape 14" descr="https://mail.google.com/mail/u/0/?ui=2&amp;ik=5235437a20&amp;view=fimg&amp;th=15b58ed9557ad4c7&amp;attid=0.4&amp;disp=emb&amp;realattid=2ffb5bce02edfb1e_0.7&amp;attbid=ANGjdJ9kpr-fg4OIX8DtFIwyUHEq2mVe9omAZ90KrjT7h2Go_xinGCLEDUfWT3cG0uCYIoIJuafTJ1oNeraJx6zfzqhdXh4Z4wL6RDC21xws8G6oiju_Gp-3Fba2RyM&amp;sz=s0-l75&amp;ats=1491845696525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23336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" name="AutoShape 2" descr="https://mail.google.com/mail/u/0/?ui=2&amp;ik=5235437a20&amp;view=fimg&amp;th=15b58ed9557ad4c7&amp;attid=0.4&amp;disp=emb&amp;realattid=2ffb5bce02edfb1e_0.7&amp;attbid=ANGjdJ9kpr-fg4OIX8DtFIwyUHEq2mVe9omAZ90KrjT7h2Go_xinGCLEDUfWT3cG0uCYIoIJuafTJ1oNeraJx6zfzqhdXh4Z4wL6RDC21xws8G6oiju_Gp-3Fba2RyM&amp;sz=s0-l75&amp;ats=1491845696525&amp;rm=15b58ed9557ad4c7&amp;zw"/>
          <p:cNvSpPr>
            <a:spLocks noChangeAspect="1" noChangeArrowheads="1"/>
          </p:cNvSpPr>
          <p:nvPr/>
        </p:nvSpPr>
        <p:spPr bwMode="auto">
          <a:xfrm>
            <a:off x="523603" y="971959"/>
            <a:ext cx="23336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63" y="1180288"/>
            <a:ext cx="2049780" cy="32629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63" y="1750081"/>
            <a:ext cx="2049780" cy="326292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63" y="2268395"/>
            <a:ext cx="2049780" cy="326292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63" y="2907374"/>
            <a:ext cx="2049780" cy="326292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63" y="3377385"/>
            <a:ext cx="2049780" cy="32629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63" y="4008512"/>
            <a:ext cx="2049780" cy="326292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63" y="4566776"/>
            <a:ext cx="2049780" cy="326292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63" y="5125040"/>
            <a:ext cx="2049780" cy="326292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63" y="5683304"/>
            <a:ext cx="2049780" cy="326292"/>
          </a:xfrm>
          <a:prstGeom prst="rect">
            <a:avLst/>
          </a:prstGeom>
        </p:spPr>
      </p:pic>
      <p:sp>
        <p:nvSpPr>
          <p:cNvPr id="27" name="아래쪽 화살표[D] 26"/>
          <p:cNvSpPr/>
          <p:nvPr/>
        </p:nvSpPr>
        <p:spPr>
          <a:xfrm>
            <a:off x="1396209" y="1614727"/>
            <a:ext cx="196137" cy="24765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아래쪽 화살표[D] 27"/>
          <p:cNvSpPr/>
          <p:nvPr/>
        </p:nvSpPr>
        <p:spPr>
          <a:xfrm>
            <a:off x="3140637" y="2733057"/>
            <a:ext cx="196137" cy="24765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아래쪽 화살표[D] 28"/>
          <p:cNvSpPr/>
          <p:nvPr/>
        </p:nvSpPr>
        <p:spPr>
          <a:xfrm>
            <a:off x="2143507" y="3884687"/>
            <a:ext cx="196137" cy="24765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아래쪽 화살표[D] 29"/>
          <p:cNvSpPr/>
          <p:nvPr/>
        </p:nvSpPr>
        <p:spPr>
          <a:xfrm>
            <a:off x="2466641" y="5001215"/>
            <a:ext cx="196137" cy="24765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아래쪽 화살표[D] 30"/>
          <p:cNvSpPr/>
          <p:nvPr/>
        </p:nvSpPr>
        <p:spPr>
          <a:xfrm>
            <a:off x="2466640" y="5588146"/>
            <a:ext cx="196137" cy="24765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아래쪽 화살표[D] 31"/>
          <p:cNvSpPr/>
          <p:nvPr/>
        </p:nvSpPr>
        <p:spPr>
          <a:xfrm>
            <a:off x="2143507" y="4518712"/>
            <a:ext cx="196137" cy="24765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아래쪽 화살표[D] 32"/>
          <p:cNvSpPr/>
          <p:nvPr/>
        </p:nvSpPr>
        <p:spPr>
          <a:xfrm>
            <a:off x="3140638" y="3281710"/>
            <a:ext cx="196137" cy="24765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아래쪽 화살표[D] 33"/>
          <p:cNvSpPr/>
          <p:nvPr/>
        </p:nvSpPr>
        <p:spPr>
          <a:xfrm>
            <a:off x="1396209" y="2144570"/>
            <a:ext cx="196137" cy="24765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6637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95</Words>
  <Application>Microsoft Macintosh PowerPoint</Application>
  <PresentationFormat>와이드스크린</PresentationFormat>
  <Paragraphs>117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맑은 고딕</vt:lpstr>
      <vt:lpstr>바탕</vt:lpstr>
      <vt:lpstr>현대하모니 L</vt:lpstr>
      <vt:lpstr>Mangal</vt:lpstr>
      <vt:lpstr>Times New Roman</vt:lpstr>
      <vt:lpstr>Arial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장덕수</dc:creator>
  <cp:lastModifiedBy>장덕수</cp:lastModifiedBy>
  <cp:revision>3</cp:revision>
  <dcterms:created xsi:type="dcterms:W3CDTF">2017-04-10T17:35:35Z</dcterms:created>
  <dcterms:modified xsi:type="dcterms:W3CDTF">2017-04-10T17:52:34Z</dcterms:modified>
</cp:coreProperties>
</file>