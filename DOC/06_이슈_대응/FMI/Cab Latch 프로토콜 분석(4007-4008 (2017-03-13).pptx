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175" d="100"/>
          <a:sy n="175" d="100"/>
        </p:scale>
        <p:origin x="-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38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05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20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3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21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47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9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79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42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28F3-2DC7-4520-93C9-3877CC49A40D}" type="datetimeFigureOut">
              <a:rPr lang="ko-KR" altLang="en-US" smtClean="0"/>
              <a:t>2017-03-13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BDCAB-9BAD-4EE6-80D8-46FE9582D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34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316186" y="4588329"/>
            <a:ext cx="1921328" cy="7728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019800" y="1521279"/>
            <a:ext cx="1921328" cy="7728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17713" y="693965"/>
            <a:ext cx="1921329" cy="1145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68727" y="4401911"/>
            <a:ext cx="1921329" cy="7307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5295900" y="2427514"/>
            <a:ext cx="1583871" cy="20628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cxnSpLocks/>
          </p:cNvCxnSpPr>
          <p:nvPr/>
        </p:nvCxnSpPr>
        <p:spPr>
          <a:xfrm flipH="1" flipV="1">
            <a:off x="2215243" y="1328057"/>
            <a:ext cx="3728357" cy="620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cxnSpLocks/>
          </p:cNvCxnSpPr>
          <p:nvPr/>
        </p:nvCxnSpPr>
        <p:spPr>
          <a:xfrm flipH="1">
            <a:off x="1178378" y="1914527"/>
            <a:ext cx="46265" cy="24125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35928" y="4869418"/>
            <a:ext cx="429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1. CCP</a:t>
            </a:r>
            <a:r>
              <a:rPr lang="ko-KR" altLang="en-US" dirty="0">
                <a:solidFill>
                  <a:srgbClr val="FF0000"/>
                </a:solidFill>
              </a:rPr>
              <a:t>에서 열차 번호 </a:t>
            </a:r>
            <a:r>
              <a:rPr lang="en-US" altLang="ko-KR" dirty="0">
                <a:solidFill>
                  <a:srgbClr val="FF0000"/>
                </a:solidFill>
              </a:rPr>
              <a:t>10</a:t>
            </a:r>
            <a:r>
              <a:rPr lang="ko-KR" altLang="en-US" dirty="0">
                <a:solidFill>
                  <a:srgbClr val="FF0000"/>
                </a:solidFill>
              </a:rPr>
              <a:t>을 입력한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9771" y="1579212"/>
            <a:ext cx="4489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2. PAC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Train NO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en-US" altLang="ko-KR" dirty="0">
                <a:solidFill>
                  <a:srgbClr val="FF0000"/>
                </a:solidFill>
              </a:rPr>
              <a:t>10</a:t>
            </a:r>
            <a:r>
              <a:rPr lang="ko-KR" altLang="en-US" dirty="0">
                <a:solidFill>
                  <a:srgbClr val="FF0000"/>
                </a:solidFill>
              </a:rPr>
              <a:t>으로 인지한 상태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9391" y="818181"/>
            <a:ext cx="3480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3. PAC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Cab</a:t>
            </a:r>
            <a:r>
              <a:rPr lang="ko-KR" altLang="en-US" dirty="0">
                <a:solidFill>
                  <a:srgbClr val="FF0000"/>
                </a:solidFill>
              </a:rPr>
              <a:t>을 인지 하였으나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</a:t>
            </a:r>
            <a:r>
              <a:rPr lang="ko-KR" altLang="en-US" dirty="0">
                <a:solidFill>
                  <a:srgbClr val="FF0000"/>
                </a:solidFill>
              </a:rPr>
              <a:t>열차번호를 </a:t>
            </a:r>
            <a:r>
              <a:rPr lang="en-US" altLang="ko-KR" dirty="0">
                <a:solidFill>
                  <a:srgbClr val="FF0000"/>
                </a:solidFill>
              </a:rPr>
              <a:t>80</a:t>
            </a:r>
            <a:r>
              <a:rPr lang="ko-KR" altLang="en-US" dirty="0" err="1">
                <a:solidFill>
                  <a:srgbClr val="FF0000"/>
                </a:solidFill>
              </a:rPr>
              <a:t>으로전달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713" y="5237203"/>
            <a:ext cx="8252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4. CCP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Cab Key</a:t>
            </a:r>
            <a:r>
              <a:rPr lang="ko-KR" altLang="en-US" dirty="0">
                <a:solidFill>
                  <a:srgbClr val="FF0000"/>
                </a:solidFill>
              </a:rPr>
              <a:t>를 인지 하지 않은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상태에서 </a:t>
            </a:r>
            <a:r>
              <a:rPr lang="en-US" altLang="ko-KR" dirty="0">
                <a:solidFill>
                  <a:srgbClr val="FF0000"/>
                </a:solidFill>
              </a:rPr>
              <a:t>PAC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ko-KR" altLang="en-US" dirty="0" err="1">
                <a:solidFill>
                  <a:srgbClr val="FF0000"/>
                </a:solidFill>
              </a:rPr>
              <a:t>열번이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80</a:t>
            </a:r>
            <a:r>
              <a:rPr lang="ko-KR" altLang="en-US" dirty="0">
                <a:solidFill>
                  <a:srgbClr val="FF0000"/>
                </a:solidFill>
              </a:rPr>
              <a:t>으로 들어옴으로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CCP</a:t>
            </a:r>
            <a:r>
              <a:rPr lang="ko-KR" altLang="en-US" dirty="0">
                <a:solidFill>
                  <a:srgbClr val="FF0000"/>
                </a:solidFill>
              </a:rPr>
              <a:t>의 열차번호를 </a:t>
            </a:r>
            <a:r>
              <a:rPr lang="en-US" altLang="ko-KR" dirty="0">
                <a:solidFill>
                  <a:srgbClr val="FF0000"/>
                </a:solidFill>
              </a:rPr>
              <a:t>80</a:t>
            </a:r>
            <a:r>
              <a:rPr lang="ko-KR" altLang="en-US" dirty="0">
                <a:solidFill>
                  <a:srgbClr val="FF0000"/>
                </a:solidFill>
              </a:rPr>
              <a:t>으로 갱신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이후</a:t>
            </a:r>
            <a:r>
              <a:rPr lang="en-US" altLang="ko-KR" dirty="0">
                <a:solidFill>
                  <a:srgbClr val="FF0000"/>
                </a:solidFill>
              </a:rPr>
              <a:t>, Cab</a:t>
            </a:r>
            <a:r>
              <a:rPr lang="ko-KR" altLang="en-US" dirty="0">
                <a:solidFill>
                  <a:srgbClr val="FF0000"/>
                </a:solidFill>
              </a:rPr>
              <a:t>이 </a:t>
            </a:r>
            <a:r>
              <a:rPr lang="ko-KR" altLang="en-US" dirty="0" err="1">
                <a:solidFill>
                  <a:srgbClr val="FF0000"/>
                </a:solidFill>
              </a:rPr>
              <a:t>인되면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Cab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key</a:t>
            </a:r>
            <a:r>
              <a:rPr lang="ko-KR" altLang="en-US" dirty="0">
                <a:solidFill>
                  <a:srgbClr val="FF0000"/>
                </a:solidFill>
              </a:rPr>
              <a:t>의 전환으로 인지하여</a:t>
            </a:r>
            <a:r>
              <a:rPr lang="en-US" altLang="ko-KR" dirty="0">
                <a:solidFill>
                  <a:srgbClr val="FF0000"/>
                </a:solidFill>
              </a:rPr>
              <a:t>, 81</a:t>
            </a:r>
            <a:r>
              <a:rPr lang="ko-KR" altLang="en-US" dirty="0">
                <a:solidFill>
                  <a:srgbClr val="FF0000"/>
                </a:solidFill>
              </a:rPr>
              <a:t>로 열차번호를 변경됨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49977" y="6875895"/>
            <a:ext cx="9883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해결 방안 </a:t>
            </a:r>
            <a:r>
              <a:rPr lang="en-US" altLang="ko-KR" dirty="0">
                <a:solidFill>
                  <a:srgbClr val="FF0000"/>
                </a:solidFill>
              </a:rPr>
              <a:t>: PAC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Train No </a:t>
            </a:r>
            <a:r>
              <a:rPr lang="ko-KR" altLang="en-US" dirty="0" err="1">
                <a:solidFill>
                  <a:srgbClr val="FF0000"/>
                </a:solidFill>
              </a:rPr>
              <a:t>전달시</a:t>
            </a:r>
            <a:r>
              <a:rPr lang="ko-KR" altLang="en-US" dirty="0">
                <a:solidFill>
                  <a:srgbClr val="FF0000"/>
                </a:solidFill>
              </a:rPr>
              <a:t> 마지막 값을 전달 해 주어야 문제가 해소 </a:t>
            </a:r>
            <a:r>
              <a:rPr lang="ko-KR" altLang="en-US" dirty="0" err="1">
                <a:solidFill>
                  <a:srgbClr val="FF0000"/>
                </a:solidFill>
              </a:rPr>
              <a:t>될것으로</a:t>
            </a:r>
            <a:r>
              <a:rPr lang="ko-KR" altLang="en-US">
                <a:solidFill>
                  <a:srgbClr val="FF0000"/>
                </a:solidFill>
              </a:rPr>
              <a:t> 판단됨</a:t>
            </a:r>
            <a:r>
              <a:rPr lang="en-US" altLang="ko-KR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0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95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Young-Jin Kwon</dc:creator>
  <cp:lastModifiedBy>Young-Jin Kwon</cp:lastModifiedBy>
  <cp:revision>2</cp:revision>
  <dcterms:created xsi:type="dcterms:W3CDTF">2017-03-13T13:30:29Z</dcterms:created>
  <dcterms:modified xsi:type="dcterms:W3CDTF">2017-03-13T13:42:54Z</dcterms:modified>
</cp:coreProperties>
</file>