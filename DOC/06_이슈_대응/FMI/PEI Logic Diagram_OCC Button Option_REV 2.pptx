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92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2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6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8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1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2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0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8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8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9A2EB-395D-44F3-90DC-D774C8657BF3}" type="datetimeFigureOut">
              <a:rPr lang="en-US" smtClean="0"/>
              <a:t>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52718-E4D8-4313-BF28-E48FEBB0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4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991911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SIP (VoIP)</a:t>
            </a:r>
          </a:p>
          <a:p>
            <a:pPr algn="ctr"/>
            <a:r>
              <a:rPr lang="en-US" sz="1300" dirty="0"/>
              <a:t>Box</a:t>
            </a: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3430470" y="228600"/>
            <a:ext cx="228306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MP 40XX Starts PEI Call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2307849"/>
            <a:ext cx="986116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56" name="TextBox 55"/>
          <p:cNvSpPr txBox="1"/>
          <p:nvPr/>
        </p:nvSpPr>
        <p:spPr>
          <a:xfrm>
            <a:off x="179887" y="4345573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91911" y="5831896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Windows Box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</a:t>
              </a:r>
              <a:r>
                <a:rPr lang="en-US" b="1" dirty="0" smtClean="0"/>
                <a:t>40YY</a:t>
              </a:r>
              <a:endParaRPr lang="en-US" b="1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987427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SIP (VoIP)</a:t>
            </a:r>
          </a:p>
          <a:p>
            <a:pPr algn="ctr"/>
            <a:r>
              <a:rPr lang="en-US" sz="1300" dirty="0"/>
              <a:t>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Windows Box</a:t>
            </a:r>
          </a:p>
        </p:txBody>
      </p:sp>
      <p:cxnSp>
        <p:nvCxnSpPr>
          <p:cNvPr id="33" name="Straight Arrow Connector 32"/>
          <p:cNvCxnSpPr>
            <a:stCxn id="52" idx="3"/>
            <a:endCxn id="31" idx="1"/>
          </p:cNvCxnSpPr>
          <p:nvPr/>
        </p:nvCxnSpPr>
        <p:spPr>
          <a:xfrm flipV="1">
            <a:off x="1214716" y="1428335"/>
            <a:ext cx="2772711" cy="1469741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" y="2769194"/>
            <a:ext cx="986116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228600" y="3031793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ON HOLD</a:t>
            </a:r>
            <a:endParaRPr lang="en-US" sz="1300" dirty="0"/>
          </a:p>
        </p:txBody>
      </p:sp>
      <p:cxnSp>
        <p:nvCxnSpPr>
          <p:cNvPr id="58" name="Straight Arrow Connector 57"/>
          <p:cNvCxnSpPr>
            <a:stCxn id="56" idx="3"/>
            <a:endCxn id="32" idx="1"/>
          </p:cNvCxnSpPr>
          <p:nvPr/>
        </p:nvCxnSpPr>
        <p:spPr>
          <a:xfrm flipV="1">
            <a:off x="1166004" y="2078940"/>
            <a:ext cx="2821423" cy="2495542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980238" y="2726545"/>
            <a:ext cx="449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Woojin PTT Button Toggles between PEI Mic and Speaker on MP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AVAYA Phone holds SIP connection with VoIP box in 40XX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Audio is transmitted to the “ACTIVE CALL” with MP 40XX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7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991911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SIP (VoIP)</a:t>
            </a:r>
          </a:p>
          <a:p>
            <a:pPr algn="ctr"/>
            <a:r>
              <a:rPr lang="en-US" sz="1300" dirty="0"/>
              <a:t>Box</a:t>
            </a: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2307849"/>
            <a:ext cx="986116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56" name="TextBox 55"/>
          <p:cNvSpPr txBox="1"/>
          <p:nvPr/>
        </p:nvSpPr>
        <p:spPr>
          <a:xfrm>
            <a:off x="179887" y="4345573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91911" y="5831896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Windows Box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</a:t>
              </a:r>
              <a:r>
                <a:rPr lang="en-US" b="1" dirty="0" smtClean="0"/>
                <a:t>40YY</a:t>
              </a:r>
              <a:endParaRPr lang="en-US" b="1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987427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SIP (VoIP)</a:t>
            </a:r>
          </a:p>
          <a:p>
            <a:pPr algn="ctr"/>
            <a:r>
              <a:rPr lang="en-US" sz="1300" dirty="0"/>
              <a:t>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Windows Box</a:t>
            </a:r>
          </a:p>
        </p:txBody>
      </p:sp>
      <p:cxnSp>
        <p:nvCxnSpPr>
          <p:cNvPr id="33" name="Straight Arrow Connector 32"/>
          <p:cNvCxnSpPr>
            <a:stCxn id="52" idx="3"/>
            <a:endCxn id="31" idx="1"/>
          </p:cNvCxnSpPr>
          <p:nvPr/>
        </p:nvCxnSpPr>
        <p:spPr>
          <a:xfrm flipV="1">
            <a:off x="1214716" y="1428335"/>
            <a:ext cx="2772711" cy="1469741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54" idx="3"/>
            <a:endCxn id="11" idx="1"/>
          </p:cNvCxnSpPr>
          <p:nvPr/>
        </p:nvCxnSpPr>
        <p:spPr>
          <a:xfrm>
            <a:off x="1214716" y="3160675"/>
            <a:ext cx="2777195" cy="2249525"/>
          </a:xfrm>
          <a:prstGeom prst="straightConnector1">
            <a:avLst/>
          </a:prstGeom>
          <a:ln w="25400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" y="2769194"/>
            <a:ext cx="986116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ACTIVE CALL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228600" y="3031793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 smtClean="0"/>
              <a:t>ON HOLD</a:t>
            </a:r>
            <a:endParaRPr 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3430470" y="228600"/>
            <a:ext cx="226703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MP 40YY Starts PEI Call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166004" y="2078940"/>
            <a:ext cx="2821423" cy="23406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57" idx="1"/>
          </p:cNvCxnSpPr>
          <p:nvPr/>
        </p:nvCxnSpPr>
        <p:spPr>
          <a:xfrm>
            <a:off x="1166004" y="4724400"/>
            <a:ext cx="2825907" cy="1336405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80238" y="2726545"/>
            <a:ext cx="449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Woojin PTT Button Toggles between PEI Mic and Speaker on both MP 40XX &amp; 40YY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AVAYA Phone holds SIP connection with VoIP box in both 40XX &amp; 40YY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Audio is only transmitted to the “ACTIVE CALL” with MP 40XX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44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991911" y="5181291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SIP (VoIP)</a:t>
            </a:r>
          </a:p>
          <a:p>
            <a:pPr algn="ctr"/>
            <a:r>
              <a:rPr lang="en-US" sz="1300" dirty="0"/>
              <a:t>Box</a:t>
            </a: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1" r="75904" b="4337"/>
          <a:stretch/>
        </p:blipFill>
        <p:spPr bwMode="auto">
          <a:xfrm>
            <a:off x="4800599" y="1123226"/>
            <a:ext cx="3859305" cy="12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5875442" y="1591524"/>
            <a:ext cx="1853392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b="1" dirty="0" smtClean="0"/>
              <a:t>Married Pair 40XX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43419" y="792033"/>
            <a:ext cx="1109382" cy="550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600" b="1" dirty="0"/>
              <a:t>WiMAX</a:t>
            </a:r>
          </a:p>
          <a:p>
            <a:pPr algn="ctr"/>
            <a:r>
              <a:rPr lang="en-US" sz="1600" b="1" dirty="0"/>
              <a:t>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888" y="908507"/>
            <a:ext cx="986116" cy="36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2000" b="1" dirty="0"/>
              <a:t>OCC</a:t>
            </a:r>
          </a:p>
        </p:txBody>
      </p:sp>
      <p:sp>
        <p:nvSpPr>
          <p:cNvPr id="2" name="Cloud 1"/>
          <p:cNvSpPr/>
          <p:nvPr/>
        </p:nvSpPr>
        <p:spPr>
          <a:xfrm>
            <a:off x="1934323" y="1342184"/>
            <a:ext cx="1748492" cy="5363416"/>
          </a:xfrm>
          <a:prstGeom prst="cloud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spcCol="0"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28600" y="2307849"/>
            <a:ext cx="986116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AVAYA </a:t>
            </a:r>
            <a:r>
              <a:rPr lang="en-US" sz="1300" dirty="0" smtClean="0"/>
              <a:t>Phone</a:t>
            </a:r>
            <a:endParaRPr lang="en-US" sz="1300" dirty="0"/>
          </a:p>
        </p:txBody>
      </p:sp>
      <p:sp>
        <p:nvSpPr>
          <p:cNvPr id="56" name="TextBox 55"/>
          <p:cNvSpPr txBox="1"/>
          <p:nvPr/>
        </p:nvSpPr>
        <p:spPr>
          <a:xfrm>
            <a:off x="179887" y="4345573"/>
            <a:ext cx="986117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Woojin PTT Button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91911" y="5831896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Windows Box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00600" y="5257800"/>
            <a:ext cx="4003079" cy="1271304"/>
            <a:chOff x="3624532" y="2124299"/>
            <a:chExt cx="5154705" cy="1271304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611" r="75904" b="4337"/>
            <a:stretch/>
          </p:blipFill>
          <p:spPr bwMode="auto">
            <a:xfrm>
              <a:off x="3624532" y="2124299"/>
              <a:ext cx="5154705" cy="127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5275188" y="2592597"/>
              <a:ext cx="1840568" cy="334707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b="1" dirty="0" smtClean="0"/>
                <a:t>Married Pair </a:t>
              </a:r>
              <a:r>
                <a:rPr lang="en-US" b="1" dirty="0" smtClean="0"/>
                <a:t>40YY</a:t>
              </a:r>
              <a:endParaRPr lang="en-US" b="1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987427" y="1199426"/>
            <a:ext cx="784634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SIP (VoIP)</a:t>
            </a:r>
          </a:p>
          <a:p>
            <a:pPr algn="ctr"/>
            <a:r>
              <a:rPr lang="en-US" sz="1300" dirty="0"/>
              <a:t>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7427" y="1850031"/>
            <a:ext cx="780151" cy="457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Windows Box</a:t>
            </a:r>
          </a:p>
        </p:txBody>
      </p:sp>
      <p:cxnSp>
        <p:nvCxnSpPr>
          <p:cNvPr id="33" name="Straight Arrow Connector 32"/>
          <p:cNvCxnSpPr>
            <a:stCxn id="54" idx="3"/>
            <a:endCxn id="11" idx="1"/>
          </p:cNvCxnSpPr>
          <p:nvPr/>
        </p:nvCxnSpPr>
        <p:spPr>
          <a:xfrm>
            <a:off x="1214716" y="3160675"/>
            <a:ext cx="2777195" cy="2249525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52" idx="3"/>
            <a:endCxn id="31" idx="1"/>
          </p:cNvCxnSpPr>
          <p:nvPr/>
        </p:nvCxnSpPr>
        <p:spPr>
          <a:xfrm flipV="1">
            <a:off x="1214716" y="1428335"/>
            <a:ext cx="2772711" cy="1469741"/>
          </a:xfrm>
          <a:prstGeom prst="straightConnector1">
            <a:avLst/>
          </a:prstGeom>
          <a:ln w="25400"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" y="2769194"/>
            <a:ext cx="986116" cy="257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ON </a:t>
            </a:r>
            <a:r>
              <a:rPr lang="en-US" sz="1300" dirty="0" smtClean="0"/>
              <a:t>HOLD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228600" y="3031793"/>
            <a:ext cx="986116" cy="2577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300" dirty="0"/>
              <a:t>ACTIVE CALL</a:t>
            </a:r>
            <a:endParaRPr 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1993506" y="228600"/>
            <a:ext cx="4081951" cy="334707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dirty="0" smtClean="0"/>
              <a:t>Dispatcher switches active call to MP 40YY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166004" y="2078940"/>
            <a:ext cx="2821423" cy="234066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57" idx="1"/>
          </p:cNvCxnSpPr>
          <p:nvPr/>
        </p:nvCxnSpPr>
        <p:spPr>
          <a:xfrm>
            <a:off x="1166004" y="4724400"/>
            <a:ext cx="2825907" cy="1336405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80238" y="2726545"/>
            <a:ext cx="449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Woojin PTT Button Toggles between PEI Mic and Speaker on both MP 40XX &amp; 40YY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AVAYA Phone holds SIP connection with VoIP box in both 40XX &amp; 40YY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Audio is only transmitted to the “ACTIVE CALL” with MP 40YY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2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235</Words>
  <Application>Microsoft Office PowerPoint</Application>
  <PresentationFormat>On-screen Show (4:3)</PresentationFormat>
  <Paragraphs>60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Demarais</dc:creator>
  <cp:lastModifiedBy>Alex Demarais</cp:lastModifiedBy>
  <cp:revision>8</cp:revision>
  <dcterms:created xsi:type="dcterms:W3CDTF">2015-12-10T15:29:47Z</dcterms:created>
  <dcterms:modified xsi:type="dcterms:W3CDTF">2016-01-19T23:45:44Z</dcterms:modified>
</cp:coreProperties>
</file>