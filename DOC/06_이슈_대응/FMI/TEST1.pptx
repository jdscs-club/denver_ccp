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930" y="18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73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74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30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63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4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94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76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33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70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31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4FF4-4252-4E3D-BCD5-B6243B0A7EDC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B3F75-E4A5-4438-B06A-76830BE2C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8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95049"/>
            <a:ext cx="6400000" cy="360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9811" t="9031" r="52762" b="48653"/>
          <a:stretch/>
        </p:blipFill>
        <p:spPr>
          <a:xfrm>
            <a:off x="4392989" y="2486704"/>
            <a:ext cx="5802508" cy="3690257"/>
          </a:xfrm>
          <a:prstGeom prst="rect">
            <a:avLst/>
          </a:prstGeom>
          <a:ln w="2286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직사각형 3"/>
          <p:cNvSpPr/>
          <p:nvPr/>
        </p:nvSpPr>
        <p:spPr>
          <a:xfrm>
            <a:off x="943429" y="580571"/>
            <a:ext cx="2032000" cy="13135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975429" y="1894114"/>
            <a:ext cx="1417560" cy="6095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6858000" y="2732314"/>
            <a:ext cx="436243" cy="4789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1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9" y="364671"/>
            <a:ext cx="6400000" cy="360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9465" t="7936" r="52768" b="47937"/>
          <a:stretch/>
        </p:blipFill>
        <p:spPr>
          <a:xfrm>
            <a:off x="4636914" y="2652942"/>
            <a:ext cx="5477699" cy="3600000"/>
          </a:xfrm>
          <a:prstGeom prst="rect">
            <a:avLst/>
          </a:prstGeom>
          <a:ln w="2286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직사각형 5"/>
          <p:cNvSpPr/>
          <p:nvPr/>
        </p:nvSpPr>
        <p:spPr>
          <a:xfrm>
            <a:off x="943429" y="580571"/>
            <a:ext cx="2032000" cy="13135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975429" y="1894114"/>
            <a:ext cx="1417560" cy="6095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6760029" y="2928257"/>
            <a:ext cx="436243" cy="4789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88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9465" t="7936" r="52768" b="47937"/>
          <a:stretch/>
        </p:blipFill>
        <p:spPr>
          <a:xfrm>
            <a:off x="1153886" y="544286"/>
            <a:ext cx="4604657" cy="302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2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lenovo</dc:creator>
  <cp:lastModifiedBy>장덕수</cp:lastModifiedBy>
  <cp:revision>5</cp:revision>
  <dcterms:created xsi:type="dcterms:W3CDTF">2018-02-14T01:35:41Z</dcterms:created>
  <dcterms:modified xsi:type="dcterms:W3CDTF">2018-02-14T03:06:27Z</dcterms:modified>
</cp:coreProperties>
</file>