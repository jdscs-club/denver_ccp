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87"/>
    <p:restoredTop sz="94649"/>
  </p:normalViewPr>
  <p:slideViewPr>
    <p:cSldViewPr snapToGrid="0" snapToObjects="1">
      <p:cViewPr>
        <p:scale>
          <a:sx n="90" d="100"/>
          <a:sy n="90" d="100"/>
        </p:scale>
        <p:origin x="328" y="1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A0D3FC-6255-9845-8285-DCA28C9BE2B1}" type="datetimeFigureOut">
              <a:rPr kumimoji="1" lang="ko-KR" altLang="en-US" smtClean="0"/>
              <a:t>2017. 7. 10.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 smtClean="0"/>
              <a:t>마스터 텍스트 스타일을 편집하려면 클릭</a:t>
            </a:r>
          </a:p>
          <a:p>
            <a:pPr lvl="1"/>
            <a:r>
              <a:rPr kumimoji="1" lang="ko-KR" altLang="en-US" smtClean="0"/>
              <a:t>두 번째 수준</a:t>
            </a:r>
          </a:p>
          <a:p>
            <a:pPr lvl="2"/>
            <a:r>
              <a:rPr kumimoji="1" lang="ko-KR" altLang="en-US" smtClean="0"/>
              <a:t>세 번째 수준</a:t>
            </a:r>
          </a:p>
          <a:p>
            <a:pPr lvl="3"/>
            <a:r>
              <a:rPr kumimoji="1" lang="ko-KR" altLang="en-US" smtClean="0"/>
              <a:t>네 번째 수준</a:t>
            </a:r>
          </a:p>
          <a:p>
            <a:pPr lvl="4"/>
            <a:r>
              <a:rPr kumimoji="1" lang="ko-KR" altLang="en-US" smtClean="0"/>
              <a:t>다섯 번째 수준</a:t>
            </a:r>
            <a:endParaRPr kumimoji="1"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A6EDFE-A306-A142-896C-443C9BC41CF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02867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 smtClean="0"/>
              <a:t>마스터 제목 스타일 편집</a:t>
            </a:r>
            <a:endParaRPr kumimoji="1" lang="ko-KR" altLang="en-US"/>
          </a:p>
        </p:txBody>
      </p:sp>
      <p:sp>
        <p:nvSpPr>
          <p:cNvPr id="3" name="부제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 smtClean="0"/>
              <a:t>마스터 부제목 스타일 편집</a:t>
            </a:r>
            <a:endParaRPr kumimoji="1"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C2820-881F-9245-B48C-4145BCAF0ECF}" type="datetimeFigureOut">
              <a:rPr kumimoji="1" lang="ko-KR" altLang="en-US" smtClean="0"/>
              <a:t>2017. 7. 10.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98417-3A96-564F-AF8E-EFB2EDE9976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5038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smtClean="0"/>
              <a:t>마스터 제목 스타일 편집</a:t>
            </a:r>
            <a:endParaRPr kumimoji="1"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 smtClean="0"/>
              <a:t>마스터 텍스트 스타일을 편집하려면 클릭</a:t>
            </a:r>
          </a:p>
          <a:p>
            <a:pPr lvl="1"/>
            <a:r>
              <a:rPr kumimoji="1" lang="ko-KR" altLang="en-US" smtClean="0"/>
              <a:t>두 번째 수준</a:t>
            </a:r>
          </a:p>
          <a:p>
            <a:pPr lvl="2"/>
            <a:r>
              <a:rPr kumimoji="1" lang="ko-KR" altLang="en-US" smtClean="0"/>
              <a:t>세 번째 수준</a:t>
            </a:r>
          </a:p>
          <a:p>
            <a:pPr lvl="3"/>
            <a:r>
              <a:rPr kumimoji="1" lang="ko-KR" altLang="en-US" smtClean="0"/>
              <a:t>네 번째 수준</a:t>
            </a:r>
          </a:p>
          <a:p>
            <a:pPr lvl="4"/>
            <a:r>
              <a:rPr kumimoji="1" lang="ko-KR" altLang="en-US" smtClean="0"/>
              <a:t>다섯 번째 수준</a:t>
            </a:r>
            <a:endParaRPr kumimoji="1"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C2820-881F-9245-B48C-4145BCAF0ECF}" type="datetimeFigureOut">
              <a:rPr kumimoji="1" lang="ko-KR" altLang="en-US" smtClean="0"/>
              <a:t>2017. 7. 10.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98417-3A96-564F-AF8E-EFB2EDE9976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9337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 smtClean="0"/>
              <a:t>마스터 제목 스타일 편집</a:t>
            </a:r>
            <a:endParaRPr kumimoji="1"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 smtClean="0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C2820-881F-9245-B48C-4145BCAF0ECF}" type="datetimeFigureOut">
              <a:rPr kumimoji="1" lang="ko-KR" altLang="en-US" smtClean="0"/>
              <a:t>2017. 7. 10.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98417-3A96-564F-AF8E-EFB2EDE9976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99015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smtClean="0"/>
              <a:t>마스터 제목 스타일 편집</a:t>
            </a:r>
            <a:endParaRPr kumimoji="1"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 smtClean="0"/>
              <a:t>마스터 텍스트 스타일을 편집하려면 클릭</a:t>
            </a:r>
          </a:p>
          <a:p>
            <a:pPr lvl="1"/>
            <a:r>
              <a:rPr kumimoji="1" lang="ko-KR" altLang="en-US" smtClean="0"/>
              <a:t>두 번째 수준</a:t>
            </a:r>
          </a:p>
          <a:p>
            <a:pPr lvl="2"/>
            <a:r>
              <a:rPr kumimoji="1" lang="ko-KR" altLang="en-US" smtClean="0"/>
              <a:t>세 번째 수준</a:t>
            </a:r>
          </a:p>
          <a:p>
            <a:pPr lvl="3"/>
            <a:r>
              <a:rPr kumimoji="1" lang="ko-KR" altLang="en-US" smtClean="0"/>
              <a:t>네 번째 수준</a:t>
            </a:r>
          </a:p>
          <a:p>
            <a:pPr lvl="4"/>
            <a:r>
              <a:rPr kumimoji="1" lang="ko-KR" altLang="en-US" smtClean="0"/>
              <a:t>다섯 번째 수준</a:t>
            </a:r>
            <a:endParaRPr kumimoji="1"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 smtClean="0"/>
              <a:t>마스터 텍스트 스타일을 편집하려면 클릭</a:t>
            </a:r>
          </a:p>
          <a:p>
            <a:pPr lvl="1"/>
            <a:r>
              <a:rPr kumimoji="1" lang="ko-KR" altLang="en-US" smtClean="0"/>
              <a:t>두 번째 수준</a:t>
            </a:r>
          </a:p>
          <a:p>
            <a:pPr lvl="2"/>
            <a:r>
              <a:rPr kumimoji="1" lang="ko-KR" altLang="en-US" smtClean="0"/>
              <a:t>세 번째 수준</a:t>
            </a:r>
          </a:p>
          <a:p>
            <a:pPr lvl="3"/>
            <a:r>
              <a:rPr kumimoji="1" lang="ko-KR" altLang="en-US" smtClean="0"/>
              <a:t>네 번째 수준</a:t>
            </a:r>
          </a:p>
          <a:p>
            <a:pPr lvl="4"/>
            <a:r>
              <a:rPr kumimoji="1" lang="ko-KR" altLang="en-US" smtClean="0"/>
              <a:t>다섯 번째 수준</a:t>
            </a:r>
            <a:endParaRPr kumimoji="1"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C2820-881F-9245-B48C-4145BCAF0ECF}" type="datetimeFigureOut">
              <a:rPr kumimoji="1" lang="ko-KR" altLang="en-US" smtClean="0"/>
              <a:t>2017. 7. 10.</a:t>
            </a:fld>
            <a:endParaRPr kumimoji="1"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98417-3A96-564F-AF8E-EFB2EDE9976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18331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 smtClean="0"/>
              <a:t>마스터 제목 스타일 편집</a:t>
            </a:r>
            <a:endParaRPr kumimoji="1"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 smtClean="0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 smtClean="0"/>
              <a:t>마스터 텍스트 스타일을 편집하려면 클릭</a:t>
            </a:r>
          </a:p>
          <a:p>
            <a:pPr lvl="1"/>
            <a:r>
              <a:rPr kumimoji="1" lang="ko-KR" altLang="en-US" smtClean="0"/>
              <a:t>두 번째 수준</a:t>
            </a:r>
          </a:p>
          <a:p>
            <a:pPr lvl="2"/>
            <a:r>
              <a:rPr kumimoji="1" lang="ko-KR" altLang="en-US" smtClean="0"/>
              <a:t>세 번째 수준</a:t>
            </a:r>
          </a:p>
          <a:p>
            <a:pPr lvl="3"/>
            <a:r>
              <a:rPr kumimoji="1" lang="ko-KR" altLang="en-US" smtClean="0"/>
              <a:t>네 번째 수준</a:t>
            </a:r>
          </a:p>
          <a:p>
            <a:pPr lvl="4"/>
            <a:r>
              <a:rPr kumimoji="1" lang="ko-KR" altLang="en-US" smtClean="0"/>
              <a:t>다섯 번째 수준</a:t>
            </a:r>
            <a:endParaRPr kumimoji="1"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 smtClean="0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 smtClean="0"/>
              <a:t>마스터 텍스트 스타일을 편집하려면 클릭</a:t>
            </a:r>
          </a:p>
          <a:p>
            <a:pPr lvl="1"/>
            <a:r>
              <a:rPr kumimoji="1" lang="ko-KR" altLang="en-US" smtClean="0"/>
              <a:t>두 번째 수준</a:t>
            </a:r>
          </a:p>
          <a:p>
            <a:pPr lvl="2"/>
            <a:r>
              <a:rPr kumimoji="1" lang="ko-KR" altLang="en-US" smtClean="0"/>
              <a:t>세 번째 수준</a:t>
            </a:r>
          </a:p>
          <a:p>
            <a:pPr lvl="3"/>
            <a:r>
              <a:rPr kumimoji="1" lang="ko-KR" altLang="en-US" smtClean="0"/>
              <a:t>네 번째 수준</a:t>
            </a:r>
          </a:p>
          <a:p>
            <a:pPr lvl="4"/>
            <a:r>
              <a:rPr kumimoji="1" lang="ko-KR" altLang="en-US" smtClean="0"/>
              <a:t>다섯 번째 수준</a:t>
            </a:r>
            <a:endParaRPr kumimoji="1"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C2820-881F-9245-B48C-4145BCAF0ECF}" type="datetimeFigureOut">
              <a:rPr kumimoji="1" lang="ko-KR" altLang="en-US" smtClean="0"/>
              <a:t>2017. 7. 10.</a:t>
            </a:fld>
            <a:endParaRPr kumimoji="1"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98417-3A96-564F-AF8E-EFB2EDE9976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39378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smtClean="0"/>
              <a:t>마스터 제목 스타일 편집</a:t>
            </a:r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C2820-881F-9245-B48C-4145BCAF0ECF}" type="datetimeFigureOut">
              <a:rPr kumimoji="1" lang="ko-KR" altLang="en-US" smtClean="0"/>
              <a:t>2017. 7. 10.</a:t>
            </a:fld>
            <a:endParaRPr kumimoji="1"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98417-3A96-564F-AF8E-EFB2EDE9976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87351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백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C2820-881F-9245-B48C-4145BCAF0ECF}" type="datetimeFigureOut">
              <a:rPr kumimoji="1" lang="ko-KR" altLang="en-US" smtClean="0"/>
              <a:t>2017. 7. 10.</a:t>
            </a:fld>
            <a:endParaRPr kumimoji="1"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98417-3A96-564F-AF8E-EFB2EDE9976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32591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 smtClean="0"/>
              <a:t>마스터 제목 스타일 편집</a:t>
            </a:r>
            <a:endParaRPr kumimoji="1"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 smtClean="0"/>
              <a:t>마스터 텍스트 스타일을 편집하려면 클릭</a:t>
            </a:r>
          </a:p>
          <a:p>
            <a:pPr lvl="1"/>
            <a:r>
              <a:rPr kumimoji="1" lang="ko-KR" altLang="en-US" smtClean="0"/>
              <a:t>두 번째 수준</a:t>
            </a:r>
          </a:p>
          <a:p>
            <a:pPr lvl="2"/>
            <a:r>
              <a:rPr kumimoji="1" lang="ko-KR" altLang="en-US" smtClean="0"/>
              <a:t>세 번째 수준</a:t>
            </a:r>
          </a:p>
          <a:p>
            <a:pPr lvl="3"/>
            <a:r>
              <a:rPr kumimoji="1" lang="ko-KR" altLang="en-US" smtClean="0"/>
              <a:t>네 번째 수준</a:t>
            </a:r>
          </a:p>
          <a:p>
            <a:pPr lvl="4"/>
            <a:r>
              <a:rPr kumimoji="1" lang="ko-KR" altLang="en-US" smtClean="0"/>
              <a:t>다섯 번째 수준</a:t>
            </a:r>
            <a:endParaRPr kumimoji="1"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 smtClean="0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C2820-881F-9245-B48C-4145BCAF0ECF}" type="datetimeFigureOut">
              <a:rPr kumimoji="1" lang="ko-KR" altLang="en-US" smtClean="0"/>
              <a:t>2017. 7. 10.</a:t>
            </a:fld>
            <a:endParaRPr kumimoji="1"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98417-3A96-564F-AF8E-EFB2EDE9976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28439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 smtClean="0"/>
              <a:t>마스터 제목 스타일 편집</a:t>
            </a:r>
            <a:endParaRPr kumimoji="1"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 smtClean="0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C2820-881F-9245-B48C-4145BCAF0ECF}" type="datetimeFigureOut">
              <a:rPr kumimoji="1" lang="ko-KR" altLang="en-US" smtClean="0"/>
              <a:t>2017. 7. 10.</a:t>
            </a:fld>
            <a:endParaRPr kumimoji="1"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98417-3A96-564F-AF8E-EFB2EDE9976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34682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smtClean="0"/>
              <a:t>마스터 제목 스타일 편집</a:t>
            </a:r>
            <a:endParaRPr kumimoji="1"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 smtClean="0"/>
              <a:t>마스터 텍스트 스타일을 편집하려면 클릭</a:t>
            </a:r>
          </a:p>
          <a:p>
            <a:pPr lvl="1"/>
            <a:r>
              <a:rPr kumimoji="1" lang="ko-KR" altLang="en-US" smtClean="0"/>
              <a:t>두 번째 수준</a:t>
            </a:r>
          </a:p>
          <a:p>
            <a:pPr lvl="2"/>
            <a:r>
              <a:rPr kumimoji="1" lang="ko-KR" altLang="en-US" smtClean="0"/>
              <a:t>세 번째 수준</a:t>
            </a:r>
          </a:p>
          <a:p>
            <a:pPr lvl="3"/>
            <a:r>
              <a:rPr kumimoji="1" lang="ko-KR" altLang="en-US" smtClean="0"/>
              <a:t>네 번째 수준</a:t>
            </a:r>
          </a:p>
          <a:p>
            <a:pPr lvl="4"/>
            <a:r>
              <a:rPr kumimoji="1" lang="ko-KR" altLang="en-US" smtClean="0"/>
              <a:t>다섯 번째 수준</a:t>
            </a:r>
            <a:endParaRPr kumimoji="1"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C2820-881F-9245-B48C-4145BCAF0ECF}" type="datetimeFigureOut">
              <a:rPr kumimoji="1" lang="ko-KR" altLang="en-US" smtClean="0"/>
              <a:t>2017. 7. 10.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98417-3A96-564F-AF8E-EFB2EDE9976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32792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 smtClean="0"/>
              <a:t>마스터 제목 스타일 편집</a:t>
            </a:r>
            <a:endParaRPr kumimoji="1"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 smtClean="0"/>
              <a:t>마스터 텍스트 스타일을 편집하려면 클릭</a:t>
            </a:r>
          </a:p>
          <a:p>
            <a:pPr lvl="1"/>
            <a:r>
              <a:rPr kumimoji="1" lang="ko-KR" altLang="en-US" smtClean="0"/>
              <a:t>두 번째 수준</a:t>
            </a:r>
          </a:p>
          <a:p>
            <a:pPr lvl="2"/>
            <a:r>
              <a:rPr kumimoji="1" lang="ko-KR" altLang="en-US" smtClean="0"/>
              <a:t>세 번째 수준</a:t>
            </a:r>
          </a:p>
          <a:p>
            <a:pPr lvl="3"/>
            <a:r>
              <a:rPr kumimoji="1" lang="ko-KR" altLang="en-US" smtClean="0"/>
              <a:t>네 번째 수준</a:t>
            </a:r>
          </a:p>
          <a:p>
            <a:pPr lvl="4"/>
            <a:r>
              <a:rPr kumimoji="1" lang="ko-KR" altLang="en-US" smtClean="0"/>
              <a:t>다섯 번째 수준</a:t>
            </a:r>
            <a:endParaRPr kumimoji="1"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C2820-881F-9245-B48C-4145BCAF0ECF}" type="datetimeFigureOut">
              <a:rPr kumimoji="1" lang="ko-KR" altLang="en-US" smtClean="0"/>
              <a:t>2017. 7. 10.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98417-3A96-564F-AF8E-EFB2EDE9976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01970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 smtClean="0"/>
              <a:t>마스터 제목 스타일 편집</a:t>
            </a:r>
            <a:endParaRPr kumimoji="1"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 smtClean="0"/>
              <a:t>마스터 텍스트 스타일을 편집하려면 클릭</a:t>
            </a:r>
          </a:p>
          <a:p>
            <a:pPr lvl="1"/>
            <a:r>
              <a:rPr kumimoji="1" lang="ko-KR" altLang="en-US" smtClean="0"/>
              <a:t>두 번째 수준</a:t>
            </a:r>
          </a:p>
          <a:p>
            <a:pPr lvl="2"/>
            <a:r>
              <a:rPr kumimoji="1" lang="ko-KR" altLang="en-US" smtClean="0"/>
              <a:t>세 번째 수준</a:t>
            </a:r>
          </a:p>
          <a:p>
            <a:pPr lvl="3"/>
            <a:r>
              <a:rPr kumimoji="1" lang="ko-KR" altLang="en-US" smtClean="0"/>
              <a:t>네 번째 수준</a:t>
            </a:r>
          </a:p>
          <a:p>
            <a:pPr lvl="4"/>
            <a:r>
              <a:rPr kumimoji="1" lang="ko-KR" altLang="en-US" smtClean="0"/>
              <a:t>다섯 번째 수준</a:t>
            </a:r>
            <a:endParaRPr kumimoji="1"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7C2820-881F-9245-B48C-4145BCAF0ECF}" type="datetimeFigureOut">
              <a:rPr kumimoji="1" lang="ko-KR" altLang="en-US" smtClean="0"/>
              <a:t>2017. 7. 10.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E98417-3A96-564F-AF8E-EFB2EDE9976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84253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/>
          <p:cNvGrpSpPr/>
          <p:nvPr/>
        </p:nvGrpSpPr>
        <p:grpSpPr>
          <a:xfrm>
            <a:off x="27443" y="84878"/>
            <a:ext cx="4018862" cy="1725281"/>
            <a:chOff x="212896" y="263007"/>
            <a:chExt cx="5227122" cy="2254102"/>
          </a:xfrm>
        </p:grpSpPr>
        <p:sp>
          <p:nvSpPr>
            <p:cNvPr id="8" name="텍스트 상자 7"/>
            <p:cNvSpPr txBox="1"/>
            <p:nvPr/>
          </p:nvSpPr>
          <p:spPr>
            <a:xfrm>
              <a:off x="287324" y="263007"/>
              <a:ext cx="28294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 smtClean="0"/>
                <a:t>DELTA AFB1248SHE-TC50</a:t>
              </a:r>
              <a:endParaRPr kumimoji="1" lang="ko-KR" altLang="en-US" dirty="0"/>
            </a:p>
          </p:txBody>
        </p:sp>
        <p:pic>
          <p:nvPicPr>
            <p:cNvPr id="10" name="그림 9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12896" y="750038"/>
              <a:ext cx="5227122" cy="1767071"/>
            </a:xfrm>
            <a:prstGeom prst="rect">
              <a:avLst/>
            </a:prstGeom>
          </p:spPr>
        </p:pic>
      </p:grpSp>
      <p:grpSp>
        <p:nvGrpSpPr>
          <p:cNvPr id="15" name="그룹 14"/>
          <p:cNvGrpSpPr/>
          <p:nvPr/>
        </p:nvGrpSpPr>
        <p:grpSpPr>
          <a:xfrm>
            <a:off x="223284" y="1900246"/>
            <a:ext cx="3627180" cy="3119655"/>
            <a:chOff x="6261099" y="263007"/>
            <a:chExt cx="5240962" cy="4930720"/>
          </a:xfrm>
        </p:grpSpPr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261099" y="1110826"/>
              <a:ext cx="5240962" cy="4082901"/>
            </a:xfrm>
            <a:prstGeom prst="rect">
              <a:avLst/>
            </a:prstGeom>
          </p:spPr>
        </p:pic>
        <p:sp>
          <p:nvSpPr>
            <p:cNvPr id="12" name="텍스트 상자 11"/>
            <p:cNvSpPr txBox="1"/>
            <p:nvPr/>
          </p:nvSpPr>
          <p:spPr>
            <a:xfrm>
              <a:off x="6261099" y="263007"/>
              <a:ext cx="31566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 err="1" smtClean="0"/>
                <a:t>embpapst</a:t>
              </a:r>
              <a:r>
                <a:rPr kumimoji="1" lang="en-US" altLang="ko-KR" dirty="0" smtClean="0"/>
                <a:t> </a:t>
              </a:r>
              <a:r>
                <a:rPr kumimoji="1" lang="mr-IN" altLang="ko-KR" dirty="0" smtClean="0"/>
                <a:t>4400F_12-934195</a:t>
              </a:r>
              <a:endParaRPr kumimoji="1" lang="ko-KR" altLang="en-US" dirty="0"/>
            </a:p>
          </p:txBody>
        </p:sp>
      </p:grpSp>
      <p:pic>
        <p:nvPicPr>
          <p:cNvPr id="17" name="그림 1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20562" y="0"/>
            <a:ext cx="5270652" cy="4659866"/>
          </a:xfrm>
          <a:prstGeom prst="rect">
            <a:avLst/>
          </a:prstGeom>
        </p:spPr>
      </p:pic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8849326"/>
              </p:ext>
            </p:extLst>
          </p:nvPr>
        </p:nvGraphicFramePr>
        <p:xfrm>
          <a:off x="2006195" y="5286366"/>
          <a:ext cx="7828734" cy="13573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90984"/>
                <a:gridCol w="1873814"/>
                <a:gridCol w="1190984"/>
                <a:gridCol w="1190984"/>
                <a:gridCol w="1190984"/>
                <a:gridCol w="1190984"/>
              </a:tblGrid>
              <a:tr h="293528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200" u="none" strike="noStrike">
                          <a:effectLst/>
                        </a:rPr>
                        <a:t>　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charset="-127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200" u="none" strike="noStrike">
                          <a:effectLst/>
                        </a:rPr>
                        <a:t>모델</a:t>
                      </a:r>
                      <a:r>
                        <a:rPr lang="en-US" altLang="ko-KR" sz="1200" u="none" strike="noStrike">
                          <a:effectLst/>
                        </a:rPr>
                        <a:t>.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charset="-127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200" u="none" strike="noStrike">
                          <a:effectLst/>
                        </a:rPr>
                        <a:t>동작 전원 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charset="-127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RPM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charset="-127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200" u="none" strike="noStrike" dirty="0">
                          <a:effectLst/>
                        </a:rPr>
                        <a:t>PMM </a:t>
                      </a:r>
                      <a:r>
                        <a:rPr lang="ko-KR" altLang="en-US" sz="1200" u="none" strike="noStrike" dirty="0">
                          <a:effectLst/>
                        </a:rPr>
                        <a:t>제어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charset="-127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200" u="none" strike="noStrike">
                          <a:effectLst/>
                        </a:rPr>
                        <a:t>수명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charset="-127"/>
                      </a:endParaRPr>
                    </a:p>
                  </a:txBody>
                  <a:tcPr marL="6350" marR="6350" marT="6350" marB="0" anchor="b"/>
                </a:tc>
              </a:tr>
              <a:tr h="35459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DELTA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charset="-127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AFB1248SHE-TC50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charset="-127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24 ~ 56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charset="-127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200" u="none" strike="noStrike">
                          <a:effectLst/>
                        </a:rPr>
                        <a:t>4100</a:t>
                      </a:r>
                      <a:endParaRPr lang="is-IS" sz="1200" b="0" i="0" u="none" strike="noStrike">
                        <a:solidFill>
                          <a:srgbClr val="000000"/>
                        </a:solidFill>
                        <a:effectLst/>
                        <a:latin typeface="맑은 고딕" charset="-127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mr-IN" sz="1200" u="none" strike="noStrike">
                          <a:effectLst/>
                        </a:rPr>
                        <a:t>-</a:t>
                      </a:r>
                      <a:endParaRPr lang="mr-IN" sz="1200" b="0" i="0" u="none" strike="noStrike">
                        <a:solidFill>
                          <a:srgbClr val="000000"/>
                        </a:solidFill>
                        <a:effectLst/>
                        <a:latin typeface="맑은 고딕" charset="-127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200" u="none" strike="noStrike">
                          <a:effectLst/>
                        </a:rPr>
                        <a:t>70000</a:t>
                      </a:r>
                      <a:endParaRPr lang="is-IS" sz="1200" b="0" i="0" u="none" strike="noStrike">
                        <a:solidFill>
                          <a:srgbClr val="000000"/>
                        </a:solidFill>
                        <a:effectLst/>
                        <a:latin typeface="맑은 고딕" charset="-127"/>
                      </a:endParaRPr>
                    </a:p>
                  </a:txBody>
                  <a:tcPr marL="6350" marR="6350" marT="6350" marB="0" anchor="b"/>
                </a:tc>
              </a:tr>
              <a:tr h="35459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embpapst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charset="-127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4400F_12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charset="-127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28 ~ 53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charset="-127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200" u="none" strike="noStrike">
                          <a:effectLst/>
                        </a:rPr>
                        <a:t>2900</a:t>
                      </a:r>
                      <a:endParaRPr lang="is-IS" sz="1200" b="0" i="0" u="none" strike="noStrike">
                        <a:solidFill>
                          <a:srgbClr val="000000"/>
                        </a:solidFill>
                        <a:effectLst/>
                        <a:latin typeface="맑은 고딕" charset="-127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mr-IN" sz="1200" u="none" strike="noStrike" dirty="0">
                          <a:effectLst/>
                        </a:rPr>
                        <a:t>-</a:t>
                      </a:r>
                      <a:endParaRPr lang="mr-IN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charset="-127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u="none" strike="noStrike">
                          <a:effectLst/>
                        </a:rPr>
                        <a:t>60000</a:t>
                      </a:r>
                      <a:endParaRPr lang="de-DE" sz="1200" b="0" i="0" u="none" strike="noStrike">
                        <a:solidFill>
                          <a:srgbClr val="000000"/>
                        </a:solidFill>
                        <a:effectLst/>
                        <a:latin typeface="맑은 고딕" charset="-127"/>
                      </a:endParaRPr>
                    </a:p>
                  </a:txBody>
                  <a:tcPr marL="6350" marR="6350" marT="6350" marB="0" anchor="b"/>
                </a:tc>
              </a:tr>
              <a:tr h="354598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u="none" strike="noStrike">
                          <a:effectLst/>
                        </a:rPr>
                        <a:t>산요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charset="-127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9LG1248P1G001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charset="-127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36 ~ 60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charset="-127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2000~6550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charset="-127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0 ~ 5 DC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charset="-127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200" u="none" strike="noStrike" dirty="0">
                          <a:effectLst/>
                        </a:rPr>
                        <a:t>180000</a:t>
                      </a:r>
                      <a:endParaRPr lang="is-I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charset="-127"/>
                      </a:endParaRPr>
                    </a:p>
                  </a:txBody>
                  <a:tcPr marL="6350" marR="6350" marT="6350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9660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71334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39</Words>
  <Application>Microsoft Macintosh PowerPoint</Application>
  <PresentationFormat>와이드스크린</PresentationFormat>
  <Paragraphs>26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맑은 고딕</vt:lpstr>
      <vt:lpstr>Mangal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15.0035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장덕수</dc:creator>
  <cp:lastModifiedBy>장덕수</cp:lastModifiedBy>
  <cp:revision>4</cp:revision>
  <dcterms:created xsi:type="dcterms:W3CDTF">2017-07-10T16:25:00Z</dcterms:created>
  <dcterms:modified xsi:type="dcterms:W3CDTF">2017-07-10T17:28:01Z</dcterms:modified>
</cp:coreProperties>
</file>