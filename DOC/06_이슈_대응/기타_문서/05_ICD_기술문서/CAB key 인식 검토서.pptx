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320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29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52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5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36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91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42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1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47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41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27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26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0A004-B1CF-4B77-8DDB-F4E691E86FC5}" type="datetimeFigureOut">
              <a:rPr lang="ko-KR" altLang="en-US" smtClean="0"/>
              <a:t>2016-04-12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43DCA-4553-4C50-B5C6-267511A66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858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4283968" y="1484784"/>
            <a:ext cx="3384376" cy="1800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411760" y="1772816"/>
            <a:ext cx="1008112" cy="12241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SCB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427984" y="1806597"/>
            <a:ext cx="1008000" cy="12241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PAC CPLD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444320" y="1775275"/>
            <a:ext cx="1008000" cy="12241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PAC MCU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1259632" y="2379077"/>
            <a:ext cx="115212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03648" y="2132856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CAB </a:t>
            </a:r>
            <a:r>
              <a:rPr lang="en-US" altLang="ko-KR" sz="1000" dirty="0" smtClean="0"/>
              <a:t>ON+</a:t>
            </a:r>
            <a:endParaRPr lang="ko-KR" altLang="en-US" sz="1000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3419872" y="2204864"/>
            <a:ext cx="100811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19872" y="1958643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CAB KEY_1</a:t>
            </a:r>
            <a:endParaRPr lang="ko-KR" altLang="en-US" sz="1000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3419872" y="2636912"/>
            <a:ext cx="100811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19872" y="2390691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CAB KEY_2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5435984" y="2204864"/>
            <a:ext cx="100822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36096" y="1958643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CAB_A ON</a:t>
            </a:r>
            <a:endParaRPr lang="ko-KR" altLang="en-US" sz="1000" dirty="0"/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5435984" y="2636912"/>
            <a:ext cx="100822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36096" y="2390691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CAB_B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72" y="148478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PAC Board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83568" y="692696"/>
            <a:ext cx="2395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CAB key </a:t>
            </a:r>
            <a:r>
              <a:rPr lang="ko-KR" altLang="en-US" dirty="0" smtClean="0"/>
              <a:t>인식 방법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27584" y="3717032"/>
            <a:ext cx="732456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1.1 PAC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CAB key </a:t>
            </a:r>
            <a:r>
              <a:rPr lang="ko-KR" altLang="en-US" sz="1400" dirty="0" smtClean="0"/>
              <a:t>인식은 </a:t>
            </a:r>
            <a:r>
              <a:rPr lang="en-US" altLang="ko-KR" sz="1400" dirty="0" smtClean="0"/>
              <a:t>CPLD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SCB board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key DIO</a:t>
            </a:r>
            <a:r>
              <a:rPr lang="ko-KR" altLang="en-US" sz="1400" dirty="0" smtClean="0"/>
              <a:t>를 인식하여 </a:t>
            </a:r>
            <a:r>
              <a:rPr lang="en-US" altLang="ko-KR" sz="1400" dirty="0" smtClean="0"/>
              <a:t>PAC MCU</a:t>
            </a:r>
            <a:r>
              <a:rPr lang="ko-KR" altLang="en-US" sz="1400" dirty="0" smtClean="0"/>
              <a:t>에서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CPLD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IO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data</a:t>
            </a:r>
            <a:r>
              <a:rPr lang="ko-KR" altLang="en-US" sz="1400" dirty="0" smtClean="0"/>
              <a:t>를 읽어 </a:t>
            </a:r>
            <a:r>
              <a:rPr lang="en-US" altLang="ko-KR" sz="1400" dirty="0" smtClean="0"/>
              <a:t>CAB </a:t>
            </a:r>
            <a:r>
              <a:rPr lang="ko-KR" altLang="en-US" sz="1400" dirty="0" smtClean="0"/>
              <a:t>정보를 판단한다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1.2 PAC CPLD</a:t>
            </a:r>
            <a:r>
              <a:rPr lang="ko-KR" altLang="en-US" sz="1400" dirty="0" smtClean="0"/>
              <a:t>에서는 </a:t>
            </a:r>
            <a:r>
              <a:rPr lang="en-US" altLang="ko-KR" sz="1400" dirty="0" smtClean="0"/>
              <a:t>CAB KEY_1, CAB KEY_2 </a:t>
            </a:r>
            <a:r>
              <a:rPr lang="ko-KR" altLang="en-US" sz="1400" dirty="0" smtClean="0"/>
              <a:t>입력이 모두 </a:t>
            </a:r>
            <a:r>
              <a:rPr lang="en-US" altLang="ko-KR" sz="1400" dirty="0" smtClean="0"/>
              <a:t>‘0’,’1’</a:t>
            </a:r>
            <a:r>
              <a:rPr lang="ko-KR" altLang="en-US" sz="1400" dirty="0" smtClean="0"/>
              <a:t>일 경우에는 </a:t>
            </a:r>
            <a:r>
              <a:rPr lang="en-US" altLang="ko-KR" sz="1400" dirty="0" smtClean="0"/>
              <a:t>PAC output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data</a:t>
            </a:r>
            <a:r>
              <a:rPr lang="ko-KR" altLang="en-US" sz="1400" dirty="0" smtClean="0"/>
              <a:t>를 </a:t>
            </a:r>
            <a:r>
              <a:rPr lang="en-US" altLang="ko-KR" sz="1400" dirty="0" smtClean="0"/>
              <a:t>‘0’</a:t>
            </a:r>
            <a:r>
              <a:rPr lang="ko-KR" altLang="en-US" sz="1400" dirty="0" smtClean="0"/>
              <a:t>으로 출력하며</a:t>
            </a:r>
            <a:r>
              <a:rPr lang="en-US" altLang="ko-KR" sz="1400" dirty="0" smtClean="0"/>
              <a:t>, 2</a:t>
            </a:r>
            <a:r>
              <a:rPr lang="ko-KR" altLang="en-US" sz="1400" dirty="0" smtClean="0"/>
              <a:t>개의 입력 정보 중 하나만이 </a:t>
            </a:r>
            <a:r>
              <a:rPr lang="en-US" altLang="ko-KR" sz="1400" dirty="0" smtClean="0"/>
              <a:t>‘1’</a:t>
            </a:r>
            <a:r>
              <a:rPr lang="ko-KR" altLang="en-US" sz="1400" dirty="0" smtClean="0"/>
              <a:t>일 경우에 </a:t>
            </a:r>
            <a:r>
              <a:rPr lang="en-US" altLang="ko-KR" sz="1400" dirty="0" smtClean="0"/>
              <a:t>‘1’</a:t>
            </a:r>
            <a:r>
              <a:rPr lang="ko-KR" altLang="en-US" sz="1400" dirty="0" smtClean="0"/>
              <a:t>로 출력한다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1.3 PAC MCU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CAB ON DIO ‘1’</a:t>
            </a:r>
            <a:r>
              <a:rPr lang="ko-KR" altLang="en-US" sz="1400" dirty="0" smtClean="0"/>
              <a:t>인 경우 </a:t>
            </a:r>
            <a:r>
              <a:rPr lang="en-US" altLang="ko-KR" sz="1400" dirty="0" smtClean="0"/>
              <a:t>master </a:t>
            </a:r>
            <a:r>
              <a:rPr lang="ko-KR" altLang="en-US" sz="1400" dirty="0" smtClean="0"/>
              <a:t>통신을 실행하며</a:t>
            </a:r>
            <a:r>
              <a:rPr lang="en-US" altLang="ko-KR" sz="1400" dirty="0" smtClean="0"/>
              <a:t>, CAB key</a:t>
            </a:r>
            <a:r>
              <a:rPr lang="ko-KR" altLang="en-US" sz="1400" dirty="0" smtClean="0"/>
              <a:t>가 빠진 경우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에도 </a:t>
            </a:r>
            <a:r>
              <a:rPr lang="en-US" altLang="ko-KR" sz="1400" dirty="0" smtClean="0"/>
              <a:t>master </a:t>
            </a:r>
            <a:r>
              <a:rPr lang="ko-KR" altLang="en-US" sz="1400" dirty="0" smtClean="0"/>
              <a:t>통신을 유지한다</a:t>
            </a:r>
            <a:r>
              <a:rPr lang="en-US" altLang="ko-KR" sz="1400" dirty="0" smtClean="0"/>
              <a:t>.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37878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83568" y="692696"/>
            <a:ext cx="4174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CAB key </a:t>
            </a:r>
            <a:r>
              <a:rPr lang="ko-KR" altLang="en-US" dirty="0" smtClean="0"/>
              <a:t>인식 테스트와 문제점 검토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27584" y="1196752"/>
            <a:ext cx="738324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</a:t>
            </a:r>
            <a:r>
              <a:rPr lang="en-US" altLang="ko-KR" sz="1400" dirty="0" smtClean="0"/>
              <a:t>.1 CAB key A,B</a:t>
            </a:r>
            <a:r>
              <a:rPr lang="ko-KR" altLang="en-US" sz="1400" dirty="0" smtClean="0"/>
              <a:t>를 모두 </a:t>
            </a:r>
            <a:r>
              <a:rPr lang="en-US" altLang="ko-KR" sz="1400" dirty="0" smtClean="0"/>
              <a:t>‘1’</a:t>
            </a:r>
            <a:r>
              <a:rPr lang="ko-KR" altLang="en-US" sz="1400" dirty="0" smtClean="0"/>
              <a:t>로 설정했을 때 </a:t>
            </a:r>
            <a:r>
              <a:rPr lang="en-US" altLang="ko-KR" sz="1400" dirty="0" smtClean="0"/>
              <a:t>CPLD</a:t>
            </a:r>
            <a:r>
              <a:rPr lang="ko-KR" altLang="en-US" sz="1400" dirty="0" smtClean="0"/>
              <a:t>에서 정상적으로 인식하여 </a:t>
            </a:r>
            <a:r>
              <a:rPr lang="en-US" altLang="ko-KR" sz="1400" dirty="0" smtClean="0"/>
              <a:t>PAC output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data</a:t>
            </a:r>
            <a:r>
              <a:rPr lang="ko-KR" altLang="en-US" sz="1400" dirty="0" smtClean="0"/>
              <a:t>를 </a:t>
            </a:r>
            <a:r>
              <a:rPr lang="en-US" altLang="ko-KR" sz="1400" dirty="0" smtClean="0"/>
              <a:t>‘0’</a:t>
            </a:r>
            <a:r>
              <a:rPr lang="ko-KR" altLang="en-US" sz="1400" dirty="0" smtClean="0"/>
              <a:t>으로 출력하였으며</a:t>
            </a:r>
            <a:r>
              <a:rPr lang="en-US" altLang="ko-KR" sz="1400" dirty="0" smtClean="0"/>
              <a:t>, 2</a:t>
            </a:r>
            <a:r>
              <a:rPr lang="ko-KR" altLang="en-US" sz="1400" dirty="0" smtClean="0"/>
              <a:t>중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개가 </a:t>
            </a:r>
            <a:r>
              <a:rPr lang="en-US" altLang="ko-KR" sz="1400" dirty="0" smtClean="0"/>
              <a:t>‘0’</a:t>
            </a:r>
            <a:r>
              <a:rPr lang="ko-KR" altLang="en-US" sz="1400" dirty="0" smtClean="0"/>
              <a:t>으로 변했을 경우 </a:t>
            </a:r>
            <a:r>
              <a:rPr lang="en-US" altLang="ko-KR" sz="1400" dirty="0" smtClean="0"/>
              <a:t>‘1’</a:t>
            </a:r>
            <a:r>
              <a:rPr lang="ko-KR" altLang="en-US" sz="1400" dirty="0" smtClean="0"/>
              <a:t>인 </a:t>
            </a:r>
            <a:r>
              <a:rPr lang="en-US" altLang="ko-KR" sz="1400" dirty="0" smtClean="0"/>
              <a:t>CAB key data</a:t>
            </a:r>
            <a:r>
              <a:rPr lang="ko-KR" altLang="en-US" sz="1400" dirty="0" smtClean="0"/>
              <a:t>를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정상적으로 출력하였다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2</a:t>
            </a:r>
            <a:r>
              <a:rPr lang="en-US" altLang="ko-KR" sz="1400" dirty="0" smtClean="0"/>
              <a:t>.2 CAB key</a:t>
            </a:r>
            <a:r>
              <a:rPr lang="ko-KR" altLang="en-US" sz="1400" dirty="0" smtClean="0"/>
              <a:t>가 모두 </a:t>
            </a:r>
            <a:r>
              <a:rPr lang="en-US" altLang="ko-KR" sz="1400" dirty="0" smtClean="0"/>
              <a:t>‘1’</a:t>
            </a:r>
            <a:r>
              <a:rPr lang="ko-KR" altLang="en-US" sz="1400" dirty="0" smtClean="0"/>
              <a:t>일 때 </a:t>
            </a:r>
            <a:r>
              <a:rPr lang="en-US" altLang="ko-KR" sz="1400" dirty="0" smtClean="0"/>
              <a:t>car line, track line</a:t>
            </a:r>
            <a:r>
              <a:rPr lang="ko-KR" altLang="en-US" sz="1400" dirty="0" smtClean="0"/>
              <a:t>통신의 충돌하여 깨지는 현상은 없었으며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수동 방송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자동 방송이 정상적으로 동작하는 것을 세트상에서 확인하였다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2</a:t>
            </a:r>
            <a:r>
              <a:rPr lang="en-US" altLang="ko-KR" sz="1400" dirty="0" smtClean="0"/>
              <a:t>.3 CAB key</a:t>
            </a:r>
            <a:r>
              <a:rPr lang="ko-KR" altLang="en-US" sz="1400" dirty="0" smtClean="0"/>
              <a:t>가 모두 </a:t>
            </a:r>
            <a:r>
              <a:rPr lang="en-US" altLang="ko-KR" sz="1400" dirty="0" smtClean="0"/>
              <a:t>‘1’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상태에서 한쪽 </a:t>
            </a:r>
            <a:r>
              <a:rPr lang="en-US" altLang="ko-KR" sz="1400" dirty="0" smtClean="0"/>
              <a:t>CAB</a:t>
            </a:r>
            <a:r>
              <a:rPr lang="ko-KR" altLang="en-US" sz="1400" dirty="0" smtClean="0"/>
              <a:t>이 </a:t>
            </a:r>
            <a:r>
              <a:rPr lang="en-US" altLang="ko-KR" sz="1400" dirty="0" smtClean="0"/>
              <a:t>‘0’</a:t>
            </a:r>
            <a:r>
              <a:rPr lang="ko-KR" altLang="en-US" sz="1400" dirty="0" smtClean="0"/>
              <a:t>으로 변하였을 때 </a:t>
            </a:r>
            <a:r>
              <a:rPr lang="en-US" altLang="ko-KR" sz="1400" dirty="0" smtClean="0"/>
              <a:t>CAR line</a:t>
            </a:r>
            <a:r>
              <a:rPr lang="ko-KR" altLang="en-US" sz="1400" dirty="0" smtClean="0"/>
              <a:t>의 통신 </a:t>
            </a:r>
            <a:r>
              <a:rPr lang="en-US" altLang="ko-KR" sz="1400" dirty="0" smtClean="0"/>
              <a:t>master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도 정상적으로 동작하였으며</a:t>
            </a:r>
            <a:r>
              <a:rPr lang="en-US" altLang="ko-KR" sz="1400" dirty="0" smtClean="0"/>
              <a:t>, track line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inauguration </a:t>
            </a:r>
            <a:r>
              <a:rPr lang="ko-KR" altLang="en-US" sz="1400" dirty="0" smtClean="0"/>
              <a:t>동작도 실행하는 것을 확인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하였다</a:t>
            </a:r>
            <a:r>
              <a:rPr lang="en-US" altLang="ko-KR" sz="1400" dirty="0" smtClean="0"/>
              <a:t>. Inauguration </a:t>
            </a:r>
            <a:r>
              <a:rPr lang="ko-KR" altLang="en-US" sz="1400" dirty="0" smtClean="0"/>
              <a:t>통신은 확인하였으나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중련이</a:t>
            </a:r>
            <a:r>
              <a:rPr lang="ko-KR" altLang="en-US" sz="1400" dirty="0" smtClean="0"/>
              <a:t> 정상적으로 동작하는 것은 확인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하지 못 하였음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2.4 CAB key</a:t>
            </a:r>
            <a:r>
              <a:rPr lang="ko-KR" altLang="en-US" sz="1400" dirty="0" smtClean="0"/>
              <a:t>가 모두 </a:t>
            </a:r>
            <a:r>
              <a:rPr lang="en-US" altLang="ko-KR" sz="1400" dirty="0" smtClean="0"/>
              <a:t>‘1’</a:t>
            </a:r>
            <a:r>
              <a:rPr lang="ko-KR" altLang="en-US" sz="1400" dirty="0" smtClean="0"/>
              <a:t>인 경우의 발생할 수 있는 </a:t>
            </a:r>
            <a:r>
              <a:rPr lang="en-US" altLang="ko-KR" sz="1400" dirty="0" smtClean="0"/>
              <a:t>485 </a:t>
            </a:r>
            <a:r>
              <a:rPr lang="ko-KR" altLang="en-US" sz="1400" dirty="0" smtClean="0"/>
              <a:t>통신 데이터의 충돌로 인해 세트의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오 동작을 우려하였으나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우진 </a:t>
            </a:r>
            <a:r>
              <a:rPr lang="en-US" altLang="ko-KR" sz="1400" dirty="0" smtClean="0"/>
              <a:t>LAB</a:t>
            </a:r>
            <a:r>
              <a:rPr lang="ko-KR" altLang="en-US" sz="1400" dirty="0" smtClean="0"/>
              <a:t>에서의 테스트 결과 통신 데이터의 충돌 현상으로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인해 발생하는 세트의 오 동작 현상은 없었다</a:t>
            </a:r>
            <a:r>
              <a:rPr lang="en-US" altLang="ko-KR" sz="1400" smtClean="0"/>
              <a:t>.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324709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311</Words>
  <Application>Microsoft Office PowerPoint</Application>
  <PresentationFormat>화면 슬라이드 쇼(4:3)</PresentationFormat>
  <Paragraphs>29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hplim</dc:creator>
  <cp:lastModifiedBy>hplim</cp:lastModifiedBy>
  <cp:revision>7</cp:revision>
  <dcterms:created xsi:type="dcterms:W3CDTF">2016-04-12T05:56:53Z</dcterms:created>
  <dcterms:modified xsi:type="dcterms:W3CDTF">2016-04-12T07:38:52Z</dcterms:modified>
</cp:coreProperties>
</file>