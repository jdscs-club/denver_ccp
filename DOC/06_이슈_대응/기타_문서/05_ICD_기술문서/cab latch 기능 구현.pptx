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156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AF5-AA2A-41F1-B9D2-0737E2260758}" type="datetimeFigureOut">
              <a:rPr lang="ko-KR" altLang="en-US" smtClean="0"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B5A-75DB-4FF2-8AA1-1CC61EDE74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12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AF5-AA2A-41F1-B9D2-0737E2260758}" type="datetimeFigureOut">
              <a:rPr lang="ko-KR" altLang="en-US" smtClean="0"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B5A-75DB-4FF2-8AA1-1CC61EDE74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578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AF5-AA2A-41F1-B9D2-0737E2260758}" type="datetimeFigureOut">
              <a:rPr lang="ko-KR" altLang="en-US" smtClean="0"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B5A-75DB-4FF2-8AA1-1CC61EDE74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821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AF5-AA2A-41F1-B9D2-0737E2260758}" type="datetimeFigureOut">
              <a:rPr lang="ko-KR" altLang="en-US" smtClean="0"/>
              <a:t>2016-08-08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B5A-75DB-4FF2-8AA1-1CC61EDE74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450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AF5-AA2A-41F1-B9D2-0737E2260758}" type="datetimeFigureOut">
              <a:rPr lang="ko-KR" altLang="en-US" smtClean="0"/>
              <a:t>2016-08-08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B5A-75DB-4FF2-8AA1-1CC61EDE74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86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AF5-AA2A-41F1-B9D2-0737E2260758}" type="datetimeFigureOut">
              <a:rPr lang="ko-KR" altLang="en-US" smtClean="0"/>
              <a:t>2016-08-08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B5A-75DB-4FF2-8AA1-1CC61EDE74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912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AF5-AA2A-41F1-B9D2-0737E2260758}" type="datetimeFigureOut">
              <a:rPr lang="ko-KR" altLang="en-US" smtClean="0"/>
              <a:t>2016-08-08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B5A-75DB-4FF2-8AA1-1CC61EDE74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76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AF5-AA2A-41F1-B9D2-0737E2260758}" type="datetimeFigureOut">
              <a:rPr lang="ko-KR" altLang="en-US" smtClean="0"/>
              <a:t>2016-08-08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B5A-75DB-4FF2-8AA1-1CC61EDE74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40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AF5-AA2A-41F1-B9D2-0737E2260758}" type="datetimeFigureOut">
              <a:rPr lang="ko-KR" altLang="en-US" smtClean="0"/>
              <a:t>2016-08-08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B5A-75DB-4FF2-8AA1-1CC61EDE74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75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AF5-AA2A-41F1-B9D2-0737E2260758}" type="datetimeFigureOut">
              <a:rPr lang="ko-KR" altLang="en-US" smtClean="0"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B5A-75DB-4FF2-8AA1-1CC61EDE74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649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AF5-AA2A-41F1-B9D2-0737E2260758}" type="datetimeFigureOut">
              <a:rPr lang="ko-KR" altLang="en-US" smtClean="0"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D6B5A-75DB-4FF2-8AA1-1CC61EDE74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1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7DAF5-AA2A-41F1-B9D2-0737E2260758}" type="datetimeFigureOut">
              <a:rPr lang="ko-KR" altLang="en-US" smtClean="0"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D6B5A-75DB-4FF2-8AA1-1CC61EDE74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21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980728"/>
            <a:ext cx="490537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11560" y="188640"/>
            <a:ext cx="4677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CAB Key Latch </a:t>
            </a:r>
            <a:r>
              <a:rPr lang="ko-KR" altLang="en-US" dirty="0" smtClean="0"/>
              <a:t>기능 구현 작업 진행 사항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631721"/>
            <a:ext cx="30004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1.1 PACU CAB key </a:t>
            </a:r>
            <a:r>
              <a:rPr lang="ko-KR" altLang="en-US" sz="1200" dirty="0" smtClean="0"/>
              <a:t>인식 블록 다이어그램</a:t>
            </a:r>
            <a:endParaRPr lang="ko-KR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971600" y="2924944"/>
            <a:ext cx="741682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1.2 PACU CAB key </a:t>
            </a:r>
            <a:r>
              <a:rPr lang="ko-KR" altLang="en-US" sz="1200" dirty="0" smtClean="0"/>
              <a:t>인식 알고리즘 작업 진행 사항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1) CAB key </a:t>
            </a:r>
            <a:r>
              <a:rPr lang="ko-KR" altLang="en-US" sz="1200" dirty="0" smtClean="0"/>
              <a:t>인식 </a:t>
            </a:r>
            <a:r>
              <a:rPr lang="en-US" altLang="ko-KR" sz="1200" dirty="0" smtClean="0"/>
              <a:t>CPLD logic </a:t>
            </a:r>
            <a:r>
              <a:rPr lang="ko-KR" altLang="en-US" sz="1200" dirty="0" smtClean="0"/>
              <a:t>알고리즘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- DIO </a:t>
            </a:r>
            <a:r>
              <a:rPr lang="ko-KR" altLang="en-US" sz="1200" dirty="0" smtClean="0"/>
              <a:t>접점 인식 알고리즘 수정 유무 확인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후 검토 사항 적용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- CAB latch </a:t>
            </a:r>
            <a:r>
              <a:rPr lang="ko-KR" altLang="en-US" sz="1200" dirty="0" smtClean="0"/>
              <a:t>알고리즘 수정 유무 확인</a:t>
            </a:r>
            <a:r>
              <a:rPr lang="en-US" altLang="ko-KR" sz="1200" dirty="0"/>
              <a:t> </a:t>
            </a:r>
            <a:r>
              <a:rPr lang="ko-KR" altLang="en-US" sz="1200" dirty="0" smtClean="0"/>
              <a:t>후 검토 사항 적용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2) PACU microprocessor CAB key </a:t>
            </a:r>
            <a:r>
              <a:rPr lang="ko-KR" altLang="en-US" sz="1200" dirty="0" smtClean="0"/>
              <a:t>인식 알고리즘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- CPLD logic interface </a:t>
            </a:r>
            <a:r>
              <a:rPr lang="ko-KR" altLang="en-US" sz="1200" dirty="0" smtClean="0"/>
              <a:t>알고리즘 수정 유무 확인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후 검토 사항 적용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- CAB key </a:t>
            </a:r>
            <a:r>
              <a:rPr lang="ko-KR" altLang="en-US" sz="1200" dirty="0" smtClean="0"/>
              <a:t>인식 알고리즘 수정 유무 확인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후 검토 사항 적용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- CAB key </a:t>
            </a:r>
            <a:r>
              <a:rPr lang="ko-KR" altLang="en-US" sz="1200" dirty="0" smtClean="0"/>
              <a:t>인식 후 </a:t>
            </a:r>
            <a:r>
              <a:rPr lang="ko-KR" altLang="en-US" sz="1200" dirty="0" err="1" smtClean="0"/>
              <a:t>중련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inauguration </a:t>
            </a:r>
            <a:r>
              <a:rPr lang="ko-KR" altLang="en-US" sz="1200" dirty="0" smtClean="0"/>
              <a:t>동작 알고리즘 수정 유무 확인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후 검토 사항 적용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- </a:t>
            </a:r>
            <a:r>
              <a:rPr lang="ko-KR" altLang="en-US" sz="1200" dirty="0" err="1" smtClean="0"/>
              <a:t>중련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Inauguration </a:t>
            </a:r>
            <a:r>
              <a:rPr lang="ko-KR" altLang="en-US" sz="1200" dirty="0" smtClean="0"/>
              <a:t>동작 시 </a:t>
            </a:r>
            <a:r>
              <a:rPr lang="en-US" altLang="ko-KR" sz="1200" dirty="0" smtClean="0"/>
              <a:t>RS485 interface card</a:t>
            </a:r>
            <a:r>
              <a:rPr lang="ko-KR" altLang="en-US" sz="1200" dirty="0" smtClean="0"/>
              <a:t>와 </a:t>
            </a:r>
            <a:r>
              <a:rPr lang="en-US" altLang="ko-KR" sz="1200" dirty="0" smtClean="0"/>
              <a:t>Track line interface timing </a:t>
            </a:r>
            <a:r>
              <a:rPr lang="ko-KR" altLang="en-US" sz="1200" dirty="0" smtClean="0"/>
              <a:t>수정 유무 확인 후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</a:t>
            </a:r>
            <a:r>
              <a:rPr lang="ko-KR" altLang="en-US" sz="1200" dirty="0" smtClean="0"/>
              <a:t>검토 사항 적용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- CAB key </a:t>
            </a:r>
            <a:r>
              <a:rPr lang="ko-KR" altLang="en-US" sz="1200" dirty="0" smtClean="0"/>
              <a:t>인식 후 </a:t>
            </a:r>
            <a:r>
              <a:rPr lang="en-US" altLang="ko-KR" sz="1200" dirty="0" smtClean="0"/>
              <a:t>Track line </a:t>
            </a:r>
            <a:r>
              <a:rPr lang="ko-KR" altLang="en-US" sz="1200" dirty="0" smtClean="0"/>
              <a:t>통신 이상으로 인한 오 동작 방지 알고리즘 추가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- Single car, married car </a:t>
            </a:r>
            <a:r>
              <a:rPr lang="ko-KR" altLang="en-US" sz="1200" dirty="0" smtClean="0"/>
              <a:t>상태에서의 </a:t>
            </a:r>
            <a:r>
              <a:rPr lang="en-US" altLang="ko-KR" sz="1200" dirty="0" smtClean="0"/>
              <a:t>CAB latch </a:t>
            </a:r>
            <a:r>
              <a:rPr lang="ko-KR" altLang="en-US" sz="1200" dirty="0" smtClean="0"/>
              <a:t>알고리즘 오 동작 확인과 수정 사항 적</a:t>
            </a:r>
            <a:r>
              <a:rPr lang="ko-KR" altLang="en-US" sz="1200" dirty="0"/>
              <a:t>용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- CAB latch </a:t>
            </a:r>
            <a:r>
              <a:rPr lang="ko-KR" altLang="en-US" sz="1200" dirty="0" smtClean="0"/>
              <a:t>알고리즘 수정 적용 세트 상에서 </a:t>
            </a:r>
            <a:r>
              <a:rPr lang="en-US" altLang="ko-KR" sz="1200" dirty="0" smtClean="0"/>
              <a:t>PACU </a:t>
            </a:r>
            <a:r>
              <a:rPr lang="ko-KR" altLang="en-US" sz="1200" dirty="0" smtClean="0"/>
              <a:t>기본 동작 기능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방송</a:t>
            </a:r>
            <a:r>
              <a:rPr lang="en-US" altLang="ko-KR" sz="1200" dirty="0" smtClean="0"/>
              <a:t>, device interface)</a:t>
            </a:r>
            <a:r>
              <a:rPr lang="ko-KR" altLang="en-US" sz="1200" dirty="0" smtClean="0"/>
              <a:t>의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</a:t>
            </a:r>
            <a:r>
              <a:rPr lang="ko-KR" altLang="en-US" sz="1200" dirty="0" smtClean="0"/>
              <a:t> 오 동작 상태 유무 확인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25303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19672" y="1124744"/>
            <a:ext cx="4983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</a:t>
            </a:r>
            <a:r>
              <a:rPr lang="ko-KR" altLang="en-US" dirty="0" smtClean="0"/>
              <a:t>월 </a:t>
            </a:r>
            <a:r>
              <a:rPr lang="en-US" altLang="ko-KR" dirty="0"/>
              <a:t>7</a:t>
            </a:r>
            <a:r>
              <a:rPr lang="ko-KR" altLang="en-US" dirty="0" smtClean="0"/>
              <a:t>일 </a:t>
            </a:r>
            <a:r>
              <a:rPr lang="en-US" altLang="ko-KR" dirty="0" smtClean="0"/>
              <a:t>~ 3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26</a:t>
            </a:r>
            <a:r>
              <a:rPr lang="ko-KR" altLang="en-US" dirty="0" smtClean="0"/>
              <a:t>일 </a:t>
            </a:r>
            <a:r>
              <a:rPr lang="en-US" altLang="ko-KR" dirty="0" smtClean="0"/>
              <a:t>: FAI </a:t>
            </a:r>
            <a:r>
              <a:rPr lang="ko-KR" altLang="en-US" dirty="0" smtClean="0"/>
              <a:t>검수 시험 </a:t>
            </a:r>
            <a:r>
              <a:rPr lang="ko-KR" altLang="en-US" dirty="0" err="1" smtClean="0"/>
              <a:t>덴버</a:t>
            </a:r>
            <a:r>
              <a:rPr lang="ko-KR" altLang="en-US" dirty="0" smtClean="0"/>
              <a:t> 출장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22</a:t>
            </a:r>
            <a:r>
              <a:rPr lang="ko-KR" altLang="en-US" dirty="0" smtClean="0"/>
              <a:t>일 </a:t>
            </a:r>
            <a:r>
              <a:rPr lang="en-US" altLang="ko-KR" dirty="0" smtClean="0"/>
              <a:t>~ 5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7</a:t>
            </a:r>
            <a:r>
              <a:rPr lang="ko-KR" altLang="en-US" dirty="0" smtClean="0"/>
              <a:t>일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열차 개통 시험</a:t>
            </a:r>
            <a:r>
              <a:rPr lang="en-US" altLang="ko-KR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5623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234</Words>
  <Application>Microsoft Office PowerPoint</Application>
  <PresentationFormat>화면 슬라이드 쇼(4:3)</PresentationFormat>
  <Paragraphs>21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hplim</dc:creator>
  <cp:lastModifiedBy>hplim</cp:lastModifiedBy>
  <cp:revision>6</cp:revision>
  <dcterms:created xsi:type="dcterms:W3CDTF">2016-07-29T05:05:10Z</dcterms:created>
  <dcterms:modified xsi:type="dcterms:W3CDTF">2016-08-08T09:35:51Z</dcterms:modified>
</cp:coreProperties>
</file>