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78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27" autoAdjust="0"/>
  </p:normalViewPr>
  <p:slideViewPr>
    <p:cSldViewPr>
      <p:cViewPr varScale="1">
        <p:scale>
          <a:sx n="93" d="100"/>
          <a:sy n="93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9" d="100"/>
          <a:sy n="69" d="100"/>
        </p:scale>
        <p:origin x="-3216" y="-102"/>
      </p:cViewPr>
      <p:guideLst>
        <p:guide orient="horz" pos="2928"/>
        <p:guide pos="216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E8EF9-E337-4AEB-B5B7-67B51780BC63}" type="datetimeFigureOut">
              <a:rPr lang="en-US" smtClean="0"/>
              <a:pPr/>
              <a:t>11/4/2015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6013" y="696913"/>
            <a:ext cx="4649787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5CFDB-C89D-4F1B-BA4B-9EB5589C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3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5CFDB-C89D-4F1B-BA4B-9EB5589CA7B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05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8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7006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01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31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5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92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995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18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3032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F4049-3DB3-4E00-8F42-8D475C31A59F}" type="datetimeFigureOut">
              <a:rPr lang="ko-KR" altLang="en-US" smtClean="0"/>
              <a:t>2015-11-04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E4C07-CC55-4732-A9F9-0554A320E8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19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nip Same Side Corner Rectangle 155"/>
          <p:cNvSpPr/>
          <p:nvPr/>
        </p:nvSpPr>
        <p:spPr bwMode="auto">
          <a:xfrm>
            <a:off x="5928449" y="2209800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37818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37818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37818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81387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209800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146" name="Group 27"/>
          <p:cNvGrpSpPr>
            <a:grpSpLocks/>
          </p:cNvGrpSpPr>
          <p:nvPr/>
        </p:nvGrpSpPr>
        <p:grpSpPr bwMode="auto">
          <a:xfrm flipH="1">
            <a:off x="2841469" y="2448232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Group 26"/>
          <p:cNvGrpSpPr>
            <a:grpSpLocks/>
          </p:cNvGrpSpPr>
          <p:nvPr/>
        </p:nvGrpSpPr>
        <p:grpSpPr bwMode="auto">
          <a:xfrm>
            <a:off x="1169033" y="2449949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415543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415543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63701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63701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63701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63701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63701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97637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94699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209800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162" name="Group 26"/>
          <p:cNvGrpSpPr>
            <a:grpSpLocks/>
          </p:cNvGrpSpPr>
          <p:nvPr/>
        </p:nvGrpSpPr>
        <p:grpSpPr bwMode="auto">
          <a:xfrm>
            <a:off x="3843125" y="2449949"/>
            <a:ext cx="236625" cy="104965"/>
            <a:chOff x="817750" y="3009444"/>
            <a:chExt cx="325250" cy="116664"/>
          </a:xfrm>
        </p:grpSpPr>
        <p:cxnSp>
          <p:nvCxnSpPr>
            <p:cNvPr id="261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Rectangle 4"/>
          <p:cNvSpPr/>
          <p:nvPr/>
        </p:nvSpPr>
        <p:spPr bwMode="auto">
          <a:xfrm>
            <a:off x="4025330" y="2415543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63701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63701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63701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9690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64553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64553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64553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64553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64553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64553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7694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7694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7694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9" name="Group 27"/>
          <p:cNvGrpSpPr>
            <a:grpSpLocks/>
          </p:cNvGrpSpPr>
          <p:nvPr/>
        </p:nvGrpSpPr>
        <p:grpSpPr bwMode="auto">
          <a:xfrm flipH="1">
            <a:off x="7641756" y="2449475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415543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63701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63701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92493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64552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6455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7694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131332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42991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191" name="Group 27"/>
          <p:cNvGrpSpPr>
            <a:grpSpLocks/>
          </p:cNvGrpSpPr>
          <p:nvPr/>
        </p:nvGrpSpPr>
        <p:grpSpPr bwMode="auto">
          <a:xfrm flipH="1">
            <a:off x="7698895" y="4381423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oup 26"/>
          <p:cNvGrpSpPr>
            <a:grpSpLocks/>
          </p:cNvGrpSpPr>
          <p:nvPr/>
        </p:nvGrpSpPr>
        <p:grpSpPr bwMode="auto">
          <a:xfrm>
            <a:off x="6026461" y="4383140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48734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48734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96892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96892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96892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96892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96892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730828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727155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97744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97744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9774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9774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310135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310135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71009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43767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71784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71784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43767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17" name="Group 26"/>
          <p:cNvGrpSpPr>
            <a:grpSpLocks/>
          </p:cNvGrpSpPr>
          <p:nvPr/>
        </p:nvGrpSpPr>
        <p:grpSpPr bwMode="auto">
          <a:xfrm>
            <a:off x="1240479" y="4383915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49510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97668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97668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97668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730869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98519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98519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31091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8" name="Group 27"/>
          <p:cNvGrpSpPr>
            <a:grpSpLocks/>
          </p:cNvGrpSpPr>
          <p:nvPr/>
        </p:nvGrpSpPr>
        <p:grpSpPr bwMode="auto">
          <a:xfrm flipH="1">
            <a:off x="5039109" y="4383441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49510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97668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97668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726460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98519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98519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310909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Power On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5" name="직선 연결선 274"/>
          <p:cNvCxnSpPr/>
          <p:nvPr/>
        </p:nvCxnSpPr>
        <p:spPr>
          <a:xfrm>
            <a:off x="1203434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/>
          <p:cNvCxnSpPr/>
          <p:nvPr/>
        </p:nvCxnSpPr>
        <p:spPr>
          <a:xfrm>
            <a:off x="1713186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>
            <a:off x="4396740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6320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9868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98686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>
            <a:off x="7720799" y="4897371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955268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relays default to the closed (on) state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nip Same Side Corner Rectangle 155"/>
          <p:cNvSpPr/>
          <p:nvPr/>
        </p:nvSpPr>
        <p:spPr bwMode="auto">
          <a:xfrm>
            <a:off x="5928449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77975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44820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46537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412131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412131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60289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60289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60289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60289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60289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94225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91287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206388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3843125" y="2446537"/>
            <a:ext cx="236625" cy="104965"/>
            <a:chOff x="817750" y="3009444"/>
            <a:chExt cx="325250" cy="116664"/>
          </a:xfrm>
        </p:grpSpPr>
        <p:cxnSp>
          <p:nvCxnSpPr>
            <p:cNvPr id="261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Rectangle 4"/>
          <p:cNvSpPr/>
          <p:nvPr/>
        </p:nvSpPr>
        <p:spPr bwMode="auto">
          <a:xfrm>
            <a:off x="4025330" y="2412131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60289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60289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93490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61141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6114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61141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41756" y="2446063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412131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60289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8908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61140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61140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73530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127920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39579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 flipH="1">
            <a:off x="7698895" y="4378011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6026461" y="4379728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4532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45322"/>
            <a:ext cx="38503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93480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93480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93480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93480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93480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727416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723743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94332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94332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67597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40355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40355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1240479" y="4380503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46098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94256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94256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727457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95107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307499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27"/>
          <p:cNvGrpSpPr>
            <a:grpSpLocks/>
          </p:cNvGrpSpPr>
          <p:nvPr/>
        </p:nvGrpSpPr>
        <p:grpSpPr bwMode="auto">
          <a:xfrm flipH="1">
            <a:off x="5039109" y="4380029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46098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94256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723048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95107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30749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Coupler Check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5" name="직선 연결선 274"/>
          <p:cNvCxnSpPr/>
          <p:nvPr/>
        </p:nvCxnSpPr>
        <p:spPr>
          <a:xfrm>
            <a:off x="1203434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/>
          <p:cNvCxnSpPr/>
          <p:nvPr/>
        </p:nvCxnSpPr>
        <p:spPr>
          <a:xfrm>
            <a:off x="1713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>
            <a:off x="43967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>
            <a:off x="772079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955268"/>
            <a:ext cx="659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PAC-A of the 1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 and PAC-B of the 6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 hold TOC tokens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219200" y="1905000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32641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84177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77975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44820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46537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412131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412131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60289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60289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60289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60289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60289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94225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91287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206388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72385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48804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509859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74715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412131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60289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60289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93490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61141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6114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61141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41756" y="2446063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412131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60289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8908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61140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61140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73530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127920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39579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 flipH="1">
            <a:off x="7698895" y="4378011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6026461" y="4379728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4532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45322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93480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93480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93480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93480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93480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727416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723743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94332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94332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67597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40355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40355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1240479" y="4380503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46098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94256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94256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727457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95107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307499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9" name="Group 27"/>
          <p:cNvGrpSpPr>
            <a:grpSpLocks/>
          </p:cNvGrpSpPr>
          <p:nvPr/>
        </p:nvGrpSpPr>
        <p:grpSpPr bwMode="auto">
          <a:xfrm flipH="1">
            <a:off x="5039109" y="4380029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46098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94256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723048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95107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30749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Cab on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>
            <a:off x="43967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955268"/>
            <a:ext cx="41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PAC-A of the 2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 is the master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87498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822763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905000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32641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3934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84177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77975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44820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46537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412131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412131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60289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60289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60289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60289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60289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94225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91287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206388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72385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48804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509859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74715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412131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60289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60289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93490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61141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6114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61141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46063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412131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60289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8908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61140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61140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73530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127920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39579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78011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79728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4532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45322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93480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93480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93480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93480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93480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727416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723743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94332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94332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67597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40355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40355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80503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46098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94256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94256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727457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95107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307499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80029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46098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94256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723048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95107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30749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Request TOC Response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715000"/>
            <a:ext cx="61769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Open (</a:t>
            </a:r>
            <a:r>
              <a:rPr lang="en-US" altLang="ko-KR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of 2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car. Master PAC requests TOC response.</a:t>
            </a:r>
          </a:p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 responds to the request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직사각형 293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5" name="직사각형 294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6" name="직사각형 295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7" name="직사각형 296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8" name="직사각형 297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9" name="직사각형 298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1" name="직사각형 300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3" name="직사각형 302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5" name="직사각형 304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6" name="직사각형 305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" name="직사각형 306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87498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822763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905000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32641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3934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0" name="Straight Connector 56"/>
          <p:cNvCxnSpPr/>
          <p:nvPr/>
        </p:nvCxnSpPr>
        <p:spPr bwMode="auto">
          <a:xfrm rot="18900000" flipH="1">
            <a:off x="4374749" y="2887283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stCxn id="163" idx="2"/>
            <a:endCxn id="176" idx="2"/>
          </p:cNvCxnSpPr>
          <p:nvPr/>
        </p:nvCxnSpPr>
        <p:spPr>
          <a:xfrm rot="5400000" flipH="1">
            <a:off x="2890766" y="1290060"/>
            <a:ext cx="13857" cy="2641772"/>
          </a:xfrm>
          <a:prstGeom prst="bentConnector3">
            <a:avLst>
              <a:gd name="adj1" fmla="val -1649708"/>
            </a:avLst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그룹 161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연결선 184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84177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3440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77975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206388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44820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46537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412131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412131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60289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60289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60289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60289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60289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94225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91287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206388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72385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48804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509859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74715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412131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60289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60289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93490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61141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6114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61141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6114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73532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46063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412131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60289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60289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8908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61140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61140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73530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127920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39579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78011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79728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4532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45322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93480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93480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93480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93480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93480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727416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723743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94332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94332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94332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30672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67597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40355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68372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40355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80503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46098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94256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94256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727457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95107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307499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80029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46098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94256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94256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723048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95107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95107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30749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Set HOC Token Flag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9527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93959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955268"/>
            <a:ext cx="754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 PAC sets PAC-A of the 1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 to HOC. All relays return to default.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87498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822763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905000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32641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3934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51494" y="1905000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trike="sngStrike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strike="sngStrike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59794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78" name="그룹 27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81" name="직선 연결선 280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연결선 293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5" name="직사각형 294"/>
          <p:cNvSpPr/>
          <p:nvPr/>
        </p:nvSpPr>
        <p:spPr>
          <a:xfrm>
            <a:off x="769883" y="1928649"/>
            <a:ext cx="9906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Request TOC Response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838200" y="5715000"/>
            <a:ext cx="5660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 PAC requests TOC response to the other end.</a:t>
            </a:r>
          </a:p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 responds to the request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2" name="Shape 161"/>
          <p:cNvCxnSpPr>
            <a:stCxn id="163" idx="2"/>
          </p:cNvCxnSpPr>
          <p:nvPr/>
        </p:nvCxnSpPr>
        <p:spPr>
          <a:xfrm rot="16200000" flipH="1">
            <a:off x="6125781" y="682218"/>
            <a:ext cx="204503" cy="4018902"/>
          </a:xfrm>
          <a:prstGeom prst="bentConnector2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hape 274"/>
          <p:cNvCxnSpPr>
            <a:endCxn id="211" idx="2"/>
          </p:cNvCxnSpPr>
          <p:nvPr/>
        </p:nvCxnSpPr>
        <p:spPr>
          <a:xfrm flipV="1">
            <a:off x="838200" y="4508752"/>
            <a:ext cx="6765019" cy="266369"/>
          </a:xfrm>
          <a:prstGeom prst="bentConnector2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8439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with HOC, TOC and Master information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0" name="그룹 159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hape 161"/>
          <p:cNvCxnSpPr>
            <a:stCxn id="176" idx="2"/>
          </p:cNvCxnSpPr>
          <p:nvPr/>
        </p:nvCxnSpPr>
        <p:spPr>
          <a:xfrm rot="16200000" flipH="1">
            <a:off x="1618985" y="2533384"/>
            <a:ext cx="243839" cy="328191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hape 239"/>
          <p:cNvCxnSpPr>
            <a:stCxn id="178" idx="2"/>
          </p:cNvCxnSpPr>
          <p:nvPr/>
        </p:nvCxnSpPr>
        <p:spPr>
          <a:xfrm rot="5400000">
            <a:off x="3943837" y="2517924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hape 290"/>
          <p:cNvCxnSpPr>
            <a:stCxn id="178" idx="2"/>
          </p:cNvCxnSpPr>
          <p:nvPr/>
        </p:nvCxnSpPr>
        <p:spPr>
          <a:xfrm rot="16200000" flipH="1">
            <a:off x="4286738" y="2534137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hape 295"/>
          <p:cNvCxnSpPr>
            <a:stCxn id="194" idx="2"/>
          </p:cNvCxnSpPr>
          <p:nvPr/>
        </p:nvCxnSpPr>
        <p:spPr>
          <a:xfrm rot="5400000">
            <a:off x="7301163" y="4460447"/>
            <a:ext cx="201791" cy="326115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PAC-B of 1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st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6844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from the HOC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3246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0" name="Straight Connector 56"/>
          <p:cNvCxnSpPr/>
          <p:nvPr/>
        </p:nvCxnSpPr>
        <p:spPr bwMode="auto">
          <a:xfrm rot="18900000" flipH="1">
            <a:off x="2842340" y="2855140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54"/>
          <p:cNvCxnSpPr/>
          <p:nvPr/>
        </p:nvCxnSpPr>
        <p:spPr bwMode="auto">
          <a:xfrm rot="2700000">
            <a:off x="388944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56"/>
          <p:cNvCxnSpPr/>
          <p:nvPr/>
        </p:nvCxnSpPr>
        <p:spPr bwMode="auto">
          <a:xfrm rot="18900000" flipH="1">
            <a:off x="7648819" y="2855148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54"/>
          <p:cNvCxnSpPr/>
          <p:nvPr/>
        </p:nvCxnSpPr>
        <p:spPr bwMode="auto">
          <a:xfrm rot="2700000">
            <a:off x="1282876" y="4785064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56"/>
          <p:cNvCxnSpPr/>
          <p:nvPr/>
        </p:nvCxnSpPr>
        <p:spPr bwMode="auto">
          <a:xfrm rot="18900000" flipH="1">
            <a:off x="5032169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54"/>
          <p:cNvCxnSpPr/>
          <p:nvPr/>
        </p:nvCxnSpPr>
        <p:spPr bwMode="auto">
          <a:xfrm rot="2700000">
            <a:off x="6075593" y="4785065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꺾인 연결선 290"/>
          <p:cNvCxnSpPr>
            <a:stCxn id="176" idx="2"/>
            <a:endCxn id="177" idx="2"/>
          </p:cNvCxnSpPr>
          <p:nvPr/>
        </p:nvCxnSpPr>
        <p:spPr>
          <a:xfrm rot="16200000" flipH="1">
            <a:off x="2163128" y="1989241"/>
            <a:ext cx="12700" cy="1172639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2293883" y="1876544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96" name="그룹 295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97" name="직선 연결선 296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756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PAC-B of the 1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2293883" y="1876544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hape 161"/>
          <p:cNvCxnSpPr/>
          <p:nvPr/>
        </p:nvCxnSpPr>
        <p:spPr>
          <a:xfrm rot="5400000">
            <a:off x="2404071" y="2517924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hape 190"/>
          <p:cNvCxnSpPr/>
          <p:nvPr/>
        </p:nvCxnSpPr>
        <p:spPr>
          <a:xfrm rot="16200000" flipH="1">
            <a:off x="2746972" y="2534137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PAC-A of 2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nd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5356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1" name="꺾인 연결선 290"/>
          <p:cNvCxnSpPr>
            <a:stCxn id="177" idx="2"/>
            <a:endCxn id="178" idx="2"/>
          </p:cNvCxnSpPr>
          <p:nvPr/>
        </p:nvCxnSpPr>
        <p:spPr>
          <a:xfrm rot="16200000" flipH="1">
            <a:off x="3497381" y="1827628"/>
            <a:ext cx="12700" cy="1495866"/>
          </a:xfrm>
          <a:prstGeom prst="bentConnector3">
            <a:avLst>
              <a:gd name="adj1" fmla="val 1800000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3892898" y="1876544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3" name="직선 연결선 282"/>
          <p:cNvCxnSpPr/>
          <p:nvPr/>
        </p:nvCxnSpPr>
        <p:spPr>
          <a:xfrm>
            <a:off x="285005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3866931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56"/>
          <p:cNvCxnSpPr/>
          <p:nvPr/>
        </p:nvCxnSpPr>
        <p:spPr bwMode="auto">
          <a:xfrm rot="18900000" flipH="1">
            <a:off x="4361709" y="2855148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54"/>
          <p:cNvCxnSpPr/>
          <p:nvPr/>
        </p:nvCxnSpPr>
        <p:spPr bwMode="auto">
          <a:xfrm rot="2700000">
            <a:off x="6972387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연결선 294"/>
          <p:cNvCxnSpPr/>
          <p:nvPr/>
        </p:nvCxnSpPr>
        <p:spPr>
          <a:xfrm>
            <a:off x="765941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/>
          <p:nvPr/>
        </p:nvCxnSpPr>
        <p:spPr>
          <a:xfrm>
            <a:off x="1271751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56"/>
          <p:cNvCxnSpPr/>
          <p:nvPr/>
        </p:nvCxnSpPr>
        <p:spPr bwMode="auto">
          <a:xfrm rot="18900000" flipH="1">
            <a:off x="1754520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54"/>
          <p:cNvCxnSpPr/>
          <p:nvPr/>
        </p:nvCxnSpPr>
        <p:spPr bwMode="auto">
          <a:xfrm rot="2700000">
            <a:off x="4557636" y="4785065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/>
          <p:cNvCxnSpPr/>
          <p:nvPr/>
        </p:nvCxnSpPr>
        <p:spPr>
          <a:xfrm>
            <a:off x="5044966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직선 연결선 299"/>
          <p:cNvCxnSpPr/>
          <p:nvPr/>
        </p:nvCxnSpPr>
        <p:spPr>
          <a:xfrm>
            <a:off x="605228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56"/>
          <p:cNvCxnSpPr/>
          <p:nvPr/>
        </p:nvCxnSpPr>
        <p:spPr bwMode="auto">
          <a:xfrm rot="18900000" flipH="1">
            <a:off x="6540404" y="4794308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그룹 301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303" name="직선 연결선 302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1774146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768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PAC-A of the 2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886200" y="1876544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2" name="그룹 161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8" name="Shape 237"/>
          <p:cNvCxnSpPr/>
          <p:nvPr/>
        </p:nvCxnSpPr>
        <p:spPr>
          <a:xfrm rot="5400000">
            <a:off x="3920188" y="2517924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hape 238"/>
          <p:cNvCxnSpPr/>
          <p:nvPr/>
        </p:nvCxnSpPr>
        <p:spPr>
          <a:xfrm rot="16200000" flipH="1">
            <a:off x="4263089" y="2534137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PAC-B of 3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rd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542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1" name="꺾인 연결선 290"/>
          <p:cNvCxnSpPr>
            <a:stCxn id="178" idx="2"/>
            <a:endCxn id="188" idx="2"/>
          </p:cNvCxnSpPr>
          <p:nvPr/>
        </p:nvCxnSpPr>
        <p:spPr>
          <a:xfrm rot="5400000" flipH="1" flipV="1">
            <a:off x="5894572" y="926301"/>
            <a:ext cx="2" cy="3298518"/>
          </a:xfrm>
          <a:prstGeom prst="bentConnector3">
            <a:avLst>
              <a:gd name="adj1" fmla="val -11430000000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7086600" y="2112581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3" name="직선 연결선 282"/>
          <p:cNvCxnSpPr/>
          <p:nvPr/>
        </p:nvCxnSpPr>
        <p:spPr>
          <a:xfrm>
            <a:off x="285005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3866931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438281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7136523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56"/>
          <p:cNvCxnSpPr/>
          <p:nvPr/>
        </p:nvCxnSpPr>
        <p:spPr bwMode="auto">
          <a:xfrm rot="18900000" flipH="1">
            <a:off x="7642939" y="2852511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54"/>
          <p:cNvCxnSpPr/>
          <p:nvPr/>
        </p:nvCxnSpPr>
        <p:spPr bwMode="auto">
          <a:xfrm rot="2700000">
            <a:off x="1112869" y="4785065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직선 연결선 274"/>
          <p:cNvCxnSpPr/>
          <p:nvPr/>
        </p:nvCxnSpPr>
        <p:spPr>
          <a:xfrm>
            <a:off x="1789385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>
            <a:off x="45273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56"/>
          <p:cNvCxnSpPr/>
          <p:nvPr/>
        </p:nvCxnSpPr>
        <p:spPr bwMode="auto">
          <a:xfrm rot="18900000" flipH="1">
            <a:off x="5039004" y="4794309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65742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54"/>
          <p:cNvCxnSpPr/>
          <p:nvPr/>
        </p:nvCxnSpPr>
        <p:spPr bwMode="auto">
          <a:xfrm rot="2700000">
            <a:off x="6065869" y="4785065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그룹 284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764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PAC-B of the 3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rd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086600" y="2112581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1" name="직선 연결선 190"/>
          <p:cNvCxnSpPr/>
          <p:nvPr/>
        </p:nvCxnSpPr>
        <p:spPr>
          <a:xfrm>
            <a:off x="17841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그룹 274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78" name="직선 연결선 277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hape 159"/>
          <p:cNvCxnSpPr/>
          <p:nvPr/>
        </p:nvCxnSpPr>
        <p:spPr>
          <a:xfrm rot="5400000">
            <a:off x="7204670" y="2517924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hape 167"/>
          <p:cNvCxnSpPr/>
          <p:nvPr/>
        </p:nvCxnSpPr>
        <p:spPr>
          <a:xfrm rot="16200000" flipH="1">
            <a:off x="7547571" y="2534137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PAC-A of 4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th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542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1" name="꺾인 연결선 290"/>
          <p:cNvCxnSpPr>
            <a:stCxn id="188" idx="2"/>
          </p:cNvCxnSpPr>
          <p:nvPr/>
        </p:nvCxnSpPr>
        <p:spPr>
          <a:xfrm rot="16200000" flipH="1">
            <a:off x="7764796" y="2354594"/>
            <a:ext cx="243840" cy="685769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241664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3" name="직선 연결선 282"/>
          <p:cNvCxnSpPr/>
          <p:nvPr/>
        </p:nvCxnSpPr>
        <p:spPr>
          <a:xfrm>
            <a:off x="285005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3866931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438281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7136523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>
            <a:off x="50502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290"/>
          <p:cNvCxnSpPr>
            <a:endCxn id="218" idx="2"/>
          </p:cNvCxnSpPr>
          <p:nvPr/>
        </p:nvCxnSpPr>
        <p:spPr>
          <a:xfrm flipV="1">
            <a:off x="914400" y="4523385"/>
            <a:ext cx="701535" cy="201015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7654157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1266498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56"/>
          <p:cNvCxnSpPr/>
          <p:nvPr/>
        </p:nvCxnSpPr>
        <p:spPr bwMode="auto">
          <a:xfrm rot="18900000" flipH="1">
            <a:off x="1754521" y="4794310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54"/>
          <p:cNvCxnSpPr/>
          <p:nvPr/>
        </p:nvCxnSpPr>
        <p:spPr bwMode="auto">
          <a:xfrm rot="2700000">
            <a:off x="4565519" y="4785065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/>
          <p:nvPr/>
        </p:nvCxnSpPr>
        <p:spPr>
          <a:xfrm>
            <a:off x="604870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56"/>
          <p:cNvCxnSpPr/>
          <p:nvPr/>
        </p:nvCxnSpPr>
        <p:spPr bwMode="auto">
          <a:xfrm rot="18900000" flipH="1">
            <a:off x="6547239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9" name="그룹 298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300" name="직선 연결선 299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764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PAC-A of the 4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1" name="직선 연결선 190"/>
          <p:cNvCxnSpPr/>
          <p:nvPr/>
        </p:nvCxnSpPr>
        <p:spPr>
          <a:xfrm>
            <a:off x="17841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241664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hape 161"/>
          <p:cNvCxnSpPr/>
          <p:nvPr/>
        </p:nvCxnSpPr>
        <p:spPr>
          <a:xfrm rot="5400000">
            <a:off x="1313621" y="4454454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hape 237"/>
          <p:cNvCxnSpPr/>
          <p:nvPr/>
        </p:nvCxnSpPr>
        <p:spPr>
          <a:xfrm rot="16200000" flipH="1">
            <a:off x="1656522" y="4470667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PAC-B of 5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th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542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4572000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3" name="직선 연결선 282"/>
          <p:cNvCxnSpPr/>
          <p:nvPr/>
        </p:nvCxnSpPr>
        <p:spPr>
          <a:xfrm>
            <a:off x="285005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3866931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438281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7136523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290"/>
          <p:cNvCxnSpPr>
            <a:stCxn id="227" idx="2"/>
            <a:endCxn id="229" idx="2"/>
          </p:cNvCxnSpPr>
          <p:nvPr/>
        </p:nvCxnSpPr>
        <p:spPr>
          <a:xfrm rot="16200000" flipH="1">
            <a:off x="3266478" y="2885718"/>
            <a:ext cx="13857" cy="3261476"/>
          </a:xfrm>
          <a:prstGeom prst="bentConnector3">
            <a:avLst>
              <a:gd name="adj1" fmla="val 1749708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7654157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1266498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56"/>
          <p:cNvCxnSpPr/>
          <p:nvPr/>
        </p:nvCxnSpPr>
        <p:spPr bwMode="auto">
          <a:xfrm rot="18900000" flipH="1">
            <a:off x="5044257" y="4794310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>
            <a:off x="4535215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1789385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54"/>
          <p:cNvCxnSpPr/>
          <p:nvPr/>
        </p:nvCxnSpPr>
        <p:spPr bwMode="auto">
          <a:xfrm rot="2700000">
            <a:off x="6065870" y="4789258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6568966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그룹 279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82" name="직선 연결선 281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764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PAC-B of the 5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1" name="직선 연결선 190"/>
          <p:cNvCxnSpPr/>
          <p:nvPr/>
        </p:nvCxnSpPr>
        <p:spPr>
          <a:xfrm>
            <a:off x="17841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572000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0" name="Shape 159"/>
          <p:cNvCxnSpPr/>
          <p:nvPr/>
        </p:nvCxnSpPr>
        <p:spPr>
          <a:xfrm rot="5400000">
            <a:off x="4605987" y="4475473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hape 237"/>
          <p:cNvCxnSpPr/>
          <p:nvPr/>
        </p:nvCxnSpPr>
        <p:spPr>
          <a:xfrm rot="16200000" flipH="1">
            <a:off x="4948888" y="4491686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Pass Token to PAC-A of 6</a:t>
            </a:r>
            <a:r>
              <a:rPr lang="en-US" altLang="ko-KR" b="1" baseline="30000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th</a:t>
            </a: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 Car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91200"/>
            <a:ext cx="5421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PAS token is passed to the next adjacent PAC</a:t>
            </a:r>
            <a:endParaRPr lang="ko-KR" alt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78486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endParaRPr lang="ko-KR" altLang="en-US" sz="12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8153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5966064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1" name="직사각형 280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3" name="직선 연결선 282"/>
          <p:cNvCxnSpPr/>
          <p:nvPr/>
        </p:nvCxnSpPr>
        <p:spPr>
          <a:xfrm>
            <a:off x="285005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3866931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/>
          <p:cNvCxnSpPr/>
          <p:nvPr/>
        </p:nvCxnSpPr>
        <p:spPr>
          <a:xfrm>
            <a:off x="4382815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/>
          <p:cNvCxnSpPr/>
          <p:nvPr/>
        </p:nvCxnSpPr>
        <p:spPr>
          <a:xfrm>
            <a:off x="7136523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290"/>
          <p:cNvCxnSpPr>
            <a:stCxn id="237" idx="2"/>
            <a:endCxn id="210" idx="2"/>
          </p:cNvCxnSpPr>
          <p:nvPr/>
        </p:nvCxnSpPr>
        <p:spPr>
          <a:xfrm rot="5400000" flipH="1" flipV="1">
            <a:off x="5691133" y="3758804"/>
            <a:ext cx="774" cy="1500669"/>
          </a:xfrm>
          <a:prstGeom prst="bentConnector3">
            <a:avLst>
              <a:gd name="adj1" fmla="val -29534884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7654157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1266498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>
            <a:off x="4535215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1789385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직선 연결선 277"/>
          <p:cNvCxnSpPr/>
          <p:nvPr/>
        </p:nvCxnSpPr>
        <p:spPr>
          <a:xfrm>
            <a:off x="50502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60513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56"/>
          <p:cNvCxnSpPr/>
          <p:nvPr/>
        </p:nvCxnSpPr>
        <p:spPr bwMode="auto">
          <a:xfrm rot="18900000" flipH="1">
            <a:off x="6547239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그룹 284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44"/>
          <p:cNvSpPr txBox="1">
            <a:spLocks noChangeArrowheads="1"/>
          </p:cNvSpPr>
          <p:nvPr/>
        </p:nvSpPr>
        <p:spPr bwMode="auto">
          <a:xfrm>
            <a:off x="3306096" y="1955721"/>
            <a:ext cx="658376" cy="40862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Key-On Switch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39" name="Snip Same Side Corner Rectangle 155"/>
          <p:cNvSpPr/>
          <p:nvPr/>
        </p:nvSpPr>
        <p:spPr bwMode="auto">
          <a:xfrm>
            <a:off x="5928449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1" name="TextBox 44"/>
          <p:cNvSpPr txBox="1">
            <a:spLocks noChangeArrowheads="1"/>
          </p:cNvSpPr>
          <p:nvPr/>
        </p:nvSpPr>
        <p:spPr bwMode="auto">
          <a:xfrm>
            <a:off x="4395653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2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2" name="TextBox 44"/>
          <p:cNvSpPr txBox="1">
            <a:spLocks noChangeArrowheads="1"/>
          </p:cNvSpPr>
          <p:nvPr/>
        </p:nvSpPr>
        <p:spPr bwMode="auto">
          <a:xfrm>
            <a:off x="1719631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1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3" name="TextBox 44"/>
          <p:cNvSpPr txBox="1">
            <a:spLocks noChangeArrowheads="1"/>
          </p:cNvSpPr>
          <p:nvPr/>
        </p:nvSpPr>
        <p:spPr bwMode="auto">
          <a:xfrm>
            <a:off x="6513710" y="3305950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#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3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4" name="TextBox 44"/>
          <p:cNvSpPr txBox="1">
            <a:spLocks noChangeArrowheads="1"/>
          </p:cNvSpPr>
          <p:nvPr/>
        </p:nvSpPr>
        <p:spPr bwMode="auto">
          <a:xfrm>
            <a:off x="593834" y="3149519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HOC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5" name="Snip Same Side Corner Rectangle 38"/>
          <p:cNvSpPr/>
          <p:nvPr/>
        </p:nvSpPr>
        <p:spPr bwMode="auto">
          <a:xfrm>
            <a:off x="1128765" y="2177932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 flipH="1">
            <a:off x="2841469" y="2416364"/>
            <a:ext cx="236625" cy="104965"/>
            <a:chOff x="817750" y="3009444"/>
            <a:chExt cx="325250" cy="116664"/>
          </a:xfrm>
        </p:grpSpPr>
        <p:cxnSp>
          <p:nvCxnSpPr>
            <p:cNvPr id="269" name="Straight Connector 72"/>
            <p:cNvCxnSpPr/>
            <p:nvPr/>
          </p:nvCxnSpPr>
          <p:spPr>
            <a:xfrm>
              <a:off x="915605" y="3040081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73"/>
            <p:cNvCxnSpPr/>
            <p:nvPr/>
          </p:nvCxnSpPr>
          <p:spPr>
            <a:xfrm>
              <a:off x="826725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74"/>
            <p:cNvCxnSpPr/>
            <p:nvPr/>
          </p:nvCxnSpPr>
          <p:spPr>
            <a:xfrm rot="16200000">
              <a:off x="787866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75"/>
            <p:cNvCxnSpPr/>
            <p:nvPr/>
          </p:nvCxnSpPr>
          <p:spPr>
            <a:xfrm rot="18900000" flipH="1">
              <a:off x="824464" y="3013753"/>
              <a:ext cx="83303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169033" y="2418081"/>
            <a:ext cx="236625" cy="104965"/>
            <a:chOff x="817750" y="3009444"/>
            <a:chExt cx="325250" cy="116664"/>
          </a:xfrm>
        </p:grpSpPr>
        <p:cxnSp>
          <p:nvCxnSpPr>
            <p:cNvPr id="265" name="Straight Connector 68"/>
            <p:cNvCxnSpPr/>
            <p:nvPr/>
          </p:nvCxnSpPr>
          <p:spPr>
            <a:xfrm>
              <a:off x="913902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69"/>
            <p:cNvCxnSpPr/>
            <p:nvPr/>
          </p:nvCxnSpPr>
          <p:spPr>
            <a:xfrm>
              <a:off x="823001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70"/>
            <p:cNvCxnSpPr/>
            <p:nvPr/>
          </p:nvCxnSpPr>
          <p:spPr>
            <a:xfrm rot="16200000">
              <a:off x="784143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71"/>
            <p:cNvCxnSpPr/>
            <p:nvPr/>
          </p:nvCxnSpPr>
          <p:spPr>
            <a:xfrm rot="18900000" flipH="1">
              <a:off x="821127" y="3011846"/>
              <a:ext cx="865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4"/>
          <p:cNvSpPr/>
          <p:nvPr/>
        </p:nvSpPr>
        <p:spPr bwMode="auto">
          <a:xfrm>
            <a:off x="1349205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49" name="Rectangle 5"/>
          <p:cNvSpPr/>
          <p:nvPr/>
        </p:nvSpPr>
        <p:spPr bwMode="auto">
          <a:xfrm>
            <a:off x="251459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50" name="Straight Connector 47"/>
          <p:cNvCxnSpPr/>
          <p:nvPr/>
        </p:nvCxnSpPr>
        <p:spPr bwMode="auto">
          <a:xfrm>
            <a:off x="1919405" y="2931833"/>
            <a:ext cx="43059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8"/>
          <p:cNvCxnSpPr/>
          <p:nvPr/>
        </p:nvCxnSpPr>
        <p:spPr bwMode="auto">
          <a:xfrm>
            <a:off x="2541043" y="2931833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9"/>
          <p:cNvCxnSpPr/>
          <p:nvPr/>
        </p:nvCxnSpPr>
        <p:spPr bwMode="auto">
          <a:xfrm>
            <a:off x="1384474" y="2931833"/>
            <a:ext cx="33359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50"/>
          <p:cNvCxnSpPr/>
          <p:nvPr/>
        </p:nvCxnSpPr>
        <p:spPr bwMode="auto">
          <a:xfrm>
            <a:off x="3046582" y="2931833"/>
            <a:ext cx="38944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51"/>
          <p:cNvCxnSpPr/>
          <p:nvPr/>
        </p:nvCxnSpPr>
        <p:spPr bwMode="auto">
          <a:xfrm rot="10800000" flipV="1">
            <a:off x="990623" y="2931833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52"/>
          <p:cNvCxnSpPr/>
          <p:nvPr/>
        </p:nvCxnSpPr>
        <p:spPr bwMode="auto">
          <a:xfrm rot="16200000">
            <a:off x="1378596" y="2765769"/>
            <a:ext cx="33065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53"/>
          <p:cNvCxnSpPr/>
          <p:nvPr/>
        </p:nvCxnSpPr>
        <p:spPr bwMode="auto">
          <a:xfrm rot="16200000">
            <a:off x="2545451" y="2762831"/>
            <a:ext cx="326249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Snip Same Side Corner Rectangle 77"/>
          <p:cNvSpPr/>
          <p:nvPr/>
        </p:nvSpPr>
        <p:spPr bwMode="auto">
          <a:xfrm>
            <a:off x="3804891" y="2177932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61" name="Straight Connector 103"/>
          <p:cNvCxnSpPr/>
          <p:nvPr/>
        </p:nvCxnSpPr>
        <p:spPr bwMode="auto">
          <a:xfrm>
            <a:off x="3913640" y="2443929"/>
            <a:ext cx="166063" cy="146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104"/>
          <p:cNvCxnSpPr/>
          <p:nvPr/>
        </p:nvCxnSpPr>
        <p:spPr bwMode="auto">
          <a:xfrm>
            <a:off x="3847508" y="2520348"/>
            <a:ext cx="167533" cy="2939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105"/>
          <p:cNvCxnSpPr/>
          <p:nvPr/>
        </p:nvCxnSpPr>
        <p:spPr bwMode="auto">
          <a:xfrm rot="16200000">
            <a:off x="3808564" y="2481403"/>
            <a:ext cx="83767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106"/>
          <p:cNvCxnSpPr/>
          <p:nvPr/>
        </p:nvCxnSpPr>
        <p:spPr bwMode="auto">
          <a:xfrm flipH="1">
            <a:off x="3847502" y="2446259"/>
            <a:ext cx="110136" cy="1657"/>
          </a:xfrm>
          <a:prstGeom prst="line">
            <a:avLst/>
          </a:prstGeom>
          <a:ln w="952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4"/>
          <p:cNvSpPr/>
          <p:nvPr/>
        </p:nvSpPr>
        <p:spPr bwMode="auto">
          <a:xfrm>
            <a:off x="4025330" y="2383675"/>
            <a:ext cx="386502" cy="2057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64" name="Straight Connector 82"/>
          <p:cNvCxnSpPr/>
          <p:nvPr/>
        </p:nvCxnSpPr>
        <p:spPr bwMode="auto">
          <a:xfrm>
            <a:off x="4594061" y="2931833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84"/>
          <p:cNvCxnSpPr/>
          <p:nvPr/>
        </p:nvCxnSpPr>
        <p:spPr bwMode="auto">
          <a:xfrm>
            <a:off x="4059130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86"/>
          <p:cNvCxnSpPr/>
          <p:nvPr/>
        </p:nvCxnSpPr>
        <p:spPr bwMode="auto">
          <a:xfrm flipH="1">
            <a:off x="3505094" y="2931833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87"/>
          <p:cNvCxnSpPr/>
          <p:nvPr/>
        </p:nvCxnSpPr>
        <p:spPr bwMode="auto">
          <a:xfrm rot="16200000">
            <a:off x="4053986" y="2765034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47"/>
          <p:cNvSpPr txBox="1">
            <a:spLocks noChangeArrowheads="1"/>
          </p:cNvSpPr>
          <p:nvPr/>
        </p:nvSpPr>
        <p:spPr bwMode="auto">
          <a:xfrm>
            <a:off x="1127623" y="2932685"/>
            <a:ext cx="426636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1" name="TextBox 47"/>
          <p:cNvSpPr txBox="1">
            <a:spLocks noChangeArrowheads="1"/>
          </p:cNvSpPr>
          <p:nvPr/>
        </p:nvSpPr>
        <p:spPr bwMode="auto">
          <a:xfrm>
            <a:off x="1607588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2" name="TextBox 47"/>
          <p:cNvSpPr txBox="1">
            <a:spLocks noChangeArrowheads="1"/>
          </p:cNvSpPr>
          <p:nvPr/>
        </p:nvSpPr>
        <p:spPr bwMode="auto">
          <a:xfrm>
            <a:off x="3801715" y="2932685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3" name="TextBox 47"/>
          <p:cNvSpPr txBox="1">
            <a:spLocks noChangeArrowheads="1"/>
          </p:cNvSpPr>
          <p:nvPr/>
        </p:nvSpPr>
        <p:spPr bwMode="auto">
          <a:xfrm>
            <a:off x="2224686" y="2932685"/>
            <a:ext cx="457110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4" name="TextBox 47"/>
          <p:cNvSpPr txBox="1">
            <a:spLocks noChangeArrowheads="1"/>
          </p:cNvSpPr>
          <p:nvPr/>
        </p:nvSpPr>
        <p:spPr bwMode="auto">
          <a:xfrm>
            <a:off x="2704651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5" name="TextBox 47"/>
          <p:cNvSpPr txBox="1">
            <a:spLocks noChangeArrowheads="1"/>
          </p:cNvSpPr>
          <p:nvPr/>
        </p:nvSpPr>
        <p:spPr bwMode="auto">
          <a:xfrm>
            <a:off x="4281679" y="2932685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6" name="TextBox 148"/>
          <p:cNvSpPr txBox="1">
            <a:spLocks noChangeArrowheads="1"/>
          </p:cNvSpPr>
          <p:nvPr/>
        </p:nvSpPr>
        <p:spPr bwMode="auto">
          <a:xfrm>
            <a:off x="1294925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77" name="TextBox 149"/>
          <p:cNvSpPr txBox="1">
            <a:spLocks noChangeArrowheads="1"/>
          </p:cNvSpPr>
          <p:nvPr/>
        </p:nvSpPr>
        <p:spPr bwMode="auto">
          <a:xfrm>
            <a:off x="2467564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8" name="TextBox 150"/>
          <p:cNvSpPr txBox="1">
            <a:spLocks noChangeArrowheads="1"/>
          </p:cNvSpPr>
          <p:nvPr/>
        </p:nvSpPr>
        <p:spPr bwMode="auto">
          <a:xfrm>
            <a:off x="3963430" y="2345076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 flipH="1">
            <a:off x="7641756" y="2417607"/>
            <a:ext cx="234467" cy="103722"/>
            <a:chOff x="820281" y="3010826"/>
            <a:chExt cx="322285" cy="115282"/>
          </a:xfrm>
        </p:grpSpPr>
        <p:cxnSp>
          <p:nvCxnSpPr>
            <p:cNvPr id="257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Rectangle 5"/>
          <p:cNvSpPr/>
          <p:nvPr/>
        </p:nvSpPr>
        <p:spPr bwMode="auto">
          <a:xfrm>
            <a:off x="7312804" y="2383675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81" name="Straight Connector 161"/>
          <p:cNvCxnSpPr/>
          <p:nvPr/>
        </p:nvCxnSpPr>
        <p:spPr bwMode="auto">
          <a:xfrm>
            <a:off x="7340727" y="2931833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63"/>
          <p:cNvCxnSpPr/>
          <p:nvPr/>
        </p:nvCxnSpPr>
        <p:spPr bwMode="auto">
          <a:xfrm>
            <a:off x="7847735" y="2931833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66"/>
          <p:cNvCxnSpPr/>
          <p:nvPr/>
        </p:nvCxnSpPr>
        <p:spPr bwMode="auto">
          <a:xfrm rot="16200000">
            <a:off x="7342931" y="2760625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47"/>
          <p:cNvSpPr txBox="1">
            <a:spLocks noChangeArrowheads="1"/>
          </p:cNvSpPr>
          <p:nvPr/>
        </p:nvSpPr>
        <p:spPr bwMode="auto">
          <a:xfrm>
            <a:off x="7093225" y="2932684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TextBox 47"/>
          <p:cNvSpPr txBox="1">
            <a:spLocks noChangeArrowheads="1"/>
          </p:cNvSpPr>
          <p:nvPr/>
        </p:nvSpPr>
        <p:spPr bwMode="auto">
          <a:xfrm>
            <a:off x="7573189" y="2932684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8" name="TextBox 194"/>
          <p:cNvSpPr txBox="1">
            <a:spLocks noChangeArrowheads="1"/>
          </p:cNvSpPr>
          <p:nvPr/>
        </p:nvSpPr>
        <p:spPr bwMode="auto">
          <a:xfrm>
            <a:off x="7261948" y="2345074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189" name="TextBox 44"/>
          <p:cNvSpPr txBox="1">
            <a:spLocks noChangeArrowheads="1"/>
          </p:cNvSpPr>
          <p:nvPr/>
        </p:nvSpPr>
        <p:spPr bwMode="auto">
          <a:xfrm>
            <a:off x="7693428" y="5099464"/>
            <a:ext cx="845015" cy="378273"/>
          </a:xfrm>
          <a:prstGeom prst="roundRect">
            <a:avLst/>
          </a:prstGeom>
          <a:ln w="12700"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>
            <a:spAutoFit/>
          </a:bodyPr>
          <a:lstStyle/>
          <a:p>
            <a:pPr algn="ctr">
              <a:defRPr/>
            </a:pPr>
            <a:r>
              <a:rPr lang="en-US" altLang="ko-KR" sz="1200" dirty="0">
                <a:solidFill>
                  <a:srgbClr val="000000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TOC Coupler</a:t>
            </a:r>
            <a:endParaRPr lang="ko-KR" altLang="ko-KR" sz="1200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0" name="Snip Same Side Corner Rectangle 112"/>
          <p:cNvSpPr/>
          <p:nvPr/>
        </p:nvSpPr>
        <p:spPr bwMode="auto">
          <a:xfrm>
            <a:off x="5986774" y="4111123"/>
            <a:ext cx="199423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flipH="1">
            <a:off x="7698895" y="4349555"/>
            <a:ext cx="236625" cy="104965"/>
            <a:chOff x="817750" y="3009444"/>
            <a:chExt cx="325250" cy="116664"/>
          </a:xfrm>
        </p:grpSpPr>
        <p:cxnSp>
          <p:nvCxnSpPr>
            <p:cNvPr id="253" name="Straight Connector 142"/>
            <p:cNvCxnSpPr/>
            <p:nvPr/>
          </p:nvCxnSpPr>
          <p:spPr>
            <a:xfrm>
              <a:off x="912784" y="3040081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143"/>
            <p:cNvCxnSpPr/>
            <p:nvPr/>
          </p:nvCxnSpPr>
          <p:spPr>
            <a:xfrm>
              <a:off x="823904" y="3123382"/>
              <a:ext cx="22624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144"/>
            <p:cNvCxnSpPr/>
            <p:nvPr/>
          </p:nvCxnSpPr>
          <p:spPr>
            <a:xfrm rot="16200000">
              <a:off x="785047" y="3081731"/>
              <a:ext cx="89835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145"/>
            <p:cNvCxnSpPr/>
            <p:nvPr/>
          </p:nvCxnSpPr>
          <p:spPr>
            <a:xfrm rot="18900000" flipH="1">
              <a:off x="821643" y="3013753"/>
              <a:ext cx="83303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26"/>
          <p:cNvGrpSpPr>
            <a:grpSpLocks/>
          </p:cNvGrpSpPr>
          <p:nvPr/>
        </p:nvGrpSpPr>
        <p:grpSpPr bwMode="auto">
          <a:xfrm>
            <a:off x="6026461" y="4351272"/>
            <a:ext cx="236625" cy="104965"/>
            <a:chOff x="817750" y="3009444"/>
            <a:chExt cx="325250" cy="116664"/>
          </a:xfrm>
        </p:grpSpPr>
        <p:cxnSp>
          <p:nvCxnSpPr>
            <p:cNvPr id="249" name="Straight Connector 138"/>
            <p:cNvCxnSpPr/>
            <p:nvPr/>
          </p:nvCxnSpPr>
          <p:spPr>
            <a:xfrm>
              <a:off x="914700" y="3039806"/>
              <a:ext cx="22826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139"/>
            <p:cNvCxnSpPr/>
            <p:nvPr/>
          </p:nvCxnSpPr>
          <p:spPr>
            <a:xfrm>
              <a:off x="821780" y="3123109"/>
              <a:ext cx="232300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140"/>
            <p:cNvCxnSpPr/>
            <p:nvPr/>
          </p:nvCxnSpPr>
          <p:spPr>
            <a:xfrm rot="16200000">
              <a:off x="782920" y="3081458"/>
              <a:ext cx="89836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141"/>
            <p:cNvCxnSpPr/>
            <p:nvPr/>
          </p:nvCxnSpPr>
          <p:spPr>
            <a:xfrm rot="18900000" flipH="1">
              <a:off x="820916" y="3010835"/>
              <a:ext cx="86569" cy="404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3" name="Rectangle 4"/>
          <p:cNvSpPr/>
          <p:nvPr/>
        </p:nvSpPr>
        <p:spPr bwMode="auto">
          <a:xfrm>
            <a:off x="6208684" y="4316866"/>
            <a:ext cx="386502" cy="205743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94" name="Rectangle 5"/>
          <p:cNvSpPr/>
          <p:nvPr/>
        </p:nvSpPr>
        <p:spPr bwMode="auto">
          <a:xfrm>
            <a:off x="7372599" y="4316866"/>
            <a:ext cx="38503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95" name="Straight Connector 117"/>
          <p:cNvCxnSpPr/>
          <p:nvPr/>
        </p:nvCxnSpPr>
        <p:spPr bwMode="auto">
          <a:xfrm>
            <a:off x="6775945" y="4865024"/>
            <a:ext cx="432060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18"/>
          <p:cNvCxnSpPr/>
          <p:nvPr/>
        </p:nvCxnSpPr>
        <p:spPr bwMode="auto">
          <a:xfrm>
            <a:off x="7400521" y="4865024"/>
            <a:ext cx="33212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19"/>
          <p:cNvCxnSpPr/>
          <p:nvPr/>
        </p:nvCxnSpPr>
        <p:spPr bwMode="auto">
          <a:xfrm>
            <a:off x="6241014" y="4865024"/>
            <a:ext cx="333597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20"/>
          <p:cNvCxnSpPr/>
          <p:nvPr/>
        </p:nvCxnSpPr>
        <p:spPr bwMode="auto">
          <a:xfrm>
            <a:off x="7904591" y="4865024"/>
            <a:ext cx="205742" cy="136671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21"/>
          <p:cNvCxnSpPr/>
          <p:nvPr/>
        </p:nvCxnSpPr>
        <p:spPr bwMode="auto">
          <a:xfrm flipH="1">
            <a:off x="5686977" y="4865024"/>
            <a:ext cx="389442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22"/>
          <p:cNvCxnSpPr/>
          <p:nvPr/>
        </p:nvCxnSpPr>
        <p:spPr bwMode="auto">
          <a:xfrm rot="16200000">
            <a:off x="6235136" y="4698960"/>
            <a:ext cx="330658" cy="1468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123"/>
          <p:cNvCxnSpPr/>
          <p:nvPr/>
        </p:nvCxnSpPr>
        <p:spPr bwMode="auto">
          <a:xfrm rot="16200000">
            <a:off x="7402725" y="4695287"/>
            <a:ext cx="326249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47"/>
          <p:cNvSpPr txBox="1">
            <a:spLocks noChangeArrowheads="1"/>
          </p:cNvSpPr>
          <p:nvPr/>
        </p:nvSpPr>
        <p:spPr bwMode="auto">
          <a:xfrm>
            <a:off x="5985050" y="4865876"/>
            <a:ext cx="43425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7" name="TextBox 47"/>
          <p:cNvSpPr txBox="1">
            <a:spLocks noChangeArrowheads="1"/>
          </p:cNvSpPr>
          <p:nvPr/>
        </p:nvSpPr>
        <p:spPr bwMode="auto">
          <a:xfrm>
            <a:off x="7150680" y="4865876"/>
            <a:ext cx="490123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8" name="TextBox 47"/>
          <p:cNvSpPr txBox="1">
            <a:spLocks noChangeArrowheads="1"/>
          </p:cNvSpPr>
          <p:nvPr/>
        </p:nvSpPr>
        <p:spPr bwMode="auto">
          <a:xfrm>
            <a:off x="646501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09" name="TextBox 47"/>
          <p:cNvSpPr txBox="1">
            <a:spLocks noChangeArrowheads="1"/>
          </p:cNvSpPr>
          <p:nvPr/>
        </p:nvSpPr>
        <p:spPr bwMode="auto">
          <a:xfrm>
            <a:off x="7630645" y="4865876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TextBox 152"/>
          <p:cNvSpPr txBox="1">
            <a:spLocks noChangeArrowheads="1"/>
          </p:cNvSpPr>
          <p:nvPr/>
        </p:nvSpPr>
        <p:spPr bwMode="auto">
          <a:xfrm>
            <a:off x="6159971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TextBox 153"/>
          <p:cNvSpPr txBox="1">
            <a:spLocks noChangeArrowheads="1"/>
          </p:cNvSpPr>
          <p:nvPr/>
        </p:nvSpPr>
        <p:spPr bwMode="auto">
          <a:xfrm>
            <a:off x="7321335" y="4278267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TextBox 44"/>
          <p:cNvSpPr txBox="1">
            <a:spLocks noChangeArrowheads="1"/>
          </p:cNvSpPr>
          <p:nvPr/>
        </p:nvSpPr>
        <p:spPr bwMode="auto">
          <a:xfrm>
            <a:off x="6577160" y="5239141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#6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(SC)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Snip Same Side Corner Rectangle 155"/>
          <p:cNvSpPr/>
          <p:nvPr/>
        </p:nvSpPr>
        <p:spPr bwMode="auto">
          <a:xfrm>
            <a:off x="3325803" y="4111899"/>
            <a:ext cx="1995705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14" name="TextBox 44"/>
          <p:cNvSpPr txBox="1">
            <a:spLocks noChangeArrowheads="1"/>
          </p:cNvSpPr>
          <p:nvPr/>
        </p:nvSpPr>
        <p:spPr bwMode="auto">
          <a:xfrm>
            <a:off x="1793007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#4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(MPA)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5" name="TextBox 44"/>
          <p:cNvSpPr txBox="1">
            <a:spLocks noChangeArrowheads="1"/>
          </p:cNvSpPr>
          <p:nvPr/>
        </p:nvSpPr>
        <p:spPr bwMode="auto">
          <a:xfrm>
            <a:off x="3911064" y="5239916"/>
            <a:ext cx="845653" cy="39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ko-KR" sz="1400" b="1" dirty="0">
                <a:latin typeface="Arial" pitchFamily="34" charset="0"/>
                <a:cs typeface="Arial" pitchFamily="34" charset="0"/>
              </a:rPr>
              <a:t>Car </a:t>
            </a:r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#5</a:t>
            </a: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(MPB)</a:t>
            </a:r>
            <a:endParaRPr lang="ko-KR" altLang="ko-KR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6" name="Snip Same Side Corner Rectangle 77"/>
          <p:cNvSpPr/>
          <p:nvPr/>
        </p:nvSpPr>
        <p:spPr bwMode="auto">
          <a:xfrm>
            <a:off x="1202245" y="4111899"/>
            <a:ext cx="1994234" cy="959643"/>
          </a:xfrm>
          <a:prstGeom prst="snip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1240479" y="4352047"/>
            <a:ext cx="236625" cy="104965"/>
            <a:chOff x="817750" y="3009444"/>
            <a:chExt cx="325250" cy="116664"/>
          </a:xfrm>
        </p:grpSpPr>
        <p:cxnSp>
          <p:nvCxnSpPr>
            <p:cNvPr id="245" name="Straight Connector 103"/>
            <p:cNvCxnSpPr/>
            <p:nvPr/>
          </p:nvCxnSpPr>
          <p:spPr>
            <a:xfrm>
              <a:off x="914676" y="3038173"/>
              <a:ext cx="228260" cy="163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104"/>
            <p:cNvCxnSpPr/>
            <p:nvPr/>
          </p:nvCxnSpPr>
          <p:spPr>
            <a:xfrm>
              <a:off x="823775" y="3123109"/>
              <a:ext cx="230281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105"/>
            <p:cNvCxnSpPr/>
            <p:nvPr/>
          </p:nvCxnSpPr>
          <p:spPr>
            <a:xfrm rot="16200000">
              <a:off x="781263" y="3079824"/>
              <a:ext cx="93103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106"/>
            <p:cNvCxnSpPr/>
            <p:nvPr/>
          </p:nvCxnSpPr>
          <p:spPr>
            <a:xfrm rot="18900000" flipH="1">
              <a:off x="817001" y="3006945"/>
              <a:ext cx="96369" cy="2021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8" name="Rectangle 4"/>
          <p:cNvSpPr/>
          <p:nvPr/>
        </p:nvSpPr>
        <p:spPr bwMode="auto">
          <a:xfrm>
            <a:off x="1422684" y="4317642"/>
            <a:ext cx="38650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19" name="Straight Connector 82"/>
          <p:cNvCxnSpPr/>
          <p:nvPr/>
        </p:nvCxnSpPr>
        <p:spPr bwMode="auto">
          <a:xfrm>
            <a:off x="1991415" y="4865800"/>
            <a:ext cx="2548538" cy="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84"/>
          <p:cNvCxnSpPr/>
          <p:nvPr/>
        </p:nvCxnSpPr>
        <p:spPr bwMode="auto">
          <a:xfrm>
            <a:off x="1456484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86"/>
          <p:cNvCxnSpPr/>
          <p:nvPr/>
        </p:nvCxnSpPr>
        <p:spPr bwMode="auto">
          <a:xfrm flipH="1">
            <a:off x="902448" y="4865800"/>
            <a:ext cx="387972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87"/>
          <p:cNvCxnSpPr/>
          <p:nvPr/>
        </p:nvCxnSpPr>
        <p:spPr bwMode="auto">
          <a:xfrm rot="16200000">
            <a:off x="1451340" y="4699001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47"/>
          <p:cNvSpPr txBox="1">
            <a:spLocks noChangeArrowheads="1"/>
          </p:cNvSpPr>
          <p:nvPr/>
        </p:nvSpPr>
        <p:spPr bwMode="auto">
          <a:xfrm>
            <a:off x="1199069" y="4866651"/>
            <a:ext cx="477425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(Ra)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6" name="TextBox 47"/>
          <p:cNvSpPr txBox="1">
            <a:spLocks noChangeArrowheads="1"/>
          </p:cNvSpPr>
          <p:nvPr/>
        </p:nvSpPr>
        <p:spPr bwMode="auto">
          <a:xfrm>
            <a:off x="167903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>
                <a:latin typeface="Arial" pitchFamily="34" charset="0"/>
                <a:cs typeface="Arial" pitchFamily="34" charset="0"/>
              </a:rPr>
              <a:t>(Rb)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27" name="TextBox 150"/>
          <p:cNvSpPr txBox="1">
            <a:spLocks noChangeArrowheads="1"/>
          </p:cNvSpPr>
          <p:nvPr/>
        </p:nvSpPr>
        <p:spPr bwMode="auto">
          <a:xfrm>
            <a:off x="1360784" y="4279043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CRA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27"/>
          <p:cNvGrpSpPr>
            <a:grpSpLocks/>
          </p:cNvGrpSpPr>
          <p:nvPr/>
        </p:nvGrpSpPr>
        <p:grpSpPr bwMode="auto">
          <a:xfrm flipH="1">
            <a:off x="5039109" y="4351573"/>
            <a:ext cx="234467" cy="103722"/>
            <a:chOff x="820281" y="3010826"/>
            <a:chExt cx="322285" cy="115282"/>
          </a:xfrm>
        </p:grpSpPr>
        <p:cxnSp>
          <p:nvCxnSpPr>
            <p:cNvPr id="241" name="Straight Connector 185"/>
            <p:cNvCxnSpPr/>
            <p:nvPr/>
          </p:nvCxnSpPr>
          <p:spPr>
            <a:xfrm>
              <a:off x="922058" y="3040082"/>
              <a:ext cx="22826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186"/>
            <p:cNvCxnSpPr/>
            <p:nvPr/>
          </p:nvCxnSpPr>
          <p:spPr>
            <a:xfrm>
              <a:off x="833177" y="3123383"/>
              <a:ext cx="226242" cy="326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187"/>
            <p:cNvCxnSpPr/>
            <p:nvPr/>
          </p:nvCxnSpPr>
          <p:spPr>
            <a:xfrm rot="16200000">
              <a:off x="792688" y="3080100"/>
              <a:ext cx="93102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188"/>
            <p:cNvCxnSpPr/>
            <p:nvPr/>
          </p:nvCxnSpPr>
          <p:spPr>
            <a:xfrm rot="18900000" flipH="1">
              <a:off x="827650" y="3010488"/>
              <a:ext cx="89836" cy="2019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ectangle 5"/>
          <p:cNvSpPr/>
          <p:nvPr/>
        </p:nvSpPr>
        <p:spPr bwMode="auto">
          <a:xfrm>
            <a:off x="4710158" y="4317642"/>
            <a:ext cx="387972" cy="20574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ko-KR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30" name="Straight Connector 161"/>
          <p:cNvCxnSpPr/>
          <p:nvPr/>
        </p:nvCxnSpPr>
        <p:spPr bwMode="auto">
          <a:xfrm>
            <a:off x="4738081" y="4865800"/>
            <a:ext cx="332128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163"/>
          <p:cNvCxnSpPr/>
          <p:nvPr/>
        </p:nvCxnSpPr>
        <p:spPr bwMode="auto">
          <a:xfrm>
            <a:off x="5245089" y="4865800"/>
            <a:ext cx="386503" cy="2939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166"/>
          <p:cNvCxnSpPr/>
          <p:nvPr/>
        </p:nvCxnSpPr>
        <p:spPr bwMode="auto">
          <a:xfrm rot="16200000">
            <a:off x="4740285" y="4694592"/>
            <a:ext cx="329188" cy="1470"/>
          </a:xfrm>
          <a:prstGeom prst="line">
            <a:avLst/>
          </a:prstGeom>
          <a:ln w="19050">
            <a:solidFill>
              <a:schemeClr val="tx1"/>
            </a:solidFill>
            <a:headEnd type="oval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47"/>
          <p:cNvSpPr txBox="1">
            <a:spLocks noChangeArrowheads="1"/>
          </p:cNvSpPr>
          <p:nvPr/>
        </p:nvSpPr>
        <p:spPr bwMode="auto">
          <a:xfrm>
            <a:off x="4490579" y="4866651"/>
            <a:ext cx="439332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Rb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6" name="TextBox 47"/>
          <p:cNvSpPr txBox="1">
            <a:spLocks noChangeArrowheads="1"/>
          </p:cNvSpPr>
          <p:nvPr/>
        </p:nvSpPr>
        <p:spPr bwMode="auto">
          <a:xfrm>
            <a:off x="4970543" y="4866651"/>
            <a:ext cx="411398" cy="228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Ra)</a:t>
            </a:r>
            <a:endParaRPr lang="ko-KR" altLang="ko-K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7" name="TextBox 194"/>
          <p:cNvSpPr txBox="1">
            <a:spLocks noChangeArrowheads="1"/>
          </p:cNvSpPr>
          <p:nvPr/>
        </p:nvSpPr>
        <p:spPr bwMode="auto">
          <a:xfrm>
            <a:off x="4659302" y="4279041"/>
            <a:ext cx="563768" cy="230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0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CRB</a:t>
            </a:r>
            <a:endParaRPr lang="ko-KR" altLang="ko-KR">
              <a:latin typeface="Arial" pitchFamily="34" charset="0"/>
              <a:cs typeface="Arial" pitchFamily="34" charset="0"/>
            </a:endParaRPr>
          </a:p>
        </p:txBody>
      </p:sp>
      <p:sp>
        <p:nvSpPr>
          <p:cNvPr id="273" name="TextBox 146"/>
          <p:cNvSpPr txBox="1"/>
          <p:nvPr/>
        </p:nvSpPr>
        <p:spPr bwMode="auto">
          <a:xfrm>
            <a:off x="417872" y="914400"/>
            <a:ext cx="8305800" cy="407989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Get Response &amp; Update Consist Inauguration Tables</a:t>
            </a:r>
            <a:endParaRPr lang="ko-KR" altLang="ko-KR" b="1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76" name="직선 연결선 275"/>
          <p:cNvCxnSpPr/>
          <p:nvPr/>
        </p:nvCxnSpPr>
        <p:spPr>
          <a:xfrm>
            <a:off x="1713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2348186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285750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연결선 279"/>
          <p:cNvCxnSpPr/>
          <p:nvPr/>
        </p:nvCxnSpPr>
        <p:spPr>
          <a:xfrm>
            <a:off x="387858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713994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>
            <a:off x="7665720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직선 연결선 283"/>
          <p:cNvCxnSpPr/>
          <p:nvPr/>
        </p:nvCxnSpPr>
        <p:spPr>
          <a:xfrm>
            <a:off x="1264394" y="486681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직선 연결선 285"/>
          <p:cNvCxnSpPr/>
          <p:nvPr/>
        </p:nvCxnSpPr>
        <p:spPr>
          <a:xfrm>
            <a:off x="452801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504617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/>
          <p:cNvCxnSpPr/>
          <p:nvPr/>
        </p:nvCxnSpPr>
        <p:spPr>
          <a:xfrm>
            <a:off x="6059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>
            <a:off x="657779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/>
          <p:cNvCxnSpPr/>
          <p:nvPr/>
        </p:nvCxnSpPr>
        <p:spPr>
          <a:xfrm>
            <a:off x="7202639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517634" y="5715000"/>
            <a:ext cx="755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All PAC’s update their inauguration tables to include PAC-A of the 6</a:t>
            </a:r>
            <a:r>
              <a:rPr lang="en-US" altLang="ko-KR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altLang="ko-KR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car</a:t>
            </a:r>
          </a:p>
          <a:p>
            <a:r>
              <a:rPr lang="en-US" altLang="ko-KR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-&gt; </a:t>
            </a:r>
            <a:r>
              <a:rPr lang="en-US" altLang="ko-KR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Inauguration Complete</a:t>
            </a:r>
            <a:endParaRPr lang="ko-KR" altLang="en-US" b="1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4267200" y="1581983"/>
            <a:ext cx="17668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Consist information: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08" name="Straight Connector 54"/>
          <p:cNvCxnSpPr/>
          <p:nvPr/>
        </p:nvCxnSpPr>
        <p:spPr bwMode="auto">
          <a:xfrm rot="2700000">
            <a:off x="1211930" y="2859042"/>
            <a:ext cx="205743" cy="0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56"/>
          <p:cNvCxnSpPr/>
          <p:nvPr/>
        </p:nvCxnSpPr>
        <p:spPr bwMode="auto">
          <a:xfrm rot="18900000" flipH="1">
            <a:off x="7712307" y="4794307"/>
            <a:ext cx="205743" cy="146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219200" y="187654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266040" y="3804185"/>
            <a:ext cx="559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TOC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373880" y="2310884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Master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4385704" y="2931338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/>
          <p:cNvSpPr/>
          <p:nvPr/>
        </p:nvSpPr>
        <p:spPr>
          <a:xfrm>
            <a:off x="60198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294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9342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2390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7543800" y="1752600"/>
            <a:ext cx="3048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7848600" y="1752600"/>
            <a:ext cx="609600" cy="304800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3" name="직사각형 222"/>
          <p:cNvSpPr/>
          <p:nvPr/>
        </p:nvSpPr>
        <p:spPr>
          <a:xfrm>
            <a:off x="78486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6294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69342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72390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7543800" y="14478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019800" y="1447800"/>
            <a:ext cx="609600" cy="3048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91" name="직선 연결선 190"/>
          <p:cNvCxnSpPr/>
          <p:nvPr/>
        </p:nvCxnSpPr>
        <p:spPr>
          <a:xfrm>
            <a:off x="1784132" y="4865503"/>
            <a:ext cx="21162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966064" y="3802117"/>
            <a:ext cx="815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(Token)</a:t>
            </a:r>
            <a:endParaRPr lang="ko-KR" altLang="en-US" sz="1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817212" y="2963710"/>
            <a:ext cx="7477279" cy="1861669"/>
            <a:chOff x="817212" y="2963710"/>
            <a:chExt cx="7477279" cy="1861669"/>
          </a:xfrm>
        </p:grpSpPr>
        <p:cxnSp>
          <p:nvCxnSpPr>
            <p:cNvPr id="179" name="직선 연결선 178"/>
            <p:cNvCxnSpPr/>
            <p:nvPr/>
          </p:nvCxnSpPr>
          <p:spPr>
            <a:xfrm>
              <a:off x="8289788" y="2963710"/>
              <a:ext cx="0" cy="84629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817212" y="3846785"/>
              <a:ext cx="747727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818388" y="3886200"/>
              <a:ext cx="0" cy="93917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2" name="Shape 161"/>
          <p:cNvCxnSpPr/>
          <p:nvPr/>
        </p:nvCxnSpPr>
        <p:spPr>
          <a:xfrm rot="5400000">
            <a:off x="6106338" y="4475473"/>
            <a:ext cx="243841" cy="35911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hape 204"/>
          <p:cNvCxnSpPr/>
          <p:nvPr/>
        </p:nvCxnSpPr>
        <p:spPr>
          <a:xfrm rot="16200000" flipH="1">
            <a:off x="6449239" y="4491686"/>
            <a:ext cx="243839" cy="326686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</TotalTime>
  <Words>2626</Words>
  <Application>Microsoft Office PowerPoint</Application>
  <PresentationFormat>화면 슬라이드 쇼(4:3)</PresentationFormat>
  <Paragraphs>1138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SEPTA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Roger F. Jordan Sr.</dc:creator>
  <cp:lastModifiedBy>J. S. Jeong</cp:lastModifiedBy>
  <cp:revision>115</cp:revision>
  <dcterms:created xsi:type="dcterms:W3CDTF">2012-11-15T18:46:15Z</dcterms:created>
  <dcterms:modified xsi:type="dcterms:W3CDTF">2015-11-05T07:05:31Z</dcterms:modified>
</cp:coreProperties>
</file>