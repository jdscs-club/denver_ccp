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6" r:id="rId3"/>
    <p:sldId id="285" r:id="rId4"/>
    <p:sldId id="270" r:id="rId5"/>
    <p:sldId id="273" r:id="rId6"/>
    <p:sldId id="286" r:id="rId7"/>
    <p:sldId id="287" r:id="rId8"/>
    <p:sldId id="288" r:id="rId9"/>
    <p:sldId id="289" r:id="rId10"/>
    <p:sldId id="262" r:id="rId11"/>
    <p:sldId id="290" r:id="rId12"/>
    <p:sldId id="291" r:id="rId13"/>
    <p:sldId id="292" r:id="rId14"/>
  </p:sldIdLst>
  <p:sldSz cx="9144000" cy="6858000" type="screen4x3"/>
  <p:notesSz cx="6858000" cy="99790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82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12BD0-B423-4DA5-95F2-D8C53DD2938C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CCD1B-77C5-4C6F-BAA1-9EEE21EC63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gif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9.gif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34323"/>
              </p:ext>
            </p:extLst>
          </p:nvPr>
        </p:nvGraphicFramePr>
        <p:xfrm>
          <a:off x="107504" y="138624"/>
          <a:ext cx="8928992" cy="66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5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40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198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5064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DPO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수동방송 동작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(170005)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52519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NCR875.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⇒ NO SOUND RECEIVED FROM DPO BOX.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PCB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SP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레벨이 낮음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(-30dBm)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2017.11.22. (1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SP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레벨 재 조정 후 정상 동작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②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수동방송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비상인터폰 통화 정상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6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5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5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7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-40dBm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         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-40dBm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        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-10dBm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수동방송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-2dBM      PEI: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0dBM             SP:-16dBM 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VR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변동이 없게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LOOKING PAINT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도포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9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263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5" name="그림 4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2852936"/>
            <a:ext cx="1377153" cy="18362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7504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7984" y="2132856"/>
            <a:ext cx="1185276" cy="1580368"/>
          </a:xfrm>
          <a:prstGeom prst="rect">
            <a:avLst/>
          </a:prstGeom>
        </p:spPr>
      </p:pic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2160" y="2204864"/>
            <a:ext cx="1185276" cy="1580368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380312" y="2204864"/>
            <a:ext cx="1550205" cy="1584175"/>
          </a:xfrm>
          <a:prstGeom prst="rect">
            <a:avLst/>
          </a:prstGeom>
        </p:spPr>
      </p:pic>
      <p:pic>
        <p:nvPicPr>
          <p:cNvPr id="11" name="그림 10" descr="DPO(15704).gi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35696" y="2852936"/>
            <a:ext cx="2287755" cy="17158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694020"/>
              </p:ext>
            </p:extLst>
          </p:nvPr>
        </p:nvGraphicFramePr>
        <p:xfrm>
          <a:off x="179512" y="102015"/>
          <a:ext cx="8900493" cy="6679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7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69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647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99116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AAB1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(13046)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8210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NCR826.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⇒ Simulation does not play.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2017.10.21.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②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스피커 단 포인트 조정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(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현지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셋팅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값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EXT_SP(L,R):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 VR1, VR2 –  3K</a:t>
                      </a:r>
                      <a:r>
                        <a:rPr lang="el-GR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Ω</a:t>
                      </a:r>
                      <a:endParaRPr lang="en-US" altLang="ko-KR" sz="16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(</a:t>
                      </a:r>
                      <a:r>
                        <a:rPr lang="ko-KR" altLang="en-US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체크포인트 및 동작 시 </a:t>
                      </a:r>
                      <a:r>
                        <a:rPr lang="en-US" altLang="ko-KR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LED</a:t>
                      </a:r>
                      <a:r>
                        <a:rPr lang="en-US" altLang="ko-KR" sz="8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점등표시</a:t>
                      </a:r>
                      <a:r>
                        <a:rPr lang="en-US" altLang="ko-KR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6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6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INT_SP: VR3 – 4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</a:t>
                      </a:r>
                      <a:r>
                        <a:rPr lang="el-GR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Ω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5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     </a:t>
                      </a:r>
                      <a:r>
                        <a:rPr lang="en-US" altLang="ko-KR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체크포인트 및 동작 시 </a:t>
                      </a:r>
                      <a:r>
                        <a:rPr lang="en-US" altLang="ko-KR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LED</a:t>
                      </a:r>
                      <a:r>
                        <a:rPr lang="en-US" altLang="ko-KR" sz="8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점등표시</a:t>
                      </a:r>
                      <a:r>
                        <a:rPr lang="en-US" altLang="ko-KR" sz="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6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20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960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79512" y="620688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7544" y="2708920"/>
            <a:ext cx="3024336" cy="1622049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9992" y="3429000"/>
            <a:ext cx="936104" cy="1137865"/>
          </a:xfrm>
          <a:prstGeom prst="rect">
            <a:avLst/>
          </a:prstGeom>
        </p:spPr>
      </p:pic>
      <p:pic>
        <p:nvPicPr>
          <p:cNvPr id="11" name="그림 10" descr="DPO(15704)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99992" y="2132856"/>
            <a:ext cx="936104" cy="1137865"/>
          </a:xfrm>
          <a:prstGeom prst="rect">
            <a:avLst/>
          </a:prstGeom>
        </p:spPr>
      </p:pic>
      <p:pic>
        <p:nvPicPr>
          <p:cNvPr id="13" name="그림 12" descr="DPO(15704).gi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508104" y="2132856"/>
            <a:ext cx="853398" cy="1137865"/>
          </a:xfrm>
          <a:prstGeom prst="rect">
            <a:avLst/>
          </a:prstGeom>
        </p:spPr>
      </p:pic>
      <p:pic>
        <p:nvPicPr>
          <p:cNvPr id="14" name="그림 13" descr="DPO(15704).gi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08104" y="3429000"/>
            <a:ext cx="853398" cy="11378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215763"/>
              </p:ext>
            </p:extLst>
          </p:nvPr>
        </p:nvGraphicFramePr>
        <p:xfrm>
          <a:off x="179512" y="102015"/>
          <a:ext cx="8856984" cy="6640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8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38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92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89106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VOL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(15701)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22375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NCR458.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⇒ Empty </a:t>
                      </a:r>
                      <a:r>
                        <a:rPr lang="en-US" altLang="ko-KR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commrack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needs the be returned,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It burned on the back inside board.</a:t>
                      </a:r>
                      <a:endParaRPr lang="en-US" altLang="ko-KR" sz="115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5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2017.05.15.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②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스피커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출력단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정상 동작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1㎑ 0㏈m. 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스피커 단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140mV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38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780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251520" y="620688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427984" y="620688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996952"/>
            <a:ext cx="2880320" cy="1622049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7984" y="2276872"/>
            <a:ext cx="1656184" cy="1137865"/>
          </a:xfrm>
          <a:prstGeom prst="rect">
            <a:avLst/>
          </a:prstGeom>
        </p:spPr>
      </p:pic>
      <p:pic>
        <p:nvPicPr>
          <p:cNvPr id="11" name="그림 10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16216" y="2276872"/>
            <a:ext cx="1728192" cy="1137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48475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VOL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(13046)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NCR816.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⇒ </a:t>
                      </a:r>
                      <a:r>
                        <a:rPr lang="en-US" altLang="ko-KR" sz="115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No manual announcement on DPO, DPH, Gooseneck.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2017.10.30.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②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스피커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출력단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정상 동작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1㎑ 0㏈m.  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스피커 단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140mV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2708920"/>
            <a:ext cx="2952328" cy="1622049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7984" y="2276872"/>
            <a:ext cx="1656184" cy="1137865"/>
          </a:xfrm>
          <a:prstGeom prst="rect">
            <a:avLst/>
          </a:prstGeom>
        </p:spPr>
      </p:pic>
      <p:pic>
        <p:nvPicPr>
          <p:cNvPr id="11" name="그림 10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16216" y="2276872"/>
            <a:ext cx="1728192" cy="1137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113062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INT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(13054)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NCR494.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No cab announcement when pressed PEI.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2017.05.26.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1㎑ 0㏈m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AUDIO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2.3V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: DUAL TONE: RMS 2V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 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2780928"/>
            <a:ext cx="2664296" cy="1622049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7984" y="2204864"/>
            <a:ext cx="1329291" cy="1008112"/>
          </a:xfrm>
          <a:prstGeom prst="rect">
            <a:avLst/>
          </a:prstGeom>
        </p:spPr>
      </p:pic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27984" y="3284984"/>
            <a:ext cx="1296143" cy="1008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488029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INT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(13201)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NCR494.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No cab announcement when pressed PEI.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2017.05.26.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1㎑ 0㏈m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AUDIO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2.3V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: DUAL TONE: RMS 2V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 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8326" y="2780928"/>
            <a:ext cx="2162732" cy="1622049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7984" y="2204864"/>
            <a:ext cx="1224136" cy="1008112"/>
          </a:xfrm>
          <a:prstGeom prst="rect">
            <a:avLst/>
          </a:prstGeom>
        </p:spPr>
      </p:pic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27984" y="3284984"/>
            <a:ext cx="1224135" cy="1008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59188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INT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(12006)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NCR555.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No cab announcement and no connection from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PEI to OCC.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S1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소자 소손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2017.08.24.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S1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소자 교체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(RESET_SW).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② 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1㎑ 0㏈m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AUDIO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2.3V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: DUAL TONE: RMS 2V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 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3140968"/>
            <a:ext cx="1800200" cy="1350150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2204864"/>
            <a:ext cx="936103" cy="1008112"/>
          </a:xfrm>
          <a:prstGeom prst="rect">
            <a:avLst/>
          </a:prstGeom>
        </p:spPr>
      </p:pic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9992" y="3284984"/>
            <a:ext cx="954105" cy="1008112"/>
          </a:xfrm>
          <a:prstGeom prst="rect">
            <a:avLst/>
          </a:prstGeom>
        </p:spPr>
      </p:pic>
      <p:pic>
        <p:nvPicPr>
          <p:cNvPr id="11" name="그림 10" descr="DPO(15704)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95736" y="3140968"/>
            <a:ext cx="1800200" cy="1350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82626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INT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(13024)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NCR617.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No cab announcement when pressed PEI.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2017.10.16.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1㎑ 0㏈m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AUDIO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2.3V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: DUAL TONE: RMS 2V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 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8326" y="2780928"/>
            <a:ext cx="2162732" cy="1622049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2204864"/>
            <a:ext cx="970679" cy="1008112"/>
          </a:xfrm>
          <a:prstGeom prst="rect">
            <a:avLst/>
          </a:prstGeom>
        </p:spPr>
      </p:pic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9992" y="3284984"/>
            <a:ext cx="954105" cy="1008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328834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INT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(15003)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NCR880.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No connection to OCC.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2017.12.01. (3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① PCB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시 이상 없음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1㎑ 0㏈m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AUDIO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2.3V 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: DUAL TONE: RMS 2V</a:t>
                      </a:r>
                      <a:r>
                        <a:rPr lang="ko-KR" altLang="en-US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 확인</a:t>
                      </a:r>
                      <a:r>
                        <a:rPr lang="en-US" altLang="ko-KR" sz="14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6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8326" y="2780928"/>
            <a:ext cx="2162732" cy="1622049"/>
          </a:xfrm>
          <a:prstGeom prst="rect">
            <a:avLst/>
          </a:prstGeom>
        </p:spPr>
      </p:pic>
      <p:pic>
        <p:nvPicPr>
          <p:cNvPr id="10" name="그림 9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07288" y="2204864"/>
            <a:ext cx="972823" cy="1008112"/>
          </a:xfrm>
          <a:prstGeom prst="rect">
            <a:avLst/>
          </a:prstGeom>
        </p:spPr>
      </p:pic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99002" y="3284984"/>
            <a:ext cx="981110" cy="1008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659238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MCU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(14009)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NCR498.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Auto announcement function in the car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was not working.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3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2017.05.24. (1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①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자동 방송 동작시험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동작확인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CCP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에서 조작하여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CNCS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를 통해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RS485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에서    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MCU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를 거쳐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VOL( CA_AUDIO, TL_AUDIO)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에서  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AMP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를 통해 스피커로 출력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5" name="그림 4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3140968"/>
            <a:ext cx="2405166" cy="106854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2" name="그룹 2"/>
          <p:cNvGrpSpPr/>
          <p:nvPr/>
        </p:nvGrpSpPr>
        <p:grpSpPr>
          <a:xfrm>
            <a:off x="4355976" y="2708920"/>
            <a:ext cx="4320480" cy="1099141"/>
            <a:chOff x="5240238" y="1899954"/>
            <a:chExt cx="2781201" cy="1007484"/>
          </a:xfrm>
        </p:grpSpPr>
        <p:grpSp>
          <p:nvGrpSpPr>
            <p:cNvPr id="13" name="그룹 65"/>
            <p:cNvGrpSpPr/>
            <p:nvPr/>
          </p:nvGrpSpPr>
          <p:grpSpPr>
            <a:xfrm>
              <a:off x="5240238" y="1899954"/>
              <a:ext cx="2781201" cy="735540"/>
              <a:chOff x="5612978" y="2276872"/>
              <a:chExt cx="2781201" cy="735540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5612978" y="2276872"/>
                <a:ext cx="289829" cy="1415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CCP</a:t>
                </a:r>
                <a:endParaRPr lang="ko-KR" altLang="en-US" sz="1000" dirty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6189042" y="2276872"/>
                <a:ext cx="432048" cy="14401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CNCS</a:t>
                </a:r>
                <a:endParaRPr lang="ko-KR" altLang="en-US" sz="1000" dirty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18" name="오른쪽 화살표 17"/>
              <p:cNvSpPr/>
              <p:nvPr/>
            </p:nvSpPr>
            <p:spPr>
              <a:xfrm rot="20333568">
                <a:off x="5846278" y="2608740"/>
                <a:ext cx="275820" cy="85299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19" name="오른쪽 화살표 18"/>
              <p:cNvSpPr/>
              <p:nvPr/>
            </p:nvSpPr>
            <p:spPr>
              <a:xfrm>
                <a:off x="5901010" y="2348880"/>
                <a:ext cx="254802" cy="99967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6909122" y="2276872"/>
                <a:ext cx="576064" cy="1415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RS485</a:t>
                </a:r>
                <a:endParaRPr lang="ko-KR" altLang="en-US" sz="1000" dirty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21" name="오른쪽 화살표 20"/>
              <p:cNvSpPr/>
              <p:nvPr/>
            </p:nvSpPr>
            <p:spPr>
              <a:xfrm>
                <a:off x="7484871" y="2348880"/>
                <a:ext cx="254802" cy="99967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6122865" y="2540885"/>
                <a:ext cx="513451" cy="1415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PAC INT</a:t>
                </a:r>
                <a:endParaRPr lang="ko-KR" altLang="en-US" sz="1000" dirty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7772903" y="2276872"/>
                <a:ext cx="621276" cy="1415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PAC MCU</a:t>
                </a:r>
                <a:endParaRPr lang="ko-KR" altLang="en-US" sz="1000" dirty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24" name="오른쪽 화살표 23"/>
              <p:cNvSpPr/>
              <p:nvPr/>
            </p:nvSpPr>
            <p:spPr>
              <a:xfrm>
                <a:off x="6621090" y="2348880"/>
                <a:ext cx="254802" cy="99967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25" name="오른쪽 화살표 24"/>
              <p:cNvSpPr/>
              <p:nvPr/>
            </p:nvSpPr>
            <p:spPr>
              <a:xfrm rot="1171194">
                <a:off x="5849817" y="2857129"/>
                <a:ext cx="231638" cy="99967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6076512" y="2870902"/>
                <a:ext cx="504056" cy="1415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PACVOL</a:t>
                </a:r>
              </a:p>
            </p:txBody>
          </p:sp>
        </p:grpSp>
        <p:sp>
          <p:nvSpPr>
            <p:cNvPr id="15" name="TextBox 14"/>
            <p:cNvSpPr txBox="1">
              <a:spLocks noChangeArrowheads="1"/>
            </p:cNvSpPr>
            <p:nvPr/>
          </p:nvSpPr>
          <p:spPr bwMode="auto">
            <a:xfrm>
              <a:off x="5750125" y="2691994"/>
              <a:ext cx="180351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800" b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현대하모니 L" pitchFamily="18" charset="-127"/>
                  <a:ea typeface="현대하모니 L" pitchFamily="18" charset="-127"/>
                </a:rPr>
                <a:t>*VOL: CA_AUDIO, TL_AUDIO</a:t>
              </a:r>
              <a:endParaRPr lang="ko-KR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현대하모니 L" pitchFamily="18" charset="-127"/>
                <a:ea typeface="현대하모니 L" pitchFamily="18" charset="-127"/>
              </a:endParaRPr>
            </a:p>
          </p:txBody>
        </p:sp>
      </p:grpSp>
      <p:sp>
        <p:nvSpPr>
          <p:cNvPr id="55" name="직사각형 54"/>
          <p:cNvSpPr/>
          <p:nvPr/>
        </p:nvSpPr>
        <p:spPr>
          <a:xfrm>
            <a:off x="6444208" y="3212976"/>
            <a:ext cx="797625" cy="1543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AAB1, AAB2</a:t>
            </a:r>
            <a:endParaRPr lang="ko-KR" altLang="en-US" sz="10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7812360" y="3212976"/>
            <a:ext cx="797625" cy="1543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스피커 출력</a:t>
            </a:r>
            <a:endParaRPr lang="ko-KR" altLang="en-US" sz="10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7" name="오른쪽 화살표 56"/>
          <p:cNvSpPr/>
          <p:nvPr/>
        </p:nvSpPr>
        <p:spPr>
          <a:xfrm rot="908810">
            <a:off x="6027165" y="3042826"/>
            <a:ext cx="367658" cy="12427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8" name="오른쪽 화살표 57"/>
          <p:cNvSpPr/>
          <p:nvPr/>
        </p:nvSpPr>
        <p:spPr>
          <a:xfrm>
            <a:off x="7380312" y="3212976"/>
            <a:ext cx="395824" cy="10906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9" name="오른쪽 화살표 58"/>
          <p:cNvSpPr/>
          <p:nvPr/>
        </p:nvSpPr>
        <p:spPr>
          <a:xfrm rot="20333568">
            <a:off x="5952793" y="3361145"/>
            <a:ext cx="406766" cy="145993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itchFamily="18" charset="-127"/>
              <a:ea typeface="현대하모니 L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225336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MCU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(15702)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NCR498.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It has no PA announcement.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이상 없음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3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2017.10.16. (1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①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수동 방송 동작 시험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동작확인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DPO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DPH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조작하여 방송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INT MCU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를 거쳐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VOL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AMP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를 통해 스피커로 출력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5" name="그림 4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2852936"/>
            <a:ext cx="2462109" cy="106854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220072" y="3429000"/>
            <a:ext cx="797625" cy="1543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스피커 출력</a:t>
            </a:r>
            <a:endParaRPr lang="ko-KR" altLang="en-US" sz="10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8" name="오른쪽 화살표 57"/>
          <p:cNvSpPr/>
          <p:nvPr/>
        </p:nvSpPr>
        <p:spPr>
          <a:xfrm>
            <a:off x="4788024" y="3429000"/>
            <a:ext cx="395824" cy="10906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itchFamily="18" charset="-127"/>
              <a:ea typeface="현대하모니 L" pitchFamily="18" charset="-127"/>
            </a:endParaRPr>
          </a:p>
        </p:txBody>
      </p:sp>
      <p:grpSp>
        <p:nvGrpSpPr>
          <p:cNvPr id="27" name="그룹 3"/>
          <p:cNvGrpSpPr/>
          <p:nvPr/>
        </p:nvGrpSpPr>
        <p:grpSpPr>
          <a:xfrm>
            <a:off x="4499992" y="2852936"/>
            <a:ext cx="4401941" cy="330558"/>
            <a:chOff x="5014889" y="4499905"/>
            <a:chExt cx="4088034" cy="300724"/>
          </a:xfrm>
        </p:grpSpPr>
        <p:grpSp>
          <p:nvGrpSpPr>
            <p:cNvPr id="28" name="그룹 4"/>
            <p:cNvGrpSpPr/>
            <p:nvPr/>
          </p:nvGrpSpPr>
          <p:grpSpPr>
            <a:xfrm>
              <a:off x="5014889" y="4499905"/>
              <a:ext cx="3033789" cy="256044"/>
              <a:chOff x="5080997" y="4833223"/>
              <a:chExt cx="3033789" cy="256044"/>
            </a:xfrm>
          </p:grpSpPr>
          <p:sp>
            <p:nvSpPr>
              <p:cNvPr id="36" name="직사각형 35"/>
              <p:cNvSpPr/>
              <p:nvPr/>
            </p:nvSpPr>
            <p:spPr>
              <a:xfrm>
                <a:off x="5080997" y="4833223"/>
                <a:ext cx="289829" cy="1415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DPO</a:t>
                </a:r>
                <a:endParaRPr lang="ko-KR" altLang="en-US" sz="1000" dirty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37" name="오른쪽 화살표 36"/>
              <p:cNvSpPr/>
              <p:nvPr/>
            </p:nvSpPr>
            <p:spPr>
              <a:xfrm>
                <a:off x="7250690" y="4947757"/>
                <a:ext cx="231638" cy="99967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7466714" y="4947757"/>
                <a:ext cx="648072" cy="1415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현대하모니 L" pitchFamily="18" charset="-127"/>
                    <a:ea typeface="현대하모니 L" pitchFamily="18" charset="-127"/>
                  </a:rPr>
                  <a:t>PAC VOL</a:t>
                </a:r>
                <a:endParaRPr lang="ko-KR" altLang="en-US" sz="1000" dirty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</p:grpSp>
        <p:sp>
          <p:nvSpPr>
            <p:cNvPr id="29" name="직사각형 28"/>
            <p:cNvSpPr/>
            <p:nvPr/>
          </p:nvSpPr>
          <p:spPr>
            <a:xfrm>
              <a:off x="5014889" y="4659119"/>
              <a:ext cx="289829" cy="1415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rPr>
                <a:t>DPH</a:t>
              </a:r>
              <a:endParaRPr lang="ko-KR" altLang="en-US" sz="1000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30" name="오른쪽 화살표 29"/>
            <p:cNvSpPr/>
            <p:nvPr/>
          </p:nvSpPr>
          <p:spPr>
            <a:xfrm>
              <a:off x="5302921" y="4571913"/>
              <a:ext cx="254802" cy="19291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600406" y="4614439"/>
              <a:ext cx="513451" cy="1415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rPr>
                <a:t>PAC INT</a:t>
              </a:r>
              <a:endParaRPr lang="ko-KR" altLang="en-US" sz="1000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464502" y="4614439"/>
              <a:ext cx="621276" cy="1415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rPr>
                <a:t>PAC MCU</a:t>
              </a:r>
              <a:endParaRPr lang="ko-KR" altLang="en-US" sz="1000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33" name="오른쪽 화살표 32"/>
            <p:cNvSpPr/>
            <p:nvPr/>
          </p:nvSpPr>
          <p:spPr>
            <a:xfrm>
              <a:off x="6176470" y="4614439"/>
              <a:ext cx="254802" cy="99967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34" name="오른쪽 화살표 33"/>
            <p:cNvSpPr/>
            <p:nvPr/>
          </p:nvSpPr>
          <p:spPr>
            <a:xfrm>
              <a:off x="8048678" y="4614439"/>
              <a:ext cx="231638" cy="99967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8336710" y="4614439"/>
              <a:ext cx="766213" cy="1415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현대하모니 L" pitchFamily="18" charset="-127"/>
                  <a:ea typeface="현대하모니 L" pitchFamily="18" charset="-127"/>
                </a:rPr>
                <a:t>AAB1, AAB2</a:t>
              </a:r>
              <a:endParaRPr lang="ko-KR" altLang="en-US" sz="1000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85866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MCU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(13039)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NCR498.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</a:t>
                      </a:r>
                      <a:r>
                        <a:rPr lang="en-US" altLang="ko-KR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Commrack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is power on but MCU, VOI, INT board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have no power.  Because burned </a:t>
                      </a:r>
                      <a:r>
                        <a:rPr lang="en-US" altLang="ko-KR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mcu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board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-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U3 (XC2C256-TQ144)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소손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endParaRPr lang="en-US" altLang="ko-KR" sz="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3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PCB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LINE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손상되었으며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해당 라인은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DPO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연결단이라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소자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소손이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발생될 원인이 없음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2017.10.16. (1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①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소손 된 부품을 교체 하여도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PCB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 회로 라인이 손상되어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수리가 불가함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            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발견하지 못함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5" name="그림 4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2780928"/>
            <a:ext cx="2462109" cy="106854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1988840"/>
            <a:ext cx="4104456" cy="1984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48269"/>
              </p:ext>
            </p:extLst>
          </p:nvPr>
        </p:nvGraphicFramePr>
        <p:xfrm>
          <a:off x="116445" y="102015"/>
          <a:ext cx="8848043" cy="663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25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6069">
                <a:tc gridSpan="3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▣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MCU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동작 불량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(13047)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9148">
                <a:tc row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NCR498.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⇒ </a:t>
                      </a:r>
                      <a:r>
                        <a:rPr lang="en-US" altLang="ko-KR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Commrack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is power on but MCU, VOI, INT board 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have no power. Because burned </a:t>
                      </a:r>
                      <a:r>
                        <a:rPr lang="en-US" altLang="ko-KR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mcu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board.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-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육안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U3 (XC2C256-TQ144)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소손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전원동작 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확인시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3.3V LINE 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3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원인은 </a:t>
                      </a: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알수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없으나 전원 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3.3V LINE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GND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숏트 현상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PCB 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 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3.3V 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사용하는 모든  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IC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소자 소손 된 상태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발생현황</a:t>
                      </a: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2017.10.16. (1</a:t>
                      </a:r>
                      <a:r>
                        <a:rPr lang="ko-KR" altLang="en-US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2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귀책팀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우진산전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알에프컴</a:t>
                      </a:r>
                      <a:r>
                        <a:rPr lang="en-US" altLang="ko-KR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진행 현황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①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소손 된 부품을 교체 하려다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PCB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손상이 발생하여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부득이 하게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PCB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교체 진행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 (S/NO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동일번호 부여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추후 같은 불량이 발생시는 수리 불가로 처리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코팅부분에 대한 소자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분리시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PCB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회로 라인에 손상 발생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                   </a:t>
                      </a:r>
                    </a:p>
                    <a:p>
                      <a:pPr marL="361950" marR="0" lvl="0" indent="-3619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                </a:t>
                      </a:r>
                      <a:r>
                        <a:rPr lang="en-US" altLang="ko-KR" sz="28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⇒</a:t>
                      </a:r>
                      <a:endParaRPr lang="en-US" altLang="ko-KR" sz="12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근본대책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단품으로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테스트 시 이상 증상 없음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361950" indent="-36195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셋트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구성으로 테스트 필요함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수평전개 대상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0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과거차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문제 등록 및 반영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유사 불량 발생 방지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5" name="그림 4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3140968"/>
            <a:ext cx="2390101" cy="106854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7670" y="64333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55976" y="692696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8" name="그림 7" descr="DPO(15704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27984" y="2852936"/>
            <a:ext cx="1800200" cy="1068546"/>
          </a:xfrm>
          <a:prstGeom prst="rect">
            <a:avLst/>
          </a:prstGeom>
        </p:spPr>
      </p:pic>
      <p:pic>
        <p:nvPicPr>
          <p:cNvPr id="9" name="그림 8" descr="DPO(15704)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60232" y="2852936"/>
            <a:ext cx="1756480" cy="1068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3533</TotalTime>
  <Words>2170</Words>
  <Application>Microsoft Office PowerPoint</Application>
  <PresentationFormat>화면 슬라이드 쇼(4:3)</PresentationFormat>
  <Paragraphs>577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현대하모니 L</vt:lpstr>
      <vt:lpstr>현대하모니 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CHOIHOON</dc:creator>
  <cp:lastModifiedBy>장덕수</cp:lastModifiedBy>
  <cp:revision>125</cp:revision>
  <cp:lastPrinted>2018-01-10T12:07:40Z</cp:lastPrinted>
  <dcterms:created xsi:type="dcterms:W3CDTF">2017-11-22T07:30:55Z</dcterms:created>
  <dcterms:modified xsi:type="dcterms:W3CDTF">2018-01-29T14:21:52Z</dcterms:modified>
</cp:coreProperties>
</file>