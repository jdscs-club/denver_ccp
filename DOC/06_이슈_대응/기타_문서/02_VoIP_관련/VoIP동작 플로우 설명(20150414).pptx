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61" r:id="rId6"/>
  </p:sldIdLst>
  <p:sldSz cx="9144000" cy="6858000" type="screen4x3"/>
  <p:notesSz cx="6784975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81" autoAdjust="0"/>
    <p:restoredTop sz="94660"/>
  </p:normalViewPr>
  <p:slideViewPr>
    <p:cSldViewPr>
      <p:cViewPr>
        <p:scale>
          <a:sx n="100" d="100"/>
          <a:sy n="100" d="100"/>
        </p:scale>
        <p:origin x="-2558" y="1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76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5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92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5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68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12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240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45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59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5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F7E78-BF75-421B-AD50-23CA5FB0B8EB}" type="datetimeFigureOut">
              <a:rPr lang="ko-KR" altLang="en-US" smtClean="0"/>
              <a:t>2015-04-14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AB1A5-CA8B-4B95-A5C1-3ED3F6AB1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9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4860233" y="2111259"/>
            <a:ext cx="3816223" cy="2685893"/>
          </a:xfrm>
          <a:prstGeom prst="rect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308304" y="2780928"/>
            <a:ext cx="108012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180900" y="288894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123728" y="342900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PEI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987824" y="1257624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PAC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30448" y="3429000"/>
            <a:ext cx="1296144" cy="147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DPO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611560" y="764704"/>
            <a:ext cx="813690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1600" y="3953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485 </a:t>
            </a:r>
            <a:r>
              <a:rPr lang="ko-KR" altLang="en-US" dirty="0" smtClean="0"/>
              <a:t>통신라인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 flipV="1">
            <a:off x="3635896" y="764704"/>
            <a:ext cx="0" cy="50405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1115616" y="764704"/>
            <a:ext cx="0" cy="266429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2483768" y="764704"/>
            <a:ext cx="0" cy="266429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419872" y="3851756"/>
            <a:ext cx="1761028" cy="719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475656" y="6021288"/>
            <a:ext cx="4248472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5724128" y="4365104"/>
            <a:ext cx="0" cy="165618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475656" y="4905164"/>
            <a:ext cx="0" cy="111612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3848" y="565195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343745" y="385175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33" name="직선 연결선 32"/>
          <p:cNvCxnSpPr/>
          <p:nvPr/>
        </p:nvCxnSpPr>
        <p:spPr>
          <a:xfrm>
            <a:off x="4283968" y="1734730"/>
            <a:ext cx="1400988" cy="7198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174192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36" name="직선 연결선 35"/>
          <p:cNvCxnSpPr/>
          <p:nvPr/>
        </p:nvCxnSpPr>
        <p:spPr>
          <a:xfrm flipV="1">
            <a:off x="5684956" y="1741928"/>
            <a:ext cx="0" cy="1147012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477044" y="4115866"/>
            <a:ext cx="831260" cy="1856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62557" y="375558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I/O</a:t>
            </a:r>
            <a:endParaRPr lang="ko-KR" altLang="en-US" dirty="0"/>
          </a:p>
        </p:txBody>
      </p:sp>
      <p:cxnSp>
        <p:nvCxnSpPr>
          <p:cNvPr id="41" name="직선 연결선 40"/>
          <p:cNvCxnSpPr>
            <a:stCxn id="4" idx="0"/>
          </p:cNvCxnSpPr>
          <p:nvPr/>
        </p:nvCxnSpPr>
        <p:spPr>
          <a:xfrm flipV="1">
            <a:off x="7848364" y="764704"/>
            <a:ext cx="0" cy="2016224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18013" y="2351402"/>
            <a:ext cx="280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인터페이스</a:t>
            </a:r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C00000"/>
                </a:solidFill>
              </a:rPr>
              <a:t>코딩필요부분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71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924928" y="830905"/>
            <a:ext cx="792088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94867" y="830905"/>
            <a:ext cx="864096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658963" y="974921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658963" y="1190945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658963" y="1406969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658962" y="1616484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658963" y="1839017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658963" y="2055042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658963" y="2271065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49222" y="758897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TMP_CNT1</a:t>
            </a:r>
            <a:endParaRPr lang="ko-KR" alt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1849221" y="974921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TMP_CNT2</a:t>
            </a:r>
            <a:endParaRPr lang="ko-KR" alt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849220" y="1190945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TMP_CNT3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1849222" y="1386064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TMP_CNT4</a:t>
            </a:r>
            <a:endParaRPr lang="ko-KR" alt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1849222" y="1602088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TMP_CNT5</a:t>
            </a:r>
            <a:endParaRPr lang="ko-KR" alt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1849219" y="1818112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TMP_CNT6</a:t>
            </a:r>
            <a:endParaRPr lang="ko-KR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1849219" y="2034136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TMP_CNT7</a:t>
            </a:r>
            <a:endParaRPr lang="ko-KR" altLang="en-US" sz="1000" dirty="0"/>
          </a:p>
        </p:txBody>
      </p:sp>
      <p:cxnSp>
        <p:nvCxnSpPr>
          <p:cNvPr id="64" name="직선 연결선 63"/>
          <p:cNvCxnSpPr/>
          <p:nvPr/>
        </p:nvCxnSpPr>
        <p:spPr>
          <a:xfrm>
            <a:off x="827584" y="479715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27584" y="436510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67168" y="460729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8172400" y="418157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79512" y="441241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74" name="직선 연결선 73"/>
          <p:cNvCxnSpPr/>
          <p:nvPr/>
        </p:nvCxnSpPr>
        <p:spPr>
          <a:xfrm flipV="1">
            <a:off x="1226915" y="4791958"/>
            <a:ext cx="752797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1979712" y="4366245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1971800" y="4365104"/>
            <a:ext cx="4616424" cy="37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971800" y="3933056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8105" y="3794556"/>
            <a:ext cx="1050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Request</a:t>
            </a:r>
            <a:endParaRPr lang="ko-KR" altLang="en-US" sz="1200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822352" y="5517232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822352" y="5085184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V="1">
            <a:off x="1249069" y="6316595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V="1">
            <a:off x="2411760" y="589088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2403848" y="5893479"/>
            <a:ext cx="404036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5189" y="5160681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2195736" y="5085184"/>
            <a:ext cx="409245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통화</a:t>
            </a:r>
            <a:endParaRPr lang="ko-KR" altLang="en-US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822352" y="630932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22352" y="587727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4583" y="6000377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2411760" y="3933056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044786" y="3656057"/>
            <a:ext cx="124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98" name="직선 연결선 97"/>
          <p:cNvCxnSpPr/>
          <p:nvPr/>
        </p:nvCxnSpPr>
        <p:spPr>
          <a:xfrm>
            <a:off x="6444208" y="3933055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20072" y="3656056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101" name="직선 연결선 100"/>
          <p:cNvCxnSpPr/>
          <p:nvPr/>
        </p:nvCxnSpPr>
        <p:spPr>
          <a:xfrm flipV="1">
            <a:off x="6444208" y="5913911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2411760" y="589088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V="1">
            <a:off x="6596136" y="4348591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444208" y="6319812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V="1">
            <a:off x="6596136" y="4797152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발신 동작</a:t>
            </a:r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8138489" y="609271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143721" y="566699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179512" y="459216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TMP_CNT7(Input)</a:t>
            </a:r>
            <a:endParaRPr lang="ko-KR" altLang="en-US" sz="1200" dirty="0"/>
          </a:p>
        </p:txBody>
      </p:sp>
      <p:sp>
        <p:nvSpPr>
          <p:cNvPr id="119" name="TextBox 118"/>
          <p:cNvSpPr txBox="1"/>
          <p:nvPr/>
        </p:nvSpPr>
        <p:spPr>
          <a:xfrm>
            <a:off x="4110143" y="1886924"/>
            <a:ext cx="47484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TMP_CNT6(or 7) 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en-US" altLang="ko-KR" sz="1200" dirty="0" smtClean="0"/>
              <a:t>VoIP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OCC</a:t>
            </a:r>
            <a:r>
              <a:rPr lang="ko-KR" altLang="en-US" sz="1200" dirty="0" smtClean="0"/>
              <a:t>로 전화 연결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ko-KR" altLang="en-US" sz="1200" dirty="0" err="1" smtClean="0"/>
              <a:t>연결후에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ko-KR" altLang="en-US" sz="1200" dirty="0" smtClean="0"/>
              <a:t>연결 </a:t>
            </a:r>
            <a:r>
              <a:rPr lang="ko-KR" altLang="en-US" sz="1200" dirty="0" err="1" smtClean="0"/>
              <a:t>종료후에는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H-&gt;L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r>
              <a:rPr lang="ko-KR" altLang="en-US" sz="1200" dirty="0" smtClean="0"/>
              <a:t>주의 </a:t>
            </a:r>
            <a:r>
              <a:rPr lang="en-US" altLang="ko-KR" sz="1200" dirty="0" smtClean="0"/>
              <a:t>: TMP_CNT6(or7)</a:t>
            </a:r>
            <a:r>
              <a:rPr lang="ko-KR" altLang="en-US" sz="1200" dirty="0" smtClean="0"/>
              <a:t>과</a:t>
            </a:r>
            <a:r>
              <a:rPr lang="en-US" altLang="ko-KR" sz="1200" dirty="0" smtClean="0"/>
              <a:t> TMC_CNT4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유지된 경우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r>
              <a:rPr lang="en-US" altLang="ko-KR" sz="1200" dirty="0" smtClean="0"/>
              <a:t>      </a:t>
            </a:r>
            <a:r>
              <a:rPr lang="ko-KR" altLang="en-US" sz="1200" dirty="0" smtClean="0"/>
              <a:t>유지 됩니다</a:t>
            </a:r>
            <a:r>
              <a:rPr lang="en-US" altLang="ko-KR" sz="1200" dirty="0" smtClean="0"/>
              <a:t>. 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된 이후에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L </a:t>
            </a:r>
            <a:r>
              <a:rPr lang="ko-KR" altLang="en-US" sz="1200" dirty="0" smtClean="0"/>
              <a:t>천이</a:t>
            </a:r>
            <a:endParaRPr lang="en-US" altLang="ko-KR" sz="1200" dirty="0" smtClean="0"/>
          </a:p>
          <a:p>
            <a:r>
              <a:rPr lang="en-US" altLang="ko-KR" sz="1200" dirty="0" smtClean="0"/>
              <a:t>       </a:t>
            </a:r>
            <a:r>
              <a:rPr lang="ko-KR" altLang="en-US" sz="1200" dirty="0" smtClean="0"/>
              <a:t>하면 연결을 해제 합니다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</p:txBody>
      </p:sp>
      <p:sp>
        <p:nvSpPr>
          <p:cNvPr id="120" name="TextBox 119"/>
          <p:cNvSpPr txBox="1"/>
          <p:nvPr/>
        </p:nvSpPr>
        <p:spPr>
          <a:xfrm>
            <a:off x="4056839" y="647980"/>
            <a:ext cx="43236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TMP_CNT6/7</a:t>
            </a:r>
            <a:r>
              <a:rPr lang="ko-KR" altLang="en-US" sz="1200" dirty="0" smtClean="0"/>
              <a:t>입력에 대해서 동일하게 대응 합니다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TMP_CNT6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DPO</a:t>
            </a:r>
            <a:r>
              <a:rPr lang="ko-KR" altLang="en-US" sz="1200" dirty="0" smtClean="0"/>
              <a:t>에서 호출 </a:t>
            </a:r>
            <a:r>
              <a:rPr lang="ko-KR" altLang="en-US" sz="1200" dirty="0" err="1" smtClean="0"/>
              <a:t>하는것이고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en-US" altLang="ko-KR" sz="1200" dirty="0" smtClean="0"/>
              <a:t>TMP_CNT7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PEI</a:t>
            </a:r>
            <a:r>
              <a:rPr lang="ko-KR" altLang="en-US" sz="1200" dirty="0" smtClean="0"/>
              <a:t>에서 호출 </a:t>
            </a:r>
            <a:r>
              <a:rPr lang="ko-KR" altLang="en-US" sz="1200" dirty="0" err="1" smtClean="0"/>
              <a:t>하는것인데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VoIP</a:t>
            </a:r>
            <a:r>
              <a:rPr lang="ko-KR" altLang="en-US" sz="1200" dirty="0" smtClean="0"/>
              <a:t>입장에서</a:t>
            </a:r>
            <a:endParaRPr lang="en-US" altLang="ko-KR" sz="1200" dirty="0" smtClean="0"/>
          </a:p>
          <a:p>
            <a:r>
              <a:rPr lang="ko-KR" altLang="en-US" sz="1200" dirty="0" smtClean="0"/>
              <a:t>는 동일한 </a:t>
            </a:r>
            <a:r>
              <a:rPr lang="en-US" altLang="ko-KR" sz="1200" dirty="0" smtClean="0"/>
              <a:t>destination</a:t>
            </a:r>
            <a:r>
              <a:rPr lang="ko-KR" altLang="en-US" sz="1200" dirty="0" smtClean="0"/>
              <a:t>으로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합니다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하지만 </a:t>
            </a:r>
            <a:r>
              <a:rPr lang="en-US" altLang="ko-KR" sz="1200" dirty="0" smtClean="0"/>
              <a:t>485</a:t>
            </a:r>
            <a:r>
              <a:rPr lang="ko-KR" altLang="en-US" sz="1200" dirty="0" smtClean="0"/>
              <a:t>를 통해서 </a:t>
            </a:r>
            <a:endParaRPr lang="en-US" altLang="ko-KR" sz="1200" dirty="0" smtClean="0"/>
          </a:p>
          <a:p>
            <a:r>
              <a:rPr lang="ko-KR" altLang="en-US" sz="1200" dirty="0" smtClean="0"/>
              <a:t>현재 </a:t>
            </a:r>
            <a:r>
              <a:rPr lang="en-US" altLang="ko-KR" sz="1200" dirty="0" smtClean="0"/>
              <a:t>OCC</a:t>
            </a:r>
            <a:r>
              <a:rPr lang="ko-KR" altLang="en-US" sz="1200" dirty="0" smtClean="0"/>
              <a:t>와 연결된 대상을 </a:t>
            </a:r>
            <a:r>
              <a:rPr lang="ko-KR" altLang="en-US" sz="1200" dirty="0" err="1" smtClean="0"/>
              <a:t>구분해야할</a:t>
            </a:r>
            <a:r>
              <a:rPr lang="ko-KR" altLang="en-US" sz="1200" dirty="0" smtClean="0"/>
              <a:t> 필요도 있으니</a:t>
            </a:r>
            <a:endParaRPr lang="en-US" altLang="ko-KR" sz="1200" dirty="0" smtClean="0"/>
          </a:p>
          <a:p>
            <a:r>
              <a:rPr lang="ko-KR" altLang="en-US" sz="1200" dirty="0" smtClean="0"/>
              <a:t>그에 대한 구분은 인지 하고 있어야 합니다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6903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직선 연결선 63"/>
          <p:cNvCxnSpPr/>
          <p:nvPr/>
        </p:nvCxnSpPr>
        <p:spPr>
          <a:xfrm>
            <a:off x="827584" y="176178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827584" y="13297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67168" y="157192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8172400" y="114621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79512" y="1377043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74" name="직선 연결선 73"/>
          <p:cNvCxnSpPr/>
          <p:nvPr/>
        </p:nvCxnSpPr>
        <p:spPr>
          <a:xfrm flipV="1">
            <a:off x="1226915" y="1756590"/>
            <a:ext cx="752797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1979712" y="133087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1971800" y="1329736"/>
            <a:ext cx="4616424" cy="373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971800" y="897688"/>
            <a:ext cx="0" cy="332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8105" y="759188"/>
            <a:ext cx="1050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Request</a:t>
            </a:r>
            <a:endParaRPr lang="ko-KR" altLang="en-US" sz="1200" dirty="0"/>
          </a:p>
        </p:txBody>
      </p:sp>
      <p:cxnSp>
        <p:nvCxnSpPr>
          <p:cNvPr id="83" name="직선 연결선 82"/>
          <p:cNvCxnSpPr/>
          <p:nvPr/>
        </p:nvCxnSpPr>
        <p:spPr>
          <a:xfrm>
            <a:off x="822352" y="3068960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>
            <a:off x="822352" y="2636912"/>
            <a:ext cx="7344816" cy="0"/>
          </a:xfrm>
          <a:prstGeom prst="line">
            <a:avLst/>
          </a:prstGeom>
          <a:ln cmpd="dbl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1249069" y="3873517"/>
            <a:ext cx="29514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4211960" y="3445207"/>
            <a:ext cx="223224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5189" y="2712409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89" name="직사각형 88"/>
          <p:cNvSpPr/>
          <p:nvPr/>
        </p:nvSpPr>
        <p:spPr>
          <a:xfrm>
            <a:off x="219573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cxnSp>
        <p:nvCxnSpPr>
          <p:cNvPr id="91" name="직선 연결선 90"/>
          <p:cNvCxnSpPr/>
          <p:nvPr/>
        </p:nvCxnSpPr>
        <p:spPr>
          <a:xfrm>
            <a:off x="822352" y="386104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822352" y="342900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4583" y="3552105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95" name="직선 연결선 94"/>
          <p:cNvCxnSpPr/>
          <p:nvPr/>
        </p:nvCxnSpPr>
        <p:spPr>
          <a:xfrm>
            <a:off x="4218894" y="897688"/>
            <a:ext cx="0" cy="3395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851920" y="620689"/>
            <a:ext cx="124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98" name="직선 연결선 97"/>
          <p:cNvCxnSpPr/>
          <p:nvPr/>
        </p:nvCxnSpPr>
        <p:spPr>
          <a:xfrm>
            <a:off x="6444208" y="897687"/>
            <a:ext cx="0" cy="3395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20072" y="620688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101" name="직선 연결선 100"/>
          <p:cNvCxnSpPr/>
          <p:nvPr/>
        </p:nvCxnSpPr>
        <p:spPr>
          <a:xfrm flipV="1">
            <a:off x="6444208" y="346563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V="1">
            <a:off x="4211960" y="3429000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V="1">
            <a:off x="6596136" y="131322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V="1">
            <a:off x="6444208" y="3871540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 flipV="1">
            <a:off x="6596136" y="1761784"/>
            <a:ext cx="1162691" cy="5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발신 동작</a:t>
            </a:r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8138489" y="36444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143721" y="321872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179512" y="1556793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TMP_CNT7(Input)</a:t>
            </a:r>
            <a:endParaRPr lang="ko-KR" altLang="en-US" sz="1200" dirty="0"/>
          </a:p>
        </p:txBody>
      </p:sp>
      <p:cxnSp>
        <p:nvCxnSpPr>
          <p:cNvPr id="53" name="직선 연결선 52"/>
          <p:cNvCxnSpPr/>
          <p:nvPr/>
        </p:nvCxnSpPr>
        <p:spPr>
          <a:xfrm>
            <a:off x="827584" y="234368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827584" y="191163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1226915" y="2343686"/>
            <a:ext cx="90160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2128521" y="1911638"/>
            <a:ext cx="201143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4139952" y="2343686"/>
            <a:ext cx="36188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2123728" y="1923167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355977" y="2636912"/>
            <a:ext cx="194421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</a:t>
            </a:r>
            <a:r>
              <a:rPr lang="ko-KR" altLang="en-US" dirty="0" smtClean="0"/>
              <a:t>통화</a:t>
            </a:r>
            <a:endParaRPr lang="ko-KR" altLang="en-US" dirty="0"/>
          </a:p>
        </p:txBody>
      </p:sp>
      <p:cxnSp>
        <p:nvCxnSpPr>
          <p:cNvPr id="66" name="직선 연결선 65"/>
          <p:cNvCxnSpPr/>
          <p:nvPr/>
        </p:nvCxnSpPr>
        <p:spPr>
          <a:xfrm flipV="1">
            <a:off x="4139952" y="191797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74770" y="2076873"/>
            <a:ext cx="1279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6903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924928" y="830905"/>
            <a:ext cx="792088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VoIP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94867" y="830905"/>
            <a:ext cx="864096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INT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1658963" y="974921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658963" y="1190945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1658963" y="1406969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1658962" y="1616484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658963" y="1839017"/>
            <a:ext cx="1265965" cy="0"/>
          </a:xfrm>
          <a:prstGeom prst="line">
            <a:avLst/>
          </a:prstGeom>
          <a:ln>
            <a:solidFill>
              <a:srgbClr val="FF000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58963" y="2055042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658963" y="2271065"/>
            <a:ext cx="1265965" cy="0"/>
          </a:xfrm>
          <a:prstGeom prst="line">
            <a:avLst/>
          </a:prstGeom>
          <a:ln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49222" y="758897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TMP_CNT1</a:t>
            </a:r>
            <a:endParaRPr lang="ko-KR" alt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49221" y="974921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TMP_CNT2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1849220" y="1190945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TMP_CNT3</a:t>
            </a:r>
            <a:endParaRPr lang="ko-KR" alt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1849222" y="1386064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TMP_CNT4</a:t>
            </a:r>
            <a:endParaRPr lang="ko-KR" alt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1849222" y="1602088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TMP_CNT5</a:t>
            </a:r>
            <a:endParaRPr lang="ko-KR" alt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1849219" y="1818112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TMP_CNT6</a:t>
            </a:r>
            <a:endParaRPr lang="ko-KR" alt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1849219" y="2034136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TMP_CNT7</a:t>
            </a:r>
            <a:endParaRPr lang="ko-KR" altLang="en-US" sz="1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827584" y="407707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27584" y="364502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7168" y="388721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00" y="346149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9512" y="3692331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1568480" y="4054224"/>
            <a:ext cx="1098592" cy="2284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2667072" y="3639935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667075" y="3648762"/>
            <a:ext cx="392114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411760" y="3275354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352" y="479715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822352" y="436510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043608" y="5589240"/>
            <a:ext cx="1368152" cy="1246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411760" y="5170802"/>
            <a:ext cx="3910998" cy="259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189" y="4440601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135731" y="4365104"/>
            <a:ext cx="409245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연결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통화</a:t>
            </a:r>
            <a:endParaRPr lang="ko-KR" altLang="en-US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822352" y="558924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22352" y="5157192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583" y="5280297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2123728" y="3248980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05311" y="3136854"/>
            <a:ext cx="121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6228184" y="3246952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20072" y="2935976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322758" y="5193832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2411760" y="517080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588224" y="3671302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322758" y="5599732"/>
            <a:ext cx="12841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588224" y="4077073"/>
            <a:ext cx="1512168" cy="99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수신 동작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148014" y="54202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153246" y="499454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67586" y="3212975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Received call</a:t>
            </a:r>
            <a:endParaRPr lang="ko-KR" altLang="en-US" sz="1200" dirty="0"/>
          </a:p>
        </p:txBody>
      </p:sp>
      <p:sp>
        <p:nvSpPr>
          <p:cNvPr id="63" name="TextBox 62"/>
          <p:cNvSpPr txBox="1"/>
          <p:nvPr/>
        </p:nvSpPr>
        <p:spPr>
          <a:xfrm>
            <a:off x="4110142" y="991470"/>
            <a:ext cx="47484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OCC</a:t>
            </a:r>
            <a:r>
              <a:rPr lang="ko-KR" altLang="en-US" sz="1200" dirty="0" smtClean="0"/>
              <a:t>로 부터 호출이 오면 연결 후에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en-US" altLang="ko-KR" sz="1200" dirty="0" smtClean="0"/>
              <a:t>INT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L-&gt;H</a:t>
            </a:r>
            <a:r>
              <a:rPr lang="ko-KR" altLang="en-US" sz="1200" dirty="0" smtClean="0"/>
              <a:t>로 천이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 smtClean="0"/>
              <a:t>연결 </a:t>
            </a:r>
            <a:r>
              <a:rPr lang="ko-KR" altLang="en-US" sz="1200" dirty="0" err="1" smtClean="0"/>
              <a:t>종료후에는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TMP_CNT4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H-&gt;L</a:t>
            </a:r>
            <a:r>
              <a:rPr lang="ko-KR" altLang="en-US" sz="1200" dirty="0" smtClean="0"/>
              <a:t>로 천이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r>
              <a:rPr lang="ko-KR" altLang="en-US" sz="1200" dirty="0" smtClean="0"/>
              <a:t>주의 </a:t>
            </a:r>
            <a:r>
              <a:rPr lang="en-US" altLang="ko-KR" sz="1200" dirty="0" smtClean="0"/>
              <a:t>: TMP_CNT6(or7)</a:t>
            </a:r>
            <a:r>
              <a:rPr lang="ko-KR" altLang="en-US" sz="1200" dirty="0" smtClean="0"/>
              <a:t>과</a:t>
            </a:r>
            <a:r>
              <a:rPr lang="en-US" altLang="ko-KR" sz="1200" dirty="0" smtClean="0"/>
              <a:t> TMC_CNT4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유지된 경우 </a:t>
            </a:r>
            <a:r>
              <a:rPr lang="en-US" altLang="ko-KR" sz="1200" dirty="0" smtClean="0"/>
              <a:t>call</a:t>
            </a:r>
            <a:r>
              <a:rPr lang="ko-KR" altLang="en-US" sz="1200" dirty="0" smtClean="0"/>
              <a:t>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유지 됩니다</a:t>
            </a:r>
            <a:r>
              <a:rPr lang="en-US" altLang="ko-KR" sz="1200" dirty="0" smtClean="0"/>
              <a:t>.  </a:t>
            </a:r>
            <a:r>
              <a:rPr lang="ko-KR" altLang="en-US" sz="1200" dirty="0" err="1" smtClean="0"/>
              <a:t>둘다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 </a:t>
            </a:r>
            <a:r>
              <a:rPr lang="ko-KR" altLang="en-US" sz="1200" dirty="0" smtClean="0"/>
              <a:t>로 된 이후에 </a:t>
            </a:r>
            <a:r>
              <a:rPr lang="en-US" altLang="ko-KR" sz="1200" dirty="0" smtClean="0"/>
              <a:t>TMP_CNT6(or 7)</a:t>
            </a:r>
            <a:r>
              <a:rPr lang="ko-KR" altLang="en-US" sz="1200" dirty="0" smtClean="0"/>
              <a:t>이 </a:t>
            </a:r>
            <a:r>
              <a:rPr lang="en-US" altLang="ko-KR" sz="1200" dirty="0" smtClean="0"/>
              <a:t>L </a:t>
            </a:r>
            <a:r>
              <a:rPr lang="ko-KR" altLang="en-US" sz="1200" dirty="0" smtClean="0"/>
              <a:t>천이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r>
              <a:rPr lang="ko-KR" altLang="en-US" sz="1200" dirty="0" smtClean="0"/>
              <a:t>하면 연결을 해제 합니다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1239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827584" y="240985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27584" y="197780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67168" y="221999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00" y="179428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9512" y="2025115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TMP_CNT6(Input)</a:t>
            </a:r>
            <a:endParaRPr lang="ko-KR" altLang="en-US" sz="1200" dirty="0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1568480" y="2398432"/>
            <a:ext cx="2563924" cy="114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32404" y="1972719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4139952" y="1981546"/>
            <a:ext cx="244827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863582" y="1608138"/>
            <a:ext cx="0" cy="3333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822352" y="3129936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822352" y="2697888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1043608" y="4459018"/>
            <a:ext cx="2808312" cy="623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3851920" y="4036943"/>
            <a:ext cx="247083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5189" y="2773385"/>
            <a:ext cx="888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VoIP work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2135732" y="2697888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822352" y="4509120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822352" y="400506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583" y="4143841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TMP_CNT4(Output)</a:t>
            </a:r>
            <a:endParaRPr lang="ko-KR" altLang="en-US" sz="1200" dirty="0"/>
          </a:p>
        </p:txBody>
      </p:sp>
      <p:cxnSp>
        <p:nvCxnSpPr>
          <p:cNvPr id="40" name="직선 연결선 39"/>
          <p:cNvCxnSpPr/>
          <p:nvPr/>
        </p:nvCxnSpPr>
        <p:spPr>
          <a:xfrm>
            <a:off x="2123728" y="1581764"/>
            <a:ext cx="0" cy="328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57133" y="1469638"/>
            <a:ext cx="1218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connected</a:t>
            </a:r>
            <a:endParaRPr lang="ko-KR" altLang="en-US" sz="1200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6228184" y="1579736"/>
            <a:ext cx="0" cy="3433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20072" y="1268760"/>
            <a:ext cx="143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Call Disconnected</a:t>
            </a:r>
            <a:endParaRPr lang="ko-KR" altLang="en-US" sz="1200" dirty="0"/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322758" y="4057376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flipV="1">
            <a:off x="3851920" y="4034346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6588224" y="2004086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6322758" y="4463276"/>
            <a:ext cx="12841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 flipV="1">
            <a:off x="6588224" y="2409857"/>
            <a:ext cx="1512168" cy="99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29153" y="18864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수신 동작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148014" y="428380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153246" y="385809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067586" y="1545759"/>
            <a:ext cx="108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Received call</a:t>
            </a:r>
            <a:endParaRPr lang="ko-KR" altLang="en-US" sz="1200" dirty="0"/>
          </a:p>
        </p:txBody>
      </p:sp>
      <p:cxnSp>
        <p:nvCxnSpPr>
          <p:cNvPr id="52" name="직선 연결선 51"/>
          <p:cNvCxnSpPr/>
          <p:nvPr/>
        </p:nvCxnSpPr>
        <p:spPr>
          <a:xfrm flipH="1" flipV="1">
            <a:off x="998537" y="3748131"/>
            <a:ext cx="1137195" cy="321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135732" y="3319820"/>
            <a:ext cx="169342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777281" y="3751347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777281" y="3325634"/>
            <a:ext cx="734481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9512" y="3426718"/>
            <a:ext cx="1326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VOICE_RECORD</a:t>
            </a:r>
            <a:endParaRPr lang="ko-KR" altLang="en-US" sz="1200" dirty="0"/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3829154" y="3340253"/>
            <a:ext cx="0" cy="4257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2123728" y="3317223"/>
            <a:ext cx="0" cy="4257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829154" y="3746153"/>
            <a:ext cx="373267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02943" y="356668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8108175" y="314096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4139952" y="2708920"/>
            <a:ext cx="169342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OCC</a:t>
            </a:r>
            <a:r>
              <a:rPr lang="ko-KR" altLang="en-US" dirty="0" smtClean="0"/>
              <a:t>전화 </a:t>
            </a:r>
            <a:r>
              <a:rPr lang="ko-KR" altLang="en-US" dirty="0" smtClean="0"/>
              <a:t>통</a:t>
            </a:r>
            <a:r>
              <a:rPr lang="ko-KR" altLang="en-US" dirty="0"/>
              <a:t>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884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315</Words>
  <Application>Microsoft Office PowerPoint</Application>
  <PresentationFormat>화면 슬라이드 쇼(4:3)</PresentationFormat>
  <Paragraphs>106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shkim</dc:creator>
  <cp:lastModifiedBy>hplim</cp:lastModifiedBy>
  <cp:revision>8</cp:revision>
  <cp:lastPrinted>2015-04-06T05:23:07Z</cp:lastPrinted>
  <dcterms:created xsi:type="dcterms:W3CDTF">2015-04-06T02:50:03Z</dcterms:created>
  <dcterms:modified xsi:type="dcterms:W3CDTF">2015-04-14T11:55:40Z</dcterms:modified>
</cp:coreProperties>
</file>