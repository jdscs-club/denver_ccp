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3" r:id="rId5"/>
    <p:sldId id="258" r:id="rId6"/>
    <p:sldId id="261" r:id="rId7"/>
    <p:sldId id="262" r:id="rId8"/>
  </p:sldIdLst>
  <p:sldSz cx="9144000" cy="6858000" type="screen4x3"/>
  <p:notesSz cx="6784975" cy="9906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81" autoAdjust="0"/>
    <p:restoredTop sz="94660"/>
  </p:normalViewPr>
  <p:slideViewPr>
    <p:cSldViewPr>
      <p:cViewPr>
        <p:scale>
          <a:sx n="100" d="100"/>
          <a:sy n="100" d="100"/>
        </p:scale>
        <p:origin x="-2558" y="-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F7E78-BF75-421B-AD50-23CA5FB0B8EB}" type="datetimeFigureOut">
              <a:rPr lang="ko-KR" altLang="en-US" smtClean="0"/>
              <a:t>2015-04-20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AB1A5-CA8B-4B95-A5C1-3ED3F6AB16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2761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F7E78-BF75-421B-AD50-23CA5FB0B8EB}" type="datetimeFigureOut">
              <a:rPr lang="ko-KR" altLang="en-US" smtClean="0"/>
              <a:t>2015-04-20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AB1A5-CA8B-4B95-A5C1-3ED3F6AB16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1355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F7E78-BF75-421B-AD50-23CA5FB0B8EB}" type="datetimeFigureOut">
              <a:rPr lang="ko-KR" altLang="en-US" smtClean="0"/>
              <a:t>2015-04-20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AB1A5-CA8B-4B95-A5C1-3ED3F6AB16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1922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F7E78-BF75-421B-AD50-23CA5FB0B8EB}" type="datetimeFigureOut">
              <a:rPr lang="ko-KR" altLang="en-US" smtClean="0"/>
              <a:t>2015-04-20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AB1A5-CA8B-4B95-A5C1-3ED3F6AB16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54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F7E78-BF75-421B-AD50-23CA5FB0B8EB}" type="datetimeFigureOut">
              <a:rPr lang="ko-KR" altLang="en-US" smtClean="0"/>
              <a:t>2015-04-20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AB1A5-CA8B-4B95-A5C1-3ED3F6AB16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4681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F7E78-BF75-421B-AD50-23CA5FB0B8EB}" type="datetimeFigureOut">
              <a:rPr lang="ko-KR" altLang="en-US" smtClean="0"/>
              <a:t>2015-04-20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AB1A5-CA8B-4B95-A5C1-3ED3F6AB16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6175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F7E78-BF75-421B-AD50-23CA5FB0B8EB}" type="datetimeFigureOut">
              <a:rPr lang="ko-KR" altLang="en-US" smtClean="0"/>
              <a:t>2015-04-20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AB1A5-CA8B-4B95-A5C1-3ED3F6AB16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6122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F7E78-BF75-421B-AD50-23CA5FB0B8EB}" type="datetimeFigureOut">
              <a:rPr lang="ko-KR" altLang="en-US" smtClean="0"/>
              <a:t>2015-04-20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AB1A5-CA8B-4B95-A5C1-3ED3F6AB16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3240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F7E78-BF75-421B-AD50-23CA5FB0B8EB}" type="datetimeFigureOut">
              <a:rPr lang="ko-KR" altLang="en-US" smtClean="0"/>
              <a:t>2015-04-20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AB1A5-CA8B-4B95-A5C1-3ED3F6AB16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7454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F7E78-BF75-421B-AD50-23CA5FB0B8EB}" type="datetimeFigureOut">
              <a:rPr lang="ko-KR" altLang="en-US" smtClean="0"/>
              <a:t>2015-04-20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AB1A5-CA8B-4B95-A5C1-3ED3F6AB16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7593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F7E78-BF75-421B-AD50-23CA5FB0B8EB}" type="datetimeFigureOut">
              <a:rPr lang="ko-KR" altLang="en-US" smtClean="0"/>
              <a:t>2015-04-20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AB1A5-CA8B-4B95-A5C1-3ED3F6AB16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0352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4F7E78-BF75-421B-AD50-23CA5FB0B8EB}" type="datetimeFigureOut">
              <a:rPr lang="ko-KR" altLang="en-US" smtClean="0"/>
              <a:t>2015-04-20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AAB1A5-CA8B-4B95-A5C1-3ED3F6AB16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0591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직사각형 42"/>
          <p:cNvSpPr/>
          <p:nvPr/>
        </p:nvSpPr>
        <p:spPr>
          <a:xfrm>
            <a:off x="4860233" y="2111259"/>
            <a:ext cx="3816223" cy="2685893"/>
          </a:xfrm>
          <a:prstGeom prst="rect">
            <a:avLst/>
          </a:prstGeom>
          <a:solidFill>
            <a:schemeClr val="accent2">
              <a:lumMod val="60000"/>
              <a:lumOff val="40000"/>
              <a:alpha val="4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7308304" y="2780928"/>
            <a:ext cx="1080120" cy="15841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VoIP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5180900" y="2888940"/>
            <a:ext cx="1296144" cy="1476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INT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2123728" y="3429000"/>
            <a:ext cx="1296144" cy="1476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PEI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2987824" y="1257624"/>
            <a:ext cx="1296144" cy="1476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PAC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630448" y="3429000"/>
            <a:ext cx="1296144" cy="1476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DPO</a:t>
            </a:r>
            <a:endParaRPr lang="ko-KR" altLang="en-US" dirty="0"/>
          </a:p>
        </p:txBody>
      </p:sp>
      <p:cxnSp>
        <p:nvCxnSpPr>
          <p:cNvPr id="10" name="직선 연결선 9"/>
          <p:cNvCxnSpPr/>
          <p:nvPr/>
        </p:nvCxnSpPr>
        <p:spPr>
          <a:xfrm>
            <a:off x="611560" y="764704"/>
            <a:ext cx="8136904" cy="0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1600" y="39537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485 </a:t>
            </a:r>
            <a:r>
              <a:rPr lang="ko-KR" altLang="en-US" dirty="0" smtClean="0"/>
              <a:t>통신라인</a:t>
            </a:r>
            <a:endParaRPr lang="ko-KR" altLang="en-US" dirty="0"/>
          </a:p>
        </p:txBody>
      </p:sp>
      <p:cxnSp>
        <p:nvCxnSpPr>
          <p:cNvPr id="13" name="직선 연결선 12"/>
          <p:cNvCxnSpPr/>
          <p:nvPr/>
        </p:nvCxnSpPr>
        <p:spPr>
          <a:xfrm flipV="1">
            <a:off x="3635896" y="764704"/>
            <a:ext cx="0" cy="504056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 flipV="1">
            <a:off x="1115616" y="764704"/>
            <a:ext cx="0" cy="2664296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 flipV="1">
            <a:off x="2483768" y="764704"/>
            <a:ext cx="0" cy="2664296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3419872" y="3851756"/>
            <a:ext cx="1761028" cy="7197"/>
          </a:xfrm>
          <a:prstGeom prst="line">
            <a:avLst/>
          </a:prstGeom>
          <a:ln w="254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/>
          <p:nvPr/>
        </p:nvCxnSpPr>
        <p:spPr>
          <a:xfrm>
            <a:off x="1475656" y="6021288"/>
            <a:ext cx="4248472" cy="0"/>
          </a:xfrm>
          <a:prstGeom prst="line">
            <a:avLst/>
          </a:prstGeom>
          <a:ln w="254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 flipV="1">
            <a:off x="5724128" y="4365104"/>
            <a:ext cx="0" cy="1656184"/>
          </a:xfrm>
          <a:prstGeom prst="line">
            <a:avLst/>
          </a:prstGeom>
          <a:ln w="254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1475656" y="4905164"/>
            <a:ext cx="0" cy="1116124"/>
          </a:xfrm>
          <a:prstGeom prst="line">
            <a:avLst/>
          </a:prstGeom>
          <a:ln w="254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203848" y="5651956"/>
            <a:ext cx="516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I/O</a:t>
            </a:r>
            <a:endParaRPr lang="ko-KR" alt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4343745" y="3851756"/>
            <a:ext cx="516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I/O</a:t>
            </a:r>
            <a:endParaRPr lang="ko-KR" altLang="en-US" dirty="0"/>
          </a:p>
        </p:txBody>
      </p:sp>
      <p:cxnSp>
        <p:nvCxnSpPr>
          <p:cNvPr id="33" name="직선 연결선 32"/>
          <p:cNvCxnSpPr/>
          <p:nvPr/>
        </p:nvCxnSpPr>
        <p:spPr>
          <a:xfrm>
            <a:off x="4283968" y="1734730"/>
            <a:ext cx="1400988" cy="7198"/>
          </a:xfrm>
          <a:prstGeom prst="line">
            <a:avLst/>
          </a:prstGeom>
          <a:ln w="254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572000" y="1741927"/>
            <a:ext cx="516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I/O</a:t>
            </a:r>
            <a:endParaRPr lang="ko-KR" altLang="en-US" dirty="0"/>
          </a:p>
        </p:txBody>
      </p:sp>
      <p:cxnSp>
        <p:nvCxnSpPr>
          <p:cNvPr id="36" name="직선 연결선 35"/>
          <p:cNvCxnSpPr/>
          <p:nvPr/>
        </p:nvCxnSpPr>
        <p:spPr>
          <a:xfrm flipV="1">
            <a:off x="5684956" y="1741928"/>
            <a:ext cx="0" cy="1147012"/>
          </a:xfrm>
          <a:prstGeom prst="line">
            <a:avLst/>
          </a:prstGeom>
          <a:ln w="254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/>
          <p:cNvCxnSpPr/>
          <p:nvPr/>
        </p:nvCxnSpPr>
        <p:spPr>
          <a:xfrm>
            <a:off x="6477044" y="4115866"/>
            <a:ext cx="831260" cy="1856"/>
          </a:xfrm>
          <a:prstGeom prst="line">
            <a:avLst/>
          </a:prstGeom>
          <a:ln w="254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762557" y="3755587"/>
            <a:ext cx="516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I/O</a:t>
            </a:r>
            <a:endParaRPr lang="ko-KR" altLang="en-US" dirty="0"/>
          </a:p>
        </p:txBody>
      </p:sp>
      <p:cxnSp>
        <p:nvCxnSpPr>
          <p:cNvPr id="41" name="직선 연결선 40"/>
          <p:cNvCxnSpPr>
            <a:stCxn id="4" idx="0"/>
          </p:cNvCxnSpPr>
          <p:nvPr/>
        </p:nvCxnSpPr>
        <p:spPr>
          <a:xfrm flipV="1">
            <a:off x="7848364" y="764704"/>
            <a:ext cx="0" cy="2016224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618013" y="2351402"/>
            <a:ext cx="2805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rgbClr val="C00000"/>
                </a:solidFill>
              </a:rPr>
              <a:t>인터페이스</a:t>
            </a:r>
            <a:r>
              <a:rPr lang="ko-KR" altLang="en-US" dirty="0" smtClean="0"/>
              <a:t> </a:t>
            </a:r>
            <a:r>
              <a:rPr lang="ko-KR" altLang="en-US" dirty="0" smtClean="0">
                <a:solidFill>
                  <a:srgbClr val="C00000"/>
                </a:solidFill>
              </a:rPr>
              <a:t>코딩필요부분</a:t>
            </a:r>
            <a:endParaRPr lang="ko-KR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6715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2924928" y="830905"/>
            <a:ext cx="792088" cy="16561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VoIP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794867" y="830905"/>
            <a:ext cx="864096" cy="16561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INT</a:t>
            </a:r>
            <a:endParaRPr lang="ko-KR" altLang="en-US" dirty="0"/>
          </a:p>
        </p:txBody>
      </p:sp>
      <p:cxnSp>
        <p:nvCxnSpPr>
          <p:cNvPr id="13" name="직선 연결선 12"/>
          <p:cNvCxnSpPr/>
          <p:nvPr/>
        </p:nvCxnSpPr>
        <p:spPr>
          <a:xfrm>
            <a:off x="1658963" y="974921"/>
            <a:ext cx="1265965" cy="0"/>
          </a:xfrm>
          <a:prstGeom prst="line">
            <a:avLst/>
          </a:prstGeom>
          <a:ln>
            <a:solidFill>
              <a:srgbClr val="FF0000"/>
            </a:solidFill>
            <a:headEnd type="triangle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>
            <a:off x="1658963" y="1190945"/>
            <a:ext cx="1265965" cy="0"/>
          </a:xfrm>
          <a:prstGeom prst="line">
            <a:avLst/>
          </a:prstGeom>
          <a:ln>
            <a:solidFill>
              <a:srgbClr val="FF0000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>
            <a:off x="1658963" y="1406969"/>
            <a:ext cx="1265965" cy="0"/>
          </a:xfrm>
          <a:prstGeom prst="line">
            <a:avLst/>
          </a:prstGeom>
          <a:ln>
            <a:solidFill>
              <a:srgbClr val="FF0000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>
            <a:off x="1658962" y="1616484"/>
            <a:ext cx="1265965" cy="0"/>
          </a:xfrm>
          <a:prstGeom prst="line">
            <a:avLst/>
          </a:prstGeom>
          <a:ln>
            <a:solidFill>
              <a:srgbClr val="FF0000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1658963" y="1839017"/>
            <a:ext cx="1265965" cy="0"/>
          </a:xfrm>
          <a:prstGeom prst="line">
            <a:avLst/>
          </a:prstGeom>
          <a:ln>
            <a:solidFill>
              <a:srgbClr val="FF0000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1658963" y="2055042"/>
            <a:ext cx="1265965" cy="0"/>
          </a:xfrm>
          <a:prstGeom prst="line">
            <a:avLst/>
          </a:prstGeom>
          <a:ln>
            <a:solidFill>
              <a:srgbClr val="00206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1658963" y="2271065"/>
            <a:ext cx="1265965" cy="0"/>
          </a:xfrm>
          <a:prstGeom prst="line">
            <a:avLst/>
          </a:prstGeom>
          <a:ln>
            <a:solidFill>
              <a:srgbClr val="00206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849222" y="758897"/>
            <a:ext cx="8178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/>
              <a:t>TMP_CNT1</a:t>
            </a:r>
            <a:endParaRPr lang="ko-KR" altLang="en-US" sz="1000" dirty="0"/>
          </a:p>
        </p:txBody>
      </p:sp>
      <p:sp>
        <p:nvSpPr>
          <p:cNvPr id="21" name="TextBox 20"/>
          <p:cNvSpPr txBox="1"/>
          <p:nvPr/>
        </p:nvSpPr>
        <p:spPr>
          <a:xfrm>
            <a:off x="1849221" y="974921"/>
            <a:ext cx="8178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/>
              <a:t>TMP_CNT2</a:t>
            </a:r>
            <a:endParaRPr lang="ko-KR" altLang="en-US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1849220" y="1190945"/>
            <a:ext cx="8178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/>
              <a:t>TMP_CNT3</a:t>
            </a:r>
            <a:endParaRPr lang="ko-KR" altLang="en-US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1849222" y="1386064"/>
            <a:ext cx="8178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/>
              <a:t>TMP_CNT4</a:t>
            </a:r>
            <a:endParaRPr lang="ko-KR" altLang="en-US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1849222" y="1602088"/>
            <a:ext cx="8178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/>
              <a:t>TMP_CNT5</a:t>
            </a:r>
            <a:endParaRPr lang="ko-KR" altLang="en-US" sz="1000" dirty="0"/>
          </a:p>
        </p:txBody>
      </p:sp>
      <p:sp>
        <p:nvSpPr>
          <p:cNvPr id="26" name="TextBox 25"/>
          <p:cNvSpPr txBox="1"/>
          <p:nvPr/>
        </p:nvSpPr>
        <p:spPr>
          <a:xfrm>
            <a:off x="1849219" y="1818112"/>
            <a:ext cx="8178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/>
              <a:t>TMP_CNT6</a:t>
            </a:r>
            <a:endParaRPr lang="ko-KR" altLang="en-US" sz="1000" dirty="0"/>
          </a:p>
        </p:txBody>
      </p:sp>
      <p:sp>
        <p:nvSpPr>
          <p:cNvPr id="27" name="TextBox 26"/>
          <p:cNvSpPr txBox="1"/>
          <p:nvPr/>
        </p:nvSpPr>
        <p:spPr>
          <a:xfrm>
            <a:off x="1849219" y="2034136"/>
            <a:ext cx="8178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/>
              <a:t>TMP_CNT7</a:t>
            </a:r>
            <a:endParaRPr lang="ko-KR" altLang="en-US" sz="1000" dirty="0"/>
          </a:p>
        </p:txBody>
      </p:sp>
      <p:cxnSp>
        <p:nvCxnSpPr>
          <p:cNvPr id="64" name="직선 연결선 63"/>
          <p:cNvCxnSpPr/>
          <p:nvPr/>
        </p:nvCxnSpPr>
        <p:spPr>
          <a:xfrm>
            <a:off x="827584" y="4797152"/>
            <a:ext cx="734481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/>
          <p:cNvCxnSpPr/>
          <p:nvPr/>
        </p:nvCxnSpPr>
        <p:spPr>
          <a:xfrm>
            <a:off x="827584" y="4365104"/>
            <a:ext cx="734481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8167168" y="4607292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L</a:t>
            </a:r>
            <a:endParaRPr lang="ko-KR" altLang="en-US" dirty="0"/>
          </a:p>
        </p:txBody>
      </p:sp>
      <p:sp>
        <p:nvSpPr>
          <p:cNvPr id="71" name="TextBox 70"/>
          <p:cNvSpPr txBox="1"/>
          <p:nvPr/>
        </p:nvSpPr>
        <p:spPr>
          <a:xfrm>
            <a:off x="8172400" y="4181579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H</a:t>
            </a:r>
            <a:endParaRPr lang="ko-KR" altLang="en-US" dirty="0"/>
          </a:p>
        </p:txBody>
      </p:sp>
      <p:sp>
        <p:nvSpPr>
          <p:cNvPr id="72" name="TextBox 71"/>
          <p:cNvSpPr txBox="1"/>
          <p:nvPr/>
        </p:nvSpPr>
        <p:spPr>
          <a:xfrm>
            <a:off x="179512" y="4412411"/>
            <a:ext cx="14029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TMP_CNT6(Input)</a:t>
            </a:r>
            <a:endParaRPr lang="ko-KR" altLang="en-US" sz="1200" dirty="0"/>
          </a:p>
        </p:txBody>
      </p:sp>
      <p:cxnSp>
        <p:nvCxnSpPr>
          <p:cNvPr id="74" name="직선 연결선 73"/>
          <p:cNvCxnSpPr/>
          <p:nvPr/>
        </p:nvCxnSpPr>
        <p:spPr>
          <a:xfrm flipV="1">
            <a:off x="1226915" y="4791958"/>
            <a:ext cx="752797" cy="5194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/>
          <p:cNvCxnSpPr/>
          <p:nvPr/>
        </p:nvCxnSpPr>
        <p:spPr>
          <a:xfrm flipV="1">
            <a:off x="1979712" y="4366245"/>
            <a:ext cx="0" cy="42571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/>
          <p:cNvCxnSpPr/>
          <p:nvPr/>
        </p:nvCxnSpPr>
        <p:spPr>
          <a:xfrm flipV="1">
            <a:off x="1971800" y="4365104"/>
            <a:ext cx="4616424" cy="373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/>
          <p:cNvCxnSpPr/>
          <p:nvPr/>
        </p:nvCxnSpPr>
        <p:spPr>
          <a:xfrm>
            <a:off x="1971800" y="3933056"/>
            <a:ext cx="0" cy="26642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1078105" y="3794556"/>
            <a:ext cx="10504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Call Request</a:t>
            </a:r>
            <a:endParaRPr lang="ko-KR" altLang="en-US" sz="1200" dirty="0"/>
          </a:p>
        </p:txBody>
      </p:sp>
      <p:cxnSp>
        <p:nvCxnSpPr>
          <p:cNvPr id="83" name="직선 연결선 82"/>
          <p:cNvCxnSpPr/>
          <p:nvPr/>
        </p:nvCxnSpPr>
        <p:spPr>
          <a:xfrm>
            <a:off x="822352" y="5517232"/>
            <a:ext cx="7344816" cy="0"/>
          </a:xfrm>
          <a:prstGeom prst="line">
            <a:avLst/>
          </a:prstGeom>
          <a:ln cmpd="dbl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/>
          <p:cNvCxnSpPr/>
          <p:nvPr/>
        </p:nvCxnSpPr>
        <p:spPr>
          <a:xfrm>
            <a:off x="822352" y="5085184"/>
            <a:ext cx="7344816" cy="0"/>
          </a:xfrm>
          <a:prstGeom prst="line">
            <a:avLst/>
          </a:prstGeom>
          <a:ln cmpd="dbl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/>
          <p:cNvCxnSpPr/>
          <p:nvPr/>
        </p:nvCxnSpPr>
        <p:spPr>
          <a:xfrm flipV="1">
            <a:off x="1249069" y="6316595"/>
            <a:ext cx="1162691" cy="5194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연결선 85"/>
          <p:cNvCxnSpPr/>
          <p:nvPr/>
        </p:nvCxnSpPr>
        <p:spPr>
          <a:xfrm flipV="1">
            <a:off x="2411760" y="5890882"/>
            <a:ext cx="0" cy="42571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/>
          <p:cNvCxnSpPr/>
          <p:nvPr/>
        </p:nvCxnSpPr>
        <p:spPr>
          <a:xfrm>
            <a:off x="2403848" y="5893479"/>
            <a:ext cx="404036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195189" y="5160681"/>
            <a:ext cx="8887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VoIP work</a:t>
            </a:r>
            <a:endParaRPr lang="ko-KR" altLang="en-US" sz="1200" dirty="0"/>
          </a:p>
        </p:txBody>
      </p:sp>
      <p:sp>
        <p:nvSpPr>
          <p:cNvPr id="89" name="직사각형 88"/>
          <p:cNvSpPr/>
          <p:nvPr/>
        </p:nvSpPr>
        <p:spPr>
          <a:xfrm>
            <a:off x="2195736" y="5085184"/>
            <a:ext cx="4092453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OCC</a:t>
            </a:r>
            <a:r>
              <a:rPr lang="ko-KR" altLang="en-US" dirty="0" smtClean="0"/>
              <a:t>전화 연결</a:t>
            </a:r>
            <a:r>
              <a:rPr lang="en-US" altLang="ko-KR" dirty="0" smtClean="0"/>
              <a:t>, </a:t>
            </a:r>
            <a:r>
              <a:rPr lang="ko-KR" altLang="en-US" dirty="0" smtClean="0"/>
              <a:t>통화</a:t>
            </a:r>
            <a:endParaRPr lang="ko-KR" altLang="en-US" dirty="0"/>
          </a:p>
        </p:txBody>
      </p:sp>
      <p:cxnSp>
        <p:nvCxnSpPr>
          <p:cNvPr id="91" name="직선 연결선 90"/>
          <p:cNvCxnSpPr/>
          <p:nvPr/>
        </p:nvCxnSpPr>
        <p:spPr>
          <a:xfrm>
            <a:off x="822352" y="6309320"/>
            <a:ext cx="734481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/>
          <p:cNvCxnSpPr/>
          <p:nvPr/>
        </p:nvCxnSpPr>
        <p:spPr>
          <a:xfrm>
            <a:off x="822352" y="5877272"/>
            <a:ext cx="734481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224583" y="6000377"/>
            <a:ext cx="15327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TMP_CNT4(Output)</a:t>
            </a:r>
            <a:endParaRPr lang="ko-KR" altLang="en-US" sz="1200" dirty="0"/>
          </a:p>
        </p:txBody>
      </p:sp>
      <p:cxnSp>
        <p:nvCxnSpPr>
          <p:cNvPr id="95" name="직선 연결선 94"/>
          <p:cNvCxnSpPr/>
          <p:nvPr/>
        </p:nvCxnSpPr>
        <p:spPr>
          <a:xfrm>
            <a:off x="2411760" y="3933056"/>
            <a:ext cx="0" cy="26642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2044786" y="3656057"/>
            <a:ext cx="12445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Call Connected</a:t>
            </a:r>
            <a:endParaRPr lang="ko-KR" altLang="en-US" sz="1200" dirty="0"/>
          </a:p>
        </p:txBody>
      </p:sp>
      <p:cxnSp>
        <p:nvCxnSpPr>
          <p:cNvPr id="98" name="직선 연결선 97"/>
          <p:cNvCxnSpPr/>
          <p:nvPr/>
        </p:nvCxnSpPr>
        <p:spPr>
          <a:xfrm>
            <a:off x="6444208" y="3933055"/>
            <a:ext cx="0" cy="26642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5220072" y="3656056"/>
            <a:ext cx="14353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Call Disconnected</a:t>
            </a:r>
            <a:endParaRPr lang="ko-KR" altLang="en-US" sz="1200" dirty="0"/>
          </a:p>
        </p:txBody>
      </p:sp>
      <p:cxnSp>
        <p:nvCxnSpPr>
          <p:cNvPr id="101" name="직선 연결선 100"/>
          <p:cNvCxnSpPr/>
          <p:nvPr/>
        </p:nvCxnSpPr>
        <p:spPr>
          <a:xfrm flipV="1">
            <a:off x="6444208" y="5913911"/>
            <a:ext cx="0" cy="42571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 104"/>
          <p:cNvCxnSpPr/>
          <p:nvPr/>
        </p:nvCxnSpPr>
        <p:spPr>
          <a:xfrm flipV="1">
            <a:off x="2411760" y="5890882"/>
            <a:ext cx="0" cy="42571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/>
          <p:cNvCxnSpPr/>
          <p:nvPr/>
        </p:nvCxnSpPr>
        <p:spPr>
          <a:xfrm flipV="1">
            <a:off x="6596136" y="4348591"/>
            <a:ext cx="0" cy="42571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/>
          <p:cNvCxnSpPr/>
          <p:nvPr/>
        </p:nvCxnSpPr>
        <p:spPr>
          <a:xfrm flipV="1">
            <a:off x="6444208" y="6319812"/>
            <a:ext cx="1162691" cy="5194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연결선 113"/>
          <p:cNvCxnSpPr/>
          <p:nvPr/>
        </p:nvCxnSpPr>
        <p:spPr>
          <a:xfrm flipV="1">
            <a:off x="6596136" y="4797152"/>
            <a:ext cx="1162691" cy="5194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3829153" y="188640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/>
              <a:t>발신 동작</a:t>
            </a:r>
            <a:endParaRPr lang="ko-KR" altLang="en-US"/>
          </a:p>
        </p:txBody>
      </p:sp>
      <p:sp>
        <p:nvSpPr>
          <p:cNvPr id="116" name="TextBox 115"/>
          <p:cNvSpPr txBox="1"/>
          <p:nvPr/>
        </p:nvSpPr>
        <p:spPr>
          <a:xfrm>
            <a:off x="8138489" y="6092710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L</a:t>
            </a:r>
            <a:endParaRPr lang="ko-KR" altLang="en-US" dirty="0"/>
          </a:p>
        </p:txBody>
      </p:sp>
      <p:sp>
        <p:nvSpPr>
          <p:cNvPr id="117" name="TextBox 116"/>
          <p:cNvSpPr txBox="1"/>
          <p:nvPr/>
        </p:nvSpPr>
        <p:spPr>
          <a:xfrm>
            <a:off x="8143721" y="5666997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H</a:t>
            </a:r>
            <a:endParaRPr lang="ko-KR" altLang="en-US" dirty="0"/>
          </a:p>
        </p:txBody>
      </p:sp>
      <p:sp>
        <p:nvSpPr>
          <p:cNvPr id="118" name="TextBox 117"/>
          <p:cNvSpPr txBox="1"/>
          <p:nvPr/>
        </p:nvSpPr>
        <p:spPr>
          <a:xfrm>
            <a:off x="179512" y="4592161"/>
            <a:ext cx="14029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TMP_CNT7(Input)</a:t>
            </a:r>
            <a:endParaRPr lang="ko-KR" altLang="en-US" sz="1200" dirty="0"/>
          </a:p>
        </p:txBody>
      </p:sp>
      <p:sp>
        <p:nvSpPr>
          <p:cNvPr id="119" name="TextBox 118"/>
          <p:cNvSpPr txBox="1"/>
          <p:nvPr/>
        </p:nvSpPr>
        <p:spPr>
          <a:xfrm>
            <a:off x="4110143" y="1886924"/>
            <a:ext cx="474841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buAutoNum type="arabicPeriod"/>
            </a:pPr>
            <a:r>
              <a:rPr lang="en-US" altLang="ko-KR" sz="1200" dirty="0" smtClean="0"/>
              <a:t>TMP_CNT6(or 7) </a:t>
            </a:r>
            <a:r>
              <a:rPr lang="ko-KR" altLang="en-US" sz="1200" dirty="0" smtClean="0"/>
              <a:t>가 </a:t>
            </a:r>
            <a:r>
              <a:rPr lang="en-US" altLang="ko-KR" sz="1200" dirty="0" smtClean="0"/>
              <a:t>L-&gt;H</a:t>
            </a:r>
            <a:r>
              <a:rPr lang="ko-KR" altLang="en-US" sz="1200" dirty="0" smtClean="0"/>
              <a:t>로 천이</a:t>
            </a:r>
            <a:endParaRPr lang="en-US" altLang="ko-KR" sz="1200" dirty="0" smtClean="0"/>
          </a:p>
          <a:p>
            <a:pPr marL="228600" indent="-228600">
              <a:buAutoNum type="arabicPeriod"/>
            </a:pPr>
            <a:r>
              <a:rPr lang="en-US" altLang="ko-KR" sz="1200" dirty="0" smtClean="0"/>
              <a:t>VoIP</a:t>
            </a:r>
            <a:r>
              <a:rPr lang="ko-KR" altLang="en-US" sz="1200" dirty="0" smtClean="0"/>
              <a:t>는 </a:t>
            </a:r>
            <a:r>
              <a:rPr lang="en-US" altLang="ko-KR" sz="1200" dirty="0" smtClean="0"/>
              <a:t>OCC</a:t>
            </a:r>
            <a:r>
              <a:rPr lang="ko-KR" altLang="en-US" sz="1200" dirty="0" smtClean="0"/>
              <a:t>로 전화 연결</a:t>
            </a:r>
            <a:endParaRPr lang="en-US" altLang="ko-KR" sz="1200" dirty="0" smtClean="0"/>
          </a:p>
          <a:p>
            <a:pPr marL="228600" indent="-228600">
              <a:buAutoNum type="arabicPeriod"/>
            </a:pPr>
            <a:r>
              <a:rPr lang="ko-KR" altLang="en-US" sz="1200" dirty="0" err="1" smtClean="0"/>
              <a:t>연결후에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TMP_CNT4</a:t>
            </a:r>
            <a:r>
              <a:rPr lang="ko-KR" altLang="en-US" sz="1200" dirty="0" smtClean="0"/>
              <a:t>를 </a:t>
            </a:r>
            <a:r>
              <a:rPr lang="en-US" altLang="ko-KR" sz="1200" dirty="0" smtClean="0"/>
              <a:t>L-&gt;H</a:t>
            </a:r>
            <a:r>
              <a:rPr lang="ko-KR" altLang="en-US" sz="1200" dirty="0" smtClean="0"/>
              <a:t>로 천이</a:t>
            </a:r>
            <a:endParaRPr lang="en-US" altLang="ko-KR" sz="1200" dirty="0" smtClean="0"/>
          </a:p>
          <a:p>
            <a:pPr marL="228600" indent="-228600">
              <a:buAutoNum type="arabicPeriod"/>
            </a:pPr>
            <a:r>
              <a:rPr lang="ko-KR" altLang="en-US" sz="1200" dirty="0" smtClean="0"/>
              <a:t>연결 </a:t>
            </a:r>
            <a:r>
              <a:rPr lang="ko-KR" altLang="en-US" sz="1200" dirty="0" err="1" smtClean="0"/>
              <a:t>종료후에는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TMP_CNT4</a:t>
            </a:r>
            <a:r>
              <a:rPr lang="ko-KR" altLang="en-US" sz="1200" dirty="0" smtClean="0"/>
              <a:t>를 </a:t>
            </a:r>
            <a:r>
              <a:rPr lang="en-US" altLang="ko-KR" sz="1200" dirty="0" smtClean="0"/>
              <a:t>H-&gt;L</a:t>
            </a:r>
            <a:r>
              <a:rPr lang="ko-KR" altLang="en-US" sz="1200" dirty="0" smtClean="0"/>
              <a:t>로 천이</a:t>
            </a:r>
            <a:endParaRPr lang="en-US" altLang="ko-KR" sz="1200" dirty="0" smtClean="0"/>
          </a:p>
          <a:p>
            <a:pPr marL="228600" indent="-228600">
              <a:buAutoNum type="arabicPeriod"/>
            </a:pPr>
            <a:endParaRPr lang="en-US" altLang="ko-KR" sz="1200" dirty="0"/>
          </a:p>
          <a:p>
            <a:r>
              <a:rPr lang="ko-KR" altLang="en-US" sz="1200" dirty="0" smtClean="0"/>
              <a:t>주의 </a:t>
            </a:r>
            <a:r>
              <a:rPr lang="en-US" altLang="ko-KR" sz="1200" dirty="0" smtClean="0"/>
              <a:t>: TMP_CNT6(or7)</a:t>
            </a:r>
            <a:r>
              <a:rPr lang="ko-KR" altLang="en-US" sz="1200" dirty="0" smtClean="0"/>
              <a:t>과</a:t>
            </a:r>
            <a:r>
              <a:rPr lang="en-US" altLang="ko-KR" sz="1200" dirty="0" smtClean="0"/>
              <a:t> TMC_CNT4 </a:t>
            </a:r>
            <a:r>
              <a:rPr lang="ko-KR" altLang="en-US" sz="1200" dirty="0" err="1" smtClean="0"/>
              <a:t>둘다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H </a:t>
            </a:r>
            <a:r>
              <a:rPr lang="ko-KR" altLang="en-US" sz="1200" dirty="0" smtClean="0"/>
              <a:t>로 유지된 경우 </a:t>
            </a:r>
            <a:r>
              <a:rPr lang="en-US" altLang="ko-KR" sz="1200" dirty="0" smtClean="0"/>
              <a:t>call</a:t>
            </a:r>
            <a:r>
              <a:rPr lang="ko-KR" altLang="en-US" sz="1200" dirty="0" smtClean="0"/>
              <a:t>이</a:t>
            </a:r>
            <a:endParaRPr lang="en-US" altLang="ko-KR" sz="1200" dirty="0" smtClean="0"/>
          </a:p>
          <a:p>
            <a:r>
              <a:rPr lang="en-US" altLang="ko-KR" sz="1200" dirty="0" smtClean="0"/>
              <a:t>      </a:t>
            </a:r>
            <a:r>
              <a:rPr lang="ko-KR" altLang="en-US" sz="1200" dirty="0" smtClean="0"/>
              <a:t>유지 됩니다</a:t>
            </a:r>
            <a:r>
              <a:rPr lang="en-US" altLang="ko-KR" sz="1200" dirty="0" smtClean="0"/>
              <a:t>.  </a:t>
            </a:r>
            <a:r>
              <a:rPr lang="ko-KR" altLang="en-US" sz="1200" dirty="0" err="1" smtClean="0"/>
              <a:t>둘다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H </a:t>
            </a:r>
            <a:r>
              <a:rPr lang="ko-KR" altLang="en-US" sz="1200" dirty="0" smtClean="0"/>
              <a:t>로 된 이후에 </a:t>
            </a:r>
            <a:r>
              <a:rPr lang="en-US" altLang="ko-KR" sz="1200" dirty="0" smtClean="0"/>
              <a:t>TMP_CNT6(or 7)</a:t>
            </a:r>
            <a:r>
              <a:rPr lang="ko-KR" altLang="en-US" sz="1200" dirty="0" smtClean="0"/>
              <a:t>이 </a:t>
            </a:r>
            <a:r>
              <a:rPr lang="en-US" altLang="ko-KR" sz="1200" dirty="0" smtClean="0"/>
              <a:t>L </a:t>
            </a:r>
            <a:r>
              <a:rPr lang="ko-KR" altLang="en-US" sz="1200" dirty="0" smtClean="0"/>
              <a:t>천이</a:t>
            </a:r>
            <a:endParaRPr lang="en-US" altLang="ko-KR" sz="1200" dirty="0" smtClean="0"/>
          </a:p>
          <a:p>
            <a:r>
              <a:rPr lang="en-US" altLang="ko-KR" sz="1200" dirty="0" smtClean="0"/>
              <a:t>       </a:t>
            </a:r>
            <a:r>
              <a:rPr lang="ko-KR" altLang="en-US" sz="1200" dirty="0" smtClean="0"/>
              <a:t>하면 연결을 해제 합니다</a:t>
            </a:r>
            <a:r>
              <a:rPr lang="en-US" altLang="ko-KR" sz="1200" dirty="0" smtClean="0"/>
              <a:t>.</a:t>
            </a:r>
            <a:endParaRPr lang="ko-KR" altLang="en-US" sz="1200" dirty="0" smtClean="0"/>
          </a:p>
        </p:txBody>
      </p:sp>
      <p:sp>
        <p:nvSpPr>
          <p:cNvPr id="120" name="TextBox 119"/>
          <p:cNvSpPr txBox="1"/>
          <p:nvPr/>
        </p:nvSpPr>
        <p:spPr>
          <a:xfrm>
            <a:off x="4056839" y="647980"/>
            <a:ext cx="432362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TMP_CNT6/7</a:t>
            </a:r>
            <a:r>
              <a:rPr lang="ko-KR" altLang="en-US" sz="1200" dirty="0" smtClean="0"/>
              <a:t>입력에 대해서 동일하게 대응 합니다</a:t>
            </a:r>
            <a:r>
              <a:rPr lang="en-US" altLang="ko-KR" sz="1200" dirty="0" smtClean="0"/>
              <a:t>.</a:t>
            </a:r>
          </a:p>
          <a:p>
            <a:r>
              <a:rPr lang="en-US" altLang="ko-KR" sz="1200" dirty="0" smtClean="0"/>
              <a:t>TMP_CNT6</a:t>
            </a:r>
            <a:r>
              <a:rPr lang="ko-KR" altLang="en-US" sz="1200" dirty="0" smtClean="0"/>
              <a:t>는 </a:t>
            </a:r>
            <a:r>
              <a:rPr lang="en-US" altLang="ko-KR" sz="1200" dirty="0" smtClean="0"/>
              <a:t>DPO</a:t>
            </a:r>
            <a:r>
              <a:rPr lang="ko-KR" altLang="en-US" sz="1200" dirty="0" smtClean="0"/>
              <a:t>에서 호출 </a:t>
            </a:r>
            <a:r>
              <a:rPr lang="ko-KR" altLang="en-US" sz="1200" dirty="0" err="1" smtClean="0"/>
              <a:t>하는것이고</a:t>
            </a:r>
            <a:r>
              <a:rPr lang="ko-KR" altLang="en-US" sz="1200" dirty="0" smtClean="0"/>
              <a:t> </a:t>
            </a:r>
            <a:endParaRPr lang="en-US" altLang="ko-KR" sz="1200" dirty="0" smtClean="0"/>
          </a:p>
          <a:p>
            <a:r>
              <a:rPr lang="en-US" altLang="ko-KR" sz="1200" dirty="0" smtClean="0"/>
              <a:t>TMP_CNT7</a:t>
            </a:r>
            <a:r>
              <a:rPr lang="ko-KR" altLang="en-US" sz="1200" dirty="0" smtClean="0"/>
              <a:t>는 </a:t>
            </a:r>
            <a:r>
              <a:rPr lang="en-US" altLang="ko-KR" sz="1200" dirty="0" smtClean="0"/>
              <a:t>PEI</a:t>
            </a:r>
            <a:r>
              <a:rPr lang="ko-KR" altLang="en-US" sz="1200" dirty="0" smtClean="0"/>
              <a:t>에서 호출 </a:t>
            </a:r>
            <a:r>
              <a:rPr lang="ko-KR" altLang="en-US" sz="1200" dirty="0" err="1" smtClean="0"/>
              <a:t>하는것인데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VoIP</a:t>
            </a:r>
            <a:r>
              <a:rPr lang="ko-KR" altLang="en-US" sz="1200" dirty="0" smtClean="0"/>
              <a:t>입장에서</a:t>
            </a:r>
            <a:endParaRPr lang="en-US" altLang="ko-KR" sz="1200" dirty="0" smtClean="0"/>
          </a:p>
          <a:p>
            <a:r>
              <a:rPr lang="ko-KR" altLang="en-US" sz="1200" dirty="0" smtClean="0"/>
              <a:t>는 동일한 </a:t>
            </a:r>
            <a:r>
              <a:rPr lang="en-US" altLang="ko-KR" sz="1200" dirty="0" smtClean="0"/>
              <a:t>destination</a:t>
            </a:r>
            <a:r>
              <a:rPr lang="ko-KR" altLang="en-US" sz="1200" dirty="0" smtClean="0"/>
              <a:t>으로 </a:t>
            </a:r>
            <a:r>
              <a:rPr lang="en-US" altLang="ko-KR" sz="1200" dirty="0" smtClean="0"/>
              <a:t>call</a:t>
            </a:r>
            <a:r>
              <a:rPr lang="ko-KR" altLang="en-US" sz="1200" dirty="0" smtClean="0"/>
              <a:t>합니다</a:t>
            </a:r>
            <a:r>
              <a:rPr lang="en-US" altLang="ko-KR" sz="1200" dirty="0" smtClean="0"/>
              <a:t>. </a:t>
            </a:r>
            <a:r>
              <a:rPr lang="ko-KR" altLang="en-US" sz="1200" dirty="0" smtClean="0"/>
              <a:t>하지만 </a:t>
            </a:r>
            <a:r>
              <a:rPr lang="en-US" altLang="ko-KR" sz="1200" dirty="0" smtClean="0"/>
              <a:t>485</a:t>
            </a:r>
            <a:r>
              <a:rPr lang="ko-KR" altLang="en-US" sz="1200" dirty="0" smtClean="0"/>
              <a:t>를 통해서 </a:t>
            </a:r>
            <a:endParaRPr lang="en-US" altLang="ko-KR" sz="1200" dirty="0" smtClean="0"/>
          </a:p>
          <a:p>
            <a:r>
              <a:rPr lang="ko-KR" altLang="en-US" sz="1200" dirty="0" smtClean="0"/>
              <a:t>현재 </a:t>
            </a:r>
            <a:r>
              <a:rPr lang="en-US" altLang="ko-KR" sz="1200" dirty="0" smtClean="0"/>
              <a:t>OCC</a:t>
            </a:r>
            <a:r>
              <a:rPr lang="ko-KR" altLang="en-US" sz="1200" dirty="0" smtClean="0"/>
              <a:t>와 연결된 대상을 </a:t>
            </a:r>
            <a:r>
              <a:rPr lang="ko-KR" altLang="en-US" sz="1200" dirty="0" err="1" smtClean="0"/>
              <a:t>구분해야할</a:t>
            </a:r>
            <a:r>
              <a:rPr lang="ko-KR" altLang="en-US" sz="1200" dirty="0" smtClean="0"/>
              <a:t> 필요도 있으니</a:t>
            </a:r>
            <a:endParaRPr lang="en-US" altLang="ko-KR" sz="1200" dirty="0" smtClean="0"/>
          </a:p>
          <a:p>
            <a:r>
              <a:rPr lang="ko-KR" altLang="en-US" sz="1200" dirty="0" smtClean="0"/>
              <a:t>그에 대한 구분은 인지 하고 있어야 합니다</a:t>
            </a:r>
            <a:r>
              <a:rPr lang="en-US" altLang="ko-KR" sz="1200" dirty="0" smtClean="0"/>
              <a:t>.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669031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직선 연결선 63"/>
          <p:cNvCxnSpPr/>
          <p:nvPr/>
        </p:nvCxnSpPr>
        <p:spPr>
          <a:xfrm>
            <a:off x="827584" y="1761784"/>
            <a:ext cx="734481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/>
          <p:cNvCxnSpPr/>
          <p:nvPr/>
        </p:nvCxnSpPr>
        <p:spPr>
          <a:xfrm>
            <a:off x="827584" y="1329736"/>
            <a:ext cx="734481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8167168" y="1571924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L</a:t>
            </a:r>
            <a:endParaRPr lang="ko-KR" altLang="en-US" dirty="0"/>
          </a:p>
        </p:txBody>
      </p:sp>
      <p:sp>
        <p:nvSpPr>
          <p:cNvPr id="71" name="TextBox 70"/>
          <p:cNvSpPr txBox="1"/>
          <p:nvPr/>
        </p:nvSpPr>
        <p:spPr>
          <a:xfrm>
            <a:off x="8172400" y="1146211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H</a:t>
            </a:r>
            <a:endParaRPr lang="ko-KR" altLang="en-US" dirty="0"/>
          </a:p>
        </p:txBody>
      </p:sp>
      <p:sp>
        <p:nvSpPr>
          <p:cNvPr id="72" name="TextBox 71"/>
          <p:cNvSpPr txBox="1"/>
          <p:nvPr/>
        </p:nvSpPr>
        <p:spPr>
          <a:xfrm>
            <a:off x="179512" y="1495817"/>
            <a:ext cx="14029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TMP_CNT6(Input)</a:t>
            </a:r>
            <a:endParaRPr lang="ko-KR" altLang="en-US" sz="1200" dirty="0"/>
          </a:p>
        </p:txBody>
      </p:sp>
      <p:cxnSp>
        <p:nvCxnSpPr>
          <p:cNvPr id="74" name="직선 연결선 73"/>
          <p:cNvCxnSpPr/>
          <p:nvPr/>
        </p:nvCxnSpPr>
        <p:spPr>
          <a:xfrm flipV="1">
            <a:off x="1226915" y="1756590"/>
            <a:ext cx="752797" cy="5194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/>
          <p:cNvCxnSpPr/>
          <p:nvPr/>
        </p:nvCxnSpPr>
        <p:spPr>
          <a:xfrm flipV="1">
            <a:off x="1979712" y="1330877"/>
            <a:ext cx="0" cy="42571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/>
          <p:cNvCxnSpPr/>
          <p:nvPr/>
        </p:nvCxnSpPr>
        <p:spPr>
          <a:xfrm>
            <a:off x="1971800" y="1333474"/>
            <a:ext cx="445438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/>
          <p:cNvCxnSpPr/>
          <p:nvPr/>
        </p:nvCxnSpPr>
        <p:spPr>
          <a:xfrm>
            <a:off x="1971800" y="897688"/>
            <a:ext cx="7912" cy="40434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1078105" y="759188"/>
            <a:ext cx="10504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Call Request</a:t>
            </a:r>
            <a:endParaRPr lang="ko-KR" altLang="en-US" sz="1200" dirty="0"/>
          </a:p>
        </p:txBody>
      </p:sp>
      <p:cxnSp>
        <p:nvCxnSpPr>
          <p:cNvPr id="83" name="직선 연결선 82"/>
          <p:cNvCxnSpPr/>
          <p:nvPr/>
        </p:nvCxnSpPr>
        <p:spPr>
          <a:xfrm>
            <a:off x="822352" y="3068960"/>
            <a:ext cx="7344816" cy="0"/>
          </a:xfrm>
          <a:prstGeom prst="line">
            <a:avLst/>
          </a:prstGeom>
          <a:ln cmpd="dbl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/>
          <p:cNvCxnSpPr/>
          <p:nvPr/>
        </p:nvCxnSpPr>
        <p:spPr>
          <a:xfrm>
            <a:off x="822352" y="2636912"/>
            <a:ext cx="7344816" cy="0"/>
          </a:xfrm>
          <a:prstGeom prst="line">
            <a:avLst/>
          </a:prstGeom>
          <a:ln cmpd="dbl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/>
          <p:cNvCxnSpPr/>
          <p:nvPr/>
        </p:nvCxnSpPr>
        <p:spPr>
          <a:xfrm flipV="1">
            <a:off x="1249069" y="3870920"/>
            <a:ext cx="802651" cy="259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/>
          <p:cNvCxnSpPr/>
          <p:nvPr/>
        </p:nvCxnSpPr>
        <p:spPr>
          <a:xfrm>
            <a:off x="2051720" y="3431581"/>
            <a:ext cx="4392488" cy="1362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195189" y="2712409"/>
            <a:ext cx="8887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VoIP work</a:t>
            </a:r>
            <a:endParaRPr lang="ko-KR" altLang="en-US" sz="1200" dirty="0"/>
          </a:p>
        </p:txBody>
      </p:sp>
      <p:sp>
        <p:nvSpPr>
          <p:cNvPr id="89" name="직사각형 88"/>
          <p:cNvSpPr/>
          <p:nvPr/>
        </p:nvSpPr>
        <p:spPr>
          <a:xfrm>
            <a:off x="2195737" y="2636912"/>
            <a:ext cx="1944215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OCC</a:t>
            </a:r>
            <a:r>
              <a:rPr lang="ko-KR" altLang="en-US" dirty="0" smtClean="0"/>
              <a:t>전화 연결</a:t>
            </a:r>
            <a:endParaRPr lang="ko-KR" altLang="en-US" dirty="0"/>
          </a:p>
        </p:txBody>
      </p:sp>
      <p:cxnSp>
        <p:nvCxnSpPr>
          <p:cNvPr id="91" name="직선 연결선 90"/>
          <p:cNvCxnSpPr/>
          <p:nvPr/>
        </p:nvCxnSpPr>
        <p:spPr>
          <a:xfrm>
            <a:off x="822352" y="3933056"/>
            <a:ext cx="734481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/>
          <p:cNvCxnSpPr/>
          <p:nvPr/>
        </p:nvCxnSpPr>
        <p:spPr>
          <a:xfrm>
            <a:off x="822352" y="3356992"/>
            <a:ext cx="734481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224583" y="3552105"/>
            <a:ext cx="15327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TMP_CNT4(Output)</a:t>
            </a:r>
            <a:endParaRPr lang="ko-KR" altLang="en-US" sz="1200" dirty="0"/>
          </a:p>
        </p:txBody>
      </p:sp>
      <p:cxnSp>
        <p:nvCxnSpPr>
          <p:cNvPr id="95" name="직선 연결선 94"/>
          <p:cNvCxnSpPr/>
          <p:nvPr/>
        </p:nvCxnSpPr>
        <p:spPr>
          <a:xfrm>
            <a:off x="4218894" y="897688"/>
            <a:ext cx="0" cy="39714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3851920" y="620689"/>
            <a:ext cx="12445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Call Connected</a:t>
            </a:r>
            <a:endParaRPr lang="ko-KR" altLang="en-US" sz="1200" dirty="0"/>
          </a:p>
        </p:txBody>
      </p:sp>
      <p:cxnSp>
        <p:nvCxnSpPr>
          <p:cNvPr id="98" name="직선 연결선 97"/>
          <p:cNvCxnSpPr/>
          <p:nvPr/>
        </p:nvCxnSpPr>
        <p:spPr>
          <a:xfrm>
            <a:off x="6444208" y="897687"/>
            <a:ext cx="0" cy="40434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5220072" y="620688"/>
            <a:ext cx="14353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Call Disconnected</a:t>
            </a:r>
            <a:endParaRPr lang="ko-KR" altLang="en-US" sz="1200" dirty="0"/>
          </a:p>
        </p:txBody>
      </p:sp>
      <p:cxnSp>
        <p:nvCxnSpPr>
          <p:cNvPr id="101" name="직선 연결선 100"/>
          <p:cNvCxnSpPr/>
          <p:nvPr/>
        </p:nvCxnSpPr>
        <p:spPr>
          <a:xfrm flipV="1">
            <a:off x="6444208" y="3465639"/>
            <a:ext cx="0" cy="42571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 104"/>
          <p:cNvCxnSpPr/>
          <p:nvPr/>
        </p:nvCxnSpPr>
        <p:spPr>
          <a:xfrm flipV="1">
            <a:off x="2051720" y="3431581"/>
            <a:ext cx="0" cy="42571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/>
          <p:cNvCxnSpPr/>
          <p:nvPr/>
        </p:nvCxnSpPr>
        <p:spPr>
          <a:xfrm flipV="1">
            <a:off x="6426183" y="1329736"/>
            <a:ext cx="0" cy="42571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/>
          <p:cNvCxnSpPr/>
          <p:nvPr/>
        </p:nvCxnSpPr>
        <p:spPr>
          <a:xfrm flipV="1">
            <a:off x="6444208" y="3871540"/>
            <a:ext cx="1162691" cy="5194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연결선 113"/>
          <p:cNvCxnSpPr/>
          <p:nvPr/>
        </p:nvCxnSpPr>
        <p:spPr>
          <a:xfrm>
            <a:off x="6426183" y="1759187"/>
            <a:ext cx="1332644" cy="2597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2627784" y="188640"/>
            <a:ext cx="3635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발신 </a:t>
            </a:r>
            <a:r>
              <a:rPr lang="ko-KR" altLang="en-US" b="1" dirty="0" smtClean="0"/>
              <a:t>동작</a:t>
            </a:r>
            <a:r>
              <a:rPr lang="en-US" altLang="ko-KR" b="1" dirty="0" smtClean="0"/>
              <a:t>(DPO</a:t>
            </a:r>
            <a:r>
              <a:rPr lang="ko-KR" altLang="en-US" b="1" dirty="0" smtClean="0"/>
              <a:t>에서 </a:t>
            </a:r>
            <a:r>
              <a:rPr lang="en-US" altLang="ko-KR" b="1" dirty="0" smtClean="0"/>
              <a:t>OCC</a:t>
            </a:r>
            <a:r>
              <a:rPr lang="ko-KR" altLang="en-US" b="1" dirty="0" smtClean="0"/>
              <a:t>와 연결</a:t>
            </a:r>
            <a:r>
              <a:rPr lang="en-US" altLang="ko-KR" b="1" dirty="0" smtClean="0"/>
              <a:t>)</a:t>
            </a:r>
            <a:endParaRPr lang="ko-KR" altLang="en-US" b="1" dirty="0"/>
          </a:p>
        </p:txBody>
      </p:sp>
      <p:sp>
        <p:nvSpPr>
          <p:cNvPr id="116" name="TextBox 115"/>
          <p:cNvSpPr txBox="1"/>
          <p:nvPr/>
        </p:nvSpPr>
        <p:spPr>
          <a:xfrm>
            <a:off x="8138489" y="3644438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L</a:t>
            </a:r>
            <a:endParaRPr lang="ko-KR" altLang="en-US" dirty="0"/>
          </a:p>
        </p:txBody>
      </p:sp>
      <p:sp>
        <p:nvSpPr>
          <p:cNvPr id="117" name="TextBox 116"/>
          <p:cNvSpPr txBox="1"/>
          <p:nvPr/>
        </p:nvSpPr>
        <p:spPr>
          <a:xfrm>
            <a:off x="8143721" y="3218725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H</a:t>
            </a:r>
            <a:endParaRPr lang="ko-KR" altLang="en-US" dirty="0"/>
          </a:p>
        </p:txBody>
      </p:sp>
      <p:cxnSp>
        <p:nvCxnSpPr>
          <p:cNvPr id="53" name="직선 연결선 52"/>
          <p:cNvCxnSpPr/>
          <p:nvPr/>
        </p:nvCxnSpPr>
        <p:spPr>
          <a:xfrm>
            <a:off x="827584" y="2343686"/>
            <a:ext cx="734481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/>
          <p:cNvCxnSpPr/>
          <p:nvPr/>
        </p:nvCxnSpPr>
        <p:spPr>
          <a:xfrm>
            <a:off x="827584" y="1911638"/>
            <a:ext cx="734481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/>
          <p:cNvCxnSpPr/>
          <p:nvPr/>
        </p:nvCxnSpPr>
        <p:spPr>
          <a:xfrm>
            <a:off x="1226915" y="2343686"/>
            <a:ext cx="901606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/>
          <p:cNvCxnSpPr/>
          <p:nvPr/>
        </p:nvCxnSpPr>
        <p:spPr>
          <a:xfrm>
            <a:off x="2128521" y="1911638"/>
            <a:ext cx="2011431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/>
          <p:cNvCxnSpPr/>
          <p:nvPr/>
        </p:nvCxnSpPr>
        <p:spPr>
          <a:xfrm>
            <a:off x="4139952" y="2343686"/>
            <a:ext cx="3618875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 flipV="1">
            <a:off x="2123728" y="1923167"/>
            <a:ext cx="0" cy="42571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직사각형 61"/>
          <p:cNvSpPr/>
          <p:nvPr/>
        </p:nvSpPr>
        <p:spPr>
          <a:xfrm>
            <a:off x="4355977" y="2636912"/>
            <a:ext cx="1944215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OCC</a:t>
            </a:r>
            <a:r>
              <a:rPr lang="ko-KR" altLang="en-US" dirty="0" smtClean="0"/>
              <a:t>전화 통화</a:t>
            </a:r>
            <a:endParaRPr lang="ko-KR" altLang="en-US" dirty="0"/>
          </a:p>
        </p:txBody>
      </p:sp>
      <p:cxnSp>
        <p:nvCxnSpPr>
          <p:cNvPr id="66" name="직선 연결선 65"/>
          <p:cNvCxnSpPr/>
          <p:nvPr/>
        </p:nvCxnSpPr>
        <p:spPr>
          <a:xfrm flipV="1">
            <a:off x="4139952" y="1917973"/>
            <a:ext cx="0" cy="42571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274770" y="2076873"/>
            <a:ext cx="12795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VOICE_RECORD</a:t>
            </a:r>
            <a:endParaRPr lang="ko-KR" altLang="en-US" sz="1200" dirty="0"/>
          </a:p>
        </p:txBody>
      </p:sp>
      <p:cxnSp>
        <p:nvCxnSpPr>
          <p:cNvPr id="43" name="직선 연결선 42"/>
          <p:cNvCxnSpPr/>
          <p:nvPr/>
        </p:nvCxnSpPr>
        <p:spPr>
          <a:xfrm flipV="1">
            <a:off x="1254301" y="4519612"/>
            <a:ext cx="2966295" cy="197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/>
          <p:cNvCxnSpPr/>
          <p:nvPr/>
        </p:nvCxnSpPr>
        <p:spPr>
          <a:xfrm>
            <a:off x="4211960" y="4094887"/>
            <a:ext cx="2232247" cy="160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/>
          <p:cNvCxnSpPr/>
          <p:nvPr/>
        </p:nvCxnSpPr>
        <p:spPr>
          <a:xfrm>
            <a:off x="822352" y="4581128"/>
            <a:ext cx="734481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/>
          <p:cNvCxnSpPr/>
          <p:nvPr/>
        </p:nvCxnSpPr>
        <p:spPr>
          <a:xfrm>
            <a:off x="827584" y="4005064"/>
            <a:ext cx="734481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/>
          <p:cNvCxnSpPr/>
          <p:nvPr/>
        </p:nvCxnSpPr>
        <p:spPr>
          <a:xfrm flipV="1">
            <a:off x="4139952" y="4094887"/>
            <a:ext cx="0" cy="42571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/>
          <p:cNvCxnSpPr/>
          <p:nvPr/>
        </p:nvCxnSpPr>
        <p:spPr>
          <a:xfrm flipH="1" flipV="1">
            <a:off x="4218894" y="4077073"/>
            <a:ext cx="1702" cy="425712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/>
          <p:cNvCxnSpPr/>
          <p:nvPr/>
        </p:nvCxnSpPr>
        <p:spPr>
          <a:xfrm>
            <a:off x="6444208" y="4524806"/>
            <a:ext cx="1162691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230896" y="4232121"/>
            <a:ext cx="15327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TMP_CNT5(Output</a:t>
            </a:r>
            <a:r>
              <a:rPr lang="en-US" altLang="ko-KR" sz="1200" dirty="0" smtClean="0"/>
              <a:t>)</a:t>
            </a:r>
            <a:endParaRPr lang="ko-KR" altLang="en-US" sz="1200" dirty="0"/>
          </a:p>
        </p:txBody>
      </p:sp>
      <p:cxnSp>
        <p:nvCxnSpPr>
          <p:cNvPr id="59" name="직선 연결선 58"/>
          <p:cNvCxnSpPr/>
          <p:nvPr/>
        </p:nvCxnSpPr>
        <p:spPr>
          <a:xfrm>
            <a:off x="4139952" y="1050709"/>
            <a:ext cx="0" cy="38904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>
            <a:off x="2124200" y="1050088"/>
            <a:ext cx="4321" cy="38910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2609028" y="1007711"/>
            <a:ext cx="809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Call Ring</a:t>
            </a:r>
            <a:endParaRPr lang="ko-KR" altLang="en-US" sz="1200" dirty="0"/>
          </a:p>
        </p:txBody>
      </p:sp>
      <p:cxnSp>
        <p:nvCxnSpPr>
          <p:cNvPr id="63" name="직선 연결선 62"/>
          <p:cNvCxnSpPr/>
          <p:nvPr/>
        </p:nvCxnSpPr>
        <p:spPr>
          <a:xfrm flipH="1" flipV="1">
            <a:off x="6444208" y="4110628"/>
            <a:ext cx="1702" cy="425712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설명선 2 67"/>
          <p:cNvSpPr/>
          <p:nvPr/>
        </p:nvSpPr>
        <p:spPr>
          <a:xfrm>
            <a:off x="4639290" y="5013176"/>
            <a:ext cx="1084837" cy="612648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80285"/>
              <a:gd name="adj6" fmla="val -38810"/>
            </a:avLst>
          </a:prstGeom>
          <a:ln w="9525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VOIP </a:t>
            </a:r>
            <a:r>
              <a:rPr lang="ko-KR" altLang="en-US" sz="1000" dirty="0" smtClean="0"/>
              <a:t>음성 통화 연결 시점</a:t>
            </a:r>
            <a:endParaRPr lang="ko-KR" altLang="en-US" sz="1000" dirty="0"/>
          </a:p>
        </p:txBody>
      </p:sp>
      <p:sp>
        <p:nvSpPr>
          <p:cNvPr id="73" name="설명선 2 72"/>
          <p:cNvSpPr/>
          <p:nvPr/>
        </p:nvSpPr>
        <p:spPr>
          <a:xfrm>
            <a:off x="6948264" y="5159836"/>
            <a:ext cx="1084837" cy="612648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547947"/>
              <a:gd name="adj6" fmla="val -49346"/>
            </a:avLst>
          </a:prstGeom>
          <a:ln w="9525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INT </a:t>
            </a:r>
            <a:r>
              <a:rPr lang="ko-KR" altLang="en-US" sz="1000" dirty="0" smtClean="0"/>
              <a:t>연결 종료시점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669031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직선 연결선 63"/>
          <p:cNvCxnSpPr/>
          <p:nvPr/>
        </p:nvCxnSpPr>
        <p:spPr>
          <a:xfrm>
            <a:off x="827584" y="1761784"/>
            <a:ext cx="734481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/>
          <p:cNvCxnSpPr/>
          <p:nvPr/>
        </p:nvCxnSpPr>
        <p:spPr>
          <a:xfrm>
            <a:off x="827584" y="1329736"/>
            <a:ext cx="734481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8167168" y="1571924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L</a:t>
            </a:r>
            <a:endParaRPr lang="ko-KR" altLang="en-US" dirty="0"/>
          </a:p>
        </p:txBody>
      </p:sp>
      <p:sp>
        <p:nvSpPr>
          <p:cNvPr id="71" name="TextBox 70"/>
          <p:cNvSpPr txBox="1"/>
          <p:nvPr/>
        </p:nvSpPr>
        <p:spPr>
          <a:xfrm>
            <a:off x="8172400" y="1146211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H</a:t>
            </a:r>
            <a:endParaRPr lang="ko-KR" altLang="en-US" dirty="0"/>
          </a:p>
        </p:txBody>
      </p:sp>
      <p:sp>
        <p:nvSpPr>
          <p:cNvPr id="72" name="TextBox 71"/>
          <p:cNvSpPr txBox="1"/>
          <p:nvPr/>
        </p:nvSpPr>
        <p:spPr>
          <a:xfrm>
            <a:off x="179512" y="1495817"/>
            <a:ext cx="14029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TMP_CNT7(Input</a:t>
            </a:r>
            <a:r>
              <a:rPr lang="en-US" altLang="ko-KR" sz="1200" dirty="0" smtClean="0"/>
              <a:t>)</a:t>
            </a:r>
            <a:endParaRPr lang="ko-KR" altLang="en-US" sz="1200" dirty="0"/>
          </a:p>
        </p:txBody>
      </p:sp>
      <p:cxnSp>
        <p:nvCxnSpPr>
          <p:cNvPr id="74" name="직선 연결선 73"/>
          <p:cNvCxnSpPr/>
          <p:nvPr/>
        </p:nvCxnSpPr>
        <p:spPr>
          <a:xfrm flipV="1">
            <a:off x="1226915" y="1756590"/>
            <a:ext cx="752797" cy="5194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/>
          <p:cNvCxnSpPr/>
          <p:nvPr/>
        </p:nvCxnSpPr>
        <p:spPr>
          <a:xfrm flipV="1">
            <a:off x="1979712" y="1330877"/>
            <a:ext cx="0" cy="42571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/>
          <p:cNvCxnSpPr/>
          <p:nvPr/>
        </p:nvCxnSpPr>
        <p:spPr>
          <a:xfrm>
            <a:off x="1971800" y="1333474"/>
            <a:ext cx="446200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/>
          <p:cNvCxnSpPr/>
          <p:nvPr/>
        </p:nvCxnSpPr>
        <p:spPr>
          <a:xfrm>
            <a:off x="1971800" y="897688"/>
            <a:ext cx="7912" cy="40434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1078105" y="759188"/>
            <a:ext cx="10504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Call Request</a:t>
            </a:r>
            <a:endParaRPr lang="ko-KR" altLang="en-US" sz="1200" dirty="0"/>
          </a:p>
        </p:txBody>
      </p:sp>
      <p:cxnSp>
        <p:nvCxnSpPr>
          <p:cNvPr id="83" name="직선 연결선 82"/>
          <p:cNvCxnSpPr/>
          <p:nvPr/>
        </p:nvCxnSpPr>
        <p:spPr>
          <a:xfrm>
            <a:off x="822352" y="3068960"/>
            <a:ext cx="7344816" cy="0"/>
          </a:xfrm>
          <a:prstGeom prst="line">
            <a:avLst/>
          </a:prstGeom>
          <a:ln cmpd="dbl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/>
          <p:cNvCxnSpPr/>
          <p:nvPr/>
        </p:nvCxnSpPr>
        <p:spPr>
          <a:xfrm>
            <a:off x="822352" y="2636912"/>
            <a:ext cx="7344816" cy="0"/>
          </a:xfrm>
          <a:prstGeom prst="line">
            <a:avLst/>
          </a:prstGeom>
          <a:ln cmpd="dbl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/>
          <p:cNvCxnSpPr/>
          <p:nvPr/>
        </p:nvCxnSpPr>
        <p:spPr>
          <a:xfrm flipV="1">
            <a:off x="1249069" y="3870920"/>
            <a:ext cx="802651" cy="259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/>
          <p:cNvCxnSpPr/>
          <p:nvPr/>
        </p:nvCxnSpPr>
        <p:spPr>
          <a:xfrm>
            <a:off x="2051720" y="3445207"/>
            <a:ext cx="4392488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195189" y="2712409"/>
            <a:ext cx="8887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VoIP work</a:t>
            </a:r>
            <a:endParaRPr lang="ko-KR" altLang="en-US" sz="1200" dirty="0"/>
          </a:p>
        </p:txBody>
      </p:sp>
      <p:sp>
        <p:nvSpPr>
          <p:cNvPr id="89" name="직사각형 88"/>
          <p:cNvSpPr/>
          <p:nvPr/>
        </p:nvSpPr>
        <p:spPr>
          <a:xfrm>
            <a:off x="2195737" y="2636912"/>
            <a:ext cx="1944215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OCC</a:t>
            </a:r>
            <a:r>
              <a:rPr lang="ko-KR" altLang="en-US" dirty="0" smtClean="0"/>
              <a:t>전화 연결</a:t>
            </a:r>
            <a:endParaRPr lang="ko-KR" altLang="en-US" dirty="0"/>
          </a:p>
        </p:txBody>
      </p:sp>
      <p:cxnSp>
        <p:nvCxnSpPr>
          <p:cNvPr id="91" name="직선 연결선 90"/>
          <p:cNvCxnSpPr/>
          <p:nvPr/>
        </p:nvCxnSpPr>
        <p:spPr>
          <a:xfrm>
            <a:off x="822352" y="3933056"/>
            <a:ext cx="734481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/>
          <p:cNvCxnSpPr/>
          <p:nvPr/>
        </p:nvCxnSpPr>
        <p:spPr>
          <a:xfrm>
            <a:off x="822352" y="3356992"/>
            <a:ext cx="734481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224583" y="3552105"/>
            <a:ext cx="15327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TMP_CNT4(Output)</a:t>
            </a:r>
            <a:endParaRPr lang="ko-KR" altLang="en-US" sz="1200" dirty="0"/>
          </a:p>
        </p:txBody>
      </p:sp>
      <p:cxnSp>
        <p:nvCxnSpPr>
          <p:cNvPr id="95" name="직선 연결선 94"/>
          <p:cNvCxnSpPr/>
          <p:nvPr/>
        </p:nvCxnSpPr>
        <p:spPr>
          <a:xfrm>
            <a:off x="4218894" y="897688"/>
            <a:ext cx="0" cy="39714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3851920" y="620689"/>
            <a:ext cx="12445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Call Connected</a:t>
            </a:r>
            <a:endParaRPr lang="ko-KR" altLang="en-US" sz="1200" dirty="0"/>
          </a:p>
        </p:txBody>
      </p:sp>
      <p:cxnSp>
        <p:nvCxnSpPr>
          <p:cNvPr id="98" name="직선 연결선 97"/>
          <p:cNvCxnSpPr/>
          <p:nvPr/>
        </p:nvCxnSpPr>
        <p:spPr>
          <a:xfrm>
            <a:off x="6444208" y="897687"/>
            <a:ext cx="0" cy="40434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5220072" y="620688"/>
            <a:ext cx="14353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Call Disconnected</a:t>
            </a:r>
            <a:endParaRPr lang="ko-KR" altLang="en-US" sz="1200" dirty="0"/>
          </a:p>
        </p:txBody>
      </p:sp>
      <p:cxnSp>
        <p:nvCxnSpPr>
          <p:cNvPr id="101" name="직선 연결선 100"/>
          <p:cNvCxnSpPr/>
          <p:nvPr/>
        </p:nvCxnSpPr>
        <p:spPr>
          <a:xfrm flipV="1">
            <a:off x="6444208" y="3465639"/>
            <a:ext cx="0" cy="42571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 104"/>
          <p:cNvCxnSpPr/>
          <p:nvPr/>
        </p:nvCxnSpPr>
        <p:spPr>
          <a:xfrm flipV="1">
            <a:off x="2051720" y="3445207"/>
            <a:ext cx="0" cy="42571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/>
          <p:cNvCxnSpPr/>
          <p:nvPr/>
        </p:nvCxnSpPr>
        <p:spPr>
          <a:xfrm flipV="1">
            <a:off x="6433803" y="1329736"/>
            <a:ext cx="0" cy="42571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/>
          <p:cNvCxnSpPr/>
          <p:nvPr/>
        </p:nvCxnSpPr>
        <p:spPr>
          <a:xfrm flipV="1">
            <a:off x="6444208" y="3871540"/>
            <a:ext cx="1162691" cy="5194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연결선 113"/>
          <p:cNvCxnSpPr/>
          <p:nvPr/>
        </p:nvCxnSpPr>
        <p:spPr>
          <a:xfrm>
            <a:off x="6445910" y="1759187"/>
            <a:ext cx="1312917" cy="2597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2627784" y="188640"/>
            <a:ext cx="348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발신 </a:t>
            </a:r>
            <a:r>
              <a:rPr lang="ko-KR" altLang="en-US" b="1" dirty="0" smtClean="0"/>
              <a:t>동작</a:t>
            </a:r>
            <a:r>
              <a:rPr lang="en-US" altLang="ko-KR" b="1" dirty="0" smtClean="0"/>
              <a:t>(</a:t>
            </a:r>
            <a:r>
              <a:rPr lang="en-US" altLang="ko-KR" b="1" dirty="0" smtClean="0"/>
              <a:t>PEI</a:t>
            </a:r>
            <a:r>
              <a:rPr lang="ko-KR" altLang="en-US" b="1" dirty="0" smtClean="0"/>
              <a:t>에서 </a:t>
            </a:r>
            <a:r>
              <a:rPr lang="en-US" altLang="ko-KR" b="1" dirty="0" smtClean="0"/>
              <a:t>OCC</a:t>
            </a:r>
            <a:r>
              <a:rPr lang="ko-KR" altLang="en-US" b="1" dirty="0" smtClean="0"/>
              <a:t>와 연결</a:t>
            </a:r>
            <a:r>
              <a:rPr lang="en-US" altLang="ko-KR" b="1" dirty="0" smtClean="0"/>
              <a:t>)</a:t>
            </a:r>
            <a:endParaRPr lang="ko-KR" altLang="en-US" b="1" dirty="0"/>
          </a:p>
        </p:txBody>
      </p:sp>
      <p:sp>
        <p:nvSpPr>
          <p:cNvPr id="116" name="TextBox 115"/>
          <p:cNvSpPr txBox="1"/>
          <p:nvPr/>
        </p:nvSpPr>
        <p:spPr>
          <a:xfrm>
            <a:off x="8138489" y="3644438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L</a:t>
            </a:r>
            <a:endParaRPr lang="ko-KR" altLang="en-US" dirty="0"/>
          </a:p>
        </p:txBody>
      </p:sp>
      <p:sp>
        <p:nvSpPr>
          <p:cNvPr id="117" name="TextBox 116"/>
          <p:cNvSpPr txBox="1"/>
          <p:nvPr/>
        </p:nvSpPr>
        <p:spPr>
          <a:xfrm>
            <a:off x="8143721" y="3218725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H</a:t>
            </a:r>
            <a:endParaRPr lang="ko-KR" altLang="en-US" dirty="0"/>
          </a:p>
        </p:txBody>
      </p:sp>
      <p:cxnSp>
        <p:nvCxnSpPr>
          <p:cNvPr id="53" name="직선 연결선 52"/>
          <p:cNvCxnSpPr/>
          <p:nvPr/>
        </p:nvCxnSpPr>
        <p:spPr>
          <a:xfrm>
            <a:off x="827584" y="2343686"/>
            <a:ext cx="734481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/>
          <p:cNvCxnSpPr/>
          <p:nvPr/>
        </p:nvCxnSpPr>
        <p:spPr>
          <a:xfrm>
            <a:off x="827584" y="1911638"/>
            <a:ext cx="734481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/>
          <p:cNvCxnSpPr/>
          <p:nvPr/>
        </p:nvCxnSpPr>
        <p:spPr>
          <a:xfrm>
            <a:off x="1226915" y="2343686"/>
            <a:ext cx="901606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/>
          <p:cNvCxnSpPr/>
          <p:nvPr/>
        </p:nvCxnSpPr>
        <p:spPr>
          <a:xfrm>
            <a:off x="2128521" y="1911638"/>
            <a:ext cx="2011431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/>
          <p:cNvCxnSpPr/>
          <p:nvPr/>
        </p:nvCxnSpPr>
        <p:spPr>
          <a:xfrm>
            <a:off x="4139952" y="2343686"/>
            <a:ext cx="3618875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 flipV="1">
            <a:off x="2123728" y="1923167"/>
            <a:ext cx="0" cy="42571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직사각형 61"/>
          <p:cNvSpPr/>
          <p:nvPr/>
        </p:nvSpPr>
        <p:spPr>
          <a:xfrm>
            <a:off x="4355977" y="2636912"/>
            <a:ext cx="1944215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OCC</a:t>
            </a:r>
            <a:r>
              <a:rPr lang="ko-KR" altLang="en-US" dirty="0" smtClean="0"/>
              <a:t>전화 통화</a:t>
            </a:r>
            <a:endParaRPr lang="ko-KR" altLang="en-US" dirty="0"/>
          </a:p>
        </p:txBody>
      </p:sp>
      <p:cxnSp>
        <p:nvCxnSpPr>
          <p:cNvPr id="66" name="직선 연결선 65"/>
          <p:cNvCxnSpPr/>
          <p:nvPr/>
        </p:nvCxnSpPr>
        <p:spPr>
          <a:xfrm flipV="1">
            <a:off x="4139952" y="1917973"/>
            <a:ext cx="0" cy="42571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274770" y="2076873"/>
            <a:ext cx="12795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VOICE_RECORD</a:t>
            </a:r>
            <a:endParaRPr lang="ko-KR" altLang="en-US" sz="1200" dirty="0"/>
          </a:p>
        </p:txBody>
      </p:sp>
      <p:cxnSp>
        <p:nvCxnSpPr>
          <p:cNvPr id="43" name="직선 연결선 42"/>
          <p:cNvCxnSpPr/>
          <p:nvPr/>
        </p:nvCxnSpPr>
        <p:spPr>
          <a:xfrm flipV="1">
            <a:off x="1254301" y="4519612"/>
            <a:ext cx="2966295" cy="197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/>
          <p:cNvCxnSpPr/>
          <p:nvPr/>
        </p:nvCxnSpPr>
        <p:spPr>
          <a:xfrm>
            <a:off x="4211960" y="4094887"/>
            <a:ext cx="2232247" cy="160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/>
          <p:cNvCxnSpPr/>
          <p:nvPr/>
        </p:nvCxnSpPr>
        <p:spPr>
          <a:xfrm>
            <a:off x="822352" y="4581128"/>
            <a:ext cx="734481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/>
          <p:cNvCxnSpPr/>
          <p:nvPr/>
        </p:nvCxnSpPr>
        <p:spPr>
          <a:xfrm>
            <a:off x="827584" y="4005064"/>
            <a:ext cx="734481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/>
          <p:cNvCxnSpPr/>
          <p:nvPr/>
        </p:nvCxnSpPr>
        <p:spPr>
          <a:xfrm flipV="1">
            <a:off x="4139952" y="4094887"/>
            <a:ext cx="0" cy="42571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/>
          <p:cNvCxnSpPr/>
          <p:nvPr/>
        </p:nvCxnSpPr>
        <p:spPr>
          <a:xfrm flipH="1" flipV="1">
            <a:off x="4218894" y="4077073"/>
            <a:ext cx="1702" cy="425712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/>
          <p:cNvCxnSpPr/>
          <p:nvPr/>
        </p:nvCxnSpPr>
        <p:spPr>
          <a:xfrm>
            <a:off x="6444208" y="4524806"/>
            <a:ext cx="1162691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230896" y="4232121"/>
            <a:ext cx="15327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TMP_CNT1(Output</a:t>
            </a:r>
            <a:r>
              <a:rPr lang="en-US" altLang="ko-KR" sz="1200" dirty="0" smtClean="0"/>
              <a:t>)</a:t>
            </a:r>
            <a:endParaRPr lang="ko-KR" altLang="en-US" sz="1200" dirty="0"/>
          </a:p>
        </p:txBody>
      </p:sp>
      <p:cxnSp>
        <p:nvCxnSpPr>
          <p:cNvPr id="59" name="직선 연결선 58"/>
          <p:cNvCxnSpPr/>
          <p:nvPr/>
        </p:nvCxnSpPr>
        <p:spPr>
          <a:xfrm>
            <a:off x="4139952" y="1050709"/>
            <a:ext cx="0" cy="38904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>
            <a:off x="2124200" y="1050088"/>
            <a:ext cx="4321" cy="38910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2609028" y="1007711"/>
            <a:ext cx="809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Call Ring</a:t>
            </a:r>
            <a:endParaRPr lang="ko-KR" altLang="en-US" sz="1200" dirty="0"/>
          </a:p>
        </p:txBody>
      </p:sp>
      <p:cxnSp>
        <p:nvCxnSpPr>
          <p:cNvPr id="63" name="직선 연결선 62"/>
          <p:cNvCxnSpPr/>
          <p:nvPr/>
        </p:nvCxnSpPr>
        <p:spPr>
          <a:xfrm flipH="1" flipV="1">
            <a:off x="6444208" y="4110628"/>
            <a:ext cx="1702" cy="425712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설명선 2 67"/>
          <p:cNvSpPr/>
          <p:nvPr/>
        </p:nvSpPr>
        <p:spPr>
          <a:xfrm>
            <a:off x="4639290" y="5013176"/>
            <a:ext cx="1084837" cy="612648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80285"/>
              <a:gd name="adj6" fmla="val -38810"/>
            </a:avLst>
          </a:prstGeom>
          <a:ln w="9525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VOIP </a:t>
            </a:r>
            <a:r>
              <a:rPr lang="ko-KR" altLang="en-US" sz="1000" dirty="0" smtClean="0"/>
              <a:t>음성 통화 연결 시점</a:t>
            </a:r>
            <a:endParaRPr lang="ko-KR" altLang="en-US" sz="1000" dirty="0"/>
          </a:p>
        </p:txBody>
      </p:sp>
      <p:sp>
        <p:nvSpPr>
          <p:cNvPr id="73" name="설명선 2 72"/>
          <p:cNvSpPr/>
          <p:nvPr/>
        </p:nvSpPr>
        <p:spPr>
          <a:xfrm>
            <a:off x="6948264" y="5159836"/>
            <a:ext cx="1084837" cy="612648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547947"/>
              <a:gd name="adj6" fmla="val -45132"/>
            </a:avLst>
          </a:prstGeom>
          <a:ln w="9525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INT </a:t>
            </a:r>
            <a:r>
              <a:rPr lang="ko-KR" altLang="en-US" sz="1000" dirty="0" smtClean="0"/>
              <a:t>연결 종료시점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949250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2924928" y="830905"/>
            <a:ext cx="792088" cy="16561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VoIP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794867" y="830905"/>
            <a:ext cx="864096" cy="16561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INT</a:t>
            </a:r>
            <a:endParaRPr lang="ko-KR" altLang="en-US" dirty="0"/>
          </a:p>
        </p:txBody>
      </p:sp>
      <p:cxnSp>
        <p:nvCxnSpPr>
          <p:cNvPr id="6" name="직선 연결선 5"/>
          <p:cNvCxnSpPr/>
          <p:nvPr/>
        </p:nvCxnSpPr>
        <p:spPr>
          <a:xfrm>
            <a:off x="1658963" y="974921"/>
            <a:ext cx="1265965" cy="0"/>
          </a:xfrm>
          <a:prstGeom prst="line">
            <a:avLst/>
          </a:prstGeom>
          <a:ln>
            <a:solidFill>
              <a:srgbClr val="FF0000"/>
            </a:solidFill>
            <a:headEnd type="triangle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1658963" y="1190945"/>
            <a:ext cx="1265965" cy="0"/>
          </a:xfrm>
          <a:prstGeom prst="line">
            <a:avLst/>
          </a:prstGeom>
          <a:ln>
            <a:solidFill>
              <a:srgbClr val="FF0000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/>
          <p:cNvCxnSpPr/>
          <p:nvPr/>
        </p:nvCxnSpPr>
        <p:spPr>
          <a:xfrm>
            <a:off x="1658963" y="1406969"/>
            <a:ext cx="1265965" cy="0"/>
          </a:xfrm>
          <a:prstGeom prst="line">
            <a:avLst/>
          </a:prstGeom>
          <a:ln>
            <a:solidFill>
              <a:srgbClr val="FF0000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>
            <a:off x="1658962" y="1616484"/>
            <a:ext cx="1265965" cy="0"/>
          </a:xfrm>
          <a:prstGeom prst="line">
            <a:avLst/>
          </a:prstGeom>
          <a:ln>
            <a:solidFill>
              <a:srgbClr val="FF0000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>
            <a:off x="1658963" y="1839017"/>
            <a:ext cx="1265965" cy="0"/>
          </a:xfrm>
          <a:prstGeom prst="line">
            <a:avLst/>
          </a:prstGeom>
          <a:ln>
            <a:solidFill>
              <a:srgbClr val="FF0000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>
            <a:off x="1658963" y="2055042"/>
            <a:ext cx="1265965" cy="0"/>
          </a:xfrm>
          <a:prstGeom prst="line">
            <a:avLst/>
          </a:prstGeom>
          <a:ln>
            <a:solidFill>
              <a:srgbClr val="00206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/>
        </p:nvCxnSpPr>
        <p:spPr>
          <a:xfrm>
            <a:off x="1658963" y="2271065"/>
            <a:ext cx="1265965" cy="0"/>
          </a:xfrm>
          <a:prstGeom prst="line">
            <a:avLst/>
          </a:prstGeom>
          <a:ln>
            <a:solidFill>
              <a:srgbClr val="00206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849222" y="758897"/>
            <a:ext cx="8178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/>
              <a:t>TMP_CNT1</a:t>
            </a:r>
            <a:endParaRPr lang="ko-KR" altLang="en-US" sz="1000" dirty="0"/>
          </a:p>
        </p:txBody>
      </p:sp>
      <p:sp>
        <p:nvSpPr>
          <p:cNvPr id="14" name="TextBox 13"/>
          <p:cNvSpPr txBox="1"/>
          <p:nvPr/>
        </p:nvSpPr>
        <p:spPr>
          <a:xfrm>
            <a:off x="1849221" y="974921"/>
            <a:ext cx="8178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/>
              <a:t>TMP_CNT2</a:t>
            </a:r>
            <a:endParaRPr lang="ko-KR" altLang="en-US" sz="1000" dirty="0"/>
          </a:p>
        </p:txBody>
      </p:sp>
      <p:sp>
        <p:nvSpPr>
          <p:cNvPr id="15" name="TextBox 14"/>
          <p:cNvSpPr txBox="1"/>
          <p:nvPr/>
        </p:nvSpPr>
        <p:spPr>
          <a:xfrm>
            <a:off x="1849220" y="1190945"/>
            <a:ext cx="8178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/>
              <a:t>TMP_CNT3</a:t>
            </a:r>
            <a:endParaRPr lang="ko-KR" altLang="en-US" sz="1000" dirty="0"/>
          </a:p>
        </p:txBody>
      </p:sp>
      <p:sp>
        <p:nvSpPr>
          <p:cNvPr id="16" name="TextBox 15"/>
          <p:cNvSpPr txBox="1"/>
          <p:nvPr/>
        </p:nvSpPr>
        <p:spPr>
          <a:xfrm>
            <a:off x="1849222" y="1386064"/>
            <a:ext cx="8178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/>
              <a:t>TMP_CNT4</a:t>
            </a:r>
            <a:endParaRPr lang="ko-KR" altLang="en-US" sz="1000" dirty="0"/>
          </a:p>
        </p:txBody>
      </p:sp>
      <p:sp>
        <p:nvSpPr>
          <p:cNvPr id="17" name="TextBox 16"/>
          <p:cNvSpPr txBox="1"/>
          <p:nvPr/>
        </p:nvSpPr>
        <p:spPr>
          <a:xfrm>
            <a:off x="1849222" y="1602088"/>
            <a:ext cx="8178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/>
              <a:t>TMP_CNT5</a:t>
            </a:r>
            <a:endParaRPr lang="ko-KR" altLang="en-US" sz="1000" dirty="0"/>
          </a:p>
        </p:txBody>
      </p:sp>
      <p:sp>
        <p:nvSpPr>
          <p:cNvPr id="18" name="TextBox 17"/>
          <p:cNvSpPr txBox="1"/>
          <p:nvPr/>
        </p:nvSpPr>
        <p:spPr>
          <a:xfrm>
            <a:off x="1849219" y="1818112"/>
            <a:ext cx="8178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/>
              <a:t>TMP_CNT6</a:t>
            </a:r>
            <a:endParaRPr lang="ko-KR" altLang="en-US" sz="1000" dirty="0"/>
          </a:p>
        </p:txBody>
      </p:sp>
      <p:sp>
        <p:nvSpPr>
          <p:cNvPr id="19" name="TextBox 18"/>
          <p:cNvSpPr txBox="1"/>
          <p:nvPr/>
        </p:nvSpPr>
        <p:spPr>
          <a:xfrm>
            <a:off x="1849219" y="2034136"/>
            <a:ext cx="8178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/>
              <a:t>TMP_CNT7</a:t>
            </a:r>
            <a:endParaRPr lang="ko-KR" altLang="en-US" sz="1000" dirty="0"/>
          </a:p>
        </p:txBody>
      </p:sp>
      <p:cxnSp>
        <p:nvCxnSpPr>
          <p:cNvPr id="20" name="직선 연결선 19"/>
          <p:cNvCxnSpPr/>
          <p:nvPr/>
        </p:nvCxnSpPr>
        <p:spPr>
          <a:xfrm>
            <a:off x="827584" y="4077072"/>
            <a:ext cx="734481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/>
          <p:nvPr/>
        </p:nvCxnSpPr>
        <p:spPr>
          <a:xfrm>
            <a:off x="827584" y="3645024"/>
            <a:ext cx="734481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167168" y="3887212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L</a:t>
            </a:r>
            <a:endParaRPr lang="ko-KR" alt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8172400" y="3461499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H</a:t>
            </a:r>
            <a:endParaRPr lang="ko-KR" alt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179512" y="3692331"/>
            <a:ext cx="14029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TMP_CNT6(Input)</a:t>
            </a:r>
            <a:endParaRPr lang="ko-KR" altLang="en-US" sz="1200" dirty="0"/>
          </a:p>
        </p:txBody>
      </p:sp>
      <p:cxnSp>
        <p:nvCxnSpPr>
          <p:cNvPr id="25" name="직선 연결선 24"/>
          <p:cNvCxnSpPr/>
          <p:nvPr/>
        </p:nvCxnSpPr>
        <p:spPr>
          <a:xfrm flipV="1">
            <a:off x="1568480" y="4054224"/>
            <a:ext cx="1098592" cy="2284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 flipV="1">
            <a:off x="2667072" y="3639935"/>
            <a:ext cx="0" cy="42571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/>
          <p:nvPr/>
        </p:nvCxnSpPr>
        <p:spPr>
          <a:xfrm>
            <a:off x="2667075" y="3648762"/>
            <a:ext cx="3921149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>
            <a:off x="2411760" y="3275354"/>
            <a:ext cx="0" cy="26642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/>
          <p:nvPr/>
        </p:nvCxnSpPr>
        <p:spPr>
          <a:xfrm>
            <a:off x="822352" y="4797152"/>
            <a:ext cx="734481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>
            <a:off x="822352" y="4365104"/>
            <a:ext cx="734481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 flipV="1">
            <a:off x="1043608" y="5589240"/>
            <a:ext cx="1368152" cy="1246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/>
          <p:cNvCxnSpPr/>
          <p:nvPr/>
        </p:nvCxnSpPr>
        <p:spPr>
          <a:xfrm>
            <a:off x="2411760" y="5170802"/>
            <a:ext cx="3910998" cy="2597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95189" y="4440601"/>
            <a:ext cx="8887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VoIP work</a:t>
            </a:r>
            <a:endParaRPr lang="ko-KR" altLang="en-US" sz="1200" dirty="0"/>
          </a:p>
        </p:txBody>
      </p:sp>
      <p:sp>
        <p:nvSpPr>
          <p:cNvPr id="36" name="직사각형 35"/>
          <p:cNvSpPr/>
          <p:nvPr/>
        </p:nvSpPr>
        <p:spPr>
          <a:xfrm>
            <a:off x="2135731" y="4365104"/>
            <a:ext cx="4092453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OCC</a:t>
            </a:r>
            <a:r>
              <a:rPr lang="ko-KR" altLang="en-US" dirty="0" smtClean="0"/>
              <a:t>전화 연결</a:t>
            </a:r>
            <a:r>
              <a:rPr lang="en-US" altLang="ko-KR" dirty="0" smtClean="0"/>
              <a:t>, </a:t>
            </a:r>
            <a:r>
              <a:rPr lang="ko-KR" altLang="en-US" dirty="0" smtClean="0"/>
              <a:t>통화</a:t>
            </a:r>
            <a:endParaRPr lang="ko-KR" altLang="en-US" dirty="0"/>
          </a:p>
        </p:txBody>
      </p:sp>
      <p:cxnSp>
        <p:nvCxnSpPr>
          <p:cNvPr id="37" name="직선 연결선 36"/>
          <p:cNvCxnSpPr/>
          <p:nvPr/>
        </p:nvCxnSpPr>
        <p:spPr>
          <a:xfrm>
            <a:off x="822352" y="5589240"/>
            <a:ext cx="734481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/>
          <p:cNvCxnSpPr/>
          <p:nvPr/>
        </p:nvCxnSpPr>
        <p:spPr>
          <a:xfrm>
            <a:off x="822352" y="5157192"/>
            <a:ext cx="734481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24583" y="5280297"/>
            <a:ext cx="15327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TMP_CNT4(Output)</a:t>
            </a:r>
            <a:endParaRPr lang="ko-KR" altLang="en-US" sz="1200" dirty="0"/>
          </a:p>
        </p:txBody>
      </p:sp>
      <p:cxnSp>
        <p:nvCxnSpPr>
          <p:cNvPr id="40" name="직선 연결선 39"/>
          <p:cNvCxnSpPr/>
          <p:nvPr/>
        </p:nvCxnSpPr>
        <p:spPr>
          <a:xfrm>
            <a:off x="2123728" y="3248980"/>
            <a:ext cx="0" cy="26642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405311" y="3136854"/>
            <a:ext cx="12189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Call connected</a:t>
            </a:r>
            <a:endParaRPr lang="ko-KR" altLang="en-US" sz="1200" dirty="0"/>
          </a:p>
        </p:txBody>
      </p:sp>
      <p:cxnSp>
        <p:nvCxnSpPr>
          <p:cNvPr id="42" name="직선 연결선 41"/>
          <p:cNvCxnSpPr/>
          <p:nvPr/>
        </p:nvCxnSpPr>
        <p:spPr>
          <a:xfrm>
            <a:off x="6228184" y="3246952"/>
            <a:ext cx="0" cy="26642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220072" y="2935976"/>
            <a:ext cx="14353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Call Disconnected</a:t>
            </a:r>
            <a:endParaRPr lang="ko-KR" altLang="en-US" sz="1200" dirty="0"/>
          </a:p>
        </p:txBody>
      </p:sp>
      <p:cxnSp>
        <p:nvCxnSpPr>
          <p:cNvPr id="44" name="직선 연결선 43"/>
          <p:cNvCxnSpPr/>
          <p:nvPr/>
        </p:nvCxnSpPr>
        <p:spPr>
          <a:xfrm flipV="1">
            <a:off x="6322758" y="5193832"/>
            <a:ext cx="0" cy="425712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/>
          <p:cNvCxnSpPr/>
          <p:nvPr/>
        </p:nvCxnSpPr>
        <p:spPr>
          <a:xfrm flipV="1">
            <a:off x="2411760" y="5170802"/>
            <a:ext cx="0" cy="42571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/>
          <p:cNvCxnSpPr/>
          <p:nvPr/>
        </p:nvCxnSpPr>
        <p:spPr>
          <a:xfrm flipV="1">
            <a:off x="6588224" y="3671302"/>
            <a:ext cx="0" cy="42571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/>
          <p:cNvCxnSpPr/>
          <p:nvPr/>
        </p:nvCxnSpPr>
        <p:spPr>
          <a:xfrm>
            <a:off x="6322758" y="5599732"/>
            <a:ext cx="1284141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/>
          <p:cNvCxnSpPr/>
          <p:nvPr/>
        </p:nvCxnSpPr>
        <p:spPr>
          <a:xfrm flipV="1">
            <a:off x="6588224" y="4077073"/>
            <a:ext cx="1512168" cy="997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829153" y="188640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수신 동작</a:t>
            </a:r>
            <a:endParaRPr lang="ko-KR" altLang="en-US" dirty="0"/>
          </a:p>
        </p:txBody>
      </p:sp>
      <p:sp>
        <p:nvSpPr>
          <p:cNvPr id="50" name="TextBox 49"/>
          <p:cNvSpPr txBox="1"/>
          <p:nvPr/>
        </p:nvSpPr>
        <p:spPr>
          <a:xfrm>
            <a:off x="8148014" y="5420260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L</a:t>
            </a:r>
            <a:endParaRPr lang="ko-KR" altLang="en-US" dirty="0"/>
          </a:p>
        </p:txBody>
      </p:sp>
      <p:sp>
        <p:nvSpPr>
          <p:cNvPr id="51" name="TextBox 50"/>
          <p:cNvSpPr txBox="1"/>
          <p:nvPr/>
        </p:nvSpPr>
        <p:spPr>
          <a:xfrm>
            <a:off x="8153246" y="4994547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H</a:t>
            </a:r>
            <a:endParaRPr lang="ko-KR" alt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1067586" y="3212975"/>
            <a:ext cx="10815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Received call</a:t>
            </a:r>
            <a:endParaRPr lang="ko-KR" altLang="en-US" sz="1200" dirty="0"/>
          </a:p>
        </p:txBody>
      </p:sp>
      <p:sp>
        <p:nvSpPr>
          <p:cNvPr id="63" name="TextBox 62"/>
          <p:cNvSpPr txBox="1"/>
          <p:nvPr/>
        </p:nvSpPr>
        <p:spPr>
          <a:xfrm>
            <a:off x="4110142" y="991470"/>
            <a:ext cx="474841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buAutoNum type="arabicPeriod"/>
            </a:pPr>
            <a:r>
              <a:rPr lang="en-US" altLang="ko-KR" sz="1200" dirty="0" smtClean="0"/>
              <a:t>OCC</a:t>
            </a:r>
            <a:r>
              <a:rPr lang="ko-KR" altLang="en-US" sz="1200" dirty="0" smtClean="0"/>
              <a:t>로 부터 호출이 오면 연결 후에 </a:t>
            </a:r>
            <a:r>
              <a:rPr lang="en-US" altLang="ko-KR" sz="1200" dirty="0" smtClean="0"/>
              <a:t>TMP_CNT4</a:t>
            </a:r>
            <a:r>
              <a:rPr lang="ko-KR" altLang="en-US" sz="1200" dirty="0" smtClean="0"/>
              <a:t>를 </a:t>
            </a:r>
            <a:r>
              <a:rPr lang="en-US" altLang="ko-KR" sz="1200" dirty="0" smtClean="0"/>
              <a:t>L-&gt;H</a:t>
            </a:r>
            <a:r>
              <a:rPr lang="ko-KR" altLang="en-US" sz="1200" dirty="0" smtClean="0"/>
              <a:t>로 천이</a:t>
            </a:r>
            <a:endParaRPr lang="en-US" altLang="ko-KR" sz="1200" dirty="0" smtClean="0"/>
          </a:p>
          <a:p>
            <a:pPr marL="228600" indent="-228600">
              <a:buAutoNum type="arabicPeriod"/>
            </a:pPr>
            <a:r>
              <a:rPr lang="en-US" altLang="ko-KR" sz="1200" dirty="0" smtClean="0"/>
              <a:t>INT</a:t>
            </a:r>
            <a:r>
              <a:rPr lang="ko-KR" altLang="en-US" sz="1200" dirty="0" smtClean="0"/>
              <a:t>에서 </a:t>
            </a:r>
            <a:r>
              <a:rPr lang="en-US" altLang="ko-KR" sz="1200" dirty="0" smtClean="0"/>
              <a:t>TMP_CNT6(or 7)</a:t>
            </a:r>
            <a:r>
              <a:rPr lang="ko-KR" altLang="en-US" sz="1200" dirty="0" smtClean="0"/>
              <a:t>를 </a:t>
            </a:r>
            <a:r>
              <a:rPr lang="en-US" altLang="ko-KR" sz="1200" dirty="0" smtClean="0"/>
              <a:t>L-&gt;H</a:t>
            </a:r>
            <a:r>
              <a:rPr lang="ko-KR" altLang="en-US" sz="1200" dirty="0" smtClean="0"/>
              <a:t>로 천이</a:t>
            </a:r>
            <a:endParaRPr lang="en-US" altLang="ko-KR" sz="1200" dirty="0"/>
          </a:p>
          <a:p>
            <a:pPr marL="228600" indent="-228600">
              <a:buAutoNum type="arabicPeriod"/>
            </a:pPr>
            <a:r>
              <a:rPr lang="ko-KR" altLang="en-US" sz="1200" dirty="0" smtClean="0"/>
              <a:t>연결 </a:t>
            </a:r>
            <a:r>
              <a:rPr lang="ko-KR" altLang="en-US" sz="1200" dirty="0" err="1" smtClean="0"/>
              <a:t>종료후에는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TMP_CNT4</a:t>
            </a:r>
            <a:r>
              <a:rPr lang="ko-KR" altLang="en-US" sz="1200" dirty="0" smtClean="0"/>
              <a:t>를 </a:t>
            </a:r>
            <a:r>
              <a:rPr lang="en-US" altLang="ko-KR" sz="1200" dirty="0" smtClean="0"/>
              <a:t>H-&gt;L</a:t>
            </a:r>
            <a:r>
              <a:rPr lang="ko-KR" altLang="en-US" sz="1200" dirty="0" smtClean="0"/>
              <a:t>로 천이</a:t>
            </a:r>
            <a:endParaRPr lang="en-US" altLang="ko-KR" sz="1200" dirty="0" smtClean="0"/>
          </a:p>
          <a:p>
            <a:pPr marL="228600" indent="-228600">
              <a:buAutoNum type="arabicPeriod"/>
            </a:pPr>
            <a:endParaRPr lang="en-US" altLang="ko-KR" sz="1200" dirty="0"/>
          </a:p>
          <a:p>
            <a:r>
              <a:rPr lang="ko-KR" altLang="en-US" sz="1200" dirty="0" smtClean="0"/>
              <a:t>주의 </a:t>
            </a:r>
            <a:r>
              <a:rPr lang="en-US" altLang="ko-KR" sz="1200" dirty="0" smtClean="0"/>
              <a:t>: TMP_CNT6(or7)</a:t>
            </a:r>
            <a:r>
              <a:rPr lang="ko-KR" altLang="en-US" sz="1200" dirty="0" smtClean="0"/>
              <a:t>과</a:t>
            </a:r>
            <a:r>
              <a:rPr lang="en-US" altLang="ko-KR" sz="1200" dirty="0" smtClean="0"/>
              <a:t> TMC_CNT4 </a:t>
            </a:r>
            <a:r>
              <a:rPr lang="ko-KR" altLang="en-US" sz="1200" dirty="0" err="1" smtClean="0"/>
              <a:t>둘다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H </a:t>
            </a:r>
            <a:r>
              <a:rPr lang="ko-KR" altLang="en-US" sz="1200" dirty="0" smtClean="0"/>
              <a:t>로 유지된 경우 </a:t>
            </a:r>
            <a:r>
              <a:rPr lang="en-US" altLang="ko-KR" sz="1200" dirty="0" smtClean="0"/>
              <a:t>call</a:t>
            </a:r>
            <a:r>
              <a:rPr lang="ko-KR" altLang="en-US" sz="1200" dirty="0" smtClean="0"/>
              <a:t>이</a:t>
            </a:r>
            <a:endParaRPr lang="en-US" altLang="ko-KR" sz="1200" dirty="0" smtClean="0"/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   </a:t>
            </a:r>
            <a:r>
              <a:rPr lang="ko-KR" altLang="en-US" sz="1200" dirty="0" smtClean="0"/>
              <a:t>유지 됩니다</a:t>
            </a:r>
            <a:r>
              <a:rPr lang="en-US" altLang="ko-KR" sz="1200" dirty="0" smtClean="0"/>
              <a:t>.  </a:t>
            </a:r>
            <a:r>
              <a:rPr lang="ko-KR" altLang="en-US" sz="1200" dirty="0" err="1" smtClean="0"/>
              <a:t>둘다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H </a:t>
            </a:r>
            <a:r>
              <a:rPr lang="ko-KR" altLang="en-US" sz="1200" dirty="0" smtClean="0"/>
              <a:t>로 된 이후에 </a:t>
            </a:r>
            <a:r>
              <a:rPr lang="en-US" altLang="ko-KR" sz="1200" dirty="0" smtClean="0"/>
              <a:t>TMP_CNT6(or 7)</a:t>
            </a:r>
            <a:r>
              <a:rPr lang="ko-KR" altLang="en-US" sz="1200" dirty="0" smtClean="0"/>
              <a:t>이 </a:t>
            </a:r>
            <a:r>
              <a:rPr lang="en-US" altLang="ko-KR" sz="1200" dirty="0" smtClean="0"/>
              <a:t>L </a:t>
            </a:r>
            <a:r>
              <a:rPr lang="ko-KR" altLang="en-US" sz="1200" dirty="0" smtClean="0"/>
              <a:t>천이</a:t>
            </a:r>
            <a:endParaRPr lang="en-US" altLang="ko-KR" sz="1200" dirty="0" smtClean="0"/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    </a:t>
            </a:r>
            <a:r>
              <a:rPr lang="ko-KR" altLang="en-US" sz="1200" dirty="0" smtClean="0"/>
              <a:t>하면 연결을 해제 합니다</a:t>
            </a:r>
            <a:r>
              <a:rPr lang="en-US" altLang="ko-KR" sz="1200" dirty="0" smtClean="0"/>
              <a:t>.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312398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직선 연결선 19"/>
          <p:cNvCxnSpPr/>
          <p:nvPr/>
        </p:nvCxnSpPr>
        <p:spPr>
          <a:xfrm>
            <a:off x="827584" y="2409856"/>
            <a:ext cx="734481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/>
          <p:nvPr/>
        </p:nvCxnSpPr>
        <p:spPr>
          <a:xfrm>
            <a:off x="827584" y="1977808"/>
            <a:ext cx="734481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167168" y="2219996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L</a:t>
            </a:r>
            <a:endParaRPr lang="ko-KR" alt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8172400" y="1794283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H</a:t>
            </a:r>
            <a:endParaRPr lang="ko-KR" alt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179512" y="2025115"/>
            <a:ext cx="14029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TMP_CNT6(Input)</a:t>
            </a:r>
            <a:endParaRPr lang="ko-KR" altLang="en-US" sz="1200" dirty="0"/>
          </a:p>
        </p:txBody>
      </p:sp>
      <p:cxnSp>
        <p:nvCxnSpPr>
          <p:cNvPr id="25" name="직선 연결선 24"/>
          <p:cNvCxnSpPr/>
          <p:nvPr/>
        </p:nvCxnSpPr>
        <p:spPr>
          <a:xfrm flipV="1">
            <a:off x="1568480" y="2398432"/>
            <a:ext cx="2563924" cy="11424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 flipV="1">
            <a:off x="4132404" y="1972719"/>
            <a:ext cx="0" cy="42571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/>
          <p:nvPr/>
        </p:nvCxnSpPr>
        <p:spPr>
          <a:xfrm>
            <a:off x="4139952" y="1981546"/>
            <a:ext cx="2448272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>
            <a:off x="3863582" y="1608138"/>
            <a:ext cx="0" cy="38370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/>
          <p:nvPr/>
        </p:nvCxnSpPr>
        <p:spPr>
          <a:xfrm>
            <a:off x="822352" y="3129936"/>
            <a:ext cx="734481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>
            <a:off x="822352" y="2697888"/>
            <a:ext cx="734481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>
            <a:off x="1043608" y="4465254"/>
            <a:ext cx="1092124" cy="321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/>
          <p:cNvCxnSpPr/>
          <p:nvPr/>
        </p:nvCxnSpPr>
        <p:spPr>
          <a:xfrm>
            <a:off x="2123728" y="4036943"/>
            <a:ext cx="419903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95189" y="2773385"/>
            <a:ext cx="8887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VoIP work</a:t>
            </a:r>
            <a:endParaRPr lang="ko-KR" altLang="en-US" sz="1200" dirty="0"/>
          </a:p>
        </p:txBody>
      </p:sp>
      <p:sp>
        <p:nvSpPr>
          <p:cNvPr id="36" name="직사각형 35"/>
          <p:cNvSpPr/>
          <p:nvPr/>
        </p:nvSpPr>
        <p:spPr>
          <a:xfrm>
            <a:off x="2135732" y="2697888"/>
            <a:ext cx="1693422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OCC</a:t>
            </a:r>
            <a:r>
              <a:rPr lang="ko-KR" altLang="en-US" dirty="0" smtClean="0"/>
              <a:t>전화 연결</a:t>
            </a:r>
            <a:endParaRPr lang="ko-KR" altLang="en-US" dirty="0"/>
          </a:p>
        </p:txBody>
      </p:sp>
      <p:cxnSp>
        <p:nvCxnSpPr>
          <p:cNvPr id="37" name="직선 연결선 36"/>
          <p:cNvCxnSpPr/>
          <p:nvPr/>
        </p:nvCxnSpPr>
        <p:spPr>
          <a:xfrm>
            <a:off x="794186" y="4449400"/>
            <a:ext cx="734481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/>
          <p:cNvCxnSpPr/>
          <p:nvPr/>
        </p:nvCxnSpPr>
        <p:spPr>
          <a:xfrm>
            <a:off x="822352" y="4005064"/>
            <a:ext cx="734481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24583" y="4143841"/>
            <a:ext cx="15327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TMP_CNT4(Output)</a:t>
            </a:r>
            <a:endParaRPr lang="ko-KR" altLang="en-US" sz="1200" dirty="0"/>
          </a:p>
        </p:txBody>
      </p:sp>
      <p:cxnSp>
        <p:nvCxnSpPr>
          <p:cNvPr id="40" name="직선 연결선 39"/>
          <p:cNvCxnSpPr/>
          <p:nvPr/>
        </p:nvCxnSpPr>
        <p:spPr>
          <a:xfrm>
            <a:off x="2123728" y="1581764"/>
            <a:ext cx="0" cy="38634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857133" y="1469638"/>
            <a:ext cx="12189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Call connected</a:t>
            </a:r>
            <a:endParaRPr lang="ko-KR" altLang="en-US" sz="1200" dirty="0"/>
          </a:p>
        </p:txBody>
      </p:sp>
      <p:cxnSp>
        <p:nvCxnSpPr>
          <p:cNvPr id="42" name="직선 연결선 41"/>
          <p:cNvCxnSpPr/>
          <p:nvPr/>
        </p:nvCxnSpPr>
        <p:spPr>
          <a:xfrm>
            <a:off x="6322758" y="1651744"/>
            <a:ext cx="0" cy="37934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220072" y="1268760"/>
            <a:ext cx="14353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Call Disconnected</a:t>
            </a:r>
            <a:endParaRPr lang="ko-KR" altLang="en-US" sz="1200" dirty="0"/>
          </a:p>
        </p:txBody>
      </p:sp>
      <p:cxnSp>
        <p:nvCxnSpPr>
          <p:cNvPr id="44" name="직선 연결선 43"/>
          <p:cNvCxnSpPr/>
          <p:nvPr/>
        </p:nvCxnSpPr>
        <p:spPr>
          <a:xfrm flipV="1">
            <a:off x="6322758" y="4057376"/>
            <a:ext cx="0" cy="425712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/>
          <p:cNvCxnSpPr/>
          <p:nvPr/>
        </p:nvCxnSpPr>
        <p:spPr>
          <a:xfrm flipV="1">
            <a:off x="2135732" y="4042757"/>
            <a:ext cx="0" cy="42571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/>
          <p:cNvCxnSpPr/>
          <p:nvPr/>
        </p:nvCxnSpPr>
        <p:spPr>
          <a:xfrm flipV="1">
            <a:off x="6588224" y="1981546"/>
            <a:ext cx="0" cy="42571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/>
          <p:cNvCxnSpPr/>
          <p:nvPr/>
        </p:nvCxnSpPr>
        <p:spPr>
          <a:xfrm>
            <a:off x="6322758" y="4463276"/>
            <a:ext cx="1284141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/>
          <p:cNvCxnSpPr/>
          <p:nvPr/>
        </p:nvCxnSpPr>
        <p:spPr>
          <a:xfrm flipV="1">
            <a:off x="6588224" y="2409857"/>
            <a:ext cx="1512168" cy="997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267744" y="188640"/>
            <a:ext cx="4198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수신 </a:t>
            </a:r>
            <a:r>
              <a:rPr lang="ko-KR" altLang="en-US" b="1" dirty="0" smtClean="0"/>
              <a:t>동작</a:t>
            </a:r>
            <a:r>
              <a:rPr lang="en-US" altLang="ko-KR" b="1" dirty="0" smtClean="0"/>
              <a:t>(</a:t>
            </a:r>
            <a:r>
              <a:rPr lang="en-US" altLang="ko-KR" b="1" dirty="0" smtClean="0"/>
              <a:t>OCC</a:t>
            </a:r>
            <a:r>
              <a:rPr lang="ko-KR" altLang="en-US" b="1" dirty="0" smtClean="0"/>
              <a:t>와</a:t>
            </a:r>
            <a:r>
              <a:rPr lang="en-US" altLang="ko-KR" b="1" dirty="0" smtClean="0"/>
              <a:t> </a:t>
            </a:r>
            <a:r>
              <a:rPr lang="ko-KR" altLang="en-US" b="1" dirty="0" smtClean="0"/>
              <a:t>연결이 끊어진 경우</a:t>
            </a:r>
            <a:r>
              <a:rPr lang="en-US" altLang="ko-KR" b="1" dirty="0" smtClean="0"/>
              <a:t>)</a:t>
            </a:r>
            <a:r>
              <a:rPr lang="ko-KR" altLang="en-US" b="1" dirty="0" smtClean="0"/>
              <a:t> </a:t>
            </a:r>
            <a:endParaRPr lang="ko-KR" altLang="en-US" b="1" dirty="0"/>
          </a:p>
        </p:txBody>
      </p:sp>
      <p:sp>
        <p:nvSpPr>
          <p:cNvPr id="50" name="TextBox 49"/>
          <p:cNvSpPr txBox="1"/>
          <p:nvPr/>
        </p:nvSpPr>
        <p:spPr>
          <a:xfrm>
            <a:off x="8148014" y="4283804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L</a:t>
            </a:r>
            <a:endParaRPr lang="ko-KR" altLang="en-US" dirty="0"/>
          </a:p>
        </p:txBody>
      </p:sp>
      <p:sp>
        <p:nvSpPr>
          <p:cNvPr id="51" name="TextBox 50"/>
          <p:cNvSpPr txBox="1"/>
          <p:nvPr/>
        </p:nvSpPr>
        <p:spPr>
          <a:xfrm>
            <a:off x="8153246" y="3858091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H</a:t>
            </a:r>
            <a:endParaRPr lang="ko-KR" alt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1067586" y="1545759"/>
            <a:ext cx="10815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Received call</a:t>
            </a:r>
            <a:endParaRPr lang="ko-KR" altLang="en-US" sz="1200" dirty="0"/>
          </a:p>
        </p:txBody>
      </p:sp>
      <p:cxnSp>
        <p:nvCxnSpPr>
          <p:cNvPr id="52" name="직선 연결선 51"/>
          <p:cNvCxnSpPr/>
          <p:nvPr/>
        </p:nvCxnSpPr>
        <p:spPr>
          <a:xfrm flipH="1" flipV="1">
            <a:off x="998537" y="3748131"/>
            <a:ext cx="1137195" cy="321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/>
          <p:cNvCxnSpPr/>
          <p:nvPr/>
        </p:nvCxnSpPr>
        <p:spPr>
          <a:xfrm>
            <a:off x="2135732" y="3319820"/>
            <a:ext cx="1693422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/>
          <p:cNvCxnSpPr/>
          <p:nvPr/>
        </p:nvCxnSpPr>
        <p:spPr>
          <a:xfrm>
            <a:off x="777281" y="3751347"/>
            <a:ext cx="734481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/>
          <p:cNvCxnSpPr/>
          <p:nvPr/>
        </p:nvCxnSpPr>
        <p:spPr>
          <a:xfrm>
            <a:off x="777281" y="3325634"/>
            <a:ext cx="734481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79512" y="3426718"/>
            <a:ext cx="13260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VOICE_RECORD</a:t>
            </a:r>
            <a:endParaRPr lang="ko-KR" altLang="en-US" sz="1200" dirty="0"/>
          </a:p>
        </p:txBody>
      </p:sp>
      <p:cxnSp>
        <p:nvCxnSpPr>
          <p:cNvPr id="58" name="직선 연결선 57"/>
          <p:cNvCxnSpPr/>
          <p:nvPr/>
        </p:nvCxnSpPr>
        <p:spPr>
          <a:xfrm flipV="1">
            <a:off x="3829154" y="3340253"/>
            <a:ext cx="0" cy="425712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/>
          <p:cNvCxnSpPr/>
          <p:nvPr/>
        </p:nvCxnSpPr>
        <p:spPr>
          <a:xfrm flipV="1">
            <a:off x="2123728" y="3317223"/>
            <a:ext cx="0" cy="42571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>
            <a:off x="3829154" y="3746153"/>
            <a:ext cx="3732674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8102943" y="3566681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L</a:t>
            </a:r>
            <a:endParaRPr lang="ko-KR" alt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8108175" y="3140968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H</a:t>
            </a:r>
            <a:endParaRPr lang="ko-KR" altLang="en-US" dirty="0"/>
          </a:p>
        </p:txBody>
      </p:sp>
      <p:sp>
        <p:nvSpPr>
          <p:cNvPr id="69" name="직사각형 68"/>
          <p:cNvSpPr/>
          <p:nvPr/>
        </p:nvSpPr>
        <p:spPr>
          <a:xfrm>
            <a:off x="4139952" y="2708920"/>
            <a:ext cx="1693422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OCC</a:t>
            </a:r>
            <a:r>
              <a:rPr lang="ko-KR" altLang="en-US" dirty="0" smtClean="0"/>
              <a:t>전화 통</a:t>
            </a:r>
            <a:r>
              <a:rPr lang="ko-KR" altLang="en-US" dirty="0"/>
              <a:t>화</a:t>
            </a:r>
          </a:p>
        </p:txBody>
      </p:sp>
      <p:cxnSp>
        <p:nvCxnSpPr>
          <p:cNvPr id="63" name="직선 연결선 62"/>
          <p:cNvCxnSpPr/>
          <p:nvPr/>
        </p:nvCxnSpPr>
        <p:spPr>
          <a:xfrm flipV="1">
            <a:off x="1202917" y="5023667"/>
            <a:ext cx="2721011" cy="197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/>
          <p:nvPr/>
        </p:nvCxnSpPr>
        <p:spPr>
          <a:xfrm>
            <a:off x="3923928" y="4613412"/>
            <a:ext cx="239883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/>
          <p:cNvCxnSpPr/>
          <p:nvPr/>
        </p:nvCxnSpPr>
        <p:spPr>
          <a:xfrm>
            <a:off x="763359" y="5039125"/>
            <a:ext cx="734481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/>
          <p:cNvCxnSpPr/>
          <p:nvPr/>
        </p:nvCxnSpPr>
        <p:spPr>
          <a:xfrm>
            <a:off x="755576" y="4615368"/>
            <a:ext cx="734481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/>
          <p:nvPr/>
        </p:nvCxnSpPr>
        <p:spPr>
          <a:xfrm flipV="1">
            <a:off x="6311432" y="4613412"/>
            <a:ext cx="0" cy="42571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/>
          <p:cNvCxnSpPr/>
          <p:nvPr/>
        </p:nvCxnSpPr>
        <p:spPr>
          <a:xfrm flipH="1" flipV="1">
            <a:off x="3925630" y="4605684"/>
            <a:ext cx="1702" cy="425712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/>
          <p:cNvCxnSpPr/>
          <p:nvPr/>
        </p:nvCxnSpPr>
        <p:spPr>
          <a:xfrm>
            <a:off x="6322758" y="5039125"/>
            <a:ext cx="1438218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179512" y="4736176"/>
            <a:ext cx="15327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TMP_CNT5(Output</a:t>
            </a:r>
            <a:r>
              <a:rPr lang="en-US" altLang="ko-KR" sz="1200" dirty="0" smtClean="0"/>
              <a:t>)</a:t>
            </a:r>
            <a:endParaRPr lang="ko-KR" altLang="en-US" sz="1200" dirty="0"/>
          </a:p>
        </p:txBody>
      </p:sp>
      <p:sp>
        <p:nvSpPr>
          <p:cNvPr id="73" name="TextBox 72"/>
          <p:cNvSpPr txBox="1"/>
          <p:nvPr/>
        </p:nvSpPr>
        <p:spPr>
          <a:xfrm>
            <a:off x="2581833" y="1651744"/>
            <a:ext cx="809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Call Ring</a:t>
            </a:r>
            <a:endParaRPr lang="ko-KR" altLang="en-US" sz="1200" dirty="0"/>
          </a:p>
        </p:txBody>
      </p:sp>
      <p:sp>
        <p:nvSpPr>
          <p:cNvPr id="12" name="설명선 2 11"/>
          <p:cNvSpPr/>
          <p:nvPr/>
        </p:nvSpPr>
        <p:spPr>
          <a:xfrm>
            <a:off x="4223243" y="5301208"/>
            <a:ext cx="914400" cy="612648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40485"/>
              <a:gd name="adj6" fmla="val -29167"/>
            </a:avLst>
          </a:prstGeom>
          <a:ln w="9525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대 승객 방송 시점</a:t>
            </a:r>
            <a:endParaRPr lang="ko-KR" altLang="en-US" sz="1000" dirty="0"/>
          </a:p>
        </p:txBody>
      </p:sp>
      <p:sp>
        <p:nvSpPr>
          <p:cNvPr id="72" name="설명선 2 71"/>
          <p:cNvSpPr/>
          <p:nvPr/>
        </p:nvSpPr>
        <p:spPr>
          <a:xfrm>
            <a:off x="6692499" y="5420052"/>
            <a:ext cx="914400" cy="612648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54912"/>
              <a:gd name="adj6" fmla="val -38334"/>
            </a:avLst>
          </a:prstGeom>
          <a:ln w="9525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OCC</a:t>
            </a:r>
            <a:r>
              <a:rPr lang="ko-KR" altLang="en-US" sz="1000" dirty="0"/>
              <a:t> </a:t>
            </a:r>
            <a:r>
              <a:rPr lang="ko-KR" altLang="en-US" sz="1000" dirty="0" smtClean="0"/>
              <a:t>연결이 끊어짐 시점</a:t>
            </a:r>
            <a:endParaRPr lang="ko-KR" altLang="en-US" sz="1000" dirty="0"/>
          </a:p>
        </p:txBody>
      </p:sp>
      <p:cxnSp>
        <p:nvCxnSpPr>
          <p:cNvPr id="74" name="직선 연결선 73"/>
          <p:cNvCxnSpPr/>
          <p:nvPr/>
        </p:nvCxnSpPr>
        <p:spPr>
          <a:xfrm>
            <a:off x="6588224" y="1656369"/>
            <a:ext cx="0" cy="15566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설명선 2 74"/>
          <p:cNvSpPr/>
          <p:nvPr/>
        </p:nvSpPr>
        <p:spPr>
          <a:xfrm>
            <a:off x="7362936" y="933111"/>
            <a:ext cx="914400" cy="612648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70959"/>
              <a:gd name="adj6" fmla="val -83334"/>
            </a:avLst>
          </a:prstGeom>
          <a:ln w="9525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INT </a:t>
            </a:r>
            <a:r>
              <a:rPr lang="ko-KR" altLang="en-US" sz="1000" dirty="0" smtClean="0"/>
              <a:t>연결 </a:t>
            </a:r>
            <a:endParaRPr lang="en-US" altLang="ko-KR" sz="1000" dirty="0" smtClean="0"/>
          </a:p>
          <a:p>
            <a:pPr algn="ctr"/>
            <a:r>
              <a:rPr lang="ko-KR" altLang="en-US" sz="1000" dirty="0" smtClean="0"/>
              <a:t>종료 시점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708849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직선 연결선 19"/>
          <p:cNvCxnSpPr/>
          <p:nvPr/>
        </p:nvCxnSpPr>
        <p:spPr>
          <a:xfrm>
            <a:off x="827584" y="2409856"/>
            <a:ext cx="734481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/>
          <p:nvPr/>
        </p:nvCxnSpPr>
        <p:spPr>
          <a:xfrm>
            <a:off x="827584" y="1977808"/>
            <a:ext cx="734481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167168" y="2219996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L</a:t>
            </a:r>
            <a:endParaRPr lang="ko-KR" alt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8172400" y="1794283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H</a:t>
            </a:r>
            <a:endParaRPr lang="ko-KR" alt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179512" y="2025115"/>
            <a:ext cx="14029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TMP_CNT6(Input)</a:t>
            </a:r>
            <a:endParaRPr lang="ko-KR" altLang="en-US" sz="1200" dirty="0"/>
          </a:p>
        </p:txBody>
      </p:sp>
      <p:cxnSp>
        <p:nvCxnSpPr>
          <p:cNvPr id="25" name="직선 연결선 24"/>
          <p:cNvCxnSpPr/>
          <p:nvPr/>
        </p:nvCxnSpPr>
        <p:spPr>
          <a:xfrm flipV="1">
            <a:off x="1568480" y="2398432"/>
            <a:ext cx="2563924" cy="11424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 flipV="1">
            <a:off x="4132404" y="1972719"/>
            <a:ext cx="0" cy="42571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/>
          <p:nvPr/>
        </p:nvCxnSpPr>
        <p:spPr>
          <a:xfrm>
            <a:off x="4139952" y="1981546"/>
            <a:ext cx="1944216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>
            <a:off x="3863582" y="1608138"/>
            <a:ext cx="0" cy="38370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/>
          <p:nvPr/>
        </p:nvCxnSpPr>
        <p:spPr>
          <a:xfrm>
            <a:off x="822352" y="3129936"/>
            <a:ext cx="734481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>
            <a:off x="822352" y="2697888"/>
            <a:ext cx="734481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>
            <a:off x="1043608" y="4465254"/>
            <a:ext cx="1092124" cy="321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/>
          <p:cNvCxnSpPr/>
          <p:nvPr/>
        </p:nvCxnSpPr>
        <p:spPr>
          <a:xfrm>
            <a:off x="2123728" y="4036943"/>
            <a:ext cx="419903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95189" y="2773385"/>
            <a:ext cx="8887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VoIP work</a:t>
            </a:r>
            <a:endParaRPr lang="ko-KR" altLang="en-US" sz="1200" dirty="0"/>
          </a:p>
        </p:txBody>
      </p:sp>
      <p:sp>
        <p:nvSpPr>
          <p:cNvPr id="36" name="직사각형 35"/>
          <p:cNvSpPr/>
          <p:nvPr/>
        </p:nvSpPr>
        <p:spPr>
          <a:xfrm>
            <a:off x="2135732" y="2697888"/>
            <a:ext cx="1693422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OCC</a:t>
            </a:r>
            <a:r>
              <a:rPr lang="ko-KR" altLang="en-US" dirty="0" smtClean="0"/>
              <a:t>전화 연결</a:t>
            </a:r>
            <a:endParaRPr lang="ko-KR" altLang="en-US" dirty="0"/>
          </a:p>
        </p:txBody>
      </p:sp>
      <p:cxnSp>
        <p:nvCxnSpPr>
          <p:cNvPr id="37" name="직선 연결선 36"/>
          <p:cNvCxnSpPr/>
          <p:nvPr/>
        </p:nvCxnSpPr>
        <p:spPr>
          <a:xfrm>
            <a:off x="794186" y="4449400"/>
            <a:ext cx="734481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/>
          <p:cNvCxnSpPr/>
          <p:nvPr/>
        </p:nvCxnSpPr>
        <p:spPr>
          <a:xfrm>
            <a:off x="822352" y="4005064"/>
            <a:ext cx="734481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24583" y="4143841"/>
            <a:ext cx="15327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TMP_CNT4(Output)</a:t>
            </a:r>
            <a:endParaRPr lang="ko-KR" altLang="en-US" sz="1200" dirty="0"/>
          </a:p>
        </p:txBody>
      </p:sp>
      <p:cxnSp>
        <p:nvCxnSpPr>
          <p:cNvPr id="40" name="직선 연결선 39"/>
          <p:cNvCxnSpPr/>
          <p:nvPr/>
        </p:nvCxnSpPr>
        <p:spPr>
          <a:xfrm>
            <a:off x="2123728" y="1581764"/>
            <a:ext cx="0" cy="38634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254120" y="1330522"/>
            <a:ext cx="12189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Call connected</a:t>
            </a:r>
            <a:endParaRPr lang="ko-KR" altLang="en-US" sz="1200" dirty="0"/>
          </a:p>
        </p:txBody>
      </p:sp>
      <p:cxnSp>
        <p:nvCxnSpPr>
          <p:cNvPr id="42" name="직선 연결선 41"/>
          <p:cNvCxnSpPr/>
          <p:nvPr/>
        </p:nvCxnSpPr>
        <p:spPr>
          <a:xfrm>
            <a:off x="6084168" y="1651744"/>
            <a:ext cx="0" cy="37934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220072" y="1268760"/>
            <a:ext cx="14353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Call Disconnected</a:t>
            </a:r>
            <a:endParaRPr lang="ko-KR" altLang="en-US" sz="1200" dirty="0"/>
          </a:p>
        </p:txBody>
      </p:sp>
      <p:cxnSp>
        <p:nvCxnSpPr>
          <p:cNvPr id="44" name="직선 연결선 43"/>
          <p:cNvCxnSpPr/>
          <p:nvPr/>
        </p:nvCxnSpPr>
        <p:spPr>
          <a:xfrm flipV="1">
            <a:off x="6322758" y="4057376"/>
            <a:ext cx="0" cy="425712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/>
          <p:cNvCxnSpPr/>
          <p:nvPr/>
        </p:nvCxnSpPr>
        <p:spPr>
          <a:xfrm flipV="1">
            <a:off x="2135732" y="4042757"/>
            <a:ext cx="0" cy="42571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/>
          <p:cNvCxnSpPr/>
          <p:nvPr/>
        </p:nvCxnSpPr>
        <p:spPr>
          <a:xfrm flipV="1">
            <a:off x="6084168" y="1994114"/>
            <a:ext cx="0" cy="42571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/>
          <p:cNvCxnSpPr/>
          <p:nvPr/>
        </p:nvCxnSpPr>
        <p:spPr>
          <a:xfrm>
            <a:off x="6322758" y="4463276"/>
            <a:ext cx="1284141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/>
          <p:cNvCxnSpPr/>
          <p:nvPr/>
        </p:nvCxnSpPr>
        <p:spPr>
          <a:xfrm flipV="1">
            <a:off x="6084168" y="2409857"/>
            <a:ext cx="2016224" cy="997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195736" y="188640"/>
            <a:ext cx="4392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수신 </a:t>
            </a:r>
            <a:r>
              <a:rPr lang="ko-KR" altLang="en-US" b="1" dirty="0" smtClean="0"/>
              <a:t>동작</a:t>
            </a:r>
            <a:r>
              <a:rPr lang="en-US" altLang="ko-KR" b="1" dirty="0" smtClean="0"/>
              <a:t>(INT card</a:t>
            </a:r>
            <a:r>
              <a:rPr lang="ko-KR" altLang="en-US" b="1" dirty="0" smtClean="0"/>
              <a:t>에서 연결을 종료 시</a:t>
            </a:r>
            <a:r>
              <a:rPr lang="en-US" altLang="ko-KR" b="1" dirty="0" smtClean="0"/>
              <a:t>)</a:t>
            </a:r>
            <a:endParaRPr lang="ko-KR" altLang="en-US" b="1" dirty="0"/>
          </a:p>
        </p:txBody>
      </p:sp>
      <p:sp>
        <p:nvSpPr>
          <p:cNvPr id="50" name="TextBox 49"/>
          <p:cNvSpPr txBox="1"/>
          <p:nvPr/>
        </p:nvSpPr>
        <p:spPr>
          <a:xfrm>
            <a:off x="8148014" y="4283804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L</a:t>
            </a:r>
            <a:endParaRPr lang="ko-KR" altLang="en-US" dirty="0"/>
          </a:p>
        </p:txBody>
      </p:sp>
      <p:sp>
        <p:nvSpPr>
          <p:cNvPr id="51" name="TextBox 50"/>
          <p:cNvSpPr txBox="1"/>
          <p:nvPr/>
        </p:nvSpPr>
        <p:spPr>
          <a:xfrm>
            <a:off x="8153246" y="3858091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H</a:t>
            </a:r>
            <a:endParaRPr lang="ko-KR" alt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1067586" y="1545759"/>
            <a:ext cx="10815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Received call</a:t>
            </a:r>
            <a:endParaRPr lang="ko-KR" altLang="en-US" sz="1200" dirty="0"/>
          </a:p>
        </p:txBody>
      </p:sp>
      <p:cxnSp>
        <p:nvCxnSpPr>
          <p:cNvPr id="52" name="직선 연결선 51"/>
          <p:cNvCxnSpPr/>
          <p:nvPr/>
        </p:nvCxnSpPr>
        <p:spPr>
          <a:xfrm flipH="1" flipV="1">
            <a:off x="998537" y="3748131"/>
            <a:ext cx="1137195" cy="321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/>
          <p:cNvCxnSpPr/>
          <p:nvPr/>
        </p:nvCxnSpPr>
        <p:spPr>
          <a:xfrm>
            <a:off x="2135732" y="3319820"/>
            <a:ext cx="1693422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/>
          <p:cNvCxnSpPr/>
          <p:nvPr/>
        </p:nvCxnSpPr>
        <p:spPr>
          <a:xfrm>
            <a:off x="777281" y="3751347"/>
            <a:ext cx="734481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/>
          <p:cNvCxnSpPr/>
          <p:nvPr/>
        </p:nvCxnSpPr>
        <p:spPr>
          <a:xfrm>
            <a:off x="777281" y="3325634"/>
            <a:ext cx="734481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79512" y="3426718"/>
            <a:ext cx="13260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VOICE_RECORD</a:t>
            </a:r>
            <a:endParaRPr lang="ko-KR" altLang="en-US" sz="1200" dirty="0"/>
          </a:p>
        </p:txBody>
      </p:sp>
      <p:cxnSp>
        <p:nvCxnSpPr>
          <p:cNvPr id="58" name="직선 연결선 57"/>
          <p:cNvCxnSpPr/>
          <p:nvPr/>
        </p:nvCxnSpPr>
        <p:spPr>
          <a:xfrm flipV="1">
            <a:off x="3829154" y="3340253"/>
            <a:ext cx="0" cy="425712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/>
          <p:cNvCxnSpPr/>
          <p:nvPr/>
        </p:nvCxnSpPr>
        <p:spPr>
          <a:xfrm flipV="1">
            <a:off x="2123728" y="3317223"/>
            <a:ext cx="0" cy="42571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>
            <a:off x="3829154" y="3746153"/>
            <a:ext cx="3732674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8102943" y="3566681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L</a:t>
            </a:r>
            <a:endParaRPr lang="ko-KR" alt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8108175" y="3140968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H</a:t>
            </a:r>
            <a:endParaRPr lang="ko-KR" altLang="en-US" dirty="0"/>
          </a:p>
        </p:txBody>
      </p:sp>
      <p:sp>
        <p:nvSpPr>
          <p:cNvPr id="69" name="직사각형 68"/>
          <p:cNvSpPr/>
          <p:nvPr/>
        </p:nvSpPr>
        <p:spPr>
          <a:xfrm>
            <a:off x="4139952" y="2708920"/>
            <a:ext cx="1693422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OCC</a:t>
            </a:r>
            <a:r>
              <a:rPr lang="ko-KR" altLang="en-US" dirty="0" smtClean="0"/>
              <a:t>전화 통</a:t>
            </a:r>
            <a:r>
              <a:rPr lang="ko-KR" altLang="en-US" dirty="0"/>
              <a:t>화</a:t>
            </a:r>
          </a:p>
        </p:txBody>
      </p:sp>
      <p:cxnSp>
        <p:nvCxnSpPr>
          <p:cNvPr id="63" name="직선 연결선 62"/>
          <p:cNvCxnSpPr/>
          <p:nvPr/>
        </p:nvCxnSpPr>
        <p:spPr>
          <a:xfrm flipV="1">
            <a:off x="1202917" y="5023667"/>
            <a:ext cx="2654619" cy="197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/>
          <p:nvPr/>
        </p:nvCxnSpPr>
        <p:spPr>
          <a:xfrm>
            <a:off x="3853622" y="4597334"/>
            <a:ext cx="245781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/>
          <p:cNvCxnSpPr/>
          <p:nvPr/>
        </p:nvCxnSpPr>
        <p:spPr>
          <a:xfrm>
            <a:off x="747148" y="5049389"/>
            <a:ext cx="734481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/>
          <p:cNvCxnSpPr/>
          <p:nvPr/>
        </p:nvCxnSpPr>
        <p:spPr>
          <a:xfrm>
            <a:off x="777281" y="4613412"/>
            <a:ext cx="734481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/>
          <p:nvPr/>
        </p:nvCxnSpPr>
        <p:spPr>
          <a:xfrm flipV="1">
            <a:off x="6311432" y="4613412"/>
            <a:ext cx="0" cy="42571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/>
          <p:cNvCxnSpPr/>
          <p:nvPr/>
        </p:nvCxnSpPr>
        <p:spPr>
          <a:xfrm flipH="1" flipV="1">
            <a:off x="3857536" y="4605684"/>
            <a:ext cx="1702" cy="425712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/>
          <p:cNvCxnSpPr/>
          <p:nvPr/>
        </p:nvCxnSpPr>
        <p:spPr>
          <a:xfrm>
            <a:off x="6322758" y="5039125"/>
            <a:ext cx="1438218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179512" y="4736176"/>
            <a:ext cx="15327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TMP_CNT5(Output</a:t>
            </a:r>
            <a:r>
              <a:rPr lang="en-US" altLang="ko-KR" sz="1200" dirty="0" smtClean="0"/>
              <a:t>)</a:t>
            </a:r>
            <a:endParaRPr lang="ko-KR" altLang="en-US" sz="1200" dirty="0"/>
          </a:p>
        </p:txBody>
      </p:sp>
      <p:sp>
        <p:nvSpPr>
          <p:cNvPr id="73" name="TextBox 72"/>
          <p:cNvSpPr txBox="1"/>
          <p:nvPr/>
        </p:nvSpPr>
        <p:spPr>
          <a:xfrm>
            <a:off x="2581833" y="1651744"/>
            <a:ext cx="809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Call Ring</a:t>
            </a:r>
            <a:endParaRPr lang="ko-KR" altLang="en-US" sz="1200" dirty="0"/>
          </a:p>
        </p:txBody>
      </p:sp>
      <p:sp>
        <p:nvSpPr>
          <p:cNvPr id="72" name="설명선 2 71"/>
          <p:cNvSpPr/>
          <p:nvPr/>
        </p:nvSpPr>
        <p:spPr>
          <a:xfrm>
            <a:off x="4223243" y="5301208"/>
            <a:ext cx="914400" cy="612648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41729"/>
              <a:gd name="adj6" fmla="val -37500"/>
            </a:avLst>
          </a:prstGeom>
          <a:ln w="9525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대 승객 방송 시점</a:t>
            </a:r>
            <a:endParaRPr lang="ko-KR" altLang="en-US" sz="1000" dirty="0"/>
          </a:p>
        </p:txBody>
      </p:sp>
      <p:sp>
        <p:nvSpPr>
          <p:cNvPr id="74" name="설명선 2 73"/>
          <p:cNvSpPr/>
          <p:nvPr/>
        </p:nvSpPr>
        <p:spPr>
          <a:xfrm>
            <a:off x="7092280" y="1210110"/>
            <a:ext cx="914400" cy="612648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27426"/>
              <a:gd name="adj6" fmla="val -109168"/>
            </a:avLst>
          </a:prstGeom>
          <a:ln w="9525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INT </a:t>
            </a:r>
            <a:r>
              <a:rPr lang="ko-KR" altLang="en-US" sz="1000" dirty="0" smtClean="0"/>
              <a:t>연결 종료 시점</a:t>
            </a:r>
            <a:endParaRPr lang="ko-KR" altLang="en-US" sz="1000" dirty="0"/>
          </a:p>
        </p:txBody>
      </p:sp>
      <p:sp>
        <p:nvSpPr>
          <p:cNvPr id="75" name="설명선 2 74"/>
          <p:cNvSpPr/>
          <p:nvPr/>
        </p:nvSpPr>
        <p:spPr>
          <a:xfrm>
            <a:off x="6692498" y="5420052"/>
            <a:ext cx="1119861" cy="612648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49937"/>
              <a:gd name="adj6" fmla="val -31530"/>
            </a:avLst>
          </a:prstGeom>
          <a:ln w="9525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VOIP</a:t>
            </a:r>
            <a:r>
              <a:rPr lang="ko-KR" altLang="en-US" sz="1000" dirty="0" smtClean="0"/>
              <a:t>와</a:t>
            </a:r>
            <a:r>
              <a:rPr lang="en-US" altLang="ko-KR" sz="1000" dirty="0" smtClean="0"/>
              <a:t> OCC </a:t>
            </a:r>
          </a:p>
          <a:p>
            <a:pPr algn="ctr"/>
            <a:r>
              <a:rPr lang="ko-KR" altLang="en-US" sz="1000" dirty="0" smtClean="0"/>
              <a:t>연결 종료 시점</a:t>
            </a:r>
            <a:endParaRPr lang="ko-KR" altLang="en-US" sz="1000" dirty="0"/>
          </a:p>
        </p:txBody>
      </p:sp>
      <p:cxnSp>
        <p:nvCxnSpPr>
          <p:cNvPr id="76" name="직선 연결선 75"/>
          <p:cNvCxnSpPr/>
          <p:nvPr/>
        </p:nvCxnSpPr>
        <p:spPr>
          <a:xfrm>
            <a:off x="6322758" y="3212976"/>
            <a:ext cx="0" cy="22813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00798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452</Words>
  <Application>Microsoft Office PowerPoint</Application>
  <PresentationFormat>화면 슬라이드 쇼(4:3)</PresentationFormat>
  <Paragraphs>155</Paragraphs>
  <Slides>7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8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shkim</dc:creator>
  <cp:lastModifiedBy>hplim</cp:lastModifiedBy>
  <cp:revision>15</cp:revision>
  <cp:lastPrinted>2015-04-06T05:23:07Z</cp:lastPrinted>
  <dcterms:created xsi:type="dcterms:W3CDTF">2015-04-06T02:50:03Z</dcterms:created>
  <dcterms:modified xsi:type="dcterms:W3CDTF">2015-04-20T01:47:22Z</dcterms:modified>
</cp:coreProperties>
</file>