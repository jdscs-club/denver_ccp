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34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139-AF4B-49EB-BE30-0F460DFECBB0}" type="datetimeFigureOut">
              <a:rPr lang="ko-KR" altLang="en-US" smtClean="0"/>
              <a:t>2017-02-09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FF42-9D1E-475E-BB0C-A75976CAB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131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139-AF4B-49EB-BE30-0F460DFECBB0}" type="datetimeFigureOut">
              <a:rPr lang="ko-KR" altLang="en-US" smtClean="0"/>
              <a:t>2017-02-09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FF42-9D1E-475E-BB0C-A75976CAB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867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139-AF4B-49EB-BE30-0F460DFECBB0}" type="datetimeFigureOut">
              <a:rPr lang="ko-KR" altLang="en-US" smtClean="0"/>
              <a:t>2017-02-09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FF42-9D1E-475E-BB0C-A75976CAB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4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139-AF4B-49EB-BE30-0F460DFECBB0}" type="datetimeFigureOut">
              <a:rPr lang="ko-KR" altLang="en-US" smtClean="0"/>
              <a:t>2017-02-09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FF42-9D1E-475E-BB0C-A75976CAB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163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139-AF4B-49EB-BE30-0F460DFECBB0}" type="datetimeFigureOut">
              <a:rPr lang="ko-KR" altLang="en-US" smtClean="0"/>
              <a:t>2017-02-09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FF42-9D1E-475E-BB0C-A75976CAB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090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139-AF4B-49EB-BE30-0F460DFECBB0}" type="datetimeFigureOut">
              <a:rPr lang="ko-KR" altLang="en-US" smtClean="0"/>
              <a:t>2017-02-09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FF42-9D1E-475E-BB0C-A75976CAB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89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139-AF4B-49EB-BE30-0F460DFECBB0}" type="datetimeFigureOut">
              <a:rPr lang="ko-KR" altLang="en-US" smtClean="0"/>
              <a:t>2017-02-09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FF42-9D1E-475E-BB0C-A75976CAB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45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139-AF4B-49EB-BE30-0F460DFECBB0}" type="datetimeFigureOut">
              <a:rPr lang="ko-KR" altLang="en-US" smtClean="0"/>
              <a:t>2017-02-09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FF42-9D1E-475E-BB0C-A75976CAB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599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139-AF4B-49EB-BE30-0F460DFECBB0}" type="datetimeFigureOut">
              <a:rPr lang="ko-KR" altLang="en-US" smtClean="0"/>
              <a:t>2017-02-09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FF42-9D1E-475E-BB0C-A75976CAB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887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139-AF4B-49EB-BE30-0F460DFECBB0}" type="datetimeFigureOut">
              <a:rPr lang="ko-KR" altLang="en-US" smtClean="0"/>
              <a:t>2017-02-09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FF42-9D1E-475E-BB0C-A75976CAB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985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139-AF4B-49EB-BE30-0F460DFECBB0}" type="datetimeFigureOut">
              <a:rPr lang="ko-KR" altLang="en-US" smtClean="0"/>
              <a:t>2017-02-09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FF42-9D1E-475E-BB0C-A75976CAB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470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03139-AF4B-49EB-BE30-0F460DFECBB0}" type="datetimeFigureOut">
              <a:rPr lang="ko-KR" altLang="en-US" smtClean="0"/>
              <a:t>2017-02-09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4FF42-9D1E-475E-BB0C-A75976CAB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66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1628801"/>
            <a:ext cx="7553325" cy="4724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95338" y="548680"/>
            <a:ext cx="714439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VOIP booting image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sz="1400" dirty="0" smtClean="0"/>
              <a:t>1) VOIP booting</a:t>
            </a:r>
            <a:r>
              <a:rPr lang="ko-KR" altLang="en-US" sz="1400" dirty="0" smtClean="0"/>
              <a:t>은 약 </a:t>
            </a:r>
            <a:r>
              <a:rPr lang="en-US" altLang="ko-KR" sz="1400" dirty="0" smtClean="0"/>
              <a:t>2</a:t>
            </a:r>
            <a:r>
              <a:rPr lang="ko-KR" altLang="en-US" sz="1400" dirty="0" smtClean="0"/>
              <a:t>초 정도의 </a:t>
            </a:r>
            <a:r>
              <a:rPr lang="en-US" altLang="ko-KR" sz="1400" dirty="0" smtClean="0"/>
              <a:t>keyboard ESC key </a:t>
            </a:r>
            <a:r>
              <a:rPr lang="ko-KR" altLang="en-US" sz="1400" dirty="0" smtClean="0"/>
              <a:t>입력 값을 대기한다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2) Booting </a:t>
            </a:r>
            <a:r>
              <a:rPr lang="ko-KR" altLang="en-US" sz="1400" dirty="0" smtClean="0"/>
              <a:t>시 </a:t>
            </a:r>
            <a:r>
              <a:rPr lang="en-US" altLang="ko-KR" sz="1400" dirty="0" smtClean="0"/>
              <a:t>ESC key</a:t>
            </a:r>
            <a:r>
              <a:rPr lang="ko-KR" altLang="en-US" sz="1400" dirty="0" smtClean="0"/>
              <a:t>를 누르면 환경 설정을 할 수 있는 </a:t>
            </a:r>
            <a:r>
              <a:rPr lang="en-US" altLang="ko-KR" sz="1400" dirty="0" smtClean="0"/>
              <a:t>monitor mode</a:t>
            </a:r>
            <a:r>
              <a:rPr lang="ko-KR" altLang="en-US" sz="1400" dirty="0" smtClean="0"/>
              <a:t>로 진입한다</a:t>
            </a:r>
            <a:r>
              <a:rPr lang="en-US" altLang="ko-KR" sz="1400" dirty="0" smtClean="0"/>
              <a:t>.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9428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2204865"/>
            <a:ext cx="7553325" cy="452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828867" y="3068960"/>
            <a:ext cx="1688430" cy="1680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795338" y="5013176"/>
            <a:ext cx="2624534" cy="588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95338" y="692696"/>
            <a:ext cx="7155229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2. VOIP </a:t>
            </a:r>
            <a:r>
              <a:rPr lang="ko-KR" altLang="en-US" dirty="0" smtClean="0"/>
              <a:t>설정 값 확인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en-US" altLang="ko-KR" sz="1400" dirty="0" smtClean="0"/>
              <a:t>1) VOIP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monitor mode</a:t>
            </a:r>
            <a:r>
              <a:rPr lang="ko-KR" altLang="en-US" sz="1400" dirty="0" smtClean="0"/>
              <a:t>를 진입하면 </a:t>
            </a:r>
            <a:r>
              <a:rPr lang="en-US" altLang="ko-KR" sz="1400" dirty="0" smtClean="0"/>
              <a:t>“(ac494b1)” monitor </a:t>
            </a:r>
            <a:r>
              <a:rPr lang="ko-KR" altLang="en-US" sz="1400" dirty="0" smtClean="0"/>
              <a:t>화면이 출력된다</a:t>
            </a:r>
            <a:r>
              <a:rPr lang="en-US" altLang="ko-KR" sz="1400" dirty="0" smtClean="0"/>
              <a:t>. 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2) “</a:t>
            </a:r>
            <a:r>
              <a:rPr lang="en-US" altLang="ko-KR" sz="1400" dirty="0" err="1" smtClean="0"/>
              <a:t>printenv</a:t>
            </a:r>
            <a:r>
              <a:rPr lang="en-US" altLang="ko-KR" sz="1400" dirty="0" smtClean="0"/>
              <a:t>”</a:t>
            </a:r>
            <a:r>
              <a:rPr lang="ko-KR" altLang="en-US" sz="1400" dirty="0" smtClean="0"/>
              <a:t>의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명령어를 </a:t>
            </a:r>
            <a:r>
              <a:rPr lang="en-US" altLang="ko-KR" sz="1400" dirty="0" smtClean="0"/>
              <a:t>monitor </a:t>
            </a:r>
            <a:r>
              <a:rPr lang="ko-KR" altLang="en-US" sz="1400" dirty="0" smtClean="0"/>
              <a:t>화면에 입력한다</a:t>
            </a:r>
            <a:r>
              <a:rPr lang="en-US" altLang="ko-KR" sz="1400" dirty="0" smtClean="0"/>
              <a:t>.(</a:t>
            </a:r>
            <a:r>
              <a:rPr lang="ko-KR" altLang="en-US" sz="1400" dirty="0" smtClean="0"/>
              <a:t>아래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번 화면 참조</a:t>
            </a:r>
            <a:r>
              <a:rPr lang="en-US" altLang="ko-KR" sz="1400" dirty="0" smtClean="0"/>
              <a:t>)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3) “</a:t>
            </a:r>
            <a:r>
              <a:rPr lang="en-US" altLang="ko-KR" sz="1400" dirty="0" err="1" smtClean="0"/>
              <a:t>printenv</a:t>
            </a:r>
            <a:r>
              <a:rPr lang="en-US" altLang="ko-KR" sz="1400" dirty="0" smtClean="0"/>
              <a:t>”</a:t>
            </a:r>
            <a:r>
              <a:rPr lang="ko-KR" altLang="en-US" sz="1400" dirty="0" smtClean="0"/>
              <a:t>입력 후</a:t>
            </a:r>
            <a:r>
              <a:rPr lang="en-US" altLang="ko-KR" sz="1400" dirty="0" smtClean="0"/>
              <a:t> enter</a:t>
            </a:r>
            <a:r>
              <a:rPr lang="ko-KR" altLang="en-US" sz="1400" dirty="0" smtClean="0"/>
              <a:t>를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치면 현재 </a:t>
            </a:r>
            <a:r>
              <a:rPr lang="en-US" altLang="ko-KR" sz="1400" dirty="0" smtClean="0"/>
              <a:t>VOIP module</a:t>
            </a:r>
            <a:r>
              <a:rPr lang="ko-KR" altLang="en-US" sz="1400" dirty="0" smtClean="0"/>
              <a:t>의 </a:t>
            </a:r>
            <a:r>
              <a:rPr lang="ko-KR" altLang="en-US" sz="1400" dirty="0" err="1" smtClean="0"/>
              <a:t>설정값을</a:t>
            </a:r>
            <a:r>
              <a:rPr lang="ko-KR" altLang="en-US" sz="1400" dirty="0" smtClean="0"/>
              <a:t> 확인할 수 있으며</a:t>
            </a:r>
            <a:r>
              <a:rPr lang="en-US" altLang="ko-KR" sz="1400" dirty="0" smtClean="0"/>
              <a:t>,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</a:t>
            </a:r>
            <a:r>
              <a:rPr lang="ko-KR" altLang="en-US" sz="1400" dirty="0" smtClean="0"/>
              <a:t>아래 그림 </a:t>
            </a:r>
            <a:r>
              <a:rPr lang="en-US" altLang="ko-KR" sz="1400" dirty="0" smtClean="0"/>
              <a:t>2</a:t>
            </a:r>
            <a:r>
              <a:rPr lang="ko-KR" altLang="en-US" sz="1400" dirty="0" smtClean="0"/>
              <a:t>번과 같이 </a:t>
            </a:r>
            <a:r>
              <a:rPr lang="en-US" altLang="ko-KR" sz="1400" dirty="0" smtClean="0"/>
              <a:t>VOIP module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IP </a:t>
            </a:r>
            <a:r>
              <a:rPr lang="ko-KR" altLang="en-US" sz="1400" dirty="0" smtClean="0"/>
              <a:t>설정 값을 확인 할 수 있다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513993" y="2996952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>1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0904" y="5168786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>2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740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118</Words>
  <Application>Microsoft Office PowerPoint</Application>
  <PresentationFormat>화면 슬라이드 쇼(4:3)</PresentationFormat>
  <Paragraphs>10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hplim</dc:creator>
  <cp:lastModifiedBy>hplim</cp:lastModifiedBy>
  <cp:revision>2</cp:revision>
  <dcterms:created xsi:type="dcterms:W3CDTF">2017-02-09T02:00:50Z</dcterms:created>
  <dcterms:modified xsi:type="dcterms:W3CDTF">2017-02-09T02:19:07Z</dcterms:modified>
</cp:coreProperties>
</file>