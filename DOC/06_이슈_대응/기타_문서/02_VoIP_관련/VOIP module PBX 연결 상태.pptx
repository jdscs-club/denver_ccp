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-835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26ECB-CE42-4B73-8603-4A4EF827EC68}" type="datetimeFigureOut">
              <a:rPr lang="ko-KR" altLang="en-US" smtClean="0"/>
              <a:t>2016-01-07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A3DDE-38F3-488A-8ABF-4691557986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4903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26ECB-CE42-4B73-8603-4A4EF827EC68}" type="datetimeFigureOut">
              <a:rPr lang="ko-KR" altLang="en-US" smtClean="0"/>
              <a:t>2016-01-07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A3DDE-38F3-488A-8ABF-4691557986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19149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26ECB-CE42-4B73-8603-4A4EF827EC68}" type="datetimeFigureOut">
              <a:rPr lang="ko-KR" altLang="en-US" smtClean="0"/>
              <a:t>2016-01-07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A3DDE-38F3-488A-8ABF-4691557986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9825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26ECB-CE42-4B73-8603-4A4EF827EC68}" type="datetimeFigureOut">
              <a:rPr lang="ko-KR" altLang="en-US" smtClean="0"/>
              <a:t>2016-01-07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A3DDE-38F3-488A-8ABF-4691557986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7406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26ECB-CE42-4B73-8603-4A4EF827EC68}" type="datetimeFigureOut">
              <a:rPr lang="ko-KR" altLang="en-US" smtClean="0"/>
              <a:t>2016-01-07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A3DDE-38F3-488A-8ABF-4691557986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6383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26ECB-CE42-4B73-8603-4A4EF827EC68}" type="datetimeFigureOut">
              <a:rPr lang="ko-KR" altLang="en-US" smtClean="0"/>
              <a:t>2016-01-07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A3DDE-38F3-488A-8ABF-4691557986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846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26ECB-CE42-4B73-8603-4A4EF827EC68}" type="datetimeFigureOut">
              <a:rPr lang="ko-KR" altLang="en-US" smtClean="0"/>
              <a:t>2016-01-07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A3DDE-38F3-488A-8ABF-4691557986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3008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26ECB-CE42-4B73-8603-4A4EF827EC68}" type="datetimeFigureOut">
              <a:rPr lang="ko-KR" altLang="en-US" smtClean="0"/>
              <a:t>2016-01-07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A3DDE-38F3-488A-8ABF-4691557986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0574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26ECB-CE42-4B73-8603-4A4EF827EC68}" type="datetimeFigureOut">
              <a:rPr lang="ko-KR" altLang="en-US" smtClean="0"/>
              <a:t>2016-01-07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A3DDE-38F3-488A-8ABF-4691557986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9526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26ECB-CE42-4B73-8603-4A4EF827EC68}" type="datetimeFigureOut">
              <a:rPr lang="ko-KR" altLang="en-US" smtClean="0"/>
              <a:t>2016-01-07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A3DDE-38F3-488A-8ABF-4691557986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9915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26ECB-CE42-4B73-8603-4A4EF827EC68}" type="datetimeFigureOut">
              <a:rPr lang="ko-KR" altLang="en-US" smtClean="0"/>
              <a:t>2016-01-07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A3DDE-38F3-488A-8ABF-4691557986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081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A26ECB-CE42-4B73-8603-4A4EF827EC68}" type="datetimeFigureOut">
              <a:rPr lang="ko-KR" altLang="en-US" smtClean="0"/>
              <a:t>2016-01-07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2A3DDE-38F3-488A-8ABF-4691557986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0957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010543"/>
          </a:xfrm>
        </p:spPr>
        <p:txBody>
          <a:bodyPr>
            <a:normAutofit/>
          </a:bodyPr>
          <a:lstStyle/>
          <a:p>
            <a:r>
              <a:rPr lang="en-US" altLang="ko-KR" sz="2400" dirty="0" smtClean="0"/>
              <a:t>VOIP module PBX </a:t>
            </a:r>
            <a:r>
              <a:rPr lang="ko-KR" altLang="en-US" sz="2400" dirty="0" smtClean="0"/>
              <a:t>연결 상태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53607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pPr algn="l"/>
            <a:r>
              <a:rPr lang="en-US" altLang="ko-KR" sz="1600" dirty="0" smtClean="0"/>
              <a:t>1. </a:t>
            </a:r>
            <a:r>
              <a:rPr lang="ko-KR" altLang="en-US" sz="1600" dirty="0" smtClean="0"/>
              <a:t>금일 보내 주신 </a:t>
            </a:r>
            <a:r>
              <a:rPr lang="en-US" altLang="ko-KR" sz="1600" dirty="0" smtClean="0"/>
              <a:t>binary file</a:t>
            </a:r>
            <a:r>
              <a:rPr lang="ko-KR" altLang="en-US" sz="1600" dirty="0" smtClean="0"/>
              <a:t>에 </a:t>
            </a:r>
            <a:r>
              <a:rPr lang="en-US" altLang="ko-KR" sz="1600" dirty="0" smtClean="0"/>
              <a:t>PBX </a:t>
            </a:r>
            <a:r>
              <a:rPr lang="ko-KR" altLang="en-US" sz="1600" dirty="0" smtClean="0"/>
              <a:t>상태</a:t>
            </a:r>
            <a:r>
              <a:rPr lang="en-US" altLang="ko-KR" sz="1600" dirty="0" smtClean="0"/>
              <a:t>.</a:t>
            </a:r>
            <a:br>
              <a:rPr lang="en-US" altLang="ko-KR" sz="1600" dirty="0" smtClean="0"/>
            </a:br>
            <a:r>
              <a:rPr lang="en-US" altLang="ko-KR" sz="1600" dirty="0"/>
              <a:t> </a:t>
            </a:r>
            <a:r>
              <a:rPr lang="en-US" altLang="ko-KR" sz="1600" dirty="0" smtClean="0"/>
              <a:t>  1.1 1000</a:t>
            </a:r>
            <a:r>
              <a:rPr lang="ko-KR" altLang="en-US" sz="1600" dirty="0" smtClean="0"/>
              <a:t>이 활성화 되어 있지 않음</a:t>
            </a:r>
            <a:r>
              <a:rPr lang="en-US" altLang="ko-KR" sz="1600" dirty="0" smtClean="0"/>
              <a:t>.</a:t>
            </a:r>
            <a:endParaRPr lang="ko-KR" altLang="en-US" sz="16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3850" y="1124744"/>
            <a:ext cx="5956300" cy="52316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61473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pPr algn="l"/>
            <a:r>
              <a:rPr lang="en-US" altLang="ko-KR" sz="1600" dirty="0"/>
              <a:t>2</a:t>
            </a:r>
            <a:r>
              <a:rPr lang="en-US" altLang="ko-KR" sz="1600" dirty="0" smtClean="0"/>
              <a:t>. System setup </a:t>
            </a:r>
            <a:r>
              <a:rPr lang="ko-KR" altLang="en-US" sz="1600" dirty="0" smtClean="0"/>
              <a:t>부분 </a:t>
            </a:r>
            <a:endParaRPr lang="ko-KR" altLang="en-US" sz="16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3850" y="980728"/>
            <a:ext cx="5956300" cy="53724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61396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pPr algn="l"/>
            <a:r>
              <a:rPr lang="en-US" altLang="ko-KR" sz="1600" dirty="0"/>
              <a:t>3</a:t>
            </a:r>
            <a:r>
              <a:rPr lang="en-US" altLang="ko-KR" sz="1600" dirty="0" smtClean="0"/>
              <a:t>. 20150428</a:t>
            </a:r>
            <a:r>
              <a:rPr lang="ko-KR" altLang="en-US" sz="1600" dirty="0" smtClean="0"/>
              <a:t> </a:t>
            </a:r>
            <a:r>
              <a:rPr lang="en-US" altLang="ko-KR" sz="1600" dirty="0" smtClean="0"/>
              <a:t>binary file</a:t>
            </a:r>
            <a:r>
              <a:rPr lang="ko-KR" altLang="en-US" sz="1600" dirty="0" smtClean="0"/>
              <a:t>에 </a:t>
            </a:r>
            <a:r>
              <a:rPr lang="en-US" altLang="ko-KR" sz="1600" dirty="0" smtClean="0"/>
              <a:t>PBX </a:t>
            </a:r>
            <a:r>
              <a:rPr lang="ko-KR" altLang="en-US" sz="1600" dirty="0" smtClean="0"/>
              <a:t>상태</a:t>
            </a:r>
            <a:r>
              <a:rPr lang="en-US" altLang="ko-KR" sz="1600" dirty="0" smtClean="0"/>
              <a:t>.</a:t>
            </a:r>
            <a:br>
              <a:rPr lang="en-US" altLang="ko-KR" sz="1600" dirty="0" smtClean="0"/>
            </a:br>
            <a:r>
              <a:rPr lang="en-US" altLang="ko-KR" sz="1600" dirty="0"/>
              <a:t> </a:t>
            </a:r>
            <a:r>
              <a:rPr lang="en-US" altLang="ko-KR" sz="1600" dirty="0" smtClean="0"/>
              <a:t>  1.1 1000</a:t>
            </a:r>
            <a:r>
              <a:rPr lang="ko-KR" altLang="en-US" sz="1600" dirty="0" smtClean="0"/>
              <a:t>이 활성화 되어 있음</a:t>
            </a:r>
            <a:r>
              <a:rPr lang="en-US" altLang="ko-KR" sz="1600" dirty="0" smtClean="0"/>
              <a:t>.</a:t>
            </a:r>
            <a:endParaRPr lang="ko-KR" altLang="en-US" sz="16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8875" y="980728"/>
            <a:ext cx="6826250" cy="53756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245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pPr algn="l"/>
            <a:r>
              <a:rPr lang="en-US" altLang="ko-KR" sz="1600" dirty="0" smtClean="0"/>
              <a:t>4. System setup </a:t>
            </a:r>
            <a:r>
              <a:rPr lang="ko-KR" altLang="en-US" sz="1600" dirty="0" smtClean="0"/>
              <a:t>부분 </a:t>
            </a:r>
            <a:endParaRPr lang="ko-KR" altLang="en-US" sz="16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487" y="980728"/>
            <a:ext cx="6826250" cy="5710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73550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35</Words>
  <Application>Microsoft Office PowerPoint</Application>
  <PresentationFormat>화면 슬라이드 쇼(4:3)</PresentationFormat>
  <Paragraphs>5</Paragraphs>
  <Slides>5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6" baseType="lpstr">
      <vt:lpstr>Office 테마</vt:lpstr>
      <vt:lpstr>VOIP module PBX 연결 상태</vt:lpstr>
      <vt:lpstr>1. 금일 보내 주신 binary file에 PBX 상태.    1.1 1000이 활성화 되어 있지 않음.</vt:lpstr>
      <vt:lpstr>2. System setup 부분 </vt:lpstr>
      <vt:lpstr>3. 20150428 binary file에 PBX 상태.    1.1 1000이 활성화 되어 있음.</vt:lpstr>
      <vt:lpstr>4. System setup 부분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VOIP module PBX 연결 상태</dc:title>
  <dc:creator>hplim</dc:creator>
  <cp:lastModifiedBy>hplim</cp:lastModifiedBy>
  <cp:revision>4</cp:revision>
  <dcterms:created xsi:type="dcterms:W3CDTF">2016-01-07T11:48:26Z</dcterms:created>
  <dcterms:modified xsi:type="dcterms:W3CDTF">2016-01-07T12:37:07Z</dcterms:modified>
</cp:coreProperties>
</file>