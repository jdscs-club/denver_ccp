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25" d="100"/>
          <a:sy n="125" d="100"/>
        </p:scale>
        <p:origin x="3522" y="14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6F27-B4F7-4078-983D-62314C1D42A2}" type="datetimeFigureOut">
              <a:rPr lang="ko-KR" altLang="en-US" smtClean="0"/>
              <a:t>2011-07-01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5FDE-6973-45EB-AC31-9D32C51AA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992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6F27-B4F7-4078-983D-62314C1D42A2}" type="datetimeFigureOut">
              <a:rPr lang="ko-KR" altLang="en-US" smtClean="0"/>
              <a:t>2011-07-01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5FDE-6973-45EB-AC31-9D32C51AA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680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6F27-B4F7-4078-983D-62314C1D42A2}" type="datetimeFigureOut">
              <a:rPr lang="ko-KR" altLang="en-US" smtClean="0"/>
              <a:t>2011-07-01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5FDE-6973-45EB-AC31-9D32C51AA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110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6F27-B4F7-4078-983D-62314C1D42A2}" type="datetimeFigureOut">
              <a:rPr lang="ko-KR" altLang="en-US" smtClean="0"/>
              <a:t>2011-07-01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5FDE-6973-45EB-AC31-9D32C51AA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553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6F27-B4F7-4078-983D-62314C1D42A2}" type="datetimeFigureOut">
              <a:rPr lang="ko-KR" altLang="en-US" smtClean="0"/>
              <a:t>2011-07-01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5FDE-6973-45EB-AC31-9D32C51AA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98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6F27-B4F7-4078-983D-62314C1D42A2}" type="datetimeFigureOut">
              <a:rPr lang="ko-KR" altLang="en-US" smtClean="0"/>
              <a:t>2011-07-01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5FDE-6973-45EB-AC31-9D32C51AA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074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6F27-B4F7-4078-983D-62314C1D42A2}" type="datetimeFigureOut">
              <a:rPr lang="ko-KR" altLang="en-US" smtClean="0"/>
              <a:t>2011-07-01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5FDE-6973-45EB-AC31-9D32C51AA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752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6F27-B4F7-4078-983D-62314C1D42A2}" type="datetimeFigureOut">
              <a:rPr lang="ko-KR" altLang="en-US" smtClean="0"/>
              <a:t>2011-07-01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5FDE-6973-45EB-AC31-9D32C51AA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591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6F27-B4F7-4078-983D-62314C1D42A2}" type="datetimeFigureOut">
              <a:rPr lang="ko-KR" altLang="en-US" smtClean="0"/>
              <a:t>2011-07-01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5FDE-6973-45EB-AC31-9D32C51AA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55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6F27-B4F7-4078-983D-62314C1D42A2}" type="datetimeFigureOut">
              <a:rPr lang="ko-KR" altLang="en-US" smtClean="0"/>
              <a:t>2011-07-01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5FDE-6973-45EB-AC31-9D32C51AA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97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6F27-B4F7-4078-983D-62314C1D42A2}" type="datetimeFigureOut">
              <a:rPr lang="ko-KR" altLang="en-US" smtClean="0"/>
              <a:t>2011-07-01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5FDE-6973-45EB-AC31-9D32C51AA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27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36F27-B4F7-4078-983D-62314C1D42A2}" type="datetimeFigureOut">
              <a:rPr lang="ko-KR" altLang="en-US" smtClean="0"/>
              <a:t>2011-07-01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35FDE-6973-45EB-AC31-9D32C51AA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294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그룹 80"/>
          <p:cNvGrpSpPr/>
          <p:nvPr/>
        </p:nvGrpSpPr>
        <p:grpSpPr>
          <a:xfrm>
            <a:off x="4572000" y="2661571"/>
            <a:ext cx="2792188" cy="2452006"/>
            <a:chOff x="4572000" y="2661571"/>
            <a:chExt cx="2792188" cy="2452006"/>
          </a:xfrm>
        </p:grpSpPr>
        <p:sp>
          <p:nvSpPr>
            <p:cNvPr id="4" name="타원 3"/>
            <p:cNvSpPr/>
            <p:nvPr/>
          </p:nvSpPr>
          <p:spPr>
            <a:xfrm>
              <a:off x="5197928" y="2661571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" name="타원 4"/>
            <p:cNvSpPr/>
            <p:nvPr/>
          </p:nvSpPr>
          <p:spPr>
            <a:xfrm>
              <a:off x="5622471" y="2664293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" name="타원 5"/>
            <p:cNvSpPr/>
            <p:nvPr/>
          </p:nvSpPr>
          <p:spPr>
            <a:xfrm>
              <a:off x="6033407" y="2667015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" name="타원 6"/>
            <p:cNvSpPr/>
            <p:nvPr/>
          </p:nvSpPr>
          <p:spPr>
            <a:xfrm>
              <a:off x="6449786" y="2661573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8" name="타원 7"/>
            <p:cNvSpPr/>
            <p:nvPr/>
          </p:nvSpPr>
          <p:spPr>
            <a:xfrm>
              <a:off x="4993821" y="3028966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9" name="타원 8"/>
            <p:cNvSpPr/>
            <p:nvPr/>
          </p:nvSpPr>
          <p:spPr>
            <a:xfrm>
              <a:off x="5418364" y="3031686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0" name="타원 9"/>
            <p:cNvSpPr/>
            <p:nvPr/>
          </p:nvSpPr>
          <p:spPr>
            <a:xfrm>
              <a:off x="5842907" y="3034408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1" name="타원 10"/>
            <p:cNvSpPr/>
            <p:nvPr/>
          </p:nvSpPr>
          <p:spPr>
            <a:xfrm>
              <a:off x="6240236" y="3023523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2" name="타원 11"/>
            <p:cNvSpPr/>
            <p:nvPr/>
          </p:nvSpPr>
          <p:spPr>
            <a:xfrm>
              <a:off x="6656616" y="3031688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3" name="타원 12"/>
            <p:cNvSpPr/>
            <p:nvPr/>
          </p:nvSpPr>
          <p:spPr>
            <a:xfrm>
              <a:off x="5214256" y="3399080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4" name="타원 13"/>
            <p:cNvSpPr/>
            <p:nvPr/>
          </p:nvSpPr>
          <p:spPr>
            <a:xfrm>
              <a:off x="5625192" y="3388193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5" name="타원 14"/>
            <p:cNvSpPr/>
            <p:nvPr/>
          </p:nvSpPr>
          <p:spPr>
            <a:xfrm>
              <a:off x="6036128" y="3377308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6" name="타원 15"/>
            <p:cNvSpPr/>
            <p:nvPr/>
          </p:nvSpPr>
          <p:spPr>
            <a:xfrm>
              <a:off x="6447064" y="3380030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7" name="타원 16"/>
            <p:cNvSpPr/>
            <p:nvPr/>
          </p:nvSpPr>
          <p:spPr>
            <a:xfrm>
              <a:off x="6863444" y="3388195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8" name="타원 17"/>
            <p:cNvSpPr/>
            <p:nvPr/>
          </p:nvSpPr>
          <p:spPr>
            <a:xfrm>
              <a:off x="4792437" y="4098487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9" name="타원 18"/>
            <p:cNvSpPr/>
            <p:nvPr/>
          </p:nvSpPr>
          <p:spPr>
            <a:xfrm>
              <a:off x="5402036" y="3741979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0" name="타원 19"/>
            <p:cNvSpPr/>
            <p:nvPr/>
          </p:nvSpPr>
          <p:spPr>
            <a:xfrm>
              <a:off x="5826579" y="3744699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1" name="타원 20"/>
            <p:cNvSpPr/>
            <p:nvPr/>
          </p:nvSpPr>
          <p:spPr>
            <a:xfrm>
              <a:off x="6251122" y="3747421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2" name="타원 21"/>
            <p:cNvSpPr/>
            <p:nvPr/>
          </p:nvSpPr>
          <p:spPr>
            <a:xfrm>
              <a:off x="6648451" y="3736536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3" name="타원 22"/>
            <p:cNvSpPr/>
            <p:nvPr/>
          </p:nvSpPr>
          <p:spPr>
            <a:xfrm>
              <a:off x="7064831" y="3744701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4" name="타원 23"/>
            <p:cNvSpPr/>
            <p:nvPr/>
          </p:nvSpPr>
          <p:spPr>
            <a:xfrm>
              <a:off x="5184321" y="4095764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5" name="타원 24"/>
            <p:cNvSpPr/>
            <p:nvPr/>
          </p:nvSpPr>
          <p:spPr>
            <a:xfrm>
              <a:off x="5608864" y="4098484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6" name="타원 25"/>
            <p:cNvSpPr/>
            <p:nvPr/>
          </p:nvSpPr>
          <p:spPr>
            <a:xfrm>
              <a:off x="6033407" y="4101206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7" name="타원 26"/>
            <p:cNvSpPr/>
            <p:nvPr/>
          </p:nvSpPr>
          <p:spPr>
            <a:xfrm>
              <a:off x="6430736" y="4090321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8" name="타원 27"/>
            <p:cNvSpPr/>
            <p:nvPr/>
          </p:nvSpPr>
          <p:spPr>
            <a:xfrm>
              <a:off x="6847116" y="4098486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9" name="타원 28"/>
            <p:cNvSpPr/>
            <p:nvPr/>
          </p:nvSpPr>
          <p:spPr>
            <a:xfrm>
              <a:off x="4795159" y="3380030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0" name="타원 29"/>
            <p:cNvSpPr/>
            <p:nvPr/>
          </p:nvSpPr>
          <p:spPr>
            <a:xfrm>
              <a:off x="4982935" y="4465878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1" name="타원 30"/>
            <p:cNvSpPr/>
            <p:nvPr/>
          </p:nvSpPr>
          <p:spPr>
            <a:xfrm>
              <a:off x="5407478" y="4468598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2" name="타원 31"/>
            <p:cNvSpPr/>
            <p:nvPr/>
          </p:nvSpPr>
          <p:spPr>
            <a:xfrm>
              <a:off x="5832021" y="4471320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3" name="타원 32"/>
            <p:cNvSpPr/>
            <p:nvPr/>
          </p:nvSpPr>
          <p:spPr>
            <a:xfrm>
              <a:off x="6229350" y="4460435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4" name="타원 33"/>
            <p:cNvSpPr/>
            <p:nvPr/>
          </p:nvSpPr>
          <p:spPr>
            <a:xfrm>
              <a:off x="6645730" y="4468600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5" name="타원 34"/>
            <p:cNvSpPr/>
            <p:nvPr/>
          </p:nvSpPr>
          <p:spPr>
            <a:xfrm>
              <a:off x="4572000" y="3728371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6" name="타원 35"/>
            <p:cNvSpPr/>
            <p:nvPr/>
          </p:nvSpPr>
          <p:spPr>
            <a:xfrm>
              <a:off x="4988380" y="3736536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7" name="타원 36"/>
            <p:cNvSpPr/>
            <p:nvPr/>
          </p:nvSpPr>
          <p:spPr>
            <a:xfrm>
              <a:off x="5206092" y="4825105"/>
              <a:ext cx="299357" cy="2857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8" name="타원 37"/>
            <p:cNvSpPr/>
            <p:nvPr/>
          </p:nvSpPr>
          <p:spPr>
            <a:xfrm>
              <a:off x="5630635" y="4827827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9" name="타원 38"/>
            <p:cNvSpPr/>
            <p:nvPr/>
          </p:nvSpPr>
          <p:spPr>
            <a:xfrm>
              <a:off x="6027964" y="4816942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40" name="타원 39"/>
            <p:cNvSpPr/>
            <p:nvPr/>
          </p:nvSpPr>
          <p:spPr>
            <a:xfrm>
              <a:off x="6444344" y="4825107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685796" y="549735"/>
            <a:ext cx="2792188" cy="2452006"/>
            <a:chOff x="3175906" y="2202997"/>
            <a:chExt cx="2792188" cy="2452006"/>
          </a:xfrm>
        </p:grpSpPr>
        <p:sp>
          <p:nvSpPr>
            <p:cNvPr id="43" name="타원 42"/>
            <p:cNvSpPr/>
            <p:nvPr/>
          </p:nvSpPr>
          <p:spPr>
            <a:xfrm>
              <a:off x="3801834" y="2202997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44" name="타원 43"/>
            <p:cNvSpPr/>
            <p:nvPr/>
          </p:nvSpPr>
          <p:spPr>
            <a:xfrm>
              <a:off x="4226377" y="2205719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45" name="타원 44"/>
            <p:cNvSpPr/>
            <p:nvPr/>
          </p:nvSpPr>
          <p:spPr>
            <a:xfrm>
              <a:off x="4637313" y="2208441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46" name="타원 45"/>
            <p:cNvSpPr/>
            <p:nvPr/>
          </p:nvSpPr>
          <p:spPr>
            <a:xfrm>
              <a:off x="5053692" y="2202999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47" name="타원 46"/>
            <p:cNvSpPr/>
            <p:nvPr/>
          </p:nvSpPr>
          <p:spPr>
            <a:xfrm>
              <a:off x="3597727" y="2570392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48" name="타원 47"/>
            <p:cNvSpPr/>
            <p:nvPr/>
          </p:nvSpPr>
          <p:spPr>
            <a:xfrm>
              <a:off x="4022270" y="2573112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49" name="타원 48"/>
            <p:cNvSpPr/>
            <p:nvPr/>
          </p:nvSpPr>
          <p:spPr>
            <a:xfrm>
              <a:off x="4446813" y="2575834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0" name="타원 49"/>
            <p:cNvSpPr/>
            <p:nvPr/>
          </p:nvSpPr>
          <p:spPr>
            <a:xfrm>
              <a:off x="4844142" y="2564949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1" name="타원 50"/>
            <p:cNvSpPr/>
            <p:nvPr/>
          </p:nvSpPr>
          <p:spPr>
            <a:xfrm>
              <a:off x="5260522" y="2573114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2" name="타원 51"/>
            <p:cNvSpPr/>
            <p:nvPr/>
          </p:nvSpPr>
          <p:spPr>
            <a:xfrm>
              <a:off x="3818162" y="2940506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3" name="타원 52"/>
            <p:cNvSpPr/>
            <p:nvPr/>
          </p:nvSpPr>
          <p:spPr>
            <a:xfrm>
              <a:off x="4229098" y="2929619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4" name="타원 53"/>
            <p:cNvSpPr/>
            <p:nvPr/>
          </p:nvSpPr>
          <p:spPr>
            <a:xfrm>
              <a:off x="4640034" y="2918734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5050970" y="2921456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5467350" y="2929621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3396343" y="3639913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8" name="타원 57"/>
            <p:cNvSpPr/>
            <p:nvPr/>
          </p:nvSpPr>
          <p:spPr>
            <a:xfrm>
              <a:off x="4005942" y="3283405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9" name="타원 58"/>
            <p:cNvSpPr/>
            <p:nvPr/>
          </p:nvSpPr>
          <p:spPr>
            <a:xfrm>
              <a:off x="4430485" y="3286125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0" name="타원 59"/>
            <p:cNvSpPr/>
            <p:nvPr/>
          </p:nvSpPr>
          <p:spPr>
            <a:xfrm>
              <a:off x="4855028" y="3288847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1" name="타원 60"/>
            <p:cNvSpPr/>
            <p:nvPr/>
          </p:nvSpPr>
          <p:spPr>
            <a:xfrm>
              <a:off x="5252357" y="3277962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2" name="타원 61"/>
            <p:cNvSpPr/>
            <p:nvPr/>
          </p:nvSpPr>
          <p:spPr>
            <a:xfrm>
              <a:off x="5668737" y="3286127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3" name="타원 62"/>
            <p:cNvSpPr/>
            <p:nvPr/>
          </p:nvSpPr>
          <p:spPr>
            <a:xfrm>
              <a:off x="3788227" y="3637190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4" name="타원 63"/>
            <p:cNvSpPr/>
            <p:nvPr/>
          </p:nvSpPr>
          <p:spPr>
            <a:xfrm>
              <a:off x="4212770" y="3639910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5" name="타원 64"/>
            <p:cNvSpPr/>
            <p:nvPr/>
          </p:nvSpPr>
          <p:spPr>
            <a:xfrm>
              <a:off x="4637313" y="3642632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6" name="타원 65"/>
            <p:cNvSpPr/>
            <p:nvPr/>
          </p:nvSpPr>
          <p:spPr>
            <a:xfrm>
              <a:off x="5034642" y="3631747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7" name="타원 66"/>
            <p:cNvSpPr/>
            <p:nvPr/>
          </p:nvSpPr>
          <p:spPr>
            <a:xfrm>
              <a:off x="5451022" y="3639912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8" name="타원 67"/>
            <p:cNvSpPr/>
            <p:nvPr/>
          </p:nvSpPr>
          <p:spPr>
            <a:xfrm>
              <a:off x="3399065" y="2921456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9" name="타원 68"/>
            <p:cNvSpPr/>
            <p:nvPr/>
          </p:nvSpPr>
          <p:spPr>
            <a:xfrm>
              <a:off x="3586841" y="4007304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0" name="타원 69"/>
            <p:cNvSpPr/>
            <p:nvPr/>
          </p:nvSpPr>
          <p:spPr>
            <a:xfrm>
              <a:off x="4011384" y="4010024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1" name="타원 70"/>
            <p:cNvSpPr/>
            <p:nvPr/>
          </p:nvSpPr>
          <p:spPr>
            <a:xfrm>
              <a:off x="4435927" y="4012746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2" name="타원 71"/>
            <p:cNvSpPr/>
            <p:nvPr/>
          </p:nvSpPr>
          <p:spPr>
            <a:xfrm>
              <a:off x="4833256" y="4001861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3" name="타원 72"/>
            <p:cNvSpPr/>
            <p:nvPr/>
          </p:nvSpPr>
          <p:spPr>
            <a:xfrm>
              <a:off x="5249636" y="4010026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4" name="타원 73"/>
            <p:cNvSpPr/>
            <p:nvPr/>
          </p:nvSpPr>
          <p:spPr>
            <a:xfrm>
              <a:off x="3175906" y="3269797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5" name="타원 74"/>
            <p:cNvSpPr/>
            <p:nvPr/>
          </p:nvSpPr>
          <p:spPr>
            <a:xfrm>
              <a:off x="3592286" y="3277962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6" name="타원 75"/>
            <p:cNvSpPr/>
            <p:nvPr/>
          </p:nvSpPr>
          <p:spPr>
            <a:xfrm>
              <a:off x="3809998" y="4366531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7" name="타원 76"/>
            <p:cNvSpPr/>
            <p:nvPr/>
          </p:nvSpPr>
          <p:spPr>
            <a:xfrm>
              <a:off x="4234541" y="4369253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8" name="타원 77"/>
            <p:cNvSpPr/>
            <p:nvPr/>
          </p:nvSpPr>
          <p:spPr>
            <a:xfrm>
              <a:off x="4631870" y="4358368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9" name="타원 78"/>
            <p:cNvSpPr/>
            <p:nvPr/>
          </p:nvSpPr>
          <p:spPr>
            <a:xfrm>
              <a:off x="5048250" y="4366533"/>
              <a:ext cx="299357" cy="285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2093065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그룹 41"/>
          <p:cNvGrpSpPr/>
          <p:nvPr/>
        </p:nvGrpSpPr>
        <p:grpSpPr>
          <a:xfrm>
            <a:off x="5292080" y="3861048"/>
            <a:ext cx="2792188" cy="2452006"/>
            <a:chOff x="1187624" y="719835"/>
            <a:chExt cx="2792188" cy="2452006"/>
          </a:xfrm>
        </p:grpSpPr>
        <p:sp>
          <p:nvSpPr>
            <p:cNvPr id="5" name="타원 4"/>
            <p:cNvSpPr/>
            <p:nvPr/>
          </p:nvSpPr>
          <p:spPr>
            <a:xfrm>
              <a:off x="1813552" y="719835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" name="타원 5"/>
            <p:cNvSpPr/>
            <p:nvPr/>
          </p:nvSpPr>
          <p:spPr>
            <a:xfrm>
              <a:off x="2238095" y="722557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" name="타원 6"/>
            <p:cNvSpPr/>
            <p:nvPr/>
          </p:nvSpPr>
          <p:spPr>
            <a:xfrm>
              <a:off x="2649031" y="725279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8" name="타원 7"/>
            <p:cNvSpPr/>
            <p:nvPr/>
          </p:nvSpPr>
          <p:spPr>
            <a:xfrm>
              <a:off x="3065410" y="719837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9" name="타원 8"/>
            <p:cNvSpPr/>
            <p:nvPr/>
          </p:nvSpPr>
          <p:spPr>
            <a:xfrm>
              <a:off x="1609445" y="1087230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0" name="타원 9"/>
            <p:cNvSpPr/>
            <p:nvPr/>
          </p:nvSpPr>
          <p:spPr>
            <a:xfrm>
              <a:off x="2033988" y="1089950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1" name="타원 10"/>
            <p:cNvSpPr/>
            <p:nvPr/>
          </p:nvSpPr>
          <p:spPr>
            <a:xfrm>
              <a:off x="2458531" y="1092672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2" name="타원 11"/>
            <p:cNvSpPr/>
            <p:nvPr/>
          </p:nvSpPr>
          <p:spPr>
            <a:xfrm>
              <a:off x="2855860" y="1081787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3" name="타원 12"/>
            <p:cNvSpPr/>
            <p:nvPr/>
          </p:nvSpPr>
          <p:spPr>
            <a:xfrm>
              <a:off x="3272240" y="1089952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4" name="타원 13"/>
            <p:cNvSpPr/>
            <p:nvPr/>
          </p:nvSpPr>
          <p:spPr>
            <a:xfrm>
              <a:off x="1829880" y="1457344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5" name="타원 14"/>
            <p:cNvSpPr/>
            <p:nvPr/>
          </p:nvSpPr>
          <p:spPr>
            <a:xfrm>
              <a:off x="2240816" y="1446457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6" name="타원 15"/>
            <p:cNvSpPr/>
            <p:nvPr/>
          </p:nvSpPr>
          <p:spPr>
            <a:xfrm>
              <a:off x="2651752" y="1435572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7" name="타원 16"/>
            <p:cNvSpPr/>
            <p:nvPr/>
          </p:nvSpPr>
          <p:spPr>
            <a:xfrm>
              <a:off x="3062688" y="1438294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8" name="타원 17"/>
            <p:cNvSpPr/>
            <p:nvPr/>
          </p:nvSpPr>
          <p:spPr>
            <a:xfrm>
              <a:off x="3479068" y="1446459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9" name="타원 18"/>
            <p:cNvSpPr/>
            <p:nvPr/>
          </p:nvSpPr>
          <p:spPr>
            <a:xfrm>
              <a:off x="1408061" y="2156751"/>
              <a:ext cx="299357" cy="2857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0" name="타원 19"/>
            <p:cNvSpPr/>
            <p:nvPr/>
          </p:nvSpPr>
          <p:spPr>
            <a:xfrm>
              <a:off x="2017660" y="1800243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1" name="타원 20"/>
            <p:cNvSpPr/>
            <p:nvPr/>
          </p:nvSpPr>
          <p:spPr>
            <a:xfrm>
              <a:off x="2442203" y="1802963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2" name="타원 21"/>
            <p:cNvSpPr/>
            <p:nvPr/>
          </p:nvSpPr>
          <p:spPr>
            <a:xfrm>
              <a:off x="2866746" y="1805685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3" name="타원 22"/>
            <p:cNvSpPr/>
            <p:nvPr/>
          </p:nvSpPr>
          <p:spPr>
            <a:xfrm>
              <a:off x="3264075" y="1794800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4" name="타원 23"/>
            <p:cNvSpPr/>
            <p:nvPr/>
          </p:nvSpPr>
          <p:spPr>
            <a:xfrm>
              <a:off x="3680455" y="1802965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5" name="타원 24"/>
            <p:cNvSpPr/>
            <p:nvPr/>
          </p:nvSpPr>
          <p:spPr>
            <a:xfrm>
              <a:off x="1799945" y="2154028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6" name="타원 25"/>
            <p:cNvSpPr/>
            <p:nvPr/>
          </p:nvSpPr>
          <p:spPr>
            <a:xfrm>
              <a:off x="2224488" y="2156748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7" name="타원 26"/>
            <p:cNvSpPr/>
            <p:nvPr/>
          </p:nvSpPr>
          <p:spPr>
            <a:xfrm>
              <a:off x="2649031" y="2159470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8" name="타원 27"/>
            <p:cNvSpPr/>
            <p:nvPr/>
          </p:nvSpPr>
          <p:spPr>
            <a:xfrm>
              <a:off x="3046360" y="2148585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9" name="타원 28"/>
            <p:cNvSpPr/>
            <p:nvPr/>
          </p:nvSpPr>
          <p:spPr>
            <a:xfrm>
              <a:off x="3462740" y="2156750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0" name="타원 29"/>
            <p:cNvSpPr/>
            <p:nvPr/>
          </p:nvSpPr>
          <p:spPr>
            <a:xfrm>
              <a:off x="1410783" y="1438294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1" name="타원 30"/>
            <p:cNvSpPr/>
            <p:nvPr/>
          </p:nvSpPr>
          <p:spPr>
            <a:xfrm>
              <a:off x="1598559" y="2524142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2" name="타원 31"/>
            <p:cNvSpPr/>
            <p:nvPr/>
          </p:nvSpPr>
          <p:spPr>
            <a:xfrm>
              <a:off x="2023102" y="2526862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3" name="타원 32"/>
            <p:cNvSpPr/>
            <p:nvPr/>
          </p:nvSpPr>
          <p:spPr>
            <a:xfrm>
              <a:off x="2447645" y="2529584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4" name="타원 33"/>
            <p:cNvSpPr/>
            <p:nvPr/>
          </p:nvSpPr>
          <p:spPr>
            <a:xfrm>
              <a:off x="2844974" y="2518699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5" name="타원 34"/>
            <p:cNvSpPr/>
            <p:nvPr/>
          </p:nvSpPr>
          <p:spPr>
            <a:xfrm>
              <a:off x="3261354" y="2526864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6" name="타원 35"/>
            <p:cNvSpPr/>
            <p:nvPr/>
          </p:nvSpPr>
          <p:spPr>
            <a:xfrm>
              <a:off x="1187624" y="1786635"/>
              <a:ext cx="299357" cy="2857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7" name="타원 36"/>
            <p:cNvSpPr/>
            <p:nvPr/>
          </p:nvSpPr>
          <p:spPr>
            <a:xfrm>
              <a:off x="1604004" y="1794800"/>
              <a:ext cx="299357" cy="2857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8" name="타원 37"/>
            <p:cNvSpPr/>
            <p:nvPr/>
          </p:nvSpPr>
          <p:spPr>
            <a:xfrm>
              <a:off x="1821716" y="2883369"/>
              <a:ext cx="299357" cy="2857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39" name="타원 38"/>
            <p:cNvSpPr/>
            <p:nvPr/>
          </p:nvSpPr>
          <p:spPr>
            <a:xfrm>
              <a:off x="2246259" y="2886091"/>
              <a:ext cx="299357" cy="28575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40" name="타원 39"/>
            <p:cNvSpPr/>
            <p:nvPr/>
          </p:nvSpPr>
          <p:spPr>
            <a:xfrm>
              <a:off x="2643588" y="2875206"/>
              <a:ext cx="299357" cy="28575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41" name="타원 40"/>
            <p:cNvSpPr/>
            <p:nvPr/>
          </p:nvSpPr>
          <p:spPr>
            <a:xfrm>
              <a:off x="3059968" y="2883371"/>
              <a:ext cx="299357" cy="28575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1340024" y="872235"/>
            <a:ext cx="2792188" cy="2452006"/>
            <a:chOff x="1187624" y="719835"/>
            <a:chExt cx="2792188" cy="2452006"/>
          </a:xfrm>
        </p:grpSpPr>
        <p:sp>
          <p:nvSpPr>
            <p:cNvPr id="44" name="타원 43"/>
            <p:cNvSpPr/>
            <p:nvPr/>
          </p:nvSpPr>
          <p:spPr>
            <a:xfrm>
              <a:off x="1813552" y="719835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45" name="타원 44"/>
            <p:cNvSpPr/>
            <p:nvPr/>
          </p:nvSpPr>
          <p:spPr>
            <a:xfrm>
              <a:off x="2238095" y="722557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46" name="타원 45"/>
            <p:cNvSpPr/>
            <p:nvPr/>
          </p:nvSpPr>
          <p:spPr>
            <a:xfrm>
              <a:off x="2649031" y="725279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47" name="타원 46"/>
            <p:cNvSpPr/>
            <p:nvPr/>
          </p:nvSpPr>
          <p:spPr>
            <a:xfrm>
              <a:off x="3065410" y="719837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48" name="타원 47"/>
            <p:cNvSpPr/>
            <p:nvPr/>
          </p:nvSpPr>
          <p:spPr>
            <a:xfrm>
              <a:off x="1609445" y="1087230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49" name="타원 48"/>
            <p:cNvSpPr/>
            <p:nvPr/>
          </p:nvSpPr>
          <p:spPr>
            <a:xfrm>
              <a:off x="2033988" y="1089950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0" name="타원 49"/>
            <p:cNvSpPr/>
            <p:nvPr/>
          </p:nvSpPr>
          <p:spPr>
            <a:xfrm>
              <a:off x="2458531" y="1092672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1" name="타원 50"/>
            <p:cNvSpPr/>
            <p:nvPr/>
          </p:nvSpPr>
          <p:spPr>
            <a:xfrm>
              <a:off x="2855860" y="1081787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2" name="타원 51"/>
            <p:cNvSpPr/>
            <p:nvPr/>
          </p:nvSpPr>
          <p:spPr>
            <a:xfrm>
              <a:off x="3272240" y="1089952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3" name="타원 52"/>
            <p:cNvSpPr/>
            <p:nvPr/>
          </p:nvSpPr>
          <p:spPr>
            <a:xfrm>
              <a:off x="1829880" y="1457344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4" name="타원 53"/>
            <p:cNvSpPr/>
            <p:nvPr/>
          </p:nvSpPr>
          <p:spPr>
            <a:xfrm>
              <a:off x="2240816" y="1446457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2651752" y="1435572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3062688" y="1438294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3479068" y="1446459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8" name="타원 57"/>
            <p:cNvSpPr/>
            <p:nvPr/>
          </p:nvSpPr>
          <p:spPr>
            <a:xfrm>
              <a:off x="1408061" y="2156751"/>
              <a:ext cx="299357" cy="2857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59" name="타원 58"/>
            <p:cNvSpPr/>
            <p:nvPr/>
          </p:nvSpPr>
          <p:spPr>
            <a:xfrm>
              <a:off x="2017660" y="1800243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0" name="타원 59"/>
            <p:cNvSpPr/>
            <p:nvPr/>
          </p:nvSpPr>
          <p:spPr>
            <a:xfrm>
              <a:off x="2442203" y="1802963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1" name="타원 60"/>
            <p:cNvSpPr/>
            <p:nvPr/>
          </p:nvSpPr>
          <p:spPr>
            <a:xfrm>
              <a:off x="2866746" y="1805685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2" name="타원 61"/>
            <p:cNvSpPr/>
            <p:nvPr/>
          </p:nvSpPr>
          <p:spPr>
            <a:xfrm>
              <a:off x="3264075" y="1794800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3" name="타원 62"/>
            <p:cNvSpPr/>
            <p:nvPr/>
          </p:nvSpPr>
          <p:spPr>
            <a:xfrm>
              <a:off x="3680455" y="1802965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4" name="타원 63"/>
            <p:cNvSpPr/>
            <p:nvPr/>
          </p:nvSpPr>
          <p:spPr>
            <a:xfrm>
              <a:off x="1799945" y="2154028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5" name="타원 64"/>
            <p:cNvSpPr/>
            <p:nvPr/>
          </p:nvSpPr>
          <p:spPr>
            <a:xfrm>
              <a:off x="2224488" y="2156748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6" name="타원 65"/>
            <p:cNvSpPr/>
            <p:nvPr/>
          </p:nvSpPr>
          <p:spPr>
            <a:xfrm>
              <a:off x="2649031" y="2159470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7" name="타원 66"/>
            <p:cNvSpPr/>
            <p:nvPr/>
          </p:nvSpPr>
          <p:spPr>
            <a:xfrm>
              <a:off x="3046360" y="2148585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8" name="타원 67"/>
            <p:cNvSpPr/>
            <p:nvPr/>
          </p:nvSpPr>
          <p:spPr>
            <a:xfrm>
              <a:off x="3462740" y="2156750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69" name="타원 68"/>
            <p:cNvSpPr/>
            <p:nvPr/>
          </p:nvSpPr>
          <p:spPr>
            <a:xfrm>
              <a:off x="1410783" y="1438294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0" name="타원 69"/>
            <p:cNvSpPr/>
            <p:nvPr/>
          </p:nvSpPr>
          <p:spPr>
            <a:xfrm>
              <a:off x="1598559" y="2524142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1" name="타원 70"/>
            <p:cNvSpPr/>
            <p:nvPr/>
          </p:nvSpPr>
          <p:spPr>
            <a:xfrm>
              <a:off x="2023102" y="2526862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2" name="타원 71"/>
            <p:cNvSpPr/>
            <p:nvPr/>
          </p:nvSpPr>
          <p:spPr>
            <a:xfrm>
              <a:off x="2447645" y="2529584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3" name="타원 72"/>
            <p:cNvSpPr/>
            <p:nvPr/>
          </p:nvSpPr>
          <p:spPr>
            <a:xfrm>
              <a:off x="2844974" y="2518699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4" name="타원 73"/>
            <p:cNvSpPr/>
            <p:nvPr/>
          </p:nvSpPr>
          <p:spPr>
            <a:xfrm>
              <a:off x="3261354" y="2526864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5" name="타원 74"/>
            <p:cNvSpPr/>
            <p:nvPr/>
          </p:nvSpPr>
          <p:spPr>
            <a:xfrm>
              <a:off x="1187624" y="1786635"/>
              <a:ext cx="299357" cy="2857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6" name="타원 75"/>
            <p:cNvSpPr/>
            <p:nvPr/>
          </p:nvSpPr>
          <p:spPr>
            <a:xfrm>
              <a:off x="1604004" y="1794800"/>
              <a:ext cx="299357" cy="2857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7" name="타원 76"/>
            <p:cNvSpPr/>
            <p:nvPr/>
          </p:nvSpPr>
          <p:spPr>
            <a:xfrm>
              <a:off x="1821716" y="2883369"/>
              <a:ext cx="299357" cy="2857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8" name="타원 77"/>
            <p:cNvSpPr/>
            <p:nvPr/>
          </p:nvSpPr>
          <p:spPr>
            <a:xfrm>
              <a:off x="2246259" y="2886091"/>
              <a:ext cx="299357" cy="28575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79" name="타원 78"/>
            <p:cNvSpPr/>
            <p:nvPr/>
          </p:nvSpPr>
          <p:spPr>
            <a:xfrm>
              <a:off x="2643588" y="2875206"/>
              <a:ext cx="299357" cy="28575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80" name="타원 79"/>
            <p:cNvSpPr/>
            <p:nvPr/>
          </p:nvSpPr>
          <p:spPr>
            <a:xfrm>
              <a:off x="3059968" y="2883371"/>
              <a:ext cx="299357" cy="28575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128357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/>
          <p:cNvGrpSpPr/>
          <p:nvPr/>
        </p:nvGrpSpPr>
        <p:grpSpPr>
          <a:xfrm>
            <a:off x="755576" y="620688"/>
            <a:ext cx="2792188" cy="2452006"/>
            <a:chOff x="755576" y="620688"/>
            <a:chExt cx="2792188" cy="2452006"/>
          </a:xfrm>
        </p:grpSpPr>
        <p:sp>
          <p:nvSpPr>
            <p:cNvPr id="6" name="타원 5"/>
            <p:cNvSpPr/>
            <p:nvPr/>
          </p:nvSpPr>
          <p:spPr>
            <a:xfrm>
              <a:off x="1381504" y="620688"/>
              <a:ext cx="299357" cy="2857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A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7" name="타원 6"/>
            <p:cNvSpPr/>
            <p:nvPr/>
          </p:nvSpPr>
          <p:spPr>
            <a:xfrm>
              <a:off x="1806047" y="623410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B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8" name="타원 7"/>
            <p:cNvSpPr/>
            <p:nvPr/>
          </p:nvSpPr>
          <p:spPr>
            <a:xfrm>
              <a:off x="2216983" y="626132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C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9" name="타원 8"/>
            <p:cNvSpPr/>
            <p:nvPr/>
          </p:nvSpPr>
          <p:spPr>
            <a:xfrm>
              <a:off x="2633362" y="620690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D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0" name="타원 9"/>
            <p:cNvSpPr/>
            <p:nvPr/>
          </p:nvSpPr>
          <p:spPr>
            <a:xfrm>
              <a:off x="1177397" y="988083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E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" name="타원 10"/>
            <p:cNvSpPr/>
            <p:nvPr/>
          </p:nvSpPr>
          <p:spPr>
            <a:xfrm>
              <a:off x="1601940" y="990803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F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" name="타원 11"/>
            <p:cNvSpPr/>
            <p:nvPr/>
          </p:nvSpPr>
          <p:spPr>
            <a:xfrm>
              <a:off x="2026483" y="993525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G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3" name="타원 12"/>
            <p:cNvSpPr/>
            <p:nvPr/>
          </p:nvSpPr>
          <p:spPr>
            <a:xfrm>
              <a:off x="2423812" y="982640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H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/>
            <p:cNvSpPr/>
            <p:nvPr/>
          </p:nvSpPr>
          <p:spPr>
            <a:xfrm>
              <a:off x="2840192" y="990805"/>
              <a:ext cx="299357" cy="28575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J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/>
            <p:cNvSpPr/>
            <p:nvPr/>
          </p:nvSpPr>
          <p:spPr>
            <a:xfrm>
              <a:off x="1397832" y="1358197"/>
              <a:ext cx="299357" cy="28575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L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/>
            <p:cNvSpPr/>
            <p:nvPr/>
          </p:nvSpPr>
          <p:spPr>
            <a:xfrm>
              <a:off x="1808768" y="1347310"/>
              <a:ext cx="299357" cy="28575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M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2219704" y="1336425"/>
              <a:ext cx="299357" cy="28575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N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2630640" y="1339147"/>
              <a:ext cx="299357" cy="28575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P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3047020" y="1347312"/>
              <a:ext cx="299357" cy="28575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R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/>
            <p:cNvSpPr/>
            <p:nvPr/>
          </p:nvSpPr>
          <p:spPr>
            <a:xfrm>
              <a:off x="976013" y="2057604"/>
              <a:ext cx="299357" cy="28575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a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1" name="타원 20"/>
            <p:cNvSpPr/>
            <p:nvPr/>
          </p:nvSpPr>
          <p:spPr>
            <a:xfrm>
              <a:off x="1585612" y="1701096"/>
              <a:ext cx="299357" cy="28575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U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2" name="타원 21"/>
            <p:cNvSpPr/>
            <p:nvPr/>
          </p:nvSpPr>
          <p:spPr>
            <a:xfrm>
              <a:off x="2010155" y="1703816"/>
              <a:ext cx="299357" cy="28575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V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>
              <a:off x="2434698" y="1706538"/>
              <a:ext cx="299357" cy="28575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W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2832027" y="1695653"/>
              <a:ext cx="299357" cy="28575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X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3248407" y="1703818"/>
              <a:ext cx="299357" cy="28575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Z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/>
            <p:cNvSpPr/>
            <p:nvPr/>
          </p:nvSpPr>
          <p:spPr>
            <a:xfrm>
              <a:off x="1367897" y="2054881"/>
              <a:ext cx="299357" cy="28575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b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7" name="타원 26"/>
            <p:cNvSpPr/>
            <p:nvPr/>
          </p:nvSpPr>
          <p:spPr>
            <a:xfrm>
              <a:off x="1792440" y="2057601"/>
              <a:ext cx="299357" cy="28575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c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/>
            <p:cNvSpPr/>
            <p:nvPr/>
          </p:nvSpPr>
          <p:spPr>
            <a:xfrm>
              <a:off x="2216983" y="2060323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d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/>
            <p:cNvSpPr/>
            <p:nvPr/>
          </p:nvSpPr>
          <p:spPr>
            <a:xfrm>
              <a:off x="2614312" y="2049438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e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0" name="타원 29"/>
            <p:cNvSpPr/>
            <p:nvPr/>
          </p:nvSpPr>
          <p:spPr>
            <a:xfrm>
              <a:off x="3030692" y="2057603"/>
              <a:ext cx="299357" cy="28575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f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/>
            <p:cNvSpPr/>
            <p:nvPr/>
          </p:nvSpPr>
          <p:spPr>
            <a:xfrm>
              <a:off x="978735" y="1339147"/>
              <a:ext cx="299357" cy="2857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K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/>
            <p:cNvSpPr/>
            <p:nvPr/>
          </p:nvSpPr>
          <p:spPr>
            <a:xfrm>
              <a:off x="1166511" y="2424995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g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3" name="타원 32"/>
            <p:cNvSpPr/>
            <p:nvPr/>
          </p:nvSpPr>
          <p:spPr>
            <a:xfrm>
              <a:off x="1591054" y="2427715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h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4" name="타원 33"/>
            <p:cNvSpPr/>
            <p:nvPr/>
          </p:nvSpPr>
          <p:spPr>
            <a:xfrm>
              <a:off x="2015597" y="2430437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j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5" name="타원 34"/>
            <p:cNvSpPr/>
            <p:nvPr/>
          </p:nvSpPr>
          <p:spPr>
            <a:xfrm>
              <a:off x="2412926" y="2419552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k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6" name="타원 35"/>
            <p:cNvSpPr/>
            <p:nvPr/>
          </p:nvSpPr>
          <p:spPr>
            <a:xfrm>
              <a:off x="2829306" y="2427717"/>
              <a:ext cx="299357" cy="28575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m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7" name="타원 36"/>
            <p:cNvSpPr/>
            <p:nvPr/>
          </p:nvSpPr>
          <p:spPr>
            <a:xfrm>
              <a:off x="755576" y="1687488"/>
              <a:ext cx="299357" cy="285750"/>
            </a:xfrm>
            <a:prstGeom prst="ellipse">
              <a:avLst/>
            </a:prstGeom>
            <a:solidFill>
              <a:srgbClr val="00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S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8" name="타원 37"/>
            <p:cNvSpPr/>
            <p:nvPr/>
          </p:nvSpPr>
          <p:spPr>
            <a:xfrm>
              <a:off x="1171956" y="1695653"/>
              <a:ext cx="299357" cy="285750"/>
            </a:xfrm>
            <a:prstGeom prst="ellipse">
              <a:avLst/>
            </a:prstGeom>
            <a:solidFill>
              <a:srgbClr val="00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T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9" name="타원 38"/>
            <p:cNvSpPr/>
            <p:nvPr/>
          </p:nvSpPr>
          <p:spPr>
            <a:xfrm>
              <a:off x="1389668" y="2784222"/>
              <a:ext cx="299357" cy="28575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n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0" name="타원 39"/>
            <p:cNvSpPr/>
            <p:nvPr/>
          </p:nvSpPr>
          <p:spPr>
            <a:xfrm>
              <a:off x="1814211" y="2786944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p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1" name="타원 40"/>
            <p:cNvSpPr/>
            <p:nvPr/>
          </p:nvSpPr>
          <p:spPr>
            <a:xfrm>
              <a:off x="2211540" y="2776059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r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/>
            <p:cNvSpPr/>
            <p:nvPr/>
          </p:nvSpPr>
          <p:spPr>
            <a:xfrm>
              <a:off x="2627920" y="2784224"/>
              <a:ext cx="299357" cy="285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 smtClean="0">
                  <a:solidFill>
                    <a:schemeClr val="tx1"/>
                  </a:solidFill>
                </a:rPr>
                <a:t>s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45" name="타원 44"/>
          <p:cNvSpPr/>
          <p:nvPr/>
        </p:nvSpPr>
        <p:spPr>
          <a:xfrm>
            <a:off x="5798483" y="3840067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6223026" y="3842789"/>
            <a:ext cx="299357" cy="28575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6633962" y="3845511"/>
            <a:ext cx="299357" cy="28575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7050341" y="3840069"/>
            <a:ext cx="299357" cy="28575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D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5594376" y="4207462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E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6018919" y="4210182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F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6443462" y="4212904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G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6840791" y="4202019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H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7257171" y="4210184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J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5814811" y="4577576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L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6225747" y="4566689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M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6636683" y="4555804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N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7047619" y="4558526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P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8" name="타원 57"/>
          <p:cNvSpPr/>
          <p:nvPr/>
        </p:nvSpPr>
        <p:spPr>
          <a:xfrm>
            <a:off x="7463999" y="4566691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R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5392992" y="5276983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0" name="타원 59"/>
          <p:cNvSpPr/>
          <p:nvPr/>
        </p:nvSpPr>
        <p:spPr>
          <a:xfrm>
            <a:off x="6002591" y="4920475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U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6427134" y="4923195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V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2" name="타원 61"/>
          <p:cNvSpPr/>
          <p:nvPr/>
        </p:nvSpPr>
        <p:spPr>
          <a:xfrm>
            <a:off x="6851677" y="4925917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W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3" name="타원 62"/>
          <p:cNvSpPr/>
          <p:nvPr/>
        </p:nvSpPr>
        <p:spPr>
          <a:xfrm>
            <a:off x="7249006" y="4915032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X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4" name="타원 63"/>
          <p:cNvSpPr/>
          <p:nvPr/>
        </p:nvSpPr>
        <p:spPr>
          <a:xfrm>
            <a:off x="7665386" y="4923197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Z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5" name="타원 64"/>
          <p:cNvSpPr/>
          <p:nvPr/>
        </p:nvSpPr>
        <p:spPr>
          <a:xfrm>
            <a:off x="5784876" y="5274260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6209419" y="5276980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6633962" y="5279702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d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7031291" y="5268817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e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7447671" y="5276982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f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0" name="타원 69"/>
          <p:cNvSpPr/>
          <p:nvPr/>
        </p:nvSpPr>
        <p:spPr>
          <a:xfrm>
            <a:off x="5395714" y="4558526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K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5583490" y="5644374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g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6008033" y="5647094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h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6432576" y="5649816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j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6829905" y="5638931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k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7246285" y="5647096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m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5172555" y="4906867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S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5588935" y="4915032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8" name="타원 77"/>
          <p:cNvSpPr/>
          <p:nvPr/>
        </p:nvSpPr>
        <p:spPr>
          <a:xfrm>
            <a:off x="5806647" y="6003601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n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9" name="타원 78"/>
          <p:cNvSpPr/>
          <p:nvPr/>
        </p:nvSpPr>
        <p:spPr>
          <a:xfrm>
            <a:off x="6231190" y="6006323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p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6628519" y="5995438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r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7044899" y="6003603"/>
            <a:ext cx="299357" cy="285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 dirty="0" smtClean="0">
                <a:solidFill>
                  <a:schemeClr val="tx1"/>
                </a:solidFill>
              </a:rPr>
              <a:t>s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704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74</Words>
  <Application>Microsoft Office PowerPoint</Application>
  <PresentationFormat>화면 슬라이드 쇼(4:3)</PresentationFormat>
  <Paragraphs>74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</dc:creator>
  <cp:lastModifiedBy>jds</cp:lastModifiedBy>
  <cp:revision>5</cp:revision>
  <dcterms:created xsi:type="dcterms:W3CDTF">2011-06-30T06:56:53Z</dcterms:created>
  <dcterms:modified xsi:type="dcterms:W3CDTF">2011-07-01T00:42:31Z</dcterms:modified>
</cp:coreProperties>
</file>