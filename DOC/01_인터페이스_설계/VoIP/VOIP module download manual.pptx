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94680"/>
  </p:normalViewPr>
  <p:slideViewPr>
    <p:cSldViewPr>
      <p:cViewPr varScale="1">
        <p:scale>
          <a:sx n="145" d="100"/>
          <a:sy n="145" d="100"/>
        </p:scale>
        <p:origin x="148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2016. 10. 20.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929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2016. 10. 20.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72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2016. 10. 20.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2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2016. 10. 20.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910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2016. 10. 20.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14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2016. 10. 20.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61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2016. 10. 20.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54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2016. 10. 20.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87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2016. 10. 20.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28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2016. 10. 20.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48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2016. 10. 20.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83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333D4-334D-4CA7-B6F3-51F7BA17E3AD}" type="datetimeFigureOut">
              <a:rPr lang="ko-KR" altLang="en-US" smtClean="0"/>
              <a:t>2016. 10. 20.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24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192.168.3.30/" TargetMode="External"/><Relationship Id="rId3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VOIP module download manual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6385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1. VoIP Serial cable </a:t>
            </a:r>
            <a:r>
              <a:rPr lang="ko-KR" altLang="en-US" sz="2400" dirty="0" smtClean="0"/>
              <a:t>연결도</a:t>
            </a:r>
            <a:endParaRPr lang="ko-KR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31201" y="945594"/>
            <a:ext cx="7249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1.1 </a:t>
            </a:r>
            <a:r>
              <a:rPr lang="ko-KR" altLang="en-US" dirty="0" smtClean="0"/>
              <a:t>하단 그림의 파란색 영역이 </a:t>
            </a:r>
            <a:r>
              <a:rPr lang="en-US" altLang="ko-KR" dirty="0" smtClean="0"/>
              <a:t>VoIP module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rs232 </a:t>
            </a:r>
            <a:r>
              <a:rPr lang="ko-KR" altLang="en-US" dirty="0" smtClean="0"/>
              <a:t>연결 단자이다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1.2 USB to serial cable</a:t>
            </a:r>
            <a:r>
              <a:rPr lang="ko-KR" altLang="en-US" dirty="0" smtClean="0"/>
              <a:t>을 연결 </a:t>
            </a:r>
            <a:r>
              <a:rPr lang="en-US" altLang="ko-KR" dirty="0" smtClean="0"/>
              <a:t>PC</a:t>
            </a:r>
            <a:r>
              <a:rPr lang="ko-KR" altLang="en-US" dirty="0" smtClean="0"/>
              <a:t>와 연결한다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88840"/>
            <a:ext cx="7416824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타원 7"/>
          <p:cNvSpPr/>
          <p:nvPr/>
        </p:nvSpPr>
        <p:spPr>
          <a:xfrm>
            <a:off x="2987824" y="3284984"/>
            <a:ext cx="1368151" cy="1944216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90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2. VoIP module</a:t>
            </a:r>
            <a:r>
              <a:rPr lang="ko-KR" altLang="en-US" sz="2400" dirty="0" smtClean="0"/>
              <a:t>과 </a:t>
            </a:r>
            <a:r>
              <a:rPr lang="en-US" altLang="ko-KR" sz="2400" dirty="0" smtClean="0"/>
              <a:t>terminal program </a:t>
            </a:r>
            <a:r>
              <a:rPr lang="ko-KR" altLang="en-US" sz="2400" dirty="0" smtClean="0"/>
              <a:t>연결</a:t>
            </a:r>
            <a:endParaRPr lang="ko-KR" alt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284984"/>
            <a:ext cx="5976664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5576" y="980728"/>
            <a:ext cx="787478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2.1 Terminal program</a:t>
            </a:r>
            <a:r>
              <a:rPr lang="ko-KR" altLang="en-US" sz="1600" dirty="0" smtClean="0"/>
              <a:t>은 </a:t>
            </a:r>
            <a:r>
              <a:rPr lang="en-US" altLang="ko-KR" sz="1600" dirty="0" err="1" smtClean="0"/>
              <a:t>tera</a:t>
            </a:r>
            <a:r>
              <a:rPr lang="en-US" altLang="ko-KR" sz="1600" dirty="0" smtClean="0"/>
              <a:t> term</a:t>
            </a:r>
            <a:r>
              <a:rPr lang="ko-KR" altLang="en-US" sz="1600" dirty="0" smtClean="0"/>
              <a:t>을 사용하였으며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기타 터미널 프로그램도 가능함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2.2 RS232 </a:t>
            </a:r>
            <a:r>
              <a:rPr lang="ko-KR" altLang="en-US" sz="1600" dirty="0" smtClean="0"/>
              <a:t>설정 값은 하기와 같다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Baud rate : 115200 bps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Data : 8 bit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Stop : 1 bit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Parity : none</a:t>
            </a:r>
          </a:p>
          <a:p>
            <a:r>
              <a:rPr lang="en-US" altLang="ko-KR" sz="1600" dirty="0" smtClean="0"/>
              <a:t>    - Flow control : none</a:t>
            </a:r>
          </a:p>
          <a:p>
            <a:r>
              <a:rPr lang="en-US" altLang="ko-KR" sz="1600" dirty="0" smtClean="0"/>
              <a:t>2.3 VoIP board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12V </a:t>
            </a:r>
            <a:r>
              <a:rPr lang="ko-KR" altLang="en-US" sz="1600" dirty="0" smtClean="0"/>
              <a:t>전원 인가 후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초 이내에 </a:t>
            </a:r>
            <a:r>
              <a:rPr lang="en-US" altLang="ko-KR" sz="1600" dirty="0" smtClean="0"/>
              <a:t>ESC key</a:t>
            </a:r>
            <a:r>
              <a:rPr lang="ko-KR" altLang="en-US" sz="1600" dirty="0" smtClean="0"/>
              <a:t>를 눌러 터미널 프로그램을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실행 하면 하기의 그림과 같은 메시지가 출력 된다</a:t>
            </a:r>
            <a:r>
              <a:rPr lang="en-US" altLang="ko-KR" sz="1600" dirty="0" smtClean="0"/>
              <a:t>.</a:t>
            </a:r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9913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/>
              <a:t>3</a:t>
            </a:r>
            <a:r>
              <a:rPr lang="en-US" altLang="ko-KR" sz="2400" dirty="0" smtClean="0"/>
              <a:t>. VoIP MTD0 </a:t>
            </a:r>
            <a:r>
              <a:rPr lang="ko-KR" altLang="en-US" sz="2400" dirty="0" smtClean="0"/>
              <a:t>영역 </a:t>
            </a:r>
            <a:r>
              <a:rPr lang="en-US" altLang="ko-KR" sz="2400" dirty="0" smtClean="0"/>
              <a:t>format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74373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3.1 terminal message</a:t>
            </a:r>
            <a:r>
              <a:rPr lang="ko-KR" altLang="en-US" sz="1600" dirty="0" smtClean="0"/>
              <a:t>창에 하기의 명령어를 입력한다</a:t>
            </a:r>
            <a:r>
              <a:rPr lang="en-US" altLang="ko-KR" sz="1600" dirty="0" smtClean="0"/>
              <a:t>.(</a:t>
            </a:r>
            <a:r>
              <a:rPr lang="ko-KR" altLang="en-US" sz="1600" dirty="0" smtClean="0"/>
              <a:t>다운로드 영역 </a:t>
            </a:r>
            <a:r>
              <a:rPr lang="en-US" altLang="ko-KR" sz="1600" dirty="0" smtClean="0"/>
              <a:t>format)   </a:t>
            </a:r>
          </a:p>
          <a:p>
            <a:r>
              <a:rPr lang="en-US" altLang="ko-KR" sz="1600" dirty="0"/>
              <a:t>3</a:t>
            </a:r>
            <a:r>
              <a:rPr lang="en-US" altLang="ko-KR" sz="1600" dirty="0" smtClean="0"/>
              <a:t>.2 (ac494b1)</a:t>
            </a:r>
            <a:r>
              <a:rPr lang="en-US" altLang="ko-KR" sz="1600" dirty="0" err="1" smtClean="0"/>
              <a:t>fmt</a:t>
            </a:r>
            <a:r>
              <a:rPr lang="en-US" altLang="ko-KR" sz="1600" dirty="0" smtClean="0"/>
              <a:t> mtd0</a:t>
            </a:r>
          </a:p>
          <a:p>
            <a:r>
              <a:rPr lang="en-US" altLang="ko-KR" sz="1600" dirty="0" smtClean="0"/>
              <a:t>3.3 </a:t>
            </a:r>
            <a:r>
              <a:rPr lang="ko-KR" altLang="en-US" sz="1600" dirty="0" smtClean="0"/>
              <a:t>위 명령어가 실행되면 포맷이 완료 된 후 하기 그림과 같이 표시 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2132856"/>
            <a:ext cx="7344816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761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4. Tftpd64 or Tftpd32 program </a:t>
            </a:r>
            <a:r>
              <a:rPr lang="ko-KR" altLang="en-US" sz="2400" dirty="0" smtClean="0"/>
              <a:t>설치 및 환경 설정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811645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4</a:t>
            </a:r>
            <a:r>
              <a:rPr lang="en-US" altLang="ko-KR" sz="1600" dirty="0" smtClean="0"/>
              <a:t>.1 VoIP module</a:t>
            </a:r>
            <a:r>
              <a:rPr lang="ko-KR" altLang="en-US" sz="1600" dirty="0" smtClean="0"/>
              <a:t>의 프로그램은 </a:t>
            </a:r>
            <a:r>
              <a:rPr lang="en-US" altLang="ko-KR" sz="1600" dirty="0" err="1" smtClean="0"/>
              <a:t>ethernet</a:t>
            </a:r>
            <a:r>
              <a:rPr lang="ko-KR" altLang="en-US" sz="1600" dirty="0" smtClean="0"/>
              <a:t>을 이용하여 다운로드 된다</a:t>
            </a:r>
            <a:r>
              <a:rPr lang="en-US" altLang="ko-KR" sz="1600" dirty="0" smtClean="0"/>
              <a:t>.   </a:t>
            </a:r>
          </a:p>
          <a:p>
            <a:r>
              <a:rPr lang="en-US" altLang="ko-KR" sz="1600" dirty="0" smtClean="0"/>
              <a:t>4.2 </a:t>
            </a:r>
            <a:r>
              <a:rPr lang="ko-KR" altLang="en-US" sz="1600" dirty="0" smtClean="0"/>
              <a:t>다운로드 </a:t>
            </a:r>
            <a:r>
              <a:rPr lang="en-US" altLang="ko-KR" sz="1600" dirty="0" smtClean="0"/>
              <a:t>PC</a:t>
            </a:r>
            <a:r>
              <a:rPr lang="ko-KR" altLang="en-US" sz="1600" dirty="0" smtClean="0"/>
              <a:t>환경에 맞는 </a:t>
            </a:r>
            <a:r>
              <a:rPr lang="en-US" altLang="ko-KR" sz="1600" dirty="0" smtClean="0"/>
              <a:t>Tftpd64 or Tftpd32 program</a:t>
            </a:r>
            <a:r>
              <a:rPr lang="ko-KR" altLang="en-US" sz="1600" dirty="0" smtClean="0"/>
              <a:t>을 </a:t>
            </a:r>
            <a:r>
              <a:rPr lang="ko-KR" altLang="en-US" sz="1600" dirty="0" err="1" smtClean="0"/>
              <a:t>다운로드하여</a:t>
            </a:r>
            <a:r>
              <a:rPr lang="ko-KR" altLang="en-US" sz="1600" dirty="0" smtClean="0"/>
              <a:t> 설치한다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현재 사용하고 있는 </a:t>
            </a:r>
            <a:r>
              <a:rPr lang="en-US" altLang="ko-KR" sz="1600" dirty="0" smtClean="0"/>
              <a:t>PC</a:t>
            </a:r>
            <a:r>
              <a:rPr lang="ko-KR" altLang="en-US" sz="1600" dirty="0" smtClean="0"/>
              <a:t>는 </a:t>
            </a:r>
            <a:r>
              <a:rPr lang="en-US" altLang="ko-KR" sz="1600" dirty="0" smtClean="0"/>
              <a:t>64bit</a:t>
            </a:r>
            <a:r>
              <a:rPr lang="ko-KR" altLang="en-US" sz="1600" dirty="0" smtClean="0"/>
              <a:t>이므로 </a:t>
            </a:r>
            <a:r>
              <a:rPr lang="en-US" altLang="ko-KR" sz="1600" dirty="0" smtClean="0"/>
              <a:t>Tftpd64</a:t>
            </a:r>
            <a:r>
              <a:rPr lang="ko-KR" altLang="en-US" sz="1600" dirty="0" smtClean="0"/>
              <a:t>를 사용하였다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4</a:t>
            </a:r>
            <a:r>
              <a:rPr lang="en-US" altLang="ko-KR" sz="1600" dirty="0" smtClean="0"/>
              <a:t>.3 VoIP module</a:t>
            </a:r>
            <a:r>
              <a:rPr lang="ko-KR" altLang="en-US" sz="1600" dirty="0" smtClean="0"/>
              <a:t>은 </a:t>
            </a:r>
            <a:r>
              <a:rPr lang="en-US" altLang="ko-KR" sz="1600" dirty="0" smtClean="0"/>
              <a:t>format</a:t>
            </a:r>
            <a:r>
              <a:rPr lang="ko-KR" altLang="en-US" sz="1600" dirty="0" smtClean="0"/>
              <a:t>이 완료되면 </a:t>
            </a:r>
            <a:r>
              <a:rPr lang="en-US" altLang="ko-KR" sz="1600" dirty="0" smtClean="0"/>
              <a:t>192.168.3.30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IP</a:t>
            </a:r>
            <a:r>
              <a:rPr lang="ko-KR" altLang="en-US" sz="1600" dirty="0" smtClean="0"/>
              <a:t>를 가지며</a:t>
            </a:r>
            <a:r>
              <a:rPr lang="en-US" altLang="ko-KR" sz="1600" dirty="0" smtClean="0"/>
              <a:t>, PC</a:t>
            </a:r>
            <a:r>
              <a:rPr lang="ko-KR" altLang="en-US" sz="1600" dirty="0" smtClean="0"/>
              <a:t>환경도 </a:t>
            </a:r>
            <a:r>
              <a:rPr lang="en-US" altLang="ko-KR" sz="1600" dirty="0" smtClean="0"/>
              <a:t>192.168.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3.50</a:t>
            </a:r>
            <a:r>
              <a:rPr lang="ko-KR" altLang="en-US" sz="1600" dirty="0" smtClean="0"/>
              <a:t>으로 설정한다</a:t>
            </a:r>
            <a:r>
              <a:rPr lang="en-US" altLang="ko-KR" sz="1600" dirty="0" smtClean="0"/>
              <a:t>.(</a:t>
            </a:r>
            <a:r>
              <a:rPr lang="ko-KR" altLang="en-US" sz="1600" dirty="0" smtClean="0"/>
              <a:t>네트워크 환경 설정에서 </a:t>
            </a:r>
            <a:r>
              <a:rPr lang="en-US" altLang="ko-KR" sz="1600" dirty="0" smtClean="0"/>
              <a:t>IP</a:t>
            </a:r>
            <a:r>
              <a:rPr lang="ko-KR" altLang="en-US" sz="1600" dirty="0" smtClean="0"/>
              <a:t>를 지정한다</a:t>
            </a:r>
            <a:r>
              <a:rPr lang="en-US" altLang="ko-KR" sz="1600" dirty="0" smtClean="0"/>
              <a:t>.)</a:t>
            </a:r>
          </a:p>
          <a:p>
            <a:r>
              <a:rPr lang="en-US" altLang="ko-KR" sz="1600" dirty="0" smtClean="0"/>
              <a:t>4.4 TFTP server</a:t>
            </a:r>
            <a:r>
              <a:rPr lang="ko-KR" altLang="en-US" sz="1600" dirty="0" smtClean="0"/>
              <a:t>의 다운로드 할 </a:t>
            </a:r>
            <a:r>
              <a:rPr lang="ko-KR" altLang="en-US" sz="1600" dirty="0" err="1" smtClean="0"/>
              <a:t>디렉토리를</a:t>
            </a:r>
            <a:r>
              <a:rPr lang="ko-KR" altLang="en-US" sz="1600" dirty="0" smtClean="0"/>
              <a:t> 지정하고</a:t>
            </a:r>
            <a:r>
              <a:rPr lang="en-US" altLang="ko-KR" sz="1600" dirty="0" smtClean="0"/>
              <a:t>, server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IP</a:t>
            </a:r>
            <a:r>
              <a:rPr lang="ko-KR" altLang="en-US" sz="1600" dirty="0" smtClean="0"/>
              <a:t>를 지정한다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4.5 Windows 7</a:t>
            </a:r>
            <a:r>
              <a:rPr lang="ko-KR" altLang="en-US" sz="1600" dirty="0" smtClean="0"/>
              <a:t>에서 다운로드를 하는 경우에는 방화벽을 해제하고 사용하여야 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60" y="2852936"/>
            <a:ext cx="6477000" cy="3784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5937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/>
              <a:t>5</a:t>
            </a:r>
            <a:r>
              <a:rPr lang="en-US" altLang="ko-KR" sz="2400" dirty="0" smtClean="0"/>
              <a:t>. Terminal program</a:t>
            </a:r>
            <a:r>
              <a:rPr lang="ko-KR" altLang="en-US" sz="2400" dirty="0" smtClean="0"/>
              <a:t>에서 </a:t>
            </a:r>
            <a:r>
              <a:rPr lang="en-US" altLang="ko-KR" sz="2400" dirty="0" smtClean="0"/>
              <a:t>download </a:t>
            </a:r>
            <a:r>
              <a:rPr lang="ko-KR" altLang="en-US" sz="2400" dirty="0" smtClean="0"/>
              <a:t>명령어 실행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814344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5.1 TFTP server program</a:t>
            </a:r>
            <a:r>
              <a:rPr lang="ko-KR" altLang="en-US" sz="1600" dirty="0" smtClean="0"/>
              <a:t>을 실행시키고</a:t>
            </a:r>
            <a:r>
              <a:rPr lang="en-US" altLang="ko-KR" sz="1600" dirty="0" smtClean="0"/>
              <a:t>, terminal program</a:t>
            </a:r>
            <a:r>
              <a:rPr lang="ko-KR" altLang="en-US" sz="1600" dirty="0" smtClean="0"/>
              <a:t>을 실행하고 하기 명령어를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ko-KR" altLang="en-US" sz="1600" dirty="0" smtClean="0"/>
              <a:t>입력한다</a:t>
            </a:r>
            <a:r>
              <a:rPr lang="en-US" altLang="ko-KR" sz="1600" dirty="0" smtClean="0"/>
              <a:t>.   </a:t>
            </a:r>
          </a:p>
          <a:p>
            <a:r>
              <a:rPr lang="en-US" altLang="ko-KR" sz="1600" dirty="0"/>
              <a:t>5</a:t>
            </a:r>
            <a:r>
              <a:rPr lang="en-US" altLang="ko-KR" sz="1600" dirty="0" smtClean="0"/>
              <a:t>.2 (ac494bl)</a:t>
            </a:r>
            <a:r>
              <a:rPr lang="en-US" altLang="ko-KR" sz="1600" dirty="0" err="1" smtClean="0"/>
              <a:t>tftp</a:t>
            </a:r>
            <a:r>
              <a:rPr lang="en-US" altLang="ko-KR" sz="1600" dirty="0" smtClean="0"/>
              <a:t> </a:t>
            </a:r>
            <a:r>
              <a:rPr lang="en-US" altLang="ko-KR" sz="1600" dirty="0" smtClean="0"/>
              <a:t>–</a:t>
            </a:r>
            <a:r>
              <a:rPr lang="en-US" altLang="ko-KR" sz="1600" smtClean="0"/>
              <a:t>i </a:t>
            </a:r>
            <a:r>
              <a:rPr lang="en-US" altLang="ko-KR" sz="1600" dirty="0" smtClean="0"/>
              <a:t>192.168.3.50 </a:t>
            </a:r>
            <a:r>
              <a:rPr lang="en-US" altLang="ko-KR" sz="1600" dirty="0" err="1" smtClean="0"/>
              <a:t>denver_fs_voip.bin</a:t>
            </a:r>
            <a:r>
              <a:rPr lang="en-US" altLang="ko-KR" sz="1600" dirty="0" smtClean="0"/>
              <a:t> mtd0</a:t>
            </a:r>
          </a:p>
          <a:p>
            <a:r>
              <a:rPr lang="en-US" altLang="ko-KR" sz="1600" dirty="0" smtClean="0"/>
              <a:t>5.3 VoIP program download </a:t>
            </a:r>
            <a:r>
              <a:rPr lang="ko-KR" altLang="en-US" sz="1600" dirty="0" smtClean="0"/>
              <a:t>시에는 외부 인터넷 환경을 </a:t>
            </a:r>
            <a:r>
              <a:rPr lang="en-US" altLang="ko-KR" sz="1600" dirty="0" smtClean="0"/>
              <a:t>off</a:t>
            </a:r>
            <a:r>
              <a:rPr lang="ko-KR" altLang="en-US" sz="1600" dirty="0" smtClean="0"/>
              <a:t>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5</a:t>
            </a:r>
            <a:r>
              <a:rPr lang="en-US" altLang="ko-KR" sz="1600" dirty="0" smtClean="0"/>
              <a:t>.4 Window OS </a:t>
            </a:r>
            <a:r>
              <a:rPr lang="ko-KR" altLang="en-US" sz="1600" dirty="0" smtClean="0"/>
              <a:t>환경 차이로 인해 다운로드 시에 </a:t>
            </a:r>
            <a:r>
              <a:rPr lang="en-US" altLang="ko-KR" sz="1600" dirty="0" smtClean="0"/>
              <a:t>TFTP timed out</a:t>
            </a:r>
            <a:r>
              <a:rPr lang="ko-KR" altLang="en-US" sz="1600" dirty="0" smtClean="0"/>
              <a:t>이 발생 할 수 있으며</a:t>
            </a:r>
            <a:r>
              <a:rPr lang="en-US" altLang="ko-KR" sz="1600" dirty="0" smtClean="0"/>
              <a:t>,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timed out</a:t>
            </a:r>
            <a:r>
              <a:rPr lang="ko-KR" altLang="en-US" sz="1600" dirty="0" smtClean="0"/>
              <a:t>이 발생 하였어도 명령어를 새로 입력하여 다운로드가 완료 될 때 까지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실행 시킨다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71" y="3140968"/>
            <a:ext cx="4104456" cy="3266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9" y="3140968"/>
            <a:ext cx="3890961" cy="3336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78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6. VoIP module rebooting.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78518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6</a:t>
            </a:r>
            <a:r>
              <a:rPr lang="en-US" altLang="ko-KR" sz="1600" dirty="0" smtClean="0"/>
              <a:t>.1 VoIP module</a:t>
            </a:r>
            <a:r>
              <a:rPr lang="ko-KR" altLang="en-US" sz="1600" dirty="0" smtClean="0"/>
              <a:t>의 전원을 </a:t>
            </a:r>
            <a:r>
              <a:rPr lang="en-US" altLang="ko-KR" sz="1600" dirty="0" smtClean="0"/>
              <a:t>off</a:t>
            </a:r>
            <a:r>
              <a:rPr lang="ko-KR" altLang="en-US" sz="1600" dirty="0" smtClean="0"/>
              <a:t>하거나 </a:t>
            </a:r>
            <a:r>
              <a:rPr lang="en-US" altLang="ko-KR" sz="1600" dirty="0" smtClean="0"/>
              <a:t>(ac494bl)reboot </a:t>
            </a:r>
            <a:r>
              <a:rPr lang="ko-KR" altLang="en-US" sz="1600" dirty="0" smtClean="0"/>
              <a:t>명령어를 입력한다</a:t>
            </a:r>
            <a:r>
              <a:rPr lang="en-US" altLang="ko-KR" sz="1600" dirty="0" smtClean="0"/>
              <a:t>.   </a:t>
            </a:r>
          </a:p>
          <a:p>
            <a:r>
              <a:rPr lang="en-US" altLang="ko-KR" sz="1600" dirty="0" smtClean="0"/>
              <a:t>6.2 VoIP module</a:t>
            </a:r>
            <a:r>
              <a:rPr lang="ko-KR" altLang="en-US" sz="1600" dirty="0" smtClean="0"/>
              <a:t>의 재 부팅 이후 아래 그림과 같은 메시지가 출력됨을 </a:t>
            </a:r>
            <a:r>
              <a:rPr lang="en-US" altLang="ko-KR" sz="1600" dirty="0" smtClean="0"/>
              <a:t>terminal</a:t>
            </a:r>
            <a:r>
              <a:rPr lang="ko-KR" altLang="en-US" sz="1600" dirty="0" smtClean="0"/>
              <a:t>에서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확인 할 수 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6.3 </a:t>
            </a:r>
            <a:r>
              <a:rPr lang="ko-KR" altLang="en-US" sz="1600" dirty="0" smtClean="0"/>
              <a:t>아래 그림과 같이 출력이 되면 정상적인 부팅이 이루어졌다고 판단하면 된다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86" y="2348880"/>
            <a:ext cx="6411242" cy="4128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5047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/>
              <a:t>7</a:t>
            </a:r>
            <a:r>
              <a:rPr lang="en-US" altLang="ko-KR" sz="2400" dirty="0" smtClean="0"/>
              <a:t>. VoIP module System setup.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75796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7</a:t>
            </a:r>
            <a:r>
              <a:rPr lang="en-US" altLang="ko-KR" sz="1600" dirty="0" smtClean="0"/>
              <a:t>.1 VoIP module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System setup</a:t>
            </a:r>
            <a:r>
              <a:rPr lang="ko-KR" altLang="en-US" sz="1600" dirty="0" smtClean="0"/>
              <a:t>은 </a:t>
            </a:r>
            <a:r>
              <a:rPr lang="en-US" altLang="ko-KR" sz="1600" dirty="0" smtClean="0"/>
              <a:t>Internet Explorer browser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만 사용된다</a:t>
            </a:r>
            <a:r>
              <a:rPr lang="en-US" altLang="ko-KR" sz="1600" dirty="0" smtClean="0"/>
              <a:t>.  </a:t>
            </a:r>
          </a:p>
          <a:p>
            <a:r>
              <a:rPr lang="en-US" altLang="ko-KR" sz="1600" dirty="0"/>
              <a:t>7</a:t>
            </a:r>
            <a:r>
              <a:rPr lang="en-US" altLang="ko-KR" sz="1600" dirty="0" smtClean="0"/>
              <a:t>.2 Explorer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의 주소 창에 </a:t>
            </a:r>
            <a:r>
              <a:rPr lang="en-US" altLang="ko-KR" sz="1600" dirty="0" smtClean="0">
                <a:hlinkClick r:id="rId2"/>
              </a:rPr>
              <a:t>http://192.168.3.30</a:t>
            </a:r>
            <a:r>
              <a:rPr lang="ko-KR" altLang="en-US" sz="1600" dirty="0" smtClean="0"/>
              <a:t>을 입력하면 아래 그림과 같은 설정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화면이 출력된다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2057946"/>
            <a:ext cx="5956300" cy="4298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4548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8. VoIP System setup.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81819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8.1 </a:t>
            </a:r>
            <a:r>
              <a:rPr lang="ko-KR" altLang="en-US" sz="1600" dirty="0" err="1" smtClean="0"/>
              <a:t>덴버</a:t>
            </a:r>
            <a:r>
              <a:rPr lang="ko-KR" altLang="en-US" sz="1600" dirty="0" smtClean="0"/>
              <a:t> 현지 열차의 </a:t>
            </a:r>
            <a:r>
              <a:rPr lang="en-US" altLang="ko-KR" sz="1600" dirty="0" smtClean="0"/>
              <a:t>IP </a:t>
            </a:r>
            <a:r>
              <a:rPr lang="ko-KR" altLang="en-US" sz="1600" dirty="0" smtClean="0"/>
              <a:t>설정은 하기와 같으며</a:t>
            </a:r>
            <a:r>
              <a:rPr lang="en-US" altLang="ko-KR" sz="1600" dirty="0" smtClean="0"/>
              <a:t>, IP address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10.XX,YY,199,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gateway 10.XX.YY.201</a:t>
            </a:r>
            <a:r>
              <a:rPr lang="ko-KR" altLang="en-US" sz="1600" dirty="0" smtClean="0"/>
              <a:t>을 입력한다</a:t>
            </a:r>
            <a:r>
              <a:rPr lang="en-US" altLang="ko-KR" sz="1600" dirty="0" smtClean="0"/>
              <a:t>.(XX.YY </a:t>
            </a:r>
            <a:r>
              <a:rPr lang="ko-KR" altLang="en-US" sz="1600" dirty="0" smtClean="0"/>
              <a:t>열차 번호 입력</a:t>
            </a:r>
            <a:r>
              <a:rPr lang="en-US" altLang="ko-KR" sz="1600" dirty="0" smtClean="0"/>
              <a:t>)  </a:t>
            </a:r>
          </a:p>
          <a:p>
            <a:r>
              <a:rPr lang="en-US" altLang="ko-KR" sz="1600" dirty="0" smtClean="0"/>
              <a:t>8.2 SIP 10.156.1.11</a:t>
            </a:r>
            <a:r>
              <a:rPr lang="ko-KR" altLang="en-US" sz="1600" dirty="0" smtClean="0"/>
              <a:t>로 설정하며</a:t>
            </a:r>
            <a:r>
              <a:rPr lang="en-US" altLang="ko-KR" sz="1600" dirty="0" smtClean="0"/>
              <a:t>, port 5060</a:t>
            </a:r>
            <a:r>
              <a:rPr lang="ko-KR" altLang="en-US" sz="1600" dirty="0" smtClean="0"/>
              <a:t>으로 설정한다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8.3 Line ID </a:t>
            </a:r>
            <a:r>
              <a:rPr lang="ko-KR" altLang="en-US" sz="1600" dirty="0" smtClean="0"/>
              <a:t>관련 부분은 열차 번호를 입력한다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8.4 DTMF number</a:t>
            </a:r>
            <a:r>
              <a:rPr lang="ko-KR" altLang="en-US" sz="1600" dirty="0" smtClean="0"/>
              <a:t>는 </a:t>
            </a:r>
            <a:r>
              <a:rPr lang="en-US" altLang="ko-KR" sz="1600" dirty="0" smtClean="0"/>
              <a:t>2000</a:t>
            </a:r>
            <a:r>
              <a:rPr lang="ko-KR" altLang="en-US" sz="1600" dirty="0" smtClean="0"/>
              <a:t>으로 설정한다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8.5 </a:t>
            </a:r>
            <a:r>
              <a:rPr lang="ko-KR" altLang="en-US" sz="1600" dirty="0" smtClean="0"/>
              <a:t>위 설정이 완료 되면 하단 </a:t>
            </a:r>
            <a:r>
              <a:rPr lang="en-US" altLang="ko-KR" sz="1600" dirty="0" smtClean="0"/>
              <a:t>Apply button</a:t>
            </a:r>
            <a:r>
              <a:rPr lang="ko-KR" altLang="en-US" sz="1600" dirty="0" smtClean="0"/>
              <a:t>을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클릭하면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재 </a:t>
            </a:r>
            <a:r>
              <a:rPr lang="ko-KR" altLang="en-US" sz="1600" dirty="0" err="1" smtClean="0"/>
              <a:t>부팅후</a:t>
            </a:r>
            <a:r>
              <a:rPr lang="ko-KR" altLang="en-US" sz="1600" dirty="0" smtClean="0"/>
              <a:t> 위 설정이 적용된다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550388"/>
            <a:ext cx="4032448" cy="407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2728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501</Words>
  <Application>Microsoft Macintosh PowerPoint</Application>
  <PresentationFormat>화면 슬라이드 쇼(4:3)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VOIP module download manual</vt:lpstr>
      <vt:lpstr>1. VoIP Serial cable 연결도</vt:lpstr>
      <vt:lpstr>2. VoIP module과 terminal program 연결</vt:lpstr>
      <vt:lpstr>3. VoIP MTD0 영역 format</vt:lpstr>
      <vt:lpstr>4. Tftpd64 or Tftpd32 program 설치 및 환경 설정.</vt:lpstr>
      <vt:lpstr>5. Terminal program에서 download 명령어 실행.</vt:lpstr>
      <vt:lpstr>6. VoIP module rebooting.</vt:lpstr>
      <vt:lpstr>7. VoIP module System setup.</vt:lpstr>
      <vt:lpstr>8. VoIP System setup.</vt:lpstr>
    </vt:vector>
  </TitlesOfParts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VOIP module download manual</dc:title>
  <dc:creator>hplim</dc:creator>
  <cp:lastModifiedBy>장덕수</cp:lastModifiedBy>
  <cp:revision>10</cp:revision>
  <dcterms:created xsi:type="dcterms:W3CDTF">2016-01-07T04:58:35Z</dcterms:created>
  <dcterms:modified xsi:type="dcterms:W3CDTF">2016-10-20T07:41:06Z</dcterms:modified>
</cp:coreProperties>
</file>