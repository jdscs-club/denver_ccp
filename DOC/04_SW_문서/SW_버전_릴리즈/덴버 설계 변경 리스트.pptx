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pptx" ContentType="application/vnd.openxmlformats-officedocument.presentationml.presentation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handoutMasterIdLst>
    <p:handoutMasterId r:id="rId6"/>
  </p:handoutMasterIdLst>
  <p:sldIdLst>
    <p:sldId id="263" r:id="rId2"/>
    <p:sldId id="264" r:id="rId3"/>
    <p:sldId id="265" r:id="rId4"/>
  </p:sldIdLst>
  <p:sldSz cx="6988175" cy="9906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2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525252"/>
    <a:srgbClr val="454545"/>
    <a:srgbClr val="3A3A3A"/>
    <a:srgbClr val="6699FF"/>
    <a:srgbClr val="9BA9FF"/>
    <a:srgbClr val="B8C6F2"/>
    <a:srgbClr val="232ED5"/>
    <a:srgbClr val="505AE2"/>
    <a:srgbClr val="3D4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3" autoAdjust="0"/>
    <p:restoredTop sz="94775" autoAdjust="0"/>
  </p:normalViewPr>
  <p:slideViewPr>
    <p:cSldViewPr>
      <p:cViewPr varScale="1">
        <p:scale>
          <a:sx n="74" d="100"/>
          <a:sy n="74" d="100"/>
        </p:scale>
        <p:origin x="1716" y="60"/>
      </p:cViewPr>
      <p:guideLst>
        <p:guide orient="horz" pos="3120"/>
        <p:guide pos="22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0AD87017-A65A-42D4-A501-A150453B371F}" type="datetimeFigureOut">
              <a:rPr lang="ko-KR" altLang="en-US" smtClean="0"/>
              <a:pPr/>
              <a:t>2016-12-28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84438975-6FD6-455A-B07D-34B4DF342EE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24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2C115201-D107-4D71-86EC-BF387F4203A0}" type="datetimeFigureOut">
              <a:rPr lang="ko-KR" altLang="en-US" smtClean="0"/>
              <a:pPr/>
              <a:t>2016-12-28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739775"/>
            <a:ext cx="2608263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73" tIns="45836" rIns="91673" bIns="4583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2"/>
          </a:xfrm>
          <a:prstGeom prst="rect">
            <a:avLst/>
          </a:prstGeom>
        </p:spPr>
        <p:txBody>
          <a:bodyPr vert="horz" lIns="91673" tIns="45836" rIns="91673" bIns="45836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92E9BB83-427B-4420-95D0-6EF6238F95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41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5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63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810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24114" y="3077283"/>
            <a:ext cx="5939949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48227" y="5613400"/>
            <a:ext cx="4891723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BDDB-0707-7646-9563-4A3EE71E5328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5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0E6D-CF1D-9548-9B04-D60D79177849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9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18" y="6365524"/>
            <a:ext cx="5939949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52018" y="4198588"/>
            <a:ext cx="5939949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DCE7-9D27-394D-8DFE-562DA04A45BA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08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9409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52322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35CED-8B7D-FF45-B3AC-38F23ABFA2CF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3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217385"/>
            <a:ext cx="3087658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9409" y="3141486"/>
            <a:ext cx="3087658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549896" y="2217385"/>
            <a:ext cx="3088870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549896" y="3141486"/>
            <a:ext cx="3088870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BCFB-1597-4246-B82C-9EA6DEA5B0CE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67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4E1D-0F10-FA4B-A6AD-D4255A0436C2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87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23EFFE-E7BB-6847-8704-83DC0459DDE9}" type="datetime1">
              <a:rPr lang="ko-KR" altLang="en-US" smtClean="0"/>
              <a:t>2016-12-28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25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9409" y="394405"/>
            <a:ext cx="2299061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32182" y="394408"/>
            <a:ext cx="3906584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9409" y="2072924"/>
            <a:ext cx="2299061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473B-3A20-2740-A7E9-A8A4D89DEA6F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9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69731" y="6934200"/>
            <a:ext cx="4192905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69731" y="885119"/>
            <a:ext cx="4192905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69731" y="7752822"/>
            <a:ext cx="4192905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BD871-06F1-5E4C-B348-71D799677FE6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66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6E2-4F28-9646-8461-8FF95A94227E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06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5066428" y="396701"/>
            <a:ext cx="1572339" cy="845220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9410" y="396701"/>
            <a:ext cx="4600549" cy="845220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287B-9B14-C244-88CB-8120E239F20A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55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9409" y="396699"/>
            <a:ext cx="6289358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311402"/>
            <a:ext cx="6289358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9409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CBB08-587F-274D-B532-4A0C63B51238}" type="datetime1">
              <a:rPr lang="ko-KR" altLang="en-US" smtClean="0"/>
              <a:t>2016-12-28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87627" y="9181397"/>
            <a:ext cx="22129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008192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0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655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PowerPoint_______1.pptx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10.jpeg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image" Target="../media/image3.jpeg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2.wmf"/><Relationship Id="rId4" Type="http://schemas.openxmlformats.org/officeDocument/2006/relationships/image" Target="../media/image3.jpeg"/><Relationship Id="rId9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1258" y="1913843"/>
            <a:ext cx="6461182" cy="3379387"/>
          </a:xfrm>
          <a:prstGeom prst="rect">
            <a:avLst/>
          </a:prstGeom>
        </p:spPr>
        <p:txBody>
          <a:bodyPr wrap="square" numCol="1" spcCol="180000">
            <a:no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설변내용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PTT (Push to talk)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버튼을 제작하여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OCC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사령실에 설치 운영할 수 있도록 한다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차량과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OCC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통화는 </a:t>
            </a:r>
            <a:r>
              <a:rPr lang="en-US" altLang="ko-KR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Voip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방식으로 한다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차량의 </a:t>
            </a:r>
            <a:r>
              <a:rPr lang="en-US" altLang="ko-KR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Voip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PCB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는 사령의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Avaya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서버와 연결한다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-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Avaya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서버는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PTT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버튼이 없는 관계로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우진산전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PTT Box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를 사용한다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062039" y="121455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덴버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DTS</a:t>
            </a:r>
          </a:p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설계 변경 리스트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.</a:t>
            </a: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1.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PTT(Push to talk) BOX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14173" y="5293230"/>
            <a:ext cx="6424593" cy="1338828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설변 사유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OCC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사령실에 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VOIP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서버에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PTT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버튼이 없어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시행청 요청으로 우진산전이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PTT Box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를 제작하여 설치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</a:t>
            </a:fld>
            <a:endParaRPr kumimoji="0" lang="en-US"/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053" y="3384532"/>
            <a:ext cx="2894150" cy="1809587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215491" y="6252663"/>
            <a:ext cx="6424593" cy="1098762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수량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OCC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사령실에 설치 운영될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PTT Box 5EA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제작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26197" y="7112985"/>
            <a:ext cx="6424593" cy="1398844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진행사항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2016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년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월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18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일 설치 완료 및 시행청 확인 완료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#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납품 완료</a:t>
            </a:r>
            <a:r>
              <a:rPr lang="en-US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확인서</a:t>
            </a:r>
            <a:r>
              <a:rPr lang="en-US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                                           # OCC ~ PEI interface </a:t>
            </a: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4" name="개체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122822"/>
              </p:ext>
            </p:extLst>
          </p:nvPr>
        </p:nvGraphicFramePr>
        <p:xfrm>
          <a:off x="4550992" y="826587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프레젠테이션" showAsIcon="1" r:id="rId6" imgW="914400" imgH="771480" progId="PowerPoint.Show.12">
                  <p:embed/>
                </p:oleObj>
              </mc:Choice>
              <mc:Fallback>
                <p:oleObj name="프레젠테이션" showAsIcon="1" r:id="rId6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50992" y="826587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581598"/>
              </p:ext>
            </p:extLst>
          </p:nvPr>
        </p:nvGraphicFramePr>
        <p:xfrm>
          <a:off x="397743" y="836381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Acrobat Document" showAsIcon="1" r:id="rId8" imgW="914400" imgH="771480" progId="AcroExch.Document.7">
                  <p:embed/>
                </p:oleObj>
              </mc:Choice>
              <mc:Fallback>
                <p:oleObj name="Acrobat Document" showAsIcon="1" r:id="rId8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7743" y="836381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295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1258" y="1913843"/>
            <a:ext cx="6461182" cy="3379387"/>
          </a:xfrm>
          <a:prstGeom prst="rect">
            <a:avLst/>
          </a:prstGeom>
        </p:spPr>
        <p:txBody>
          <a:bodyPr wrap="square" numCol="1" spcCol="180000">
            <a:no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설변내용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기존 방송 장치는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CAB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신호를 인식하여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마스터에서 방송하는 시스템 이였으나 시행청 요청 사항으로 차량에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CAB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신호 회로가 변경 되었고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우진산전 방송 장치도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CAB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신호 변경에 따른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SW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변경을 실시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062039" y="121455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덴버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DTS</a:t>
            </a:r>
          </a:p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설계 변경 리스트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.</a:t>
            </a: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2.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CAB</a:t>
            </a: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Latch SW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14173" y="5293230"/>
            <a:ext cx="6424593" cy="1338828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설변 사유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비상 상황 발생시 운전자가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CAB Key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를 가지고 자리를 비울경우 비상 방송등에 조치를 취 할수 없다는 미국 교통 안전부에 지적으로 차량 회로 및 방송 장치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SW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변경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41" name="직사각형 40"/>
          <p:cNvSpPr/>
          <p:nvPr/>
        </p:nvSpPr>
        <p:spPr>
          <a:xfrm>
            <a:off x="215491" y="6252663"/>
            <a:ext cx="6424593" cy="1158779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수량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덴버 전체 차량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66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량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26197" y="7112985"/>
            <a:ext cx="6424593" cy="1338828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진행사항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2016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년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9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월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20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일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ECP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및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FMI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승인 완료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프로그램 차량 설치 완료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638" y="3113284"/>
            <a:ext cx="3074802" cy="200152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617849"/>
              </p:ext>
            </p:extLst>
          </p:nvPr>
        </p:nvGraphicFramePr>
        <p:xfrm>
          <a:off x="397743" y="8401346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Acrobat Document" showAsIcon="1" r:id="rId6" imgW="914400" imgH="771480" progId="AcroExch.Document.7">
                  <p:embed/>
                </p:oleObj>
              </mc:Choice>
              <mc:Fallback>
                <p:oleObj name="Acrobat Document" showAsIcon="1" r:id="rId6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7743" y="8401346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700091"/>
              </p:ext>
            </p:extLst>
          </p:nvPr>
        </p:nvGraphicFramePr>
        <p:xfrm>
          <a:off x="1400835" y="838780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Acrobat Document" showAsIcon="1" r:id="rId8" imgW="914400" imgH="771480" progId="AcroExch.Document.7">
                  <p:embed/>
                </p:oleObj>
              </mc:Choice>
              <mc:Fallback>
                <p:oleObj name="Acrobat Document" showAsIcon="1" r:id="rId8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00835" y="838780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직사각형 9"/>
          <p:cNvSpPr/>
          <p:nvPr/>
        </p:nvSpPr>
        <p:spPr>
          <a:xfrm>
            <a:off x="226196" y="8076985"/>
            <a:ext cx="6412569" cy="332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 #FMI          # ECP            #SW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공항문서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종</a:t>
            </a:r>
            <a:endParaRPr lang="en-US" altLang="ko-KR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011473"/>
              </p:ext>
            </p:extLst>
          </p:nvPr>
        </p:nvGraphicFramePr>
        <p:xfrm>
          <a:off x="2617041" y="841846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name="Acrobat Document" showAsIcon="1" r:id="rId10" imgW="914400" imgH="771480" progId="AcroExch.Document.7">
                  <p:embed/>
                </p:oleObj>
              </mc:Choice>
              <mc:Fallback>
                <p:oleObj name="Acrobat Document" showAsIcon="1" r:id="rId10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17041" y="841846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890379"/>
              </p:ext>
            </p:extLst>
          </p:nvPr>
        </p:nvGraphicFramePr>
        <p:xfrm>
          <a:off x="3620133" y="838924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5" name="Acrobat Document" showAsIcon="1" r:id="rId12" imgW="914400" imgH="771480" progId="AcroExch.Document.7">
                  <p:embed/>
                </p:oleObj>
              </mc:Choice>
              <mc:Fallback>
                <p:oleObj name="Acrobat Document" showAsIcon="1" r:id="rId12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20133" y="838924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개체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571937"/>
              </p:ext>
            </p:extLst>
          </p:nvPr>
        </p:nvGraphicFramePr>
        <p:xfrm>
          <a:off x="4599440" y="837460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" name="Acrobat Document" showAsIcon="1" r:id="rId14" imgW="914400" imgH="771480" progId="AcroExch.Document.7">
                  <p:embed/>
                </p:oleObj>
              </mc:Choice>
              <mc:Fallback>
                <p:oleObj name="Acrobat Document" showAsIcon="1" r:id="rId14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99440" y="837460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93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1258" y="1913843"/>
            <a:ext cx="6461182" cy="3379387"/>
          </a:xfrm>
          <a:prstGeom prst="rect">
            <a:avLst/>
          </a:prstGeom>
        </p:spPr>
        <p:txBody>
          <a:bodyPr wrap="square" numCol="1" spcCol="180000">
            <a:no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설변내용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차량에 노이즈 필터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PCB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를 제작하여 설치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노이즈 필터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PCB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및 필터 블럭 다이어 그램 확인 </a:t>
            </a: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062039" y="121455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덴버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DTS</a:t>
            </a:r>
          </a:p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설계 변경 리스트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.</a:t>
            </a: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3.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AF(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Audio Filter) PCB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14173" y="5293230"/>
            <a:ext cx="6424593" cy="1338828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설변 사유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차량 운행중 </a:t>
            </a:r>
            <a:r>
              <a:rPr lang="en-US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PEI </a:t>
            </a:r>
            <a:r>
              <a:rPr lang="mr-IN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–</a:t>
            </a:r>
            <a:r>
              <a:rPr lang="en-US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DPO </a:t>
            </a:r>
            <a:r>
              <a:rPr lang="ko-KR" alt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통화시 추진장치 스위칭 주파수가 방송 장치에 유기되어 노이즈 발생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endParaRPr lang="en-US" altLang="ko-KR" sz="12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41" name="직사각형 40"/>
          <p:cNvSpPr/>
          <p:nvPr/>
        </p:nvSpPr>
        <p:spPr>
          <a:xfrm>
            <a:off x="215491" y="6252663"/>
            <a:ext cx="6424593" cy="1098762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수량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ko-KR" alt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덴버 전체 차량 </a:t>
            </a:r>
            <a:r>
              <a:rPr lang="en-US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66</a:t>
            </a:r>
            <a:r>
              <a:rPr lang="ko-KR" alt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량</a:t>
            </a:r>
            <a:r>
              <a:rPr lang="en-US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ko-KR" alt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r>
              <a:rPr lang="en-US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endParaRPr lang="en-US" altLang="ko-KR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26197" y="7112985"/>
            <a:ext cx="6424593" cy="1338828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진행사항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ko-KR" altLang="ko-KR" sz="7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2016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년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9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월 </a:t>
            </a:r>
            <a:r>
              <a:rPr lang="en-US" altLang="ko-KR" sz="1200" dirty="0">
                <a:latin typeface="Verdana" pitchFamily="34" charset="0"/>
                <a:ea typeface="Verdana" pitchFamily="34" charset="0"/>
                <a:cs typeface="Verdana" pitchFamily="34" charset="0"/>
              </a:rPr>
              <a:t>8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일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ECP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및 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FMI 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승인 완료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171450" indent="-171450">
              <a:lnSpc>
                <a:spcPct val="130000"/>
              </a:lnSpc>
              <a:buFont typeface="Wingdings" pitchFamily="2" charset="2"/>
              <a:buChar char="l"/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AF PCB</a:t>
            </a:r>
            <a:r>
              <a:rPr lang="ko-KR" alt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차량 설치 완료</a:t>
            </a: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97" y="3377074"/>
            <a:ext cx="2918023" cy="13435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608" y="3397975"/>
            <a:ext cx="2467125" cy="1350319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226196" y="8076985"/>
            <a:ext cx="6412569" cy="332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 #FMI             # ECP</a:t>
            </a:r>
            <a:endParaRPr lang="en-US" altLang="ko-KR" sz="1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759146"/>
              </p:ext>
            </p:extLst>
          </p:nvPr>
        </p:nvGraphicFramePr>
        <p:xfrm>
          <a:off x="397743" y="836618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Acrobat Document" showAsIcon="1" r:id="rId7" imgW="914400" imgH="771480" progId="AcroExch.Document.7">
                  <p:embed/>
                </p:oleObj>
              </mc:Choice>
              <mc:Fallback>
                <p:oleObj name="Acrobat Document" showAsIcon="1" r:id="rId7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7743" y="836618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88136"/>
              </p:ext>
            </p:extLst>
          </p:nvPr>
        </p:nvGraphicFramePr>
        <p:xfrm>
          <a:off x="1629519" y="837315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Acrobat Document" showAsIcon="1" r:id="rId9" imgW="914400" imgH="771480" progId="AcroExch.Document.7">
                  <p:embed/>
                </p:oleObj>
              </mc:Choice>
              <mc:Fallback>
                <p:oleObj name="Acrobat Document" showAsIcon="1" r:id="rId9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29519" y="837315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766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 numCol="1" spcCol="180000">
        <a:noAutofit/>
      </a:bodyPr>
      <a:lstStyle>
        <a:defPPr>
          <a:lnSpc>
            <a:spcPct val="110000"/>
          </a:lnSpc>
          <a:defRPr sz="1400" b="1" dirty="0" smtClean="0">
            <a:solidFill>
              <a:srgbClr val="1A3382"/>
            </a:solidFill>
            <a:latin typeface="Verdana" pitchFamily="34" charset="0"/>
            <a:ea typeface="Verdana" pitchFamily="34" charset="0"/>
            <a:cs typeface="Verdana" pitchFamily="34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13248</TotalTime>
  <Words>90</Words>
  <Application>Microsoft Office PowerPoint</Application>
  <PresentationFormat>사용자 지정</PresentationFormat>
  <Paragraphs>67</Paragraphs>
  <Slides>3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맑은 고딕</vt:lpstr>
      <vt:lpstr>Arial</vt:lpstr>
      <vt:lpstr>Times New Roman</vt:lpstr>
      <vt:lpstr>Verdana</vt:lpstr>
      <vt:lpstr>Wingdings</vt:lpstr>
      <vt:lpstr>Office 테마</vt:lpstr>
      <vt:lpstr>프레젠테이션</vt:lpstr>
      <vt:lpstr>Acrobat Document</vt:lpstr>
      <vt:lpstr>Adobe Acrobat Document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Juwon</cp:lastModifiedBy>
  <cp:revision>541</cp:revision>
  <cp:lastPrinted>2011-01-12T12:08:54Z</cp:lastPrinted>
  <dcterms:created xsi:type="dcterms:W3CDTF">2006-10-05T04:04:58Z</dcterms:created>
  <dcterms:modified xsi:type="dcterms:W3CDTF">2016-12-28T06:23:57Z</dcterms:modified>
</cp:coreProperties>
</file>