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59" r:id="rId4"/>
    <p:sldId id="262" r:id="rId5"/>
    <p:sldId id="261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-135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A0B68-362B-4AAA-9A93-7825401DF0B5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50020-78A1-4350-A696-46DFD0A41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13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50020-78A1-4350-A696-46DFD0A41E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1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04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16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30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9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00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26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34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34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89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54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95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B3AC-B500-4ED7-9951-2243FE4148D4}" type="datetimeFigureOut">
              <a:rPr lang="ko-KR" altLang="en-US" smtClean="0"/>
              <a:t>2016-01-04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80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844824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DENVER RTD EAGLE P3</a:t>
            </a:r>
          </a:p>
          <a:p>
            <a:pPr algn="ctr"/>
            <a:r>
              <a:rPr lang="en-US" altLang="ko-KR" sz="2800" b="1" dirty="0" smtClean="0"/>
              <a:t>COMMUNICATION SYSTEM</a:t>
            </a:r>
          </a:p>
          <a:p>
            <a:pPr algn="ctr"/>
            <a:endParaRPr lang="en-US" altLang="ko-KR" sz="2800" b="1" dirty="0"/>
          </a:p>
          <a:p>
            <a:pPr algn="ctr"/>
            <a:r>
              <a:rPr lang="en-US" altLang="ko-KR" sz="2800" b="1" dirty="0" smtClean="0"/>
              <a:t>OCC~PEI INTERFACE</a:t>
            </a:r>
            <a:endParaRPr lang="ko-KR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08518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WOOJIN INDUSTRIAL SYSTEMS CO., LTD.</a:t>
            </a:r>
            <a:endParaRPr lang="ko-KR" alt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443711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2015. </a:t>
            </a:r>
            <a:r>
              <a:rPr lang="en-US" altLang="ko-KR" sz="2800" b="1" dirty="0" smtClean="0"/>
              <a:t>12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2980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1663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SUMMARY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620688"/>
            <a:ext cx="878497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Objective: To resolve the current OCC~PEI interface issue where the OCC system is full-duplex while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is half-duplex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Proposed Approach: To install IP-based PTT controller at OCC. The PTT controller will transmit control signals to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as a reference for switching between “talk” and “listen” modes</a:t>
            </a:r>
            <a:endParaRPr lang="en-US" altLang="ko-KR" sz="1100" dirty="0" smtClean="0"/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Supply Quantity: 5</a:t>
            </a:r>
            <a:endParaRPr lang="en-US" altLang="ko-KR" sz="1100" dirty="0" smtClean="0"/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Power Input: 110VAC commercial power</a:t>
            </a:r>
            <a:endParaRPr lang="en-US" altLang="ko-KR" sz="1100" dirty="0" smtClean="0"/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Physical Interfaces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smtClean="0"/>
              <a:t>LED: </a:t>
            </a:r>
            <a:r>
              <a:rPr lang="en-US" altLang="ko-KR" sz="1100" dirty="0" smtClean="0"/>
              <a:t>4 </a:t>
            </a:r>
            <a:r>
              <a:rPr lang="en-US" altLang="ko-KR" sz="1100" dirty="0" smtClean="0"/>
              <a:t>(LINK</a:t>
            </a:r>
            <a:r>
              <a:rPr lang="en-US" altLang="ko-KR" sz="1100" dirty="0" smtClean="0"/>
              <a:t>, ACT, PWR, </a:t>
            </a:r>
            <a:r>
              <a:rPr lang="en-US" altLang="ko-KR" sz="1100" dirty="0" smtClean="0"/>
              <a:t>STATE)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smtClean="0"/>
              <a:t>S/W: </a:t>
            </a:r>
            <a:r>
              <a:rPr lang="en-US" altLang="ko-KR" sz="1100" dirty="0" smtClean="0"/>
              <a:t>2 </a:t>
            </a:r>
            <a:r>
              <a:rPr lang="en-US" altLang="ko-KR" sz="1100" dirty="0" smtClean="0"/>
              <a:t>(One switch for IP addressing, One switch for PTT signaling)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smtClean="0"/>
              <a:t>Ethernet: </a:t>
            </a:r>
            <a:r>
              <a:rPr lang="en-US" altLang="ko-KR" sz="1100" dirty="0" smtClean="0"/>
              <a:t>1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Functions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While OCC~PEI call is in progress, </a:t>
            </a:r>
            <a:r>
              <a:rPr lang="en-US" altLang="ko-KR" sz="1100" dirty="0" err="1" smtClean="0"/>
              <a:t>Woojin</a:t>
            </a:r>
            <a:r>
              <a:rPr lang="en-US" altLang="ko-KR" sz="1100" dirty="0" smtClean="0"/>
              <a:t> PTT controller will send “talk” and “listen” mode signals to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over the </a:t>
            </a:r>
            <a:r>
              <a:rPr lang="en-US" altLang="ko-KR" sz="1100" dirty="0" err="1" smtClean="0"/>
              <a:t>WiMax</a:t>
            </a:r>
            <a:r>
              <a:rPr lang="en-US" altLang="ko-KR" sz="1100" dirty="0" smtClean="0"/>
              <a:t> network</a:t>
            </a:r>
            <a:br>
              <a:rPr lang="en-US" altLang="ko-KR" sz="1100" dirty="0" smtClean="0"/>
            </a:br>
            <a:r>
              <a:rPr lang="en-US" altLang="ko-KR" sz="1100" dirty="0" smtClean="0"/>
              <a:t>-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will switch between two modes (talk/listen) as commanded from the PTT switch</a:t>
            </a:r>
            <a:endParaRPr lang="en-US" altLang="ko-KR" sz="11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317696"/>
            <a:ext cx="6229325" cy="227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30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76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PTT CONTROLLER BOARD </a:t>
            </a:r>
            <a:r>
              <a:rPr lang="en-US" altLang="ko-KR" sz="2000" b="1" dirty="0" smtClean="0"/>
              <a:t>BLOCK DIAGRAM</a:t>
            </a:r>
            <a:endParaRPr lang="ko-KR" altLang="en-US" sz="2000" b="1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539552" y="1340768"/>
            <a:ext cx="8064896" cy="4680520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267744" y="1662904"/>
            <a:ext cx="1935832" cy="4070352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STM32F4XX</a:t>
            </a:r>
          </a:p>
          <a:p>
            <a:pPr algn="ctr"/>
            <a:r>
              <a:rPr lang="en-US" altLang="ko-KR" sz="1400" dirty="0" smtClean="0"/>
              <a:t>MICROPROCESSOR</a:t>
            </a:r>
            <a:endParaRPr lang="ko-KR" altLang="en-US" sz="14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4884873" y="1662904"/>
            <a:ext cx="2711463" cy="1140529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POWER</a:t>
            </a:r>
          </a:p>
          <a:p>
            <a:r>
              <a:rPr lang="en-US" altLang="ko-KR" sz="1600" dirty="0" smtClean="0"/>
              <a:t>Input : </a:t>
            </a:r>
            <a:r>
              <a:rPr lang="en-US" altLang="ko-KR" sz="1600" dirty="0" smtClean="0"/>
              <a:t>100VAC</a:t>
            </a:r>
            <a:endParaRPr lang="en-US" altLang="ko-KR" sz="1600" dirty="0" smtClean="0"/>
          </a:p>
          <a:p>
            <a:r>
              <a:rPr lang="en-US" altLang="ko-KR" sz="1600" dirty="0" smtClean="0"/>
              <a:t>Output : 5V, 3.3V</a:t>
            </a:r>
            <a:endParaRPr lang="ko-KR" altLang="en-US" sz="16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39552" y="3573016"/>
            <a:ext cx="504056" cy="2160240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PTT-SWITCH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9552" y="1662904"/>
            <a:ext cx="504056" cy="1656184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STATUS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LED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1043608" y="4641740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6516216" y="4653136"/>
            <a:ext cx="1080120" cy="1008530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Ethernet</a:t>
            </a:r>
          </a:p>
          <a:p>
            <a:pPr algn="ctr"/>
            <a:r>
              <a:rPr lang="en-US" altLang="ko-KR" sz="1400" dirty="0" smtClean="0"/>
              <a:t>Matching</a:t>
            </a:r>
          </a:p>
          <a:p>
            <a:pPr algn="ctr"/>
            <a:r>
              <a:rPr lang="en-US" altLang="ko-KR" sz="1400" dirty="0" smtClean="0"/>
              <a:t>Trans</a:t>
            </a:r>
            <a:endParaRPr lang="ko-KR" altLang="en-US" sz="1400" dirty="0"/>
          </a:p>
        </p:txBody>
      </p:sp>
      <p:cxnSp>
        <p:nvCxnSpPr>
          <p:cNvPr id="57" name="직선 연결선 56"/>
          <p:cNvCxnSpPr>
            <a:endCxn id="32" idx="1"/>
          </p:cNvCxnSpPr>
          <p:nvPr/>
        </p:nvCxnSpPr>
        <p:spPr>
          <a:xfrm flipV="1">
            <a:off x="4206240" y="5157401"/>
            <a:ext cx="720140" cy="5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모서리가 둥근 직사각형 76"/>
          <p:cNvSpPr/>
          <p:nvPr/>
        </p:nvSpPr>
        <p:spPr>
          <a:xfrm>
            <a:off x="7668344" y="3297790"/>
            <a:ext cx="936104" cy="779282"/>
          </a:xfrm>
          <a:prstGeom prst="roundRect">
            <a:avLst>
              <a:gd name="adj" fmla="val 750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IP-SET</a:t>
            </a:r>
          </a:p>
          <a:p>
            <a:pPr algn="ctr"/>
            <a:r>
              <a:rPr lang="en-US" altLang="ko-KR" sz="1400" dirty="0" smtClean="0"/>
              <a:t>Switch</a:t>
            </a:r>
            <a:endParaRPr lang="ko-KR" altLang="en-US" sz="1400" dirty="0"/>
          </a:p>
        </p:txBody>
      </p:sp>
      <p:cxnSp>
        <p:nvCxnSpPr>
          <p:cNvPr id="78" name="직선 연결선 77"/>
          <p:cNvCxnSpPr>
            <a:endCxn id="5" idx="3"/>
          </p:cNvCxnSpPr>
          <p:nvPr/>
        </p:nvCxnSpPr>
        <p:spPr>
          <a:xfrm flipH="1">
            <a:off x="4203576" y="3698080"/>
            <a:ext cx="34647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043608" y="2708920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4926380" y="4653136"/>
            <a:ext cx="1157787" cy="1008530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Ethernet</a:t>
            </a:r>
          </a:p>
          <a:p>
            <a:pPr algn="ctr"/>
            <a:r>
              <a:rPr lang="en-US" altLang="ko-KR" sz="1400" dirty="0" smtClean="0"/>
              <a:t>PHY</a:t>
            </a:r>
            <a:endParaRPr lang="ko-KR" altLang="en-US" sz="1400" dirty="0"/>
          </a:p>
        </p:txBody>
      </p:sp>
      <p:cxnSp>
        <p:nvCxnSpPr>
          <p:cNvPr id="36" name="직선 연결선 35"/>
          <p:cNvCxnSpPr>
            <a:stCxn id="32" idx="3"/>
            <a:endCxn id="54" idx="1"/>
          </p:cNvCxnSpPr>
          <p:nvPr/>
        </p:nvCxnSpPr>
        <p:spPr>
          <a:xfrm>
            <a:off x="6084167" y="5157401"/>
            <a:ext cx="432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8100392" y="4653136"/>
            <a:ext cx="504056" cy="1008530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RJ-45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>
            <a:stCxn id="54" idx="3"/>
            <a:endCxn id="40" idx="1"/>
          </p:cNvCxnSpPr>
          <p:nvPr/>
        </p:nvCxnSpPr>
        <p:spPr>
          <a:xfrm>
            <a:off x="7596336" y="5157401"/>
            <a:ext cx="504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모서리가 둥근 직사각형 43"/>
          <p:cNvSpPr/>
          <p:nvPr/>
        </p:nvSpPr>
        <p:spPr>
          <a:xfrm>
            <a:off x="8100392" y="1662904"/>
            <a:ext cx="504056" cy="1140529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PWR-CON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5" name="직선 연결선 44"/>
          <p:cNvCxnSpPr>
            <a:stCxn id="7" idx="3"/>
            <a:endCxn id="44" idx="1"/>
          </p:cNvCxnSpPr>
          <p:nvPr/>
        </p:nvCxnSpPr>
        <p:spPr>
          <a:xfrm>
            <a:off x="7596336" y="2233169"/>
            <a:ext cx="504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31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876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PROPOSED PTT CONTROLLER DESIGN</a:t>
            </a:r>
            <a:endParaRPr lang="ko-KR" altLang="en-US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9715"/>
            <a:ext cx="3280171" cy="20509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44" y="400667"/>
            <a:ext cx="3685548" cy="20599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80" y="2560907"/>
            <a:ext cx="3389980" cy="20202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570043"/>
            <a:ext cx="3401216" cy="201108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7584" y="4653136"/>
            <a:ext cx="7632848" cy="1988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</a:rPr>
              <a:t>&lt;Highlights&gt;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Pushbutton Switch: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EAO model 56-3113.2389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Enclosure: Aluminum  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Powered by AC-DC adapter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RJ45 Ethernet port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22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76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DEVELOPMENT/IMPLEMENTATION SCHEDULE</a:t>
            </a:r>
            <a:endParaRPr lang="ko-KR" alt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620688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prototype by 1/26/16</a:t>
            </a:r>
            <a:b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(both hardware and firmware)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Bench test at </a:t>
            </a: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Woojin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lab by 1/29/16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On-site demo and DTS/</a:t>
            </a: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Rotem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acceptance by week of 2/1/16 </a:t>
            </a:r>
            <a:b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(with 1 controller)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Delivery of all 5 switches by end of Feb. 2016</a:t>
            </a:r>
          </a:p>
        </p:txBody>
      </p:sp>
    </p:spTree>
    <p:extLst>
      <p:ext uri="{BB962C8B-B14F-4D97-AF65-F5344CB8AC3E}">
        <p14:creationId xmlns:p14="http://schemas.microsoft.com/office/powerpoint/2010/main" val="1522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146</Words>
  <Application>Microsoft Office PowerPoint</Application>
  <PresentationFormat>화면 슬라이드 쇼(4:3)</PresentationFormat>
  <Paragraphs>42</Paragraphs>
  <Slides>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ANTS</dc:creator>
  <cp:lastModifiedBy>J. S. Jeong</cp:lastModifiedBy>
  <cp:revision>34</cp:revision>
  <dcterms:created xsi:type="dcterms:W3CDTF">2015-09-10T05:32:55Z</dcterms:created>
  <dcterms:modified xsi:type="dcterms:W3CDTF">2016-01-04T07:29:18Z</dcterms:modified>
</cp:coreProperties>
</file>