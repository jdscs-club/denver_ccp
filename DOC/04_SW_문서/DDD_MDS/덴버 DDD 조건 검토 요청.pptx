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6988175" cy="9906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2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525252"/>
    <a:srgbClr val="454545"/>
    <a:srgbClr val="3A3A3A"/>
    <a:srgbClr val="6699FF"/>
    <a:srgbClr val="9BA9FF"/>
    <a:srgbClr val="B8C6F2"/>
    <a:srgbClr val="232ED5"/>
    <a:srgbClr val="505AE2"/>
    <a:srgbClr val="3D4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67" autoAdjust="0"/>
    <p:restoredTop sz="94775" autoAdjust="0"/>
  </p:normalViewPr>
  <p:slideViewPr>
    <p:cSldViewPr>
      <p:cViewPr varScale="1">
        <p:scale>
          <a:sx n="92" d="100"/>
          <a:sy n="92" d="100"/>
        </p:scale>
        <p:origin x="3333" y="62"/>
      </p:cViewPr>
      <p:guideLst>
        <p:guide orient="horz" pos="3120"/>
        <p:guide pos="2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0AD87017-A65A-42D4-A501-A150453B371F}" type="datetimeFigureOut">
              <a:rPr lang="ko-KR" altLang="en-US" smtClean="0"/>
              <a:pPr/>
              <a:t>2018-05-16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84438975-6FD6-455A-B07D-34B4DF342EE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4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2C115201-D107-4D71-86EC-BF387F4203A0}" type="datetimeFigureOut">
              <a:rPr lang="ko-KR" altLang="en-US" smtClean="0"/>
              <a:pPr/>
              <a:t>2018-05-16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739775"/>
            <a:ext cx="260826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73" tIns="45836" rIns="91673" bIns="458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2"/>
          </a:xfrm>
          <a:prstGeom prst="rect">
            <a:avLst/>
          </a:prstGeom>
        </p:spPr>
        <p:txBody>
          <a:bodyPr vert="horz" lIns="91673" tIns="45836" rIns="91673" bIns="45836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92E9BB83-427B-4420-95D0-6EF6238F95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1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59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4114" y="3077283"/>
            <a:ext cx="5939949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48227" y="5613400"/>
            <a:ext cx="4891723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BDDB-0707-7646-9563-4A3EE71E5328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5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0E6D-CF1D-9548-9B04-D60D79177849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9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18" y="6365524"/>
            <a:ext cx="5939949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2018" y="4198588"/>
            <a:ext cx="5939949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DCE7-9D27-394D-8DFE-562DA04A45BA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8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9409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52322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5CED-8B7D-FF45-B3AC-38F23ABFA2CF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3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217385"/>
            <a:ext cx="3087658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9409" y="3141486"/>
            <a:ext cx="3087658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549896" y="2217385"/>
            <a:ext cx="3088870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549896" y="3141486"/>
            <a:ext cx="3088870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BCFB-1597-4246-B82C-9EA6DEA5B0CE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4E1D-0F10-FA4B-A6AD-D4255A0436C2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87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23EFFE-E7BB-6847-8704-83DC0459DDE9}" type="datetime1">
              <a:rPr lang="ko-KR" altLang="en-US" smtClean="0"/>
              <a:t>2018-05-16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2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9409" y="394405"/>
            <a:ext cx="2299061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2182" y="394408"/>
            <a:ext cx="3906584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9409" y="2072924"/>
            <a:ext cx="2299061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473B-3A20-2740-A7E9-A8A4D89DEA6F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69731" y="6934200"/>
            <a:ext cx="4192905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69731" y="885119"/>
            <a:ext cx="4192905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69731" y="7752822"/>
            <a:ext cx="4192905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BD871-06F1-5E4C-B348-71D799677FE6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66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6E2-4F28-9646-8461-8FF95A94227E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6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066428" y="396701"/>
            <a:ext cx="1572339" cy="845220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9410" y="396701"/>
            <a:ext cx="4600549" cy="845220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287B-9B14-C244-88CB-8120E239F20A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5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9409" y="396699"/>
            <a:ext cx="6289358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311402"/>
            <a:ext cx="6289358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9409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BB08-587F-274D-B532-4A0C63B51238}" type="datetime1">
              <a:rPr lang="ko-KR" altLang="en-US" smtClean="0"/>
              <a:t>2018-05-16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87627" y="9181397"/>
            <a:ext cx="22129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008192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0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65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201258" y="2396429"/>
            <a:ext cx="6585660" cy="6784967"/>
          </a:xfrm>
          <a:prstGeom prst="rect">
            <a:avLst/>
          </a:prstGeom>
        </p:spPr>
        <p:txBody>
          <a:bodyPr wrap="square" numCol="1" spcCol="180000">
            <a:norm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err="1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조건문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lvl="0">
              <a:lnSpc>
                <a:spcPct val="110000"/>
              </a:lnSpc>
            </a:pP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 “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정상적인 </a:t>
            </a:r>
            <a:r>
              <a:rPr lang="en-US" altLang="ko-KR" sz="1400" b="1" dirty="0" err="1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Vac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조건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OR “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정상적인 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 Power” </a:t>
            </a:r>
            <a:r>
              <a:rPr lang="ko-KR" altLang="en-US" sz="1400" b="1" dirty="0" err="1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일때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고장을 기록한다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#1 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조건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lvl="0">
              <a:lnSpc>
                <a:spcPct val="110000"/>
              </a:lnSpc>
            </a:pP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정상적인 </a:t>
            </a:r>
            <a:r>
              <a:rPr lang="en-US" altLang="ko-KR" sz="1400" b="1" dirty="0" err="1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Vac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조건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”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은 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APU 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장치 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Status Data  - Index 18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검토 요청</a:t>
            </a: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#2 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조건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lvl="0">
              <a:lnSpc>
                <a:spcPct val="110000"/>
              </a:lnSpc>
            </a:pPr>
            <a:r>
              <a:rPr lang="en-US" altLang="ko-KR" sz="25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“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정상적인 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Shop Power” 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은 </a:t>
            </a:r>
            <a:r>
              <a:rPr lang="en-US" altLang="ko-KR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APU 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장치 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Parameter Data – ID 3</a:t>
            </a: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1400" b="1" dirty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검토 요청</a:t>
            </a: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 smtClean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400" b="1" dirty="0">
              <a:solidFill>
                <a:srgbClr val="1A338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81719" y="1730626"/>
            <a:ext cx="6336703" cy="152388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덴버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MDS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장치 고장 기록 관련하여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장치 고장이 아닌 차량 운영 조건에 따른 허 고장을 </a:t>
            </a:r>
            <a:r>
              <a:rPr lang="ko-KR" altLang="en-US" sz="900" dirty="0" err="1" smtClean="0">
                <a:latin typeface="Verdana" pitchFamily="34" charset="0"/>
                <a:cs typeface="Verdana" pitchFamily="34" charset="0"/>
              </a:rPr>
              <a:t>필터링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하기 위한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DDD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문서 조건을 정리하여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검토 요청 합니다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  <a:endParaRPr lang="en-US" altLang="ko-KR" sz="900" dirty="0">
              <a:latin typeface="Verdana" pitchFamily="34" charset="0"/>
              <a:cs typeface="Verdana" pitchFamily="34" charset="0"/>
              <a:sym typeface="Wingdings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228600" indent="-228600" algn="just">
              <a:lnSpc>
                <a:spcPts val="1400"/>
              </a:lnSpc>
              <a:buAutoNum type="arabicParenR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 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  <a:endParaRPr lang="en-US" altLang="ko-KR" sz="2000" b="1" dirty="0" smtClean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DDD Equations 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검토 요청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</a:t>
            </a:fld>
            <a:endParaRPr kumimoji="0"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213" y="4003797"/>
            <a:ext cx="3377994" cy="19001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39" y="7161071"/>
            <a:ext cx="3526425" cy="1983613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457421"/>
              </p:ext>
            </p:extLst>
          </p:nvPr>
        </p:nvGraphicFramePr>
        <p:xfrm>
          <a:off x="5247415" y="4054906"/>
          <a:ext cx="1152128" cy="172667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3660889385"/>
                    </a:ext>
                  </a:extLst>
                </a:gridCol>
              </a:tblGrid>
              <a:tr h="1116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smtClean="0">
                          <a:effectLst/>
                        </a:rPr>
                        <a:t>전원 </a:t>
                      </a:r>
                      <a:r>
                        <a:rPr lang="en-US" sz="900" u="none" strike="noStrike" dirty="0" smtClean="0">
                          <a:effectLst/>
                        </a:rPr>
                        <a:t>AC</a:t>
                      </a:r>
                      <a:r>
                        <a:rPr lang="en-US" sz="900" u="none" strike="noStrike" baseline="0" dirty="0" smtClean="0">
                          <a:effectLst/>
                        </a:rPr>
                        <a:t> </a:t>
                      </a:r>
                      <a:r>
                        <a:rPr lang="ko-KR" altLang="en-US" sz="900" u="none" strike="noStrike" baseline="0" dirty="0" smtClean="0">
                          <a:effectLst/>
                        </a:rPr>
                        <a:t>장치 리스트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94450569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FDI 1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174114"/>
                  </a:ext>
                </a:extLst>
              </a:tr>
              <a:tr h="1226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SDI 1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4588780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SDI 2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2020461"/>
                  </a:ext>
                </a:extLst>
              </a:tr>
              <a:tr h="1874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SDI 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3558157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SDI 4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8997566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VRX 1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51561428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VRX 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4713110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VRX 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9346129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VRX 4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586959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VRX 5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9497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95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13305</TotalTime>
  <Words>124</Words>
  <Application>Microsoft Office PowerPoint</Application>
  <PresentationFormat>사용자 지정</PresentationFormat>
  <Paragraphs>39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Times New Roman</vt:lpstr>
      <vt:lpstr>Verdana</vt:lpstr>
      <vt:lpstr>Wingdings</vt:lpstr>
      <vt:lpstr>Office 테마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장 덕수</cp:lastModifiedBy>
  <cp:revision>538</cp:revision>
  <cp:lastPrinted>2011-01-12T12:08:54Z</cp:lastPrinted>
  <dcterms:created xsi:type="dcterms:W3CDTF">2006-10-05T04:04:58Z</dcterms:created>
  <dcterms:modified xsi:type="dcterms:W3CDTF">2018-05-16T04:29:52Z</dcterms:modified>
</cp:coreProperties>
</file>