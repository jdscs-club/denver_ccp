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6988175" cy="9906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2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525252"/>
    <a:srgbClr val="454545"/>
    <a:srgbClr val="3A3A3A"/>
    <a:srgbClr val="6699FF"/>
    <a:srgbClr val="9BA9FF"/>
    <a:srgbClr val="B8C6F2"/>
    <a:srgbClr val="232ED5"/>
    <a:srgbClr val="505AE2"/>
    <a:srgbClr val="3D4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7" autoAdjust="0"/>
    <p:restoredTop sz="94775" autoAdjust="0"/>
  </p:normalViewPr>
  <p:slideViewPr>
    <p:cSldViewPr>
      <p:cViewPr varScale="1">
        <p:scale>
          <a:sx n="78" d="100"/>
          <a:sy n="78" d="100"/>
        </p:scale>
        <p:origin x="2835" y="72"/>
      </p:cViewPr>
      <p:guideLst>
        <p:guide orient="horz" pos="3120"/>
        <p:guide pos="22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0AD87017-A65A-42D4-A501-A150453B371F}" type="datetimeFigureOut">
              <a:rPr lang="ko-KR" altLang="en-US" smtClean="0"/>
              <a:pPr/>
              <a:t>2018-01-11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84438975-6FD6-455A-B07D-34B4DF342EE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24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2C115201-D107-4D71-86EC-BF387F4203A0}" type="datetimeFigureOut">
              <a:rPr lang="ko-KR" altLang="en-US" smtClean="0"/>
              <a:pPr/>
              <a:t>2018-01-11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739775"/>
            <a:ext cx="260826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73" tIns="45836" rIns="91673" bIns="458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2"/>
          </a:xfrm>
          <a:prstGeom prst="rect">
            <a:avLst/>
          </a:prstGeom>
        </p:spPr>
        <p:txBody>
          <a:bodyPr vert="horz" lIns="91673" tIns="45836" rIns="91673" bIns="45836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92E9BB83-427B-4420-95D0-6EF6238F95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41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5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24114" y="3077283"/>
            <a:ext cx="5939949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48227" y="5613400"/>
            <a:ext cx="4891723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BDDB-0707-7646-9563-4A3EE71E5328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5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0E6D-CF1D-9548-9B04-D60D79177849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9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18" y="6365524"/>
            <a:ext cx="5939949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2018" y="4198588"/>
            <a:ext cx="5939949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DCE7-9D27-394D-8DFE-562DA04A45BA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8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9409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52322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35CED-8B7D-FF45-B3AC-38F23ABFA2CF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3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217385"/>
            <a:ext cx="3087658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9409" y="3141486"/>
            <a:ext cx="3087658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549896" y="2217385"/>
            <a:ext cx="3088870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549896" y="3141486"/>
            <a:ext cx="3088870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BCFB-1597-4246-B82C-9EA6DEA5B0CE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7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4E1D-0F10-FA4B-A6AD-D4255A0436C2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87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23EFFE-E7BB-6847-8704-83DC0459DDE9}" type="datetime1">
              <a:rPr lang="ko-KR" altLang="en-US" smtClean="0"/>
              <a:t>2018-01-11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25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9409" y="394405"/>
            <a:ext cx="2299061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32182" y="394408"/>
            <a:ext cx="3906584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9409" y="2072924"/>
            <a:ext cx="2299061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473B-3A20-2740-A7E9-A8A4D89DEA6F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9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69731" y="6934200"/>
            <a:ext cx="4192905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69731" y="885119"/>
            <a:ext cx="4192905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69731" y="7752822"/>
            <a:ext cx="4192905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BD871-06F1-5E4C-B348-71D799677FE6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66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6E2-4F28-9646-8461-8FF95A94227E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06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5066428" y="396701"/>
            <a:ext cx="1572339" cy="845220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9410" y="396701"/>
            <a:ext cx="4600549" cy="845220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287B-9B14-C244-88CB-8120E239F20A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5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9409" y="396699"/>
            <a:ext cx="6289358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311402"/>
            <a:ext cx="6289358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9409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BB08-587F-274D-B532-4A0C63B51238}" type="datetime1">
              <a:rPr lang="ko-KR" altLang="en-US" smtClean="0"/>
              <a:t>2018-01-11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87627" y="9181397"/>
            <a:ext cx="22129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008192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0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65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181719" y="1730626"/>
            <a:ext cx="6336703" cy="171020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덴버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RTD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프로젝트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COMM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장치와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MDS </a:t>
            </a:r>
            <a:r>
              <a:rPr lang="ko-KR" altLang="en-US" sz="900" dirty="0" err="1" smtClean="0">
                <a:latin typeface="Verdana" pitchFamily="34" charset="0"/>
                <a:cs typeface="Verdana" pitchFamily="34" charset="0"/>
              </a:rPr>
              <a:t>장치간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통신 고장에 대한 원인 분석을 실시 하였으며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내용은 다음과 같다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228600" indent="-228600" algn="just">
              <a:lnSpc>
                <a:spcPts val="1400"/>
              </a:lnSpc>
              <a:buAutoNum type="arabicParenR"/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CAB Change 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고장 발생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: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각 노선의 마지막 역에서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CAB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change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가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발생 하며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 CAB Change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변경에 따른 차량 </a:t>
            </a:r>
            <a:r>
              <a:rPr lang="ko-KR" altLang="en-US" sz="900" dirty="0" err="1" smtClean="0">
                <a:latin typeface="Verdana" pitchFamily="34" charset="0"/>
                <a:cs typeface="Verdana" pitchFamily="34" charset="0"/>
              </a:rPr>
              <a:t>중련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정보 확인을 위해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“Inauguration” 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동작을 실시 하는데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 “Inauguration”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동작 중에는 하부 장치 통신을 차단한다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 </a:t>
            </a: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이 과정에서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MDS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장치와 통신 고장이 다수 발생 하며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지속적으로 누적 되고 있다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ko-KR" altLang="en-US" sz="900" b="1" dirty="0" smtClean="0">
                <a:latin typeface="Verdana" pitchFamily="34" charset="0"/>
                <a:cs typeface="Verdana" pitchFamily="34" charset="0"/>
              </a:rPr>
              <a:t>따라서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</a:rPr>
              <a:t>, “Inauguration” 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</a:rPr>
              <a:t>시작 부터 끝나는 시점 까지 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</a:rPr>
              <a:t>MDS </a:t>
            </a:r>
            <a:r>
              <a:rPr lang="ko-KR" altLang="en-US" sz="900" b="1" dirty="0" err="1" smtClean="0">
                <a:latin typeface="Verdana" pitchFamily="34" charset="0"/>
                <a:cs typeface="Verdana" pitchFamily="34" charset="0"/>
              </a:rPr>
              <a:t>하부장치</a:t>
            </a:r>
            <a:r>
              <a:rPr lang="ko-KR" altLang="en-US" sz="900" b="1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</a:rPr>
              <a:t>통신 상태 체크 동작을 예외 처리 한다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b="1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</a:rPr>
              <a:t>(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</a:rPr>
              <a:t>그림에서 녹색 블록 타임 동안 </a:t>
            </a:r>
            <a:r>
              <a:rPr lang="ko-KR" altLang="en-US" sz="900" b="1" dirty="0" err="1" smtClean="0">
                <a:latin typeface="Verdana" pitchFamily="34" charset="0"/>
                <a:cs typeface="Verdana" pitchFamily="34" charset="0"/>
              </a:rPr>
              <a:t>하부장치</a:t>
            </a:r>
            <a:r>
              <a:rPr lang="ko-KR" altLang="en-US" sz="900" b="1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</a:rPr>
              <a:t>통신 데이터 체크를 예외 처리 한다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</a:rPr>
              <a:t>.)</a:t>
            </a: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  <a:sym typeface="Wingdings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  <a:sym typeface="Wingdings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DENVER RTD</a:t>
            </a: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1.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MDS 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고장 발생 원인 및 조치 방안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>
          <a:xfrm>
            <a:off x="5031866" y="9216510"/>
            <a:ext cx="1630574" cy="527403"/>
          </a:xfrm>
        </p:spPr>
        <p:txBody>
          <a:bodyPr/>
          <a:lstStyle/>
          <a:p>
            <a:fld id="{CA15C064-DD44-4CAC-873E-2D1F54821676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30" name="직사각형 29"/>
          <p:cNvSpPr/>
          <p:nvPr/>
        </p:nvSpPr>
        <p:spPr>
          <a:xfrm>
            <a:off x="395958" y="5889104"/>
            <a:ext cx="6196260" cy="2814716"/>
          </a:xfrm>
          <a:prstGeom prst="rect">
            <a:avLst/>
          </a:prstGeom>
        </p:spPr>
        <p:txBody>
          <a:bodyPr wrap="square" numCol="1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2) Content data Update &amp; Reboot</a:t>
            </a: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-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모든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COMM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장치는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AM 02:00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에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CRA –CNCS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장치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Windows OS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를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Reboot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한다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  - Reboot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하는 동안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OCC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와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FTP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인터페이스를 실시하며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새로운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Content data Update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를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실시한다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- FTP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인터페이스 상태에 따라 그 시간을 최소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10</a:t>
            </a:r>
            <a:r>
              <a:rPr lang="ko-KR" altLang="en-US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~ 30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분까지 소유 된다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   -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이 과정에서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MDS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고장이 발생하며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,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  <a:sym typeface="Wingdings"/>
              </a:rPr>
              <a:t>지속적으로 누적 되고 있다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  <a:endParaRPr lang="en-US" altLang="ko-KR" sz="900" dirty="0">
              <a:latin typeface="Verdana" pitchFamily="34" charset="0"/>
              <a:cs typeface="Verdana" pitchFamily="34" charset="0"/>
              <a:sym typeface="Wingdings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b="1" dirty="0" smtClean="0">
                <a:latin typeface="Verdana" pitchFamily="34" charset="0"/>
                <a:cs typeface="Verdana" pitchFamily="34" charset="0"/>
                <a:sym typeface="Wingdings"/>
              </a:rPr>
              <a:t>따라서 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  <a:sym typeface="Wingdings"/>
              </a:rPr>
              <a:t>AM 01 : 50 ~ 02 : 40 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  <a:sym typeface="Wingdings"/>
              </a:rPr>
              <a:t>분 까지 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  <a:sym typeface="Wingdings"/>
              </a:rPr>
              <a:t>MDS 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  <a:sym typeface="Wingdings"/>
              </a:rPr>
              <a:t>하부</a:t>
            </a:r>
            <a:r>
              <a:rPr lang="en-US" altLang="ko-KR" sz="900" b="1" dirty="0">
                <a:latin typeface="Verdana" pitchFamily="34" charset="0"/>
                <a:cs typeface="Verdana" pitchFamily="34" charset="0"/>
                <a:sym typeface="Wingdings"/>
              </a:rPr>
              <a:t> 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  <a:sym typeface="Wingdings"/>
              </a:rPr>
              <a:t>장치 통신 상태 체크 동작을 예외 처리 한다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  <a:sym typeface="Wingdings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en-US" altLang="ko-KR" sz="900" b="1" dirty="0" smtClean="0">
                <a:latin typeface="Verdana" pitchFamily="34" charset="0"/>
                <a:cs typeface="Verdana" pitchFamily="34" charset="0"/>
                <a:sym typeface="Wingdings"/>
              </a:rPr>
              <a:t>(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  <a:sym typeface="Wingdings"/>
              </a:rPr>
              <a:t>그림에서 녹색 블록 타임 동안 </a:t>
            </a:r>
            <a:r>
              <a:rPr lang="ko-KR" altLang="en-US" sz="900" b="1" dirty="0" err="1" smtClean="0">
                <a:latin typeface="Verdana" pitchFamily="34" charset="0"/>
                <a:cs typeface="Verdana" pitchFamily="34" charset="0"/>
                <a:sym typeface="Wingdings"/>
              </a:rPr>
              <a:t>하부장치</a:t>
            </a:r>
            <a:r>
              <a:rPr lang="ko-KR" altLang="en-US" sz="900" b="1" dirty="0" smtClean="0">
                <a:latin typeface="Verdana" pitchFamily="34" charset="0"/>
                <a:cs typeface="Verdana" pitchFamily="34" charset="0"/>
                <a:sym typeface="Wingdings"/>
              </a:rPr>
              <a:t> 통신 데이터 체크를 예외 처리 한다</a:t>
            </a:r>
            <a:r>
              <a:rPr lang="en-US" altLang="ko-KR" sz="900" b="1" dirty="0" smtClean="0">
                <a:latin typeface="Verdana" pitchFamily="34" charset="0"/>
                <a:cs typeface="Verdana" pitchFamily="34" charset="0"/>
                <a:sym typeface="Wingdings"/>
              </a:rPr>
              <a:t>.)</a:t>
            </a: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  <a:sym typeface="Wingdings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15" y="3224808"/>
            <a:ext cx="6496546" cy="257765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32" y="7296462"/>
            <a:ext cx="5462475" cy="19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5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13246</TotalTime>
  <Words>235</Words>
  <Application>Microsoft Office PowerPoint</Application>
  <PresentationFormat>사용자 지정</PresentationFormat>
  <Paragraphs>22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Times New Roman</vt:lpstr>
      <vt:lpstr>Verdana</vt:lpstr>
      <vt:lpstr>Wingdings</vt:lpstr>
      <vt:lpstr>Office 테마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장덕수</cp:lastModifiedBy>
  <cp:revision>540</cp:revision>
  <cp:lastPrinted>2011-01-12T12:08:54Z</cp:lastPrinted>
  <dcterms:created xsi:type="dcterms:W3CDTF">2006-10-05T04:04:58Z</dcterms:created>
  <dcterms:modified xsi:type="dcterms:W3CDTF">2018-01-11T09:05:41Z</dcterms:modified>
</cp:coreProperties>
</file>