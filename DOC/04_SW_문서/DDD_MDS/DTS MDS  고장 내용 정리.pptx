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21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0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43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6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3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35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72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29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99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5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8DA6-B36C-4EDC-8C53-511EA4250A37}" type="datetimeFigureOut">
              <a:rPr lang="ko-KR" altLang="en-US" smtClean="0"/>
              <a:t>2018-02-07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39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cid:1327819786@ae26c748-d3b1-4312-9539-a2bece24590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480121" y="324924"/>
            <a:ext cx="5552440" cy="4217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MDS Fault </a:t>
            </a:r>
            <a:r>
              <a:rPr lang="ko-KR" altLang="en-US" smtClean="0">
                <a:solidFill>
                  <a:schemeClr val="tx1"/>
                </a:solidFill>
              </a:rPr>
              <a:t>분석 자료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31379" y="115615"/>
            <a:ext cx="11913475" cy="6582678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 descr="cid:1327819786@ae26c748-d3b1-4312-9539-a2bece245903"/>
          <p:cNvPicPr/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732" y="1423439"/>
            <a:ext cx="5704400" cy="4374849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</p:pic>
      <p:sp>
        <p:nvSpPr>
          <p:cNvPr id="28" name="직사각형 27"/>
          <p:cNvSpPr/>
          <p:nvPr/>
        </p:nvSpPr>
        <p:spPr>
          <a:xfrm>
            <a:off x="6570760" y="1423439"/>
            <a:ext cx="180769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고장 분석 결과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460646" y="1810626"/>
            <a:ext cx="54296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차량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(4061,4007)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고장내역 상세 분석결과 특정상황에서 </a:t>
            </a:r>
            <a:r>
              <a:rPr lang="ko-KR" altLang="en-US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발생되는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장치의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동작 </a:t>
            </a:r>
            <a:endParaRPr lang="en-US" altLang="ko-KR" sz="120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lang="ko-KR" altLang="en-US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상태를 고장으로 검지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①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CAB Change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하부 장치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동작상태를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고장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으로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ko-KR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</a:t>
            </a:r>
            <a:r>
              <a:rPr lang="ko-KR" altLang="en-US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</a:t>
            </a:r>
            <a:endParaRPr lang="en-US" altLang="ko-KR" sz="120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20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우진산전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SW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처리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알고리즘 오류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수정 진행중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②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윈도우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rebooting (AM 02:00)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COMM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장치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동작상태를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고장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으로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ko-KR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검지</a:t>
            </a:r>
            <a:endParaRPr lang="en-US" altLang="ko-KR" sz="120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우진산전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SW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처리</a:t>
            </a:r>
            <a:r>
              <a:rPr lang="en-US" altLang="ko-KR" sz="12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알고리즘 오류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수정 진행중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③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차량 중련 시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C/I Position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정보 변경을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고장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으로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검지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20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정상적인 </a:t>
            </a:r>
            <a:r>
              <a:rPr lang="en-US" altLang="ko-KR" sz="1200" dirty="0">
                <a:solidFill>
                  <a:srgbClr val="FF0000"/>
                </a:solidFill>
              </a:rPr>
              <a:t>Other C/I Fault </a:t>
            </a:r>
            <a:r>
              <a:rPr lang="en-US" altLang="ko-KR" sz="1200" dirty="0" smtClean="0">
                <a:solidFill>
                  <a:srgbClr val="FF0000"/>
                </a:solidFill>
              </a:rPr>
              <a:t>Condition </a:t>
            </a:r>
            <a:r>
              <a:rPr lang="ko-KR" altLang="en-US" sz="1200" smtClean="0">
                <a:solidFill>
                  <a:srgbClr val="FF0000"/>
                </a:solidFill>
              </a:rPr>
              <a:t>발생 경우 와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정상적인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CAB Change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</a:t>
            </a:r>
            <a:r>
              <a:rPr lang="en-US" altLang="ko-KR" sz="12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따른 위치 변경을 고장으로 처리 하는 경우 발생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로템 전민성 대리를 통해 내용 확인중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.</a:t>
            </a:r>
            <a:endParaRPr lang="en-US" altLang="ko-KR" sz="1200" dirty="0"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④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차량 기지에서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DC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파워 만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ON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하고 작업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(AC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전원 미 투입 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고장으로 </a:t>
            </a:r>
            <a:r>
              <a:rPr lang="ko-KR" altLang="en-US" sz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검지</a:t>
            </a:r>
            <a:endParaRPr lang="en-US" altLang="ko-KR" sz="120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smtClean="0"/>
              <a:t>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로템 김태훈 차장인 덴버 출장시 우진 이도현 대리와 확인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.</a:t>
            </a: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     </a:t>
            </a:r>
            <a:r>
              <a:rPr lang="ko-KR" altLang="en-US" sz="120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⇒ </a:t>
            </a:r>
            <a:r>
              <a:rPr lang="ko-KR" altLang="en-US" sz="120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로템 전민성 대리를 통해 내용 확인중</a:t>
            </a:r>
            <a:r>
              <a:rPr lang="en-US" altLang="ko-KR" sz="12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.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Arial"/>
              </a:rPr>
              <a:t>   </a:t>
            </a:r>
          </a:p>
          <a:p>
            <a:pPr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5408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/>
          <p:cNvSpPr/>
          <p:nvPr/>
        </p:nvSpPr>
        <p:spPr>
          <a:xfrm>
            <a:off x="131379" y="115615"/>
            <a:ext cx="11913475" cy="6582678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/>
          <p:cNvGrpSpPr/>
          <p:nvPr/>
        </p:nvGrpSpPr>
        <p:grpSpPr>
          <a:xfrm>
            <a:off x="2912594" y="1570896"/>
            <a:ext cx="8060620" cy="1946441"/>
            <a:chOff x="1745947" y="1203159"/>
            <a:chExt cx="8060620" cy="194644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947" y="1695394"/>
              <a:ext cx="7908838" cy="1454206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4559300" y="2000250"/>
              <a:ext cx="1447800" cy="146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/>
            <p:cNvCxnSpPr>
              <a:endCxn id="6" idx="1"/>
            </p:cNvCxnSpPr>
            <p:nvPr/>
          </p:nvCxnSpPr>
          <p:spPr>
            <a:xfrm>
              <a:off x="3778250" y="1457325"/>
              <a:ext cx="781050" cy="61595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/>
            <p:cNvSpPr/>
            <p:nvPr/>
          </p:nvSpPr>
          <p:spPr>
            <a:xfrm>
              <a:off x="4565650" y="2616200"/>
              <a:ext cx="1447800" cy="146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3778250" y="1457325"/>
              <a:ext cx="781050" cy="123190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141980" y="1203159"/>
              <a:ext cx="12346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1) CI </a:t>
              </a:r>
              <a:r>
                <a:rPr lang="ko-KR" altLang="en-US" sz="1200" smtClean="0">
                  <a:solidFill>
                    <a:srgbClr val="FF0000"/>
                  </a:solidFill>
                </a:rPr>
                <a:t>고장 발생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  <p:sp>
          <p:nvSpPr>
            <p:cNvPr id="24" name="아래쪽 화살표 23"/>
            <p:cNvSpPr/>
            <p:nvPr/>
          </p:nvSpPr>
          <p:spPr>
            <a:xfrm>
              <a:off x="5820833" y="2247900"/>
              <a:ext cx="192617" cy="174597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아래쪽 화살표 24"/>
            <p:cNvSpPr/>
            <p:nvPr/>
          </p:nvSpPr>
          <p:spPr>
            <a:xfrm>
              <a:off x="5810038" y="2904779"/>
              <a:ext cx="192617" cy="174597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/>
            <p:cNvCxnSpPr>
              <a:endCxn id="24" idx="0"/>
            </p:cNvCxnSpPr>
            <p:nvPr/>
          </p:nvCxnSpPr>
          <p:spPr>
            <a:xfrm flipH="1">
              <a:off x="5917142" y="1906375"/>
              <a:ext cx="953558" cy="34152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endCxn id="25" idx="0"/>
            </p:cNvCxnSpPr>
            <p:nvPr/>
          </p:nvCxnSpPr>
          <p:spPr>
            <a:xfrm flipH="1">
              <a:off x="5906347" y="1913553"/>
              <a:ext cx="964353" cy="99122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6829213" y="1738956"/>
              <a:ext cx="2977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) CI </a:t>
              </a:r>
              <a:r>
                <a:rPr lang="ko-KR" altLang="en-US" sz="1200" smtClean="0">
                  <a:solidFill>
                    <a:srgbClr val="FF0000"/>
                  </a:solidFill>
                </a:rPr>
                <a:t>장치 고장에 따른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C/I Position </a:t>
              </a:r>
              <a:r>
                <a:rPr lang="ko-KR" altLang="en-US" sz="1200" smtClean="0">
                  <a:solidFill>
                    <a:srgbClr val="FF0000"/>
                  </a:solidFill>
                </a:rPr>
                <a:t>변경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2916766" y="4476149"/>
            <a:ext cx="8505071" cy="1553175"/>
            <a:chOff x="1745947" y="3831357"/>
            <a:chExt cx="8505071" cy="15531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947" y="4279032"/>
              <a:ext cx="8026703" cy="1105500"/>
            </a:xfrm>
            <a:prstGeom prst="rect">
              <a:avLst/>
            </a:prstGeom>
          </p:spPr>
        </p:pic>
        <p:sp>
          <p:nvSpPr>
            <p:cNvPr id="33" name="직사각형 32"/>
            <p:cNvSpPr/>
            <p:nvPr/>
          </p:nvSpPr>
          <p:spPr>
            <a:xfrm>
              <a:off x="4601633" y="4268619"/>
              <a:ext cx="1411817" cy="2423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24013" y="3831357"/>
              <a:ext cx="12458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1) CAB Change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  <p:cxnSp>
          <p:nvCxnSpPr>
            <p:cNvPr id="35" name="직선 화살표 연결선 34"/>
            <p:cNvCxnSpPr>
              <a:stCxn id="34" idx="2"/>
              <a:endCxn id="33" idx="1"/>
            </p:cNvCxnSpPr>
            <p:nvPr/>
          </p:nvCxnSpPr>
          <p:spPr>
            <a:xfrm>
              <a:off x="3946940" y="4108356"/>
              <a:ext cx="654693" cy="28144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아래쪽 화살표 37"/>
            <p:cNvSpPr/>
            <p:nvPr/>
          </p:nvSpPr>
          <p:spPr>
            <a:xfrm>
              <a:off x="5810037" y="4537155"/>
              <a:ext cx="192618" cy="754803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139269" y="4554783"/>
              <a:ext cx="31117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) CAB Change </a:t>
              </a:r>
              <a:r>
                <a:rPr lang="ko-KR" altLang="en-US" sz="1200" smtClean="0">
                  <a:solidFill>
                    <a:srgbClr val="FF0000"/>
                  </a:solidFill>
                </a:rPr>
                <a:t>에 따른 위치 정보 변경을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ko-KR" altLang="en-US" sz="1200" smtClean="0">
                  <a:solidFill>
                    <a:srgbClr val="FF0000"/>
                  </a:solidFill>
                </a:rPr>
                <a:t>고장으로 처리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  <p:cxnSp>
          <p:nvCxnSpPr>
            <p:cNvPr id="40" name="직선 화살표 연결선 39"/>
            <p:cNvCxnSpPr>
              <a:stCxn id="39" idx="1"/>
            </p:cNvCxnSpPr>
            <p:nvPr/>
          </p:nvCxnSpPr>
          <p:spPr>
            <a:xfrm flipH="1">
              <a:off x="5939489" y="4785616"/>
              <a:ext cx="1199780" cy="4616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직사각형 44"/>
          <p:cNvSpPr/>
          <p:nvPr/>
        </p:nvSpPr>
        <p:spPr>
          <a:xfrm>
            <a:off x="532673" y="1408953"/>
            <a:ext cx="354564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CI </a:t>
            </a:r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장치 고장에 따른 정상적인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Position </a:t>
            </a:r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변경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37776" y="4354319"/>
            <a:ext cx="354564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CAB change</a:t>
            </a:r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고장으로 처리한 부분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480121" y="324924"/>
            <a:ext cx="5552440" cy="4217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MDS Fault </a:t>
            </a:r>
            <a:r>
              <a:rPr lang="ko-KR" altLang="en-US" smtClean="0">
                <a:solidFill>
                  <a:schemeClr val="tx1"/>
                </a:solidFill>
              </a:rPr>
              <a:t>분석 자료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843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4400</TotalTime>
  <Words>202</Words>
  <Application>Microsoft Office PowerPoint</Application>
  <PresentationFormat>와이드스크린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현대하모니 L</vt:lpstr>
      <vt:lpstr>현대하모니 M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26</cp:revision>
  <dcterms:created xsi:type="dcterms:W3CDTF">2017-12-20T17:10:23Z</dcterms:created>
  <dcterms:modified xsi:type="dcterms:W3CDTF">2018-02-07T09:31:18Z</dcterms:modified>
</cp:coreProperties>
</file>