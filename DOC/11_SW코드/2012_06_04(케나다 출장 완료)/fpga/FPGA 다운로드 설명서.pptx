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0" r:id="rId1"/>
  </p:sldMasterIdLst>
  <p:sldIdLst>
    <p:sldId id="256" r:id="rId2"/>
    <p:sldId id="257" r:id="rId3"/>
    <p:sldId id="258" r:id="rId4"/>
  </p:sldIdLst>
  <p:sldSz cx="9906000" cy="6858000" type="A4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장덕수" initials="장" lastIdx="1" clrIdx="0">
    <p:extLst>
      <p:ext uri="{19B8F6BF-5375-455C-9EA6-DF929625EA0E}">
        <p15:presenceInfo xmlns:p15="http://schemas.microsoft.com/office/powerpoint/2012/main" userId="ba8d4ba8c1099fb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64" autoAdjust="0"/>
    <p:restoredTop sz="94660"/>
  </p:normalViewPr>
  <p:slideViewPr>
    <p:cSldViewPr snapToGrid="0">
      <p:cViewPr varScale="1">
        <p:scale>
          <a:sx n="97" d="100"/>
          <a:sy n="97" d="100"/>
        </p:scale>
        <p:origin x="2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4530"/>
            <a:ext cx="8420100" cy="2387600"/>
          </a:xfrm>
        </p:spPr>
        <p:txBody>
          <a:bodyPr anchor="b">
            <a:normAutofit/>
          </a:bodyPr>
          <a:lstStyle>
            <a:lvl1pPr algn="ctr">
              <a:defRPr sz="600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altLang="ko-KR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10499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9722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2950" y="1712423"/>
            <a:ext cx="8420100" cy="2851208"/>
          </a:xfrm>
        </p:spPr>
        <p:txBody>
          <a:bodyPr anchor="b">
            <a:normAutofit/>
          </a:bodyPr>
          <a:lstStyle>
            <a:lvl1pPr>
              <a:defRPr sz="60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4552635"/>
            <a:ext cx="84201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40808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42949" y="1828802"/>
            <a:ext cx="4153767" cy="435133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2" y="1828802"/>
            <a:ext cx="4148138" cy="4351337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9910347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49" y="1681852"/>
            <a:ext cx="4133129" cy="825699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42949" y="2507552"/>
            <a:ext cx="4133129" cy="3680525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851"/>
            <a:ext cx="4148138" cy="825698"/>
          </a:xfrm>
        </p:spPr>
        <p:txBody>
          <a:bodyPr anchor="b"/>
          <a:lstStyle>
            <a:lvl1pPr marL="0" indent="0">
              <a:spcBef>
                <a:spcPts val="0"/>
              </a:spcBef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7552"/>
            <a:ext cx="4148138" cy="3680525"/>
          </a:xfrm>
        </p:spPr>
        <p:txBody>
          <a:bodyPr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9337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803831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958012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2"/>
            <a:ext cx="3194685" cy="1600197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399"/>
            <a:ext cx="3194685" cy="3810001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735356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3514" y="457200"/>
            <a:ext cx="3194685" cy="160020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210050" y="990600"/>
            <a:ext cx="5014913" cy="4876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altLang="ko-KR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3514" y="2057400"/>
            <a:ext cx="3194685" cy="3810000"/>
          </a:xfrm>
        </p:spPr>
        <p:txBody>
          <a:bodyPr>
            <a:normAutofit/>
          </a:bodyPr>
          <a:lstStyle>
            <a:lvl1pPr marL="0" indent="0">
              <a:lnSpc>
                <a:spcPct val="90000"/>
              </a:lnSpc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46206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50" y="1828802"/>
            <a:ext cx="8420101" cy="4351336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227952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0362"/>
            <a:ext cx="2074069" cy="5811838"/>
          </a:xfrm>
        </p:spPr>
        <p:txBody>
          <a:bodyPr vert="eaVert"/>
          <a:lstStyle/>
          <a:p>
            <a:r>
              <a:rPr lang="en-US" altLang="ko-KR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42949" y="360364"/>
            <a:ext cx="6222207" cy="5811836"/>
          </a:xfrm>
        </p:spPr>
        <p:txBody>
          <a:bodyPr vert="eaVert"/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267974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42950" y="365760"/>
            <a:ext cx="8420101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altLang="ko-KR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2950" y="1828802"/>
            <a:ext cx="8420101" cy="43513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altLang="ko-KR" smtClean="0"/>
              <a:t>Click to edit Master text styles</a:t>
            </a:r>
          </a:p>
          <a:p>
            <a:pPr lvl="1"/>
            <a:r>
              <a:rPr lang="en-US" altLang="ko-KR" smtClean="0"/>
              <a:t>Second level</a:t>
            </a:r>
          </a:p>
          <a:p>
            <a:pPr lvl="2"/>
            <a:r>
              <a:rPr lang="en-US" altLang="ko-KR" smtClean="0"/>
              <a:t>Third level</a:t>
            </a:r>
          </a:p>
          <a:p>
            <a:pPr lvl="3"/>
            <a:r>
              <a:rPr lang="en-US" altLang="ko-KR" smtClean="0"/>
              <a:t>Fourth level</a:t>
            </a:r>
          </a:p>
          <a:p>
            <a:pPr lvl="4"/>
            <a:r>
              <a:rPr lang="en-US" altLang="ko-KR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2949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fld id="{6021ED69-6A3D-4B5E-A88A-5AE0962E0BA0}" type="datetimeFigureOut">
              <a:rPr lang="ko-KR" altLang="en-US" smtClean="0"/>
              <a:t>2013-01-16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4176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34200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AD6814-1D93-41CA-96C1-6E17F24C1BBA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55640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Wingdings 2" pitchFamily="18" charset="2"/>
        <a:buChar char="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Wingdings 2" pitchFamily="18" charset="2"/>
        <a:buChar char="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7971" y="289876"/>
            <a:ext cx="3051154" cy="3485711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10" name="Rounded Rectangle 9"/>
          <p:cNvSpPr/>
          <p:nvPr/>
        </p:nvSpPr>
        <p:spPr>
          <a:xfrm>
            <a:off x="924232" y="3038168"/>
            <a:ext cx="2054942" cy="285135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Rectangular Callout 10"/>
          <p:cNvSpPr/>
          <p:nvPr/>
        </p:nvSpPr>
        <p:spPr>
          <a:xfrm>
            <a:off x="2762864" y="1508573"/>
            <a:ext cx="914400" cy="612648"/>
          </a:xfrm>
          <a:prstGeom prst="wedgeRectCallout">
            <a:avLst>
              <a:gd name="adj1" fmla="val -125135"/>
              <a:gd name="adj2" fmla="val 192495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FPGA </a:t>
            </a:r>
            <a:r>
              <a:rPr lang="ko-KR" altLang="en-US" sz="1000" dirty="0" smtClean="0"/>
              <a:t>다운로드 버튼을 선택 한다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6976" b="50990"/>
          <a:stretch/>
        </p:blipFill>
        <p:spPr>
          <a:xfrm>
            <a:off x="4459667" y="289876"/>
            <a:ext cx="3324979" cy="2803490"/>
          </a:xfrm>
          <a:prstGeom prst="rect">
            <a:avLst/>
          </a:prstGeom>
          <a:ln w="57150" cap="sq" cmpd="thickThin">
            <a:solidFill>
              <a:srgbClr val="00B05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3" name="Right Arrow 12"/>
          <p:cNvSpPr/>
          <p:nvPr/>
        </p:nvSpPr>
        <p:spPr>
          <a:xfrm>
            <a:off x="3494134" y="99234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Rounded Rectangle 13"/>
          <p:cNvSpPr/>
          <p:nvPr/>
        </p:nvSpPr>
        <p:spPr>
          <a:xfrm>
            <a:off x="4754658" y="1163372"/>
            <a:ext cx="1384771" cy="142568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0709" y="2121221"/>
            <a:ext cx="4810937" cy="3560885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17" name="Curved Left Arrow 16"/>
          <p:cNvSpPr/>
          <p:nvPr/>
        </p:nvSpPr>
        <p:spPr>
          <a:xfrm rot="19379680">
            <a:off x="6840522" y="870583"/>
            <a:ext cx="731520" cy="1642076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297970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6887" y="307348"/>
            <a:ext cx="4688498" cy="2754740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87097" y="3297115"/>
            <a:ext cx="4599108" cy="3560885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2" name="Oval 1"/>
          <p:cNvSpPr/>
          <p:nvPr/>
        </p:nvSpPr>
        <p:spPr>
          <a:xfrm>
            <a:off x="1897626" y="1966452"/>
            <a:ext cx="783510" cy="3539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Oval 11"/>
          <p:cNvSpPr/>
          <p:nvPr/>
        </p:nvSpPr>
        <p:spPr>
          <a:xfrm>
            <a:off x="4036142" y="929149"/>
            <a:ext cx="783510" cy="353961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Oval 2"/>
          <p:cNvSpPr/>
          <p:nvPr/>
        </p:nvSpPr>
        <p:spPr>
          <a:xfrm>
            <a:off x="3687097" y="2635045"/>
            <a:ext cx="481780" cy="427043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4" name="Elbow Connector 13"/>
          <p:cNvCxnSpPr>
            <a:stCxn id="2" idx="7"/>
            <a:endCxn id="12" idx="2"/>
          </p:cNvCxnSpPr>
          <p:nvPr/>
        </p:nvCxnSpPr>
        <p:spPr>
          <a:xfrm rot="5400000" flipH="1" flipV="1">
            <a:off x="2845189" y="827335"/>
            <a:ext cx="912158" cy="1469748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Elbow Connector 14"/>
          <p:cNvCxnSpPr>
            <a:stCxn id="12" idx="4"/>
            <a:endCxn id="3" idx="0"/>
          </p:cNvCxnSpPr>
          <p:nvPr/>
        </p:nvCxnSpPr>
        <p:spPr>
          <a:xfrm rot="5400000">
            <a:off x="3501975" y="1709122"/>
            <a:ext cx="1351935" cy="499910"/>
          </a:xfrm>
          <a:prstGeom prst="bentConnector3">
            <a:avLst>
              <a:gd name="adj1" fmla="val 50000"/>
            </a:avLst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Curved Left Arrow 17"/>
          <p:cNvSpPr/>
          <p:nvPr/>
        </p:nvSpPr>
        <p:spPr>
          <a:xfrm rot="18634953">
            <a:off x="5880296" y="1166646"/>
            <a:ext cx="731520" cy="1953571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3687097" y="4973934"/>
            <a:ext cx="633694" cy="241161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Rectangular Callout 19"/>
          <p:cNvSpPr/>
          <p:nvPr/>
        </p:nvSpPr>
        <p:spPr>
          <a:xfrm>
            <a:off x="2223936" y="3860870"/>
            <a:ext cx="914400" cy="612648"/>
          </a:xfrm>
          <a:prstGeom prst="wedgeRectCallout">
            <a:avLst>
              <a:gd name="adj1" fmla="val 107123"/>
              <a:gd name="adj2" fmla="val 141139"/>
            </a:avLst>
          </a:prstGeom>
          <a:ln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/>
              <a:t>DPRAM </a:t>
            </a:r>
            <a:r>
              <a:rPr lang="ko-KR" altLang="en-US" sz="1000" dirty="0" smtClean="0"/>
              <a:t>생선</a:t>
            </a:r>
            <a:r>
              <a:rPr lang="en-US" altLang="ko-KR" sz="1000" dirty="0" smtClean="0"/>
              <a:t> </a:t>
            </a:r>
            <a:r>
              <a:rPr lang="ko-KR" altLang="en-US" sz="1000" dirty="0" smtClean="0"/>
              <a:t>버튼을 누른다</a:t>
            </a:r>
            <a:r>
              <a:rPr lang="en-US" altLang="ko-KR" sz="1000" dirty="0" smtClean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14513309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36271" b="30952"/>
          <a:stretch/>
        </p:blipFill>
        <p:spPr>
          <a:xfrm>
            <a:off x="504445" y="360763"/>
            <a:ext cx="4431347" cy="3687927"/>
          </a:xfrm>
          <a:prstGeom prst="rect">
            <a:avLst/>
          </a:prstGeom>
          <a:ln w="57150">
            <a:solidFill>
              <a:srgbClr val="00B050"/>
            </a:solidFill>
          </a:ln>
        </p:spPr>
      </p:pic>
      <p:sp>
        <p:nvSpPr>
          <p:cNvPr id="2" name="Rounded Rectangle 1"/>
          <p:cNvSpPr/>
          <p:nvPr/>
        </p:nvSpPr>
        <p:spPr>
          <a:xfrm>
            <a:off x="504445" y="1012722"/>
            <a:ext cx="1589826" cy="147484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Rounded Rectangle 2"/>
          <p:cNvSpPr/>
          <p:nvPr/>
        </p:nvSpPr>
        <p:spPr>
          <a:xfrm>
            <a:off x="1951704" y="680002"/>
            <a:ext cx="142568" cy="245807"/>
          </a:xfrm>
          <a:prstGeom prst="round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3" name="Elbow Connector 12"/>
          <p:cNvCxnSpPr>
            <a:stCxn id="2" idx="0"/>
            <a:endCxn id="3" idx="1"/>
          </p:cNvCxnSpPr>
          <p:nvPr/>
        </p:nvCxnSpPr>
        <p:spPr>
          <a:xfrm rot="5400000" flipH="1" flipV="1">
            <a:off x="1520623" y="581641"/>
            <a:ext cx="209816" cy="652346"/>
          </a:xfrm>
          <a:prstGeom prst="bentConnector2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4" name="Picture 1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36238" y="1664681"/>
            <a:ext cx="4635785" cy="3560885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94903" y="3249122"/>
            <a:ext cx="5113826" cy="3452081"/>
          </a:xfrm>
          <a:prstGeom prst="rect">
            <a:avLst/>
          </a:prstGeom>
          <a:ln w="38100">
            <a:solidFill>
              <a:srgbClr val="00B050"/>
            </a:solidFill>
          </a:ln>
        </p:spPr>
      </p:pic>
      <p:sp>
        <p:nvSpPr>
          <p:cNvPr id="17" name="Rounded Rectangle 16"/>
          <p:cNvSpPr/>
          <p:nvPr/>
        </p:nvSpPr>
        <p:spPr>
          <a:xfrm>
            <a:off x="3460955" y="3549445"/>
            <a:ext cx="589935" cy="23597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Rounded Rectangle 17"/>
          <p:cNvSpPr/>
          <p:nvPr/>
        </p:nvSpPr>
        <p:spPr>
          <a:xfrm>
            <a:off x="7192822" y="6022258"/>
            <a:ext cx="589935" cy="235974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Curved Left Arrow 11"/>
          <p:cNvSpPr/>
          <p:nvPr/>
        </p:nvSpPr>
        <p:spPr>
          <a:xfrm rot="18634953">
            <a:off x="5520734" y="645444"/>
            <a:ext cx="366346" cy="9939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sp>
        <p:nvSpPr>
          <p:cNvPr id="15" name="Curved Left Arrow 14"/>
          <p:cNvSpPr/>
          <p:nvPr/>
        </p:nvSpPr>
        <p:spPr>
          <a:xfrm rot="18634953">
            <a:off x="6963995" y="2170167"/>
            <a:ext cx="366346" cy="99396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941603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</TotalTime>
  <Words>11</Words>
  <Application>Microsoft Office PowerPoint</Application>
  <PresentationFormat>A4 Paper (210x297 mm)</PresentationFormat>
  <Paragraphs>2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8" baseType="lpstr">
      <vt:lpstr>맑은 고딕</vt:lpstr>
      <vt:lpstr>Calibri</vt:lpstr>
      <vt:lpstr>Calibri Light</vt:lpstr>
      <vt:lpstr>Wingdings 2</vt:lpstr>
      <vt:lpstr>Office Theme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장덕수</dc:creator>
  <cp:lastModifiedBy>장덕수</cp:lastModifiedBy>
  <cp:revision>3</cp:revision>
  <dcterms:created xsi:type="dcterms:W3CDTF">2013-01-16T05:17:57Z</dcterms:created>
  <dcterms:modified xsi:type="dcterms:W3CDTF">2013-01-16T05:34:42Z</dcterms:modified>
</cp:coreProperties>
</file>